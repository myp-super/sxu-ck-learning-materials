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notesSlides/notesSlide1.xml" ContentType="application/vnd.openxmlformats-officedocument.presentationml.notesSlide+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1" r:id="rId1"/>
    <p:sldMasterId id="2147483674" r:id="rId2"/>
    <p:sldMasterId id="2147483687" r:id="rId3"/>
  </p:sldMasterIdLst>
  <p:notesMasterIdLst>
    <p:notesMasterId r:id="rId68"/>
  </p:notesMasterIdLst>
  <p:handoutMasterIdLst>
    <p:handoutMasterId r:id="rId69"/>
  </p:handoutMasterIdLst>
  <p:sldIdLst>
    <p:sldId id="400" r:id="rId4"/>
    <p:sldId id="869" r:id="rId5"/>
    <p:sldId id="871" r:id="rId6"/>
    <p:sldId id="445" r:id="rId7"/>
    <p:sldId id="536" r:id="rId8"/>
    <p:sldId id="537" r:id="rId9"/>
    <p:sldId id="538" r:id="rId10"/>
    <p:sldId id="513" r:id="rId11"/>
    <p:sldId id="452" r:id="rId12"/>
    <p:sldId id="453" r:id="rId13"/>
    <p:sldId id="455" r:id="rId14"/>
    <p:sldId id="474" r:id="rId15"/>
    <p:sldId id="475" r:id="rId16"/>
    <p:sldId id="539" r:id="rId17"/>
    <p:sldId id="540" r:id="rId18"/>
    <p:sldId id="458" r:id="rId19"/>
    <p:sldId id="545" r:id="rId20"/>
    <p:sldId id="982" r:id="rId21"/>
    <p:sldId id="983" r:id="rId22"/>
    <p:sldId id="985" r:id="rId23"/>
    <p:sldId id="547" r:id="rId24"/>
    <p:sldId id="597" r:id="rId25"/>
    <p:sldId id="766" r:id="rId26"/>
    <p:sldId id="768" r:id="rId27"/>
    <p:sldId id="769" r:id="rId28"/>
    <p:sldId id="770" r:id="rId29"/>
    <p:sldId id="771" r:id="rId30"/>
    <p:sldId id="546" r:id="rId31"/>
    <p:sldId id="564" r:id="rId32"/>
    <p:sldId id="549" r:id="rId33"/>
    <p:sldId id="550" r:id="rId34"/>
    <p:sldId id="495" r:id="rId35"/>
    <p:sldId id="404" r:id="rId36"/>
    <p:sldId id="989" r:id="rId37"/>
    <p:sldId id="497" r:id="rId38"/>
    <p:sldId id="990" r:id="rId39"/>
    <p:sldId id="986" r:id="rId40"/>
    <p:sldId id="988" r:id="rId41"/>
    <p:sldId id="987" r:id="rId42"/>
    <p:sldId id="406" r:id="rId43"/>
    <p:sldId id="407" r:id="rId44"/>
    <p:sldId id="408" r:id="rId45"/>
    <p:sldId id="625" r:id="rId46"/>
    <p:sldId id="409" r:id="rId47"/>
    <p:sldId id="626" r:id="rId48"/>
    <p:sldId id="605" r:id="rId49"/>
    <p:sldId id="606" r:id="rId50"/>
    <p:sldId id="410" r:id="rId51"/>
    <p:sldId id="834" r:id="rId52"/>
    <p:sldId id="842" r:id="rId53"/>
    <p:sldId id="835" r:id="rId54"/>
    <p:sldId id="836" r:id="rId55"/>
    <p:sldId id="837" r:id="rId56"/>
    <p:sldId id="838" r:id="rId57"/>
    <p:sldId id="840" r:id="rId58"/>
    <p:sldId id="839" r:id="rId59"/>
    <p:sldId id="841" r:id="rId60"/>
    <p:sldId id="612" r:id="rId61"/>
    <p:sldId id="624" r:id="rId62"/>
    <p:sldId id="614" r:id="rId63"/>
    <p:sldId id="594" r:id="rId64"/>
    <p:sldId id="508" r:id="rId65"/>
    <p:sldId id="509" r:id="rId66"/>
    <p:sldId id="510" r:id="rId67"/>
  </p:sldIdLst>
  <p:sldSz cx="9144000" cy="6858000" type="screen4x3"/>
  <p:notesSz cx="6648450" cy="9780588"/>
  <p:defaultTextStyle>
    <a:defPPr>
      <a:defRPr lang="zh-CN"/>
    </a:defPPr>
    <a:lvl1pPr marL="0" lvl="0"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000" b="0"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12">
          <p15:clr>
            <a:srgbClr val="A4A3A4"/>
          </p15:clr>
        </p15:guide>
        <p15:guide id="2" pos="288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FFCC"/>
    <a:srgbClr val="CCECFF"/>
    <a:srgbClr val="CCFFFF"/>
    <a:srgbClr val="FF3300"/>
    <a:srgbClr val="111111"/>
    <a:srgbClr val="000000"/>
    <a:srgbClr val="0066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16"/>
    <p:restoredTop sz="99198"/>
  </p:normalViewPr>
  <p:slideViewPr>
    <p:cSldViewPr showGuides="1">
      <p:cViewPr varScale="1">
        <p:scale>
          <a:sx n="106" d="100"/>
          <a:sy n="106" d="100"/>
        </p:scale>
        <p:origin x="1956" y="108"/>
      </p:cViewPr>
      <p:guideLst>
        <p:guide orient="horz" pos="2112"/>
        <p:guide pos="2886"/>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 Type="http://schemas.openxmlformats.org/officeDocument/2006/relationships/slide" Target="slides/slide4.xml"/><Relationship Id="rId7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792965" cy="524857"/>
          </a:xfrm>
          <a:prstGeom prst="rect">
            <a:avLst/>
          </a:prstGeom>
        </p:spPr>
        <p:txBody>
          <a:bodyPr vert="horz" lIns="91440" tIns="45720" rIns="91440" bIns="45720" rtlCol="0"/>
          <a:lstStyle>
            <a:lvl1pPr algn="l">
              <a:defRPr sz="1130"/>
            </a:lvl1pPr>
          </a:lstStyle>
          <a:p>
            <a:endParaRPr lang="zh-CN" altLang="en-US"/>
          </a:p>
        </p:txBody>
      </p:sp>
      <p:sp>
        <p:nvSpPr>
          <p:cNvPr id="3" name="日期占位符 2"/>
          <p:cNvSpPr>
            <a:spLocks noGrp="1"/>
          </p:cNvSpPr>
          <p:nvPr>
            <p:ph type="dt" sz="quarter" idx="1"/>
          </p:nvPr>
        </p:nvSpPr>
        <p:spPr>
          <a:xfrm>
            <a:off x="3650847" y="0"/>
            <a:ext cx="2792965" cy="524857"/>
          </a:xfrm>
          <a:prstGeom prst="rect">
            <a:avLst/>
          </a:prstGeom>
        </p:spPr>
        <p:txBody>
          <a:bodyPr vert="horz" lIns="91440" tIns="45720" rIns="91440" bIns="45720" rtlCol="0"/>
          <a:lstStyle>
            <a:lvl1pPr algn="r">
              <a:defRPr sz="1130"/>
            </a:lvl1pPr>
          </a:lstStyle>
          <a:p>
            <a:fld id="{0F9B84EA-7D68-4D60-9CB1-D50884785D1C}" type="datetimeFigureOut">
              <a:rPr lang="zh-CN" altLang="en-US" smtClean="0"/>
              <a:pPr/>
              <a:t>2026/1/2</a:t>
            </a:fld>
            <a:endParaRPr lang="zh-CN" altLang="en-US"/>
          </a:p>
        </p:txBody>
      </p:sp>
      <p:sp>
        <p:nvSpPr>
          <p:cNvPr id="4" name="页脚占位符 3"/>
          <p:cNvSpPr>
            <a:spLocks noGrp="1"/>
          </p:cNvSpPr>
          <p:nvPr>
            <p:ph type="ftr" sz="quarter" idx="2"/>
          </p:nvPr>
        </p:nvSpPr>
        <p:spPr>
          <a:xfrm>
            <a:off x="0" y="9935958"/>
            <a:ext cx="2792965" cy="524856"/>
          </a:xfrm>
          <a:prstGeom prst="rect">
            <a:avLst/>
          </a:prstGeom>
        </p:spPr>
        <p:txBody>
          <a:bodyPr vert="horz" lIns="91440" tIns="45720" rIns="91440" bIns="45720" rtlCol="0" anchor="b"/>
          <a:lstStyle>
            <a:lvl1pPr algn="l">
              <a:defRPr sz="1130"/>
            </a:lvl1pPr>
          </a:lstStyle>
          <a:p>
            <a:endParaRPr lang="zh-CN" altLang="en-US"/>
          </a:p>
        </p:txBody>
      </p:sp>
      <p:sp>
        <p:nvSpPr>
          <p:cNvPr id="5" name="灯片编号占位符 4"/>
          <p:cNvSpPr>
            <a:spLocks noGrp="1"/>
          </p:cNvSpPr>
          <p:nvPr>
            <p:ph type="sldNum" sz="quarter" idx="3"/>
          </p:nvPr>
        </p:nvSpPr>
        <p:spPr>
          <a:xfrm>
            <a:off x="3650847" y="9935958"/>
            <a:ext cx="2792965" cy="524856"/>
          </a:xfrm>
          <a:prstGeom prst="rect">
            <a:avLst/>
          </a:prstGeom>
        </p:spPr>
        <p:txBody>
          <a:bodyPr vert="horz" lIns="91440" tIns="45720" rIns="91440" bIns="45720" rtlCol="0" anchor="b"/>
          <a:lstStyle>
            <a:lvl1pPr algn="r">
              <a:defRPr sz="113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24.303"/>
    </inkml:context>
    <inkml:brush xml:id="br0">
      <inkml:brushProperty name="width" value="0.1" units="cm"/>
      <inkml:brushProperty name="height" value="0.1" units="cm"/>
      <inkml:brushProperty name="color" value="#E71224"/>
    </inkml:brush>
  </inkml:definitions>
  <inkml:trace contextRef="#ctx0" brushRef="#br0">1 1 8192,'293'0'12579,"0"0"-6129,1 0-4608,-1 0-4728,-26 0-3952,-1 0-4107,178 0 10439,-349 0 6396,0 0 6338,-21 0-12020,-52 0-208</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24.998"/>
    </inkml:context>
    <inkml:brush xml:id="br0">
      <inkml:brushProperty name="width" value="0.1" units="cm"/>
      <inkml:brushProperty name="height" value="0.1" units="cm"/>
      <inkml:brushProperty name="color" value="#E71224"/>
    </inkml:brush>
  </inkml:definitions>
  <inkml:trace contextRef="#ctx0" brushRef="#br0">0 30 8192,'123'0'3319,"60"0"7150,-42 0-6235,412-20-4234,-325 10-3259,114 12-6762,-106 0 6524,-153 2 3679,105 18-1,-105-10 413,99 2 0,-161-14-34</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26.322"/>
    </inkml:context>
    <inkml:brush xml:id="br0">
      <inkml:brushProperty name="width" value="0.1" units="cm"/>
      <inkml:brushProperty name="height" value="0.1" units="cm"/>
      <inkml:brushProperty name="color" value="#E71224"/>
    </inkml:brush>
  </inkml:definitions>
  <inkml:trace contextRef="#ctx0" brushRef="#br0">1 77 8192,'167'0'10764,"1"1"-5830,42 0-4582,276-4-8430,-110-25 3124,-107 5 1936,-7-1 3018,-237 24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26.681"/>
    </inkml:context>
    <inkml:brush xml:id="br0">
      <inkml:brushProperty name="width" value="0.1" units="cm"/>
      <inkml:brushProperty name="height" value="0.1" units="cm"/>
      <inkml:brushProperty name="color" value="#E71224"/>
    </inkml:brush>
  </inkml:definitions>
  <inkml:trace contextRef="#ctx0" brushRef="#br0">0 1 8192,'1543'0'0,"-868"46"0,-474-27 0,-13-8 0,-137-10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28.163"/>
    </inkml:context>
    <inkml:brush xml:id="br0">
      <inkml:brushProperty name="width" value="0.1" units="cm"/>
      <inkml:brushProperty name="height" value="0.1" units="cm"/>
      <inkml:brushProperty name="color" value="#E71224"/>
    </inkml:brush>
  </inkml:definitions>
  <inkml:trace contextRef="#ctx0" brushRef="#br0">1 28 8192,'265'-14'8676,"-109"4"-2343,-52 7-5106,1165 3-12682,-517 1 6674,2053-1 4781,-2770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28.790"/>
    </inkml:context>
    <inkml:brush xml:id="br0">
      <inkml:brushProperty name="width" value="0.1" units="cm"/>
      <inkml:brushProperty name="height" value="0.1" units="cm"/>
      <inkml:brushProperty name="color" value="#E71224"/>
    </inkml:brush>
  </inkml:definitions>
  <inkml:trace contextRef="#ctx0" brushRef="#br0">1 2 8192,'51'0'728,"193"5"12479,-139 6-10346,21-1-2366,203-8 1,-152-4-261,-10 4-1059,183-5-1708,-228-9-3782,57-2-1836,123 15 7948,-268-1 202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30.041"/>
    </inkml:context>
    <inkml:brush xml:id="br0">
      <inkml:brushProperty name="width" value="0.1" units="cm"/>
      <inkml:brushProperty name="height" value="0.1" units="cm"/>
      <inkml:brushProperty name="color" value="#E71224"/>
    </inkml:brush>
  </inkml:definitions>
  <inkml:trace contextRef="#ctx0" brushRef="#br0">1 75 8192,'153'0'2552,"77"0"5624,-26 0-4604,1410 0-17872,-1097-26 14300,19 1 0,-114 7 0,-387 14 0,-6 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30.399"/>
    </inkml:context>
    <inkml:brush xml:id="br0">
      <inkml:brushProperty name="width" value="0.1" units="cm"/>
      <inkml:brushProperty name="height" value="0.1" units="cm"/>
      <inkml:brushProperty name="color" value="#E71224"/>
    </inkml:brush>
  </inkml:definitions>
  <inkml:trace contextRef="#ctx0" brushRef="#br0">0 4 8192,'298'-2'5453,"74"1"4236,-123 5-6809,-5 7-6101,131 3-2910,380-15-2539,-721 1 8670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44.996"/>
    </inkml:context>
    <inkml:brush xml:id="br0">
      <inkml:brushProperty name="width" value="0.1" units="cm"/>
      <inkml:brushProperty name="height" value="0.1" units="cm"/>
      <inkml:brushProperty name="color" value="#E71224"/>
    </inkml:brush>
  </inkml:definitions>
  <inkml:trace contextRef="#ctx0" brushRef="#br0">0 1 8192,'173'0'2681,"231"0"10714,-260 0-12009,144 0-4386,385 0-9754,-433 0 11046,32 12 1708,-19 1 0,1772-11 1374,-985-5-272,-999 5-1402,52 9 0,31 3-1017,-56-10 2357,82 17-1,52 4 64,-171-24-1103</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49.581"/>
    </inkml:context>
    <inkml:brush xml:id="br0">
      <inkml:brushProperty name="width" value="0.1" units="cm"/>
      <inkml:brushProperty name="height" value="0.1" units="cm"/>
      <inkml:brushProperty name="color" value="#E71224"/>
    </inkml:brush>
  </inkml:definitions>
  <inkml:trace contextRef="#ctx0" brushRef="#br0">1 253 8192,'0'35'1039,"1"0"0,2 1 0,2-1 0,1 0 0,2-1 0,1 1 0,2-2 0,23 53 1,-13-40 562,-16-32-718,0-1-1,1 1 1,1-1-1,0 0 0,1-1 1,1 0-1,10 12 1,-18-23-884,1 1 0,-1-1 0,0 0 0,0 0 0,0 0 0,1 0 0,-1-1 0,1 1 0,-1 0 0,1-1 0,-1 1 0,1 0 0,-1-1 0,1 0 0,-1 1 0,1-1 0,-1 0 0,1 0 0,0 0 0,-1 0 0,1 0 0,-1 0 0,1-1 0,1 1 0,1-2 0,-1 1 0,0-1 0,-1 1 0,1-1 0,0 0 0,0 0 0,-1-1 0,1 1 0,-1 0 0,0-1 0,3-2 0,5-10 0,-1 0 0,0 0 0,10-24 0,-17 34 0,237-471 0,-137 301 0,-88 152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50.110"/>
    </inkml:context>
    <inkml:brush xml:id="br0">
      <inkml:brushProperty name="width" value="0.1" units="cm"/>
      <inkml:brushProperty name="height" value="0.1" units="cm"/>
      <inkml:brushProperty name="color" value="#E71224"/>
    </inkml:brush>
  </inkml:definitions>
  <inkml:trace contextRef="#ctx0" brushRef="#br0">1 90 8192,'4'0'0,"6"-5"2971,5 0-2971,5 0 0,3 0 0,6 2 5848,2-3-5848,5-1 7350,0-3-7350,-1 0 1853,-3-3-1853,-11 1 0,-9 3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50.374"/>
    </inkml:context>
    <inkml:brush xml:id="br0">
      <inkml:brushProperty name="width" value="0.1" units="cm"/>
      <inkml:brushProperty name="height" value="0.1" units="cm"/>
      <inkml:brushProperty name="color" value="#E71224"/>
    </inkml:brush>
  </inkml:definitions>
  <inkml:trace contextRef="#ctx0" brushRef="#br0">103 1 8192,'0'4'0,"-4"6"3356,-6 5-3356,-1 5 0,1 2 0,-2 3 5996,2 5-5996,-3-2 0,2-2 0,2-1 7459,2 0-7459,4-1 1211,1 1-1211,1-1 0,1 1 0,1-4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50.687"/>
    </inkml:context>
    <inkml:brush xml:id="br0">
      <inkml:brushProperty name="width" value="0.1" units="cm"/>
      <inkml:brushProperty name="height" value="0.1" units="cm"/>
      <inkml:brushProperty name="color" value="#E71224"/>
    </inkml:brush>
  </inkml:definitions>
  <inkml:trace contextRef="#ctx0" brushRef="#br0">1 117 8192,'4'0'2971,"6"0"-2971,1-5 0,3 0 0,4 0 5848,-2-4-5848,5-4 0,4 0 7957,1 2-7957,1-1 0,0 1 1246,0-2-1246,-1 2 0,-4 3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51.141"/>
    </inkml:context>
    <inkml:brush xml:id="br0">
      <inkml:brushProperty name="width" value="0.1" units="cm"/>
      <inkml:brushProperty name="height" value="0.1" units="cm"/>
      <inkml:brushProperty name="color" value="#E71224"/>
    </inkml:brush>
  </inkml:definitions>
  <inkml:trace contextRef="#ctx0" brushRef="#br0">372 1 8192,'-2'4'558,"1"1"0,-1-1 0,1 0 0,-1 0 0,0 1 0,-1-1 0,1-1 0,-1 1 1,0 0-1,0-1 0,-4 5 0,-10 14 3340,13-13-2427,0-1 0,0 0 0,0 1 0,-3 15 0,6-18-1490,0 0 1,0-1 0,0 1-1,1 0 1,0 0-1,0-1 1,1 1 0,-1 0-1,1 0 1,0-1-1,1 1 1,-1-1 0,1 1-1,0-1 1,1 1-1,-1-1 1,1 0 0,0 0-1,1-1 1,-1 1-1,1 0 1,4 4-1,10 14-2936,-17-21 2479,-1-1 0,1 1 1,0 0-1,-1 0 0,1 0 1,-1 0-1,1 0 0,-1 0 1,0-1-1,0 1 0,0 0 1,0 0-1,0 0 0,0 0 1,-1 0-1,1 0 0,-1 0 0,1 0 1,-1 0-1,0-1 0,0 1 1,0 0-1,0-1 0,0 1 1,0 0-1,-2 2 0,-16 12-1251,0-5 1727,0-1 0,0 0 0,-1-2 0,-33 10 0,-86 16 0,107-29 0,5-1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51.731"/>
    </inkml:context>
    <inkml:brush xml:id="br0">
      <inkml:brushProperty name="width" value="0.1" units="cm"/>
      <inkml:brushProperty name="height" value="0.1" units="cm"/>
      <inkml:brushProperty name="color" value="#E71224"/>
    </inkml:brush>
  </inkml:definitions>
  <inkml:trace contextRef="#ctx0" brushRef="#br0">1 53 8192,'309'-25'0,"-24"-1"0,900 24 0,-582 5 0,-575-3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52.447"/>
    </inkml:context>
    <inkml:brush xml:id="br0">
      <inkml:brushProperty name="width" value="0.1" units="cm"/>
      <inkml:brushProperty name="height" value="0.1" units="cm"/>
      <inkml:brushProperty name="color" value="#E71224"/>
    </inkml:brush>
  </inkml:definitions>
  <inkml:trace contextRef="#ctx0" brushRef="#br0">58 1 8192,'1'1'386,"-1"0"1,1 0 0,-1 0 0,1 0-1,-1 0 1,1 0 0,-1 0 0,4 4 1546,-3-4-1546,0-1 0,0 1 0,0 0-1,0-1 1,0 1 0,0-1 0,1 1-1,-1-1 1,0 1 0,0-1 0,0 0-1,0 1 1,0-1 0,3 0 0,37 5 6596,-36-5-6773,42 2-210,-26-2 0,1 1 0,0 1 0,-1 0 0,0 2 0,0 0 0,24 9 0,-42-11 0,-1-1 0,1 1 0,0 0 0,-1 0 0,1 0 0,-1 0 0,1 0 0,-1 0 0,0 1 0,0-1 0,0 1 0,0 0 0,-1-1 0,1 1 0,-1 0 0,1 0 0,-1 0 0,0 0 0,0 0 0,0 0 0,-1 1 0,1-1 0,-1 0 0,0 0 0,0 1 0,0-1 0,0 0 0,-1 4 0,0-1 0,0 0 0,0 1 0,0-1 0,-1 0 0,0 0 0,-1 0 0,1 0 0,-1 0 0,0-1 0,0 1 0,-1-1 0,0 0 0,-6 7 0,-20 14 0,-2-1 0,-68 40 0,52-35 0,4-3 0,-48 33 0,92-60 0,-1 0 0,1 1 0,-1-1 0,1 0 0,0 0 0,-1 1 0,1-1 0,0 0 0,-1 1 0,1-1 0,0 0 0,0 1 0,-1-1 0,1 1 0,0-1 0,0 0 0,0 1 0,0-1 0,-1 1 0,1-1 0,0 0 0,0 1 0,0-1 0,0 1 0,0-1 0,0 1 0,0-1 0,0 1 0,0-1 0,0 0 0,1 1 0,-1-1 0,0 1 0,0-1 0,0 1 0,0-1 0,1 0 0,-1 1 0,0-1 0,0 0 0,1 1 0,22 13 0,28 0 0,16-8-1743,0-3 1,81-5-1,-25-1-874,-98 3 1163,1-1 0,-1-1 0,0-1 0,1-1 0,-2-1 1,30-10-1,-30 6 1454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53.352"/>
    </inkml:context>
    <inkml:brush xml:id="br0">
      <inkml:brushProperty name="width" value="0.1" units="cm"/>
      <inkml:brushProperty name="height" value="0.1" units="cm"/>
      <inkml:brushProperty name="color" value="#E71224"/>
    </inkml:brush>
  </inkml:definitions>
  <inkml:trace contextRef="#ctx0" brushRef="#br0">79 0 8192,'-7'9'1231,"0"0"0,1 0 0,0 1 1,0 0-1,1 0 0,0 0 0,-5 18 1,4-6 1492,0-1 0,-5 43 0,10-54-2724,-2 19 0,8-24 0,8-12 0,26-32-1204,-26 25-405,0 1-1,1 1 0,1 0 1,27-18-1,-15 15-5635,9 2 15479,-35 13-7821,0 0 1,1 0-1,-1 0 1,1 0-1,-1 0 1,0 0-1,1 0 1,-1 0-1,1 0 1,-1 1-1,0-1 1,1 0-1,-1 1 1,0-1-1,0 1 1,1 0 0,-1-1-1,0 1 1,0 0-1,2 1 1,8 22-3632,-8-7 2779,-3 31-10398,0-27 8874,-2 16 17999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54.568"/>
    </inkml:context>
    <inkml:brush xml:id="br0">
      <inkml:brushProperty name="width" value="0.1" units="cm"/>
      <inkml:brushProperty name="height" value="0.1" units="cm"/>
      <inkml:brushProperty name="color" value="#E71224"/>
    </inkml:brush>
  </inkml:definitions>
  <inkml:trace contextRef="#ctx0" brushRef="#br0">1 121 8192,'37'-4'7300,"21"-10"-5721,-23 5-293,20-2-64,1 3 1,76-1-1,117 10 2132,-88 3-2518,315-22-4159,-447 16 3290,253-15-5907,-22 2-1576,-129 0 6306,-96 11 1210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55.067"/>
    </inkml:context>
    <inkml:brush xml:id="br0">
      <inkml:brushProperty name="width" value="0.1" units="cm"/>
      <inkml:brushProperty name="height" value="0.1" units="cm"/>
      <inkml:brushProperty name="color" value="#E71224"/>
    </inkml:brush>
  </inkml:definitions>
  <inkml:trace contextRef="#ctx0" brushRef="#br0">1 77 8192,'1868'0'0,"-1335"-38"0,-39 0 0,-478 38 0,765 1 0,-637 12 1317,24 0 337,-147-13-1654</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4:57.794"/>
    </inkml:context>
    <inkml:brush xml:id="br0">
      <inkml:brushProperty name="width" value="0.1" units="cm"/>
      <inkml:brushProperty name="height" value="0.1" units="cm"/>
      <inkml:brushProperty name="color" value="#E71224"/>
    </inkml:brush>
  </inkml:definitions>
  <inkml:trace contextRef="#ctx0" brushRef="#br0">0 229 8192,'219'-13'0,"-94"3"0,-68 7 0,579-22 0,-291 27 0,440-4 0,-531-10 0,96-1 0,177-16 0,-219 7 0,-187 16 0,386-13 0,-411 19 0,876-33 0,-287-9 0,1 41 0,-328 3 0,-91 11 0,-6 0 0,15-1 0,1 1 0,251 12 0,10 1 0,-221-14 0,-2 0 0,3199-13 0,-3490 1 2615,-1-2 0,31-5 0,-28 1-1641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2:28.314"/>
    </inkml:context>
    <inkml:brush xml:id="br0">
      <inkml:brushProperty name="width" value="0.1" units="cm"/>
      <inkml:brushProperty name="height" value="0.1" units="cm"/>
      <inkml:brushProperty name="color" value="#E71224"/>
    </inkml:brush>
  </inkml:definitions>
  <inkml:trace contextRef="#ctx0" brushRef="#br0">1 117 8192,'470'0'10102,"-236"0"-8736,-211-1-1366,37-7 0,-11 1 0,6 0 0,-22 2 0,48-1 0,120-6-1840,-129 6 884,277-7-6221,-211 11 5682,34-6 1380,67-1 725,387 10 10363,-597-2-10973,35-7 0,-35 4 0,33-1 0,13 5 29,360 1-617,-271 7-3763,80 1-2207,643-9 17082,-845-2-13314,20-5 3875,35-2 235,704 8-9009,-390 3 5239,-189 11 2450,-66-10 0,-29-2 0,-51 8 22,21 0 900,318-9 7926,-293-1-10932,-1 1-5271,1070 0 7002,-1016-9 353,-3 0 0,726 10 0,-753-10 0,-5 0 0,52 1 0,15 0 0,1600 9 0,-988-1 0,-688 8 0,-12 0 0,-69-7 0,205 8 0,-94 7 0,198 10 0,-314-26 0,360 8 0,251 1 0,-406-11 0,195 2 3181,-417 2-3624,-1 0-1,39 10 1,25 2-1023,273-9 10131,-207-7-6247,261 2-2418,-404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2:29.729"/>
    </inkml:context>
    <inkml:brush xml:id="br0">
      <inkml:brushProperty name="width" value="0.1" units="cm"/>
      <inkml:brushProperty name="height" value="0.1" units="cm"/>
      <inkml:brushProperty name="color" value="#E71224"/>
    </inkml:brush>
  </inkml:definitions>
  <inkml:trace contextRef="#ctx0" brushRef="#br0">1 17 8192,'464'0'10973,"743"-13"-21946,-712 10 10973,-473 3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2:30.915"/>
    </inkml:context>
    <inkml:brush xml:id="br0">
      <inkml:brushProperty name="width" value="0.1" units="cm"/>
      <inkml:brushProperty name="height" value="0.1" units="cm"/>
      <inkml:brushProperty name="color" value="#E71224"/>
    </inkml:brush>
  </inkml:definitions>
  <inkml:trace contextRef="#ctx0" brushRef="#br0">0 103 8192,'29'0'2479,"92"-2"4050,-91 0-5709,0-2 0,30-7 0,11-3-2172,104-8 0,75 10-3244,-72 4 3077,699-19-1130,-625 26 2649,236 4 0,-354 5 0,41 1 0,817-10 11468,-959-2-11468,-19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2:32.151"/>
    </inkml:context>
    <inkml:brush xml:id="br0">
      <inkml:brushProperty name="width" value="0.1" units="cm"/>
      <inkml:brushProperty name="height" value="0.1" units="cm"/>
      <inkml:brushProperty name="color" value="#E71224"/>
    </inkml:brush>
  </inkml:definitions>
  <inkml:trace contextRef="#ctx0" brushRef="#br0">193 10 8192,'0'5'211,"0"10"1960,0 0 1,-4 24 0,3-34-1741,-1 1 0,0-1 0,0 1 0,0-1 0,0 0 1,-1 0-1,0 0 0,0 0 0,0 0 0,-5 4 0,-43 53-431,-27 30 0,74-87 0,1 0 0,0 0 0,0 0 0,1 1 0,-1-1 0,1 0 0,1 1 0,-1 0 0,1-1 0,-2 8 0,3-9 0,-1-3 2,1 0 0,0 0 0,0-1 0,0 1 0,0 0 0,0 0 0,0-1 0,0 1 0,0 0 0,0 0 0,0-1 0,1 1 0,-1 0 0,0 0 0,0-1 0,1 1 0,-1 0 0,0-1 0,1 1 0,-1 0 0,1-1 0,-1 1 0,1-1 0,0 1 0,0 1 4,1-1 0,0-1 0,-1 1 1,1 0-1,0 0 0,-1-1 0,1 1 0,0-1 1,0 1-1,2-1 0,6 1-104,1 0 1,20-2-1,-20 0-222,24-2-2075,-1-1-1,0-2 1,39-12 0,-20 5 1003,-7 5 998,-30 5 971,0 0-1,-1 0 0,17-7 0,-30 10-193,0-1-1,0 0 1,-1 0 0,1 0 0,0 0-1,-1 0 1,1 0 0,0-1-1,-1 1 1,0 0 0,1-1-1,-1 1 1,0-1 0,0 0-1,0 1 1,0-1 0,0 0-1,0 0 1,0 1 0,0-1-1,0-3 1,-1 1-213,1 0-1,-1 0 1,0 0 0,0 0-1,0 0 1,-1 0 0,1 0-1,-1 0 1,-3-8 0,-2-4-450,-1 1 1,0-1-1,-18-26 1,15 27-470,-5-9-2638,-1 1 0,-37-41 1,50 61 3386,-1 0 0,0 0 0,0 1 0,0-1 0,0 1 0,-7-2 0,6 2 0,-8-4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2:33.323"/>
    </inkml:context>
    <inkml:brush xml:id="br0">
      <inkml:brushProperty name="width" value="0.1" units="cm"/>
      <inkml:brushProperty name="height" value="0.1" units="cm"/>
      <inkml:brushProperty name="color" value="#E71224"/>
    </inkml:brush>
  </inkml:definitions>
  <inkml:trace contextRef="#ctx0" brushRef="#br0">273 56 8192,'-4'1'819,"0"0"0,0 1 0,0 0 0,0 0 1,1 0-1,-1 0 0,1 1 0,-1-1 0,1 1 1,0 0-1,0 0 0,0 0 0,-3 4 0,-11 16-819,1 0 0,0 1 0,-14 33 0,13-24 0,-23 32 0,-33 45 0,72-109 0,-1 1 0,1 0 0,0 0 0,0 1 0,0-1 0,0 0 0,0 0 0,0 0 0,1 1 0,-1 2 0,1-5 0,0 1 0,0-1 0,0 1 0,0-1 0,0 0 0,0 1 0,0-1 0,0 0 0,1 1 0,-1-1 0,0 0 0,0 1 0,0-1 0,0 0 0,1 1 0,-1-1 0,0 0 0,1 0 0,-1 1 0,0-1 0,0 0 0,1 0 0,-1 0 0,1 1 0,16 0 0,103-23-2971,16 1-1277,-112 16 3185,-1-1 1,1-1 0,35-16 0,-39 14 1785,-13 6 193,0 0-1,-1 0 1,1-1 0,8-5 0,-13 7-699,0 0 0,-1 1 0,1-1 0,0 0 0,-1 0 0,1 0 0,-1 0 0,0 0 1,1-1-1,-1 1 0,0 0 0,0-1 0,-1 1 0,1 0 0,0-1 0,0-4 0,-1 0-95,1 1-1,-1 0 1,0-1-1,-1 1 1,0 0-1,0 0 1,0-1-1,0 1 1,-1 0-1,0 0 1,-1 0-1,-4-8 1,-2-1 101,-1 1 1,-1 0 0,-15-16-1,23 27-221,-38-50-3726,31 38 2019,-1 1 0,-19-20 0,17 21 1705,2 2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3:36.814"/>
    </inkml:context>
    <inkml:brush xml:id="br0">
      <inkml:brushProperty name="width" value="0.1" units="cm"/>
      <inkml:brushProperty name="height" value="0.1" units="cm"/>
      <inkml:brushProperty name="color" value="#E71224"/>
    </inkml:brush>
  </inkml:definitions>
  <inkml:trace contextRef="#ctx0" brushRef="#br0">0 37 8192,'37'3'8906,"14"9"-9471,-16-3 504,107 20-2219,160 12 0,153-13-1440,1002-32 3720,-6-76 0,-1406 77 0,590-45 559,-627 47-376,9 0 1613,-1-1 0,0 0-1,24-8 1,-22 2-882</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3:40.979"/>
    </inkml:context>
    <inkml:brush xml:id="br0">
      <inkml:brushProperty name="width" value="0.1" units="cm"/>
      <inkml:brushProperty name="height" value="0.1" units="cm"/>
      <inkml:brushProperty name="color" value="#E71224"/>
    </inkml:brush>
  </inkml:definitions>
  <inkml:trace contextRef="#ctx0" brushRef="#br0">1 649 8192,'0'-32'4232,"5"-33"1,-1 44-3232,0 1 0,11-34 0,9-29-1001,23-140 0,-35 154 0,-7 42 0,10-28 0,-11 60 0,3 13 0,1 1 0,-5-15 0,-1-1 0,1 0 0,0 0 0,0 0 0,1 0 0,-1-1 0,0 1 0,1-1 0,-1 0 0,1 0 0,0 0 0,0-1 0,0 1 0,6 1 0,7 1 0,0-1 0,20 1 0,-32-3 0,294 22 0,-225-19 0,840 10-6351,-583-16 3965,8 2 214,-320 1 3037,0 1-1,18 4 1,-18-3 3148,38 3 1,12-7-3721,-23 0-295,0 2 1,60 9-1,-83-7 2,-16-3 0,-1 1 0,1 0 0,-1 1 0,1-1 0,9 5 0,-14-5 0,0 0 0,0 0 0,0 1 0,0-1 0,-1 0 0,1 1 0,-1-1 0,1 1 0,-1 0 0,1 0 0,-1-1 0,0 1 0,0 0 0,0 0 0,0 0 0,0 0 0,0 0 0,-1 0 0,1 0 0,-1 1 0,1 2 0,0 7-432,0 0-1,-1 0 1,0 1-1,-1-1 0,0 0 1,-1 0-1,-5 15 1,-30 83-4881,22-70 4382,-27 50-820,39-84 1738,-3 7 13</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3:43.442"/>
    </inkml:context>
    <inkml:brush xml:id="br0">
      <inkml:brushProperty name="width" value="0.1" units="cm"/>
      <inkml:brushProperty name="height" value="0.1" units="cm"/>
      <inkml:brushProperty name="color" value="#E71224"/>
    </inkml:brush>
  </inkml:definitions>
  <inkml:trace contextRef="#ctx0" brushRef="#br0">338 1 8192,'-10'12'1540,"0"0"1,1 1-1,0 0 1,1 0-1,-7 15 1,-8 14 684,16-32-2225,-1 1 0,0-2 0,-1 1 0,0-2 0,-1 1 0,-18 12 0,17-12 0,-115 103 0,117-105 0,6-4 0,0 0 0,0-1 0,0 0 0,-1 0 0,1 0 0,-6 3 0,19-18 0,12-5 0,5 3-671,1 2 1,1 1-1,0 1 0,61-14 0,-87 24 669,52-10-2534,0 2-1,99-3 1,-106 9 2033,-43 3 503,1-1 0,-1 0 0,0 0 0,0 0 0,1-1 0,-1 1 0,0-1 0,0-1 0,7-3 0,-11 5 0,0 0 0,0 0 0,1 0 0,-1 0 0,0 0 0,0 0 0,0 0 0,0 0 0,-1 0 0,1 0 0,0 0 0,0 0 0,-1-1 0,1 1 0,-1 0 0,1-1 0,-1 1 0,1 0 0,-1-1 0,0 1 0,0-1 0,0 1 0,0 0 0,0-1 0,0 1 0,0-1 0,0 1 0,0-1 0,-1 1 0,1 0 0,0-1 0,-1 1 0,1 0 0,-1-1 0,0 1 0,1 0 0,-1 0 0,0 0 0,0 0 0,-2-2 0,-6-9 418,-2 2-1,1-1 1,-1 2 0,-1-1 0,0 2-1,-24-15 1,27 18-371,-6-5-47</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3:52.274"/>
    </inkml:context>
    <inkml:brush xml:id="br0">
      <inkml:brushProperty name="width" value="0.1" units="cm"/>
      <inkml:brushProperty name="height" value="0.1" units="cm"/>
      <inkml:brushProperty name="color" value="#E71224"/>
    </inkml:brush>
  </inkml:definitions>
  <inkml:trace contextRef="#ctx0" brushRef="#br0">1 182 8192,'228'-1'5329,"259"3"-2161,-313 6-6163,49 1-2066,232 8 4510,41-1 661,1651-16-110,-1703 8 0,-10 0 0,-171-10 0,240 5 0,-265 14 0,-35-1 0,556 0 0,-701-16 0,299-14 0,498-67 0,-751 73 0,512-24 0,-339 34 0,288-4 0,8-30 0,91-2 0,-536 35 0,69-2 0,-166-2 2639,50-10 0,-53 6-576,0 3 1,41-3-1,932 6-4219,-475 3 1341,-204-1 991,345-3-1326,-281-14-6373,-243 8 7401,86-1 803,-120 1 5186,1 0-825,-77 8-5042,1 1 0,0-2 0,62-9 0,-72 8-357,0 0 1,-1 1-1,1 1 0,0 2 0,0 0 0,34 9 0,40 3-501,-7-6-1416,78 5-3564,-148-13 5838</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3:55.133"/>
    </inkml:context>
    <inkml:brush xml:id="br0">
      <inkml:brushProperty name="width" value="0.1" units="cm"/>
      <inkml:brushProperty name="height" value="0.1" units="cm"/>
      <inkml:brushProperty name="color" value="#E71224"/>
    </inkml:brush>
  </inkml:definitions>
  <inkml:trace contextRef="#ctx0" brushRef="#br0">0 151 8192,'17'-1'3512,"35"-6"0,9 0 932,85 1-4911,289-7-2037,1859 14-5993,-2002-10 8497,-8 0 0,1836 10 0,-1983 8 0,-9 0 0,1048-8 0,-571-3 0,-162 12 0,276-1 0,-438-11 0,406-15 0,-313-12 0,-95 5 0,279-7 0,-444 24 0,84-3 0,-79 2 4214,4-1 849,1247 10-14340,-1124 7 9277,-17 1 0,62 0 0,26-1 0,168-19 0,205 3 0,-427 10 0,1178-2 0,-1130 9 0,-24-1 0,963-8 11468,-1207 2-12276,0 2 0,69 17 0,-7-2-124,309 16-2374,2-32-1000,-354-4 4094,-40 1-76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3:59.779"/>
    </inkml:context>
    <inkml:brush xml:id="br0">
      <inkml:brushProperty name="width" value="0.1" units="cm"/>
      <inkml:brushProperty name="height" value="0.1" units="cm"/>
      <inkml:brushProperty name="color" value="#E71224"/>
    </inkml:brush>
  </inkml:definitions>
  <inkml:trace contextRef="#ctx0" brushRef="#br0">0 36 8192,'117'1'9629,"57"6"-9311,-19-1-3815,-51-4 4160,1221-22-7776,232-11 7113,-1221 31 0,317 2 0,-385 6 0,75 1 0,5-8 0,678-3 0,-714-6 0,115-1 0,5055 9 0,-4998 18 0,-157-3 0,730 3 0,-454 8 0,-289-8 0,591 5 0,2-23 0,-382-1 0,-415-7 0,-10 0 0,304 6 0,304-13 0,-170-17 11468,-369 29-11468,18-2 0,168-20-3181,-337 23 2621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02.492"/>
    </inkml:context>
    <inkml:brush xml:id="br0">
      <inkml:brushProperty name="width" value="0.1" units="cm"/>
      <inkml:brushProperty name="height" value="0.1" units="cm"/>
      <inkml:brushProperty name="color" value="#E71224"/>
    </inkml:brush>
  </inkml:definitions>
  <inkml:trace contextRef="#ctx0" brushRef="#br0">765 1 8192,'-9'3'6573,"-2"12"-1678,4-6-4895,0 0 0,0 0 0,-1-1 0,-14 12 0,11-10 0,0 0 0,-11 14 0,4-5 0,0 0 0,-1-1 0,-1-2 0,-23 17 0,5-5 0,-66 46 0,46-34 0,21-15 0,2 2 0,1 2 0,-50 53 0,78-75 0,-2-1 0,1 1 0,-1-2 0,0 1 0,0-1 0,0 0 0,-1-1 0,1 0 0,-1 0 0,0-1 0,-12 3 0,19-6 0,1 1 0,-1-1 0,0 1 0,0 0 0,1-1 0,-1 1 0,1 0 0,-1 0 0,1 0 0,-1 0 0,1 1 0,0-1 0,-1 0 0,1 1 0,0-1 0,0 1 0,0-1 0,0 1 0,0-1 0,0 1 0,1 0 0,-1-1 0,0 1 0,1 0 0,0 0 0,-1-1 0,1 1 0,0 0 0,0 0 0,0 0 0,0-1 0,0 1 0,0 0 0,0 0 0,1 0 0,-1-1 0,1 1 0,-1 0 0,1 0 0,0-1 0,0 3 0,5 8 0,1 1 0,0-1 0,0 0 0,13 14 0,-13-16 0,128 186-2971,-90-133 329,3-1 0,70 70 0,-76-87 2071,0 0 571,27 29 0,-52-56 469,0-1 0,1 0 0,35 24 1,-33-27-4,0 1 0,-2 1 0,29 31 0,39 52-2367,1 1 2614,-75-89 4017,-18-29-1081,1 8-3113,0-2-536</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04.209"/>
    </inkml:context>
    <inkml:brush xml:id="br0">
      <inkml:brushProperty name="width" value="0.1" units="cm"/>
      <inkml:brushProperty name="height" value="0.1" units="cm"/>
      <inkml:brushProperty name="color" value="#E71224"/>
    </inkml:brush>
  </inkml:definitions>
  <inkml:trace contextRef="#ctx0" brushRef="#br0">82 46 8192,'-32'7'11468,"43"-30"-11468,-9 21 0,-1-1 0,1 1 0,-1-1 0,0 0 0,0 0 0,0 1 0,1-5 0,-2 7 0,0 0 0,0 0 0,0 0 0,0-1 0,0 1 0,0 0 0,0 0 0,0 0 0,0 0 0,0 0 0,0-1 0,0 1 0,0 0 0,0 0 0,0 0 0,0 0 0,0 0 0,0-1 0,0 1 0,0 0 0,0 0 0,0 0 0,0 0 0,0 0 0,-1 0 0,1-1 0,0 1 0,0 0 0,0 0 0,0 0 0,0 0 0,0 0 0,0 0 0,-1 0 0,1 0 0,0 0 0,0-1 0,0 1 0,0 0 0,0 0 0,-1 0 0,1 0 0,0 0 0,0 0 0,-13 9 0,-2 4-1126,9-7-560,0-1 0,0 1-1,0 1 1,-7 8 0,13-15 1626,0 0 1,0 1-1,-1-1 0,1 0 0,0 1 1,-1-1-1,1 0 0,0 1 1,0-1-1,0 0 0,-1 1 0,1-1 1,0 0-1,0 1 0,0-1 0,0 1 1,0-1-1,0 0 0,0 1 1,0-1-1,0 1 0,0-1 0,0 1 1,0-1-1,0 0 0,0 1 0,0-1 1,0 0-1,0 1 0,1-1 0,-1 1 1,12-2-419,15-13 956,-41 43-478,13-27 0,-1 1 0,1-1 0,1 1 0,-1-1 0,0 1 0,1-1 0,-1 1 0,1 0 0,0-1 0,-1 1 0,1 0 0,1-1 0,-1 1 0,1 4 0,-1-7 0,0 0 0,1 1 0,-1-1 0,0 0 0,0 0 0,0 0 0,0 0 0,1 0 0,-1 0 0,0 0 0,0 0 0,1 0 0,-1 0 0,0 0 0,0 0 0,0 1 0,1-2 0,-1 1 0,0 0 0,0 0 0,0 0 0,1 0 0,-1 0 0,0 0 0,0 0 0,0 0 0,1 0 0,-1 0 0,0 0 0,0 0 0,0-1 0,1 1 0,-1 0 0,0 0 0,0 0 0,0 0 0,0-1 0,1 1 0,5-4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05.710"/>
    </inkml:context>
    <inkml:brush xml:id="br0">
      <inkml:brushProperty name="width" value="0.1" units="cm"/>
      <inkml:brushProperty name="height" value="0.1" units="cm"/>
      <inkml:brushProperty name="color" value="#E71224"/>
    </inkml:brush>
  </inkml:definitions>
  <inkml:trace contextRef="#ctx0" brushRef="#br0">0 0 8192,'7'1'1309,"0"0"0,-1 0 0,1 1 0,0-1 0,-1 2 0,11 4 0,26 7 996,-21-11-2305,41-1 0,-48-3 0,1 2 0,0-1 0,0 2 0,-1 0 0,18 5 0,-19-2 0,-1-1 0,0 2 0,0 0 0,24 14 0,-33-17 0,0 0 0,-1 0 0,1 0 0,0 0 0,-1 1 0,0-1 0,0 1 0,0 0 0,0 0 0,-1 0 0,0 0 0,0 0 0,0 1 0,0-1 0,0 1 0,-1-1 0,0 1 0,1 5 0,0 38 0,-5 78 0,1-112-882,0-1 0,0 1 0,-1-1-1,-1 0 1,-8 19 0,-34 60-4940,44-87 5768,0 0 0,0 0 1,1 0-1,-1 0 0,1 1 1,0-1-1,0 11 0,-4 16 131,2-21-77</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06.300"/>
    </inkml:context>
    <inkml:brush xml:id="br0">
      <inkml:brushProperty name="width" value="0.1" units="cm"/>
      <inkml:brushProperty name="height" value="0.1" units="cm"/>
      <inkml:brushProperty name="color" value="#E71224"/>
    </inkml:brush>
  </inkml:definitions>
  <inkml:trace contextRef="#ctx0" brushRef="#br0">1 1 8192,'9'0'11468,"-1"3"-11468,-1 3 0,-2 4 0,-2 3 0,2 3 0,-1 0 0,0 1 0,-1 1 0,-1-1 0,-2-2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6:14.452"/>
    </inkml:context>
    <inkml:brush xml:id="br0">
      <inkml:brushProperty name="width" value="0.1" units="cm"/>
      <inkml:brushProperty name="height" value="0.1" units="cm"/>
      <inkml:brushProperty name="color" value="#E71224"/>
    </inkml:brush>
  </inkml:definitions>
  <inkml:trace contextRef="#ctx0" brushRef="#br0">0 0 8192,'2560'0'10044,"-1912"0"-2066,-620 0-7978</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6:16.215"/>
    </inkml:context>
    <inkml:brush xml:id="br0">
      <inkml:brushProperty name="width" value="0.1" units="cm"/>
      <inkml:brushProperty name="height" value="0.1" units="cm"/>
      <inkml:brushProperty name="color" value="#E71224"/>
    </inkml:brush>
  </inkml:definitions>
  <inkml:trace contextRef="#ctx0" brushRef="#br0">1 230 8192,'302'-25'14710,"-176"10"-13113,0 6-3604,72-3 1544,97-16-7318,-39 3 1682,-84 13 6142,670-14-43,-505 13 0,-19 1 0,-196 12 0,337-15 0,-209 2-124,-16 1 743,367 0 1183,-370 15-3714,283-3 1527,-449 0 385</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6:16.496"/>
    </inkml:context>
    <inkml:brush xml:id="br0">
      <inkml:brushProperty name="width" value="0.1" units="cm"/>
      <inkml:brushProperty name="height" value="0.1" units="cm"/>
      <inkml:brushProperty name="color" value="#E71224"/>
    </inkml:brush>
  </inkml:definitions>
  <inkml:trace contextRef="#ctx0" brushRef="#br0">0 0 8192,'1313'0'2796,"-1291"0"-2236</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13.123"/>
    </inkml:context>
    <inkml:brush xml:id="br0">
      <inkml:brushProperty name="width" value="0.1" units="cm"/>
      <inkml:brushProperty name="height" value="0.1" units="cm"/>
      <inkml:brushProperty name="color" value="#E71224"/>
    </inkml:brush>
  </inkml:definitions>
  <inkml:trace contextRef="#ctx0" brushRef="#br0">1 1 8192,'160'0'8847,"0"0"-6308,362 5-12238,-298 0 10203,1260 3-2420,-901-10 1641,1581 2 9094,-1954 8-8330,-25 1-805,-46-8-104,184-1-7633,-77-1 19002</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11.199"/>
    </inkml:context>
    <inkml:brush xml:id="br0">
      <inkml:brushProperty name="width" value="0.1" units="cm"/>
      <inkml:brushProperty name="height" value="0.1" units="cm"/>
      <inkml:brushProperty name="color" value="#E71224"/>
    </inkml:brush>
  </inkml:definitions>
  <inkml:trace contextRef="#ctx0" brushRef="#br0">1 233 8192,'3'-1'1152,"1"0"0,-1 0 1,1 0-1,-1-1 1,1 1-1,-1-1 0,0 0 1,4-3-1,6-3-55,0 3-1097,0 0 0,0 0 0,0 1 0,1 1 0,0 0 0,26-1 0,88 4 0,-54 3 0,-13-3 0,2 1 0,111-12 0,-5-14 0,-69 9 0,-97 15 0,0 1 0,0-1 0,0 0 0,0-1 0,0 1 0,0 0 0,0-1 0,0 0 0,-1 0 0,1 1 0,4-6 0,24-30 0,-8 10 0,-20 24 0,-1 0 0,0 1 0,0-1 0,1 0 0,-2-1 0,1 1 0,0 0 0,-1 0 0,2-5 0,0-4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14.096"/>
    </inkml:context>
    <inkml:brush xml:id="br0">
      <inkml:brushProperty name="width" value="0.1" units="cm"/>
      <inkml:brushProperty name="height" value="0.1" units="cm"/>
      <inkml:brushProperty name="color" value="#E71224"/>
    </inkml:brush>
  </inkml:definitions>
  <inkml:trace contextRef="#ctx0" brushRef="#br0">0 115 8192,'1'0'164,"-1"1"0,0 0 1,1 0-1,-1-1 0,1 1 0,-1 0 1,1-1-1,-1 1 0,1-1 1,-1 1-1,1 0 0,0-1 0,-1 1 1,1-1-1,0 0 0,-1 1 1,1-1-1,0 0 0,0 1 0,-1-1 1,1 0-1,0 0 0,0 1 0,0-1 1,-1 0-1,1 0 0,1 0 1,28 3 3840,-25-3-3771,135 3-348,-1-7 0,153-23 0,104-3-3844,38-6-581,-201 0 16007</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17.432"/>
    </inkml:context>
    <inkml:brush xml:id="br0">
      <inkml:brushProperty name="width" value="0.1" units="cm"/>
      <inkml:brushProperty name="height" value="0.1" units="cm"/>
      <inkml:brushProperty name="color" value="#E71224"/>
    </inkml:brush>
  </inkml:definitions>
  <inkml:trace contextRef="#ctx0" brushRef="#br0">1 269 8192,'163'-2'9766,"1"-1"-7331,325-15-11093,641 5 5449,-722 15 2875,-100 7 334,23 0 0,-318-8 1185,-1 0 0,21 5 0,-26-5-577,0 1 1,-1-1 0,1 0 0,0 0-1,0-1 1,0 1 0,0-2-1,-1 1 1,1-1 0,0 0 0,0 0-1,8-4 1,12-8-609,0-1 0,-1-1 0,0-2 0,42-36 0,-50 40 0,-14 10-54,0 0-1,0 1 0,0 0 1,1 0-1,-1 0 0,1 1 1,0-1-1,-1 1 0,1 0 1,0 1-1,6-1 1,58 2-1350,-38 0 667,109 4-2541,181 28 0,-206-16 2573,1-5-1,182-5 1,-138-14 705,425-8 0,-582 15 0,374-10 4270,-209-3 2084,0 2-7986,-81 4-928,43-2-901,-115 9 4968,1-2 0,22-4 1,26-3 2467,66 8-4286,-31 1 187,123-16 0,27-11-5890,-131 16 3768,229-17-403,-261 21 2649,101-3 0,865 10 3356,-829 9-5137,-17 0 206,625-10 10394,-691 10-7477,-1-1-35,193-8-1307,-313 0 0,37 8 0,-36-4 0,35 1 0,613-5 0,-654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20.500"/>
    </inkml:context>
    <inkml:brush xml:id="br0">
      <inkml:brushProperty name="width" value="0.1" units="cm"/>
      <inkml:brushProperty name="height" value="0.1" units="cm"/>
      <inkml:brushProperty name="color" value="#E71224"/>
    </inkml:brush>
  </inkml:definitions>
  <inkml:trace contextRef="#ctx0" brushRef="#br0">264 113 8192,'-8'10'2125,"1"0"1,0 0 0,1 1-1,-8 17 1,3-4-1286,-60 96-840,56-95 0,-11 14 0,-13 25 0,9-18 0,22-36 0,1 0 0,-8 16 0,16-20 0,7-7 0,18-8 0,-14 5 0,64-10-1118,1 3-1,94-1 0,-36 3-1052,128-3-3770,-258 12 6013,4 0 1100,1 0 0,-1 0 1,1-2-1,12-2 1,-21 4-1070,0 0 0,0 0 0,0 0 0,0-1 0,0 1 0,0-1 0,0 1 0,0 0 0,0-1 0,0 0 0,0 1 0,0-1 0,0 1 0,0-1 0,-1 0 0,1 0 0,0 0-1,0 1 1,-1-1 0,1 0 0,-1 0 0,1 0 0,-1 0 0,1 0 0,-1 0 0,0 0 0,1 0 0,-1 0 0,0 0 0,0 0 0,0 0 0,1 0 0,-1-1 0,0 1 0,-1 0 0,1 0 0,0 0 0,0 0 0,0 0 0,-1 0 0,1 0 0,0 0 0,-1 0 0,1 0 0,-1 0 0,1 0 0,-1 0 0,0 0 0,0 0 0,-5-8-219,0 1 0,0 0-1,-1 0 1,0 1 0,0 0-1,-12-9 1,-56-34-1245,26 18 950,-127-86 935,-52-38 1043,211 143-2919</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23.947"/>
    </inkml:context>
    <inkml:brush xml:id="br0">
      <inkml:brushProperty name="width" value="0.1" units="cm"/>
      <inkml:brushProperty name="height" value="0.1" units="cm"/>
      <inkml:brushProperty name="color" value="#E71224"/>
    </inkml:brush>
  </inkml:definitions>
  <inkml:trace contextRef="#ctx0" brushRef="#br0">455 1005 8192,'23'-2'2574,"1"0"1,-1-2-1,35-9 0,-2 0-1403,16-8-1171,-41 11 0,-27 8 0,0 1 0,-1-1 0,1 0 0,-1 0 0,7-6 0,14-7 0,-15 11 0,-1 0 0,0 0 0,0-1 0,-1 0 0,1-1 0,-1 0 0,0 0 0,-1 0 0,0-1 0,9-11 0,-4 6-427,-1-1 0,0 0 0,-1-1 0,0 0 0,-1-1 0,-1 0 0,0 0 0,-1 0 0,6-26 0,13-50-3794,0-3 1244,-18 58 6800,-2-1-1,1-57 1,-7 83-3823,0-1 0,0 1 0,-1-1 0,-1 1 0,0 0 0,0 0 0,-2 0 0,-9-20 0,8 19 26,5 8-58,-1 0-1,1 1 1,-1-1-1,0 1 0,0-1 1,0 1-1,-1 0 1,1 0-1,-1-1 1,1 2-1,-1-1 0,0 0 1,-1 1-1,1-1 1,-5-2-1,-14-7-6951,1 0 3902,-40-28 6445,45 32-3973,0 0 0,0 1 0,-1 1 0,0 0 0,0 2 0,-20-4 0,-17 0 610,0 1 0,-69 2 0,96 5 0,1 2 0,-38 7 0,55-8 578,-1 2 1,1-1 0,1 1-1,-1 0 1,0 1 0,1 0-1,-1 1 1,1 0 0,1 0-1,-1 0 1,1 1 0,-12 11-1,-108 115-8100,124-127 7522,0-1 0,0 1 0,0-1 0,1 1 0,0 0 0,0 0 0,0 0 0,0 0 0,1 0 0,-1 9 0,-7 19 0,-49 97 0,54-120 1054,1 0 1,0 0-1,1 0 1,0 1 0,1-1-1,-1 18 1,-3 21 2536,1-21-3492,1 0 0,2 0 0,0-1 0,4 30 0,-2-53-478,0 1-1,0-1 1,0 1-1,1-1 1,0 0-1,0 0 1,0 1 0,0-2-1,5 7 1,30 35-5760,-17-22 4604,-10-12 1535,1 0 0,0-1 0,15 10 0,20 19 0,-40-34 0,0 0 0,0 0 0,1-1 0,-1 0 0,1 0 0,0-1 0,0 0 0,14 4 0,65 13 0,-57-14 0,8-1 0,0-1 0,1-2 0,47-3 0,-32 1 0,-39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25.758"/>
    </inkml:context>
    <inkml:brush xml:id="br0">
      <inkml:brushProperty name="width" value="0.1" units="cm"/>
      <inkml:brushProperty name="height" value="0.1" units="cm"/>
      <inkml:brushProperty name="color" value="#E71224"/>
    </inkml:brush>
  </inkml:definitions>
  <inkml:trace contextRef="#ctx0" brushRef="#br0">308 97 8192,'0'10'597,"-1"-1"1,0 1-1,-1-1 1,0 1 0,0-1-1,-1 0 1,0 0-1,0 0 1,-1-1-1,-6 10 1,-2 1 626,-1-1 0,0 0-1,-19 19 1,-1 2-1224,-53 84 0,54-73 0,28-43 0,0 0 0,1 1 0,-5 10 0,7-13 0,0 0 0,-1-1 0,0 1 0,0-1 0,0 0 0,0 0 0,-1 0 0,0 0 0,0 0 0,0 0 0,0-1 0,-6 6 0,9-9 0,0 0 0,0 0 0,0 0 0,0 0 0,0 0 0,1 0 0,-1 0 0,0 0 0,0 0 0,0 0 0,0 0 0,0 0 0,0 0 0,0 0 0,0 0 0,1 0 0,-1 0 0,0 0 0,0 0 0,0 1 0,0-1 0,0 0 0,0 0 0,0 0 0,0 0 0,0 0 0,0 0 0,0 0 0,0 0 0,0 0 0,1 1 0,-1-1 0,0 0 0,0 0 0,0 0 0,0 0 0,0 0 0,0 0 0,0 0 0,0 1 0,0-1 0,0 0 0,0 0 0,0 0 0,0 0 0,-1 0 0,1 0 0,0 0 0,0 0 0,0 1 0,0-1 0,0 0 0,0 0 0,0 0 0,0 0 0,0 0 0,0 0 0,0 0 0,0 0 0,0 0 0,-1 0 0,1 1 0,0-1 0,0 0 0,0 0 0,0 0 0,0 0 0,0 0 0,-1 0 0,18 2 0,28-3 0,-37 1 0,96-8-4120,10-1-599,-35 9 4555,140-4-1284,-177 0 1194,0-1-1,-1-1 1,49-16 0,-85 21 254,0-1 0,0 0 0,0 0 0,0 0 0,0-1 0,-1 1 0,1-1 0,-1 0 0,0-1 0,1 1 0,-2-1 0,1 0 0,0 0 0,-1 0 0,5-7 0,-5 5 0,0 0 0,0-1 0,-1 0 0,0 1 0,0-1 0,-1 0 0,1 0 0,-2 0 0,1 0 0,-1 0 0,0-8 0,-1 0 258,0 0 0,-1 0 0,0 0 0,-1 0 1,-1 1-1,-1-1 0,0 1 0,0 0 0,-2 0 0,0 0 0,0 1 1,-14-18-1,5 9-678,0 1 1,-2 1-1,-26-23 1,32 33 209,0 1 0,0 0 0,-1 1 1,0 1-1,-1 0 0,0 0 0,-20-6 1,-48-17 209,68 26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29.306"/>
    </inkml:context>
    <inkml:brush xml:id="br0">
      <inkml:brushProperty name="width" value="0.1" units="cm"/>
      <inkml:brushProperty name="height" value="0.1" units="cm"/>
      <inkml:brushProperty name="color" value="#E71224"/>
    </inkml:brush>
  </inkml:definitions>
  <inkml:trace contextRef="#ctx0" brushRef="#br0">1 386 8192,'3'2'869,"0"0"1,0 0 0,0 0-1,0 0 1,0 0 0,1-1-1,-1 0 1,7 2 0,31 5 2625,-32-7-3349,46 5-146,72-2 0,-28-3 0,488 11-8536,-359-10 6045,106 6 1949,133 0 643,-67-24-101,-313 7 0,-2-4 0,136-39 0,120-68 0,-68 21 0,6 24 0,112 26 0,-300 41 0,244-4 0,-263 16 0,-1 3 0,119 27 0,27 32 961,-149-42-459,1-2 1,1-4-1,81 10 1,205-12 5365,724-17-14707,-847 10 8839,-25 0 0,-24-1 794,19 1 888,-135-8-1852,85-3-1022,-124 0 1629,0-1-1,0-2 1,34-10 0,-1-1 997,0 1 1,0 4-1,1 2 1,1 3 0,121 4-1,-151 6-1434,0 2 0,53 16 0,20 4 0,-46-19 0,0-2 0,93-6 0,-64 0 0,421-17-2971,-346 3-59,79-4-2437,-5 23 5467,-192 0 0,0 2 0,0 2 0,46 15 0,-34-7 1567,-35-11 60,0 2 1,-1 0-1,0 2 1,39 20-1,-60-28-1598,17 11 260,0-1 1,0 0-1,1-2 0,1-1 0,27 9 0,310 52-289,-247-58-4262,224-8 0,-281-4 3967,181-7-545,156-1-969,325 9 13277,-702 2-11468,0 0 0,0 1 0,0 1 0,0 0 0,-1 1 0,1 0 0,23 14 0,-22-11 0,-4-3 0,0 1 0,1-1 0,0-1 0,0 0 0,0-1 0,19 3 0,-15-4 0,158 11 0,1551-13-11468,-1687 2 12435,-1 1 0,57 13 0,-43-7-512,-14-4 1081,0-3 0,69-3 0,-30-1-276,30-2 1355,-28-3-4231,86-20 0,-18-5 1775,101-19-1198,-27 20-2425,31-5-799,-99 9 4263,-113 23 2507,50 2 0,-56 2-356,0-1 1,53-8-1,32-21-2270,-81 19 52,1 1 1,0 2 0,51-4-1,-67 11-199,3-1-1529,32 3 0,-50-1 1432,-1 1 1,0-1-1,1 2 1,-1-1-1,0 1 0,0 0 1,0 0-1,0 1 1,0 0-1,7 4 0,-10-4 44,1 0 0,0 1 1,-1 0-1,0-1 0,0 1 0,4 7 0,8 11 89,-2-10 2904,-4-6-2482,0 0-1,1 0 1,0-1-1,-1-1 1,2 1-1,-1-2 1,0 1-1,1-1 1,-1-1-1,1 0 1,0-1-1,0 0 1,21-1-1,2-3 207,0-2-1,0-1 1,35-12-1,-26 7-201,46-6-1,394-8-6100,-477 26 5660,-1-1 0,1-1-1,-1 1 1,0-1 0,1 0 0,-1 0-1,0-1 1,7-2 0,2-3 245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4:31.407"/>
    </inkml:context>
    <inkml:brush xml:id="br0">
      <inkml:brushProperty name="width" value="0.1" units="cm"/>
      <inkml:brushProperty name="height" value="0.1" units="cm"/>
      <inkml:brushProperty name="color" value="#E71224"/>
    </inkml:brush>
  </inkml:definitions>
  <inkml:trace contextRef="#ctx0" brushRef="#br0">1 240 8192,'10'12'6056,"-2"2"-3594,10 14-1703,-12-23-663,1-1 0,-1 1 0,1-1 0,-1 0 0,1 0 0,0-1 0,1 0 0,-1 0 0,1-1 0,-1 0 1,1 0-1,9 1 0,13-1 344,56-1 0,-54-2-378,904 1-2691,-927 0 2793,-1 0 1,1-1-1,-1-1 0,1 1 1,-1-1-1,0-1 0,11-3 1,-2-3 273,0 0 0,18-12 0,-28 18-438,0 0 0,0 0 0,0 1 0,0 0 0,0 1 0,1-1 0,-1 1 0,0 1 0,1-1 0,-1 1 0,8 1 0,-2 0 0,-1-2 0,22-2 0,15-7-161,32-8-1244,137-12 0,259 26-4563,-264 6 5845,-208-2 263,39 0 2632,56-7 1,-85 5-2351,0-1 1,0-1-1,0 0 0,-1-1 0,0 0 0,0-1 0,20-13 0,-5 1-849,63-36-2117,-6 0-3225,-80 49 5690,23-14 79</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6:07.086"/>
    </inkml:context>
    <inkml:brush xml:id="br0">
      <inkml:brushProperty name="width" value="0.1" units="cm"/>
      <inkml:brushProperty name="height" value="0.1" units="cm"/>
      <inkml:brushProperty name="color" value="#E71224"/>
    </inkml:brush>
  </inkml:definitions>
  <inkml:trace contextRef="#ctx0" brushRef="#br0">171 1 8192,'-2'10'839,"1"1"1,-2-1 0,1 0-1,-1 0 1,-1 0 0,0 0-1,0-1 1,-1 0-1,0 0 1,-8 10 0,-15 32 1392,23-42-2232,0 0 0,-1 0 0,-10 12 0,10-13 0,0 0 0,0 0 0,1 0 0,-6 13 0,5-8 0,-15 45 0,20-54 0,0 0 0,0 0 0,1 0 0,-1 0 0,1 0 0,0 0 0,0 0 0,1 0 0,-1 0 0,1 0 0,0 0 0,1 6 0,0-8 0,-1-1 0,0 1 0,0 0 0,1-1 0,-1 1 0,0-1 0,1 0 0,0 1 0,-1-1 0,1 0 0,0 0 0,0 0 0,-1 0 0,1 0 0,0-1 0,0 1 0,0 0 0,0-1 0,0 0 0,0 1 0,0-1 0,2 0 0,10 1 0,-1-1 0,18-1 0,-14 0 0,18 0-743,-1-1 1,1-1-1,53-14 0,-74 14-106,1-2-1,-1 0 0,0-1 0,16-8 1,-26 11 556,-1 1 1,1 0 0,-1-1 0,0 0 0,0 1 0,0-1 0,0 0 0,0-1 0,2-3-1,-4 5 220,0 0-1,0 0 0,0-1 0,0 1 1,-1 0-1,1 0 0,-1-1 0,1 1 1,-1 0-1,0-1 0,0 1 0,0 0 1,0-1-1,0 1 0,-1 0 0,1-1 1,-2-2-1,-2-4 74,0 0 0,-1 0 0,0 1 0,-1-1 0,-11-13 0,4 6 0,-3-4 4896,-25-24 1,39 42-4574,-9-9 1029</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6:12.651"/>
    </inkml:context>
    <inkml:brush xml:id="br0">
      <inkml:brushProperty name="width" value="0.1" units="cm"/>
      <inkml:brushProperty name="height" value="0.1" units="cm"/>
      <inkml:brushProperty name="color" value="#E71224"/>
    </inkml:brush>
  </inkml:definitions>
  <inkml:trace contextRef="#ctx0" brushRef="#br0">0 1906 8192,'27'0'3286,"51"-7"1,-67 5-2675,-1 0 0,1-1 0,0 0 0,-1-1-1,0-1 1,0 1 0,14-10 0,34-20-612,2 3 0,80-29 0,-47 21 0,2 3-1954,2 5-1,110-22 0,-76 21-26,58-12 170,236-25-1,-72 41 1812,195-7 0,-517 34 0,55-6 557,15-1-619,120-9 1218,-24 2 374,417 11-2614,-326 6 2168,617-2-4265,-683 18 3181,-68-2 0,272 1 0,-221-8 0,1-1 0,-51 2 0,-78-3 0,80 5 468,217 9 3009,-315-21-2644,303 10 2501,-105 7-11008,242 7 7236,-183-15 438,-155-2 0,-4 0 0,70 3 0,-8 0 0,-103-3 0,-10-1 0,108 4 0,150 15 0,-59-1 0,-142-7 642,-11 0-789,234 1 37,-289-10 1720,16 0-424,3 0-3492,3 0 9661,170 9-4676,-206-15-5314,43 4 3675,26 2 1137,-51-6-4676,-1-3 2156,115 3 3029,-72 6-5414,-43-3 4930,0-3-4219,119 7-6401,-120-1 7835,18 2 3268,187 13 6307,-166-15-8869,-10 1-741,566-9-7598,-331-1 5459,-138-9 2757,-111 3 0,332-37 0,-428 41 819,-1 0 0,1-1 0,-1-1 0,0 0 1,-1-1-1,32-17 0,-37 16-246,0 0 1,0-1-1,-1 0 1,0-1-1,0 0 1,-1 0-1,0-1 0,-1-1 1,14-21-1,175-264-573,-137 214-1485,86-158-1,-128 205 1555,3-3 436,-2 0 1,-2-1-1,17-59 1,-31 87-623,-1 1 0,0 0 1,-1-1-1,0 1 0,-1-1 0,0 1 0,0 0 1,-1-1-1,-1 1 0,0-1 0,0 1 0,-1 0 1,0 0-1,-1 0 0,0 1 0,-1-1 0,0 1 1,0 0-1,-1 0 0,0 1 0,0 0 0,-10-10 0,5 7 685,-1 0 0,0 1-1,-1 0 1,0 1-1,-16-9 1,7 7-681,0 1 0,-41-13 0,-3 6-1749,-97-12 1,131 25 1729,-1224-146-4174,-5 56 1499,1138 87 2807,-1164-47 0,713 46 0,-276 1 0,84 70 0,644-48 0,-129 22 0,-7 1 0,-669 50 0,843-83 0,-203 21 0,245-20 0,1 3 0,-1 1 0,2 2 0,-69 30 0,65-19 0,0 2 0,2 2 0,1 1 0,-40 37 0,25-13 0,-98 114 0,143-153-16,1 1 1,1 0-1,0 0 1,1 1-1,1 0 1,0 0-1,-7 25 1,11-27 71,0-1 0,1 1 1,0 0-1,1-1 0,1 1 1,0 0-1,1 0 0,0 0 0,1-1 1,4 19-1,18 37 2420,-12-35-2476</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6:15.541"/>
    </inkml:context>
    <inkml:brush xml:id="br0">
      <inkml:brushProperty name="width" value="0.1" units="cm"/>
      <inkml:brushProperty name="height" value="0.1" units="cm"/>
      <inkml:brushProperty name="color" value="#E71224"/>
    </inkml:brush>
  </inkml:definitions>
  <inkml:trace contextRef="#ctx0" brushRef="#br0">1 35 8192,'18'7'8900,"-1"-1"-6332,1-4-2568,1 0 0,-1-2 0,1 0 0,-1-2 0,1 1 0,-1-2 0,29-8 0,-37 9 0,57-11-527,134-6 0,69 18-1091,-138 3 1319,953-2-8198,-701 30 9056,-327-25 3826,83-5 0,-57-2-2246,-68 2-2139</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6:17.188"/>
    </inkml:context>
    <inkml:brush xml:id="br0">
      <inkml:brushProperty name="width" value="0.1" units="cm"/>
      <inkml:brushProperty name="height" value="0.1" units="cm"/>
      <inkml:brushProperty name="color" value="#E71224"/>
    </inkml:brush>
  </inkml:definitions>
  <inkml:trace contextRef="#ctx0" brushRef="#br0">1 1 8192,'181'0'2193,"209"1"3136,-129 6-8856,124 2-468,-75-11 3995,250 4 0,-372 6 0,48 1 0,-65 0 0,7-1 0,-43-9 830,147 2 1696,-173 7-2378,41 0 89,1 1-44,1-1-1,-32 0 3481,0 0-4,-87-6-3669,40 7 0,-32-3 0,6 1 0,-22-3 0,46 3 0,803-8-2971,-773 6 4258,173 31 0,-259-33-1275,135 16 181,286 1-1,234-20-11660,-647-1 13199,37-7-1,-35 4 502,28 0 0,608 2-7629,-323 4 2869,-233-2 2528,471-10 0,-408 6 0,93-9 0,-226 10 247,-9 1 759,0-2-1,0 0 1,38-12 0,-46 11-107,0 2 1,0 0-1,1 1 1,-1 1 0,1 0-1,27 4 1,8-1 1,229-13-901,-142 3-1263,32-4-445,351-21-4286,-230 19 3491,3 8 10843,-241 6-7419,-42 0 1286</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6:58.579"/>
    </inkml:context>
    <inkml:brush xml:id="br0">
      <inkml:brushProperty name="width" value="0.1" units="cm"/>
      <inkml:brushProperty name="height" value="0.1" units="cm"/>
      <inkml:brushProperty name="color" value="#E71224"/>
    </inkml:brush>
  </inkml:definitions>
  <inkml:trace contextRef="#ctx0" brushRef="#br0">0 219 8192,'46'0'5734,"79"11"0,-67-5-5734,0-3 0,68-4 0,-36-1 0,965 2 0,-911-8 0,-13-1 0,143-3-7911,-205 7 6983,29-1 272,103-5-1317,-197 11 1973,253-9 0,-144 1 0,123 7 0,-100 3 0,-97-2 467,223-10 10093,-154 4-10012,24-5-655,-88 7 107,0 1 0,52 3 0,-48 1 0,81-8 0,-31-2 0,165 6 0,-136 5 0,876-2 0,-978-1 0,34-6 0,20-2 0,62 1-1471,26-1-414,545 10-6227,-551 8 8112,-4-1 0,51 0 0,21 0 0,1634-9 0,-959 2 0,-702-9 0,-15-1 0,134-1 0,-156 3 0,106-10 0,-61 3 0,198-5 0,-303 11 0,-8 0 0,39 7 0,208-8 0,264 1 9346,-379 9-7224,-131-2-2122,106 3 0,-148 6 0,-36-4 0,38 1 0,-17-5-1623,52 2-6649,-53 5 7258,-26-4 4841,0-1 1,29 0-1,-13-2-4944,-22 0-1135,7 0 1692</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37:24.122"/>
    </inkml:context>
    <inkml:brush xml:id="br0">
      <inkml:brushProperty name="width" value="0.1" units="cm"/>
      <inkml:brushProperty name="height" value="0.1" units="cm"/>
      <inkml:brushProperty name="color" value="#E71224"/>
    </inkml:brush>
  </inkml:definitions>
  <inkml:trace contextRef="#ctx0" brushRef="#br0">1 5936 8192,'0'-1'445,"0"-1"1,1 1-1,-1-1 1,1 0-1,0 1 1,0 0-1,-1-1 1,1 1-1,0-1 1,0 1-1,0 0 1,0-1-1,1 1 1,-1 0 0,0 0-1,0 0 1,1 0-1,1-1 1,28-14 2557,-17 11-3003,0 0 0,1 1 0,0 0 0,0 1 0,30-2 0,-32 4 0,1-1 0,-1-1 0,0 0 0,0 0 0,16-7 0,10-3 0,-27 9 0,0 0 0,0 0 0,-1-1 0,0-1 0,0 0 0,11-8 0,-16 11 0,0 0 0,0 0 0,1 1 0,-1 0 0,0 0 0,1 0 0,-1 1 0,1-1 0,8 1 0,-9 1 0,1-1 0,-1 0 0,1 0 0,-1-1 0,0 0 0,0 0 0,0 0 0,0 0 0,0-1 0,6-4 0,95-77-2861,-101 79 2480,0-1 0,0 1 0,0-1-1,-1-1 1,1 1 0,-2-1 0,7-9-1,25-56-3805,-11 21 2817,-13 25 1370,-1 0 0,13-45 0,-6 16 0,14-28 0,-16 48 0,-10 24 0,-1 0 0,0-1 0,-1 0 0,0 0 0,2-14 0,-2-3 0,-2 12 0,0-1 0,2 0 0,9-29 0,20-54 0,-27 86 0,7-32 0,-10 34 0,1-1 0,0 1 0,11-23 0,13-12 0,-13 22 0,16-35 0,-3-20 324,-22 59-191,1 1 0,1-1 1,1 2-1,13-23 0,-7 16 1324,-2 0 0,16-45 0,15-30 380,-32 75-5509,17-49-1,-15 34 6421,3 0 5681,33-43-7991,-32 10-4384,42-53-3576,-50 107 7522,-1-1 0,-1-1 0,6-29 0,7-20 0,1 15 0,-10 28 0,-1 0 0,12-57 0,-16 57 0,1 0 0,1 1 0,27-53 0,-23 53 0,-8 14 0,0-1 0,-1 0 0,3-22 0,-4 21 0,1-1 0,8-24 0,48-112 321,-52 127-482,8-50 1,-9 49 160,0-1 0,2 2 0,0-1 0,25-45 0,-27 56 0,-1-1 0,7-27 0,-10 29 0,2-1 0,0 1 0,11-23 0,-4 15 0,9-29 0,-1 0 0,13-54 0,1 35 0,-25 54 0,-1-1 0,-1-1 0,-1 1 0,-1-1 0,0 0 0,2-24 0,-5 34-15,1 0 0,0 1 0,0-1 0,1 1 0,7-14 0,6-13 600,50-131-1080,-57 142 495,20-36 0,-21 44 0,0 0 0,-2 0 0,0-1 0,0 0 0,4-21 0,-7 24 0,0-1 0,1 1 0,1 0 0,1 1 0,0-1 0,14-19 0,-6 8 0,-12 20 0,-1-1 0,1 0 0,-1 0 0,0-1 0,0 1 0,0-7 0,-1 7 0,0 0 0,1 0 0,-1 0 0,1 0 0,1 0 0,-1 1 0,5-9 0,12-18 0,23-51 0,-34 66 0,20-60 0,79-136 0,-42 103 0,-55 91 895,-5 7 697,1 1 0,0-1 0,1 1 1,16-19-1,0 2-4544,0 0 0,29-50 0,-28 47 8190,-18 26-3680,-1-1-1,-1 0 1,8-12-1,-6 9-1472,0 0-1,0 0 0,1 1 1,12-12-1,13-16-2417,-18 12-1473,-11 19 3408,-1 1 1,1-1 0,0 1 0,0 0 0,1 0 0,5-6 0,5-2 700,-6 5 954,1-1-1,-1 0 1,0 0-1,11-16 1,-14 17-919,0 1 0,0 0 1,1 0-1,-1 1 0,1-1 1,11-6-1,43-26-729,-46 30 325,-2 2-651,-1 1 1,1 0-1,0 1 0,0 0 0,0 1 1,0 1-1,20-3 0,-7 4-1194,1 0-1,43 4 1,-46 2 1911,1 1 0,-1 1 0,0 0 0,0 2 0,-1 1 0,26 16 0,-21-13 0,11 9 0,49 36 0,-48-31 0,-32-21 1098,0 0-1,0 0 1,-1 0 0,0 1 0,0 0-1,0 0 1,-1 1 0,0 0 0,7 13 0,-4-6-608,-2-4-463,7 12-320,18 24 0,-24-37-828,-1 1 1,0 0 0,-1 0-1,0 1 1,6 23-1,-7-20 75,2 0-1,-1 0 0,9 14 1,-3-8 1046,0 0 0,-2 0 0,10 33 0,19 42 0,-22-56 0,-1-6 0,-9-22 0,-1 0 0,0 0 0,-1 1 0,5 22 0,-6-21 2515,1 0-1,0 0 1,11 21 0,-7-15-1106,-2-5-2108,0 0 0,-1 0 0,-1 1 0,3 21 0,-6-30 283,-1 0 0,0 1 0,0-1 0,-1 0-1,0 1 1,0-1 0,0 0 0,-1 0 0,0 0 0,-1 0-1,-6 12 1,-62 134-2165,30-65 2183,36-74 398,0-1 0,-5 27 0,6-24 0,0 0 0,-7 15 0,3-14 0,-1-2 0,-21 30 0,-3 4 0,1 5 0,-84 131 0,-16-13 0,117-151 0,2 0 0,-17 36 0,25-46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6:26.625"/>
    </inkml:context>
    <inkml:brush xml:id="br0">
      <inkml:brushProperty name="width" value="0.1" units="cm"/>
      <inkml:brushProperty name="height" value="0.1" units="cm"/>
      <inkml:brushProperty name="color" value="#E71224"/>
    </inkml:brush>
  </inkml:definitions>
  <inkml:trace contextRef="#ctx0" brushRef="#br0">1 70 8192,'37'-2'3164,"72"-13"1,18-2 1974,24 11-6577,307-16-6476,115 15 6210,-346 8 1292,2181-1 412,-2288 9 0,-17-1 0,48 0 1340,42 1-204,38 0-2678,22-1 608,814-8 12402,-1025 2-11468,66 11 0,-24-1 0,496 24-4631,2-33-1683,-410-3 5791,217-17 523,-333 9 4777,-40 4-2547,0 2 1,21-1-1,72-5-2230,-34 1 0,-61 6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6:39.902"/>
    </inkml:context>
    <inkml:brush xml:id="br0">
      <inkml:brushProperty name="width" value="0.1" units="cm"/>
      <inkml:brushProperty name="height" value="0.1" units="cm"/>
      <inkml:brushProperty name="color" value="#E71224"/>
    </inkml:brush>
  </inkml:definitions>
  <inkml:trace contextRef="#ctx0" brushRef="#br0">0 118 8192,'54'-2'8465,"-1"-6"-5462,45-12-3003,-14 10 0,161 2 0,-56 5 0,-96-4 0,42-2 0,32-1 0,-61 2 0,-12 1 0,45-2 0,376 9 0,-494-1 0,35-6 0,-36 3 0,35 0 0,963 3-8243,-472 2 5018,-413 10 3225,-78-5 0,1 2 0,-29-4 0,43 1 0,-38-4 434,36 7 0,-35-4 370,35 0 0,-42-4-272,41 0 3698,82 9 0,56 8-13491,-50 3 7054,-70-3 13539,-73-15-11332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6:41.327"/>
    </inkml:context>
    <inkml:brush xml:id="br0">
      <inkml:brushProperty name="width" value="0.1" units="cm"/>
      <inkml:brushProperty name="height" value="0.1" units="cm"/>
      <inkml:brushProperty name="color" value="#E71224"/>
    </inkml:brush>
  </inkml:definitions>
  <inkml:trace contextRef="#ctx0" brushRef="#br0">0 135 8192,'6'-1'709,"0"0"0,0-1 0,0 1 0,-1-1 0,1 0 0,-1-1 0,1 1 0,-1-1 0,0 0 0,6-4 0,27-14 2960,13 6-3669,0 2 0,1 3 0,72-6 0,-106 14 0,307-18 26,-204 16-611,496-3-10228,-503 8 13586,0-1 4474,-100 0-5895</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6:42.436"/>
    </inkml:context>
    <inkml:brush xml:id="br0">
      <inkml:brushProperty name="width" value="0.1" units="cm"/>
      <inkml:brushProperty name="height" value="0.1" units="cm"/>
      <inkml:brushProperty name="color" value="#E71224"/>
    </inkml:brush>
  </inkml:definitions>
  <inkml:trace contextRef="#ctx0" brushRef="#br0">0 153 8192,'1'-1'223,"-1"0"1,0 1-1,1-1 0,-1 0 1,0 1-1,1-1 1,-1 1-1,1-1 1,-1 0-1,1 1 0,-1-1 1,1 1-1,-1-1 1,1 1-1,-1-1 1,1 1-1,0 0 0,-1-1 1,1 1-1,1-1 1,19-7 5300,-11 4-4272,7-2-1252,0 0 0,1 0 0,0 2 0,30-4 0,77 0 0,-69 5 0,1017-66 0,-148 51 0,-645 19 0,162 25-4603,-25-1 367,-404-25 4226,28 3-133,-28 1 638</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2:19.106"/>
    </inkml:context>
    <inkml:brush xml:id="br0">
      <inkml:brushProperty name="width" value="0.1" units="cm"/>
      <inkml:brushProperty name="height" value="0.1" units="cm"/>
      <inkml:brushProperty name="color" value="#E71224"/>
    </inkml:brush>
  </inkml:definitions>
  <inkml:trace contextRef="#ctx0" brushRef="#br0">0 53 8192,'34'-1'2531,"50"-10"0,21-1 1759,156 0 1654,-58 1-6567,1 7-5164,19 3 2882,262 4-3076,-35 34 5981,46 2 0,-429-38 0,635-8 0,-446-14 0,155-5 0,489 28 0,-855-2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2:19.484"/>
    </inkml:context>
    <inkml:brush xml:id="br0">
      <inkml:brushProperty name="width" value="0.1" units="cm"/>
      <inkml:brushProperty name="height" value="0.1" units="cm"/>
      <inkml:brushProperty name="color" value="#E71224"/>
    </inkml:brush>
  </inkml:definitions>
  <inkml:trace contextRef="#ctx0" brushRef="#br0">0 52 8192,'603'-13'8380,"-325"5"-6823,1 4-4618,2610 4-3815,-2408-13 6876,4-1 0,-337 15 0,-84-1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2:33.461"/>
    </inkml:context>
    <inkml:brush xml:id="br0">
      <inkml:brushProperty name="width" value="0.1" units="cm"/>
      <inkml:brushProperty name="height" value="0.1" units="cm"/>
      <inkml:brushProperty name="color" value="#E71224"/>
    </inkml:brush>
  </inkml:definitions>
  <inkml:trace contextRef="#ctx0" brushRef="#br0">1 27 8192,'77'-19'4270,"22"11"1362,148 8 1,-105 3-3146,-10-3-2973,475 5-9360,-1 34 2156,-358-9 7690,242 21 0,60-1 0,-44-3 0,-209-42 3084,-235-6-2812,-35 1-272</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7:11.548"/>
    </inkml:context>
    <inkml:brush xml:id="br0">
      <inkml:brushProperty name="width" value="0.1" units="cm"/>
      <inkml:brushProperty name="height" value="0.1" units="cm"/>
      <inkml:brushProperty name="color" value="#E71224"/>
    </inkml:brush>
  </inkml:definitions>
  <inkml:trace contextRef="#ctx0" brushRef="#br0">957 1539 8192,'-2'2'577,"-1"0"-1,0 0 1,0 0 0,0-1 0,0 1 0,0-1 0,0 0 0,0 0-1,0 0 1,0 0 0,-1-1 0,-5 1 0,-45 0 3074,37-1-3333,-36 1-3003,-62-3-6098,105 0 8783,1 1 0,0-2 0,0 1 0,0-1 0,1 0 0,-1-1 0,1 0 0,0-1 0,-13-8 0,-5-7 0,-33-31 0,18 14 0,-65-66 0,103 100 0,-122-144 0,44 46 0,68 86 0,1-2 0,1 1 0,1-1 0,1-1 0,0 0 0,1 0 0,-9-30 0,12 31 0,-3-3 0,2-1 0,0-1 0,1 1 0,1-1 0,-2-39 0,5 9 431,0 30 273,1-1 0,0 0 0,2 0 0,0 1 0,8-30 0,-3 35 431,0 1 1,2-1-1,-1 1 1,2 1 0,15-19-1,-14 21-1135,0 0 0,15-11 0,10-11 0,-24 23-1501,1 0-1,16-11 1,-14 11-667,24-23 1,-27 25 1842,0 0 0,1 1 0,0 0 0,0 1 0,1 1 0,0 0-1,20-6 1,-26 9 297,22-6 28,0 1 0,0 2 0,38-5 0,-5 0 0,-6 1 0,0 2 0,94-2 0,5 3 0,-4 0 0,166 0 0,70-1 0,2248 10 0,-2467 7 0,-3 1 0,105-11-115,200 4 789,-408 1 2320,1 2-3454,110 4-2138,-170-9 2929,76 1 2046,106 7-5085,221 0 5503,-251-9-2344,784 1 7276,-917 1-7727,0 2 0,-1 0 0,31 9 0,9 2 0,55 4 0,-66-11 0,-29-3 0,39 2 0,-52-6 0,0 1 0,-1 1 0,1 0 0,0 0 0,-1 1 0,9 3 0,-8-2 0,0-1 0,1 0 0,-1-1 0,18 3 0,39 5-6252,-32-3 3227,-22-5 2515,-1 1 1,22 9 0,11 3 8551,-25-10-7647,0 1-1,0 0 1,-1 2 0,0 0 0,0 1-1,23 16 1,14 4-395,-43-23 0,-1-1 0,1 1 0,-1 1 0,0 0 0,14 13 0,-9-7-2099,29 21 0,-33-27 887,-1 2 1,0-1-1,0 1 0,-1 1 0,17 19 1,5 11 1101,-20-26 277,0 0 1,-2 2-1,10 16 0,17 28 2448,-23-38 70,15 31 0,-25-44-2319,-1 0-1,1 0 1,-2 0-1,1 1 1,-1-1-1,-1 1 1,1 11-1,6 42-930,-4-45-1227,1 34 0,-4-35-746,6 32-1,-4-31 1418,2 32 0,-6 218 1121,1-261 0,0 1 0,-1-1 0,0 0 0,0 1 0,-1-1 0,0 0 0,0 0 0,-1 0 0,0 0 0,-7 12 0,1-6 0,0 0 0,-1-1 0,0-1 0,-14 12 0,2 1 0,19-19 0,-1-1 0,0 1 0,0-1 0,-1 0 0,1 0 0,-1 0 0,0-1 0,-8 5 0,-57 32 0,56-31 0,0 0 0,-1-1 0,0 0 0,0-1 0,-1-1 0,-27 7 0,18-10 0,0-1 0,-42-1 0,57-2 0,-4 1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7:01.102"/>
    </inkml:context>
    <inkml:brush xml:id="br0">
      <inkml:brushProperty name="width" value="0.1" units="cm"/>
      <inkml:brushProperty name="height" value="0.1" units="cm"/>
      <inkml:brushProperty name="color" value="#E71224"/>
    </inkml:brush>
  </inkml:definitions>
  <inkml:trace contextRef="#ctx0" brushRef="#br0">0 103 8192,'8'-1'980,"0"0"1,0 0-1,-1-1 1,1 0-1,-1 0 1,13-6 0,-10 4 170,0 1 0,0 0 0,11-2 0,19-3-1151,-19 4 0,1 1 0,29-1 0,-31 3 0,37-7 0,-9 0 0,212-8 0,-97 7 0,-7 1 0,-32 6-555,200 5-1861,-239 5 996,23 1 937,44-1 3584,8 0-1328,364-9-13241,-499 3 11468,36 5 0,-35-3 0,28 1 0,30-5 0,-20 0 0,79 9 0,1 1 0,-19-3 0,100 1 0,0 1 0,33 15 0,-180-16 0,32 0 0,23 1 0,0-1 0,13 0 0,2 1 0,1527-10 559,-1631-1 2439,72-13-1,-70 8-540,63-3 0,87 11-6570,93-2-3242,-176-7 7355,40-1 0,-92 10 171,-19 0 123,0-2 1,65-9-1,-63 5 2517,1 1-1,82 5 0,-46 1-827,-66-2-1983,18 0 0,0-1 0,55-9 0,-55 5 0,-19 4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7:02.004"/>
    </inkml:context>
    <inkml:brush xml:id="br0">
      <inkml:brushProperty name="width" value="0.1" units="cm"/>
      <inkml:brushProperty name="height" value="0.1" units="cm"/>
      <inkml:brushProperty name="color" value="#E71224"/>
    </inkml:brush>
  </inkml:definitions>
  <inkml:trace contextRef="#ctx0" brushRef="#br0">1 52 8192,'12'0'2127,"52"-2"4652,-48 1-5925,0-1 0,16-4 0,69-11-854,-71 9-2757,0 2-1,1 2 1,38-1-1,-55 5 2320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7:40.896"/>
    </inkml:context>
    <inkml:brush xml:id="br0">
      <inkml:brushProperty name="width" value="0.1" units="cm"/>
      <inkml:brushProperty name="height" value="0.1" units="cm"/>
      <inkml:brushProperty name="color" value="#E71224"/>
    </inkml:brush>
  </inkml:definitions>
  <inkml:trace contextRef="#ctx0" brushRef="#br0">1 102 8192,'3'-2'930,"1"0"0,0-1 1,0 1-1,0 1 0,0-1 1,0 1-1,0-1 0,0 1 1,1 1-1,6-2 0,12-3 305,9-3-1235,56-6 0,-82 13 0,73-3 0,-54 4 0,42-6 0,3-2 0,-1 3 0,101 6 0,-62 1 0,4268-2-11468,-4168-9 11468,-29 1 0,76 0 0,84-1 0,-65 8 0,292 4 0,-324 12 0,17 1 0,-24-12 0,130 3 0,355 32 0,-696-38 344,38 3 2108,-45-1-1892</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7:48.042"/>
    </inkml:context>
    <inkml:brush xml:id="br0">
      <inkml:brushProperty name="width" value="0.1" units="cm"/>
      <inkml:brushProperty name="height" value="0.1" units="cm"/>
      <inkml:brushProperty name="color" value="#E71224"/>
    </inkml:brush>
  </inkml:definitions>
  <inkml:trace contextRef="#ctx0" brushRef="#br0">1 168 8192,'51'-1'5734,"66"-11"0,-60 6-5734,-29 4 0,43-10 0,-39 6 0,0 1 0,60 0 0,-42 3 0,86-14 0,-87 9 0,-16 3 0,45-2 0,39-4 0,-35 2 0,1 2 0,112-3 0,642 9-8839,-705-9 7543,3 0-37,941 10 1333,-928-9 0,-4-1 0,90 11 0,161-3 0,-269-8 0,52 0 0,2325 10 3356,-2375 7-3146,-15 1-35,663-7-2970,-396-4 1849,-114 24 946,-146-9 0,151 0 0,-167-10 0,26 4 0,40 2 0,-42-8 0,311-3 0,-30-16 0,-23-2 0,-189 8 0,-106 4 1909,57 0 4468,-129 7-5021,39-7 0,14 0-886,-10 7-470,-45 2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7:59.682"/>
    </inkml:context>
    <inkml:brush xml:id="br0">
      <inkml:brushProperty name="width" value="0.1" units="cm"/>
      <inkml:brushProperty name="height" value="0.1" units="cm"/>
      <inkml:brushProperty name="color" value="#E71224"/>
    </inkml:brush>
  </inkml:definitions>
  <inkml:trace contextRef="#ctx0" brushRef="#br0">0 166 8192,'0'5'301,"1"-1"0,-1 0 1,1 1-1,0-1 0,0 0 1,1 0-1,-1 0 0,1 0 0,0 0 1,0 0-1,0-1 0,1 1 1,-1 0-1,1-1 0,0 0 1,0 0-1,0 0 0,0 0 0,0 0 1,1 0-1,-1-1 0,1 0 1,0 0-1,0 0 0,0 0 1,0 0-1,6 1 0,-3-1-99,1 1 0,-1-2 1,1 1-1,0-1 0,0 0 0,0-1 0,0 1 0,0-2 0,0 1 1,0-1-1,0 0 0,-1-1 0,1 0 0,10-4 0,-4-1-202,-1-1 0,0 0 0,0-1 0,0 0 0,-1-1 0,19-21 0,-23 23 0,26-22 0,2 1 0,43-26 0,-24 17 0,-34 24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00.612"/>
    </inkml:context>
    <inkml:brush xml:id="br0">
      <inkml:brushProperty name="width" value="0.1" units="cm"/>
      <inkml:brushProperty name="height" value="0.1" units="cm"/>
      <inkml:brushProperty name="color" value="#E71224"/>
    </inkml:brush>
  </inkml:definitions>
  <inkml:trace contextRef="#ctx0" brushRef="#br0">0 1 8192,'2'0'146,"-1"0"-1,1 0 1,0 1 0,0-1 0,-1 1-1,1-1 1,0 1 0,-1-1 0,1 1-1,-1 0 1,1 0 0,-1 0 0,1 0-1,-1 0 1,0 0 0,1 0 0,-1 1-1,2 1 1,19 33 5160,-20-30-4740,1-1-1,0 0 1,0 1-1,1-1 1,4 5-1,32 23-565,-25-21 0,21 21 0,-24-23 0,0 0 0,1-1 0,0 0 0,1-1 0,0 0 0,0-2 0,1 1 0,0-2 0,23 6 0,-16-6 0,-1-1 0,0-1 0,1-1 0,0-1 0,-1-1 0,1-1 0,-1 0 0,1-2 0,-1-1 0,30-8 0,-18 1 0,0-2 0,-1-1 0,0-1 0,-1-1 0,47-35 0,21-20 0,-74 53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01.381"/>
    </inkml:context>
    <inkml:brush xml:id="br0">
      <inkml:brushProperty name="width" value="0.1" units="cm"/>
      <inkml:brushProperty name="height" value="0.1" units="cm"/>
      <inkml:brushProperty name="color" value="#E71224"/>
    </inkml:brush>
  </inkml:definitions>
  <inkml:trace contextRef="#ctx0" brushRef="#br0">1 1 8192,'0'9'1286,"2"0"0,-1 1 0,2-1 0,-1 0 0,6 13 0,2 7 350,21 92-1209,-17-61-5,2-1 0,3-1 1,28 61-1,-43-112-422,29 51 0,-31-55 0,0 0 0,0 1 0,1-1 0,-1 0 0,1-1 0,0 1 0,0 0 0,0-1 0,0 0 0,0 0 0,1 1 0,-1-2 0,1 1 0,3 1 0,-4-3 0,0 1 0,-1-1 0,1-1 0,0 1 0,-1 0 0,1 0 0,-1-1 0,1 0 0,0 1 0,-1-1 0,1 0 0,-1 0 0,0-1 0,1 1 0,-1 0 0,0-1 0,0 1 0,0-1 0,4-3 0,4-6 0,0 0 0,13-16 0,-12 12 0,72-87-781,101-119-1794,-145 178 2575</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02.254"/>
    </inkml:context>
    <inkml:brush xml:id="br0">
      <inkml:brushProperty name="width" value="0.1" units="cm"/>
      <inkml:brushProperty name="height" value="0.1" units="cm"/>
      <inkml:brushProperty name="color" value="#E71224"/>
    </inkml:brush>
  </inkml:definitions>
  <inkml:trace contextRef="#ctx0" brushRef="#br0">0 335 8192,'13'16'781,"-2"-1"0,0 2 1,-1-1-1,0 2 0,9 24 1,24 40 3796,-38-74-4302,0 0-1,1 0 0,0-1 0,1 1 1,0-1-1,0-1 0,10 8 0,-13-11-338,0-1 1,0-1-1,-1 1 0,1 0 1,0-1-1,1 0 0,-1 0 1,0 0-1,0-1 0,0 1 0,0-1 1,1 0-1,-1 0 0,0 0 1,0-1-1,0 0 0,1 1 1,-1-1-1,0-1 0,0 1 0,0-1 1,6-3-1,8-4-395,-1-2 1,0 0-1,23-20 1,-25 19 373,71-57-3972,112-116 0,39-59 4056,-203 207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04.647"/>
    </inkml:context>
    <inkml:brush xml:id="br0">
      <inkml:brushProperty name="width" value="0.1" units="cm"/>
      <inkml:brushProperty name="height" value="0.1" units="cm"/>
      <inkml:brushProperty name="color" value="#E71224"/>
    </inkml:brush>
  </inkml:definitions>
  <inkml:trace contextRef="#ctx0" brushRef="#br0">0 250 8192,'48'0'2753,"0"-2"1,58-10-1,384-52-6063,4 28-788,-224 18 3246,530-23 852,-295 18 0,733-17 0,-1011 28 0,-201 10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06.740"/>
    </inkml:context>
    <inkml:brush xml:id="br0">
      <inkml:brushProperty name="width" value="0.1" units="cm"/>
      <inkml:brushProperty name="height" value="0.1" units="cm"/>
      <inkml:brushProperty name="color" value="#E71224"/>
    </inkml:brush>
  </inkml:definitions>
  <inkml:trace contextRef="#ctx0" brushRef="#br0">1 298 8192,'0'0'214,"0"1"0,0 0 1,1 0-1,-1-1 0,1 1 0,-1 0 1,0-1-1,1 1 0,0 0 0,-1-1 1,1 1-1,-1-1 0,1 1 0,-1-1 1,1 1-1,0-1 0,0 1 0,-1-1 1,1 0-1,0 1 0,0-1 1,-1 0-1,1 0 0,0 1 0,0-1 1,-1 0-1,3 0 0,25 3 5112,-25-3-5183,306 3-143,-156-5 0,728 2-11468,-754-9 11468,-3 0 0,140 0 0,-58 1 0,0-1 0,-1 1 0,13-1 0,102 0 0,-28 2 0,10-10 0,10 0 0,-246 12 0,241-26 0,22 1 0,-240 26 0,231 2 0,-9 0 0,-85-15 0,-39 4 0,106-5 0,32-1 0,-56 3 0,-133 9 0,174-3 0,632 10 0,-811-8 3037,2-1 2212,-121 8-4194,0 0 0,22-5 1,-27 4-1040,7 0-16</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09.857"/>
    </inkml:context>
    <inkml:brush xml:id="br0">
      <inkml:brushProperty name="width" value="0.1" units="cm"/>
      <inkml:brushProperty name="height" value="0.1" units="cm"/>
      <inkml:brushProperty name="color" value="#E71224"/>
    </inkml:brush>
  </inkml:definitions>
  <inkml:trace contextRef="#ctx0" brushRef="#br0">0 553 8192,'1'-1'263,"-1"0"0,0 0 0,0-1 0,1 1 0,-1 0 0,1-1 0,-1 1 0,1 0 0,-1 0 0,1 0 0,0 0 0,0 0 0,-1 0 0,1 0 0,0 0 0,0 0 0,0 0 0,0 0 0,0 0 0,0 1 0,0-1 0,1 0 0,-1 1 0,0-1 0,0 1 0,0-1 0,1 1 0,1-1 0,6-1 637,-1 0-1,1 1 0,11 0 0,-10 0-655,90-14-244,-53 7 0,80-3 0,-85 11 0,210-9 0,-139 3 0,-63 4 0,61-10 0,22-6 0,189-2 0,14 5 0,-198 8-1196,218-4-5533,1776 12 3186,-1990-10 3543,-13 1 0,-3 0 0,9-1 0,168-7 0,-27-1 0,89-2 0,-161 6 0,172-6 0,-224 12 0,125-3 0,240-18 0,-474 24 0,229-27 0,329-4 0,-377 24 0,391-14 0,-307 10 0,-190 8 0,109-3 0,67-3 8819,-62-1-6170,24-2-2649,-1 7 0,2 1 0,186-1-2733,-274 11 2110,1221-2-7489,-1223-8 8112,-2-1 0,19 9 0,493 2 0,-478 5 0,70 2 0,-251-9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17.619"/>
    </inkml:context>
    <inkml:brush xml:id="br0">
      <inkml:brushProperty name="width" value="0.1" units="cm"/>
      <inkml:brushProperty name="height" value="0.1" units="cm"/>
      <inkml:brushProperty name="color" value="#E71224"/>
    </inkml:brush>
  </inkml:definitions>
  <inkml:trace contextRef="#ctx0" brushRef="#br0">1 1 14473,'0'1798'0,"9015"-1798"0,-9015-1798 0,-9015 1798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20.562"/>
    </inkml:context>
    <inkml:brush xml:id="br0">
      <inkml:brushProperty name="width" value="0.1" units="cm"/>
      <inkml:brushProperty name="height" value="0.1" units="cm"/>
      <inkml:brushProperty name="color" value="#E71224"/>
    </inkml:brush>
  </inkml:definitions>
  <inkml:trace contextRef="#ctx0" brushRef="#br0">0 0 8192</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30:35.450"/>
    </inkml:context>
    <inkml:brush xml:id="br0">
      <inkml:brushProperty name="width" value="0.1" units="cm"/>
      <inkml:brushProperty name="height" value="0.1" units="cm"/>
      <inkml:brushProperty name="color" value="#E71224"/>
    </inkml:brush>
  </inkml:definitions>
  <inkml:trace contextRef="#ctx0" brushRef="#br0">0 0 8192,'3'0'2971,"1"0"-2971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2:37.989"/>
    </inkml:context>
    <inkml:brush xml:id="br0">
      <inkml:brushProperty name="width" value="0.1" units="cm"/>
      <inkml:brushProperty name="height" value="0.1" units="cm"/>
      <inkml:brushProperty name="color" value="#E71224"/>
    </inkml:brush>
  </inkml:definitions>
  <inkml:trace contextRef="#ctx0" brushRef="#br0">0 26 8192,'68'0'13736,"-23"0"-9450,684-20-13638,-382 14 682,-326 7 8670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2:40.965"/>
    </inkml:context>
    <inkml:brush xml:id="br0">
      <inkml:brushProperty name="width" value="0.1" units="cm"/>
      <inkml:brushProperty name="height" value="0.1" units="cm"/>
      <inkml:brushProperty name="color" value="#E71224"/>
    </inkml:brush>
  </inkml:definitions>
  <inkml:trace contextRef="#ctx0" brushRef="#br0">0 51 8192,'70'-15'0,"836"-20"0,-569 35 559,-313 0 2238</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2:42.445"/>
    </inkml:context>
    <inkml:brush xml:id="br0">
      <inkml:brushProperty name="width" value="0.1" units="cm"/>
      <inkml:brushProperty name="height" value="0.1" units="cm"/>
      <inkml:brushProperty name="color" value="#E71224"/>
    </inkml:brush>
  </inkml:definitions>
  <inkml:trace contextRef="#ctx0" brushRef="#br0">0 213 8192,'867'2'0,"927"-5"0,-541-63 0,-502 17 0,-92 32 0,-193 8 0,1261-3 0,-1042 15 0,-253-1 0,466-5 0,-426-28 0,-221 10 0,-217 17 1888,-7-1 7556</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27.339"/>
    </inkml:context>
    <inkml:brush xml:id="br0">
      <inkml:brushProperty name="width" value="0.1" units="cm"/>
      <inkml:brushProperty name="height" value="0.1" units="cm"/>
      <inkml:brushProperty name="color" value="#E71224"/>
    </inkml:brush>
  </inkml:definitions>
  <inkml:trace contextRef="#ctx0" brushRef="#br0">1 688 8192,'1'-8'1322,"0"0"0,0 0 1,1-1-1,0 1 0,5-12 0,6-20 2213,-3-24-3535,2-85 0,-10-65 0,-3 124 0,1 87 0,-1 0 0,1 1 0,0-1 0,0 1 0,1-1 0,-1 0 0,0 1 0,1-1 0,0 1 0,-1-1 0,1 1 0,0-1 0,0 1 0,1 0 0,-1-1 0,0 1 0,1 0 0,-1 0 0,1 0 0,0 0 0,0 0 0,-1 0 0,1 1 0,1-1 0,-1 1 0,0-1 0,0 1 0,0 0 0,1 0 0,-1 0 0,1 0 0,-1 0 0,1 0 0,-1 1 0,1-1 0,-1 1 0,1 0 0,0-1 0,3 2 0,97 0-2056,-37 1 1636,-45-1 1151,36 6 1,16 2-104,23-10-487,43 2 103,-138-1-244,1 1 0,0-1 0,0 1 0,-1-1 0,1 1 0,0-1 0,-1 1 0,1 0 0,0 0 0,-1 0 0,1 0 0,-1 0 0,0 0 0,1 1 0,-1-1 0,0 0 0,0 1 0,0-1 0,0 1 0,0-1 0,0 1 0,0-1 0,0 1 0,0 0 0,-1-1 0,1 1 0,-1 0 0,0 0 0,1-1 0,-1 5 0,1 6 0,0 0 0,-1 1 0,-3 19 0,2-9 0,0 95-11030,1-104 10592</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27.934"/>
    </inkml:context>
    <inkml:brush xml:id="br0">
      <inkml:brushProperty name="width" value="0.1" units="cm"/>
      <inkml:brushProperty name="height" value="0.1" units="cm"/>
      <inkml:brushProperty name="color" value="#E71224"/>
    </inkml:brush>
  </inkml:definitions>
  <inkml:trace contextRef="#ctx0" brushRef="#br0">1 1 8192,'4'1'645,"1"0"0,-1 1-1,1-1 1,-1 1 0,0 0 0,1 0 0,-1 0 0,0 1 0,0 0 0,-1 0 0,1 0-1,-1 0 1,6 6 0,18 13 1795,-13-13-2440,-8-4 0,1 0 0,0-1 0,0 0 0,0-1 0,14 5 0,-19-7 0,1-1 0,-1 1 0,1-1 0,-1 0 0,0 0 0,1 0 0,-1 0 0,1-1 0,-1 1 0,0-1 0,1 1 0,-1-1 0,0 0 0,1 0 0,-1 0 0,0 0 0,0 0 0,0 0 0,0-1 0,0 1 0,0-1 0,0 0 0,2-3 0,47-47-4708</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30:41.205"/>
    </inkml:context>
    <inkml:brush xml:id="br0">
      <inkml:brushProperty name="width" value="0.1" units="cm"/>
      <inkml:brushProperty name="height" value="0.1" units="cm"/>
      <inkml:brushProperty name="color" value="#E71224"/>
    </inkml:brush>
  </inkml:definitions>
  <inkml:trace contextRef="#ctx0" brushRef="#br0">0 133 8192,'1'-1'180,"-1"0"0,0 0 0,1 1 0,-1-1 0,0 0 0,1 1 0,-1-1 0,1 0 0,-1 1 0,1-1 0,-1 1 0,1-1 0,0 0 0,-1 1 0,1 0 0,0-1 0,-1 1 0,1-1 0,0 1 0,-1 0 0,1-1 0,0 1 0,0 0 0,-1 0 0,1 0 0,0-1-1,1 1 1,26-3 6036,-25 3-6003,229-2-213,-9 1 0,528-57 0,-641 48 0,1647-34 0,-907 99 0,-52-1 0,41-47-1909,-657-8 1342,-132 1-1138,-3 3-4166,-16 0 4455</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30:42.048"/>
    </inkml:context>
    <inkml:brush xml:id="br0">
      <inkml:brushProperty name="width" value="0.1" units="cm"/>
      <inkml:brushProperty name="height" value="0.1" units="cm"/>
      <inkml:brushProperty name="color" value="#E71224"/>
    </inkml:brush>
  </inkml:definitions>
  <inkml:trace contextRef="#ctx0" brushRef="#br0">1 219 8192,'645'0'910,"-494"0"-1653,535-13 576,-22-27 167,264-18 0,247-16 0,-786 58 242,-292 14 1427,-87 2 243,-1-1-1,1 0 0,0 0 1,14-4-1,-8-2-1911</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30:44.872"/>
    </inkml:context>
    <inkml:brush xml:id="br0">
      <inkml:brushProperty name="width" value="0.1" units="cm"/>
      <inkml:brushProperty name="height" value="0.1" units="cm"/>
      <inkml:brushProperty name="color" value="#E71224"/>
    </inkml:brush>
  </inkml:definitions>
  <inkml:trace contextRef="#ctx0" brushRef="#br0">369 1 8192,'-9'-1'674,"1"1"1,0 1 0,0-1-1,-1 1 1,1 1-1,0 0 1,0 0 0,0 0-1,1 1 1,-1 0 0,1 1-1,-1-1 1,1 2-1,0-1 1,0 1 0,-6 5-1,-76 52-674,84-59 0,0 0 0,0 0 0,0 0 0,-1-1 0,1 1 0,-1-1 0,-8 2 0,-18 7 0,27-9 0,0 1 0,0 0 0,1 0 0,-1 0 0,1 1 0,0 0 0,0 0 0,0 0 0,1 0 0,-1 1 0,1-1 0,-5 10 0,8-14-12,0 0 1,0 1-1,-1-1 0,1 0 0,0 1 0,0-1 0,0 1 1,0-1-1,0 0 0,0 1 0,0-1 0,0 1 1,0-1-1,0 0 0,0 1 0,0-1 0,1 1 0,-1-1 1,0 0-1,0 1 0,0-1 0,0 0 0,1 1 1,-1-1-1,0 0 0,0 1 0,1-1 0,-1 0 0,0 0 1,0 1-1,1-1 0,-1 0 0,1 1 0,16 1-901,22-9-693,-35 6 1556,154-40-8447,-94 29 8497,95-6 0,109 16 6731,-145 3-4643,15 7-2263,-15 0 28,-10-6-1362,194 7-5479,264-1 6988,-351-10 0,4 4 0,240-4 0,-218-15 0,-93 1 2796,-90 9-3014,56-3-2039,-3 11 2131,-49 1 61,0-3 0,68-11 0,-131 12 782,0-1-1,0 0 1,0 0 0,0 0 0,0-1-1,0 0 1,5-2 0,-8 4-538,-1-1 0,1 1 1,-1-1-1,1 1 0,-1 0 0,1-1 0,-1 1 1,0-1-1,1 1 0,-1-1 0,1 0 0,-1 1 1,0-1-1,0 1 0,1-1 0,-1 0 0,0 1 0,0-1 1,0 1-1,1-1 0,-1-1 0,-1 1-73,1 0-1,0 0 0,-1 0 1,1 0-1,0 0 1,-1 0-1,0 0 1,1 0-1,-1 0 0,0 0 1,1 0-1,-1 0 1,0 0-1,0 1 0,0-1 1,-1-1-1,-44-25-105,31 18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30:46.391"/>
    </inkml:context>
    <inkml:brush xml:id="br0">
      <inkml:brushProperty name="width" value="0.1" units="cm"/>
      <inkml:brushProperty name="height" value="0.1" units="cm"/>
      <inkml:brushProperty name="color" value="#E71224"/>
    </inkml:brush>
  </inkml:definitions>
  <inkml:trace contextRef="#ctx0" brushRef="#br0">0 1 8192,'55'0'6717,"90"0"-1057,191 19-10924,258 29-1119,-413-37 5653,222 31 730,139 4 0,-288-32 0,117-9 2642,-215-6-1928,-89 0 3342,74-11 0,-83 7-4056,95 4 0,-67 3 0,148-15 0,-216 11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38.581"/>
    </inkml:context>
    <inkml:brush xml:id="br0">
      <inkml:brushProperty name="width" value="0.1" units="cm"/>
      <inkml:brushProperty name="height" value="0.1" units="cm"/>
      <inkml:brushProperty name="color" value="#E71224"/>
    </inkml:brush>
  </inkml:definitions>
  <inkml:trace contextRef="#ctx0" brushRef="#br0">0 117 8192,'30'1'7563,"0"-1"-3300,32 2-4198,0-5-8851,-17-5 6360,11 0 1747,23-1 679,-17 0 0,1 3 0,49-3 0,-21 0 0,5 1 0,-67 6 0,30-5 0,-30 3 0,37-1 0,73-2 686,6-1-813,136 8 2592,-162 0-4930,-100-1 5017,38-7-1,-38 5 352,37-3 0,565 7-14371,-473 8 11468,-4 0 0,34 0 0,-83-2 0,-2 0 0,49 3 0,38-1 0,-59-1 0,172 8 0,302 17 0,-332-16 0,-168-1 0,-63-9 0,62 4 0,367-11 2697,-215-1-1653,228 1 6683,-450-1-7727,35-7 0,-34 5 0,36-2 0,274 6 0,-302-4 0,-18-1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48:39.580"/>
    </inkml:context>
    <inkml:brush xml:id="br0">
      <inkml:brushProperty name="width" value="0.1" units="cm"/>
      <inkml:brushProperty name="height" value="0.1" units="cm"/>
      <inkml:brushProperty name="color" value="#E71224"/>
    </inkml:brush>
  </inkml:definitions>
  <inkml:trace contextRef="#ctx0" brushRef="#br0">0 0 8192,'608'0'11468,"-397"17"-13283,-82-3-315,310 7-5393,-268-14 7523,86 2 0,828-9 0,-740 17 0,-17-1 0,-270-15 0,295 8 0,186-1 8609,-336-9-6191,-180 0-2152,42-8-1,-15 1-355,-2 1 90,-19 3 0,41-2 0,19 8 0,76-4 0,-112-5 0,-31 3 0,30-1 0,88 5-2163,160-10-5378,-275 7 5777</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30:51.691"/>
    </inkml:context>
    <inkml:brush xml:id="br0">
      <inkml:brushProperty name="width" value="0.1" units="cm"/>
      <inkml:brushProperty name="height" value="0.1" units="cm"/>
      <inkml:brushProperty name="color" value="#E71224"/>
    </inkml:brush>
  </inkml:definitions>
  <inkml:trace contextRef="#ctx0" brushRef="#br0">188 101 8192,'-5'5'993,"-1"-1"0,0 1 0,-11 5 0,11-6 65,0-1 0,1 1 0,-1 0-1,-8 9 1,-42 59 514,11-14-937,43-56-635,1-1 0,0 1 0,-1-1 0,1 1 0,0-1 0,0 1 0,0 0 0,0 0 0,0-1 0,0 1 0,1 0 0,-1 0 0,1 0 0,-1 0 0,1 0 0,0 0 0,0 4 0,0-5 0,1 1 0,0-1 0,-1 0 0,1 0 0,0 0 0,0 0 0,0 0 0,0 0 0,0 0 0,0 0 0,0 0 0,1-1 0,-1 1 0,0 0 0,0-1 0,1 1 0,-1-1 0,0 1 0,1-1 0,-1 0 0,0 1 0,1-1 0,-1 0 0,0 0 0,1 0 0,-1 0 0,2 0 0,57 0-2531,-1-1 0,88-15 0,-7 1-906,90-6 2999,-228 21 438,1 0 0,-1 0 0,1 0 0,-1-1 0,0 1 0,1-1 0,-1 0 0,0 0 0,0 0 0,1 0 0,-1 0 0,0 0 0,0 0 0,4-4 0,-6 4 0,1 0 0,-1 0 0,1-1 0,-1 1 0,1 0 0,-1-1 0,0 1 0,1-1 0,-1 1 0,0 0 0,0-1 0,0 1 0,0-1 0,-1 1 0,1 0 0,0-1 0,0 1 0,-1-1 0,1 1 0,-1 0 0,1 0 0,-1-1 0,0 1 0,1 0 0,-1 0 0,-1-2 0,-3-4 103,-1-1 0,0 1 0,0 0 0,0 0-1,-1 1 1,0 0 0,-9-6 0,5 4-191,1-1 0,-15-15 0,-3-7-98,-2 2-1,-39-30 1,54 46 186</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7:30:57.90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1 185,'22'0,"0"0,0-2,36-6,1-3,1 3,72-1,-31 3,368-2,-286 10,130-12,170-14,-411 21,87-14,-51 7,197 6,-164 5,679-1,-682 8,-19 0,121 10,8-1,-23-9,66 0,-145 1,0-1,-141-8,27 0,0 1,48 8,-38-4,0-2,82-3,-49-2,-26 2,273 10,40-1,-224-11,116 0,266 4,-383 7,57-1,-142-8,524 0,-138 17,-182 0,-58-2,-18-12,70 5,-165-3,0-4,136-16,-83 3,216-12,-256 17,68-2,-27 1,4-1,-89 10,-6 0,-1-2,66-9,55-7,-114 11,0 3,73 4,-40 1,1242-2,-1104-9,-10 0,-181 7,0-1,35-9,-34 6,56-4,-17 2,-52 4,36-1,102-4,49-8,260 9,-284 9,194 1,403-4,-587-6,54-1,-32 1,-11 0,232-5,-375 10,-42 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2:46.784"/>
    </inkml:context>
    <inkml:brush xml:id="br0">
      <inkml:brushProperty name="width" value="0.1" units="cm"/>
      <inkml:brushProperty name="height" value="0.1" units="cm"/>
      <inkml:brushProperty name="color" value="#E71224"/>
    </inkml:brush>
  </inkml:definitions>
  <inkml:trace contextRef="#ctx0" brushRef="#br0">1 559 8192,'1'-33'5454,"1"0"0,8-38 0,-3 36-3794,34-120-1660,-5 27 0,-34 122-55,0 1 0,0 0 0,0 0 0,1 0 0,0 0 0,0 0 0,0 1 0,0-1 0,1 1 0,0 0 1,0 0-1,0 0 0,0 1 0,0-1 0,1 1 0,0 0 0,0 0 0,0 1 0,0-1 0,0 1 0,0 0 1,0 1-1,1-1 0,-1 1 0,8-1 0,17-2-404,0 1 1,1 1-1,43 3 0,-43 0 366,18-3 781,-35 1-307,0 0 0,0 1 0,0 0 0,0 1 0,-1 1 0,26 5 1,-37-5-382,1-1 0,-1 1 0,0-1 0,0 1 0,1 0 0,-1 0 0,0 0 0,-1 1 0,1-1 0,0 0 0,-1 1 0,1-1 0,-1 1 0,1-1 0,-1 1 0,0 0 0,0-1 0,-1 1 0,1 0 0,0 0 0,-1 0 0,0-1 0,0 5 0,1 11 0,0 0 0,-4 30 0,1-22 0,-1 127 0,3-132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2:47.490"/>
    </inkml:context>
    <inkml:brush xml:id="br0">
      <inkml:brushProperty name="width" value="0.1" units="cm"/>
      <inkml:brushProperty name="height" value="0.1" units="cm"/>
      <inkml:brushProperty name="color" value="#E71224"/>
    </inkml:brush>
  </inkml:definitions>
  <inkml:trace contextRef="#ctx0" brushRef="#br0">1 6 8192,'8'0'1641,"0"1"-1,1 1 1,-1 0 0,0 0 0,0 0 0,0 1-1,-1 0 1,14 8 0,12 8 1493,-26-16-3013,1 3-121,-1-1 0,0 1 0,0 1 0,0-1 0,7 10 0,-9-10 0,-1-1 0,2 1 0,-1-1 0,0 0 0,1-1 0,12 8 0,-15-10 0,0-2 0,-1 1 0,1 0 0,0 0 0,0-1 0,0 0 0,-1 1 0,1-1 0,0 0 0,0-1 0,0 1 0,0 0 0,-1-1 0,1 0 0,0 1 0,0-1 0,-1 0 0,1 0 0,0-1 0,-1 1 0,0-1 0,5-2 0,40-28-3923,63-55 1,-94 73 2947</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5:20.110"/>
    </inkml:context>
    <inkml:brush xml:id="br0">
      <inkml:brushProperty name="width" value="0.1" units="cm"/>
      <inkml:brushProperty name="height" value="0.1" units="cm"/>
      <inkml:brushProperty name="color" value="#E71224"/>
    </inkml:brush>
  </inkml:definitions>
  <inkml:trace contextRef="#ctx0" brushRef="#br0">532 1310 8192,'182'0'16337,"-136"0"-14652,885 0-1685,-903-1-497,57-11 1,-55 7-406,53-4 0,-49 8 1142,0-2 0,0-1 0,0-2 0,65-21 0,50-33-8809,-111 40 7260,-2-1-1,0-3 1,-1 0 0,-1-3-1,56-56 1,-71 61 1309,-1 0 0,0-2 0,-2 0 0,-1-1 0,0 0 0,-2-1 0,-1-1 0,-2 0 0,0 0 0,-2-1 0,0 0 0,-3-1 0,0 1 0,1-53 0,-6 71 0,1-22 0,-9-63 0,6 84 0,-1-1 0,0 1 0,-1-1 0,0 1 0,0 0 0,-2 0 0,1 1 0,-13-17 0,5 10 0,-2 0 0,0 1 0,-1 1 0,0 1 0,-2 0 0,1 1 0,-1 1 0,-1 0 0,0 2 0,-32-13 0,-10 0 0,-1 3 0,-81-15 0,68 23 0,-122-6 0,103 12 0,-525-4 0,380 12 0,210-1 0,0 0 0,1 2 0,0 1 0,0 1 0,0 1 0,0 2 0,1 1 0,0 1 0,1 1 0,0 1 0,1 2 0,0 0 0,1 2 0,1 0 0,-42 40 0,-87 81-98,59-55 427,-129 145-1,216-219-319,0 1 1,0-1-1,1 1 0,0 0 1,1 0-1,0 1 0,1-1 1,-1 1-1,2 0 0,0-1 1,0 1-1,0 0 0,1 1 1,1 17-1,1-20-41,-1-1 0,1 0 1,1 0-1,-1 1 0,1-1 0,1 0 0,-1-1 1,1 1-1,0 0 0,1-1 0,-1 1 1,1-1-1,1 0 0,-1-1 0,1 1 0,0-1 1,0 0-1,0 0 0,1 0 0,0-1 1,8 5-1,12 5 70,1-1 1,1-2-1,0-1 1,57 13-1,-22-12 59,79 5-1,-90-13-96</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5:21.027"/>
    </inkml:context>
    <inkml:brush xml:id="br0">
      <inkml:brushProperty name="width" value="0.1" units="cm"/>
      <inkml:brushProperty name="height" value="0.1" units="cm"/>
      <inkml:brushProperty name="color" value="#E71224"/>
    </inkml:brush>
  </inkml:definitions>
  <inkml:trace contextRef="#ctx0" brushRef="#br0">1 237 8192,'27'-2'2038,"1"-1"1,50-12 0,-7 1 1991,71-2 1607,2 9-6038,113-11-7025,-181 8 7001,392-32-7106,116 13 7531,179-14 0,-12 38 0,-406 8 0,658-3 0,-720-20 80,-218 13 335,-45 3 1566,-4-1-1486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5:21.515"/>
    </inkml:context>
    <inkml:brush xml:id="br0">
      <inkml:brushProperty name="width" value="0.1" units="cm"/>
      <inkml:brushProperty name="height" value="0.1" units="cm"/>
      <inkml:brushProperty name="color" value="#E71224"/>
    </inkml:brush>
  </inkml:definitions>
  <inkml:trace contextRef="#ctx0" brushRef="#br0">0 102 8192,'679'0'914,"-218"-15"-2005,-215 4 1268,409-24-177,336-6 0,-920 41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5:21.995"/>
    </inkml:context>
    <inkml:brush xml:id="br0">
      <inkml:brushProperty name="width" value="0.1" units="cm"/>
      <inkml:brushProperty name="height" value="0.1" units="cm"/>
      <inkml:brushProperty name="color" value="#E71224"/>
    </inkml:brush>
  </inkml:definitions>
  <inkml:trace contextRef="#ctx0" brushRef="#br0">0 52 8192,'28'-1'1920,"47"-9"-1,-13 1 2087,813-22-11851,-416 30 7845,337 4 0,62 33 0,274 3 0,-965-42 0,202 6 0,-179 21 1961,-14 0-181,-145-23-1780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25:24.227"/>
    </inkml:context>
    <inkml:brush xml:id="br0">
      <inkml:brushProperty name="width" value="0.1" units="cm"/>
      <inkml:brushProperty name="height" value="0.1" units="cm"/>
      <inkml:brushProperty name="color" value="#E71224"/>
    </inkml:brush>
  </inkml:definitions>
  <inkml:trace contextRef="#ctx0" brushRef="#br0">0 177 8192,'158'-13'6072,"-65"2"-3305,125-11-5255,188-10-3863,55 18 6351,-170 4 0,177-14 0,200-2 0,734 27 0,-1166-14 0,-7 0 0,222 13 1639,-125 1 14744</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2:55.773"/>
    </inkml:context>
    <inkml:brush xml:id="br0">
      <inkml:brushProperty name="width" value="0.1" units="cm"/>
      <inkml:brushProperty name="height" value="0.1" units="cm"/>
      <inkml:brushProperty name="color" value="#E71224"/>
    </inkml:brush>
  </inkml:definitions>
  <inkml:trace contextRef="#ctx0" brushRef="#br0">1 104 8192,'67'0'1814,"118"-8"11433,-105 1-10491,275-19-3111,109 14-8332,-67 5 1138,245-29 6323,132 29 1226,-443 9 0,1146-2 3181,-1242 14-5125,-5-1 9017,1249-14-15383,-1163 16 8310,-150-5 0,-8-2 0,337 10 0,775-19 0,-968 14 0,3 0 0,-73-14 559,-208 1 2238</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31:18.848"/>
    </inkml:context>
    <inkml:brush xml:id="br0">
      <inkml:brushProperty name="width" value="0.1" units="cm"/>
      <inkml:brushProperty name="height" value="0.1" units="cm"/>
      <inkml:brushProperty name="color" value="#E71224"/>
    </inkml:brush>
  </inkml:definitions>
  <inkml:trace contextRef="#ctx0" brushRef="#br0">0 100 8192,'22'1'2867,"1"-2"0,-1 0 0,35-8 0,-39 6-2867,-1 1 0,0 0 0,24 2 0,-22 0 0,0-1 0,29-4 0,48-10-1336,133-3-1,-95 10 654,362-12-7429,-448 20 8112,-5 2 0,1-3 0,70-10 0,-82 7 0,-17 2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35:44.295"/>
    </inkml:context>
    <inkml:brush xml:id="br0">
      <inkml:brushProperty name="width" value="0.1" units="cm"/>
      <inkml:brushProperty name="height" value="0.1" units="cm"/>
      <inkml:brushProperty name="color" value="#E71224"/>
    </inkml:brush>
  </inkml:definitions>
  <inkml:trace contextRef="#ctx0" brushRef="#br0">0 0 8192,'0'0'0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5:56.316"/>
    </inkml:context>
    <inkml:brush xml:id="br0">
      <inkml:brushProperty name="width" value="0.1" units="cm"/>
      <inkml:brushProperty name="height" value="0.1" units="cm"/>
      <inkml:brushProperty name="color" value="#E71224"/>
    </inkml:brush>
  </inkml:definitions>
  <inkml:trace contextRef="#ctx0" brushRef="#br0">1 709 8192,'2'0'400,"0"-1"1,-1 1-1,1-1 1,0 1 0,0-1-1,0 0 1,-1 0-1,1 0 1,0 0 0,-1 0-1,1 0 1,-1 0-1,1 0 1,-1 0-1,1-1 1,-1 1 0,0-1-1,0 1 1,0-1-1,0 1 1,0-1 0,0 0-1,0 0 1,0 1-1,0-4 1,14-52 6677,-12 44-6549,6-42-529,-3 0 0,-2 0 0,-5-94 0,4-66 0,-3 212 0,0-1 0,1 1 0,-1-1 0,1 1 0,0 0 0,0-1 0,0 1 0,0 0 0,1 0 0,-1 0 0,1 0 0,0 0 0,0 0 0,0 1 0,0-1 0,1 0 0,-1 1 0,1 0 0,-1 0 0,1-1 0,0 2 0,0-1 0,0 0 0,0 0 0,0 1 0,0 0 0,0 0 0,1 0 0,-1 0 0,0 0 0,1 0 0,-1 1 0,5 0 0,13-1 0,0 1 0,0 2 0,-1 0 0,33 8 0,-4-2 0,89 1-2200,69-11-5813,69 3 411,-270-1 8705,-1 0-1,0 1 1,1 0-1,-1 0 1,0 0 0,0 1-1,0-1 1,0 1-1,0 0 1,7 5-1,-10-6-856,-1 0 0,0 0 0,0 0 0,0 0 0,0 1 0,0-1 0,0 0 0,0 1 0,0-1 0,0 0 0,-1 1 0,1-1 0,-1 1 0,1-1 0,-1 1 0,1-1 0,-1 1 0,0-1 0,0 3 0,-7 26-2276,-133 296 4331,129-304-4281,0-5 1485</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5:56.706"/>
    </inkml:context>
    <inkml:brush xml:id="br0">
      <inkml:brushProperty name="width" value="0.1" units="cm"/>
      <inkml:brushProperty name="height" value="0.1" units="cm"/>
      <inkml:brushProperty name="color" value="#E71224"/>
    </inkml:brush>
  </inkml:definitions>
  <inkml:trace contextRef="#ctx0" brushRef="#br0">1 1 8192,'10'11'2747,"2"0"0,-1 0 1,2-1-1,22 15 0,-26-21-1890,1 1 0,-1-1 1,1 0-1,20 4 0,-15-4-857,0-2 0,0 0 0,0 0 0,0-2 0,1 0 0,-1 0 0,0-1 0,0-1 0,0-1 0,0 0 0,0-1 0,-1 0 0,1-2 0,-1 1 0,19-12 0,53-25 0,-69 34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5:59.023"/>
    </inkml:context>
    <inkml:brush xml:id="br0">
      <inkml:brushProperty name="width" value="0.1" units="cm"/>
      <inkml:brushProperty name="height" value="0.1" units="cm"/>
      <inkml:brushProperty name="color" value="#E71224"/>
    </inkml:brush>
  </inkml:definitions>
  <inkml:trace contextRef="#ctx0" brushRef="#br0">307 133 8192,'10'0'1219,"0"-1"0,0 1 0,-1-2 1,1 1-1,0-1 0,0-1 0,13-5 0,-21 7-995,0 0-1,0 0 1,0 0-1,1 0 1,-1-1-1,0 1 1,-1-1-1,1 1 1,0-1-1,0 0 1,-1 1-1,1-1 0,-1 0 1,1 0-1,-1 0 1,0-1-1,0 1 1,0 0-1,0 0 1,0-1-1,0 1 1,-1 0-1,1-1 1,-1 1-1,0-1 1,0 1-1,0 0 0,0-1 1,0 1-1,0-1 1,0 1-1,-1-1 1,1 1-1,-1 0 1,0-1-1,-1-1 1,1 1-329,-1 1 1,1-1-1,-1 1 0,0-1 1,0 1-1,0 0 1,0 0-1,0 0 1,0 0-1,-1 0 1,1 1-1,0-1 1,-1 1-1,0-1 1,1 1-1,-1 0 0,0 0 1,0 0-1,1 1 1,-1-1-1,0 0 1,0 1-1,-5 0 1,-12-2-1344,0 2 1,-28 2 0,24 0 372,5-1-71,0 1-1,1 1 0,-1 0 0,-34 12 1,43-12 782,1 1 0,1 0 1,-1 0-1,0 0 1,1 1-1,0 1 1,0-1-1,1 2 0,0-1 1,0 1-1,-11 12 1,16-15 363,-1 1 0,0-1 0,1 1 0,0 0 0,0 0 0,1 0 0,-1 0 0,1 0 0,0 0 0,0 0 0,1 0 0,-1 0 0,1 1 0,0-1 0,1 0 0,-1 0 0,1 1 0,0-1 0,0 0 0,1 0 0,0 0 0,0 0 0,0-1 0,0 1 0,1 0 0,-1-1 0,7 8 0,8 10 0,1-1 0,0-1 0,2-1 0,24 19 0,-23-20 0,112 94 0,-62-56 0,123 128 0,-190-179 51,1 0 1,-1 1-1,0-1 1,0 1 0,-1 0-1,0 0 1,0 0-1,0 1 1,-1-1 0,0 1-1,2 7 1,-4-11-57,0 0 1,0 0-1,0 0 1,0 0 0,0 0-1,-1 0 1,0 0-1,1 0 1,-1 0-1,0 0 1,-1 0 0,1-1-1,0 1 1,-1 0-1,1-1 1,-1 0 0,0 1-1,0-1 1,0 0-1,0 0 1,0 1-1,-1-2 1,1 1 0,0 0-1,-1 0 1,0-1-1,-3 2 1,-5 2 92,0 0 0,-1-1 1,1 0-1,-1-1 0,0-1 0,1 0 1,-1 0-1,-1-1 0,1-1 0,0 0 1,-15-2-1,-13-3 513,1-2-1,-41-12 1,73 18-706,1-1 0,-1 0 0,1-1 0,-1 1 0,1-1 0,0-1 0,0 1 0,0-1 0,1 0 0,-1 0 0,1-1 0,0 1 0,-7-9 0,9 9 34,1 0 0,0 0 0,0 0 0,0 0-1,1-1 1,-1 1 0,1 0 0,0-1 0,0 1 0,0-1-1,1 1 1,0-1 0,-1 1 0,2-1 0,-1 1 0,0-1-1,1 1 1,0-1 0,0 1 0,0-1 0,3-4 0,19-44 13,2 1 1,3 1-1,63-89 1,-50 80 11,59-112 1,-81 129 45,-3 8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5:59.417"/>
    </inkml:context>
    <inkml:brush xml:id="br0">
      <inkml:brushProperty name="width" value="0.1" units="cm"/>
      <inkml:brushProperty name="height" value="0.1" units="cm"/>
      <inkml:brushProperty name="color" value="#E71224"/>
    </inkml:brush>
  </inkml:definitions>
  <inkml:trace contextRef="#ctx0" brushRef="#br0">501 1 8192,'-2'3'259,"0"0"0,-1-1 0,1 1 1,-1 0-1,0-1 0,1 0 0,-1 0 1,0 0-1,-1 0 0,1 0 0,-6 2 1,2 0-15,-254 124 13134,249-123-13303,-7 3 126,-1 0 0,-30 6-1,42-12-140,0 0-1,0-1 1,0 0-1,0 0 1,-1-1-1,1 0 1,0-1 0,0 0-1,-10-2 1,19 3-61,-1 0 0,0 0 0,1 0 0,-1 0 0,1 0 0,-1 0 0,0-1 0,1 1 0,-1 0 0,1 0 0,-1 0 0,0-1 0,1 1 0,-1 0 0,0-1 0,1 1 0,-1 0 0,0-1 0,0 1 0,1 0 0,-1-1 0,0 1 0,0 0 0,1-1 0,-1 1 0,0-1 0,0 1 0,0 0 0,0-1 0,0 1 0,0-1 0,0 1 0,0-1 0,0 1 0,0-1 0,0 1 0,0 0 0,0-1 0,0 1 0,0-1 0,0 1 0,0 0 0,-1-1 0,1 1 0,0-1 0,0 1 0,0 0 0,-1-1 0,1 1 0,0 0 0,-1-1 0,1 1 0,0 0 0,-1-1 0,1 1 0,0 0 0,-1 0 0,1-1 0,0 1 0,-1 0 0,1 0 0,-1 0 0,1 0 0,0 0 0,-1-1 0,1 1 0,-1 0 0,1 0 0,-1 0 0,34-15 0,65-9 0,-68 17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5:59.666"/>
    </inkml:context>
    <inkml:brush xml:id="br0">
      <inkml:brushProperty name="width" value="0.1" units="cm"/>
      <inkml:brushProperty name="height" value="0.1" units="cm"/>
      <inkml:brushProperty name="color" value="#E71224"/>
    </inkml:brush>
  </inkml:definitions>
  <inkml:trace contextRef="#ctx0" brushRef="#br0">52 0 8192,'-17'388'4952,"7"-205"-4498,1-84-6227,1-33 8232,4-36 2620,1 0 3416,14-88-5631,15-27-3372,-13 46 508</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5:59.870"/>
    </inkml:context>
    <inkml:brush xml:id="br0">
      <inkml:brushProperty name="width" value="0.1" units="cm"/>
      <inkml:brushProperty name="height" value="0.1" units="cm"/>
      <inkml:brushProperty name="color" value="#E71224"/>
    </inkml:brush>
  </inkml:definitions>
  <inkml:trace contextRef="#ctx0" brushRef="#br0">1 0 8192,'0'4'3356,"0"6"-3356,0 6 5483,0 3-5483,0 4 7957,0 2-6731,0 1-1226,0-4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6:00.121"/>
    </inkml:context>
    <inkml:brush xml:id="br0">
      <inkml:brushProperty name="width" value="0.1" units="cm"/>
      <inkml:brushProperty name="height" value="0.1" units="cm"/>
      <inkml:brushProperty name="color" value="#E71224"/>
    </inkml:brush>
  </inkml:definitions>
  <inkml:trace contextRef="#ctx0" brushRef="#br0">0 97 8192,'19'1'368,"63"-1"6843,105-13 1,-151 7-5597,42-12 1,167-38-1616,-217 51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6:00.433"/>
    </inkml:context>
    <inkml:brush xml:id="br0">
      <inkml:brushProperty name="width" value="0.1" units="cm"/>
      <inkml:brushProperty name="height" value="0.1" units="cm"/>
      <inkml:brushProperty name="color" value="#E71224"/>
    </inkml:brush>
  </inkml:definitions>
  <inkml:trace contextRef="#ctx0" brushRef="#br0">21 0 8192,'-16'15'16776,"11"0"-16776,7 1 0,1 1 1246,2 2-1246,3-2 0,5-4 0,0 0 0,2 3 0,3-3 0,-1 2 0,0-2 0,-3-3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6:00.728"/>
    </inkml:context>
    <inkml:brush xml:id="br0">
      <inkml:brushProperty name="width" value="0.1" units="cm"/>
      <inkml:brushProperty name="height" value="0.1" units="cm"/>
      <inkml:brushProperty name="color" value="#E71224"/>
    </inkml:brush>
  </inkml:definitions>
  <inkml:trace contextRef="#ctx0" brushRef="#br0">344 1 8192,'-1'7'907,"1"0"1,-1 0 0,0 0-1,0-1 1,-1 1 0,0 0-1,0 0 1,-1-1 0,0 1-1,0-1 1,0 0 0,-1 0-1,0 0 1,0 0 0,0-1-1,-1 0 1,-8 8-1,-15 12 778,8-11-1685,0-2 0,-1 0 0,0-1 0,-1 0 0,0-2 0,-1-1 0,-33 8 0,27-7 0,3 1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6:00.930"/>
    </inkml:context>
    <inkml:brush xml:id="br0">
      <inkml:brushProperty name="width" value="0.1" units="cm"/>
      <inkml:brushProperty name="height" value="0.1" units="cm"/>
      <inkml:brushProperty name="color" value="#E71224"/>
    </inkml:brush>
  </inkml:definitions>
  <inkml:trace contextRef="#ctx0" brushRef="#br0">0 0 8192,'445'0'13908,"-226"0"-9794,680 0-13466,-858 1 8261,-2 3-4034,-13 1 3881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6:05.526"/>
    </inkml:context>
    <inkml:brush xml:id="br0">
      <inkml:brushProperty name="width" value="0.1" units="cm"/>
      <inkml:brushProperty name="height" value="0.1" units="cm"/>
      <inkml:brushProperty name="color" value="#E71224"/>
    </inkml:brush>
  </inkml:definitions>
  <inkml:trace contextRef="#ctx0" brushRef="#br0">0 167 8192,'89'-6'2307,"-21"-7"4107,66-21 1,-37 9-3529,-47 12-2886,111-21 0,-121 28 0,0-1 0,44-15 0,-63 15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6:05.963"/>
    </inkml:context>
    <inkml:brush xml:id="br0">
      <inkml:brushProperty name="width" value="0.1" units="cm"/>
      <inkml:brushProperty name="height" value="0.1" units="cm"/>
      <inkml:brushProperty name="color" value="#E71224"/>
    </inkml:brush>
  </inkml:definitions>
  <inkml:trace contextRef="#ctx0" brushRef="#br0">0 1 8192,'103'0'3188,"51"0"7049,-27 0-5640,237 0-4597,-337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6:06.423"/>
    </inkml:context>
    <inkml:brush xml:id="br0">
      <inkml:brushProperty name="width" value="0.1" units="cm"/>
      <inkml:brushProperty name="height" value="0.1" units="cm"/>
      <inkml:brushProperty name="color" value="#E71224"/>
    </inkml:brush>
  </inkml:definitions>
  <inkml:trace contextRef="#ctx0" brushRef="#br0">0 1 8192,'182'0'3428,"91"0"7222,-77 0-6706,-172 0-3944</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6:16.406"/>
    </inkml:context>
    <inkml:brush xml:id="br0">
      <inkml:brushProperty name="width" value="0.1" units="cm"/>
      <inkml:brushProperty name="height" value="0.1" units="cm"/>
      <inkml:brushProperty name="color" value="#E71224"/>
    </inkml:brush>
  </inkml:definitions>
  <inkml:trace contextRef="#ctx0" brushRef="#br0">1 0 8192</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36:17.063"/>
    </inkml:context>
    <inkml:brush xml:id="br0">
      <inkml:brushProperty name="width" value="0.1" units="cm"/>
      <inkml:brushProperty name="height" value="0.1" units="cm"/>
      <inkml:brushProperty name="color" value="#E71224"/>
    </inkml:brush>
  </inkml:definitions>
  <inkml:trace contextRef="#ctx0" brushRef="#br0">1 0 8192,'0'0'0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2:39.101"/>
    </inkml:context>
    <inkml:brush xml:id="br0">
      <inkml:brushProperty name="width" value="0.1" units="cm"/>
      <inkml:brushProperty name="height" value="0.1" units="cm"/>
      <inkml:brushProperty name="color" value="#E71224"/>
    </inkml:brush>
  </inkml:definitions>
  <inkml:trace contextRef="#ctx0" brushRef="#br0">16 85 17202,'16'-83'0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2:41.473"/>
    </inkml:context>
    <inkml:brush xml:id="br0">
      <inkml:brushProperty name="width" value="0.1" units="cm"/>
      <inkml:brushProperty name="height" value="0.1" units="cm"/>
      <inkml:brushProperty name="color" value="#E71224"/>
    </inkml:brush>
  </inkml:definitions>
  <inkml:trace contextRef="#ctx0" brushRef="#br0">361 164 8192,'-7'0'676,"0"1"0,1 0 0,-1 0 0,1 1 1,0-1-1,-1 2 0,-9 4 0,-43 26 4826,41-22-4945,9-5-557,0 0 0,0 1 0,1 0 0,0 0 0,0 1 0,1 0 0,0 1 0,1 0 0,0 0 0,0 0 0,-4 10 0,-1 4 0,2 0 0,0 1 0,-8 40 0,9-20 0,5-25 0,-1-1 0,-8 22 0,-2 5-4391,-9 53 1,7-26 3614,15-70 1220,1 1 0,-1-1-1,1 1 1,-1-1 0,1 1-1,0-1 1,0 1 0,0-1 0,1 0-1,-1 1 1,0-1 0,1 1 0,1 3-1,-2-6-329,1 1 0,-1 0 0,0-1-1,1 1 1,-1-1 0,1 1 0,-1-1-1,1 1 1,-1-1 0,1 0 0,-1 1 0,1-1-1,-1 0 1,1 1 0,0-1 0,-1 0-1,1 0 1,-1 1 0,1-1 0,1 0-1,0 0-33,-1 0 0,1 0-1,0 0 1,-1 0 0,1-1-1,0 1 1,-1-1 0,1 1-1,0-1 1,-1 0 0,3-1-1,33-15-887,0 1 0,48-14 0,80-13-4077,62-20 726,-192 51 4159,-15 5 0,0 0 0,23-12 0,-40 17 85,0-1 0,-1 1 0,1 0 0,-1-1 0,1 1 0,-1-1 0,0 0 0,0 0 0,0 0 0,0 0 0,-1 0 0,1 0 0,-1 0 0,0 0 1,0-1-1,0 1 0,1-7 0,0-5 259,0-1 0,-1-24 0,-1 36-431,-3-51-2232,1 39 2881,-1 0 0,-8-30 0,7 34-248,-1 1-1,0-1 1,-1 1-1,-9-14 1,8 15-1158,-1 0 1,-12-13-1,-9-3 1189,-2 0 0,-58-38 0,-9 5 944,32 24-3723,-2 2 13132</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3:30.160"/>
    </inkml:context>
    <inkml:brush xml:id="br0">
      <inkml:brushProperty name="width" value="0.1" units="cm"/>
      <inkml:brushProperty name="height" value="0.1" units="cm"/>
      <inkml:brushProperty name="color" value="#E71224"/>
    </inkml:brush>
  </inkml:definitions>
  <inkml:trace contextRef="#ctx0" brushRef="#br0">1 0 8192,'3'0'3356,"0"0"-3356</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33.290"/>
    </inkml:context>
    <inkml:brush xml:id="br0">
      <inkml:brushProperty name="width" value="0.1" units="cm"/>
      <inkml:brushProperty name="height" value="0.1" units="cm"/>
      <inkml:brushProperty name="color" value="#E71224"/>
    </inkml:brush>
  </inkml:definitions>
  <inkml:trace contextRef="#ctx0" brushRef="#br0">1 83 8192,'3'2'1295,"1"0"0,0-1 0,0 1 0,-1 1 0,1-1-1,-1 0 1,1 1 0,-1 0 0,0 0 0,0 0 0,3 4 0,14 12 1188,-14-15-2566,0 0 1,0-1-1,0 0 0,0 0 1,0-1-1,1 0 1,0 0-1,-1 0 1,1-1-1,0 0 1,0 0-1,-1-1 1,1 1-1,0-2 1,0 1-1,0-1 1,0 0-1,-1 0 1,1-1-1,0 0 1,-1 0-1,0 0 1,1-1-1,-1 0 0,0-1 1,0 1-1,0-1 1,-1 0-1,8-7 1,81-96-15464,-84 95 15546</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33.885"/>
    </inkml:context>
    <inkml:brush xml:id="br0">
      <inkml:brushProperty name="width" value="0.1" units="cm"/>
      <inkml:brushProperty name="height" value="0.1" units="cm"/>
      <inkml:brushProperty name="color" value="#E71224"/>
    </inkml:brush>
  </inkml:definitions>
  <inkml:trace contextRef="#ctx0" brushRef="#br0">1 174 8192,'11'11'4090,"1"0"1,1 0 0,18 11-1,-14-13-2430,-13-7-1660,0-1 0,1 0 0,-1 1 0,0-1 0,0-1 0,1 1 0,-1-1 0,0 0 0,1 0 0,-1 0 0,0 0 0,1-1 0,-1 1 0,0-1 0,0 0 0,0-1 0,0 1 0,0-1 0,0 0 0,5-3 0,6-5 0,0 0 0,-1-1 0,23-24 0,14-10 0,90-59 0,-126 95 0,0 3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35.904"/>
    </inkml:context>
    <inkml:brush xml:id="br0">
      <inkml:brushProperty name="width" value="0.1" units="cm"/>
      <inkml:brushProperty name="height" value="0.1" units="cm"/>
      <inkml:brushProperty name="color" value="#E71224"/>
    </inkml:brush>
  </inkml:definitions>
  <inkml:trace contextRef="#ctx0" brushRef="#br0">0 0 8192,'12'10'2332,"0"-2"0,0 1 0,1-2 0,0 1 1,21 7-1,3 3 451,41 21-2160,91 33 0,-124-57-623,-28-10 0,0 0 0,0 1 0,-1 1 0,0 1 0,21 13 0,-22-11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36.379"/>
    </inkml:context>
    <inkml:brush xml:id="br0">
      <inkml:brushProperty name="width" value="0.1" units="cm"/>
      <inkml:brushProperty name="height" value="0.1" units="cm"/>
      <inkml:brushProperty name="color" value="#E71224"/>
    </inkml:brush>
  </inkml:definitions>
  <inkml:trace contextRef="#ctx0" brushRef="#br0">1 1 8192,'6'17'6243,"34"25"-2217,-24-28 1155,-6-5-4975,1-1-1,1 0 1,-1-1 0,1 0-1,0 0 1,1-1 0,-1-1 0,1 0-1,0-1 1,1-1 0,17 3-1,-7 0-170,-1 0-1,30 13 1,-39-12-35</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36.814"/>
    </inkml:context>
    <inkml:brush xml:id="br0">
      <inkml:brushProperty name="width" value="0.1" units="cm"/>
      <inkml:brushProperty name="height" value="0.1" units="cm"/>
      <inkml:brushProperty name="color" value="#E71224"/>
    </inkml:brush>
  </inkml:definitions>
  <inkml:trace contextRef="#ctx0" brushRef="#br0">1 0 8192,'46'38'2892,"-16"-21"1334,0-1-1,38 14 0,-25-13-2743,-7-3-996,45 25 0,-29-14-486,-42-21 0,1 1 0,-1 0 0,0 0 0,-1 1 0,1 0 0,-1 0 0,-1 1 0,1 1 0,-1-1 0,0 1 0,7 10 0,-4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37.236"/>
    </inkml:context>
    <inkml:brush xml:id="br0">
      <inkml:brushProperty name="width" value="0.1" units="cm"/>
      <inkml:brushProperty name="height" value="0.1" units="cm"/>
      <inkml:brushProperty name="color" value="#E71224"/>
    </inkml:brush>
  </inkml:definitions>
  <inkml:trace contextRef="#ctx0" brushRef="#br0">0 0 8192,'1'6'424,"-1"0"1,1 0-1,0 0 0,1 0 1,-1 0-1,1 0 1,1 0-1,-1 0 1,1-1-1,0 0 1,0 1-1,0-1 0,1 0 1,0 0-1,0-1 1,0 1-1,8 6 1,9 6 2610,0-2-1,46 25 1,-24-14-1757,-19-12-1278,4 5 0,1-2 0,0-1 0,59 23 0,-67-32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38.795"/>
    </inkml:context>
    <inkml:brush xml:id="br0">
      <inkml:brushProperty name="width" value="0.1" units="cm"/>
      <inkml:brushProperty name="height" value="0.1" units="cm"/>
      <inkml:brushProperty name="color" value="#E71224"/>
    </inkml:brush>
  </inkml:definitions>
  <inkml:trace contextRef="#ctx0" brushRef="#br0">1 0 8192,'23'2'6358,"1"4"-3715,46 22-3077,-50-19 2013,27 11 1053,167 70 1026,115 31-12138,-289-108 8638,76 24-1916,-40-10-4497,-50-16 6154</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39.367"/>
    </inkml:context>
    <inkml:brush xml:id="br0">
      <inkml:brushProperty name="width" value="0.1" units="cm"/>
      <inkml:brushProperty name="height" value="0.1" units="cm"/>
      <inkml:brushProperty name="color" value="#E71224"/>
    </inkml:brush>
  </inkml:definitions>
  <inkml:trace contextRef="#ctx0" brushRef="#br0">1 0 8192,'4'10'18022,"2"0"-18022,3 0 0,6-2 0,3-2 0,4-2 0,-3 3 0,1 0 0,0-1 0,2-2 0,-3 3 0,-5 4 0,-5 5 0,1 0 0,-2 1 0,-2-2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39.789"/>
    </inkml:context>
    <inkml:brush xml:id="br0">
      <inkml:brushProperty name="width" value="0.1" units="cm"/>
      <inkml:brushProperty name="height" value="0.1" units="cm"/>
      <inkml:brushProperty name="color" value="#E71224"/>
    </inkml:brush>
  </inkml:definitions>
  <inkml:trace contextRef="#ctx0" brushRef="#br0">0 1 8192,'1'2'264,"0"0"1,0 0-1,0 0 0,0 0 1,0 0-1,1 0 1,-1 0-1,1 0 0,-1-1 1,1 1-1,0 0 1,-1-1-1,1 1 1,0-1-1,2 1 0,33 22 4306,-36-23-4551,39 20 1822,1-2-1,1-2 1,1-1-1,57 12 1,-90-24-1841,1 0 0,-1 0 0,0 1 0,0 1 0,10 7 0,21 11 0,-26-17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40.251"/>
    </inkml:context>
    <inkml:brush xml:id="br0">
      <inkml:brushProperty name="width" value="0.1" units="cm"/>
      <inkml:brushProperty name="height" value="0.1" units="cm"/>
      <inkml:brushProperty name="color" value="#E71224"/>
    </inkml:brush>
  </inkml:definitions>
  <inkml:trace contextRef="#ctx0" brushRef="#br0">0 1 8192,'2'6'783,"1"-1"-1,0 1 1,0-1 0,0 0 0,0 0 0,1 0 0,0 0 0,0-1-1,0 1 1,1-1 0,9 7 0,0 2-1358,17 18 1726,2-2-1,1-1 0,41 26 1,-54-41-576,0-1 0,1-1 0,0-1 0,1-1 0,0 0 0,1-2 0,26 4 1,-17-5-576,45 13 0,-57-11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42.641"/>
    </inkml:context>
    <inkml:brush xml:id="br0">
      <inkml:brushProperty name="width" value="0.1" units="cm"/>
      <inkml:brushProperty name="height" value="0.1" units="cm"/>
      <inkml:brushProperty name="color" value="#E71224"/>
    </inkml:brush>
  </inkml:definitions>
  <inkml:trace contextRef="#ctx0" brushRef="#br0">0 0 8192,'5'1'1536,"0"0"0,1 1 0,-1-1 0,-1 1 0,1 0 0,0 0 1,0 0-1,-1 1 0,7 4 0,11 5 1125,88 31-2661,-87-36 0,-1 0 0,1 2 0,-2 0 0,1 1 0,-1 2 0,-1 0 0,0 1 0,29 25 0,-38-25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43.058"/>
    </inkml:context>
    <inkml:brush xml:id="br0">
      <inkml:brushProperty name="width" value="0.1" units="cm"/>
      <inkml:brushProperty name="height" value="0.1" units="cm"/>
      <inkml:brushProperty name="color" value="#E71224"/>
    </inkml:brush>
  </inkml:definitions>
  <inkml:trace contextRef="#ctx0" brushRef="#br0">0 0 8192,'5'2'641,"0"-1"0,0 1-1,0 0 1,0 1 0,-1-1 0,1 1 0,-1 0 0,0 0 0,0 0 0,6 6 0,9 6 1148,39 19 2223,85 37-1,-85-44-2851,-38-18-1160,1-1 0,0-1 0,0 0 0,1-2 0,43 5 0,-43-9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45.037"/>
    </inkml:context>
    <inkml:brush xml:id="br0">
      <inkml:brushProperty name="width" value="0.1" units="cm"/>
      <inkml:brushProperty name="height" value="0.1" units="cm"/>
      <inkml:brushProperty name="color" value="#E71224"/>
    </inkml:brush>
  </inkml:definitions>
  <inkml:trace contextRef="#ctx0" brushRef="#br0">1 0 8192,'0'3'867,"1"-1"1,0 1-1,-1-1 1,1 1-1,0-1 0,0 1 1,0-1-1,1 0 1,-1 0-1,1 1 1,-1-1-1,1 0 0,2 2 1,29 28 3733,-20-20-4362,16 15-32,3 0 1,0-2-1,1-2 1,53 30 0,-68-42-208,0 2 0,-1 0 0,-1 1 0,-1 0 0,0 1 0,18 23 0,-11-12 0,15 13 0,73 60 0,-89-83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46.693"/>
    </inkml:context>
    <inkml:brush xml:id="br0">
      <inkml:brushProperty name="width" value="0.1" units="cm"/>
      <inkml:brushProperty name="height" value="0.1" units="cm"/>
      <inkml:brushProperty name="color" value="#E71224"/>
    </inkml:brush>
  </inkml:definitions>
  <inkml:trace contextRef="#ctx0" brushRef="#br0">0 0 8192,'51'8'2410,"25"23"5972,-57-22-6381,1-1 1,26 8-1,-4-5-1865,0 2 0,-1 2 0,-1 2 1,0 2-1,-1 1 0,-1 2 0,-1 2 0,59 49 1,-90-67-137,-1 0 0,0 1 0,1-1 0,-2 1 0,5 9 0,-6-10 0,0-1 0,0 0 0,1 0 0,-1 0 0,1 0 0,0 0 0,0-1 0,1 0 0,0 0 0,-1 0 0,7 4 0,3-2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52.308"/>
    </inkml:context>
    <inkml:brush xml:id="br0">
      <inkml:brushProperty name="width" value="0.1" units="cm"/>
      <inkml:brushProperty name="height" value="0.1" units="cm"/>
      <inkml:brushProperty name="color" value="#E71224"/>
    </inkml:brush>
  </inkml:definitions>
  <inkml:trace contextRef="#ctx0" brushRef="#br0">1 0 8192,'564'0'11546,"1"0"-5902,113 0-3131,339 0-3964,511 0-1255,-983 0-12840,-510 2 15546,53 9 0,-52-5 0,50 1 0,115-8 0,-173 1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0:53.357"/>
    </inkml:context>
    <inkml:brush xml:id="br0">
      <inkml:brushProperty name="width" value="0.1" units="cm"/>
      <inkml:brushProperty name="height" value="0.1" units="cm"/>
      <inkml:brushProperty name="color" value="#E71224"/>
    </inkml:brush>
  </inkml:definitions>
  <inkml:trace contextRef="#ctx0" brushRef="#br0">1 1 8192,'250'5'14771,"-83"5"-11520,182 8-8127,29 3-4277,-127 10 6386,-40 1 2542,346 70-776,-524-93 298,13 6 19428</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1:01.531"/>
    </inkml:context>
    <inkml:brush xml:id="br0">
      <inkml:brushProperty name="width" value="0.1" units="cm"/>
      <inkml:brushProperty name="height" value="0.1" units="cm"/>
      <inkml:brushProperty name="color" value="#E71224"/>
    </inkml:brush>
  </inkml:definitions>
  <inkml:trace contextRef="#ctx0" brushRef="#br0">0 1 8192,'549'0'13805,"1116"0"-27610,-1446 12 13805,-3 1 0,2463-12 4509,-1237-3 360,-1418 2 2241,-3 0-5576</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1:19.269"/>
    </inkml:context>
    <inkml:brush xml:id="br0">
      <inkml:brushProperty name="width" value="0.1" units="cm"/>
      <inkml:brushProperty name="height" value="0.1" units="cm"/>
      <inkml:brushProperty name="color" value="#E71224"/>
    </inkml:brush>
  </inkml:definitions>
  <inkml:trace contextRef="#ctx0" brushRef="#br0">0 1 8192,'0'0'0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1:22.281"/>
    </inkml:context>
    <inkml:brush xml:id="br0">
      <inkml:brushProperty name="width" value="0.1" units="cm"/>
      <inkml:brushProperty name="height" value="0.1" units="cm"/>
      <inkml:brushProperty name="color" value="#E71224"/>
    </inkml:brush>
  </inkml:definitions>
  <inkml:trace contextRef="#ctx0" brushRef="#br0">0 0 8192,'403'0'13841,"-204"0"-9660,585 0-4181,-640 13-1699,-1 0 42,5-13-536,171 4-8359,-182 6 8631,242 16 1921,-160-16 0,30 4 0,-24 17 0,-161-25 2183,89-6 10302,-71-1-9131,-60 1-3354</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1:22.815"/>
    </inkml:context>
    <inkml:brush xml:id="br0">
      <inkml:brushProperty name="width" value="0.1" units="cm"/>
      <inkml:brushProperty name="height" value="0.1" units="cm"/>
      <inkml:brushProperty name="color" value="#E71224"/>
    </inkml:brush>
  </inkml:definitions>
  <inkml:trace contextRef="#ctx0" brushRef="#br0">0 31 8192,'31'-2'3852,"47"-7"1,11-2-963,240 3 4305,1 11-8872,-26-1-5234,-38-3 4674,299 3-4728,-189 22 6965,68 2 0,-168-13 0,19-1 0,-128-13 2476,-145 1-1981</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1:23.979"/>
    </inkml:context>
    <inkml:brush xml:id="br0">
      <inkml:brushProperty name="width" value="0.1" units="cm"/>
      <inkml:brushProperty name="height" value="0.1" units="cm"/>
      <inkml:brushProperty name="color" value="#E71224"/>
    </inkml:brush>
  </inkml:definitions>
  <inkml:trace contextRef="#ctx0" brushRef="#br0">1 1465 8192,'50'3'1643,"0"2"1,72 16 0,-10 0-552,100 11-2860,294 37-2487,107-7 4255,188 16 0,0-40 0,-107-53 0,-557 3 0,-1-5 0,0-6 0,136-43 0,-205 45 0,0-2 0,91-48 0,-134 59 0,-1-2 0,0 0 0,-1-2 0,0 0 0,-1-2 0,-1 0 0,-1-1 0,-1-1 0,24-34 0,-37 47 84,-1 0 0,1 0-1,-2-1 1,1 0 0,-1 0 0,0 0 0,-1 0 0,0 0 0,0 0 0,-1-1 0,0 1 0,0-1-1,-1 1 1,0-1 0,-1 1 0,0 0 0,0-1 0,-1 1 0,-3-12 0,-2 3 125,-1 0 1,0 1 0,-2 0 0,1 0-1,-2 1 1,0 0 0,-25-25 0,-22-16-490,-1 2 0,-3 3 1,-2 3-1,-2 2 0,-135-67 1,-382-132-1399,335 158 1678,-3 10 0,-373-63 0,278 92 0,-555-6 0,822 53 0,-469 18 0,483-10 0,0 2 0,1 3 0,1 3 0,1 3 0,0 3 0,-79 37 0,122-48 0,0 1 0,0 0 0,1 1 0,1 1 0,0 1 0,0 1 0,2 0 0,0 1 0,-17 23 0,25-30 0,2 1 0,-1-1 0,1 1 0,1 0 0,0 0 0,0 1 0,1-1 0,0 1 0,1-1 0,0 1 0,1 0 0,0 0 0,0 0 0,2 0 0,-1 0 0,1 0 0,1 0 0,0 0 0,0-1 0,6 15 0,1-4 0,1 0 0,0 0 0,2-1 0,0 0 0,1-1 0,20 21 0,102 99 0,-119-123 0,22 19 424,1-2 1,2-1-1,0-2 0,3-2 1,0-2-1,62 26 1,-67-35-425</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3:55.537"/>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3:43.083"/>
    </inkml:context>
    <inkml:brush xml:id="br0">
      <inkml:brushProperty name="width" value="0.1" units="cm"/>
      <inkml:brushProperty name="height" value="0.1" units="cm"/>
      <inkml:brushProperty name="color" value="#E71224"/>
    </inkml:brush>
  </inkml:definitions>
  <inkml:trace contextRef="#ctx0" brushRef="#br0">1 55 8192,'2'-2'494,"0"0"0,0 1 1,0-1-1,0 1 1,0 0-1,1 0 0,-1-1 1,1 2-1,-1-1 0,1 0 1,-1 0-1,6 0 0,36-2 3320,-7 1-2586,117-24-1228,-107 21 0,1 3 0,57 4 0,-18 0 0,954-2-11468,-830 10 11468,-90-2 0,-12-2 0,77 3 0,-16 0 0,8 0 0,1089-10 0,-1075 11 0,-81-3 0,-2 0 0,112 3 0,-33 6 0,-24 0 0,72-14 0,70 3 0,510 7 0,-524-14 0,635 2 11468,-912 0-11468</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3:44.473"/>
    </inkml:context>
    <inkml:brush xml:id="br0">
      <inkml:brushProperty name="width" value="0.1" units="cm"/>
      <inkml:brushProperty name="height" value="0.1" units="cm"/>
      <inkml:brushProperty name="color" value="#E71224"/>
    </inkml:brush>
  </inkml:definitions>
  <inkml:trace contextRef="#ctx0" brushRef="#br0">1 67 8192,'91'-2'8992,"-1"-4"-6160,70-2-5664,363-9-3511,-256 3 5521,186-5-1005,890 46 1827,-1176-18 1911,-132-4 7646</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06.008"/>
    </inkml:context>
    <inkml:brush xml:id="br0">
      <inkml:brushProperty name="width" value="0.1" units="cm"/>
      <inkml:brushProperty name="height" value="0.1" units="cm"/>
      <inkml:brushProperty name="color" value="#E71224"/>
    </inkml:brush>
  </inkml:definitions>
  <inkml:trace contextRef="#ctx0" brushRef="#br0">0 0 8192,'116'9'8355,"4"-1"-5242,864-9-7468,-969 2 4843,0 1 0,22 4 0,-22-3 476,1 0-1,20 0 1,47-3-964,-68-1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06.947"/>
    </inkml:context>
    <inkml:brush xml:id="br0">
      <inkml:brushProperty name="width" value="0.1" units="cm"/>
      <inkml:brushProperty name="height" value="0.1" units="cm"/>
      <inkml:brushProperty name="color" value="#E71224"/>
    </inkml:brush>
  </inkml:definitions>
  <inkml:trace contextRef="#ctx0" brushRef="#br0">0 52 8192,'28'-2'2846,"-1"0"0,44-11 0,-44 7-1869,1 1-1,39-1 1,47-3-977,8 1 0,230 9 0,-337-1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09.335"/>
    </inkml:context>
    <inkml:brush xml:id="br0">
      <inkml:brushProperty name="width" value="0.1" units="cm"/>
      <inkml:brushProperty name="height" value="0.1" units="cm"/>
      <inkml:brushProperty name="color" value="#E71224"/>
    </inkml:brush>
  </inkml:definitions>
  <inkml:trace contextRef="#ctx0" brushRef="#br0">1 1 8192,'151'0'8207,"1"0"-4371,152 0-4720,2 0-6652,-36 9 4951,-12 0 1547,-140-1 2303,-3 1 1415,-88-8-442,28 6 0,-29-3-714,30 0-1,-26-3-1523,31 6 0,-33-3 0,38 1 0,-50-4 0,0 0 0,19 5 0,-19-3 0,34 2 0,508-27-2796,-229 0-4905,-235 17 6730,-73 4 971</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0.537"/>
    </inkml:context>
    <inkml:brush xml:id="br0">
      <inkml:brushProperty name="width" value="0.1" units="cm"/>
      <inkml:brushProperty name="height" value="0.1" units="cm"/>
      <inkml:brushProperty name="color" value="#E71224"/>
    </inkml:brush>
  </inkml:definitions>
  <inkml:trace contextRef="#ctx0" brushRef="#br0">1 2 8192,'87'-1'3733,"94"3"4002,-126 6-7735,-35-4 0,33 1 0,133 3 0,58 0 0,-130-8 0,389 10 0,-136 14-3946,-299-16-2232,-20-2 5320,1-4 9929,199-2-7160,-234 0-1911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2.870"/>
    </inkml:context>
    <inkml:brush xml:id="br0">
      <inkml:brushProperty name="width" value="0.1" units="cm"/>
      <inkml:brushProperty name="height" value="0.1" units="cm"/>
      <inkml:brushProperty name="color" value="#E71224"/>
    </inkml:brush>
  </inkml:definitions>
  <inkml:trace contextRef="#ctx0" brushRef="#br0">1 14 8192,'116'0'2566,"594"-10"-5132,-527 7 2566,-1 7 0,196 32 0,-241-12 0,-79-12 0,81 7 0,203-4 0,221-26 0,-315-1 0,98-8 0,124-2 0,574 24 0,-804 15 0,-25 0 0,-55-2 0,-27 0 0,446 6 0,1533-22 11468,-2100 0-11468,0 0 0,-1-1 0,12-3 0,-14 4 0,5-3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3.811"/>
    </inkml:context>
    <inkml:brush xml:id="br0">
      <inkml:brushProperty name="width" value="0.1" units="cm"/>
      <inkml:brushProperty name="height" value="0.1" units="cm"/>
      <inkml:brushProperty name="color" value="#E71224"/>
    </inkml:brush>
  </inkml:definitions>
  <inkml:trace contextRef="#ctx0" brushRef="#br0">1 14 8192,'339'-11'5463,"-261"8"-6555,0 3-1,0 4 0,0 3 0,104 23 1,-59-4 1092,431 84 0,-459-95-289,158 36 12046</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6.074"/>
    </inkml:context>
    <inkml:brush xml:id="br0">
      <inkml:brushProperty name="width" value="0.1" units="cm"/>
      <inkml:brushProperty name="height" value="0.1" units="cm"/>
      <inkml:brushProperty name="color" value="#E71224"/>
    </inkml:brush>
  </inkml:definitions>
  <inkml:trace contextRef="#ctx0" brushRef="#br0">1 53 8192,'25'0'4232,"44"-7"1,-53 4-3633,-1 0 1,0-1 0,0-1-1,15-7 1,-20 8-601,0 1 0,1 0 0,-1 0 0,1 1 0,0 0 0,11 0 0,70 2 0,-48 2 0,203-1 0,-203-1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7.068"/>
    </inkml:context>
    <inkml:brush xml:id="br0">
      <inkml:brushProperty name="width" value="0.1" units="cm"/>
      <inkml:brushProperty name="height" value="0.1" units="cm"/>
      <inkml:brushProperty name="color" value="#E71224"/>
    </inkml:brush>
  </inkml:definitions>
  <inkml:trace contextRef="#ctx0" brushRef="#br0">1 117 8192,'16'3'8237,"9"6"-7512,-1-1-426,15-1 112,0-2 1,1-1 0,-1-3-1,41-2 1,-19 0-263,503-29-9501,923-91 7236,-1453 120 2116,-9 1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8.197"/>
    </inkml:context>
    <inkml:brush xml:id="br0">
      <inkml:brushProperty name="width" value="0.1" units="cm"/>
      <inkml:brushProperty name="height" value="0.1" units="cm"/>
      <inkml:brushProperty name="color" value="#E71224"/>
    </inkml:brush>
  </inkml:definitions>
  <inkml:trace contextRef="#ctx0" brushRef="#br0">0 1 8192,'6'7'459,"0"0"1,-1 0 0,0 1 0,7 13-1,6 11 599,197 344 1967,-197-343-4755,1 0 0,42 52 0,1-17 12007</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8.541"/>
    </inkml:context>
    <inkml:brush xml:id="br0">
      <inkml:brushProperty name="width" value="0.1" units="cm"/>
      <inkml:brushProperty name="height" value="0.1" units="cm"/>
      <inkml:brushProperty name="color" value="#E71224"/>
    </inkml:brush>
  </inkml:definitions>
  <inkml:trace contextRef="#ctx0" brushRef="#br0">396 1 8192,'-3'2'2971,"-6"5"-2971,-8 6 0,-6 7 0,-9 8 0,-3 6 5848,-2 2-5848,-1-2 0,4-1 2649,2-4-2649,3-3 0,4-4 0,3-2 0,3-2 0,2-4 0,3-2 0,5-3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8.900"/>
    </inkml:context>
    <inkml:brush xml:id="br0">
      <inkml:brushProperty name="width" value="0.1" units="cm"/>
      <inkml:brushProperty name="height" value="0.1" units="cm"/>
      <inkml:brushProperty name="color" value="#E71224"/>
    </inkml:brush>
  </inkml:definitions>
  <inkml:trace contextRef="#ctx0" brushRef="#br0">0 136 8192,'54'-4'2467,"-1"-1"1,0-3 0,79-22-1,-30 6-869,82-22-1598,-163 37 0,-19 4 0,-12 2 0,-21 2 0,15 1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9.261"/>
    </inkml:context>
    <inkml:brush xml:id="br0">
      <inkml:brushProperty name="width" value="0.1" units="cm"/>
      <inkml:brushProperty name="height" value="0.1" units="cm"/>
      <inkml:brushProperty name="color" value="#E71224"/>
    </inkml:brush>
  </inkml:definitions>
  <inkml:trace contextRef="#ctx0" brushRef="#br0">0 0 8192,'0'551'11468,"2"-513"-14110,1 0 1,13 55-1,-13-76 1290,1-2-839</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9.544"/>
    </inkml:context>
    <inkml:brush xml:id="br0">
      <inkml:brushProperty name="width" value="0.1" units="cm"/>
      <inkml:brushProperty name="height" value="0.1" units="cm"/>
      <inkml:brushProperty name="color" value="#E71224"/>
    </inkml:brush>
  </inkml:definitions>
  <inkml:trace contextRef="#ctx0" brushRef="#br0">1 154 8192,'4'-1'1213,"-1"0"0,1-1 0,0 1 0,-1-1 0,1 0 0,-1 0 0,6-4 0,0 0 113,11-6-876,-8 5-454,1-1 0,19-7 0,-26 11 4,0 1 0,0-1 0,0-1 0,0 1 0,-1-1 0,0 0 0,0 0 0,-1 0 0,8-12 0,6-4 0,-9 10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19.899"/>
    </inkml:context>
    <inkml:brush xml:id="br0">
      <inkml:brushProperty name="width" value="0.1" units="cm"/>
      <inkml:brushProperty name="height" value="0.1" units="cm"/>
      <inkml:brushProperty name="color" value="#E71224"/>
    </inkml:brush>
  </inkml:definitions>
  <inkml:trace contextRef="#ctx0" brushRef="#br0">1 119 8192,'3'-3'11332,"0"-3"-11196,4-2-136,2-1 0,4-3 0,1-1 0,2 0 0,1 1 0,-3-1 0,-1 1 0,1 4 0,0 2 0,-2 3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0.320"/>
    </inkml:context>
    <inkml:brush xml:id="br0">
      <inkml:brushProperty name="width" value="0.1" units="cm"/>
      <inkml:brushProperty name="height" value="0.1" units="cm"/>
      <inkml:brushProperty name="color" value="#E71224"/>
    </inkml:brush>
  </inkml:definitions>
  <inkml:trace contextRef="#ctx0" brushRef="#br0">1 0 8192,'0'351'11468,"3"-316"-11468,0-20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0.693"/>
    </inkml:context>
    <inkml:brush xml:id="br0">
      <inkml:brushProperty name="width" value="0.1" units="cm"/>
      <inkml:brushProperty name="height" value="0.1" units="cm"/>
      <inkml:brushProperty name="color" value="#E71224"/>
    </inkml:brush>
  </inkml:definitions>
  <inkml:trace contextRef="#ctx0" brushRef="#br0">1 14 8192,'16'-3'11468,"-6"-1"-11468,1 0 0,-3 1 0,-6 4 0,-3 2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1.112"/>
    </inkml:context>
    <inkml:brush xml:id="br0">
      <inkml:brushProperty name="width" value="0.1" units="cm"/>
      <inkml:brushProperty name="height" value="0.1" units="cm"/>
      <inkml:brushProperty name="color" value="#E71224"/>
    </inkml:brush>
  </inkml:definitions>
  <inkml:trace contextRef="#ctx0" brushRef="#br0">1 67 8192,'3'0'11332,"3"0"-11332,1-2 0,3-2 136,1 1-136,3 0 0,1-2 0,1 0 0,1 0 0,0-1 0,0 0 0,0 1 0,-3-1 0,0 0 0,-1 2 0,1 0 0,1 2 0,-3 1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1.596"/>
    </inkml:context>
    <inkml:brush xml:id="br0">
      <inkml:brushProperty name="width" value="0.1" units="cm"/>
      <inkml:brushProperty name="height" value="0.1" units="cm"/>
      <inkml:brushProperty name="color" value="#E71224"/>
    </inkml:brush>
  </inkml:definitions>
  <inkml:trace contextRef="#ctx0" brushRef="#br0">0 53 8192,'0'-1'178,"1"0"1,-1 1-1,0-1 0,1 0 1,-1 1-1,0-1 1,1 0-1,-1 1 0,1-1 1,0 1-1,-1-1 1,1 1-1,-1-1 0,1 1 1,0-1-1,-1 1 1,1-1-1,0 1 0,-1 0 1,1-1-1,0 1 1,0 0-1,-1 0 0,1 0 1,0-1-1,0 1 1,1 0-1,25-3 6055,-24 3-5993,23-3-240,-1 0 0,35-11 0,-34 7 0,-2 3 0,1 1 0,-1 1 0,0 2 0,26 1 0,-9 0 0,-15-1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2.156"/>
    </inkml:context>
    <inkml:brush xml:id="br0">
      <inkml:brushProperty name="width" value="0.1" units="cm"/>
      <inkml:brushProperty name="height" value="0.1" units="cm"/>
      <inkml:brushProperty name="color" value="#E71224"/>
    </inkml:brush>
  </inkml:definitions>
  <inkml:trace contextRef="#ctx0" brushRef="#br0">51 1 8192,'-5'13'1073,"0"0"-1,1 1 1,1-1 0,0 1 0,-1 22 0,1-13 335,-8 66 403,-2 133 1,14-124-1812,-1-136 0,0 16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2.966"/>
    </inkml:context>
    <inkml:brush xml:id="br0">
      <inkml:brushProperty name="width" value="0.1" units="cm"/>
      <inkml:brushProperty name="height" value="0.1" units="cm"/>
      <inkml:brushProperty name="color" value="#E71224"/>
    </inkml:brush>
  </inkml:definitions>
  <inkml:trace contextRef="#ctx0" brushRef="#br0">1 26 8192,'2'-1'478,"0"-1"1,0 0-1,0 1 1,0 0-1,0-1 1,0 1-1,0 0 1,1 0-1,-1 0 1,1 1 0,-1-1-1,5 0 1,34-2 3315,-2 0-2341,-33 2-1446,-3 0 8,0 0-1,0 1 0,0-1 1,1 1-1,-1-1 0,0 1 1,6 1-1,-8-1-35,0 0-1,0 1 1,0-1 0,0 1 0,0-1-1,0 1 1,0-1 0,0 1 0,-1 0-1,1 0 1,0-1 0,0 1-1,-1 0 1,1 0 0,0 0 0,-1 0-1,1 0 1,-1 0 0,1 0 0,-1 0-1,0 0 1,1 0 0,-1 0-1,0 0 1,0 0 0,1 0 0,-1 0-1,0 1 1,0 2-408,1 0 0,-1 0 0,0 1 0,0-1 0,0 0 0,-1 0 0,1 0 0,-1 0 0,0 0 0,0 0 0,-2 4 0,-2 1-917,0 0 0,0 0 0,-10 10 0,-3 14 819,15-28 536,1 0-1,-1-1 1,0 1-1,0 0 1,0-1 0,0 1-1,-1-1 1,0 0-1,-6 5 1,2-3 52,3-3 154,0 1 0,0-1 1,0 1-1,1 0 0,-1 1 0,1-1 0,-4 7 1,7-10-193,0 1 1,0 0 0,1 0 0,-1-1 0,1 1 0,-1 0 0,1 0 0,0 0 0,0 0-1,0-1 1,0 1 0,0 0 0,0 0 0,1 0 0,-1 0 0,0-1 0,1 1 0,-1 0 0,1 0-1,0-1 1,0 1 0,0 0 0,0-1 0,0 1 0,0-1 0,0 1 0,0-1 0,3 3-1,58 54-2498,-58-54 2849,0 0 0,1-1 0,-1 0 0,1 0 0,0 0 0,0 0 0,0-1 0,1 0 0,-1 0 0,7 2 0,8 0 2669,30 3 1,-29-5-2218,-6 0-385</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3.699"/>
    </inkml:context>
    <inkml:brush xml:id="br0">
      <inkml:brushProperty name="width" value="0.1" units="cm"/>
      <inkml:brushProperty name="height" value="0.1" units="cm"/>
      <inkml:brushProperty name="color" value="#E71224"/>
    </inkml:brush>
  </inkml:definitions>
  <inkml:trace contextRef="#ctx0" brushRef="#br0">1 1 8192,'1206'0'0,"-924"18"803,25-1 870,-293-17-1178</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8.647"/>
    </inkml:context>
    <inkml:brush xml:id="br0">
      <inkml:brushProperty name="width" value="0.1" units="cm"/>
      <inkml:brushProperty name="height" value="0.1" units="cm"/>
      <inkml:brushProperty name="color" value="#E71224"/>
    </inkml:brush>
  </inkml:definitions>
  <inkml:trace contextRef="#ctx0" brushRef="#br0">90 0 8192,'-1'17'1274,"-1"0"0,0 0 1,-1 0-1,-1-1 0,0 1 0,-1-1 1,-1 0-1,-12 24 0,5-14-1274,6-13 0,0 1 0,-8 26 0,15-40 0,0 0 0,-1 0 0,1 0 0,0 0 0,0 0 0,0 1 0,0-1 0,0 0 0,0 0 0,0 0 0,-1 0 0,1 1 0,0-1 0,0 0 0,0 0 0,0 0 0,0 0 0,0 1 0,0-1 0,0 0 0,0 0 0,0 0 0,0 0 0,0 1 0,0-1 0,0 0 0,0 0 0,0 0 0,0 0 0,0 1 0,0-1 0,0 0 0,0 0 0,0 0 0,1 0 0,-1 1 0,0-1 0,0 0 0,0 0 0,0 0 0,0 0 0,0 0 0,1 0 0,-1 1 0,0-1 0,0 0 0,0 0 0,0 0 0,0 0 0,1 0 0,-1 0 0,0 0 0,0 0 0,0 0 0,0 0 0,1 0 0,-1 0 0,0 0 0,0 0 0,0 0 0,1 0 0,-1 0 0,0 0 0,0 0 0,0 0 0,0 0 0,1 0 0,-1 0 0,0 0 0,13-9 0,-10 7 0,8-7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8.931"/>
    </inkml:context>
    <inkml:brush xml:id="br0">
      <inkml:brushProperty name="width" value="0.1" units="cm"/>
      <inkml:brushProperty name="height" value="0.1" units="cm"/>
      <inkml:brushProperty name="color" value="#E71224"/>
    </inkml:brush>
  </inkml:definitions>
  <inkml:trace contextRef="#ctx0" brushRef="#br0">17 0 8192,'2'81'2813,"-4"89"5842,1-165-8655,1-1 0,-1 0 0,0 1 0,-1-1 0,-2 7 0,-3 4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9.403"/>
    </inkml:context>
    <inkml:brush xml:id="br0">
      <inkml:brushProperty name="width" value="0.1" units="cm"/>
      <inkml:brushProperty name="height" value="0.1" units="cm"/>
      <inkml:brushProperty name="color" value="#E71224"/>
    </inkml:brush>
  </inkml:definitions>
  <inkml:trace contextRef="#ctx0" brushRef="#br0">18 269 8192,'-1'13'2541,"0"1"1,-5 20 0,-2 19 863,7-45-3337,1 1 1,0-1-1,0 0 1,1 0-1,0 1 1,1-1-1,3 11 1,-4-16-74,0 0 1,0-1 0,1 1-1,-1-1 1,1 1-1,-1-1 1,1 0 0,0 0-1,0 0 1,0 0 0,0 0-1,1 0 1,-1 0-1,1 0 1,-1-1 0,1 0-1,-1 1 1,1-1-1,0 0 1,-1 0 0,1 0-1,0-1 1,0 1 0,4 0-1,5-1-247,0 1 0,-1-2 0,1 0 0,-1 0 0,1-1 0,-1-1 0,1 1-1,-1-2 1,0 0 0,0 0 0,0-1 0,18-12 0,5-4-1297,-2-2-1,42-39 1,146-146-1994,-214 202 3543,0 0 0,-1 0 0,0-1 0,0 0 0,-1 0 0,5-9 0,-8 15 0,-1-1 0,1 0 0,0 1 0,-1-1 0,0 1 0,1-1 0,-1 0 0,0 1 0,0-1 0,0 0 0,0 1 0,0-1 0,0 0 0,-1 1 0,1-1 0,0 0 0,-1 1 0,1-1 0,-1 1 0,0-1 0,1 1 0,-1-1 0,0 1 0,0-1 0,0 1 0,0 0 0,0-1 0,-1 1 0,1 0 0,0 0 0,0 0 0,-1 0 0,1 0 0,-1 0 0,1 0 0,-4 0 0,-8-5 0,-1 2 0,0 0 0,0 0 0,0 2 0,-1 0 0,-27-1 0,-10-2 0,-81-3 2476,118 8-1981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5.529"/>
    </inkml:context>
    <inkml:brush xml:id="br0">
      <inkml:brushProperty name="width" value="0.1" units="cm"/>
      <inkml:brushProperty name="height" value="0.1" units="cm"/>
      <inkml:brushProperty name="color" value="#E71224"/>
    </inkml:brush>
  </inkml:definitions>
  <inkml:trace contextRef="#ctx0" brushRef="#br0">1 132 8192,'-1'34'2293,"3"0"1,0-1 0,3 1 0,12 51-1,48 111-2293,-62-187 0,3 3 0,-2 0 0,1 0 0,-2 1 0,3 15 0,0-6 0,-6-22 0,0 1 0,0-1 0,0 0 0,0 0 0,0 1 0,1-1 0,-1 0 0,0 1 0,0-1 0,0 0 0,0 0 0,0 1 0,1-1 0,-1 0 0,0 0 0,0 1 0,1-1 0,-1 0 0,0 0 0,0 0 0,1 1 0,-1-1 0,0 0 0,1 0 0,-1 0 0,0 0 0,0 0 0,1 0 0,-1 0 0,0 0 0,1 0 0,-1 0 0,0 0 0,1 0 0,-1 0 0,0 0 0,1 0 0,-1 0 0,0 0 0,0 0 0,1 0 0,-1 0 0,0 0 0,1 0 0,-1-1 0,0 1 0,0 0 0,1 0 0,-1 0 0,0-1 0,0 1 0,1 0 0,-1 0 0,0-1 0,0 1 0,0 0 0,0 0 0,1-1 0,-1 1 0,0 0 0,0 0 0,0-1 0,0 1 0,0 0 0,0-1 0,16-27-9,-2 0 0,20-57 0,-19 43-459,31-66-3915,93-158 0,-105 216 2009,-9 20 4452,-24 30-1996,-1-1-1,0 1 1,0-1-1,1 1 0,-1 0 1,0-1-1,0 1 1,1 0-1,-1 0 1,0-1-1,1 1 1,-1 0-1,0 0 0,1-1 1,-1 1-1,1 0 1,-1 0-1,0 0 1,1 0-1,-1 0 1,1-1-1,-1 1 0,1 0 1,-1 0-1,0 0 1,1 0-1,-1 0 1,1 0-1,-1 0 1,1 1-1,-1-1 1,0 0-1,1 0 0,-1 0 1,1 0-1,-1 0 1,0 1-1,1-1 1,-1 0-1,1 0 1,-1 1-1,0-1 0,0 0 1,1 1-1,-1-1 1,0 0-1,1 1 1,-1-1-1,0 0 1,0 1-1,0-1 0,1 1 1,-1-1-1,0 0 1,0 1-1,0-1 1,0 1-1,0-1 1,0 1-1,0-1 1,0 1-1,8 38 3832,-6-26-3319,71 255-3455,-66-239 5773,8 16-4326,6-4-602,-1-18 3858,-19-22-1765,1 0 0,-1 0-1,1 0 1,-1 0 0,1 0 0,-1 0 0,1 0 0,0-1 0,-1 1 0,1 0-1,0-1 1,0 0 0,-1 1 0,1-1 0,0 0 0,0 0 0,0 0-1,-1 0 1,4 0 0,-2-1-38,1 0-1,-1 0 0,1-1 1,-1 1-1,0-1 1,1 1-1,-1-1 1,0 0-1,3-3 1,3-2-104,-2-1 1,1 0 0,-1 0 0,0 0 0,10-17 0,56-109-2972,7-14-1853,-19 48 3975,-44 72 914</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5.918"/>
    </inkml:context>
    <inkml:brush xml:id="br0">
      <inkml:brushProperty name="width" value="0.1" units="cm"/>
      <inkml:brushProperty name="height" value="0.1" units="cm"/>
      <inkml:brushProperty name="color" value="#E71224"/>
    </inkml:brush>
  </inkml:definitions>
  <inkml:trace contextRef="#ctx0" brushRef="#br0">67 0 8192,'1'118'296,"-15"320"322,1-335-1547,1-16 937,-1 126-1,13-209 232,0 1 0,0-1 0,0 0-1,-12 14 6930,10-32-3823,0-5-3345</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6.745"/>
    </inkml:context>
    <inkml:brush xml:id="br0">
      <inkml:brushProperty name="width" value="0.1" units="cm"/>
      <inkml:brushProperty name="height" value="0.1" units="cm"/>
      <inkml:brushProperty name="color" value="#E71224"/>
    </inkml:brush>
  </inkml:definitions>
  <inkml:trace contextRef="#ctx0" brushRef="#br0">274 1 8192,'48'-1'2787,"55"2"5894,-103-1-8681,1 0 0,0 0 0,0 0 0,0 0 0,-1 0 0,1 0 0,0 1 0,0-1 0,0 0 0,-1 0 0,1 0 0,0 1 0,0-1 0,-1 1 0,1-1 0,0 0 0,0 1 0,-1-1 0,1 1 0,-1-1 0,1 1 0,0 0 0,-1-1 0,1 1 0,-1 0 0,0-1 0,1 1 0,-1 0 0,1 0 0,-1 0 0,0 1 0,0 0 0,0-1 0,0 1 0,-1 0 0,1 0 0,0-1 0,-1 1 0,0 0 0,1-1 0,-1 1 0,0-1 0,0 1 0,-1 1 0,-6 7 0,0 0 0,-17 16 0,25-25 0,-30 24 0,-1 0 0,-58 34 0,33-24 0,-109 65 0,163-98 0,-1-1 0,1 1 0,0 0 0,0 0 0,-1 0 0,1 0 0,0 0 0,0 1 0,-2 3 0,4-6 0,0 0 0,0 1 0,0-1 0,-1 0 0,1 1 0,0-1 0,0 0 0,0 1 0,0-1 0,0 1 0,0-1 0,0 0 0,0 1 0,0-1 0,0 0 0,0 1 0,0-1 0,0 1 0,1-1 0,-1 0 0,0 1 0,0-1 0,0 0 0,0 1 0,1-1 0,-1 0 0,1 1 0,0 0 0,0-1 0,0 1 0,0 0 0,0-1 0,1 1 0,-1-1 0,0 1 0,0-1 0,1 0 0,-1 1 0,0-1 0,3 0 0,75 1 0,-56-2 0,41 4 0,-56-1 0,0-1 0,0 1 0,0 0 0,0 1 0,0 0 0,-1 0 0,1 1 0,12 8 0,30 14 0,-42-23 0,0 1 0,0 0 0,0 1 0,-1-1 0,1 1 0,-1 1 0,11 10 0,-10-6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7.310"/>
    </inkml:context>
    <inkml:brush xml:id="br0">
      <inkml:brushProperty name="width" value="0.1" units="cm"/>
      <inkml:brushProperty name="height" value="0.1" units="cm"/>
      <inkml:brushProperty name="color" value="#E71224"/>
    </inkml:brush>
  </inkml:definitions>
  <inkml:trace contextRef="#ctx0" brushRef="#br0">153 1 8192,'79'-1'580,"87"3"3548,-164-2-4028,0 0 0,0 0-1,0 1 1,0-1 0,-1 1 0,1-1 0,0 1 0,0 0 0,0-1-1,0 1 1,0 0 0,-1 0 0,1 1 0,-1-1 0,1 0 0,0 0 0,-1 1-1,0-1 1,1 1 0,-1-1 0,1 3 0,0-1 83,-1 0 0,1 0 0,-1 0 0,0 1 0,0-1 0,-1 0 1,1 1-1,-1-1 0,0 0 0,0 1 0,0 6 0,0-5-44,-1 0 0,0 1 1,0-1-1,0 0 0,-1 0 0,0 0 0,0 0 1,0 0-1,0-1 0,-1 1 0,0 0 0,0-1 0,0 0 1,0 0-1,-1 0 0,-6 6 0,-21 8-104,-1-2 0,-1-1 0,-49 16 0,50-20-210,1 1 0,-1 1 1,-54 34-1,82-44-8,0 0 0,0 0 1,1 0-1,-1 1 0,1-1 0,0 1 1,0 0-1,0 0 0,0 0 0,-1 5 1,3-8 148,0 0 1,1 1-1,-1-1 1,1 1-1,-1-1 1,1 1-1,0-1 1,0 1-1,0-1 1,0 1-1,0-1 1,0 1-1,0-1 1,0 1 0,0-1-1,1 1 1,-1-1-1,1 1 1,-1-1-1,1 1 1,0-1-1,-1 0 1,1 1-1,0-1 1,0 0-1,0 0 1,0 1-1,0-1 1,0 0 0,0 0-1,0 0 1,1 0-1,-1-1 1,3 3-1,4 1-304,1 0-1,-1 0 0,1-1 1,0 0-1,0-1 0,0 0 1,0 0-1,11 0 0,79 0-3919,-68-3 3837,7-2 421,0-1 0,0-1 0,0-2 0,-1-2 0,0-2 0,52-22 0,-87 32 18,6-2 1461,0 0 0,-1-1 0,14-9 0,-19 12-1171,0-1-1,0 0 1,-1 1-1,1-1 1,0 0-1,-1 0 0,1 0 1,-1 0-1,0 0 1,0-1-1,0 1 1,0 0-1,0 0 0,0-1 1,-1 1-1,1-1 1,0-3-1,0-6-307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27.917"/>
    </inkml:context>
    <inkml:brush xml:id="br0">
      <inkml:brushProperty name="width" value="0.1" units="cm"/>
      <inkml:brushProperty name="height" value="0.1" units="cm"/>
      <inkml:brushProperty name="color" value="#E71224"/>
    </inkml:brush>
  </inkml:definitions>
  <inkml:trace contextRef="#ctx0" brushRef="#br0">0 28 8192,'909'0'914,"-753"1"-1713,466-17 684,-573 8 115,-35 4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30.213"/>
    </inkml:context>
    <inkml:brush xml:id="br0">
      <inkml:brushProperty name="width" value="0.1" units="cm"/>
      <inkml:brushProperty name="height" value="0.1" units="cm"/>
      <inkml:brushProperty name="color" value="#E71224"/>
    </inkml:brush>
  </inkml:definitions>
  <inkml:trace contextRef="#ctx0" brushRef="#br0">52 0 8192,'0'0'35,"-1"1"1,0-1 0,1 0 0,-1 0-1,1 0 1,-1 1 0,0-1 0,1 0-1,-1 1 1,1-1 0,-1 1-1,1-1 1,0 0 0,-1 1 0,1-1-1,-1 1 1,1-1 0,0 1 0,-1-1-1,1 1 1,0 0 0,0-1-1,-1 1 1,1 0 0,-6 19 2051,5-15-1122,-10 43 540,2 0 0,3 1-1,1 0 1,3 71-1,2-118-1504,0 1 0,0 0 0,0-1 0,0 1 0,0 0 0,1-1 0,-1 1 0,1 0 0,-1-1 0,1 1 0,0-1 0,0 1 0,0-1 0,0 1 0,2 2 0,5 2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30.476"/>
    </inkml:context>
    <inkml:brush xml:id="br0">
      <inkml:brushProperty name="width" value="0.1" units="cm"/>
      <inkml:brushProperty name="height" value="0.1" units="cm"/>
      <inkml:brushProperty name="color" value="#E71224"/>
    </inkml:brush>
  </inkml:definitions>
  <inkml:trace contextRef="#ctx0" brushRef="#br0">254 0 8192,'1'87'2822,"-3"94"5824,0-167-8646,0-1 0,-1 0 0,0 1 0,-2-1 0,1 0 0,-1-1 0,-1 1 0,0-1 0,-1 0 0,-9 11 0,-12 15 0,-51 52 0,53-62 0,-22 31 0,35-43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30.832"/>
    </inkml:context>
    <inkml:brush xml:id="br0">
      <inkml:brushProperty name="width" value="0.1" units="cm"/>
      <inkml:brushProperty name="height" value="0.1" units="cm"/>
      <inkml:brushProperty name="color" value="#E71224"/>
    </inkml:brush>
  </inkml:definitions>
  <inkml:trace contextRef="#ctx0" brushRef="#br0">89 224 8192,'-1'76'3739,"3"83"3990,-3-158-7729,1 0 0,0 1 0,0-1 0,0 0 0,0 0 0,1 0 0,-1 0 0,0 1 0,0-1 0,1 0 0,-1 0 0,1 0 0,-1 0 0,1 0 0,-1 0 0,1 0 0,0 0 0,-1 0 0,1 0 0,0 0 0,0 0 0,-1-1 0,1 1 0,0 0 0,0 0 0,0-1 0,0 1 0,0-1 0,0 1 0,0-1 0,1 1 0,-1-1 0,0 0 0,0 1 0,0-1 0,0 0 0,0 0 0,1 0 0,-1 0 0,0 0 0,0 0 0,0 0 0,1 0 0,-1-1 0,0 1 0,0 0 0,0-1 0,0 1 0,0-1 0,2 0 0,3-2 0,1 0 0,0-1 0,-1 0 0,0 0 0,0-1 0,8-7 0,15-20-1323,-1-1 0,-2-2 0,-1 0 0,-2-1 0,-2-2 0,33-76 0,-52 108 1164,1-1-1,-1 0 1,0 0-1,0 0 1,-1 0 0,0 0-1,0 0 1,0-8-1,-2 13 135,1 0-1,0 0 0,0-1 0,-1 1 1,0 0-1,1 0 0,-1 0 0,0 0 1,0 0-1,0 0 0,0 0 0,0 0 1,-1 0-1,1 1 0,0-1 0,-1 0 1,1 1-1,-1-1 0,0 1 0,0 0 1,1-1-1,-1 1 0,0 0 0,0 0 1,0 0-1,0 0 0,0 1 0,0-1 1,-5 0-1,-18-3 26,0 1 0,0 1 0,0 1 0,-32 4 0,1-1 0,-44 2 0,54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44:31.797"/>
    </inkml:context>
    <inkml:brush xml:id="br0">
      <inkml:brushProperty name="width" value="0.1" units="cm"/>
      <inkml:brushProperty name="height" value="0.1" units="cm"/>
      <inkml:brushProperty name="color" value="#E71224"/>
    </inkml:brush>
  </inkml:definitions>
  <inkml:trace contextRef="#ctx0" brushRef="#br0">1 1 8192,'216'47'0,"2"-9"0,301 14 0,446-36 0,-854-17 0,978-49 0,-305 6 0,-363 27 0,704-9 0,-1101 27 0,143 5 0,-134-4 0,0 3 0,62 15 0,-76-13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46.163"/>
    </inkml:context>
    <inkml:brush xml:id="br0">
      <inkml:brushProperty name="width" value="0.1" units="cm"/>
      <inkml:brushProperty name="height" value="0.1" units="cm"/>
      <inkml:brushProperty name="color" value="#E71224"/>
    </inkml:brush>
  </inkml:definitions>
  <inkml:trace contextRef="#ctx0" brushRef="#br0">1 0 8192,'12'9'6366,"4"-2"-3587,38 3-3691,-36-7 1956,71 9-3099,93 2 0,91-12-3090,-258-2 5123,2 0 22</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46.914"/>
    </inkml:context>
    <inkml:brush xml:id="br0">
      <inkml:brushProperty name="width" value="0.1" units="cm"/>
      <inkml:brushProperty name="height" value="0.1" units="cm"/>
      <inkml:brushProperty name="color" value="#E71224"/>
    </inkml:brush>
  </inkml:definitions>
  <inkml:trace contextRef="#ctx0" brushRef="#br0">1 0 8192,'155'4'10939,"76"9"-10308,-35-2-3529,-170-10 2898,-5 0 2796</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48.023"/>
    </inkml:context>
    <inkml:brush xml:id="br0">
      <inkml:brushProperty name="width" value="0.1" units="cm"/>
      <inkml:brushProperty name="height" value="0.1" units="cm"/>
      <inkml:brushProperty name="color" value="#E71224"/>
    </inkml:brush>
  </inkml:definitions>
  <inkml:trace contextRef="#ctx0" brushRef="#br0">0 26 8192,'500'-10'4569,"-493"9"-4805,160-11-4097,-149 10 4333</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7:44:08.293"/>
    </inkml:context>
    <inkml:brush xml:id="br0">
      <inkml:brushProperty name="width" value="0.1" units="cm"/>
      <inkml:brushProperty name="height" value="0.1" units="cm"/>
      <inkml:brushProperty name="color" value="#E71224"/>
    </inkml:brush>
  </inkml:definitions>
  <inkml:trace contextRef="#ctx0" brushRef="#br0">11 0 8192,'-5'0'18022,"0"0"-18022</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57:03.815"/>
    </inkml:context>
    <inkml:brush xml:id="br0">
      <inkml:brushProperty name="width" value="0.1" units="cm"/>
      <inkml:brushProperty name="height" value="0.1" units="cm"/>
      <inkml:brushProperty name="color" value="#E71224"/>
    </inkml:brush>
  </inkml:definitions>
  <inkml:trace contextRef="#ctx0" brushRef="#br0">0 101 8192,'6'0'1501,"-1"-1"0,0 0 0,0 0 1,0 0-1,6-3 0,19-3 960,2 2-2461,51-15 0,19-4 0,33 4 0,-83 13 0,-25 3 0,44-2 0,-53 7-330,1 1 0,-1 0 0,-1 1 0,1 1 0,25 9 0,-29-7 1815,-4 1-990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57:04.632"/>
    </inkml:context>
    <inkml:brush xml:id="br0">
      <inkml:brushProperty name="width" value="0.1" units="cm"/>
      <inkml:brushProperty name="height" value="0.1" units="cm"/>
      <inkml:brushProperty name="color" value="#E71224"/>
    </inkml:brush>
  </inkml:definitions>
  <inkml:trace contextRef="#ctx0" brushRef="#br0">0 68 8192,'3'-2'11332,"4"-2"-11332,3 0 0,3 1 136,2 1-136,2-2 0,0 0 0,0 0 0,1-2 0,2 0 0,1 2 0,-1 0 0,0-1 0,-1 0 0,-1 1 0,-1 1 0,0 1 0,-3 1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57:06.709"/>
    </inkml:context>
    <inkml:brush xml:id="br0">
      <inkml:brushProperty name="width" value="0.1" units="cm"/>
      <inkml:brushProperty name="height" value="0.1" units="cm"/>
      <inkml:brushProperty name="color" value="#E71224"/>
    </inkml:brush>
  </inkml:definitions>
  <inkml:trace contextRef="#ctx0" brushRef="#br0">0 35 8192,'712'0'10298,"-397"0"-9128,-270-2-1170,65-12 0,-22 2 0,132 5-11027,-205 8 10586</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57:08.157"/>
    </inkml:context>
    <inkml:brush xml:id="br0">
      <inkml:brushProperty name="width" value="0.1" units="cm"/>
      <inkml:brushProperty name="height" value="0.1" units="cm"/>
      <inkml:brushProperty name="color" value="#E71224"/>
    </inkml:brush>
  </inkml:definitions>
  <inkml:trace contextRef="#ctx0" brushRef="#br0">457 1 8192,'-3'0'319,"0"0"0,0 1 0,0 0 0,0-1 0,0 1 0,0 0 0,0 1 0,0-1 0,1 0 0,-1 1 0,1-1 0,-1 1 0,1 0-1,-1 0 1,-2 3 0,-32 40 5182,23-26-4637,-55 60-864,57-67 0,-30 22 0,13-11 0,12-11 0,-1 0 0,0-1 0,-34 14 0,-14 9 0,30-14-5734,54-32 0,27-10 5734,1 2 0,1 2 0,1 2 0,0 2 0,69-10 0,-85 21 0,-23 3 0,0 0 0,0-1 0,-1-1 0,17-4 0,-23 6 0,-1-1 0,1 1 0,-1-1 0,1 0 0,-1 0 0,1 0 0,-1 0 0,0 0 0,1 0 0,-1 0 0,0 0 0,0 0 0,0-1 0,0 1 0,0 0 0,0-1 0,0 1 0,0-1 0,0 1 0,-1-1 0,1 1 0,-1-1 0,1 0 0,-1 1 0,0-1 0,1 0 0,-1 1 0,0-1 0,0 0 0,0-2 0,-3-9 1088,0-1 0,0 0-1,-1 1 1,-1 0 0,0-1 0,0 2 0,-2-1 0,0 1 0,-12-17 0,16 23-940,-6-8 293</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59:58.025"/>
    </inkml:context>
    <inkml:brush xml:id="br0">
      <inkml:brushProperty name="width" value="0.1" units="cm"/>
      <inkml:brushProperty name="height" value="0.1" units="cm"/>
      <inkml:brushProperty name="color" value="#E71224"/>
    </inkml:brush>
  </inkml:definitions>
  <inkml:trace contextRef="#ctx0" brushRef="#br0">1 1 8192,'33'0'7805,"0"0"-4014,17 0-3212,0 0-4206,21 0-4568,756 0 7842,-816 1 468,1 1 1,0 0-1,0 1 0,-1 0 1,0 1-1,20 8 1,17 7-429,-19-11 189,1-1 0,0-2 1,55 3-1,-38-5 913,-1 1 0,1 3 0,-1 1 0,60 19 0,9 7 6734,-102-32-8028,0 1 1,1-2-1,14 1 0,14 1-447,54 5-2370,141-6 1,-113-4 1852,2188 2 1084,-2227-7 385,-1-1 0,229 9 11468,-298-2-11468,-1 0 0,18-5 0,25-1 0,-13 0 0,-31 4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0:04.258"/>
    </inkml:context>
    <inkml:brush xml:id="br0">
      <inkml:brushProperty name="width" value="0.1" units="cm"/>
      <inkml:brushProperty name="height" value="0.1" units="cm"/>
      <inkml:brushProperty name="color" value="#E71224"/>
    </inkml:brush>
  </inkml:definitions>
  <inkml:trace contextRef="#ctx0" brushRef="#br0">0 0 8192,'6'2'2166,"-1"-1"-1,1 1 1,-1 0 0,9 4 0,-6-2-1527,3 1-639,-1 1 0,0 1 0,0-1 0,0 1 0,9 10 0,31 22 0,1-5 0,-33-21 0,0-1 0,1 0 0,21 8 0,-11-7 0,-19-8 0,-1 0 0,1-1 0,0-1 0,0 0 0,0 0 0,0-1 0,1 0 0,14 1 0,5-4-335,0-1-1,0-1 0,0-2 1,-1 0-1,0-3 1,0 0-1,0-2 0,-1 0 1,31-18-1,-45 21-678,0 0 0,1 1 0,17-4 0,-28 9 789,0 0-1,0 0 1,0 0 0,0 1-1,0-1 1,0 1 0,0 0-1,0 0 1,0 1 0,0-1-1,0 1 1,0 0-1,0 0 1,0 1 0,0-1-1,0 1 1,4 1 0,118 90 9929,-118-88-9565,0 0 0,1 0 0,-1-1 0,1 0 0,0 0 0,0-1 0,0 0 0,0-1-1,0 0 1,17 1 0,10-1-2291,54-3-1,-33-1-2145,695 2 4640,-733-2-40,-1-1 0,0 0 1,0-2-1,-1 0 1,1 0-1,31-17 0,-6 5-836,7-6-5068,-35 15 7511,0 1-1,19-5 1,-28 10-1286,0 0 0,0 1 0,1 0 1,-1 1-1,0 0 0,1-1 0,-1 2 0,0-1 1,9 3-1,12 2-238,2 2-341,1-1-1,1-2 1,34 1-1,-52-6-43</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1:24.070"/>
    </inkml:context>
    <inkml:brush xml:id="br0">
      <inkml:brushProperty name="width" value="0.1" units="cm"/>
      <inkml:brushProperty name="height" value="0.1" units="cm"/>
      <inkml:brushProperty name="color" value="#E71224"/>
    </inkml:brush>
  </inkml:definitions>
  <inkml:trace contextRef="#ctx0" brushRef="#br0">6 1 8192,'-2'3'11468,"-2"0"-11468</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04.553"/>
    </inkml:context>
    <inkml:brush xml:id="br0">
      <inkml:brushProperty name="width" value="0.1" units="cm"/>
      <inkml:brushProperty name="height" value="0.1" units="cm"/>
      <inkml:brushProperty name="color" value="#E71224"/>
    </inkml:brush>
  </inkml:definitions>
  <inkml:trace contextRef="#ctx0" brushRef="#br0">1 2 8192,'210'-1'2920,"54"0"3587,-87 3-5025,414 28-8991,-209-8 4109,-144-11 3400,436 25 0,-197-9 0,-291-17 0,306 10 0,-183 1 0,-10-1 0,-106-2 0,-52-2 0,669 22 0,-139-4 0,-182-6 0,-96 2 0,-80-5 0,627-1 0,-533-23 0,320-3 0,-488-5 0,124-1 0,148-18 0,-382 16 0,170-4 0,45-3 0,-178 0 0,153-9 0,-21 13 0,277-4 0,-398 17 0,185-23 0,-292 14 71,195-16 4006,-249 24-3031,-1 0 0,1 0-1,-1-2 1,1 0 0,-1 0 0,24-10-1,-27 7-1045</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16.300"/>
    </inkml:context>
    <inkml:brush xml:id="br0">
      <inkml:brushProperty name="width" value="0.1" units="cm"/>
      <inkml:brushProperty name="height" value="0.1" units="cm"/>
      <inkml:brushProperty name="color" value="#E71224"/>
    </inkml:brush>
  </inkml:definitions>
  <inkml:trace contextRef="#ctx0" brushRef="#br0">0 86 8192,'38'2'3361,"59"10"0,-58-5-988,52 1 0,772-7-10657,-404-3 5100,-290-5 3184,-1-1 0,241-5 0,-140 6 0,21-1 0,797 9 0,-755-23 0,-48 2 0,51 18 8560,-170 3-5652,-139-2-2908,28-5 0,25-1 0,762 5 0,-409 4 0,-258-9-3491,-4 0-1370,216 7 639,-258 0 7379,0 0 5819,102 11-8535,77 16-3412,2 0-5526,14 4 8497,-43-13 0,-203-12 0,29 2 0,91 3 0,-158-8 0,109 15 0,15 1 0,664 0 0,-497-12 0,-17 0 0,-45-6 0,392-3 0,-309-18 0,17 0 0,240 15 0,372-15 0,148-53 0,-494 38 0,97 0 0,-555 32 0,-163 3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18.430"/>
    </inkml:context>
    <inkml:brush xml:id="br0">
      <inkml:brushProperty name="width" value="0.1" units="cm"/>
      <inkml:brushProperty name="height" value="0.1" units="cm"/>
      <inkml:brushProperty name="color" value="#E71224"/>
    </inkml:brush>
  </inkml:definitions>
  <inkml:trace contextRef="#ctx0" brushRef="#br0">37 0 8192,'-37'12'11468,"66"-3"-11468,30 2 0,96 6 0,63-11 0,-180-5 0,793-17 0,-184-10-559,-617 26-1678,-8 0 1677</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19.240"/>
    </inkml:context>
    <inkml:brush xml:id="br0">
      <inkml:brushProperty name="width" value="0.1" units="cm"/>
      <inkml:brushProperty name="height" value="0.1" units="cm"/>
      <inkml:brushProperty name="color" value="#E71224"/>
    </inkml:brush>
  </inkml:definitions>
  <inkml:trace contextRef="#ctx0" brushRef="#br0">1 88 8192,'63'0'89,"765"-14"4391,-376-10-6024,843-25-1481,-1195 48 3025,368 10 0,-457-9-9,2 1 80,1-1 0,-1 2 0,0 0 0,0 0 0,0 2 0,0-1 0,13 7 0,-10 0 2726</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20.255"/>
    </inkml:context>
    <inkml:brush xml:id="br0">
      <inkml:brushProperty name="width" value="0.1" units="cm"/>
      <inkml:brushProperty name="height" value="0.1" units="cm"/>
      <inkml:brushProperty name="color" value="#E71224"/>
    </inkml:brush>
  </inkml:definitions>
  <inkml:trace contextRef="#ctx0" brushRef="#br0">0 1 8192,'4'2'245,"1"1"1,0-1-1,-1 0 0,1-1 1,0 1-1,0-1 1,0 0-1,-1 0 1,1 0-1,7-1 0,1 2 27,366 28 2098,-239-24-1862,743 34-6357,-495-22 5849,230 14 0,75 7 0,-525-26 0,146 4 0,-115-18 0,-183 1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22.831"/>
    </inkml:context>
    <inkml:brush xml:id="br0">
      <inkml:brushProperty name="width" value="0.1" units="cm"/>
      <inkml:brushProperty name="height" value="0.1" units="cm"/>
      <inkml:brushProperty name="color" value="#E71224"/>
    </inkml:brush>
  </inkml:definitions>
  <inkml:trace contextRef="#ctx0" brushRef="#br0">469 169 8192,'-6'6'556,"-1"0"-1,0-1 1,-10 7 0,-9 5 577,-57 51 2923,-85 90 0,72-46-4056,88-104 0,2-2 0,0 0 0,0 1 0,0 0 0,1-1 0,0 2 0,1-1 0,-1 1 0,-3 8 0,8-15 0,0-1 0,0 1 0,0 0 0,0-1 0,0 1 0,0-1 0,1 1 0,-1 0 0,0-1 0,0 1 0,0-1 0,1 1 0,-1 0 0,0-1 0,0 1 0,1-1 0,-1 1 0,0-1 0,1 1 0,-1-1 0,1 0 0,-1 1 0,1-1 0,-1 1 0,1-1 0,-1 0 0,1 1 0,-1-1 0,1 0 0,-1 0 0,1 1 0,-1-1 0,1 0 0,0 0 0,-1 0 0,2 0 0,26 3 0,-24-3 0,257 12-2798,161 2-3681,-259-12 5596,201-5-425,-360 3 1308,-1 0 0,0 0 0,0-1 0,0 1 0,0-1 0,0 0 0,1 0 0,-1 0 0,-1 0 0,1 0 0,0-1 0,4-2 0,-6 3 0,0 0 0,0 0 0,-1 0 0,1 0 0,0 0 0,-1 0 0,1 0 0,0-1 0,-1 1 0,0 0 0,1 0 0,-1 0 0,0-1 0,0 1 0,1 0 0,-1 0 0,0-1 0,0 1 0,0 0 0,-1-1 0,1 1 0,0 0 0,0 0 0,-1-1 0,1 1 0,-1 0 0,1 0 0,-1 0 0,1 0 0,-1-1 0,0 1 0,1 0 0,-2-1 0,-63-94 1452,-114-130 1,157 200-1177,-24-28-384,-60-76-2580,96 117 2600,-1 1 0,0-1 0,-21-15 1,17 15 53,4 2 34</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29.267"/>
    </inkml:context>
    <inkml:brush xml:id="br0">
      <inkml:brushProperty name="width" value="0.1" units="cm"/>
      <inkml:brushProperty name="height" value="0.1" units="cm"/>
      <inkml:brushProperty name="color" value="#E71224"/>
    </inkml:brush>
  </inkml:definitions>
  <inkml:trace contextRef="#ctx0" brushRef="#br0">1 320 8192,'5'0'657,"1"-1"0,-1 0 1,1 0-1,-1-1 0,1 1 1,-1-1-1,0-1 0,0 1 1,9-6-1,0-1 1791,26-22-1,-32 23-2447,20-16 0,59-41 0,-59 49 0,-17 10 0,0-1 0,0 0 0,-1 0 0,1-1 0,-2 0 0,14-14 0,-18 17 0,-1 0 0,2 1 0,-1 0 0,0 0 0,11-6 0,17-12 0,1 0 0,-27 17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30.424"/>
    </inkml:context>
    <inkml:brush xml:id="br0">
      <inkml:brushProperty name="width" value="0.1" units="cm"/>
      <inkml:brushProperty name="height" value="0.1" units="cm"/>
      <inkml:brushProperty name="color" value="#E71224"/>
    </inkml:brush>
  </inkml:definitions>
  <inkml:trace contextRef="#ctx0" brushRef="#br0">1 1 8192,'1'9'1196,"0"0"0,1 0 0,1 0 0,0 0 1,0 0-1,0-1 0,1 1 0,10 15 0,1 3-493,6 13-703,-12-24 0,0 1 0,-2 0 0,9 25 0,-10-23 0,2 0 0,0-1 0,13 23 0,-9-20 0,14 36 0,-16-10 0,-9-39 0,0 1 0,1 0 0,0-1 0,5 14 0,49 104-495,-43-94 990,-9-24-495</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33.840"/>
    </inkml:context>
    <inkml:brush xml:id="br0">
      <inkml:brushProperty name="width" value="0.1" units="cm"/>
      <inkml:brushProperty name="height" value="0.1" units="cm"/>
      <inkml:brushProperty name="color" value="#E71224"/>
    </inkml:brush>
  </inkml:definitions>
  <inkml:trace contextRef="#ctx0" brushRef="#br0">0 156 8192,'42'13'9352,"21"-8"-8546,78-6 1,-47-1-304,-13 3-503,89-3 0,-68-12 0,-70 10 0,8-1 0,43 1 0,-83 4 0,51-1-186,0 4-1,72 11 1,-73-4-2720,-1-2 0,70 1 0,-112-9 2537,-2 0 109,-1 0-1,1 0 1,0 1 0,0-1-1,-1 1 1,8 2 0,-12-3 276,0 0-1,0 0 1,0 0 0,0 0 0,0 0 0,0 0 0,0 0-1,0 0 1,0 0 0,0 0 0,0 0 0,0 0 0,-1 0-1,1 1 1,0-1 0,0 0 0,0 0 0,0 0-1,0 0 1,0 0 0,0 0 0,0 0 0,0 0 0,0 0-1,0 0 1,0 0 0,0 0 0,0 0 0,0 0 0,0 0-1,0 0 1,0 0 0,0 0 0,0 0 0,0 1 0,0-1-1,0 0 1,0 0 0,0 0 0,0 0 0,0 0 0,0 0-1,0 0 1,0 0 0,0 0 0,0 0 0,0 0-1,0 0 1,0 0 0,0 0 0,0 0 0,0 1 0,0-1-1,0 0 1,0 0 0,0 0 0,0 0 0,0 0 0,0 0-1,0 0 1,0 0 0,-10 2 2280,-13 1 2352,-15-1-3478,11-1-577,0 0 0,-1-2 1,-28-5-1,52 6-582,0-1 0,0 0-1,0 0 1,0 0 0,0-1 0,0 0-1,0 1 1,0-1 0,1-1 0,-1 1 0,1 0-1,-5-5 1,6 4-55,0 1 1,0-1-1,0 0 0,1 0 1,-1 0-1,1 0 0,-1 0 0,1 0 1,0 0-1,1-1 0,-1 1 1,0 0-1,1-1 0,0 1 1,0-7-1,0-16-4356,-1-6-227,2 11 4338,4-11 9811,-5 32-9517,0 0 0,0 0 0,0 0 0,0-1 0,0 1 0,0 0 0,0 0 0,0 0 0,0 0 0,0 0 0,0-1 0,0 1 0,0 0 0,0 0 0,0 0 0,1 0 0,-1 0 0,0 0 0,0-1 0,0 1 0,0 0 0,0 0 0,0 0 0,0 0 0,0 0 0,0 0 0,1 0 0,-1 0 0,0 0 0,0-1 0,0 1 0,0 0 0,0 0 0,1 0 0,-1 0 0,0 0 0,0 0 0,0 0 0,0 0 0,0 0 0,0 0 0,1 0 0,-1 0 0,0 0 0,0 0 0,0 0-1,0 0 1,0 0 0,1 0 0,-1 1 0,0-1 0,0 0 0,0 0 0,0 0 0,0 0 0,0 0 0,0 0 0,1 0 0,-1 0 0,7 13 129,3 17-773,-5-8-3411,14 39 0,-4-16 1241,-15-42 3103,1 1 0,-1-1 0,0 1 0,0 0 0,0-1 0,0 1 0,0-1 0,-1 1 0,0-1 0,0 1 0,0-1 1,0 1-1,0-1 0,-1 0 0,1 0 0,-1 0 0,0 0 0,0 0 0,0 0 0,0 0 0,-1 0 0,1-1 0,-1 1 0,0-1 0,1 0 0,-1 0 0,0 0 1,0 0-1,0 0 0,-1-1 0,1 1 0,0-1 0,-1 0 0,1 0 0,-1 0 0,1 0 0,-1-1 0,-3 1 0,-57 5-5179,39-2 1594,-29-1-1,-411-3 8000,462 0-4309,1-1 1,0 1-1,0 0 1,-1-1-1,1 1 1,0-1-1,0 0 1,0 1-1,0-1 1,-3-2-1,4 3-348,1 0 0,0-1 1,0 1-1,-1 0 0,1 0 0,0 0 1,0 0-1,0-1 0,0 1 0,-1 0 0,1 0 1,0 0-1,0-1 0,0 1 0,0 0 0,0 0 1,-1-1-1,1 1 0,0 0 0,0 0 1,0-1-1,0 1 0,0 0 0,0 0 0,0-1 1,0 1-1,0 0 0,0 0 0,0-1 1,0 1-1,0 0 0,1-1 0,13-7 625,39-5-3509,1 2-1,73-6 0,-9 2-133,-78 11 5864,0 1 1,48 4-1,-27 0-559,-49-1-1900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35.163"/>
    </inkml:context>
    <inkml:brush xml:id="br0">
      <inkml:brushProperty name="width" value="0.1" units="cm"/>
      <inkml:brushProperty name="height" value="0.1" units="cm"/>
      <inkml:brushProperty name="color" value="#E71224"/>
    </inkml:brush>
  </inkml:definitions>
  <inkml:trace contextRef="#ctx0" brushRef="#br0">882 0 8192,'-15'0'1693,"-1"1"0,1 1 0,-1 0 0,-18 5 0,19-2-1093,1 0 1,0 1 0,-1 0-1,-16 11 1,21-10-601,-27 15 0,-39 17 0,69-35 0,0 0 0,0 0 0,0 0 0,1 1 0,0 0 0,-6 7 0,-16 11 0,-61 31 0,19-5 0,40-29 0,0 2 0,1 1 0,-45 46 0,62-56 0,-25 20 0,-1 1 0,31-29-17,1 1 0,-1-1 0,-9 5 1,10-7 16,1 0 0,-1 1 1,1 0-1,1 0 1,-1 0-1,0 0 1,-3 6-1,7-10 2,1 1 0,-1-1-1,1 1 1,0-1 0,-1 1 0,1 0-1,0-1 1,0 1 0,-1 0-1,1-1 1,0 1 0,0 0 0,0-1-1,0 1 1,0 0 0,0-1 0,0 1-1,0 0 1,0-1 0,0 1 0,0 0-1,0-1 1,0 1 0,1 0 0,-1-1-1,0 1 1,0 0 0,1-1 0,-1 1-1,1-1 1,-1 1 0,0 0 0,1-1-1,-1 1 1,1-1 0,-1 0 0,1 1-1,-1-1 1,1 1 0,0-1 0,-1 0-1,1 1 1,-1-1 0,1 0 0,1 1-1,2 0-3,0 1-1,0-1 0,1 1 1,-1-1-1,7 0 0,2 0 3</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3:36.017"/>
    </inkml:context>
    <inkml:brush xml:id="br0">
      <inkml:brushProperty name="width" value="0.1" units="cm"/>
      <inkml:brushProperty name="height" value="0.1" units="cm"/>
      <inkml:brushProperty name="color" value="#E71224"/>
    </inkml:brush>
  </inkml:definitions>
  <inkml:trace contextRef="#ctx0" brushRef="#br0">1 0 8192,'1'0'437,"1"1"0,0-1 1,0 1-1,0-1 0,-1 1 1,1 0-1,0-1 0,-1 1 1,1 0-1,0 0 0,-1 0 1,1 0-1,-1 1 0,0-1 1,1 0-1,-1 0 0,1 3 0,20 27 3033,-19-25-3343,14 21-127,71 128 0,-59-97 0,37 57 0,-45-87 0,-16-22 0,0 1 0,0-1 0,-1 1 0,0 1 0,0-1 0,3 8 0,3 11 0,14 27 0,-10-25 0,-9-19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4:07.538"/>
    </inkml:context>
    <inkml:brush xml:id="br0">
      <inkml:brushProperty name="width" value="0.1" units="cm"/>
      <inkml:brushProperty name="height" value="0.1" units="cm"/>
      <inkml:brushProperty name="color" value="#E71224"/>
    </inkml:brush>
  </inkml:definitions>
  <inkml:trace contextRef="#ctx0" brushRef="#br0">1 1621 8192,'407'-16'11468,"453"-35"-15474,4 49-2222,-424 4 4994,-57 0 1234,405-4 0,-555-6 0,97-1 0,1851 9 0,-1995 9 0,-24 0 0,-25-1 1407,8 1 157,-52-8-2011,164-3-1692,-103-16 2139,-37 3 0,10 1 2781,-43 3 1370,93 1 0,-153 9-4151,40-6 0,-37 3 0,32-1 0,126-3-886,-5 1-704,259-6 1095,-373 8 669,325-12 1679,-181 9-3496,-5 0 874,68-12-5968,-176 10 5362,559-55 1375,-607 58 0,-1-2 0,0-3 0,-1-1 0,-1-3 0,0-2 0,-1-1 0,-1-3 0,-1-1 0,42-31 0,-76 48 0,-1 0 0,1-1 0,-2 0 0,1 0 0,-1-1 0,0 0 0,0-1 0,-1 1 0,0-1 0,9-18 0,-10 14 0,0-1 0,-1 1 0,-1-1 0,0 0 0,-1 0 0,0 0 0,-1-24 0,-1 13 0,-1 1 0,-1-1 0,-11-46 0,9 55 0,-1 0 0,-1 1 0,-1-1 0,0 1 0,-1 0 0,-17-24 0,-16-11 0,-3 1 0,-83-71 0,100 95 0,-2 1 0,-2 0 0,0 3 0,-1 0 0,-1 2 0,-46-20 0,0 7 0,-106-27 0,27 19 0,-1 6 0,-2 8 0,-309-10 0,-530 37 0,801 7 0,-229 40 0,-193 65 0,347-59 0,-548 147 0,741-175 0,1 3 0,-76 41 0,123-53 0,0 2 0,2 1 0,0 1 0,1 2 0,1 1 0,2 1 0,-26 31 0,42-44 175,1 1-1,0 0 1,1 1 0,1 0 0,0 0-1,1 1 1,1 0 0,0 0 0,1 0-1,0 1 1,2 0 0,0 0 0,0 0-1,2 0 1,0 0 0,2 33 0,0-44 312,1 1 0,-1-1 1,1 0-1,0 0 1,0 0-1,1 0 0,-1-1 1,1 1-1,0-1 1,1 1-1,6 6 0,2 3-487</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4:08.481"/>
    </inkml:context>
    <inkml:brush xml:id="br0">
      <inkml:brushProperty name="width" value="0.1" units="cm"/>
      <inkml:brushProperty name="height" value="0.1" units="cm"/>
      <inkml:brushProperty name="color" value="#E71224"/>
    </inkml:brush>
  </inkml:definitions>
  <inkml:trace contextRef="#ctx0" brushRef="#br0">0 1 8192,'16'1'1186,"0"1"0,-1 0 0,24 7-1,9 2 1997,85 14-3060,115 16-2686,413-28-2110,-449-16 3865,193 2 809,1513 7 0,-1030 45 0,-865-50 0,-16-1 0,-1 0 0,0 0 0,1 0 0,-1 1 0,0 0 0,0 1 0,0-1 0,1 1 0,-2 0 0,9 5 0,-11 0 0,-8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4:09.035"/>
    </inkml:context>
    <inkml:brush xml:id="br0">
      <inkml:brushProperty name="width" value="0.1" units="cm"/>
      <inkml:brushProperty name="height" value="0.1" units="cm"/>
      <inkml:brushProperty name="color" value="#E71224"/>
    </inkml:brush>
  </inkml:definitions>
  <inkml:trace contextRef="#ctx0" brushRef="#br0">1 103 8192,'37'-10'0,"2"1"0,-1 2 0,69-3 0,-72 7 0,965-49 0,0 41 0,-609 10 0,858 16 0,-1116-5 0,-91-6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4:10.298"/>
    </inkml:context>
    <inkml:brush xml:id="br0">
      <inkml:brushProperty name="width" value="0.1" units="cm"/>
      <inkml:brushProperty name="height" value="0.1" units="cm"/>
      <inkml:brushProperty name="color" value="#E71224"/>
    </inkml:brush>
  </inkml:definitions>
  <inkml:trace contextRef="#ctx0" brushRef="#br0">400 1 8192,'-2'1'216,"0"0"0,0 0 0,-1 0 0,1 0 0,0 1 0,0-1 0,1 1 0,-1-1 0,0 1 0,0 0 0,-2 3 0,-5 5 548,-11 8 363,1 2 1,1 0-1,1 1 1,1 1 0,-16 29-1,-5 6 220,-10 12-1347,24-32 0,-2-1 0,-1-1 0,-54 55 0,80-90 0,0 0 0,-1 0 0,1 0 0,0 0 0,0 0 0,-1 0 0,1 0 0,0 1 0,0-1 0,0 0 0,-1 0 0,1 0 0,0 1 0,0-1 0,0 0 0,0 0 0,0 0 0,-1 1 0,1-1 0,0 0 0,0 0 0,0 1 0,0-1 0,0 0 0,0 0 0,0 1 0,0-1 0,0 0 0,0 0 0,0 1 0,0-1 0,0 0 0,0 0 0,0 1 0,0-1 0,0 0 0,0 0 0,0 1 0,1-1 0,-1 0 0,0 0 0,0 0 0,0 1 0,0-1 0,0 0 0,1 0 0,-1 1 0,17 3 0,26-5 0,-41 1 0,41-6 0,0-1 0,42-13 0,-11 3 0,49-8-1523,127-30-5317,-237 52 6365,-1-1 0,1 0 0,-1-1 0,23-11 1,-32 14 459,0 0 1,0 0-1,0 0 1,-1 0 0,1-1-1,-1 1 1,1-1-1,-1 0 1,0 1 0,0-1-1,0 0 1,-1 0-1,1 0 1,-1-1 0,1 1-1,-1 0 1,0 0-1,0-1 1,0 1-1,-1-1 1,1 1 0,-1-1-1,0-4 1,-2-9 1345,-1-1 1,-1 0-1,0 1 1,-1 0-1,-1 0 0,-11-21 1,15 33-1300,-10-23-32</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7:43.095"/>
    </inkml:context>
    <inkml:brush xml:id="br0">
      <inkml:brushProperty name="width" value="0.1" units="cm"/>
      <inkml:brushProperty name="height" value="0.1" units="cm"/>
      <inkml:brushProperty name="color" value="#E71224"/>
    </inkml:brush>
  </inkml:definitions>
  <inkml:trace contextRef="#ctx0" brushRef="#br0">0 340 8192,'466'-15'0,"284"-77"0,9-23 0,-592 89 0,185-19 0,491 0 0,-759 45 0,492-1 0,-2 22 0,125 65 0,-187-18 0,-336-48 0,428 37 0,-8-15 0,350 24 0,0-51 7269,-599-17-5699,32 4-2878,519-7-3574,-683-5 2674,-130 3 1767</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07:43.767"/>
    </inkml:context>
    <inkml:brush xml:id="br0">
      <inkml:brushProperty name="width" value="0.1" units="cm"/>
      <inkml:brushProperty name="height" value="0.1" units="cm"/>
      <inkml:brushProperty name="color" value="#E71224"/>
    </inkml:brush>
  </inkml:definitions>
  <inkml:trace contextRef="#ctx0" brushRef="#br0">215 1 8192,'-2'1'398,"0"0"1,-1 0 0,1 0-1,0 1 1,0-1 0,0 1-1,0-1 1,0 1 0,1 0-1,-10 10 3461,-79 61-602,54-45-2891,24-19-366,6-5 0,0 1 0,0-1 0,1 1 0,-9 9 0,13-12 0,0-1 0,0 0 0,0 0 0,0 0 0,1 1 0,-1-1 0,1 0 0,-1 1 0,1-1 0,-1 1 0,1-1 0,0 1 0,-1-1 0,1 1 0,0-1 0,0 1 0,0-1 0,0 1 0,0-1 0,1 1 0,-1-1 0,0 0 0,1 1 0,-1-1 0,1 1 0,-1-1 0,1 0 0,1 3 0,5 6-501,1 0-1,0-1 1,0 0 0,1 0-1,0-1 1,0 0 0,1 0-1,0-1 1,0 0-1,1-1 1,0 0 0,0-1-1,1 0 1,-1-1 0,1 0-1,0-1 1,0 0-1,0-1 1,0-1 0,0 1-1,19-2 1,-15 0 356,232-3-148,-240 2 389,0 0 0,0 0 1,0 0-1,0-1 0,0 0 0,-1 0 1,1-1-1,9-5 0,-16 7-48,1 0-1,0 0 0,-1 0 1,1 0-1,-1-1 0,1 1 1,-1-1-1,0 1 0,0-1 1,1 1-1,-1-1 0,0 1 1,0-1-1,-1 0 0,1 0 1,1-2-1,-2 2-2,0 0-1,0 0 1,0 0 0,0-1-1,0 1 1,0 0 0,-1 0-1,1 0 1,-1 0 0,1-1 0,-1 1-1,0 0 1,0 0 0,0 0-1,0 0 1,0 1 0,-3-4 0,-3-4 941,-1 0 1,0 1 0,-1 0 0,1 0 0,-2 1 0,-10-7 0,-13-5-4027,-2 7 2545,20 9 495</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24:08.963"/>
    </inkml:context>
    <inkml:brush xml:id="br0">
      <inkml:brushProperty name="width" value="0.1" units="cm"/>
      <inkml:brushProperty name="height" value="0.1" units="cm"/>
      <inkml:brushProperty name="color" value="#E71224"/>
    </inkml:brush>
  </inkml:definitions>
  <inkml:trace contextRef="#ctx0" brushRef="#br0">1 1 8192</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24:17.967"/>
    </inkml:context>
    <inkml:brush xml:id="br0">
      <inkml:brushProperty name="width" value="0.1" units="cm"/>
      <inkml:brushProperty name="height" value="0.1" units="cm"/>
      <inkml:brushProperty name="color" value="#E71224"/>
    </inkml:brush>
  </inkml:definitions>
  <inkml:trace contextRef="#ctx0" brushRef="#br0">1 8 8192,'0'-3'11332,"0"-1"-11332</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24:24.614"/>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26:45.820"/>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28:01.097"/>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28:03.558"/>
    </inkml:context>
    <inkml:brush xml:id="br0">
      <inkml:brushProperty name="width" value="0.1" units="cm"/>
      <inkml:brushProperty name="height" value="0.1" units="cm"/>
      <inkml:brushProperty name="color" value="#E71224"/>
    </inkml:brush>
  </inkml:definitions>
  <inkml:trace contextRef="#ctx0" brushRef="#br0">1 1 8192</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8:07:41.323"/>
    </inkml:context>
    <inkml:brush xml:id="br0">
      <inkml:brushProperty name="width" value="0.1" units="cm"/>
      <inkml:brushProperty name="height" value="0.1" units="cm"/>
      <inkml:brushProperty name="color" value="#E71224"/>
    </inkml:brush>
  </inkml:definitions>
  <inkml:trace contextRef="#ctx0" brushRef="#br0">0 1 8192,'0'0'0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8:08:45.136"/>
    </inkml:context>
    <inkml:brush xml:id="br0">
      <inkml:brushProperty name="width" value="0.1" units="cm"/>
      <inkml:brushProperty name="height" value="0.1" units="cm"/>
      <inkml:brushProperty name="color" value="#E71224"/>
    </inkml:brush>
  </inkml:definitions>
  <inkml:trace contextRef="#ctx0" brushRef="#br0">1 27 8192,'161'-4'14771,"-53"-7"-11520,-7 2-3251,172 7 0,-136 4 0,-114-2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39.409"/>
    </inkml:context>
    <inkml:brush xml:id="br0">
      <inkml:brushProperty name="width" value="0.1" units="cm"/>
      <inkml:brushProperty name="height" value="0.1" units="cm"/>
      <inkml:brushProperty name="color" value="#E71224"/>
    </inkml:brush>
  </inkml:definitions>
  <inkml:trace contextRef="#ctx0" brushRef="#br0">1 162 8192,'0'3'281,"0"1"-1,1-1 1,0 0 0,-1 1 0,1-1-1,1 0 1,-1 0 0,0 0 0,1 0 0,0 0-1,-1 0 1,1 0 0,0 0 0,1-1 0,-1 1-1,4 2 1,6 6 1531,0-1-1,19 12 0,-1-1-550,-20-13-1261,11 9 0,0-1 0,0-1 0,45 23 0,82 23 0,-125-54 0,-1-1 0,1-2 0,1 0 0,42 2 0,-23-5 0,40 1 0,85-10 0,-124 0-1071,-1-1 1,-1-3-1,0-1 0,43-21 0,20-6-1420,314-95-1132,-239 68 3623,-11 4 0,56 4 4310,-190 53-3317,0 1 1,-1 1-1,1 2 1,58 5-1,-82-1-627,0 0-1,0 1 1,19 7 0,-19-6-184,0 0 0,0-1 0,14 3 0,-6-3-182,-2 2 0,1 1 0,-1 0 0,0 1 0,29 16 0,12 5 0,-12-9 0,1-1 0,1-3 0,1-1 0,0-3 0,0-2 0,81 5 0,402-13-278,-248-3 171,-122 0-2218,175 4-4702,-327-1 6834,-1 0-1,1 0 1,-1 1 0,0 0-1,0 0 1,0 1-1,12 6 1,-3 0 296,0 2 1,21 16 0,21 17 2767,-1 3-5742,-48-39 2802,0 0 0,0-1 1,1 0-1,0-1 0,1 0 0,0-1 1,-1-1-1,20 5 0,11 0 131,55 5 0,227-7 251,-202-9-241,318-24 234,-286 13 332,646-2 5859,-538 17-5504,-9-11-3989,11-1-178,-118 12 2603,199-4-1507,-115-16 2078,-176 14 0,-1-3 0,0-2 0,53-17 0,1-2 0,1 5 0,1 4 0,0 6 0,1 4 0,147 7 0,-201 8 0,0 2 0,-1 3 0,58 19 0,105 19 0,-128-32 0,-53-10 0,0-1 0,50 2 0,990-8 0,-482-1 0,-522 3 0,0 3 0,124 26 0,95 41 0,-226-57 0,0-2 0,106 6 0,138-17 0,-83-20 0,53 0 0,87 19 11468,-361-1-11468,1-1 0,0 0 0,0 0 0,0 0 0,-1-1 0,1 0 0,-1-1 0,1 0 0,-1 0 0,0 0 0,0-1 0,0 0 0,-1-1 0,1 1 0,-1-1 0,8-8 0,-2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39.924"/>
    </inkml:context>
    <inkml:brush xml:id="br0">
      <inkml:brushProperty name="width" value="0.1" units="cm"/>
      <inkml:brushProperty name="height" value="0.1" units="cm"/>
      <inkml:brushProperty name="color" value="#E71224"/>
    </inkml:brush>
  </inkml:definitions>
  <inkml:trace contextRef="#ctx0" brushRef="#br0">1 1 8192,'37'2'2491,"0"2"1,52 11 0,18 3 1501,485 30-3993,305-44 0,-465-6 0,-411 2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41.202"/>
    </inkml:context>
    <inkml:brush xml:id="br0">
      <inkml:brushProperty name="width" value="0.1" units="cm"/>
      <inkml:brushProperty name="height" value="0.1" units="cm"/>
      <inkml:brushProperty name="color" value="#E71224"/>
    </inkml:brush>
  </inkml:definitions>
  <inkml:trace contextRef="#ctx0" brushRef="#br0">569 1638 8192,'8'7'492,"1"1"0,0-2 0,1 1 0,0-1 0,0-1-1,0 1 1,0-2 0,1 0 0,0 0 0,0-1 0,13 3 0,17 1 2219,72 2 0,-90-8-2568,413 5-3084,-314-7 2526,27-3-1613,-1-8 0,0-5 0,155-41 0,-248 45 2028,-1-3 0,-1-3 0,-1-1 0,0-3 0,-2-2 0,87-59 0,-114 66 0,0-1 0,-2-1 0,0-1 0,-2-1 0,0-1 0,-2-1 0,0 0 0,24-49 0,0-16 0,39-122 0,-60 153 0,-6 18 0,49-155 0,-57 168 0,0 1 0,-2-1 0,-1 0 0,-2-1 0,-2-40 0,0 57 0,-2 0 0,1 0 0,-2 1 0,1-1 0,-1 1 0,-1 0 0,0 0 0,0 0 0,-9-12 0,-2 1 0,0 0 0,-35-33 0,30 37 322,0 0 0,-1 2 0,0 0 0,-1 2 0,0 0 0,-2 1 1,1 2-1,-1 1 0,-1 0 0,-43-7 0,-20 1 1078,-159-5 1,-414 19-7745,263 49 6344,4 34 0,293-60 0,20-4 0,1 4 0,-123 51 0,166-56 0,0 2 0,2 1 0,0 2 0,1 2 0,2 1 0,0 1 0,-34 37 0,60-55 0,1 0 0,-1 0 0,1 1 0,1 0 0,0 0 0,0 1 0,1-1 0,0 1 0,1 0 0,-4 17 0,3-8 0,2 0 0,0 1 0,1-1 0,3 37 0,-1-51 359,-1 1 0,1-1 0,0 0 0,1 1 1,-1-1-1,1 0 0,0 0 0,0 0 0,0 0 0,1-1 1,5 9-1,-5-10-98,-1-1 1,1 1-1,0-1 1,0 1-1,-1-1 0,2 0 1,-1 0-1,0-1 1,0 1-1,0-1 1,1 1-1,-1-1 0,1 0 1,-1 0-1,1-1 1,-1 1-1,1-1 1,4 1-1,9-1 1492,-2-1-1315</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42.544"/>
    </inkml:context>
    <inkml:brush xml:id="br0">
      <inkml:brushProperty name="width" value="0.1" units="cm"/>
      <inkml:brushProperty name="height" value="0.1" units="cm"/>
      <inkml:brushProperty name="color" value="#E71224"/>
    </inkml:brush>
  </inkml:definitions>
  <inkml:trace contextRef="#ctx0" brushRef="#br0">1 90 8192,'103'2'2850,"113"-5"5768,-161-4-8795,59-15 1,-105 20 34,84-18-2601,1 5-1,0 3 1,120 2 0,-124 11 2743,-63-1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42.970"/>
    </inkml:context>
    <inkml:brush xml:id="br0">
      <inkml:brushProperty name="width" value="0.1" units="cm"/>
      <inkml:brushProperty name="height" value="0.1" units="cm"/>
      <inkml:brushProperty name="color" value="#E71224"/>
    </inkml:brush>
  </inkml:definitions>
  <inkml:trace contextRef="#ctx0" brushRef="#br0">1 38 8192,'397'-11'6876,"299"2"-12606,-426 11 4584,-16-2 1146,851-11 0,71 2 0,-727 11 0,-55-2 0,-347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44.008"/>
    </inkml:context>
    <inkml:brush xml:id="br0">
      <inkml:brushProperty name="width" value="0.1" units="cm"/>
      <inkml:brushProperty name="height" value="0.1" units="cm"/>
      <inkml:brushProperty name="color" value="#E71224"/>
    </inkml:brush>
  </inkml:definitions>
  <inkml:trace contextRef="#ctx0" brushRef="#br0">1 1592 8192,'850'0'7113,"1118"0"-14226,-1793 9 8771,2 1 40,-70-2-1485,-16 0-41,372-7 3906,-235-2-2693,2-8-4240,15 0 1141,-231 8 2364,1-1-1,-1 0 0,1-1 1,-1 0-1,0-2 1,0 1-1,-1-2 0,17-8 1,24-9 338,13-7-1827,-2-2 0,-2-3 0,98-71 0,-106 68-783,-3-3-1,-1-2 1,-2-2-1,75-92 1,-78 78 1622,63-112 0,-90 136 0,-1-1 0,-2 0 0,-2-2 0,18-75 0,-29 101 0,-1 1 0,-1-1 0,1 1 0,-2-1 0,0 0 0,0 1 0,-1-1 0,0 1 0,-1-1 0,-1 1 0,0-1 0,0 1 0,-1 0 0,0 0 0,-1 1 0,0-1 0,-1 1 0,0 0 0,-1 0 0,-15-16 0,3 6 0,-1 2 0,0 0 0,-2 1 0,0 1 0,-1 1 0,-1 1 0,0 1 0,-29-11 0,-14-1 0,-133-31 0,94 35 0,-201-14 0,-113 25 0,185 14 0,1 10 0,1 11 0,1 9 0,-264 75 0,115 2 0,6 16 0,-440 215 0,778-324 0,-120 61 0,120-58 0,1 1 0,-37 31 0,59-40 0,5-3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47.527"/>
    </inkml:context>
    <inkml:brush xml:id="br0">
      <inkml:brushProperty name="width" value="0.1" units="cm"/>
      <inkml:brushProperty name="height" value="0.1" units="cm"/>
      <inkml:brushProperty name="color" value="#E71224"/>
    </inkml:brush>
  </inkml:definitions>
  <inkml:trace contextRef="#ctx0" brushRef="#br0">1 1 8192,'67'52'3356,"-37"-24"-2330,2-1-1,50 33 1,77 35 1213,-114-70-3107,2-1 1,0-3 0,1-2 0,1-2 0,1-2-1,1-3 1,-1-1 0,2-3 0,91 3 0,164-3 867,49 1 0,613-33 0,-158 11 0,-602 14 0,277 36 0,-230-10 0,238-19 829,-293-10-1163,-125 3-133,82-3 824,-140 0 1329,-1-1 1,28-9-1,-29 8-180,0 0 0,0 0 0,28-1 0,146 3-1373,55-3-825,1003-81-2490,-1179 80 3667,-6 0 1143,110 3 0,-171 3-1628</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49.164"/>
    </inkml:context>
    <inkml:brush xml:id="br0">
      <inkml:brushProperty name="width" value="0.1" units="cm"/>
      <inkml:brushProperty name="height" value="0.1" units="cm"/>
      <inkml:brushProperty name="color" value="#E71224"/>
    </inkml:brush>
  </inkml:definitions>
  <inkml:trace contextRef="#ctx0" brushRef="#br0">1 2 8192,'172'-1'3797,"190"2"3874,-238 9-10848,149 29-1,-60-5 694,-82-21 1169,145-2 1,-80-3 1314,-14 1 0,1202-10 0,-1178 10 0,-15 0 0,222-10 0,114 2 0,-83 17 0,-299-13 0,360 8 0,1781-14 0,-1998 17 0,-71-1 0,-17-7 0,1083 25 0,-846-32 0,336-4 0,-340-18 0,-200 7 0,221-27 0,-337 31 0,-83 8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49.555"/>
    </inkml:context>
    <inkml:brush xml:id="br0">
      <inkml:brushProperty name="width" value="0.1" units="cm"/>
      <inkml:brushProperty name="height" value="0.1" units="cm"/>
      <inkml:brushProperty name="color" value="#E71224"/>
    </inkml:brush>
  </inkml:definitions>
  <inkml:trace contextRef="#ctx0" brushRef="#br0">1 2 8192,'425'-2'0,"476"5"0,-300 26 0,-304-12 0,326 8 0,-490-17 0,45 0 0,-152-8 495,-2 0 1981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50.739"/>
    </inkml:context>
    <inkml:brush xml:id="br0">
      <inkml:brushProperty name="width" value="0.1" units="cm"/>
      <inkml:brushProperty name="height" value="0.1" units="cm"/>
      <inkml:brushProperty name="color" value="#E71224"/>
    </inkml:brush>
  </inkml:definitions>
  <inkml:trace contextRef="#ctx0" brushRef="#br0">1 1 8192,'8'7'538,"0"-1"1,1 0-1,-1 0 0,1-1 1,1 0-1,-1-1 1,1 0-1,10 3 1,88 19 5025,-55-15-4506,80 16-2721,165 11-1,140-13-4064,-161-11 3753,317 15 1431,143 9 650,322 30-106,-658-44 0,356 32 0,-680-47 0,232 18 0,-240-27 2971,-55-1-2971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1:55.837"/>
    </inkml:context>
    <inkml:brush xml:id="br0">
      <inkml:brushProperty name="width" value="0.1" units="cm"/>
      <inkml:brushProperty name="height" value="0.1" units="cm"/>
      <inkml:brushProperty name="color" value="#E71224"/>
    </inkml:brush>
  </inkml:definitions>
  <inkml:trace contextRef="#ctx0" brushRef="#br0">197 2225 8192,'196'-1'2799,"219"2"5870,-7 25-13442,-53-2 269,-191-17 3742,287 7-667,463-15 9926,-712-8-8497,-15 1 0,629 7 2161,-389 2-1351,-373 1-810,73 14 0,-75-8 0,83 2 0,-118-10 0,16 1 0,1-2 0,-1-1 0,0-2 0,1 0 0,48-15 0,-42 4 0,-26 9 0,0 1 0,0 0 0,0 1 0,1 1 0,-1 0 0,20 0 0,-3 1 0,0-2 0,45-10 0,-3-1 0,16-2 0,27 0 0,-67 8 0,-30 6 0,0 0 0,25-1 0,-31 3-181,1-1 1,0 0-1,-1-1 0,26-9 0,9-1 526,53-19-3484,-78 23 1585,0 1 0,1 1 0,0 1 0,45-4 0,-54 8 1554,0 0 0,0 0 0,0-2 0,23-7 0,55-28 0,-83 34 0,7-3 0,1 1 0,0 0 0,0 1 0,0 1 0,27-4 0,-26 6 0,0 0 0,-1-2 0,1 0 0,-1-1 0,26-12 0,34-22 0,-32 18 0,-36 19 0,0-1 0,-1 0 0,16-10 0,-13 5 0,0 1 0,0-1 0,-1-1 0,0 0 0,-1-1 0,0 0 0,-1 0 0,0-1 0,8-15 0,-9 11 0,0 0 0,-2 0 0,0-1 0,0 0 0,-2 0 0,0 0 0,-1-1 0,1-26 0,4-11 0,-4 31 0,1-38 0,-4 48 0,1 0 0,4-21 0,-3 20 0,0 0 0,0-15 0,-2-225 0,-2 121 0,0 123 0,0-1 0,-1 0 0,0 0 0,-1 1 0,-7-22 0,-29-52 0,23 54 0,10 18 0,0 1 0,0 0 0,-1 0 0,-1 0 0,0 1 0,-1 0 0,-16-16 0,-12-9 0,26 23 0,-24-18 0,-4-5 0,31 28 0,0 0 0,-1 0 0,0 1 0,0 0 0,-15-8 0,-32-18 0,38 21 0,-29-14 0,16 8 0,27 14 0,-1 1 0,1 0 0,-1 1 0,0-1 0,0 1 0,-10-4 0,1 2 0,-1-2 0,-20-10 0,-23-8 0,16 8 0,32 12 0,0-1 0,-1 2 0,0 0 0,0 0 0,-17-2 0,-1 2 0,1-2 0,0-2 0,-48-16 0,-10-3 0,-20-2 0,77 20 0,0 1 0,-1 1 0,-52-3 0,-90 8 0,-2 0 0,40-16 0,81 9 0,27 4 0,-35-2 0,36 5 0,-31-7 0,32 4 0,-37-1 0,-949 5 0,453 1 0,537 0 0,0 1 0,-19 4 0,18-2 0,-37 2 0,-391-7 0,428 2 0,-1 2 0,1 0 0,-39 11 0,-6 2 0,-105 9 0,33-5 0,-226 32 0,42-10 0,164-24 385,89-11-456,-114 4-243,160-11 314,0 1 0,0 1 0,0 1 0,0 1 0,1 1 0,-1 1 0,1 2 0,-28 12 0,15-5 0,-1-2 0,0-1 0,-2-2 0,-52 8 0,24-9 0,32-6 0,0 2 0,1 1 0,-56 18 0,20 8 0,54-24 0,-2 0 0,1 0 0,-1-2 0,0 0 0,-1-1 0,-25 4 0,27-6 812,0 0 1,0 2-1,0 0 0,1 1 1,-1 0-1,1 1 1,-24 16-1,13-8 791,-30 11-1,37-16-1455,0 0 0,0 1 0,1 1 0,0 0 0,1 1 0,0 1 0,1 1 0,1 0 0,1 2 0,0-1 0,-16 26 0,17-18-519,1 0 0,1 1 0,2 0 0,0 0 0,2 1 0,0 0 0,2 1 0,-2 27 0,1 35-2054,7 96 0,0-82 1807,-1-68 177,1 0 1,1 0-1,2 0 1,1-1-1,12 40 1,1-13 441,3-1 0,3-2 0,45 84 0,-49-109 0,24 60 0,-34-68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2:02.140"/>
    </inkml:context>
    <inkml:brush xml:id="br0">
      <inkml:brushProperty name="width" value="0.1" units="cm"/>
      <inkml:brushProperty name="height" value="0.1" units="cm"/>
      <inkml:brushProperty name="color" value="#E71224"/>
    </inkml:brush>
  </inkml:definitions>
  <inkml:trace contextRef="#ctx0" brushRef="#br0">500 1 8192,'-53'125'5575,"6"-13"-2311,-172 305-635,203-393-2629,-28 31 0,27-36 0,2 0 0,-21 33 0,34-48 0,0 0 0,0 0 0,1 0 0,-1 0 0,1 0 0,0 0 0,0 1 0,0-1 0,1 0 0,0 0 0,-1 1 0,2-1 0,-1 0 0,0 1 0,1-1 0,0 0 0,0 1 0,0-1 0,0 0 0,1 0 0,-1 0 0,1 0 0,0 0 0,4 4 0,-2-2 0,0-1 0,1 0 0,-1 0 0,1 0 0,0-1 0,1 1 0,-1-1 0,1-1 0,0 1 0,0-1 0,0 0 0,0 0 0,1-1 0,11 4 0,8-2-528,1 0-1,0-2 1,0 0 0,0-2-1,0-1 1,0-1 0,-1-2-1,1 0 1,-1-2 0,1-1-1,-2-1 1,1-1 0,-1-2-1,43-23 1,-63 30 487,1 0-1,-1 0 1,0-1 0,0 0 0,-1 1-1,1-1 1,-1-1 0,0 1 0,0-1 0,-1 0-1,0 1 1,0-1 0,0-1 0,-1 1-1,0 0 1,0-1 0,0 1 0,0-9-1,1-9 191,-2-1 0,-1 0 0,-3-37 0,3 60-148,-2-8 261,1 1 0,-1-1 0,-1 1 0,0 0 0,0-1 0,-1 2 0,-8-16 0,-40-55 1195,51 78-1490,-17-23-390,-2 2-1,0 0 1,-1 1 0,-1 1-1,-1 1 1,-1 1 0,-1 2 0,-30-17-1,-7 2-598,0 3 0,-90-27 0,80 32 1022</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2:03.389"/>
    </inkml:context>
    <inkml:brush xml:id="br0">
      <inkml:brushProperty name="width" value="0.1" units="cm"/>
      <inkml:brushProperty name="height" value="0.1" units="cm"/>
      <inkml:brushProperty name="color" value="#E71224"/>
    </inkml:brush>
  </inkml:definitions>
  <inkml:trace contextRef="#ctx0" brushRef="#br0">461 1 8192,'-12'11'1160,"0"-1"0,-17 10 0,15-11 464,1 1 0,-12 12 0,-23 28-2220,-51 70-1,-33 64-5476,106-147 5430,17-24 504,-14 29-1,20-35 1227,0 0-1,0 1 1,1-1-1,0 1 1,0 0 0,0-1-1,1 1 1,1 0-1,-1 15 1,2-21-1069,-1-1-1,0 1 1,1 0-1,0 0 1,-1 0 0,1-1-1,0 1 1,0 0-1,0-1 1,0 1 0,0 0-1,0-1 1,1 0-1,-1 1 1,0-1 0,1 0-1,-1 1 1,1-1-1,0 0 1,-1 0 0,1 0-1,0-1 1,-1 1 0,1 0-1,0-1 1,0 1-1,0-1 1,0 1 0,-1-1-1,5 0 1,7 1-43,-1 0-1,1-1 1,19-3 0,-23 3 18,26-5 7,-1 0 0,56-18 0,66-32 0,-50 17 0,-97 35-541,1 0 0,-1-1 0,0 0 0,0-1 1,0 0-1,-1 0 0,0-1 0,10-8 0,-16 12 373,0 0 0,1-1 0,-1 0 0,-1 1 0,1-1 1,0 0-1,-1 0 0,1 0 0,-1 0 0,0 0 0,0 0 0,0 0 0,0-1 1,-1 1-1,1 0 0,-1 0 0,0-1 0,0 1 0,0 0 0,0-1 0,-1 1 1,1 0-1,-1 0 0,0-1 0,0 1 0,0 0 0,0 0 0,-2-3 0,-25-42-1338,16 32 2149,0 1-1,-20-19 1,-33-22 841,22 23-3778,39 29 1831,-22-15-32</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2:09.939"/>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8:52:10.468"/>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27T08:27:12.146"/>
    </inkml:context>
    <inkml:brush xml:id="br0">
      <inkml:brushProperty name="width" value="0.1" units="cm"/>
      <inkml:brushProperty name="height" value="0.1" units="cm"/>
      <inkml:brushProperty name="color" value="#E71224"/>
      <inkml:brushProperty name="ignorePressure" value="1"/>
    </inkml:brush>
  </inkml:definitions>
  <inkml:trace contextRef="#ctx0" brushRef="#br0">1 1,'0'5847,"0"-5832</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8:27:25.098"/>
    </inkml:context>
    <inkml:brush xml:id="br0">
      <inkml:brushProperty name="width" value="0.1" units="cm"/>
      <inkml:brushProperty name="height" value="0.1" units="cm"/>
    </inkml:brush>
  </inkml:definitions>
  <inkml:trace contextRef="#ctx0" brushRef="#br0">1 0 8192,'30'0'16796,"-10"0"-15570,2 0-1226,-1 0 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8:27:25.472"/>
    </inkml:context>
    <inkml:brush xml:id="br0">
      <inkml:brushProperty name="width" value="0.1" units="cm"/>
      <inkml:brushProperty name="height" value="0.1" units="cm"/>
    </inkml:brush>
  </inkml:definitions>
  <inkml:trace contextRef="#ctx0" brushRef="#br0">1 16 8192,'4'0'0,"6"0"2971,28-15 12080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8:27:25.961"/>
    </inkml:context>
    <inkml:brush xml:id="br0">
      <inkml:brushProperty name="width" value="0.1" units="cm"/>
      <inkml:brushProperty name="height" value="0.1" units="cm"/>
    </inkml:brush>
  </inkml:definitions>
  <inkml:trace contextRef="#ctx0" brushRef="#br0">0 1 8192,'0'0'0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08:40.016"/>
    </inkml:context>
    <inkml:brush xml:id="br0">
      <inkml:brushProperty name="width" value="0.1" units="cm"/>
      <inkml:brushProperty name="height" value="0.1" units="cm"/>
      <inkml:brushProperty name="color" value="#E71224"/>
    </inkml:brush>
  </inkml:definitions>
  <inkml:trace contextRef="#ctx0" brushRef="#br0">1 1 8192</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08.620"/>
    </inkml:context>
    <inkml:brush xml:id="br0">
      <inkml:brushProperty name="width" value="0.1" units="cm"/>
      <inkml:brushProperty name="height" value="0.1" units="cm"/>
      <inkml:brushProperty name="color" value="#E71224"/>
    </inkml:brush>
  </inkml:definitions>
  <inkml:trace contextRef="#ctx0" brushRef="#br0">0 524 8192,'15'-1'1130,"-1"0"1,0-1-1,1 0 1,-1-1-1,25-9 1,66-34 2679,-31 13-2935,-27 14-875,-27 13 0,-1-1 0,1-1 0,-1-1 0,-1-1 0,0-1 0,28-21 0,-40 25-294,0 0-1,0 0 0,-1 0 1,0-1-1,-1 0 0,0 0 1,0 0-1,0 0 0,-1-1 1,-1 1-1,1-1 1,-1 0-1,-1 0 0,1-12 1,0-12-1180,-2 1 1,-5-52 0,0 44 1473</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08.933"/>
    </inkml:context>
    <inkml:brush xml:id="br0">
      <inkml:brushProperty name="width" value="0.1" units="cm"/>
      <inkml:brushProperty name="height" value="0.1" units="cm"/>
      <inkml:brushProperty name="color" value="#E71224"/>
    </inkml:brush>
  </inkml:definitions>
  <inkml:trace contextRef="#ctx0" brushRef="#br0">118 1 8192,'-10'30'0,"2"1"0,1 0 0,1 0 0,-2 60 0,3-40 0,-57 870 0,50-180 4195,12-691-3682,6-26 5571,-1-34-5408,14-71-676,-12 48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09.232"/>
    </inkml:context>
    <inkml:brush xml:id="br0">
      <inkml:brushProperty name="width" value="0.1" units="cm"/>
      <inkml:brushProperty name="height" value="0.1" units="cm"/>
      <inkml:brushProperty name="color" value="#E71224"/>
    </inkml:brush>
  </inkml:definitions>
  <inkml:trace contextRef="#ctx0" brushRef="#br0">489 1 8192,'-1'4'241,"0"0"1,-1 0 0,0 0 0,1 0-1,-1 0 1,-1-1 0,1 1 0,0-1-1,-1 1 1,-4 3 0,0 3 70,-216 254-1007,123-152-606,76-83 255,-27 30 3513,14-29 6582,37-29-9048,-1-1-1,1 0 1,-1 0 0,1 1-1,0-1 1,-1 0-1,1 0 1,-1 0-1,1 1 1,-1-1-1,0 0 1,1 0-1,-1 0 1,1 0-1,-1 0 1,1 0-1,-1 0 1,1 0-1,-1 0 1,1 0-1,-1-1 1,1 1-1,-1 0 1,1 0-1,-1 0 1,1-1-1,-1 1 1,1 0-1,-1-1 1,1 1-1,0 0 1,-1-1-1,1 1 1,-1 0-1,1-1 1,0 1-1,-1-1 1,1 1-1,0-1 1,0 1 0,-1 0-1,1-1 1,0 1-1,0-1 1,0 1-1,0-1 1,0 0-1,-1 1 1,1-1-1,0 1 1,0-1-1,0 1 1,1-1-1,-1 0 1,-1-36-6,1 31 4,1-18 1,0 2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09.514"/>
    </inkml:context>
    <inkml:brush xml:id="br0">
      <inkml:brushProperty name="width" value="0.1" units="cm"/>
      <inkml:brushProperty name="height" value="0.1" units="cm"/>
      <inkml:brushProperty name="color" value="#E71224"/>
    </inkml:brush>
  </inkml:definitions>
  <inkml:trace contextRef="#ctx0" brushRef="#br0">0 1 8192,'12'10'700,"1"1"1,16 9-1,4 4 1469,-9-7-703,2-1 1,0-2 0,43 18-1,0 1-134,27 24-1332,-95-55 0,0-1 0,0 0 0,1 0 0,-1 0 0,0 0 0,1 0 0,-1-1 0,1 1 0,-1 0 0,1-1 0,-1 1 0,1-1 0,0 1 0,-1-1 0,1 0 0,0 1 0,-1-1 0,1 0 0,0 0 0,-1-1 0,1 1 0,0 0 0,-1 0 0,1-1 0,-1 1 0,1-1 0,0 1 0,-1-1 0,1 0 0,1-1 0,7-8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09.821"/>
    </inkml:context>
    <inkml:brush xml:id="br0">
      <inkml:brushProperty name="width" value="0.1" units="cm"/>
      <inkml:brushProperty name="height" value="0.1" units="cm"/>
      <inkml:brushProperty name="color" value="#E71224"/>
    </inkml:brush>
  </inkml:definitions>
  <inkml:trace contextRef="#ctx0" brushRef="#br0">1 601 8192,'64'-59'8436,"-51"48"-7425,2 1 0,29-16-1,-25 17-1010,-1-1 0,0-1 0,-1 0 0,0-1 0,-1-1 0,0-1 0,-1 0 0,15-17 0,0-7 0,5-3 0,-2-3 0,46-79 0,-75 114 0,0 0 0,-1 0 0,0 0 0,0-1 0,-1 1 0,0-1 0,0 1 0,-1-1 0,-1-16 0,0 12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0.086"/>
    </inkml:context>
    <inkml:brush xml:id="br0">
      <inkml:brushProperty name="width" value="0.1" units="cm"/>
      <inkml:brushProperty name="height" value="0.1" units="cm"/>
      <inkml:brushProperty name="color" value="#E71224"/>
    </inkml:brush>
  </inkml:definitions>
  <inkml:trace contextRef="#ctx0" brushRef="#br0">154 1 8192,'-17'39'2652,"2"1"1,-15 61-1,11-31-1257,-1-2-3242,3 1 0,-11 98 0,21-34 2371,7-132-366,0 0 0,0 0 0,0 1 0,0-1 0,0 0 0,0 0 0,0 0 0,0 0 0,1 1 0,-1-1 0,1 0 0,-1 0 0,2 2 0,-2-3-95,0 0-1,1 0 0,-1 0 1,0 0-1,0 0 0,1 0 1,-1 0-1,0 0 0,1 0 1,-1-1-1,0 1 0,1 0 1,-1 0-1,0 0 0,0 0 1,1-1-1,-1 1 0,0 0 1,0 0-1,1 0 0,-1-1 1,0 1-1,0 0 0,0 0 1,1-1-1,-1 1 0,0 0 1,0-1-1,0 1 0,0 0 1,1-1-1,18-39 2569,-14 27-2336,60-108-295,-43 83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0.307"/>
    </inkml:context>
    <inkml:brush xml:id="br0">
      <inkml:brushProperty name="width" value="0.1" units="cm"/>
      <inkml:brushProperty name="height" value="0.1" units="cm"/>
      <inkml:brushProperty name="color" value="#E71224"/>
    </inkml:brush>
  </inkml:definitions>
  <inkml:trace contextRef="#ctx0" brushRef="#br0">249 1 8192,'0'304'11468,"0"-298"-11460,0 0-1,-1 0 1,1 0 0,-2 0-1,1 0 1,-1 0-1,0 0 1,0-1 0,0 1-1,-1-1 1,0 0 0,0 1-1,0-1 1,-1-1-1,-7 9 1,-3 1-47,0-2 0,-1 0 1,-26 16-1,-10 7-487,49-34 453,-10 9-835,0-1 0,-21 11 0,18-13 908</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0.524"/>
    </inkml:context>
    <inkml:brush xml:id="br0">
      <inkml:brushProperty name="width" value="0.1" units="cm"/>
      <inkml:brushProperty name="height" value="0.1" units="cm"/>
      <inkml:brushProperty name="color" value="#E71224"/>
    </inkml:brush>
  </inkml:definitions>
  <inkml:trace contextRef="#ctx0" brushRef="#br0">0 1 8192,'0'435'11468,"0"-421"-11468</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0.916"/>
    </inkml:context>
    <inkml:brush xml:id="br0">
      <inkml:brushProperty name="width" value="0.1" units="cm"/>
      <inkml:brushProperty name="height" value="0.1" units="cm"/>
      <inkml:brushProperty name="color" value="#E71224"/>
    </inkml:brush>
  </inkml:definitions>
  <inkml:trace contextRef="#ctx0" brushRef="#br0">133 101 8192,'68'-55'11115,"-61"51"-11060,-1 0 0,0 0 0,1 1 0,0 0-1,0 0 1,0 0 0,11-2 0,55-7-132,-58 10 68,-12 2 9,3-1 0,0 0 0,1 0 0,-1 1 0,1 0 0,9 1 0,-15 0 0,1-1 0,0 1 0,-1-1 0,0 1 0,1-1 0,-1 1 0,1 0 0,-1 0 0,0-1 0,1 1 0,-1 0 0,0 0 0,0 0 0,0 1 0,0-1 0,0 0 0,0 0 0,0 1 0,0-1 0,0 0 0,-1 1 0,1-1 0,0 1 0,-1-1 0,1 1 0,-1-1 0,0 1 0,1 1 0,5 36-247,1 65-1,-8-92-240,0 0 0,-1 0 0,0-1-1,-1 1 1,-1-1 0,1 0 0,-2 0 0,0 0 0,0 0-1,-1-1 1,-13 19 0,-1-4-791,0-1 0,-2 0 1,-29 24-1,37-36 1279,-3 5 0,-1-1 0,-1-1 0,-1-1 0,-39 21 0,52-32 0,0-1 0,-1 0 0,1 0 0,-1-1 0,0 0 0,1 0 0,-1-1 0,0 0 0,1 0 0,-1-1 0,0 0 0,1 0 0,-11-4 0,3 1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1.180"/>
    </inkml:context>
    <inkml:brush xml:id="br0">
      <inkml:brushProperty name="width" value="0.1" units="cm"/>
      <inkml:brushProperty name="height" value="0.1" units="cm"/>
      <inkml:brushProperty name="color" value="#E71224"/>
    </inkml:brush>
  </inkml:definitions>
  <inkml:trace contextRef="#ctx0" brushRef="#br0">72 3 8192,'20'-1'1373,"-9"0"-112,1 1 0,0 0 1,0 1-1,15 2 1,-26-3-1163,1 1 1,-1-1 0,1 0-1,0 1 1,-1-1 0,1 1 0,-1-1-1,1 1 1,-1 0 0,1 0-1,-1 0 1,0 0 0,1 0-1,-1 0 1,0 0 0,0 0 0,0 0-1,0 1 1,0-1 0,0 0-1,0 1 1,0-1 0,0 1-1,-1-1 1,1 1 0,-1-1 0,1 1-1,-1-1 1,1 1 0,-1 0-1,0-1 1,0 1 0,0 0-1,0-1 1,0 1 0,0-1-1,-1 3 1,1-1-154,-1 0 0,-1 0 0,1 0 0,0 0 1,-1 0-1,0 0 0,0 0 0,0 0 0,0 0 0,0-1 0,-4 4 0,-33 28-1337,21-19 633,-78 63 198,74-61 560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1.383"/>
    </inkml:context>
    <inkml:brush xml:id="br0">
      <inkml:brushProperty name="width" value="0.1" units="cm"/>
      <inkml:brushProperty name="height" value="0.1" units="cm"/>
      <inkml:brushProperty name="color" value="#E71224"/>
    </inkml:brush>
  </inkml:definitions>
  <inkml:trace contextRef="#ctx0" brushRef="#br0">1 0 8192,'3'0'0,"3"3"0,5 1 3356,2-1-3356,2 0 0,2-1 0,0-1 0,0 0 5996,4-1-5996,0 0 2116,-1 0-2116,0 0 0,-1 0 0,-4 2 0,-7 5 0,-8 3 0,-6 3 0,-3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1.633"/>
    </inkml:context>
    <inkml:brush xml:id="br0">
      <inkml:brushProperty name="width" value="0.1" units="cm"/>
      <inkml:brushProperty name="height" value="0.1" units="cm"/>
      <inkml:brushProperty name="color" value="#E71224"/>
    </inkml:brush>
  </inkml:definitions>
  <inkml:trace contextRef="#ctx0" brushRef="#br0">0 320 8192,'37'-25'11468,"-3"6"-11662,1 2 0,1 2 0,56-17 0,119-20-1385,-152 39 1138,98-21 194,164-42-6062,-306 72 5721,0-1 0,24-11 1,-20 5 234</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1.961"/>
    </inkml:context>
    <inkml:brush xml:id="br0">
      <inkml:brushProperty name="width" value="0.1" units="cm"/>
      <inkml:brushProperty name="height" value="0.1" units="cm"/>
      <inkml:brushProperty name="color" value="#E71224"/>
    </inkml:brush>
  </inkml:definitions>
  <inkml:trace contextRef="#ctx0" brushRef="#br0">237 0 8192,'-1'1'123,"0"-1"-1,0 0 1,0 1 0,0-1 0,0 1 0,0-1 0,0 1 0,1-1 0,-1 1-1,0 0 1,0-1 0,0 1 0,0 0 0,1 0 0,-1 0 0,0-1-1,0 3 1,-12 18 927,9-15-955,-62 128 3417,49-95-1979,-2-1 1,-28 43-1,46-79-1533,1-1 0,-1 1 0,0-1 0,0 0 0,0 0 0,-1 1 0,1-1 0,0 0 0,0 0 0,-1 0 0,1 0 0,-1 0 0,1 0 0,0-1 0,-1 1 0,-2 0 0,3-1 0,1 0 0,-1 0 0,0 0 0,0 0 0,1 0 0,-1 0 0,0 0 0,0-1 0,1 1 0,-1 0 0,0-1 0,0 1 0,1 0 0,-1-1 0,1 1 0,-1-1 0,0 1 0,1-1 0,-1 1 0,1-1 0,-1 1 0,1-1 0,-1 0 0,1 0 0,-3-3 0,1-1 0,0 1 0,0-1 0,1 0 0,0 1 0,0-1 0,0 0 0,0 0 0,0-5 0,1-6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2.227"/>
    </inkml:context>
    <inkml:brush xml:id="br0">
      <inkml:brushProperty name="width" value="0.1" units="cm"/>
      <inkml:brushProperty name="height" value="0.1" units="cm"/>
      <inkml:brushProperty name="color" value="#E71224"/>
    </inkml:brush>
  </inkml:definitions>
  <inkml:trace contextRef="#ctx0" brushRef="#br0">1 1 8192,'7'1'680,"0"0"1,-1 1 0,1 0-1,0 0 1,-1 1-1,1 0 1,-1 0-1,0 0 1,9 7 0,16 8 1332,61 23-3642,90 47-4651,218 121 5370,-286-149 910,-103-57 0,-6-3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2.709"/>
    </inkml:context>
    <inkml:brush xml:id="br0">
      <inkml:brushProperty name="width" value="0.1" units="cm"/>
      <inkml:brushProperty name="height" value="0.1" units="cm"/>
      <inkml:brushProperty name="color" value="#E71224"/>
    </inkml:brush>
  </inkml:definitions>
  <inkml:trace contextRef="#ctx0" brushRef="#br0">1 1 8192,'1'3'944,"0"1"1,0-1-1,1 0 1,-1 0-1,1 0 1,0 0-1,0 0 1,0 0-1,0 0 1,4 3-1,4 7 135,4 8-1079,1-1 0,1-1 0,24 24 0,-16-19 0,-15-15 0,0 0 0,0 0 0,1-1 0,0 0 0,20 12 0,-16-14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2.973"/>
    </inkml:context>
    <inkml:brush xml:id="br0">
      <inkml:brushProperty name="width" value="0.1" units="cm"/>
      <inkml:brushProperty name="height" value="0.1" units="cm"/>
      <inkml:brushProperty name="color" value="#E71224"/>
    </inkml:brush>
  </inkml:definitions>
  <inkml:trace contextRef="#ctx0" brushRef="#br0">212 1 8192,'9'0'717,"-1"0"-1,1 1 1,-1 0 0,1 0 0,-1 1-1,0 0 1,14 5 0,-19-6-543,-1 0 0,0 0-1,0 1 1,0-1 0,0 0 0,0 1-1,0-1 1,-1 1 0,1 0 0,0-1-1,-1 1 1,0 0 0,1 0 0,-1 0-1,0 0 1,0 0 0,0 1 0,0-1-1,0 0 1,0 0 0,-1 1 0,1-1 0,-1 0-1,0 1 1,1-1 0,-1 1 0,0-1-1,-1 0 1,1 1 0,0-1 0,-1 0-1,0 4 1,-2 1-174,0 0 0,-1 0 0,1-1 0,-2 1 0,1-1 0,-1 0 0,1 0 0,-2 0 0,1-1 0,-12 10 0,-9 10 0,21-19 0,-1 0 0,0 0 0,0 0 0,-1-1 0,1 0 0,-1-1 0,0 0 0,-1 0 0,1 0 0,-1-1 0,1 0 0,-1 0 0,0-1 0,0 0 0,0 0 0,-11 0 0,-3 1 0,-37 8 0,32-4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3.239"/>
    </inkml:context>
    <inkml:brush xml:id="br0">
      <inkml:brushProperty name="width" value="0.1" units="cm"/>
      <inkml:brushProperty name="height" value="0.1" units="cm"/>
      <inkml:brushProperty name="color" value="#E71224"/>
    </inkml:brush>
  </inkml:definitions>
  <inkml:trace contextRef="#ctx0" brushRef="#br0">1 215 8192,'132'-3'8436,"-90"0"-6920,46-9 0,-38 3-1516,46-8 0,149-47 0,-240 62 0,10-2 0,-1-1 0,0-1 0,0 0 0,-1-1 0,0-1 0,16-11 0,-28 17 0,1 0 0,0 1 0,-1-2 0,1 1 0,-1 0 0,1 0 0,-1 0 0,0-1 0,0 1 0,0-1 0,-1 1 0,1-1 0,0 1 0,-1-4 0,2-7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3.646"/>
    </inkml:context>
    <inkml:brush xml:id="br0">
      <inkml:brushProperty name="width" value="0.1" units="cm"/>
      <inkml:brushProperty name="height" value="0.1" units="cm"/>
      <inkml:brushProperty name="color" value="#E71224"/>
    </inkml:brush>
  </inkml:definitions>
  <inkml:trace contextRef="#ctx0" brushRef="#br0">167 1 8192,'-3'4'314,"1"1"1,-1 0 0,1 0 0,0 0-1,0 1 1,0-1 0,1 0-1,0 1 1,-1 9 0,0-5-106,-40 382 1369,19-131-1943,9-153-891,-21 296-2057,33-368 3313,2-35 0,0-1 0,0 0 0,0 0 0,0 0 0,0 0 0,0 0 0,0 0 0,0 0 0,0 0 0,-1 1 0,1-1 0,0 0 0,0 0 0,0 0 0,0 0 0,0 0 0,0 0 0,0 0 0,0 1 0,0-1 0,0 0 0,0 0 0,0 0 0,0 0 0,0 0 0,-1 0 0,1 0 0,0 0 0,0 0 0,0 0 0,0 0 0,0 0 0,0 0 0,0 0 0,0 0 0,-1 0 0,1 0 0,0 1 0,0-1 0,0 0 0,0 0 0,0 0 0,0 0 0,0-1 0,-1 1 0,1 0 0,0 0 0,0 0 0,0 0 0,0 0 0,-5-7 0,-2-10 0,-2-39 2476,6 27-1981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3.925"/>
    </inkml:context>
    <inkml:brush xml:id="br0">
      <inkml:brushProperty name="width" value="0.1" units="cm"/>
      <inkml:brushProperty name="height" value="0.1" units="cm"/>
      <inkml:brushProperty name="color" value="#E71224"/>
    </inkml:brush>
  </inkml:definitions>
  <inkml:trace contextRef="#ctx0" brushRef="#br0">550 1 8192,'-26'31'1893,"1"2"0,-39 66 0,44-64-445,-2-1-1,-1-2 0,-29 32 0,27-37-1447,-17 19 0,-2-3 0,-98 76 0,136-116 0,1 0 0,-1 0 0,0 0 0,0 0 0,0-1 0,-9 2 0,1-1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4.222"/>
    </inkml:context>
    <inkml:brush xml:id="br0">
      <inkml:brushProperty name="width" value="0.1" units="cm"/>
      <inkml:brushProperty name="height" value="0.1" units="cm"/>
      <inkml:brushProperty name="color" value="#E71224"/>
    </inkml:brush>
  </inkml:definitions>
  <inkml:trace contextRef="#ctx0" brushRef="#br0">1 0 8192,'75'65'5445,"88"58"-1,-125-95-4865,-33-25-579,0 0 0,0-1 0,0 1 0,0-1 0,0 0 0,0-1 0,1 1 0,6 0 0,8 3 0,-10-2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4.534"/>
    </inkml:context>
    <inkml:brush xml:id="br0">
      <inkml:brushProperty name="width" value="0.1" units="cm"/>
      <inkml:brushProperty name="height" value="0.1" units="cm"/>
      <inkml:brushProperty name="color" value="#E71224"/>
    </inkml:brush>
  </inkml:definitions>
  <inkml:trace contextRef="#ctx0" brushRef="#br0">1 249 8192,'13'-1'2080,"0"-1"-1,1 0 1,-1 0 0,13-6 0,7 0-1011,353-68-5659,61-15-1847,-330 66 5285,-35 9 3116,-28 3 6340,-39 8-6393</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4.987"/>
    </inkml:context>
    <inkml:brush xml:id="br0">
      <inkml:brushProperty name="width" value="0.1" units="cm"/>
      <inkml:brushProperty name="height" value="0.1" units="cm"/>
      <inkml:brushProperty name="color" value="#E71224"/>
    </inkml:brush>
  </inkml:definitions>
  <inkml:trace contextRef="#ctx0" brushRef="#br0">335 0 8192,'-2'1'151,"0"-1"0,-1 1 0,1-1 0,0 1 0,-1-1 0,1 1 0,0 0 0,0 0 0,0 1 0,0-1 0,0 0 0,0 1 0,0-1 0,0 1 0,0-1 0,1 1 0,-4 3 0,-22 37 4335,23-35-3845,-22 38 630,-32 42 1,43-69-1056,0 0 0,0-1 0,-2-1 0,-33 25 0,43-36-216,0 0 0,0 1 0,0 0 0,1 0 0,0 1 0,-11 13 0,16-17 0,-1 0 0,1 0 0,0 0 0,-1 0 0,1 0 0,1 0 0,-1 0 0,0 0 0,1 1 0,-1-1 0,1 0 0,0 0 0,0 1 0,1-1 0,-1 0 0,0 1 0,1-1 0,0 0 0,0 0 0,0 0 0,0 0 0,2 4 0,4 4 21,0 1-1,0-1 1,1-1-1,0 1 1,13 11-1,52 45-512,-66-61 366,20 16-857,1-2 0,1 0 0,36 17 0,99 41-4520,-57-29 3965,-95-43 1515,35 15-71,-44-20 138,0 0 0,0 0-1,-1 0 1,1 0 0,0-1-1,0 1 1,0-1 0,0 0 0,0 0-1,0 0 1,0 0 0,0-1-1,4 0 1,0-5 1937,-4-2-1486</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5.347"/>
    </inkml:context>
    <inkml:brush xml:id="br0">
      <inkml:brushProperty name="width" value="0.1" units="cm"/>
      <inkml:brushProperty name="height" value="0.1" units="cm"/>
      <inkml:brushProperty name="color" value="#E71224"/>
    </inkml:brush>
  </inkml:definitions>
  <inkml:trace contextRef="#ctx0" brushRef="#br0">186 1 8192,'-15'20'1709,"0"1"0,0 0 1,2 1-1,1 1 0,-11 29 0,3-11-496,18-36-1213,-8 17 0,-2 1 0,-27 39 0,39-62 0,0 0 0,0 0 0,0 1 0,-1-1 0,1 0 0,0 0 0,0 0 0,0 0 0,0 0 0,0 1 0,0-1 0,0 0 0,0 0 0,0 0 0,0 0 0,-1 0 0,1 0 0,0 0 0,0 1 0,0-1 0,0 0 0,0 0 0,0 0 0,-1 0 0,1 0 0,0 0 0,0 0 0,0 0 0,0 0 0,-1 0 0,1 0 0,0 0 0,0 0 0,0 0 0,0 0 0,0 0 0,-1 0 0,1 0 0,0 0 0,0 0 0,0 0 0,0 0 0,-1 0 0,1 0 0,0 0 0,0 0 0,0 0 0,0-1 0,0 1 0,0 0 0,-1 0 0,1 0 0,0 0 0,0 0 0,0 0 0,0 0 0,0-1 0,0 1 0,0 0 0,0 0 0,0 0 0,0 0 0,-1 0 0,1-1 0,0 1 0,-1-6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5.921"/>
    </inkml:context>
    <inkml:brush xml:id="br0">
      <inkml:brushProperty name="width" value="0.1" units="cm"/>
      <inkml:brushProperty name="height" value="0.1" units="cm"/>
      <inkml:brushProperty name="color" value="#E71224"/>
    </inkml:brush>
  </inkml:definitions>
  <inkml:trace contextRef="#ctx0" brushRef="#br0">503 1 8192,'-1'8'260,"-1"0"1,0 0-1,-1 0 0,1 0 1,-1 0-1,-1-1 1,0 1-1,0-1 1,-7 10-1,-2 5 107,-106 183 7689,112-193-7872,-2-1 0,-12 13-1,13-15-219,-1 1-1,-12 19 0,20-28 37,0 1 0,1-1 0,-1 1 0,0-1 0,0 1 0,1 0 0,-1-1 0,1 1 0,-1 0 0,1-1 0,0 1 0,0 0 0,0-1 0,0 1 0,0 0 0,0 0 0,0-1 0,1 3 0,-1-3 0,1 0 0,0 1 0,0-1 0,-1 0 0,1 0 0,0 1 0,0-1 0,0 0 0,0 0 0,1 0 0,-1 0 0,0-1 0,0 1 0,1 0 0,-1 0 0,3 0 0,5 2 0,1 0 0,0-1 0,-1 0 0,1-1 0,11 0 0,-4 0 0,-10 0 0,22 2 0,0 1 0,-1 1 0,41 12 0,-65-15 0,0 0 0,0 1 0,0-1 0,0 1 0,0 0 0,0-1 0,-1 2 0,0-1 0,1 0 0,-1 1 0,0-1 0,-1 1 0,1 0 0,-1 0 0,1 0 0,-1 1 0,0-1 0,-1 0 0,1 1 0,0 5 0,0-2 0,0 0 0,-1 1 0,0-1 0,0 1 0,-1-1 0,0 1 0,-1-1 0,0 1 0,0-1 0,-4 13 0,1-12-49,0 0-1,0-1 1,0 1-1,-1-1 1,-1 0-1,1 0 1,-1-1-1,-1 0 1,1 0-1,-1 0 1,-1-1-1,1 0 0,-12 8 1,-13 5-420,-1-1 1,-39 16-1,36-18 92,3 1-1121,-2-3-1,1 0 0,-2-2 0,1-2 1,-45 7-1,74-16 1499,-1-1 0,1 0 0,0 0 0,-1 0 0,1-1 0,-8-1 0,1-2 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6.232"/>
    </inkml:context>
    <inkml:brush xml:id="br0">
      <inkml:brushProperty name="width" value="0.1" units="cm"/>
      <inkml:brushProperty name="height" value="0.1" units="cm"/>
      <inkml:brushProperty name="color" value="#E71224"/>
    </inkml:brush>
  </inkml:definitions>
  <inkml:trace contextRef="#ctx0" brushRef="#br0">1 0 8192,'35'5'5831,"0"6"-3408,32 24-1271,-39-20 472,35 22-2570,85 66 0,-37-24-80,-32-25 735,232 149-4163,-227-154 2770,164 69 1,-245-116 1683,1-1 0,-1 0 0,1 1 0,0-1 0,-1 0 0,1-1 0,0 1 0,0-1 0,0 1 0,-1-1 0,6-1 0,4-4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6.699"/>
    </inkml:context>
    <inkml:brush xml:id="br0">
      <inkml:brushProperty name="width" value="0.1" units="cm"/>
      <inkml:brushProperty name="height" value="0.1" units="cm"/>
      <inkml:brushProperty name="color" value="#E71224"/>
    </inkml:brush>
  </inkml:definitions>
  <inkml:trace contextRef="#ctx0" brushRef="#br0">0 201 8192,'0'1'240,"1"0"-1,-1 0 1,1 1 0,-1-1 0,1 0-1,-1 0 1,1 0 0,0 0 0,-1 0 0,1 0-1,0 0 1,0 0 0,0-1 0,0 1-1,0 0 1,0 0 0,0-1 0,0 1 0,0-1-1,0 1 1,0-1 0,2 1 0,25 9 3597,-4-7-3396,-1 0 1,1-2-1,42-2 1,-18 0-92,-1-1-769,1-3-1,-1-1 1,80-21-1,131-61-1258,-232 78 1129,-9 4-531,0 0-1,0-2 1,0 0-1,-1-1 1,0 0-1,21-17 1,-26 12 1080,-4 2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7.043"/>
    </inkml:context>
    <inkml:brush xml:id="br0">
      <inkml:brushProperty name="width" value="0.1" units="cm"/>
      <inkml:brushProperty name="height" value="0.1" units="cm"/>
      <inkml:brushProperty name="color" value="#E71224"/>
    </inkml:brush>
  </inkml:definitions>
  <inkml:trace contextRef="#ctx0" brushRef="#br0">162 1 8192,'-1'6'357,"0"1"0,-1 0 0,0-1 0,0 1-1,-1-1 1,1 0 0,-8 12 0,0 0 144,-23 65 2142,3 1 1,-23 105-1,44-154-2461,8-32-182,0 0 0,1 0 0,-1 0 0,1 0 0,-1 0 0,1 0 0,0 0 0,0-1 0,0 1 0,1 0 0,-1 0 0,1 0 0,-1 0 0,1 0 0,0 0 0,0 0 0,1-1 0,1 5 0,-1-5 0,0 0 0,0 0 0,0 0 0,0-1 0,1 1 0,-1 0 0,1-1 0,-1 1 0,1-1 0,-1 0 0,1 0 0,0 0 0,0 0 0,-1-1 0,1 1 0,0-1 0,0 1 0,0-1 0,3 0 0,204-1 0,-79-1 0,-113 2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7.344"/>
    </inkml:context>
    <inkml:brush xml:id="br0">
      <inkml:brushProperty name="width" value="0.1" units="cm"/>
      <inkml:brushProperty name="height" value="0.1" units="cm"/>
      <inkml:brushProperty name="color" value="#E71224"/>
    </inkml:brush>
  </inkml:definitions>
  <inkml:trace contextRef="#ctx0" brushRef="#br0">80 1 8192,'-3'3'2971,"-1"3"-2971,-5 18 5848,3-9-5848,2 1 2649,-3-1-2649,-2-5 0,-2-2 0,-3-4 0,2-2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7.579"/>
    </inkml:context>
    <inkml:brush xml:id="br0">
      <inkml:brushProperty name="width" value="0.1" units="cm"/>
      <inkml:brushProperty name="height" value="0.1" units="cm"/>
      <inkml:brushProperty name="color" value="#E71224"/>
    </inkml:brush>
  </inkml:definitions>
  <inkml:trace contextRef="#ctx0" brushRef="#br0">1 299 8192,'4'-3'621,"0"1"0,0 0 0,1-1 0,-1 2 0,1-1 0,-1 0 0,1 1 1,0 0-1,0 0 0,0 0 0,5 0 0,15-3 1278,43-11-1619,47-14 854,-100 25-1017,-1-1 0,0-1 0,-1-1 0,0 0 0,23-16 0,-14 8-117,-13 8 0,1 0 0,-1-1 0,10-10 0,-16 14 0,0 1 0,0-1 0,-1 0 0,1 0 0,-1 0 0,0 0 0,-1 0 0,1 0 0,-1 0 0,1-1 0,-1 1 0,0-6 0,1-41 0,-3 37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7.889"/>
    </inkml:context>
    <inkml:brush xml:id="br0">
      <inkml:brushProperty name="width" value="0.1" units="cm"/>
      <inkml:brushProperty name="height" value="0.1" units="cm"/>
      <inkml:brushProperty name="color" value="#E71224"/>
    </inkml:brush>
  </inkml:definitions>
  <inkml:trace contextRef="#ctx0" brushRef="#br0">136 0 8192,'-1'11'438,"0"0"-1,-1 0 1,-3 12 0,-3 14 1756,-88 786-6139,73-293 15413,30-624-13023,26-126 1,-22 159 1307,-3 10 247</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8.200"/>
    </inkml:context>
    <inkml:brush xml:id="br0">
      <inkml:brushProperty name="width" value="0.1" units="cm"/>
      <inkml:brushProperty name="height" value="0.1" units="cm"/>
      <inkml:brushProperty name="color" value="#E71224"/>
    </inkml:brush>
  </inkml:definitions>
  <inkml:trace contextRef="#ctx0" brushRef="#br0">0 98 8192,'7'0'1674,"-1"-1"1,0-1-1,0 1 1,0-1-1,9-4 1,8-1-254,82-19-2883,1 4-1,127-9 1,-200 31-1463,-33 0 2905,1 0-1,-1 0 1,0 0-1,1 0 0,-1 0 1,0 1-1,1-1 1,-1 0-1,0 0 1,1 0-1,-1 0 0,0 0 1,0 0-1,1 1 1,-1-1-1,0 0 1,0 0-1,1 0 1,-1 1-1,0-1 0,0 0 1,0 0-1,1 1 1,-1-1-1,0 0 1,0 0-1,0 1 1,0-1-1,1 1 0,-2-1 11,1 1-1,0 0 0,-1 0 0,1 0 0,-1-1 1,1 1-1,-1 0 0,1-1 0,-1 1 0,0 0 1,1-1-1,-1 1 0,0-1 0,1 1 0,-1-1 1,-1 1-1,-18 12 11,-2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8.465"/>
    </inkml:context>
    <inkml:brush xml:id="br0">
      <inkml:brushProperty name="width" value="0.1" units="cm"/>
      <inkml:brushProperty name="height" value="0.1" units="cm"/>
      <inkml:brushProperty name="color" value="#E71224"/>
    </inkml:brush>
  </inkml:definitions>
  <inkml:trace contextRef="#ctx0" brushRef="#br0">1 264 8192,'5'8'7807,"8"-3"-5946,17-3-3219,-25-1 2325,24-1-726,0 0-1,0-2 1,0-1-1,39-9 1,114-40-2837,-46 12-1665,-115 35 3721,11-2-77,1-2 1,-2-1-1,1-2 0,44-23 1,-74 34 616,0 0 0,0 0 0,0-1 0,-1 1 0,1-1 0,-1 1 0,1-1 0,-1 0 0,1 1 0,-1-1 0,0 0 0,0 0 0,0 0 0,0 0 0,0 0 0,-1 0 0,2-4 0,-1-1 0,-1 1 0,1-1 0,-1 0 0,-2-9 0,2 14 0,-1-12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9.012"/>
    </inkml:context>
    <inkml:brush xml:id="br0">
      <inkml:brushProperty name="width" value="0.1" units="cm"/>
      <inkml:brushProperty name="height" value="0.1" units="cm"/>
      <inkml:brushProperty name="color" value="#E71224"/>
    </inkml:brush>
  </inkml:definitions>
  <inkml:trace contextRef="#ctx0" brushRef="#br0">203 0 8192,'-34'72'3823,"3"0"-1,-41 154 1,66-199-3823,1 0 0,1 0 0,2 1 0,1-1 0,1 1 0,1-1 0,6 32 0,-4-44-290,1 0 0,1 0 0,0 0 0,1 0 0,1-1-1,0 0 1,1 0 0,0-1 0,1 0 0,13 13 0,11 11-2037,71 59 0,-66-67 1612,2-2-1,1-1 1,0-2-1,57 22 1,-69-32 669,-25-12 46,30 16 0,-33-17 0,0 0 0,1 0 0,-1 0 0,0 0 0,0 0 0,0 0 0,0 0 0,0 0 0,0 0 0,0 1 0,0-1 0,0 0 0,-1 1 0,1-1 0,0 0 0,-1 1 0,0-1 0,1 1 0,-1-1 0,1 3 0,-2-3 40,1 0 0,0 0 0,-1 0 0,1 0 0,0-1 0,-1 1 0,1 0 0,-1 0 0,0 0 0,1 0 0,-1-1 0,0 1 0,1 0 1,-1-1-1,0 1 0,0 0 0,0-1 0,1 1 0,-1-1 0,0 1 0,0-1 0,0 0 0,0 1 0,0-1 0,0 0 0,0 0 0,0 0 0,0 1 0,0-1 0,-1 0 1,-3 0 409,0 0 1,1 0-1,-1 0 1,0 0 0,-5-2-1,-184-53 6351,139 38-6079,17 8-722,-1 1 0,0 2 0,0 2 0,-1 1 0,-62 4 0,86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9.278"/>
    </inkml:context>
    <inkml:brush xml:id="br0">
      <inkml:brushProperty name="width" value="0.1" units="cm"/>
      <inkml:brushProperty name="height" value="0.1" units="cm"/>
      <inkml:brushProperty name="color" value="#E71224"/>
    </inkml:brush>
  </inkml:definitions>
  <inkml:trace contextRef="#ctx0" brushRef="#br0">0 1 8192,'9'14'1269,"1"0"1,0 0-1,1-1 0,1 0 1,23 19-1,-1 0-66,29 32-2305,3-3-1,2-2 1,140 89 0,-173-127 701,1-2 0,1-1 0,1-2 0,1-1 0,0-2 0,0-2 0,1-1 0,1-3 1,-1-1-1,72 2 0,-97-8 529,29-1 883,-42 1-932,0 0 0,0 0-1,0-1 1,0 1-1,0-1 1,0 1 0,0-1-1,-1 0 1,1 1-1,0-1 1,0 0 0,-1 0-1,1 0 1,0 0-1,-1-1 1,3-1 0,-4 2-47,1-1 0,-1 1 0,1 0 0,-1 0 0,0 0 0,1-1 1,-1 1-1,0 0 0,0-1 0,0 1 0,0 0 0,0 0 0,0-1 1,-1 1-1,1 0 0,0 0 0,-1-1 0,0-1 0,-11-23-123,8 19 67,-6-11 24</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19.652"/>
    </inkml:context>
    <inkml:brush xml:id="br0">
      <inkml:brushProperty name="width" value="0.1" units="cm"/>
      <inkml:brushProperty name="height" value="0.1" units="cm"/>
      <inkml:brushProperty name="color" value="#E71224"/>
    </inkml:brush>
  </inkml:definitions>
  <inkml:trace contextRef="#ctx0" brushRef="#br0">1 500 8192,'1'-6'813,"0"0"0,1 0 0,0 1 0,0-1 0,1 1 0,0-1 0,0 1 0,0 0 0,0 0 0,1 0-1,0 0 1,5-5 0,9-14 87,2-2-900,46-48 0,-40 48 0,26-36 0,-29 32 0,-9 12 0,0-1 0,11-21 0,-22 33 0,1 0 0,-1-1 0,-1 0 0,1 1 0,-1-1 0,0 0 0,-1 0 0,0 0 0,0-13 0,-1 6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20.165"/>
    </inkml:context>
    <inkml:brush xml:id="br0">
      <inkml:brushProperty name="width" value="0.1" units="cm"/>
      <inkml:brushProperty name="height" value="0.1" units="cm"/>
      <inkml:brushProperty name="color" value="#E71224"/>
    </inkml:brush>
  </inkml:definitions>
  <inkml:trace contextRef="#ctx0" brushRef="#br0">324 0 8192,'0'684'1507,"0"309"-3014,1-982 2258,-1-7 349,0 1 1,0-1 0,0 0 0,0 0 0,-1 1-1,0-1 1,-1 6 0,2-10-1060,0 0 1,0 0-1,0 0 1,0 1 0,-1-1-1,1 0 1,0 0-1,0 0 1,0 0-1,0 0 1,0 0-1,0 1 1,0-1 0,-1 0-1,1 0 1,0 0-1,0 0 1,0 0-1,0 0 1,-1 0-1,1 0 1,0 0 0,0 0-1,0 0 1,0 0-1,-1 0 1,1 1-1,0-1 1,0 0-1,0-1 1,0 1 0,-1 0-1,1 0 1,0 0-1,0 0 1,0 0-1,0 0 1,-1 0-1,1 0 1,0 0-1,0 0 1,0 0 0,0 0-1,0 0 1,-1-1-1,-8-9 437,-5-13-956,-85-215-4517,71 159 1758,-66-125 1,82 184 3648,-1-1 1687,2 0 0,-11-29 1,19 45-1783,1-1 0,1 0 0,-1 1 1,1-1-1,0 0 0,0 0 0,1 0 0,0 0 1,0 0-1,0 0 0,1 1 0,0-1 1,0 0-1,3-9 0,-1 9-317,0 0 0,1 1 0,-1-1 0,1 1 0,0 0 0,1 0 0,0 1 0,-1-1 0,9-5 0,3-2 0,31-17 0,-15 11-154,32-17-1447,87-63 0,-130 81 442,0-2 0,-1-1 0,-2 0 1,0-1-1,-1-1 0,27-46 0,-30 43 1159</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20.585"/>
    </inkml:context>
    <inkml:brush xml:id="br0">
      <inkml:brushProperty name="width" value="0.1" units="cm"/>
      <inkml:brushProperty name="height" value="0.1" units="cm"/>
      <inkml:brushProperty name="color" value="#E71224"/>
    </inkml:brush>
  </inkml:definitions>
  <inkml:trace contextRef="#ctx0" brushRef="#br0">134 1 8192,'-10'3'6942,"1"5"-4442,-6 15-3050,7-9 2685,-19 18-1710,15-19-370,-20 30 1,29-39-64,1 1-1,-1 0 0,1 0 1,0 0-1,0 0 0,1 0 1,-1 0-1,1 0 0,0 1 1,0 10-1,1-13-154,1 0 0,-1 0-1,1 0 1,0 0 0,0 0-1,0 0 1,0 0 0,1-1-1,-1 1 1,1 0 0,0-1-1,-1 1 1,1-1 0,0 1-1,1-1 1,-1 0 0,0 0-1,1 0 1,-1 0 0,1-1-1,-1 1 1,1 0 0,0-1-1,0 0 1,0 0 0,4 1-1,6 3-718,0-1 0,1-1 0,0 0 1,19 1-1,126 3-341,17 1-203,-169-7 1426,0 0 0,-1 0 0,1 0 0,0 1 0,-1 0 0,1 1 0,6 3 0,-11-6 0,-1 1 0,0 0 0,0 0 0,1-1 0,-1 1 0,0 0 0,0 0 0,0 0 0,0 1 0,0-1 0,0 0 0,0 0 0,-1 0 0,1 1 0,0-1 0,-1 0 0,1 1 0,-1-1 0,1 1 0,-1-1 0,0 1 0,0-1 0,1 0 0,-1 1 0,0-1 0,0 1 0,-1-1 0,1 1 0,0-1 0,0 1 0,-1-1 0,1 1 0,-1-1 0,1 0 0,-1 1 0,1-1 0,-1 0 0,-2 3 0,-1 3 105,-2-1 1,1 0-1,-1 0 1,0 0-1,0 0 1,-1-1-1,1 0 1,-1 0-1,0-1 1,-9 4-1,-13 10-385,21-13 415,0-1-1,-1 1 1,0-2 0,0 1 0,0-1-1,0 0 1,-11 1 0,-69 6 2004,37-6-5292,26 0 2594</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20.853"/>
    </inkml:context>
    <inkml:brush xml:id="br0">
      <inkml:brushProperty name="width" value="0.1" units="cm"/>
      <inkml:brushProperty name="height" value="0.1" units="cm"/>
      <inkml:brushProperty name="color" value="#E71224"/>
    </inkml:brush>
  </inkml:definitions>
  <inkml:trace contextRef="#ctx0" brushRef="#br0">18 1 8192,'-3'5'3356,"-1"6"-3356,1 3 0,0 5 0,1 2 5996,0 0-5996,2 0 0,-1-1 2116,1-2-2116,0 0 0,1-1 0,2 0 0,1 0 0,-1 0 0,3-1 0,0 1 0,2-1 0,-1-2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21.087"/>
    </inkml:context>
    <inkml:brush xml:id="br0">
      <inkml:brushProperty name="width" value="0.1" units="cm"/>
      <inkml:brushProperty name="height" value="0.1" units="cm"/>
      <inkml:brushProperty name="color" value="#E71224"/>
    </inkml:brush>
  </inkml:definitions>
  <inkml:trace contextRef="#ctx0" brushRef="#br0">1 8 8192,'136'1'1357,"147"-3"2769,-250-1-3794,-25 2 604,1 0-1,-1 0 0,13 1 1,-20 0-870,-1 0 1,1 0-1,-1 0 0,1 0 1,-1 0-1,0 0 0,1 0 1,-1 0-1,1 0 0,-1 0 1,1 0-1,-1 1 1,0-1-1,1 0 0,-1 0 1,1 0-1,-1 1 0,0-1 1,1 0-1,-1 0 1,0 1-1,1-1 0,-1 0 1,0 1-1,0-1 0,1 1 1,-1-1-1,0 0 0,0 1 1,0-1-1,1 0 1,-1 1-1,0-1 0,0 1 1,0 0-1,-6 13-544,-3-2 478</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21.352"/>
    </inkml:context>
    <inkml:brush xml:id="br0">
      <inkml:brushProperty name="width" value="0.1" units="cm"/>
      <inkml:brushProperty name="height" value="0.1" units="cm"/>
      <inkml:brushProperty name="color" value="#E71224"/>
    </inkml:brush>
  </inkml:definitions>
  <inkml:trace contextRef="#ctx0" brushRef="#br0">1 282 8192,'14'-2'881,"1"1"-1,-1-2 1,1 0 0,24-9 0,4-1 2560,420-111-5437,-100 35-2777,-207 60 5608,-120 23 8722</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21.790"/>
    </inkml:context>
    <inkml:brush xml:id="br0">
      <inkml:brushProperty name="width" value="0.1" units="cm"/>
      <inkml:brushProperty name="height" value="0.1" units="cm"/>
      <inkml:brushProperty name="color" value="#E71224"/>
    </inkml:brush>
  </inkml:definitions>
  <inkml:trace contextRef="#ctx0" brushRef="#br0">153 0 8192,'-6'104'768,"-36"201"0,23-190-1390,17-105 415,-18 87 1251,17-87 590,-1 1 0,0-1-1,-10 18 1,13-27-1478,1 1 0,-1-1 0,0 0 0,0 0 0,0 1 1,0-1-1,0 0 0,0 0 0,-1 0 0,1 0 0,0 0 0,0 0 0,-1-1 0,1 1 0,0 0 0,-3 0 0,4-1-141,-1 0 0,0 0-1,1 0 1,-1-1 0,0 1-1,1 0 1,-1 0 0,0-1 0,1 1-1,-1 0 1,0 0 0,1-1-1,-1 1 1,1-1 0,-1 1-1,1-1 1,-1 1 0,1-1-1,-1 1 1,1-1 0,-1 1 0,1-1-1,0 0 1,-1 1 0,1-1-1,0 0 1,-1 1 0,1-1-1,0 0 1,0 1 0,0-1-1,0 0 1,0 1 0,0-1 0,0-1-1,-2-11-14</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8:22.104"/>
    </inkml:context>
    <inkml:brush xml:id="br0">
      <inkml:brushProperty name="width" value="0.1" units="cm"/>
      <inkml:brushProperty name="height" value="0.1" units="cm"/>
      <inkml:brushProperty name="color" value="#E71224"/>
    </inkml:brush>
  </inkml:definitions>
  <inkml:trace contextRef="#ctx0" brushRef="#br0">1 1 8192,'19'0'590,"1"2"1,-1 0-1,0 2 1,0 0 0,33 12-1,90 45 5405,-45-17-4065,-76-35-2003,393 143-10884,-334-131 10738,90 9 0,-54-16 11687</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6:59:21.842"/>
    </inkml:context>
    <inkml:brush xml:id="br0">
      <inkml:brushProperty name="width" value="0.1" units="cm"/>
      <inkml:brushProperty name="height" value="0.1" units="cm"/>
      <inkml:brushProperty name="color" value="#E71224"/>
    </inkml:brush>
  </inkml:definitions>
  <inkml:trace contextRef="#ctx0" brushRef="#br0">1 1 8192,'0'3'11468,"0"1"-11468</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49.230"/>
    </inkml:context>
    <inkml:brush xml:id="br0">
      <inkml:brushProperty name="width" value="0.1" units="cm"/>
      <inkml:brushProperty name="height" value="0.1" units="cm"/>
      <inkml:brushProperty name="color" value="#E71224"/>
    </inkml:brush>
  </inkml:definitions>
  <inkml:trace contextRef="#ctx0" brushRef="#br0">1191 1 8192,'-4'8'0,"0"-1"0,0 1 0,-1-1 0,0 0 0,0 0 0,-1 0 0,-11 10 0,-2 3 0,-12 13 0,-2-1 0,-1-2 0,-1-1 0,-2-2 0,-44 25 0,-30 11 0,-230 93 0,26-48 0,295-103 0,0 0 0,-26 3 0,28-6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49.561"/>
    </inkml:context>
    <inkml:brush xml:id="br0">
      <inkml:brushProperty name="width" value="0.1" units="cm"/>
      <inkml:brushProperty name="height" value="0.1" units="cm"/>
      <inkml:brushProperty name="color" value="#E71224"/>
    </inkml:brush>
  </inkml:definitions>
  <inkml:trace contextRef="#ctx0" brushRef="#br0">0 0 8192,'2'1'66,"0"-1"1,-1 0-1,1 1 0,0-1 1,-1 1-1,1 0 0,-1-1 1,1 1-1,-1 0 1,1 0-1,-1 0 0,1 0 1,-1 0-1,2 3 0,19 21 2113,-14-15-1083,0-1-682,1-1 1,0 0 0,0 0 0,0-1-1,1 0 1,18 9 0,70 27 2766,-20-11-2067,-31-8-1114,-13-7 0,0-1 0,72 23 0,-102-38 0,0 0 0,-1 0 0,1 1 0,0-1 0,-1 1 0,0 0 0,7 4 0,-10-6 0,0 0 0,1 1 0,-1-1 0,0 0 0,1 1 0,-1-1 0,0 0 0,0 1 0,1-1 0,-1 0 0,0 1 0,0-1 0,0 0 0,0 1 0,1-1 0,-1 1 0,0-1 0,0 1 0,0-1 0,0 0 0,0 1 0,0-1 0,0 1 0,0-1 0,0 1 0,0-1 0,-1 1 0,1 0 0,-1 0 0,0 0 0,0 0 0,0 0 0,0 0 0,0 0 0,0-1 0,0 1 0,0 0 0,0-1 0,0 1 0,0 0 0,-1-1 0,-1 1 0,-18 5 0,-1-2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49.841"/>
    </inkml:context>
    <inkml:brush xml:id="br0">
      <inkml:brushProperty name="width" value="0.1" units="cm"/>
      <inkml:brushProperty name="height" value="0.1" units="cm"/>
      <inkml:brushProperty name="color" value="#E71224"/>
    </inkml:brush>
  </inkml:definitions>
  <inkml:trace contextRef="#ctx0" brushRef="#br0">0 146 8192,'3'0'3356,"4"0"-3356,6 0 0,7-3 5483,5 0-5483,8-4 0,6-5 0,5-4 2629,6-2-2629,4-1 0,1 3 0,2 1 0,-5 4 0,-4 0 0,-6 2 0,-11 3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0.593"/>
    </inkml:context>
    <inkml:brush xml:id="br0">
      <inkml:brushProperty name="width" value="0.1" units="cm"/>
      <inkml:brushProperty name="height" value="0.1" units="cm"/>
      <inkml:brushProperty name="color" value="#E71224"/>
    </inkml:brush>
  </inkml:definitions>
  <inkml:trace contextRef="#ctx0" brushRef="#br0">0 446 8192,'6'-3'2971,"18"-6"2877,15-5-5848,45-11-2970,46-16 2970,28-9 0,14-5 0,-5 4-5849,-18 3 5849,-25 6 0,-22 7 0,-23 7 0,-22 9 0,-21 4 0,-16 5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1.204"/>
    </inkml:context>
    <inkml:brush xml:id="br0">
      <inkml:brushProperty name="width" value="0.1" units="cm"/>
      <inkml:brushProperty name="height" value="0.1" units="cm"/>
      <inkml:brushProperty name="color" value="#E71224"/>
    </inkml:brush>
  </inkml:definitions>
  <inkml:trace contextRef="#ctx0" brushRef="#br0">214 0 8192,'-6'21'0,"2"1"0,1-1 0,-1 39 0,-2 4 0,-50 256 0,18-121 0,-12 144 9557,44-356-7890,1-16-3899,-20-136 4403,18 128-1866,3 11-305</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1.454"/>
    </inkml:context>
    <inkml:brush xml:id="br0">
      <inkml:brushProperty name="width" value="0.1" units="cm"/>
      <inkml:brushProperty name="height" value="0.1" units="cm"/>
      <inkml:brushProperty name="color" value="#E71224"/>
    </inkml:brush>
  </inkml:definitions>
  <inkml:trace contextRef="#ctx0" brushRef="#br0">449 0 8192,'-25'40'11468,"-137"169"-11468,12-18 0,149-189 0,-10 13 0,0 0 0,0-1 0,-2-1 0,1 0 0,-19 15 0,30-28 0,1 0 0,-1 1 0,1-1 0,-1 0 0,1 1 0,-1-1 0,0 0 0,1 0 0,-1 1 0,1-1 0,-1 0 0,0 0 0,1 0 0,-1 0 0,1 0 0,-1 0 0,0 0 0,1 0 0,-1 0 0,1 0 0,-1 0 0,0 0 0,1 0 0,-1-1 0,1 1 0,-2 0 0,-3-5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1.752"/>
    </inkml:context>
    <inkml:brush xml:id="br0">
      <inkml:brushProperty name="width" value="0.1" units="cm"/>
      <inkml:brushProperty name="height" value="0.1" units="cm"/>
      <inkml:brushProperty name="color" value="#E71224"/>
    </inkml:brush>
  </inkml:definitions>
  <inkml:trace contextRef="#ctx0" brushRef="#br0">0 1 8192,'19'8'2942,"37"20"1,-33-16-983,-7-2-692,28 21-1,-28-19-723,30 18 0,-26-21-544,0-1 0,0-1 0,27 6 0,28 10 0,-69-20 0,0 0 0,0 0 0,0 1 0,-1 0 0,1 0 0,8 9 0,-4-5 0,-1 1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2.254"/>
    </inkml:context>
    <inkml:brush xml:id="br0">
      <inkml:brushProperty name="width" value="0.1" units="cm"/>
      <inkml:brushProperty name="height" value="0.1" units="cm"/>
      <inkml:brushProperty name="color" value="#E71224"/>
    </inkml:brush>
  </inkml:definitions>
  <inkml:trace contextRef="#ctx0" brushRef="#br0">1 0 8192,'1'3'260,"-1"1"1,2-1 0,-1 0-1,0 0 1,1 0 0,-1 0-1,1 0 1,3 4 0,2 3 1338,21 51 2527,-18-39-2427,15 27-1,-10-23-1698,49 73 0,-53-83 0,1-2 0,1 0 0,0-1 0,20 16 0,45 37 0,-65-56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2.813"/>
    </inkml:context>
    <inkml:brush xml:id="br0">
      <inkml:brushProperty name="width" value="0.1" units="cm"/>
      <inkml:brushProperty name="height" value="0.1" units="cm"/>
      <inkml:brushProperty name="color" value="#E71224"/>
    </inkml:brush>
  </inkml:definitions>
  <inkml:trace contextRef="#ctx0" brushRef="#br0">1152 0 8192,'7'1'583,"-1"1"0,1-1 0,0 1 0,-1 1 0,0-1 0,1 1 1,-1 0-1,0 1 0,0-1 0,-1 1 0,10 8 0,16 9 1239,-7-8-1644,-16-9 31,1 0-1,-1 1 0,0 0 0,-1 0 1,1 1-1,8 7 0,-15-11-177,0 0 0,1-1-1,-1 1 1,0 0 0,0 0 0,0 0-1,0 0 1,-1 0 0,1 0-1,0 0 1,-1 0 0,0 0-1,1 0 1,-1 0 0,0 0-1,0 0 1,0 1 0,0-1 0,0 0-1,-1 0 1,1 0 0,-1 0-1,1 0 1,-1 0 0,0 0-1,0 0 1,0 0 0,0 0-1,0 0 1,0-1 0,0 1-1,-3 2 1,-13 17-16,-1 0 1,0-2-1,-1 0 0,-1-1 0,-1-1 0,-1-1 0,0-1 1,-41 20-1,-15 2-232,-111 34 0,137-52-45,4-4-1170,1-2-1,-62 9 1,-98 2-2945,178-21 4258,-66 7-939,-164 37 0,241-42 1522,16-5 12,4-1 69,28-4 941,258-3 5651,-191 9-5777,516-13-1360,-5-57 0,-590 66 0,54-13 0,-68 15 0,1-1 0,0 1 0,-1-1 0,1-1 0,-1 1 0,0 0 0,0-1 0,0 0 0,0 0 0,0 0 0,5-7 0,-8 9 0,0 0 0,0 0 0,-1 0 0,1-1 0,-1 1 0,1 0 0,-1 0 0,1-1 0,-1 1 0,0 0 0,0-1 0,0 1 0,1-1 0,-1 1 0,-1 0 0,1-1 0,0 1 0,0 0 0,0-1 0,-1 1 0,1 0 0,-1-1 0,1 1 0,-1 0 0,0-2 0,-2-2 0,0 0 0,-1 1 0,1-1 0,-7-5 0,-5-5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3.216"/>
    </inkml:context>
    <inkml:brush xml:id="br0">
      <inkml:brushProperty name="width" value="0.1" units="cm"/>
      <inkml:brushProperty name="height" value="0.1" units="cm"/>
      <inkml:brushProperty name="color" value="#E71224"/>
    </inkml:brush>
  </inkml:definitions>
  <inkml:trace contextRef="#ctx0" brushRef="#br0">214 0 8192,'-1'24'1506,"-1"-1"0,-6 25 1,-1 4 1899,-43 284-4246,-5 39-5331,1 221 5752,50-563 9976,4-36-9355,0-1 1,1 0-1,-1 0 0,1 0 1,0 0-1,-1-5 0,-6-59-202,4 31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3.452"/>
    </inkml:context>
    <inkml:brush xml:id="br0">
      <inkml:brushProperty name="width" value="0.1" units="cm"/>
      <inkml:brushProperty name="height" value="0.1" units="cm"/>
      <inkml:brushProperty name="color" value="#E71224"/>
    </inkml:brush>
  </inkml:definitions>
  <inkml:trace contextRef="#ctx0" brushRef="#br0">523 0 8192,'-6'6'0,"-7"7"3356,-8 8-3356,-5 8 0,-7 11 0,-7 4 5483,-1 0-5483,-3-1 0,-3 0 0,2-1 0,2-6-3356,3-5 3356,5-5 0,9-5-5483,6-5 5483,-11 6 11468,19-16-11468</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3.655"/>
    </inkml:context>
    <inkml:brush xml:id="br0">
      <inkml:brushProperty name="width" value="0.1" units="cm"/>
      <inkml:brushProperty name="height" value="0.1" units="cm"/>
      <inkml:brushProperty name="color" value="#E71224"/>
    </inkml:brush>
  </inkml:definitions>
  <inkml:trace contextRef="#ctx0" brushRef="#br0">1 0 8192,'9'1'479,"0"0"1,0 1 0,0 0-1,12 4 1,9 2 478,-8-3-820,245 39 7836,-259-43-7974,1 0 0,0 1 0,-1 0 0,13 5 0,-19-6 0,-1 0 0,1-1 0,0 1 0,-1 0 0,1 0 0,-1 0 0,0 0 0,1 0 0,-1 0 0,0 1 0,0-1 0,0 0 0,2 2 0,-3-2 0,0 0 0,1 0 0,-1 0 0,0 0 0,0 0 0,0 0 0,0 0 0,0 0 0,0 0 0,0-1 0,0 1 0,0 0 0,0 0 0,-1 0 0,1 0 0,0 0 0,-1 0 0,1 0 0,0-1 0,-1 1 0,1 0 0,-1 0 0,1-1 0,-1 1 0,0 0 0,-1 1 0,-5 4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3.903"/>
    </inkml:context>
    <inkml:brush xml:id="br0">
      <inkml:brushProperty name="width" value="0.1" units="cm"/>
      <inkml:brushProperty name="height" value="0.1" units="cm"/>
      <inkml:brushProperty name="color" value="#E71224"/>
    </inkml:brush>
  </inkml:definitions>
  <inkml:trace contextRef="#ctx0" brushRef="#br0">1 7 8192,'13'11'7708,"-11"-10"-7323,21 6 2939,-21-7-3273,39 7-51,0-1 0,0-3 0,75-3 0,-56-1 0,-52 1-10,202-3-4665,-151-1 2878,90-17-1,-125 15 4036,-6 0-1679</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4.297"/>
    </inkml:context>
    <inkml:brush xml:id="br0">
      <inkml:brushProperty name="width" value="0.1" units="cm"/>
      <inkml:brushProperty name="height" value="0.1" units="cm"/>
      <inkml:brushProperty name="color" value="#E71224"/>
    </inkml:brush>
  </inkml:definitions>
  <inkml:trace contextRef="#ctx0" brushRef="#br0">319 1 8192,'-3'0'315,"0"0"0,0 1 0,0-1 0,0 1 0,1 0 0,-1 0 0,0 0 0,0 1 1,1-1-1,-1 0 0,-2 3 0,-29 24 5766,17-13-4611,-136 130-1334,127-121-136,19-18 0,0 0 0,1 1 0,-1 0 0,-5 8 0,10-12 0,1 0 0,-1 0 0,1 0 0,-1 0 0,1 0 0,0 1 0,0-1 0,0 1 0,1-1 0,-1 0 0,1 1 0,0-1 0,0 1 0,1 5 0,3 16-174,1-1 0,1 0 0,1 0 1,17 38-1,52 89-1524,-65-132 1469,-7-10 514,2 3-1071,1-1 0,12 17 0,-18-26 514,0 0 1,0-1-1,1 1 1,-1 0-1,1-1 0,0 1 1,-1-1-1,1 1 1,0-1-1,0 0 1,0 0-1,0 0 0,0 0 1,0 0-1,0 0 1,0-1-1,0 1 0,0-1 1,0 1-1,0-1 1,1 0-1,3 0 1,3-4-82,-2-3 353</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4.546"/>
    </inkml:context>
    <inkml:brush xml:id="br0">
      <inkml:brushProperty name="width" value="0.1" units="cm"/>
      <inkml:brushProperty name="height" value="0.1" units="cm"/>
      <inkml:brushProperty name="color" value="#E71224"/>
    </inkml:brush>
  </inkml:definitions>
  <inkml:trace contextRef="#ctx0" brushRef="#br0">85 0 8192,'-9'10'8819,"1"-4"-8819,-1 3 0,0 2 0,2 3 2649,0-1-2649,0-1 0,-1-1 0,1-1 0,1-4 0,2-6 0,2-9 0,1-8 0,1-2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5.123"/>
    </inkml:context>
    <inkml:brush xml:id="br0">
      <inkml:brushProperty name="width" value="0.1" units="cm"/>
      <inkml:brushProperty name="height" value="0.1" units="cm"/>
      <inkml:brushProperty name="color" value="#E71224"/>
    </inkml:brush>
  </inkml:definitions>
  <inkml:trace contextRef="#ctx0" brushRef="#br0">801 1 8192,'-124'232'4644,"-5"7"-616,105-193-5217,-2-2 0,-3-2 0,-45 55 0,-115 102-2727,52-66 3916,133-128 189,0-1-1,0 0 1,-1-1 0,0 1 0,1-1 0,-1 0 0,-1 0 0,1 0 0,-21 6 9443</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5.621"/>
    </inkml:context>
    <inkml:brush xml:id="br0">
      <inkml:brushProperty name="width" value="0.1" units="cm"/>
      <inkml:brushProperty name="height" value="0.1" units="cm"/>
      <inkml:brushProperty name="color" value="#E71224"/>
    </inkml:brush>
  </inkml:definitions>
  <inkml:trace contextRef="#ctx0" brushRef="#br0">0 164 8192,'3'0'11468,"4"-2"-11468,6-2 0,6-6 0,7-3 0,3-3 0,6-1 0,0 2 0,0 0 0,2 1 0,0 0 0,-5-2 0,-6 4 0,-5 2 0,-5 4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5.904"/>
    </inkml:context>
    <inkml:brush xml:id="br0">
      <inkml:brushProperty name="width" value="0.1" units="cm"/>
      <inkml:brushProperty name="height" value="0.1" units="cm"/>
      <inkml:brushProperty name="color" value="#E71224"/>
    </inkml:brush>
  </inkml:definitions>
  <inkml:trace contextRef="#ctx0" brushRef="#br0">1082 0 8192,'-1'4'257,"0"0"1,-1 0-1,1 0 1,-1 0-1,0-1 1,0 1-1,0-1 1,0 1-1,-5 4 1,-4 8 1437,-13 22-567,-1-2 0,-50 56 0,-71 57-5705,89-93 2414,-426 397 1249,473-444 907,-15 14 148,0-1 1,-2-2-1,-49 30 1,75-49 62,0 0 1,-1-1-1,1 1 0,-1 0 1,1-1-1,0 1 0,-1-1 0,1 0 1,-1 1-1,1-1 0,-1 0 1,0 0-1,1 0 0,-1 0 1,1 0-1,-1 0 0,1-1 1,-1 1-1,1 0 0,-1-1 0,1 1 1,-1-1-1,1 1 0,0-1 1,-1 0-1,1 0 0,0 0 1,0 0-1,-1 0 0,1 0 0,0 0 1,0 0-1,-2-2 0,0-3 300,-1 0-1,1 0 1,1 0-1,-1 0 1,1-1-1,-2-8 1,-2-7-66</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6.262"/>
    </inkml:context>
    <inkml:brush xml:id="br0">
      <inkml:brushProperty name="width" value="0.1" units="cm"/>
      <inkml:brushProperty name="height" value="0.1" units="cm"/>
      <inkml:brushProperty name="color" value="#E71224"/>
    </inkml:brush>
  </inkml:definitions>
  <inkml:trace contextRef="#ctx0" brushRef="#br0">0 0 8192,'4'1'223,"-1"0"1,0 1 0,1-1-1,-1 1 1,0-1-1,0 1 1,0 0 0,-1 0-1,1 0 1,0 1 0,-1-1-1,4 4 1,0 0 814,86 71 2300,-45-40-1245,49 52-1,77 78-2092,-136-136 0,1-2 0,2-2 0,43 23 0,4 5 0,-62-37 0,47 25 0,-40-28 0,22 11 0,-40-18 0,-1-1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6.699"/>
    </inkml:context>
    <inkml:brush xml:id="br0">
      <inkml:brushProperty name="width" value="0.1" units="cm"/>
      <inkml:brushProperty name="height" value="0.1" units="cm"/>
      <inkml:brushProperty name="color" value="#E71224"/>
    </inkml:brush>
  </inkml:definitions>
  <inkml:trace contextRef="#ctx0" brushRef="#br0">1 51 8192,'26'7'801,"0"-2"-1,0 0 1,54 2 0,-56-6-59,656 5 1162,-580-13-3854,-1-4 0,135-33 1,-160 28 1949,-51 12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7.137"/>
    </inkml:context>
    <inkml:brush xml:id="br0">
      <inkml:brushProperty name="width" value="0.1" units="cm"/>
      <inkml:brushProperty name="height" value="0.1" units="cm"/>
      <inkml:brushProperty name="color" value="#E71224"/>
    </inkml:brush>
  </inkml:definitions>
  <inkml:trace contextRef="#ctx0" brushRef="#br0">211 1 8192,'-5'31'3379,"-10"14"-3484,4-16 1186,-21 77 639,4-14 78,-3-2 0,-45 91-1,74-178-1797,0 0 0,1 1 0,-1-1 0,1 1 0,0-1 0,0 1 0,0-1 0,0 1 0,1 0 0,-1 5 0,2-7 0,-1 0 0,0-1 0,1 1 0,0 0 0,-1 0 0,1-1 0,0 1 0,0 0 0,0-1 0,0 1 0,0-1 0,0 1 0,1-1 0,-1 0 0,0 1 0,1-1 0,-1 0 0,1 0 0,-1 0 0,1 0 0,0 0 0,2 1 0,12 5-130,0-1 1,0-1-1,0 0 0,1-1 0,-1-1 0,31 2 1,107-5-2245,-87-2 948,-49 2-5334</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7.400"/>
    </inkml:context>
    <inkml:brush xml:id="br0">
      <inkml:brushProperty name="width" value="0.1" units="cm"/>
      <inkml:brushProperty name="height" value="0.1" units="cm"/>
      <inkml:brushProperty name="color" value="#E71224"/>
    </inkml:brush>
  </inkml:definitions>
  <inkml:trace contextRef="#ctx0" brushRef="#br0">1 266 8192,'12'-1'1742,"1"0"1,0-1 0,-1-1-1,0 0 1,19-8-1,5-1-729,93-22-2439,157-53-5073,-252 75 6708,-17 7 893,-1-1 1,0 0-1,0-1 0,0-1 1,-1 0-1,14-11 0,-27 17-1356,0 0 0,0 0-1,-1 0 1,1 0 0,0 0 0,-1 0 0,1-1-1,-1 1 1,0 0 0,2-5 0,0-6-306</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7.696"/>
    </inkml:context>
    <inkml:brush xml:id="br0">
      <inkml:brushProperty name="width" value="0.1" units="cm"/>
      <inkml:brushProperty name="height" value="0.1" units="cm"/>
      <inkml:brushProperty name="color" value="#E71224"/>
    </inkml:brush>
  </inkml:definitions>
  <inkml:trace contextRef="#ctx0" brushRef="#br0">168 1 8192,'0'0'63,"-1"0"0,0 1 0,1-1 0,-1 1 0,0-1-1,1 1 1,-1-1 0,0 1 0,1-1 0,-1 1 0,1-1 0,-1 1 0,1 0 0,-1-1 0,1 1 0,0 0 0,-1 0 0,1-1 0,0 1 0,-1 1 0,-6 21 1786,6-19-1664,-37 144 559,-20 159 0,53-278-1019,-21 153-5564,12-62 10486,8-65 2092,5-166-5387,1 67-1352</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7.991"/>
    </inkml:context>
    <inkml:brush xml:id="br0">
      <inkml:brushProperty name="width" value="0.1" units="cm"/>
      <inkml:brushProperty name="height" value="0.1" units="cm"/>
      <inkml:brushProperty name="color" value="#E71224"/>
    </inkml:brush>
  </inkml:definitions>
  <inkml:trace contextRef="#ctx0" brushRef="#br0">0 0 8192,'19'2'1220,"0"0"0,0 0 0,26 9 0,-22-6 970,40 5 1,21-6-1087,87-7-1,-138-2-1103,-26 4 0,0-1 0,0 1 0,0 1 0,8-1 0,-15 1 0,0 0 0,1 0 0,-1 0 0,0 0 0,0 0 0,0 0 0,1 0 0,-1 0 0,0 0 0,0 0 0,0 0 0,1 0 0,-1 0 0,0 0 0,0 0 0,1 0 0,-1 0 0,0 0 0,0 0 0,0 0 0,1 0 0,-1 1 0,0-1 0,0 0 0,0 0 0,0 0 0,1 0 0,-1 0 0,0 1 0,0-1 0,0 0 0,0 0 0,0 0 0,1 0 0,-1 1 0,0-1 0,0 0 0,0 0 0,0 0 0,0 1 0,0-1 0,0 0 0,0 0 0,0 1 0,0-1 0,0 0 0,0 0 0,0 0 0,0 1 0,0-1 0,0 0 0,0 0 0,0 0 0,0 1 0,0-1 0,0 0 0,-4 6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8.228"/>
    </inkml:context>
    <inkml:brush xml:id="br0">
      <inkml:brushProperty name="width" value="0.1" units="cm"/>
      <inkml:brushProperty name="height" value="0.1" units="cm"/>
      <inkml:brushProperty name="color" value="#E71224"/>
    </inkml:brush>
  </inkml:definitions>
  <inkml:trace contextRef="#ctx0" brushRef="#br0">0 157 8192,'6'-3'2971,"7"-3"-2971,8-5 0,5-2 5848,4-2-5848,3 1 0,1 1 0,1-1 2649,3 0-2649,-2 1 0,-2 4 0,-4 0 0,-4 2 0,-3-1 0,-6 1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8.662"/>
    </inkml:context>
    <inkml:brush xml:id="br0">
      <inkml:brushProperty name="width" value="0.1" units="cm"/>
      <inkml:brushProperty name="height" value="0.1" units="cm"/>
      <inkml:brushProperty name="color" value="#E71224"/>
    </inkml:brush>
  </inkml:definitions>
  <inkml:trace contextRef="#ctx0" brushRef="#br0">136 1 8192,'-1'0'178,"-1"1"1,1 0 0,-1 0 0,1 0-1,0 1 1,-1-1 0,1 0 0,0 0-1,0 1 1,0-1 0,0 1 0,0-1-1,0 1 1,0-1 0,0 1 0,1 0-1,-2 2 1,1 0-40,-17 37-188,2 1 1,2 1 0,-10 51-1,-11 136-1606,29 18 107,7-157 1589,0-79-41,0 1 0,1-1 0,0 1 0,1-1 0,0 0 0,1 0 0,0 0 0,1-1 0,7 13 0,9 11 0,35 47 0,-55-81 31,0 0-1,0 0 1,-1 0 0,1 0 0,0 0 0,-1 0 0,1 1 0,0-1-1,-1 0 1,1 1 0,-1-1 0,0 0 0,0 1 0,1-1-1,-1 0 1,0 2 0,0-2 10,0-1 1,-1 0-1,1 1 0,0-1 0,-1 1 0,1-1 1,0 1-1,0-1 0,-1 0 0,1 1 0,-1-1 1,1 0-1,0 1 0,-1-1 0,1 0 0,-1 0 1,1 1-1,-1-1 0,1 0 0,-1 0 0,1 0 1,-1 0-1,1 0 0,-1 0 0,1 1 0,-1-1 1,0 0-1,-4-1 168,1 1 1,-1 0 0,1-1 0,-1 0-1,1 0 1,-1-1 0,-7-2 0,-1-3-210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8.959"/>
    </inkml:context>
    <inkml:brush xml:id="br0">
      <inkml:brushProperty name="width" value="0.1" units="cm"/>
      <inkml:brushProperty name="height" value="0.1" units="cm"/>
      <inkml:brushProperty name="color" value="#E71224"/>
    </inkml:brush>
  </inkml:definitions>
  <inkml:trace contextRef="#ctx0" brushRef="#br0">1 0 8192,'3'3'808,"0"-1"1,0 0 0,0 0 0,1 0-1,-1-1 1,1 1 0,-1-1 0,8 2-1,6 3 733,62 21-658,1-2 0,145 24 0,-190-44-883,63 1 0,-82-7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9.286"/>
    </inkml:context>
    <inkml:brush xml:id="br0">
      <inkml:brushProperty name="width" value="0.1" units="cm"/>
      <inkml:brushProperty name="height" value="0.1" units="cm"/>
      <inkml:brushProperty name="color" value="#E71224"/>
    </inkml:brush>
  </inkml:definitions>
  <inkml:trace contextRef="#ctx0" brushRef="#br0">1 433 8192,'0'-1'69,"0"-1"0,1 0 0,-1 0-1,1 1 1,-1-1 0,1 1 0,0-1 0,0 0 0,-1 1 0,1 0 0,0-1 0,1 1 0,-1-1 0,0 1 0,2-2 0,23-17 2401,-23 18-2098,21-14 432,1 2 0,0 0 0,38-13-1,85-24 2575,-49 19-2448,-51 14-2515,-2-3 0,0-1 0,-1-3 0,62-45 0,-102 67 1332,-1 0 0,0 0 0,0 0 0,0-1-1,0 1 1,-1-1 0,0 0 0,1 0 0,-1 0 0,-1-1 0,1 1 0,-1-1 0,4-7 0,-3-2 253</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0:59.881"/>
    </inkml:context>
    <inkml:brush xml:id="br0">
      <inkml:brushProperty name="width" value="0.1" units="cm"/>
      <inkml:brushProperty name="height" value="0.1" units="cm"/>
      <inkml:brushProperty name="color" value="#E71224"/>
    </inkml:brush>
  </inkml:definitions>
  <inkml:trace contextRef="#ctx0" brushRef="#br0">289 1 8192,'0'1421'559,"0"-1417"-25,0 0 0,-1 0 0,1 0 0,-1 0 0,0 0 0,0 0 0,0-1 0,0 1 0,-1 0 0,-2 5 0,3-8-398,0 0 0,0 0 0,1 0 0,-1 0 1,0 0-1,0 0 0,0 0 0,0-1 0,0 1 0,0 0 0,0-1 0,-1 1 0,1-1 0,0 1 0,0-1 0,0 1 1,-1-1-1,1 0 0,0 0 0,0 1 0,-1-1 0,1 0 0,0 0 0,-1 0 0,1-1 0,0 1 0,0 0 0,-1 0 1,1-1-1,0 1 0,0-1 0,0 1 0,-1-1 0,1 1 0,0-1 0,-1-1 0,-6-2-136,1-2 0,-1 1 0,2-1 0,-1 0 0,0 0 0,1-1 0,0 0 0,1 0 0,-10-16 0,-1-7 0,-17-40 0,28 59 0,-21-49 0,-20-73 0,37 101 0,2 0 0,2 0 0,0-1 0,1-42 0,3 46 0,0 14 0,1-1 0,3-24 0,-3 36 0,1 1 0,0-1 0,-1 0 0,2 1 0,-1-1 0,0 1 0,1-1 0,0 1 0,-1 0 0,1-1 0,1 1 0,-1 0 0,0 0 0,1 1 0,5-6 0,2 1 18,1 1 0,0-1-1,1 2 1,-1-1 0,1 2-1,19-6 1,77-12-581,-104 21 507,175-25-2396,-57 10-1588,144-39 0,-254 52 3996,-1 0 0,0-1 0,0 0 0,0-1-1,-1 0 1,0 0 0,0-1 0,0-1 0,10-8 0,-11 4 44</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0.331"/>
    </inkml:context>
    <inkml:brush xml:id="br0">
      <inkml:brushProperty name="width" value="0.1" units="cm"/>
      <inkml:brushProperty name="height" value="0.1" units="cm"/>
      <inkml:brushProperty name="color" value="#E71224"/>
    </inkml:brush>
  </inkml:definitions>
  <inkml:trace contextRef="#ctx0" brushRef="#br0">390 0 8192,'-9'10'931,"1"0"0,0 1 0,0 0 0,-7 15 0,-11 14 2339,-1-5-2326,16-24-638,2 1 0,0 0 0,0 1 1,1 0-1,-8 17 0,15-26-278,-1-1 0,1 1 1,0-1-1,0 1 0,1 0 0,-1-1 1,1 1-1,0 0 0,0 0 0,0 0 1,0-1-1,1 1 0,0 0 0,-1-1 0,1 1 1,1 0-1,-1-1 0,0 1 0,1-1 1,0 0-1,0 1 0,0-1 0,0 0 1,0 0-1,1 0 0,3 3 0,16 13-28,-18-16 0,-1 0 0,1 0 0,-1 0 0,1 1 0,-1-1 0,0 1 0,0 0 0,3 5 0,-4-5 0,0 0 0,0 0 0,0 0 0,-1 0 0,1 0 0,-1 1 0,0-1 0,0 0 0,-1 1 0,1-1 0,-1 9 0,-1-8 0,0 1 0,-1-1 0,0 0 0,1 0 0,-2 0 0,1 0 0,-1 0 0,1 0 0,-5 5 0,3-5-79,-1 1 0,0-1-1,0 0 1,0 0 0,0-1 0,-1 0-1,0 0 1,0 0 0,0 0 0,0-1-1,0 0 1,-11 3 0,-9 2-1092,-50 10 0,55-14 598,-42 5-4301,38-6 4874</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0.581"/>
    </inkml:context>
    <inkml:brush xml:id="br0">
      <inkml:brushProperty name="width" value="0.1" units="cm"/>
      <inkml:brushProperty name="height" value="0.1" units="cm"/>
      <inkml:brushProperty name="color" value="#E71224"/>
    </inkml:brush>
  </inkml:definitions>
  <inkml:trace contextRef="#ctx0" brushRef="#br0">2 0 8192,'-2'88'3742,"4"93"3984,1-167-7726,0 1 0,0 0 0,1-1 0,1 0 0,11 22 0,-10-22 0,0-1 0,-1 1 0,0 0 0,-1 0 0,3 26 0,-6-25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0.876"/>
    </inkml:context>
    <inkml:brush xml:id="br0">
      <inkml:brushProperty name="width" value="0.1" units="cm"/>
      <inkml:brushProperty name="height" value="0.1" units="cm"/>
      <inkml:brushProperty name="color" value="#E71224"/>
    </inkml:brush>
  </inkml:definitions>
  <inkml:trace contextRef="#ctx0" brushRef="#br0">1 21 8192,'129'-9'4915,"-18"1"-991,-24 8-3068,53-3 917,-138 3-1773,-1 0 0,1-1 0,0 1 0,-1 0 0,1 1 0,0-1 0,-1 0 0,1 0 0,-1 1 0,1-1 0,2 2 0,-4-2 0,1 0 0,-1 0 0,0 1 0,1-1 0,-1 0 0,0 1 0,1-1 0,-1 0 0,0 1 0,0-1 0,1 0 0,-1 1 0,0-1 0,0 1 0,0-1 0,1 1 0,-1-1 0,0 0 0,0 1 0,0-1 0,0 1 0,0-1 0,0 1 0,0-1 0,0 1 0,0 0 0,-1 3 0,-1 0 0,0 0 0,1-1 0,-1 1 0,0 0 0,-1-1 0,-2 5 0,-32 39 0,17-24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1.396"/>
    </inkml:context>
    <inkml:brush xml:id="br0">
      <inkml:brushProperty name="width" value="0.1" units="cm"/>
      <inkml:brushProperty name="height" value="0.1" units="cm"/>
      <inkml:brushProperty name="color" value="#E71224"/>
    </inkml:brush>
  </inkml:definitions>
  <inkml:trace contextRef="#ctx0" brushRef="#br0">0 450 8192,'1'-2'330,"-1"-1"1,1 1 0,0-1 0,-1 1-1,1 0 1,0-1 0,0 1 0,0 0-1,1 0 1,-1 0 0,1 0 0,-1 0-1,1 0 1,-1 0 0,1 1-1,0-1 1,0 0 0,0 1 0,0 0-1,0-1 1,0 1 0,0 0 0,5-2-1,7-3 817,0 1-1,26-6 1,-31 9-1056,317-62-2323,-118 28 1108,618-122-4865,-410 80 3866,-266 56 2123,-54 10 0,-90 11 0,-5 1 0,1 0 0,-1 0 0,0 0 0,0 0 0,0 0 0,0-1 0,0 1 0,0 0 0,0-1 0,0 1 0,0-1 0,0 1 0,0-1 0,1 0 0,-2-1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1.941"/>
    </inkml:context>
    <inkml:brush xml:id="br0">
      <inkml:brushProperty name="width" value="0.1" units="cm"/>
      <inkml:brushProperty name="height" value="0.1" units="cm"/>
      <inkml:brushProperty name="color" value="#E71224"/>
    </inkml:brush>
  </inkml:definitions>
  <inkml:trace contextRef="#ctx0" brushRef="#br0">28 1 8192,'4'10'0,"-1"1"0,0 0 0,-1 0 0,0 0 0,-1 0 0,0 0 0,-1 13 0,3 16 0,12 560 0,-32-341 0,17-256 148,-5 32 6015,5-34-5877,-1 1 1,1-1-1,0 1 1,-1-1-1,1 1 1,-1-1-1,0 1 1,1-1-1,-1 0 1,0 1-1,0-1 1,0 0 0,0 0-1,0 1 1,0-1-1,0 0 1,-2 1-1,2-2-286,1 0 0,0 0 0,-1 0 0,1 0 0,-1 0 0,1 0 0,-1 0 0,1 0 0,0 0 0,-1 0 0,1 0 0,-1-1 0,1 1 0,0 0 0,-1 0 0,1 0 0,-1-1 0,1 1 0,0 0 0,-1 0 0,1-1 0,0 1 0,-1 0 0,1-1 0,0 1 0,0 0 0,-1-1 0,1 1 0,0-1 0,-7-12 0,6 11 0,-4-10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2.331"/>
    </inkml:context>
    <inkml:brush xml:id="br0">
      <inkml:brushProperty name="width" value="0.1" units="cm"/>
      <inkml:brushProperty name="height" value="0.1" units="cm"/>
      <inkml:brushProperty name="color" value="#E71224"/>
    </inkml:brush>
  </inkml:definitions>
  <inkml:trace contextRef="#ctx0" brushRef="#br0">1 0 8192,'53'65'8819,"-28"-44"-8722,2 0-1,0-1 0,35 18 0,95 41-17,-109-56-370,415 186-6052,-387-177 5847,-33-13-222,1-1 1,72 18-1,-111-35 957,0 0 1,0 0 0,0-1 0,-1 1-1,1-1 1,8-1 0,-12 1-197,0 0 0,0 0 0,0-1 0,0 1 0,0 0 0,0-1 0,0 1 0,0-1 0,0 1 0,-1-1 0,1 1 0,0-1 0,0 0 0,-1 1 0,1-1 0,0 0 0,-1 1 0,1-1 0,-1 0 0,1 0 0,-1 0 0,1 0 0,-1 0 0,0 1 0,1-1 0,-1 0 0,0 0 0,0 0 0,1 0 0,-1 0 1,0 0-1,0 0 0,0 0 0,0 0 0,0 0 0,-1 0 0,1 0 0,-1-2 0,-1-10-43</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2.706"/>
    </inkml:context>
    <inkml:brush xml:id="br0">
      <inkml:brushProperty name="width" value="0.1" units="cm"/>
      <inkml:brushProperty name="height" value="0.1" units="cm"/>
      <inkml:brushProperty name="color" value="#E71224"/>
    </inkml:brush>
  </inkml:definitions>
  <inkml:trace contextRef="#ctx0" brushRef="#br0">0 608 8192,'5'-1'218,"0"0"1,-1-1 0,0 1-1,1-1 1,-1 1 0,0-1 0,0-1-1,0 1 1,0-1 0,5-4-1,8-4 1322,66-39 3696,102-79-9543,15 0 87,-116 79 3566,91-50 654,-62 38 0,-110 60 0,12-6 0,-1-1 0,17-13 0,-20 12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3.205"/>
    </inkml:context>
    <inkml:brush xml:id="br0">
      <inkml:brushProperty name="width" value="0.1" units="cm"/>
      <inkml:brushProperty name="height" value="0.1" units="cm"/>
      <inkml:brushProperty name="color" value="#E71224"/>
    </inkml:brush>
  </inkml:definitions>
  <inkml:trace contextRef="#ctx0" brushRef="#br0">1 0 8192,'1'16'852,"1"0"0,1 0 1,1 0-1,0 0 0,7 16 1,0 3 1958,116 515-6444,-15-54-659,-68-330 4292,125 384 0,13-107 0,-147-360 0,-15-35 0,1-1 0,37 59 0,-55-102 0,-1 0 0,1 0 0,0-1 0,0 1 0,0-1 0,1 0 0,3 3 0,-6-5 0,-1-1 0,0 0 0,1 0 0,-1 1 0,0-1 0,1 0 0,-1 0 0,1 0 0,-1 0 0,1 0 0,-1 0 0,0 0 0,1 1 0,-1-1 0,1 0 0,-1 0 0,1-1 0,-1 1 0,0 0 0,1 0 0,-1 0 0,1 0 0,-1 0 0,1 0 0,-1-1 0,0 1 0,1 0 0,-1 0 0,0-1 0,1 1 0,0-1 0,0-1 0,0 1 0,0-1 0,-1 0 0,1 1 0,0-1 0,-1 1 0,1-1 0,-1 0 0,0 0 0,0 1 0,1-4 0,2-57 0,-4-69 0,-2 44 0,2-247 0,1 273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3.690"/>
    </inkml:context>
    <inkml:brush xml:id="br0">
      <inkml:brushProperty name="width" value="0.1" units="cm"/>
      <inkml:brushProperty name="height" value="0.1" units="cm"/>
      <inkml:brushProperty name="color" value="#E71224"/>
    </inkml:brush>
  </inkml:definitions>
  <inkml:trace contextRef="#ctx0" brushRef="#br0">1 0 8192,'0'3'2971,"0"14"2877,3-7-3199,0 2-2649,1 1 0,-1 1 0,-1 1 0,-1 1 0,0 1 0,-1 0 0,0 0 0,0 0 0,0-3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4.159"/>
    </inkml:context>
    <inkml:brush xml:id="br0">
      <inkml:brushProperty name="width" value="0.1" units="cm"/>
      <inkml:brushProperty name="height" value="0.1" units="cm"/>
      <inkml:brushProperty name="color" value="#E71224"/>
    </inkml:brush>
  </inkml:definitions>
  <inkml:trace contextRef="#ctx0" brushRef="#br0">1 92 8192,'2'0'11468,"5"-2"-11468,6-2 0,4-2 0,4-1 0,2-1 0,0 0 0,-4-1 0,-3-3 0,0 2 0,-1 2 0,0 3 0,0 1 0,1 0 0,-3-1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4.519"/>
    </inkml:context>
    <inkml:brush xml:id="br0">
      <inkml:brushProperty name="width" value="0.1" units="cm"/>
      <inkml:brushProperty name="height" value="0.1" units="cm"/>
      <inkml:brushProperty name="color" value="#E71224"/>
    </inkml:brush>
  </inkml:definitions>
  <inkml:trace contextRef="#ctx0" brushRef="#br0">123 0 8192,'-1'15'1679,"0"-1"1,-2 0-1,-6 25 1,-2 6 441,-29 147 508,38-187-2629,0 0 0,0-1 0,-1 1 0,0 0 0,0-1 0,0 0 0,0 0 0,-1 0 0,-7 7 0,-4 5 0,8-9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5.473"/>
    </inkml:context>
    <inkml:brush xml:id="br0">
      <inkml:brushProperty name="width" value="0.1" units="cm"/>
      <inkml:brushProperty name="height" value="0.1" units="cm"/>
      <inkml:brushProperty name="color" value="#E71224"/>
    </inkml:brush>
  </inkml:definitions>
  <inkml:trace contextRef="#ctx0" brushRef="#br0">0 400 8192,'14'-1'1395,"0"-1"0,0-1-1,0 0 1,0-1 0,-1 0 0,24-11 0,4-1 309,143-41-1704,36-13 0,-181 55 0,-1-2 0,0-1 0,51-35 0,-62 32-2784,0-1 0,39-43 0,-53 51 1784</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6.145"/>
    </inkml:context>
    <inkml:brush xml:id="br0">
      <inkml:brushProperty name="width" value="0.1" units="cm"/>
      <inkml:brushProperty name="height" value="0.1" units="cm"/>
      <inkml:brushProperty name="color" value="#E71224"/>
    </inkml:brush>
  </inkml:definitions>
  <inkml:trace contextRef="#ctx0" brushRef="#br0">388 1 8192,'-2'130'0,"-5"0"0,-7 0 0,-32 141 0,36-224 0,-9 41 0,-3-1 0,-52 131 0,44-150 0,2 2 0,-19 81 0,38-112 44,-16 59 883,20-83-292,0-1 1,-1 1-1,0-1 1,-11 16-1,17-30-558,0-1-1,0 1 0,0 0 0,0 0 0,0-1 0,0 1 0,0 0 0,0 0 1,0-1-1,0 1 0,0 0 0,-1 0 0,1-1 0,0 1 0,0 0 0,0 0 1,0-1-1,-1 1 0,1 0 0,0 0 0,0 0 0,0 0 0,-1-1 1,1 1-1,0 0 0,0 0 0,-1 0 0,1 0 0,0 0 0,0 0 0,-1 0 1,1 0-1,0-1 0,0 1 0,-1 0 0,1 0 0,0 0 0,0 0 0,-1 0 1,1 1-1,0-1 0,0 0 0,-1 0 0,1 0 0,0 0 0,0 0 0,-1 0 1,1 0-1,0 0 0,0 1 0,-1-1 0,1 0 0,0 0 0,0 0 0,0 0 1,-1 1-1,1-1 0,0 0 0,0 0 0,0 1 0,0-1 0,0 0 0,-1 1 1,-1-27 2341,2 24-2389,-1-72-29,10-86 0,-5 127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6.645"/>
    </inkml:context>
    <inkml:brush xml:id="br0">
      <inkml:brushProperty name="width" value="0.1" units="cm"/>
      <inkml:brushProperty name="height" value="0.1" units="cm"/>
      <inkml:brushProperty name="color" value="#E71224"/>
    </inkml:brush>
  </inkml:definitions>
  <inkml:trace contextRef="#ctx0" brushRef="#br0">1 1 8192,'3'5'999,"1"-1"-1,-1 2 1,1-1 0,-2 0 0,1 0 0,2 7 0,6 11 848,13 23-1190,-1 2 1,-3 0-1,15 52 0,-7-10-1279,2 7-2989,31 170-1,-47-151 1801,1 176-1,-15-282 2909,0 0-1,1 0 1,7 28 7081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7.164"/>
    </inkml:context>
    <inkml:brush xml:id="br0">
      <inkml:brushProperty name="width" value="0.1" units="cm"/>
      <inkml:brushProperty name="height" value="0.1" units="cm"/>
      <inkml:brushProperty name="color" value="#E71224"/>
    </inkml:brush>
  </inkml:definitions>
  <inkml:trace contextRef="#ctx0" brushRef="#br0">0 104 8192,'5'0'655,"1"-1"1,-1 0 0,1 1-1,-1-2 1,0 1 0,0 0-1,0-1 1,0 0 0,0-1 0,8-3-1,0-3 593,1-1-1,12-13 0,0 1-733,-21 20-514,-1-1 0,0 0 0,1 1 0,-1 0 0,1 0 0,-1 1 0,1-1 0,0 1 0,0 0 0,0 0 0,5 0 0,58 1 0,-39 1 0,154 1-1911,-154-2-7646</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7.677"/>
    </inkml:context>
    <inkml:brush xml:id="br0">
      <inkml:brushProperty name="width" value="0.1" units="cm"/>
      <inkml:brushProperty name="height" value="0.1" units="cm"/>
      <inkml:brushProperty name="color" value="#E71224"/>
    </inkml:brush>
  </inkml:definitions>
  <inkml:trace contextRef="#ctx0" brushRef="#br0">1 0 8192,'2'4'215,"0"0"0,0 0 0,0 0 0,-1 0 0,1 1 1,-1-1-1,0 0 0,0 1 0,-1-1 0,1 1 0,-1-1 0,0 7 0,0-1-40,1 8-130,16 394 8407,-17-381-8452,0-19 0,0-33 0,10-122 0,-7 117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8.299"/>
    </inkml:context>
    <inkml:brush xml:id="br0">
      <inkml:brushProperty name="width" value="0.1" units="cm"/>
      <inkml:brushProperty name="height" value="0.1" units="cm"/>
      <inkml:brushProperty name="color" value="#E71224"/>
    </inkml:brush>
  </inkml:definitions>
  <inkml:trace contextRef="#ctx0" brushRef="#br0">288 0 8192,'12'1'932,"0"1"0,0 0 0,0 1 0,-1 0 0,1 1 0,-1 0-1,20 11 1,-16-8 72,-1-1-1,1-1 0,29 8 0,5-6-1003,-27-5 0,-1 1 0,38 12 0,-54-13-144,-1 0-1,1 0 1,-1 0-1,0 1 1,0 0-1,0 0 0,0 0 1,-1 0-1,6 7 1,25 37-1686,-28-37 1749,0 1-820,-2 1-1,1-1 1,-2 1 0,1 1-1,-2-1 1,0 0 0,0 1-1,-1 13 1,2 22 901,-5 70 0,1-112 0,0 0 0,0-1 0,-1 1 0,0 0 0,0 0 0,0-1 0,-1 0 0,1 1 0,-1-1 0,-1 0 0,1 0 0,-1 0 0,0-1 0,-4 5 0,-3 1 0,0 0 0,-1-1 0,0-1 0,-21 12 0,-43 18 0,-1-2 0,-109 33 0,105-40 0,44-14 0,0-2 0,-56 11 0,92-23 149,-1-1 0,0 1 0,1-1 0,-1 0 0,0 0 0,1 0 0,-1 0 0,0 0 0,1 0 0,-1 0 0,0-1 0,1 1 0,-1-1 0,1 1 0,-1-1 0,0 1 0,1-1 0,-1 0 0,1 0 0,0 0 0,-1 0 0,0-1 0,0 0 202,1 0 1,0 0 0,0 0 0,0-1 0,0 1 0,0 0-1,0-1 1,1 1 0,-1-1 0,1 1 0,-1-1 0,1 1-1,0-6 1,0-6 648</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7:01:08.938"/>
    </inkml:context>
    <inkml:brush xml:id="br0">
      <inkml:brushProperty name="width" value="0.1" units="cm"/>
      <inkml:brushProperty name="height" value="0.1" units="cm"/>
      <inkml:brushProperty name="color" value="#E71224"/>
    </inkml:brush>
  </inkml:definitions>
  <inkml:trace contextRef="#ctx0" brushRef="#br0">608 0 8192,'-111'52'1456,"38"-20"1006,-96 59 1,150-78-2862,2 1 0,-1 0 0,2 1 0,0 1 1,1 1-1,0 0 0,-17 27 0,16-17-239,0 0 0,2 1 0,1 0 0,-16 55 0,23-64 591,2 1 1,-3 25-1,6-35 147,1-1 0,0 1 0,0 0-1,1 0 1,0-1 0,4 17 0,-4-24 201,0 1 0,0-1 1,0 0-1,1 0 0,-1 0 0,0 0 0,1 0 0,-1-1 0,1 1 1,0 0-1,0-1 0,-1 1 0,1-1 0,0 1 0,0-1 1,1 0-1,-1 0 0,0 0 0,0 0 0,0 0 0,1-1 1,-1 1-1,0-1 0,4 1 0,7 0 123,0 0-1,0-1 1,18-1 0,-8 0 823,261-1-4629,45 0-1617,-87-14 2350,-220 15 2649</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2:22.708"/>
    </inkml:context>
    <inkml:brush xml:id="br0">
      <inkml:brushProperty name="width" value="0.1" units="cm"/>
      <inkml:brushProperty name="height" value="0.1" units="cm"/>
      <inkml:brushProperty name="color" value="#E71224"/>
    </inkml:brush>
  </inkml:definitions>
  <inkml:trace contextRef="#ctx0" brushRef="#br0">1 179 8192,'11'-1'1163,"1"0"-1,0 0 1,13-4 0,38-6 3447,136-7-3667,230-16 321,-268 30-1264,57-3 0,-24-3-1905,246-18-5451,644-28 5149,-331 54 2207,-403 3 0,-182 8 0,-10 0 0,-97-8 144,208 9 271,129 26-479,-287-29 4594,113-6 1,-95-3-2619,400 2-1912,-514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3:21.784"/>
    </inkml:context>
    <inkml:brush xml:id="br0">
      <inkml:brushProperty name="width" value="0.1" units="cm"/>
      <inkml:brushProperty name="height" value="0.1" units="cm"/>
      <inkml:brushProperty name="color" value="#E71224"/>
    </inkml:brush>
  </inkml:definitions>
  <inkml:trace contextRef="#ctx0" brushRef="#br0">1 38 8192,'340'0'10047,"-165"0"-8626,-118-3-1421,63-11 0,14-1 0,365 10-8941,-282 7 6414,931-2 13500,-431 0-10478,-607 9-4991,-3 1 173,29-12 3500,94 3-1003,-154 8 1826,21 0 0,-37-6 0,108 20 0,-153-21 0,106 17 0,1-6 0,131-2 0,-245-11 0,65-1 0,93 11 0,-24-1 0,-28-4 0,343 5 0,-131-9 0,-192 8 0,58 1 0,-62-11 0,278 11 0,52-1 0,-285-11 0,1140 2 0,-960-18 0,17 0 0,-237 20 541,225-4 1889,-236-6 901,43-2 1835,1569 11-16634,-1557-10 11468,4 0 0,1176 10 0,-1201 8 0,-3 0 0,111-11 3445,203 3 4578,-327 8-8734,59 0-1374,481-8-4445,-318-2 4388,-46 22 2142,-171-8 0,-132-12 0,1054 54 0,600-57 11468,-1655 2-11468,-1 0 0,0-1 0,0 0 0,1-1 0,-1-1 0,14-4 0,-8-1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3:23.380"/>
    </inkml:context>
    <inkml:brush xml:id="br0">
      <inkml:brushProperty name="width" value="0.1" units="cm"/>
      <inkml:brushProperty name="height" value="0.1" units="cm"/>
      <inkml:brushProperty name="color" value="#E71224"/>
    </inkml:brush>
  </inkml:definitions>
  <inkml:trace contextRef="#ctx0" brushRef="#br0">1 126 8192,'35'-2'2293,"1"-1"1,0-1 0,-1-3 0,56-16-1,-54 13-2293,1 2 0,0 1 0,52-1 0,76-13 0,-67 7 0,88-1-4528,214 12 0,-215 5 2557,2278-2 1530,-2217 9 441,-36 0 0,76-1 0,85 2 0,-128 3 3250,-215-11-3144,-17-1 38,24 2 3840,68 14 0,-37-4-3984,-48-11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3:36.514"/>
    </inkml:context>
    <inkml:brush xml:id="br0">
      <inkml:brushProperty name="width" value="0.1" units="cm"/>
      <inkml:brushProperty name="height" value="0.1" units="cm"/>
      <inkml:brushProperty name="color" value="#E71224"/>
    </inkml:brush>
  </inkml:definitions>
  <inkml:trace contextRef="#ctx0" brushRef="#br0">1 11 8192,'0'1'285,"0"0"0,0-1 0,1 1 0,4 6 2564,-4-7-2564,-1 1 0,1-1 0,0 1 0,0-1 0,-1 0 0,1 1 0,0-1 0,0 0 0,-1 0 0,1 1 0,0-1 0,0 0 0,1 0 0,27 3 3118,-25-2-3317,289 1-86,-149-4 0,-38 1 0,116 2 0,-99 17 0,-88-12 0,1 0 0,49 0 0,-65-5 0,0 0 0,21 6 0,-20-4 0,35 3 0,351-7-880,-386 0 1087,39-7 0,-36 4-359,28-2 0,-24 6-568,114-9-9034,-109 5 9615,57 2 0,5 0 193,-35-6-54,-39 4 0,40-2 0,-47 5 1638,1 0 0,0-1 1,-1 0-1,1-2 0,-1 0 1,14-5-1,-16 4-1638</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3:38.990"/>
    </inkml:context>
    <inkml:brush xml:id="br0">
      <inkml:brushProperty name="width" value="0.1" units="cm"/>
      <inkml:brushProperty name="height" value="0.1" units="cm"/>
      <inkml:brushProperty name="color" value="#E71224"/>
    </inkml:brush>
  </inkml:definitions>
  <inkml:trace contextRef="#ctx0" brushRef="#br0">1 93 8192,'47'-3'8465,"0"-5"-5462,-23 4-3003,1 0 0,36 1 0,4-1 0,239-11-1431,-124 9 66,147-1-3034,38-3 126,264 1 13617,-391 11-7220,-184-2-2124,9 1 0,114-13 0,-115 6 0,0 2 0,74 5 0,-38 1 0,131-2 0,-214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3:40.625"/>
    </inkml:context>
    <inkml:brush xml:id="br0">
      <inkml:brushProperty name="width" value="0.1" units="cm"/>
      <inkml:brushProperty name="height" value="0.1" units="cm"/>
      <inkml:brushProperty name="color" value="#E71224"/>
    </inkml:brush>
  </inkml:definitions>
  <inkml:trace contextRef="#ctx0" brushRef="#br0">1 38 8192,'483'0'10104,"-242"0"-8740,-224-1-1364,1-1 0,21-4 0,-20 2 0,32-2 0,86 8-3380,51-4-2079,-120-6 4392,-43 4 286,38-2 0,982 6 8985,-477 1-4940,-551-1-3264</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3:43.846"/>
    </inkml:context>
    <inkml:brush xml:id="br0">
      <inkml:brushProperty name="width" value="0.1" units="cm"/>
      <inkml:brushProperty name="height" value="0.1" units="cm"/>
      <inkml:brushProperty name="color" value="#E71224"/>
    </inkml:brush>
  </inkml:definitions>
  <inkml:trace contextRef="#ctx0" brushRef="#br0">1 101 8192,'0'-1'212,"0"0"-1,0 1 1,1-1 0,-1 0 0,1 0 0,-1 1 0,1-1-1,-1 0 1,1 1 0,-1-1 0,1 0 0,-1 1 0,1-1 0,0 1-1,-1-1 1,1 1 0,0-1 0,0 1 0,-1 0 0,1-1-1,0 1 1,0 0 0,0-1 0,-1 1 0,1 0 0,0 0-1,1 0 1,27-4 5148,-25 4-5183,140-19-177,-92 12 0,-27 3 0,39-2 0,-29 4 0,-1-1 0,35-9 0,24-3 0,-58 13 0,-14 0 0,29-5 0,-35 4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3:44.539"/>
    </inkml:context>
    <inkml:brush xml:id="br0">
      <inkml:brushProperty name="width" value="0.1" units="cm"/>
      <inkml:brushProperty name="height" value="0.1" units="cm"/>
      <inkml:brushProperty name="color" value="#E71224"/>
    </inkml:brush>
  </inkml:definitions>
  <inkml:trace contextRef="#ctx0" brushRef="#br0">1 43 8192,'23'0'506,"63"1"4975,162-21 0,-94 7-5481,-79 9 0,-59 1 0,-1-1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3:46.228"/>
    </inkml:context>
    <inkml:brush xml:id="br0">
      <inkml:brushProperty name="width" value="0.1" units="cm"/>
      <inkml:brushProperty name="height" value="0.1" units="cm"/>
      <inkml:brushProperty name="color" value="#E71224"/>
    </inkml:brush>
  </inkml:definitions>
  <inkml:trace contextRef="#ctx0" brushRef="#br0">1 106 8192,'17'-1'2872,"1"-1"1,19-4 0,-18 3-1448,31-2 0,81-4-1425,26-1 0,128 1 0,-78-1 0,-13 2 0,87 3-86,-35 2 108,-70-14 42,-102 10-64,96-4 0,-107 13 0,71 10 0,-82-8 0,-37-3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3:47.282"/>
    </inkml:context>
    <inkml:brush xml:id="br0">
      <inkml:brushProperty name="width" value="0.1" units="cm"/>
      <inkml:brushProperty name="height" value="0.1" units="cm"/>
      <inkml:brushProperty name="color" value="#E71224"/>
    </inkml:brush>
  </inkml:definitions>
  <inkml:trace contextRef="#ctx0" brushRef="#br0">1 36 8192,'2'-2'222,"0"0"1,1 1-1,-1-1 1,1 1-1,0-1 1,-1 1-1,1 0 1,0 0 0,0 0-1,0 0 1,0 1-1,4-1 1,42-1 4492,-23 2-3484,67-8-435,70-2 1037,543 11-1833,-691-1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3:48.733"/>
    </inkml:context>
    <inkml:brush xml:id="br0">
      <inkml:brushProperty name="width" value="0.1" units="cm"/>
      <inkml:brushProperty name="height" value="0.1" units="cm"/>
      <inkml:brushProperty name="color" value="#E71224"/>
    </inkml:brush>
  </inkml:definitions>
  <inkml:trace contextRef="#ctx0" brushRef="#br0">1 35 8192,'2'0'11468,"5"0"-11468,4 0 0,3 0 0,2 0 0,-2-3 0,1-1 0,-1 0 0,2-2 0,0 0 0,0 1 0,2 1 0,-4 2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4:01.019"/>
    </inkml:context>
    <inkml:brush xml:id="br0">
      <inkml:brushProperty name="width" value="0.1" units="cm"/>
      <inkml:brushProperty name="height" value="0.1" units="cm"/>
      <inkml:brushProperty name="color" value="#E71224"/>
    </inkml:brush>
  </inkml:definitions>
  <inkml:trace contextRef="#ctx0" brushRef="#br0">1 126 8192,'11'-1'1571,"0"0"0,0-1 1,0 0-1,-1-1 0,20-7 0,27-7 470,-25 11-2041,-13 2 0,0 1 0,27-2 0,71 5-1611,184-9-6055,85-27 5475,-144 30 2191,9-1 0,243-6 0,-321 15 0,1137-2 0,-1091 10 0,-90-1 0,-15-3 0,168 5 0,1381-12 0,-1453 10-140,9 1 839,131-11 10210,-330 1-10909</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8:52:04.514"/>
    </inkml:context>
    <inkml:brush xml:id="br0">
      <inkml:brushProperty name="width" value="0.1" units="cm"/>
      <inkml:brushProperty name="height" value="0.1" units="cm"/>
      <inkml:brushProperty name="color" value="#E71224"/>
    </inkml:brush>
  </inkml:definitions>
  <inkml:trace contextRef="#ctx0" brushRef="#br0">0 51 8192,'141'-4'13323,"-1"-8"-9646,260-1-4816,-81 6-5520,179-8-2604,-285 15 10907,-183 0-751,-8 0-398</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8:52:06.634"/>
    </inkml:context>
    <inkml:brush xml:id="br0">
      <inkml:brushProperty name="width" value="0.1" units="cm"/>
      <inkml:brushProperty name="height" value="0.1" units="cm"/>
      <inkml:brushProperty name="color" value="#E71224"/>
    </inkml:brush>
  </inkml:definitions>
  <inkml:trace contextRef="#ctx0" brushRef="#br0">0 1 8192,'9'0'0,"15"0"0,17 0 0,14 0 0,6 0 0,1 0 0,0 0 0,-4 0 0,-2 0 0,-2 4 0,-7 2 0,-6-1 0,-6 0 0,-1-2 0,-1-1 0,-7-1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8:52:07.740"/>
    </inkml:context>
    <inkml:brush xml:id="br0">
      <inkml:brushProperty name="width" value="0.1" units="cm"/>
      <inkml:brushProperty name="height" value="0.1" units="cm"/>
      <inkml:brushProperty name="color" value="#E71224"/>
    </inkml:brush>
  </inkml:definitions>
  <inkml:trace contextRef="#ctx0" brushRef="#br0">1 26 8192,'578'0'13805,"-91"-16"-26453,-419 12 12098,202-2 348,0 12-1,296 45 1,313-3 202,-576-37 0,56 0 0,-306-11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8:52:08.661"/>
    </inkml:context>
    <inkml:brush xml:id="br0">
      <inkml:brushProperty name="width" value="0.1" units="cm"/>
      <inkml:brushProperty name="height" value="0.1" units="cm"/>
      <inkml:brushProperty name="color" value="#E71224"/>
    </inkml:brush>
  </inkml:definitions>
  <inkml:trace contextRef="#ctx0" brushRef="#br0">0 102 8192,'143'0'15445,"-82"0"-12868,446-20-6523,1424-61-10130,-1233 119 14076,148 1 0,-754-39 0,-56-1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8:52:11.548"/>
    </inkml:context>
    <inkml:brush xml:id="br0">
      <inkml:brushProperty name="width" value="0.1" units="cm"/>
      <inkml:brushProperty name="height" value="0.1" units="cm"/>
      <inkml:brushProperty name="color" value="#E71224"/>
    </inkml:brush>
  </inkml:definitions>
  <inkml:trace contextRef="#ctx0" brushRef="#br0">0 0 8192,'0'0'0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38:54.222"/>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0:27.486"/>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0:53.685"/>
    </inkml:context>
    <inkml:brush xml:id="br0">
      <inkml:brushProperty name="width" value="0.1" units="cm"/>
      <inkml:brushProperty name="height" value="0.1" units="cm"/>
      <inkml:brushProperty name="color" value="#E71224"/>
    </inkml:brush>
  </inkml:definitions>
  <inkml:trace contextRef="#ctx0" brushRef="#br0">248 2 8192,'-63'-1'6104,"-69"2"-740,130-1-5613,0 1 0,-1-1-1,1 0 1,0 1 0,-1-1-1,1 1 1,0 0 0,0 0-1,-1 0 1,1 0 0,0 0-1,0 0 1,0 0 0,0 1-1,0-1 1,1 1 0,-1-1 0,0 1-1,1 0 1,-1 0 0,1 0-1,-3 3 1,3-2-70,0 0 1,1 0-1,-1 0 1,0 0-1,1 0 1,0 0-1,0 0 0,0 0 1,0 0-1,0 0 1,0 0-1,1 0 1,-1 0-1,1 0 0,0 0 1,0-1-1,2 5 1,7 13 318,23 34 0,-5-9 0,-6-7 0,-2 1 0,-2 0 0,14 47 0,-30-73 0,1 0 0,-2 0 0,0 1 0,0-1 0,-2 15 0,0-14 0,1-1 0,0 0 0,1 1 0,6 25 0,-2-13 0,-1 1 0,-1 1 0,-1-1 0,-2 0 0,-2 28 0,1 8 0,0-54 0,1 0 0,-2 0 0,1-1 0,-1 1 0,0-1 0,-1 1 0,-5 12 0,-4 3 0,-17 25 0,15-26 0,-12 28 0,25-48 455,-1 1 0,1-1 0,0 0 0,-1 0 0,0 0 0,0 0 0,0 0 1,0 0-1,0 0 0,-1-1 0,1 1 0,-1-1 0,0 1 0,0-1 0,0 0 0,0 0 0,0 0 1,0-1-1,0 1 0,-4 0 0,24-3 182,1 0 0,25 3 0,-41-2-637,0 0 0,0 1 0,0-1 0,0 1 0,0 0 0,0-1 0,0 1 0,0 0 0,-1 0 0,1 0 0,0 1 0,0-1 0,-1 0 0,1 1 0,-1-1 0,1 1 0,-1-1 0,0 1 0,0 0 0,0-1 0,1 1 0,-2 0 0,1 0 0,0 0 0,1 3 0,1 6 0,0 0 0,-1 0 0,2 18 0,-3-18 0,1 15 0,-1 31 0,-2-37 0,1 0 0,1 0 0,6 29 0,17 92-2971,-19-72-206,-5-50 1404,1 1-1,8 37 1,-5-35 3830,2 41 0,-5-42 976,8 42 0,-7-59-2957,-1 0 0,1-1-1,0 1 1,0-1 0,0 1-1,1-1 1,-1 0 0,1 1-1,0-1 1,0-1 0,0 1-1,0 0 1,0-1 0,0 1-1,1-1 1,-1 0-1,1 0 1,0-1 0,-1 1-1,6 1 1,10 3-1001,-1-1-1,35 5 0,-23-6 431</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0:54.856"/>
    </inkml:context>
    <inkml:brush xml:id="br0">
      <inkml:brushProperty name="width" value="0.1" units="cm"/>
      <inkml:brushProperty name="height" value="0.1" units="cm"/>
      <inkml:brushProperty name="color" value="#E71224"/>
    </inkml:brush>
  </inkml:definitions>
  <inkml:trace contextRef="#ctx0" brushRef="#br0">1 23 8192,'42'0'3890,"52"0"1644,-67-2-4512,40-7 0,-25 3-1022,1 3 0,0 1 0,52 4 0,-12 0 0,35-2 0,-102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56:14.9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20,'0'-1,"0"0,0 1,1-1,-1 0,1 0,-1 1,1-1,-1 0,1 1,-1-1,1 0,-1 1,1-1,0 1,-1-1,1 1,0-1,0 1,-1 0,1-1,0 1,0 0,0-1,0 1,-1 0,1 0,1 0,28-4,-27 4,295-2,-152 4,259-2,-390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2:12.093"/>
    </inkml:context>
    <inkml:brush xml:id="br0">
      <inkml:brushProperty name="width" value="0.1" units="cm"/>
      <inkml:brushProperty name="height" value="0.1" units="cm"/>
      <inkml:brushProperty name="color" value="#E71224"/>
    </inkml:brush>
  </inkml:definitions>
  <inkml:trace contextRef="#ctx0" brushRef="#br0">1 1 8192</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2:26.985"/>
    </inkml:context>
    <inkml:brush xml:id="br0">
      <inkml:brushProperty name="width" value="0.1" units="cm"/>
      <inkml:brushProperty name="height" value="0.1" units="cm"/>
      <inkml:brushProperty name="color" value="#E71224"/>
    </inkml:brush>
  </inkml:definitions>
  <inkml:trace contextRef="#ctx0" brushRef="#br0">666 2 8192,'-31'-1'3486,"7"1"-574,-37 3 0,54-3-2716,1 2 0,-1-1 0,1 0 1,0 1-1,-1 0 0,1 1 0,0 0 1,1 0-1,-1 0 0,-9 7 0,11-7-196,1 1 0,-1 0 0,1 1 0,-1-1 0,1 0 0,1 1 0,-1 0 0,1 0 0,-1 0 0,1 0 0,1 0 0,-1 0 0,1 1 0,0-1 0,-1 9 0,1 10 0,0 1 0,3 30 0,1-9 0,-3 218-11027,0 442 10586,-1-685 441,-7 37 0,4-36 0,-1 36 0,3-27 0,-5 32 0,3-33 0,-1 40 0,4-53 0,-1 1 0,-4 19 0,-2 25 0,3-14 0,-2 0 0,-16 61 0,11-64 0,3 1 0,-6 77 0,13-96 0,-2 1 0,-10 40 0,0-4 0,12-50 591,-1 0 1,-1 0-1,0 0 0,-1 0 1,-1-1-1,0 0 1,-1 0-1,0 0 0,-1-1 1,0 0-1,-1-1 1,0 0-1,-21 19 1,5-4-542,20-20 235,0 0 1,-1 0-1,0-1 0,0 0 0,0 0 1,-1 0-1,0-1 0,0 1 1,0-2-1,-13 6 0,17-8-285,-3 1 0,0-1 0,-1 1 0,0-1 0,-8 0 0,14-1 0,0 0 0,1 0 0,-1 0 0,0 0 0,1 0 0,-1 0 0,0 0 0,1 0 0,-1 0 0,0-1 0,1 1 0,-1 0 0,0 0 0,1-1 0,-1 1 0,0 0 0,1-1 0,-1 1 0,1-1 0,-1 1 0,1 0 0,-1-1 0,1 1 0,-1-1 0,1 0 0,0 1 0,-1-1 0,1 1 0,0-1 0,-1 0 0,1 1 0,0-1 0,0 0 0,0 1 0,0-1 0,-1 0 0,1 1 0,0-1 0,0 0 0,0 1 0,0-1 0,0 0 0,1 1 0,-1-1 0,0 0 0,0 1 0,0-1 0,1 0 0,-1 1 0,0-1 0,0 1 0,1-1 0,-1 0 0,1 1 0,0-1 0,2-6 0,1 0 0,0 1 0,0-1 0,1 1 0,0 0 0,0 1 0,1-1 0,-1 1 0,11-7 0,9-6 0,29-15 0,-40 25 0,-13 7 0,0 1 0,0-1 0,-1 1 0,1-1 0,0 1 0,0-1 0,0 1 0,0 0 0,0-1 0,0 1 0,-1 0 0,1 0 0,0 0 0,0-1 0,0 1 0,0 0 0,0 0 0,0 1 0,0-1 0,0 0 0,0 0 0,0 0 0,0 1 0,0-1 0,-1 0 0,1 1 0,0-1 0,0 1 0,0-1 0,-1 1 0,1-1 0,0 1 0,1 0 0,0 3 0,0-1 0,0 1 0,0-1 0,0 1 0,-1 0 0,3 6 0,3 9 0,54 128-5734,-55-127 4778,0 1 1,-1 0-1,-1 0 0,-2 1 0,2 29 1,-5-8 955,0 12 0,12 102 0,-4-95 0,-3 1 0,-6 75 0,1-39 0,1-62 0,-2-1 0,-1 0 0,-12 57 0,0-17 1206,9-40-131,-12 39 0,13-57 234,1 1 0,1 0 0,-1 30 0,-3 22 1567,-11 53-2876,13-86-3158,2 1-1,3 76 0,2-43 3078,2-38 9124,7-4-7780,2-9-4336,11 12-5633,-19-26 8662,0 1 0,0 0 1,0 0-1,-1 1 0,-1-1 0,1 1 0,-1 0 0,-1 0 1,2 9-1,-1-9 44,0-1 0,0 0 0,1 1 0,0-1 0,1 0 0,-1-1 0,2 1 0,-1-1 0,1 0 0,0 0 0,0-1 0,1 0 0,10 8 0,10 5 0,1-1 0,39 18 0,-49-27 0,91 47 0,-54-29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2:29.923"/>
    </inkml:context>
    <inkml:brush xml:id="br0">
      <inkml:brushProperty name="width" value="0.1" units="cm"/>
      <inkml:brushProperty name="height" value="0.1" units="cm"/>
      <inkml:brushProperty name="color" value="#E71224"/>
    </inkml:brush>
  </inkml:definitions>
  <inkml:trace contextRef="#ctx0" brushRef="#br0">1 4 8192,'44'-2'5640,"-26"1"-4475,0 1 1,-1 0 0,1 1-1,22 4 1,-37-4-1435,0 0-1,0 0 0,0 1 0,0-1 1,0 1-1,-1 0 0,1-1 1,0 1-1,-1 0 0,0 1 1,1-1-1,2 5 0,23 36-5699,-10-14 3976,-10-20 1993,-1 1 0,-1 1 0,0-1 0,0 1 0,-1 0 0,0 1 0,-1-1 0,0 1 0,-1 0 0,0 0 0,-1 0 0,1 17 0,-2-4 0,6 29 0,-3-29 0,0 32 0,-4 578 11115,0-619-10766,1 1-1,5 21 0,23 70-8107,-15-59 3711,26 71 3695,-38-116 700,-1 0 1,1-1-1,0 1 1,1 0-1,-1-1 1,0 0-1,1 0 1,0 0 0,0 0-1,0 0 1,0 0-1,0-1 1,0 1-1,1-1 1,-1 0-1,1 0 1,0 0-1,-1-1 1,1 1-1,0-1 1,0 0-1,0 0 1,0 0-1,0-1 1,0 1-1,0-1 1,0 0 0,1 0-1,-1-1 1,0 1-1,0-1 1,4-1-1,-8 2-347,1 0 0,-1 0 0,0 0 0,0 0 0,1 0 0,-1 0 0,0 0 0,1 0 0,-1 0 0,0 0 0,0 0 0,1 0 0,-1 0 0,0 0 0,1 0 0,-1 0 0,0-1 0,0 1 0,1 0 0,-1 0 0,0 0 0,0 0 0,0-1 0,1 1 0,-1 0 0,0 0 0,0-1 0,0 1 0,0 0 0,1 0 0,-1-1 0,0 1 0,-8-6 0,-16 0 0,17 5-460,0 0-1,0 1 1,0-1 0,-1 2-1,1-1 1,0 1 0,0 0-1,0 1 1,0 0 0,0 0-1,0 0 1,1 1 0,-1 0-1,1 0 1,-1 1 0,1 0-1,-9 7 1,11-8 327,0-1 1,0 1-1,1 0 1,-1 0-1,1 1 0,0-1 1,0 1-1,0-1 1,1 1-1,-1 0 0,1 0 1,0 0-1,0 1 1,0-1-1,0 0 0,1 1 1,0-1-1,0 1 1,0-1-1,0 1 1,1 0-1,0-1 0,0 9 1,-1 6 62,-5 33 0,2-31 420,0 29-1,5 884-908,-1-932 559,0 3 0,1-1 0,-1 1 0,0-1 0,-1 1 0,1-1 0,-1 0 0,1 1 0,-1-1 0,0 0 0,-1 1 0,1-1 0,-1 0 0,0 0 0,0 0 0,0 0 0,-5 6 0,-4-2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43:59.11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1,'389'0,"-369"1,40 7,-40-4,39 2,-40-7,1 2,-1 0,0 2,1 0,26 8,-33-7,0-2,24 3,17 4,-42-5</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44:00.95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1,'776'0,"-761"0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44:02.519"/>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19,'92'1,"102"-3,-114-6,24-2,238 11,-327-1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44:03.53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1,'31'-1,"0"2,1 1,-1 2,39 9,-19-1,64 7,186 3,-269-21,35 6,21 1,-17-9,-46-1,0 2,-1 0,1 2,33 6,-43-4</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44:04.48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36,'283'10,"194"16,-107-27,-358 0,0 0,0 0,-1-2,1 1,16-7,56-26,-67 27,6-2</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44:05.97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1,'918'0,"-903"0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44:07.26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1,'9'1,"1"0,-1 0,16 5,8 2,44 2,88 1,81-12,-91-1,141 2,-281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44:09.18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1,'4'0,"18"-1,-1 1,0 1,0 1,1 1,-1 1,27 9,6 4,0-3,56 8,113 7,-142-20,215 19,-273-27,-4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4:19.328"/>
    </inkml:context>
    <inkml:brush xml:id="br0">
      <inkml:brushProperty name="width" value="0.1" units="cm"/>
      <inkml:brushProperty name="height" value="0.1" units="cm"/>
      <inkml:brushProperty name="color" value="#E71224"/>
    </inkml:brush>
  </inkml:definitions>
  <inkml:trace contextRef="#ctx0" brushRef="#br0">1 1 8192</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4:42.888"/>
    </inkml:context>
    <inkml:brush xml:id="br0">
      <inkml:brushProperty name="width" value="0.1" units="cm"/>
      <inkml:brushProperty name="height" value="0.1" units="cm"/>
      <inkml:brushProperty name="color" value="#E71224"/>
    </inkml:brush>
  </inkml:definitions>
  <inkml:trace contextRef="#ctx0" brushRef="#br0">337 1 8192,'-1'7'526,"0"-1"0,0 1-1,0 0 1,-1-1 0,0 1 0,0-1 0,0 1 0,-1-1 0,0 0 0,-1 0-1,1 0 1,-1-1 0,0 1 0,-6 6 0,-9 7 627,0 0 1,-28 20-1,29-24-1033,13-12-120,1-1 0,-1 1 0,0-1 0,-1 1 0,1-1 0,0-1 0,-1 1 0,1-1 0,-1 0 0,1 0 0,-1-1 0,1 1 0,-8-2 0,-36 7 0,-5 3 0,47-8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4:49.377"/>
    </inkml:context>
    <inkml:brush xml:id="br0">
      <inkml:brushProperty name="width" value="0.1" units="cm"/>
      <inkml:brushProperty name="height" value="0.1" units="cm"/>
      <inkml:brushProperty name="color" value="#E71224"/>
    </inkml:brush>
  </inkml:definitions>
  <inkml:trace contextRef="#ctx0" brushRef="#br0">171 1 8192,'0'2'510,"0"-1"1,1 1 0,-1 0-1,1 0 1,0-1-1,-1 1 1,1 0 0,0-1-1,0 1 1,0-1-1,0 1 1,1-1 0,1 2-1,21 21 3267,-14-15-3234,11 12-543,-15-13 0,1-1 0,0 0 0,1 0 0,0-1 0,0 0 0,0 0 0,14 7 0,-14-10-882,0 1 0,-1 1 0,1-1-1,-1 1 1,0 0 0,0 1 0,-1 0 0,1 0 0,-1 1-1,-1-1 1,1 1 0,7 14 0,11 12 882,-17-25 0,-1 0 0,1 0 0,-2 1 0,1 0 0,-1 0 0,-1 1 0,0-1 0,0 1 0,2 11 0,13 52 0,1 9 0,-5-6 0,-9-50 0,0-1 0,-2 2 0,0 31 0,-4 278 0,1-315 1662,6 37 0,-3-36 638,1 35 1,-5 279 1242,0-334-3543,0 1 0,0 0 0,0-1 0,0 1 0,1 0 0,-1-1 0,1 1 0,0 0 0,0-1 0,0 1 0,0-1 0,0 1 0,1-1 0,-1 0 0,1 1 0,-1-1 0,4 3 0,-2-3 0,0 1 0,1-1 0,-1 0 0,1 0 0,-1-1 0,1 1 0,0-1 0,-1 1 0,1-1 0,0 0 0,7 0 0,91 1-11468,-101-2 11468,-1 0 0,0 0 0,0 0 0,0 0 0,1 0 0,-1 0 0,0 0 0,0 0 0,0 0 0,1 0 0,-1 0 0,0 0 0,0 0 0,0 0 0,1 0 0,-1 0 0,0 0 0,0 0 0,0 0 0,1 0 0,-1 0 0,0 0 0,0 1 0,0-1 0,1 0 0,-1 0 0,0 0 0,0 0 0,0 0 0,0 1 0,0-1 0,1 0 0,-1 0 0,0 0 0,0 0 0,0 1 0,0-1 0,0 0 0,0 1 0,-8 3 0,-16 3 0,-24-6 1684,36-2-466,-1 1-1,1 1 1,0 0-1,-18 4 0,27-4-1056,0-1 0,0 1 0,0 1-1,0-1 1,0 0 0,0 1 0,1-1-1,-1 1 1,1 0 0,-1 0-1,1 0 1,0 0 0,0 1 0,0-1-1,0 0 1,0 1 0,0 0 0,1-1-1,-1 1 1,1 0 0,0 0-1,-2 4 1,-8 34-3028,2 1 0,2 0 0,-3 43 0,2-27 2867,4-35 0,-1 37 0,-4 51 0,0 8 0,10-85 0,-2 1 0,-9 54 0,7-66 0,1-1 0,1 27 0,1-28 0,0-1 0,-8 39 0,-3 24 4063,9-62-2582,0-1 0,-2 0 0,0 1 0,-8 19 0,9-28-2385,0-1 0,1 1 0,0 0 1,1-1-1,-1 18 0,3-18 40,-2 0 1,0 0-1,0 0 0,-1 0 1,-1 0-1,-5 16 1,1-8 1327,3-9 587,0 0 1,0-1-1,-1 1 0,0-1 0,-11 14 0,15-21-899,-1-1-1,0 1 1,0 0-1,1-1 1,-1 1-1,0-1 1,0 1-1,-1-1 1,1 0-1,0 0 1,0 0-1,0 0 1,-1-1-1,1 1 1,0-1-1,-1 1 1,1-1 0,-1 0-1,1 0 1,-1 0-1,1 0 1,0 0-1,-1 0 1,1-1-1,-1 1 1,1-1-1,0 0 1,-1 0-1,1 1 1,-2-3-1,-3-1-128,0 0 1,0 0-1,1 0 0,0-1 1,-10-9-1,11 8-140,-1 1 1,0 0-1,0 0 1,0 1-1,-14-8 1,-33-5-2818,37 13 329,-27-12 0,38 13 2329,0 1-1,0-1 0,0 0 1,0-1-1,1 1 1,0-1-1,-1 0 1,2 0-1,-6-6 1,8 10 336,1-1 0,-1 0 0,0 0 0,1 0 1,-1 1-1,1-1 0,-1 0 0,1 0 0,-1 0 0,1 0 1,-1 0-1,1 0 0,0 0 0,0 0 0,-1 0 0,1 0 1,0 0-1,0 0 0,0 0 0,0 0 0,0 0 0,1 0 1,-1 0-1,0 0 0,1-2 0,0 2 162,0-1 0,0 1 0,0 0-1,0 0 1,0 0 0,1 1 0,-1-1-1,0 0 1,1 0 0,-1 1 0,0-1 0,1 1-1,-1-1 1,1 1 0,2-1 0,8-1 1324,1 1 0,-1 0 0,18 2 0,-23-1-1375,225 2-171,-258-2-398,2-1-1484,-1 1 1,1 2-1,-45 8 0,-54 8-1661,117-16 3543,-9 2 0,15-3 0,10 0 0,81-3 1645,67 3-185,-157-1-1566,1 1 1,-1-1 0,1 0 0,-1 0-1,1 1 1,-1-1 0,1 1-1,-1-1 1,1 1 0,-1 0 0,1 0-1,-1-1 1,0 1 0,0 0-1,1 0 1,-1 0 0,0 1 0,0-1-1,0 0 1,0 0 0,0 0-1,0 1 1,-1-1 0,1 1 0,1 1-1,-1 2 453,0 0 0,0 0 0,0 0 0,0 0 0,-1 1 0,0 6 0,0 4 213</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5:32.611"/>
    </inkml:context>
    <inkml:brush xml:id="br0">
      <inkml:brushProperty name="width" value="0.1" units="cm"/>
      <inkml:brushProperty name="height" value="0.1" units="cm"/>
      <inkml:brushProperty name="color" value="#E71224"/>
    </inkml:brush>
  </inkml:definitions>
  <inkml:trace contextRef="#ctx0" brushRef="#br0">1 1 8192,'19'0'7441,"9"-1"-2605,-1 5-4932,-24-3-221,1 0 0,-1 0 1,0 0-1,-1 0 0,1 1 0,0-1 1,0 1-1,0 0 0,-1 0 0,1 0 1,-1 0-1,0 0 0,1 1 0,-1-1 1,2 5-1,10 17-882,-1 1 1,-1 1-1,-1 0 0,14 53 1,0-1 78,-18-51 1170,0-1 0,-2 1 0,-1 0 0,1 31 0,-4-40 195,7 35-27,-5-35-574,2 35-1,-5 724 357,1-760 45,2 0 0,0 0 0,0-1 0,2 1 0,0-1 0,1 0 0,1 0 0,0 0 0,1-1 0,19 26 0,-23-35 345,1 0 1,0 0 0,0-1-1,1 0 1,0 0-1,0-1 1,0 1-1,0-1 1,0 0-1,1-1 1,0 0-1,0 0 1,0 0-1,12 2 1,0-1 632,1-1 0,-1 0 0,1-2 0,26-1 0,-26 1-1023,23-1 0,-41 0 0,0-1 0,0 1 0,0 0 0,0 0 0,0-1 0,0 1 0,0-1 0,0 0 0,-1 0 0,1 0 0,0 1 0,0-2 0,0 1 0,-1 0 0,3-2 0,-4 3 0,1-1 0,-1 1 0,1-1 0,-1 0 0,0 1 0,1-1 0,-1 1 0,0-1 0,1 0 0,-1 1 0,0-1 0,0 0 0,1 1 0,-1-1 0,0 0 0,0 1 0,0-1 0,0 0 0,0 1 0,0-1 0,0 0 0,0 0 0,-1 1 0,1-1 0,0 0 0,0 1 0,-1-2 0,0 1 0,1 0 0,-1 0 0,0 0 0,-1 0 0,1 0 0,0 0 0,0 0 0,0 0 0,-1 0 0,1 0 0,-3-1 0,-2 0 0,0 0 0,0 0 0,-1 0 0,-11-1 0,-135 2-8267,71 3 5066,68-2 3376,0 1-1,1 0 1,-25 7 0,35-8-182,0 1 1,-1 0-1,1 0 0,0 0 1,0 0-1,0 0 0,0 1 1,0-1-1,0 1 0,1 0 1,-1 0-1,1 0 0,-1 0 1,1 0-1,-1 1 0,1-1 1,0 1-1,0 0 0,0-1 1,-2 7-1,3-7 142,1 1 0,-1-1-1,1 1 1,0-1 0,0 1-1,0-1 1,0 0 0,1 1 0,0 2-1,15 39 6075,-1-8-2856,7 42-3761,-14-58 383,-2 1 0,0 0 0,-2 1-1,0-1 1,1 25 0,-6 19-1928,2 44 1671,8-36-6046,-5-49 4568,2 33 1,-7 67 9970,0-47-5875,0-71-2156,1 1 0,-1-1 1,0 0-1,0 0 0,0 0 0,-1 0 0,0 0 1,0 0-1,-1 0 0,0 0 0,0-1 1,0 1-1,-5 5 0,2-4-538,0-1-1,0 1 1,0-1 0,-1 0-1,0-1 1,0 0-1,-1 0 1,-14 7 0,0-1-869,0-1-1137,0 0 0,-39 12 0,42-17 2011</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5:35.311"/>
    </inkml:context>
    <inkml:brush xml:id="br0">
      <inkml:brushProperty name="width" value="0.1" units="cm"/>
      <inkml:brushProperty name="height" value="0.1" units="cm"/>
      <inkml:brushProperty name="color" value="#E71224"/>
    </inkml:brush>
  </inkml:definitions>
  <inkml:trace contextRef="#ctx0" brushRef="#br0">194 241 8192,'-14'10'7075,"13"-7"-6603,-13 19 3160,11-17-3343,-11 22-289,1 1 0,-15 45 0,5-11 0,10-34 0,-24 39 0,34-63 0,-4 8 0,1 0 0,-11 27 0,17-38 0,0-1 0,0 1 0,0-1 0,0 1 0,0-1 0,0 1 0,0-1 0,0 1 0,0 0 0,1-1 0,-1 1 0,0-1 0,0 1 0,1-1 0,-1 1 0,0-1 0,0 1 0,1-1 0,-1 1 0,1-1 0,-1 0 0,0 1 0,1-1 0,-1 1 0,1-1 0,-1 0 0,1 0 0,-1 1 0,1-1 0,-1 0 0,1 0 0,-1 1 0,1-1 0,0 0 0,-1 0 0,1 0 0,-1 0 0,1 0 0,0 0 0,28 1 0,-25-1 0,21 2-611,0 0 0,45 11-1,-42-7-149,50 4 0,-76-10 751,90 2-6565,-54-4 6959,-36 1-243,0 1 1,-1 0-1,1 0 0,0-1 0,-1 1 0,1-1 0,-1 1 1,1-1-1,-1 0 0,1 0 0,-1 1 0,1-1 1,-1 0-1,0 0 0,1-1 0,-1 1 0,0 0 0,0 0 1,0 0-1,0-1 0,2-2 0,-2 1 142,0 0-1,0-1 0,0 1 1,0-1-1,0 1 0,-1 0 1,0-1-1,1 1 1,-1-1-1,-1-3 0,0-5 276,-1 0-1,-1 0 1,1 0-1,-2 1 1,-5-14-1,-7-12-557,2 0 0,-10-45 0,18 61-1440,-17-40-1,2 4 2297,12 33 253,-14-27 1,16 37-1218,0 0 1,1 0-1,1-1 1,0 0-1,1 0 0,-3-19 1,7 31 94,0 0 0,-1-1 1,0 1-1,0 0 0,1 0 1,-2 0-1,1 0 0,0 0 0,-1 0 1,-2-4-1,3 6 33,1 1 0,0-1-1,-1 1 1,1-1 0,-1 1 0,1-1-1,-1 1 1,1 0 0,-1-1 0,0 1-1,1 0 1,-1 0 0,1-1 0,-1 1-1,0 0 1,1 0 0,-1 0 0,0 0-1,1 0 1,-1 0 0,0 0 0,0 0 0,0 0-5,-1 1 0,1-1 0,0 1 1,0-1-1,-1 1 0,1 0 1,0-1-1,0 1 0,0 0 0,0 0 1,0 0-1,0 0 0,0 0 1,0 0-1,0 2 0,-5 5-674,1 0-1,1 0 1,-1 1 0,1 0-1,1 0 1,-3 11 0,-12 60-5657,13-57 5779,-12 100 3013,14-108-1981</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05.917"/>
    </inkml:context>
    <inkml:brush xml:id="br0">
      <inkml:brushProperty name="width" value="0.1" units="cm"/>
      <inkml:brushProperty name="height" value="0.1" units="cm"/>
      <inkml:brushProperty name="color" value="#E71224"/>
    </inkml:brush>
  </inkml:definitions>
  <inkml:trace contextRef="#ctx0" brushRef="#br0">28 1 8192,'13'0'1687,"-1"1"0,1 1 1,0 0-1,17 5 0,-7 0-171,32 16 0,-54-23-1516,0 1 0,1-1 0,-1 1 0,1-1 0,-1 1 0,1 0 0,-1 0 0,0 0 0,0 0 0,1 0 0,-1 0 0,0 0 0,0 0 0,0 0 0,0 1 0,0-1 0,-1 0 0,1 1 0,0-1 0,0 0 0,-1 1 0,1-1 0,-1 1 0,1 1 0,-2-1 0,1 0 0,0 0 0,-1 0 0,0-1 0,0 1 0,1 0 0,-1 0 0,0-1 0,0 1 0,0 0 0,-1-1 0,1 1 0,0-1 0,-1 0 0,1 1 0,0-1 0,-1 0 0,-3 2 0,-157 125-11027,159-126 10987,1-1 0,0 1-1,0 0 1,-1 0 0,1 0 0,1 0-1,-1 0 1,0 1 0,1-1-1,-1 0 1,1 1 0,-3 5 0,4-7 63,0 1 0,-1-1 0,1 1 0,0 0 0,0-1 0,0 1 0,0-1 0,1 1 0,-1 0 1,0-1-1,1 1 0,-1-1 0,1 1 0,-1-1 0,1 1 0,0-1 0,0 1 0,-1-1 0,1 0 0,0 0 1,0 1-1,0-1 0,1 0 0,1 2 0,5 4 13,1-1 1,-1 1-1,2-2 0,-1 1 1,0-1-1,12 4 0,67 21-637,-47-17 453,289 121 148,-323-131 0,0 1 0,0-1 0,0 1 0,0 0 0,-1 1 0,0 0 0,0 0 0,-1 0 0,10 12 0,-13-14 0,0 0 0,0 1 0,0 0 0,-1-1 0,1 1 0,-1 0 0,0-1 0,0 1 0,-1 0 0,1 0 0,-1 0 0,0 0 0,0 0 0,0 0 0,0 0 0,-1 0 0,1 0 0,-1-1 0,0 1 0,0 0 0,-3 4 0,1-1 0,0 0 0,-1 0 0,-1 0 0,1-1 0,-1 1 0,0-1 0,0 0 0,-1 0 0,0-1 0,0 0 0,-13 9 0,-8 3 0,-48 22 0,56-29 0,-8 2 0,-1 0 0,0-2 0,-1-1 0,0-1 0,-1-2 0,1-1 0,-1-1 0,-38 0 0,47-2 2580,17-2-1694,0 1 1,0-1 0,0 1-1,0-1 1,0 0-1,0-1 1,0 1-1,0-1 1,-7-2-1,4-1-863</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06.312"/>
    </inkml:context>
    <inkml:brush xml:id="br0">
      <inkml:brushProperty name="width" value="0.1" units="cm"/>
      <inkml:brushProperty name="height" value="0.1" units="cm"/>
      <inkml:brushProperty name="color" value="#E71224"/>
    </inkml:brush>
  </inkml:definitions>
  <inkml:trace contextRef="#ctx0" brushRef="#br0">390 1 8192,'-38'43'2131,"23"-24"766,-32 29 0,-19 5-1125,-137 82-1,186-128-1771,17-7 0,0-1 0,-1 1 0,1 0 0,0 0 0,0 0 0,0 0 0,0 0 0,-1 0 0,1 0 0,0 0 0,0-1 0,0 1 0,0 0 0,-1 0 0,1 0 0,0 0 0,0-1 0,0 1 0,0 0 0,0 0 0,0 0 0,0 0 0,0-1 0,0 1 0,-1 0 0,1 0 0,0 0 0,0-1 0,0 1 0,0 0 0,0 0 0,0 0 0,0-1 0,0 1 0,1 0 0,-1 0 0,0 0 0,0-1 0,0 1 0,1-3 0,0 0 0,0 0 0,1 0 0,-1 0 0,1 1 0,0-1 0,4-4 0,1-1 0,1 2 0,-1-1 0,2 1 0,-1 0 0,14-7 0,2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06.560"/>
    </inkml:context>
    <inkml:brush xml:id="br0">
      <inkml:brushProperty name="width" value="0.1" units="cm"/>
      <inkml:brushProperty name="height" value="0.1" units="cm"/>
      <inkml:brushProperty name="color" value="#E71224"/>
    </inkml:brush>
  </inkml:definitions>
  <inkml:trace contextRef="#ctx0" brushRef="#br0">36 1 8192,'-1'14'0,"0"0"0,-5 16 0,0 17 0,-15 440 0,21-199 9557,3-324-7646,0 14-1911</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06.841"/>
    </inkml:context>
    <inkml:brush xml:id="br0">
      <inkml:brushProperty name="width" value="0.1" units="cm"/>
      <inkml:brushProperty name="height" value="0.1" units="cm"/>
      <inkml:brushProperty name="color" value="#E71224"/>
    </inkml:brush>
  </inkml:definitions>
  <inkml:trace contextRef="#ctx0" brushRef="#br0">87 1 8192,'14'10'8839,"-7"0"-6210,-1 4-2629,-1 2 0,-3 1 0,0 1 0,-4 1 0,-5-4 0,-4-3 0,-3-5 0,-3-3 0,2 1 0,1-1 0,-1-1 0,0 0 0,2-2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07.076"/>
    </inkml:context>
    <inkml:brush xml:id="br0">
      <inkml:brushProperty name="width" value="0.1" units="cm"/>
      <inkml:brushProperty name="height" value="0.1" units="cm"/>
      <inkml:brushProperty name="color" value="#E71224"/>
    </inkml:brush>
  </inkml:definitions>
  <inkml:trace contextRef="#ctx0" brushRef="#br0">1 1 8192,'8'1'481,"-1"0"1,1 0 0,0 1 0,8 3-1,9 1 467,65 9 1756,0-3 0,183-2 0,-263-11-2704,-5 1 0,-1 0 0,1 0 0,-1 0 0,1 0 0,0 1 0,-1-1 0,1 1 0,-1 1 0,6 1 0,-7 1 0,-5-1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07.357"/>
    </inkml:context>
    <inkml:brush xml:id="br0">
      <inkml:brushProperty name="width" value="0.1" units="cm"/>
      <inkml:brushProperty name="height" value="0.1" units="cm"/>
      <inkml:brushProperty name="color" value="#E71224"/>
    </inkml:brush>
  </inkml:definitions>
  <inkml:trace contextRef="#ctx0" brushRef="#br0">1 1 8192,'0'3'2971,"0"7"-2971,0 4 0,0 4 0,0 1 5848,3 1-5848,1-1 0,0 0 2649,2 0-2649,0-1 0,-1 0 0,2-3 0,3-4 0,2-5 0,2-2 0,2-6 0,-1-1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07.625"/>
    </inkml:context>
    <inkml:brush xml:id="br0">
      <inkml:brushProperty name="width" value="0.1" units="cm"/>
      <inkml:brushProperty name="height" value="0.1" units="cm"/>
      <inkml:brushProperty name="color" value="#E71224"/>
    </inkml:brush>
  </inkml:definitions>
  <inkml:trace contextRef="#ctx0" brushRef="#br0">556 1 8192,'-2'18'919,"0"1"0,-1-1 0,-1 0 0,0 0 1,-2 0-1,0-1 0,-1 0 0,0 0 0,-2 0 1,0-1-1,-20 27 0,21-33-830,-1 0 0,-1 0 0,0-1 0,0 0 1,-20 13-1,-63 32-151,51-31 27,40-21 35,-26 15 0,-1-1 0,-1-2 0,0 0 0,0-2 0,-35 8 0,35-12 0,18-5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07.924"/>
    </inkml:context>
    <inkml:brush xml:id="br0">
      <inkml:brushProperty name="width" value="0.1" units="cm"/>
      <inkml:brushProperty name="height" value="0.1" units="cm"/>
      <inkml:brushProperty name="color" value="#E71224"/>
    </inkml:brush>
  </inkml:definitions>
  <inkml:trace contextRef="#ctx0" brushRef="#br0">1 1 8192,'5'0'324,"0"1"-1,1 0 1,-1 0 0,10 4 0,18 3 2327,220-4 3267,-139-6-4638,623 2-1280,-713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09.744"/>
    </inkml:context>
    <inkml:brush xml:id="br0">
      <inkml:brushProperty name="width" value="0.1" units="cm"/>
      <inkml:brushProperty name="height" value="0.1" units="cm"/>
      <inkml:brushProperty name="color" value="#E71224"/>
    </inkml:brush>
  </inkml:definitions>
  <inkml:trace contextRef="#ctx0" brushRef="#br0">1 1 8192,'9'0'8839,"2"0"-8839,3 0 2629,2 0-2629,1 0 0,1 0 0,1 0 0,2 0 0,2 0 0,-2 0 0,0 0 0,0 0 0,-2 0 0,-4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0.148"/>
    </inkml:context>
    <inkml:brush xml:id="br0">
      <inkml:brushProperty name="width" value="0.1" units="cm"/>
      <inkml:brushProperty name="height" value="0.1" units="cm"/>
      <inkml:brushProperty name="color" value="#E71224"/>
    </inkml:brush>
  </inkml:definitions>
  <inkml:trace contextRef="#ctx0" brushRef="#br0">115 1 8192,'-1'0'66,"0"1"0,0-1 0,0 1 0,0-1 0,0 1 0,0 0 0,0-1 0,0 1 0,1 0 0,-1 0 1,0 0-1,1-1 0,-1 1 0,0 0 0,1 0 0,-1 0 0,1 0 0,0 0 0,-1 0 0,1 0 0,-1 2 0,-7 28 1761,7-27-1751,-32 202 7025,26-147-6090,-3 105-1011,9-106 0,-12 73 0,7-82 0,3-25 0,-9 41 0,7-52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0.461"/>
    </inkml:context>
    <inkml:brush xml:id="br0">
      <inkml:brushProperty name="width" value="0.1" units="cm"/>
      <inkml:brushProperty name="height" value="0.1" units="cm"/>
      <inkml:brushProperty name="color" value="#E71224"/>
    </inkml:brush>
  </inkml:definitions>
  <inkml:trace contextRef="#ctx0" brushRef="#br0">1 582 8192,'3'-1'854,"1"0"1,-1-1-1,1 1 0,-1-1 1,0 0-1,0 1 1,1-1-1,-1-1 0,-1 1 1,1 0-1,0-1 1,3-3-1,1-1-493,14-14-361,-1-2 0,-1 0 0,-1-1 0,18-32 0,18-23 0,-6 18 0,-18 23 0,-2 0 0,34-59 0,-58 89 0,-1 0 0,1-1 0,-1 1 0,-1-1 0,0 1 0,2-11 0,-3 2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0.816"/>
    </inkml:context>
    <inkml:brush xml:id="br0">
      <inkml:brushProperty name="width" value="0.1" units="cm"/>
      <inkml:brushProperty name="height" value="0.1" units="cm"/>
      <inkml:brushProperty name="color" value="#E71224"/>
    </inkml:brush>
  </inkml:definitions>
  <inkml:trace contextRef="#ctx0" brushRef="#br0">1 237 8192,'0'-1'175,"0"1"-1,0-1 1,1 0 0,-1 1 0,0-1 0,0 0 0,1 1-1,-1-1 1,1 1 0,-1-1 0,1 1 0,-1-1 0,1 1-1,-1-1 1,1 1 0,-1 0 0,1-1 0,-1 1 0,1 0-1,0-1 1,-1 1 0,1 0 0,-1 0 0,1-1 0,0 1-1,-1 0 1,2 0 0,23-3 4083,-22 3-4059,82-12-496,-2-3 0,87-28 0,-29 7-966,-10 7-1279,148-39-2114,-265 64 4656,37-10 0,-51 14 0,1 0 0,-1 0 0,1 0 0,-1 0 0,0 0 0,1-1 0,-1 1 0,0 0 0,1 0 0,-1 0 0,1 0 0,-1 0 0,0 0 0,1 1 0,-1-1 0,1 0 0,-1 0 0,0 0 0,1 0 0,-1 0 0,0 0 0,1 1 0,-1-1 0,0 0 0,1 0 0,-1 1 0,0-1 0,1 0 0,-1 0 0,0 1 0,1 0 0,-6 10 0,-16 11 0,12-15 0,0 0 0,1 1 0,-1 1 0,2 0 0,0 0 0,0 0 0,0 1 0,1 0 0,0 0 0,1 0 0,-6 19 0,9-22 819,0-1 0,-1 1 0,1-1 0,-1 0 1,-1 1-1,-5 7 0,7-11-409,-1 0-1,0-1 1,0 1-1,0-1 1,0 0 0,0 1-1,-1-1 1,1-1-1,0 1 1,-1 0-1,0-1 1,1 0 0,-6 1-1,-6 1-409,-1 0 0,-28-1 0,16-1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1.282"/>
    </inkml:context>
    <inkml:brush xml:id="br0">
      <inkml:brushProperty name="width" value="0.1" units="cm"/>
      <inkml:brushProperty name="height" value="0.1" units="cm"/>
      <inkml:brushProperty name="color" value="#E71224"/>
    </inkml:brush>
  </inkml:definitions>
  <inkml:trace contextRef="#ctx0" brushRef="#br0">177 1 8192,'-2'27'1979,"-1"-1"0,-1 1 0,-14 48 0,-3 16 1573,-52 289-3552,73-376 0,-1 1 0,0 0 0,-1 0 0,1-1 0,-1 1 0,-4 8 0,5-12 0,1 0 0,0-1 0,-1 1 0,1 0 0,-1-1 0,1 1 0,-1-1 0,0 1 0,1-1 0,-1 1 0,0-1 0,1 1 0,-1-1 0,0 1 0,1-1 0,-1 0 0,0 1 0,0-1 0,0 0 0,1 0 0,-1 0 0,0 0 0,0 0 0,0 1 0,1-1 0,-1-1 0,0 1 0,0 0 0,0 0 0,1 0 0,-1 0 0,0-1 0,0 1 0,1 0 0,-1 0 0,0-1 0,0 1 0,1-1 0,-1 1 0,0-1 0,1 1 0,-1-1 0,0 0 0,-10-9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1.644"/>
    </inkml:context>
    <inkml:brush xml:id="br0">
      <inkml:brushProperty name="width" value="0.1" units="cm"/>
      <inkml:brushProperty name="height" value="0.1" units="cm"/>
      <inkml:brushProperty name="color" value="#E71224"/>
    </inkml:brush>
  </inkml:definitions>
  <inkml:trace contextRef="#ctx0" brushRef="#br0">1 1 8192,'0'34'248,"-1"71"5362,19 148 0,-6-165-5610,-3-14 0,26 100 0,-33-167 0,0 0 0,0-1 0,1 1 0,0 0 0,0-1 0,0 0 0,6 8 0,-7-12 0,1 1 0,-1-1 0,1 0 0,-1 0 0,1 0 0,-1 0 0,1 0 0,0-1 0,0 1 0,0-1 0,0 0 0,0 0 0,0 0 0,0 0 0,1 0 0,-1-1 0,7 1 0,-2-1 0,0-1 0,0 1 0,0-1 0,0-1 0,0 0 0,0 0 0,-1 0 0,1-1 0,13-7 0,0-1 0,-1-1 0,20-18 0,-22 17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3.821"/>
    </inkml:context>
    <inkml:brush xml:id="br0">
      <inkml:brushProperty name="width" value="0.1" units="cm"/>
      <inkml:brushProperty name="height" value="0.1" units="cm"/>
      <inkml:brushProperty name="color" value="#E71224"/>
    </inkml:brush>
  </inkml:definitions>
  <inkml:trace contextRef="#ctx0" brushRef="#br0">1 107 8192,'22'-1'1579,"1"-1"-1,-1-1 1,31-8 0,65-23 3544,-111 32-5093,-1 0-30,1 0 0,-1 0 0,0 0 0,0 0 0,1 0 0,-1-1 0,-1 0 0,1-1 0,0 1 0,-1-1 0,0 0 0,5-5 0,-2-2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4.114"/>
    </inkml:context>
    <inkml:brush xml:id="br0">
      <inkml:brushProperty name="width" value="0.1" units="cm"/>
      <inkml:brushProperty name="height" value="0.1" units="cm"/>
      <inkml:brushProperty name="color" value="#E71224"/>
    </inkml:brush>
  </inkml:definitions>
  <inkml:trace contextRef="#ctx0" brushRef="#br0">164 1 8192,'-1'24'1376,"-1"-1"0,-1 1 0,-8 34 0,-27 67 4564,35-118-5916,-2 12-24,1 1 0,0 0 0,-1 28 0,4-32 0,0 1 0,-2 0 0,0-1 0,-1 1 0,-10 28 0,12-41 0,-3 8 0,0 0 0,-1-1 0,-1 1 0,0-2 0,-14 19 0,12-20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4.348"/>
    </inkml:context>
    <inkml:brush xml:id="br0">
      <inkml:brushProperty name="width" value="0.1" units="cm"/>
      <inkml:brushProperty name="height" value="0.1" units="cm"/>
      <inkml:brushProperty name="color" value="#E71224"/>
    </inkml:brush>
  </inkml:definitions>
  <inkml:trace contextRef="#ctx0" brushRef="#br0">1 217 8192,'0'1'185,"0"0"0,1-1 0,-1 1 0,0 0 0,1 0 0,-1-1 0,1 1 0,-1 0 0,1 0-1,-1-1 1,1 1 0,0-1 0,-1 1 0,1 0 0,0-1 0,-1 1 0,1-1 0,0 0 0,0 1 0,0-1 0,-1 0 0,1 1 0,0-1 0,0 0 0,0 0 0,0 0 0,0 0 0,-1 0 0,1 1 0,1-2 0,28 1 5549,-23-1-5734,0-1 0,0 0 0,0-1 0,0 0 0,0 0 0,0 0 0,-1-1 0,11-7 0,47-45 0,-32 28 0,75-75 0,-95 91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4.724"/>
    </inkml:context>
    <inkml:brush xml:id="br0">
      <inkml:brushProperty name="width" value="0.1" units="cm"/>
      <inkml:brushProperty name="height" value="0.1" units="cm"/>
      <inkml:brushProperty name="color" value="#E71224"/>
    </inkml:brush>
  </inkml:definitions>
  <inkml:trace contextRef="#ctx0" brushRef="#br0">1 1 8192,'13'213'11468,"-9"-152"-11468,-3 83 0,-2-66 0,1-62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4.973"/>
    </inkml:context>
    <inkml:brush xml:id="br0">
      <inkml:brushProperty name="width" value="0.1" units="cm"/>
      <inkml:brushProperty name="height" value="0.1" units="cm"/>
      <inkml:brushProperty name="color" value="#E71224"/>
    </inkml:brush>
  </inkml:definitions>
  <inkml:trace contextRef="#ctx0" brushRef="#br0">1 146 8192,'0'-2'594,"1"0"0,0 1 0,0-1 0,0 0 0,1 1 0,-1-1 0,0 0 0,1 1 0,-1 0 0,1-1 1,-1 1-1,1 0 0,0 0 0,-1 0 0,1 0 0,3-2 0,3-1 775,73-53-1369,-73 52 0,0 0 0,1 1 0,13-5 0,-16 7 0,1-1 0,0 1 0,-1-2 0,1 1 0,-1-1 0,8-6 0,-6 2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5.408"/>
    </inkml:context>
    <inkml:brush xml:id="br0">
      <inkml:brushProperty name="width" value="0.1" units="cm"/>
      <inkml:brushProperty name="height" value="0.1" units="cm"/>
      <inkml:brushProperty name="color" value="#E71224"/>
    </inkml:brush>
  </inkml:definitions>
  <inkml:trace contextRef="#ctx0" brushRef="#br0">1 1 8192,'0'36'5734,"10"70"0,-5-69-5734,-2 1 0,-1-1 0,-6 64 0,2-86 0,-2-4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5.689"/>
    </inkml:context>
    <inkml:brush xml:id="br0">
      <inkml:brushProperty name="width" value="0.1" units="cm"/>
      <inkml:brushProperty name="height" value="0.1" units="cm"/>
      <inkml:brushProperty name="color" value="#E71224"/>
    </inkml:brush>
  </inkml:definitions>
  <inkml:trace contextRef="#ctx0" brushRef="#br0">1 34 8192,'3'0'11468,"3"0"-11468,5 0 0,3 0 0,2 0 0,4 0 0,5 0 0,5-3 0,2-4 0,-1-1 0,-2 2 0,-4 0 0,-6 3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8.254"/>
    </inkml:context>
    <inkml:brush xml:id="br0">
      <inkml:brushProperty name="width" value="0.1" units="cm"/>
      <inkml:brushProperty name="height" value="0.1" units="cm"/>
      <inkml:brushProperty name="color" value="#E71224"/>
    </inkml:brush>
  </inkml:definitions>
  <inkml:trace contextRef="#ctx0" brushRef="#br0">1 25 8192,'238'-3'8436,"0"-7"-5404,-196 8-3032,-17 1 0,31-4 0,-37 1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8.724"/>
    </inkml:context>
    <inkml:brush xml:id="br0">
      <inkml:brushProperty name="width" value="0.1" units="cm"/>
      <inkml:brushProperty name="height" value="0.1" units="cm"/>
      <inkml:brushProperty name="color" value="#E71224"/>
    </inkml:brush>
  </inkml:definitions>
  <inkml:trace contextRef="#ctx0" brushRef="#br0">324 1 8192,'-61'124'3193,"-59"106"5082,99-199-8275,-27 30 0,25-34 0,-23 37 0,45-63 0,1-1 0,-1 1 0,1 0 0,-1-1 0,1 1 0,0 0 0,-1-1 0,1 1 0,0 0 0,0-1 0,0 1 0,-1 0 0,1 0 0,0-1 0,0 1 0,0 0 0,0 0 0,0-1 0,0 1 0,0 0 0,1 0 0,-1-1 0,0 1 0,0 0 0,1 0 0,-1 0 0,1 0 0,0 0 0,0 0 0,0-1 0,0 1 0,0 0 0,0-1 0,0 1 0,0-1 0,0 1 0,1-1 0,-1 1 0,0-1 0,0 0 0,2 1 0,7 0 0,1 0 0,-1-1 0,13-1 0,-14 0 0,27 1 0,-11 0 0,45-5 0,-51 1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9.084"/>
    </inkml:context>
    <inkml:brush xml:id="br0">
      <inkml:brushProperty name="width" value="0.1" units="cm"/>
      <inkml:brushProperty name="height" value="0.1" units="cm"/>
      <inkml:brushProperty name="color" value="#E71224"/>
    </inkml:brush>
  </inkml:definitions>
  <inkml:trace contextRef="#ctx0" brushRef="#br0">1 351 8192,'15'0'1411,"0"-1"-1,0-1 1,-1 0 0,1-1 0,26-9 0,-13 1 90,50-27 1,36-15-1502,-15 8 0,-85 38 0,0-1 0,0 0 0,-1-1 0,0-1 0,-1 0 0,0-1 0,0 0 0,-1 0 0,-1-1 0,0-1 0,-1 0 0,0 0 0,9-19 0,-12 16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9.427"/>
    </inkml:context>
    <inkml:brush xml:id="br0">
      <inkml:brushProperty name="width" value="0.1" units="cm"/>
      <inkml:brushProperty name="height" value="0.1" units="cm"/>
      <inkml:brushProperty name="color" value="#E71224"/>
    </inkml:brush>
  </inkml:definitions>
  <inkml:trace contextRef="#ctx0" brushRef="#br0">50 1 8192,'-3'44'8528,"-7"23"-8193,3-20 1829,-3 79-2914,6 158 1,2-37-282,-11-128-4817,59-278 14667,-32 111-8819</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19.802"/>
    </inkml:context>
    <inkml:brush xml:id="br0">
      <inkml:brushProperty name="width" value="0.1" units="cm"/>
      <inkml:brushProperty name="height" value="0.1" units="cm"/>
      <inkml:brushProperty name="color" value="#E71224"/>
    </inkml:brush>
  </inkml:definitions>
  <inkml:trace contextRef="#ctx0" brushRef="#br0">386 1 8192,'-58'52'3356,"20"-9"-1809,-65 67 5018,85-95-6565,-1-1 0,-39 21 0,-1 1 0,42-25 0,2-2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0.005"/>
    </inkml:context>
    <inkml:brush xml:id="br0">
      <inkml:brushProperty name="width" value="0.1" units="cm"/>
      <inkml:brushProperty name="height" value="0.1" units="cm"/>
      <inkml:brushProperty name="color" value="#E71224"/>
    </inkml:brush>
  </inkml:definitions>
  <inkml:trace contextRef="#ctx0" brushRef="#br0">1 1 8192,'421'0'11468,"-403"2"-11468,-18-1 0,0-1 0,0 0 0,0 1 0,0-1 0,0 0 0,0 0 0,0 1 0,-1-1 0,1 0 0,0 0 0,0 1 0,0-1 0,0 0 0,0 0 0,-1 0 0,1 1 0,0-1 0,0 0 0,0 0 0,-1 0 0,1 0 0,0 1 0,0-1 0,-1 0 0,1 0 0,0 0 0,0 0 0,-1 0 0,1 0 0,0 0 0,-1 0 0,-32 12 0,11-6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0.251"/>
    </inkml:context>
    <inkml:brush xml:id="br0">
      <inkml:brushProperty name="width" value="0.1" units="cm"/>
      <inkml:brushProperty name="height" value="0.1" units="cm"/>
      <inkml:brushProperty name="color" value="#E71224"/>
    </inkml:brush>
  </inkml:definitions>
  <inkml:trace contextRef="#ctx0" brushRef="#br0">1 1 8192,'3'3'11332,"4"1"-11332,3-1 0,4 0 136,2-1-136,5 0 0,4-2 0,1 1 0,2-1 0,3 0 0,1-1 0,2 1 0,1 0 0,0 0 0,-2 0 0,-7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0.548"/>
    </inkml:context>
    <inkml:brush xml:id="br0">
      <inkml:brushProperty name="width" value="0.1" units="cm"/>
      <inkml:brushProperty name="height" value="0.1" units="cm"/>
      <inkml:brushProperty name="color" value="#E71224"/>
    </inkml:brush>
  </inkml:definitions>
  <inkml:trace contextRef="#ctx0" brushRef="#br0">231 1 8192,'-4'5'289,"1"0"0,0 1 0,0-1 0,0 1 0,1 0 0,0 0-1,0 0 1,0 0 0,-1 12 0,-2 3 178,-94 327 1660,75-275-3006,4-17-1423,-22 105 0,29-32 13770,14-273-11468,-1 112 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1.017"/>
    </inkml:context>
    <inkml:brush xml:id="br0">
      <inkml:brushProperty name="width" value="0.1" units="cm"/>
      <inkml:brushProperty name="height" value="0.1" units="cm"/>
      <inkml:brushProperty name="color" value="#E71224"/>
    </inkml:brush>
  </inkml:definitions>
  <inkml:trace contextRef="#ctx0" brushRef="#br0">100 1 8192,'11'10'6448,"-11"-9"-6168,1-1 0,-1 1 1,0 0-1,0 0 0,4 24 3203,-4-22-3347,2 252-136,-3-231 0,-28 237 0,8-119 0,21-135 0,-5 22 0,5-28 0,0 1 0,-1-1 0,1 0 0,0 0 0,-1 1 0,1-1 0,-1 0 0,0 0 0,1 0 0,-1 0 0,0 0 0,0 0 0,0 0 0,0 0 0,0 0 0,-1 2 0,1-3 0,1 0 0,-1 0 0,1 0 0,-1 0 0,1 0 0,-1 0 0,1 0 0,-1 0 0,1 0 0,0 0 0,-1 0 0,1 0 0,-1 0 0,1-1 0,-1 1 0,1 0 0,0 0 0,-1 0 0,1-1 0,-1 1 0,1 0 0,0-1 0,-1 1 0,1 0 0,0 0 0,-1-1 0,1 1 0,0-1 0,0 1 0,-1 0 0,1-1 0,0 1 0,0-1 0,0 1 0,-1 0 0,1-1 0,0 1 0,0-1 0,0 0 0,-5-23 0,4 21 0,-24-120 0,20 99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1.284"/>
    </inkml:context>
    <inkml:brush xml:id="br0">
      <inkml:brushProperty name="width" value="0.1" units="cm"/>
      <inkml:brushProperty name="height" value="0.1" units="cm"/>
      <inkml:brushProperty name="color" value="#E71224"/>
    </inkml:brush>
  </inkml:definitions>
  <inkml:trace contextRef="#ctx0" brushRef="#br0">1 43 8192,'10'0'8839,"1"-3"-8839,3-1 0,2 0 2629,1-2-2629,1-3 0,0 0 0,-2 1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1.519"/>
    </inkml:context>
    <inkml:brush xml:id="br0">
      <inkml:brushProperty name="width" value="0.1" units="cm"/>
      <inkml:brushProperty name="height" value="0.1" units="cm"/>
      <inkml:brushProperty name="color" value="#E71224"/>
    </inkml:brush>
  </inkml:definitions>
  <inkml:trace contextRef="#ctx0" brushRef="#br0">1 53 8192,'3'0'11468,"3"0"-11468,5 0 0,3 0 0,2 0 0,1 0 0,5 0 0,0-3 0,0-1 0,0 0 0,-2-2 0,-1 0 0,0-2 0,-1-3 0,-4 1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1.942"/>
    </inkml:context>
    <inkml:brush xml:id="br0">
      <inkml:brushProperty name="width" value="0.1" units="cm"/>
      <inkml:brushProperty name="height" value="0.1" units="cm"/>
      <inkml:brushProperty name="color" value="#E71224"/>
    </inkml:brush>
  </inkml:definitions>
  <inkml:trace contextRef="#ctx0" brushRef="#br0">1 64 8192,'-1'2'527,"1"0"0,0 1 1,1-1-1,-1 0 0,0 1 0,1-1 1,-1 0-1,1 0 0,-1 0 0,1 0 1,0 1-1,0-1 0,0 0 1,0 0-1,3 3 0,-3-4-415,1-1 1,-1 1-1,0 0 0,0 0 1,1-1-1,-1 1 0,0-1 1,1 0-1,-1 1 0,1-1 0,-1 0 1,0 0-1,1 1 0,-1-1 1,1 0-1,-1-1 0,1 1 1,-1 0-1,0 0 0,1-1 0,-1 1 1,1 0-1,-1-1 0,0 0 1,1 1-1,1-2 0,2-1-112,0 0 0,0-1 0,0 0 0,-1 0 0,8-7 0,-10 8 0,1 0 0,0 0 0,0 0 0,0 1 0,0-1 0,0 1 0,1 0 0,-1-1 0,1 2 0,-1-1 0,1 0 0,0 1 0,5-2 0,-8 3 0,0 0 0,0 0 0,0 0 0,-1 1 0,1-1 0,0 0 0,0 0 0,-1 1 0,1-1 0,0 1 0,0-1 0,-1 1 0,1-1 0,-1 1 0,1-1 0,0 1 0,-1-1 0,1 1 0,-1 0 0,1-1 0,-1 1 0,0 0 0,1 1 0,8 20 0,-6-15 0,4 15 0,0 0 0,-1 1 0,-2 0 0,3 29 0,-2-34 0,-5-18 0,1 1 0,-1-1 0,0 0 0,0 0 0,0 0 0,1 0 0,-1 0 0,0 1 0,0-1 0,0 0 0,1 0 0,-1 0 0,0 0 0,0 0 0,1 0 0,-1 0 0,0 0 0,0 0 0,1 0 0,-1 0 0,0 0 0,0 0 0,0 0 0,1 0 0,-1 0 0,0 0 0,0-1 0,1 1 0,-1 0 0,0 0 0,0 0 0,0 0 0,1 0 0,-1 0 0,0-1 0,0 1 0,1 0 0,18-30 0,-10 15 0,9-16-816,16-32-1,11-19-521,-31 61 1338</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2.241"/>
    </inkml:context>
    <inkml:brush xml:id="br0">
      <inkml:brushProperty name="width" value="0.1" units="cm"/>
      <inkml:brushProperty name="height" value="0.1" units="cm"/>
      <inkml:brushProperty name="color" value="#E71224"/>
    </inkml:brush>
  </inkml:definitions>
  <inkml:trace contextRef="#ctx0" brushRef="#br0">78 1 8192,'10'19'7219,"-4"17"-4900,-4-18-2153,12 92 2083,-9 2-4121,-5 115-5391,-2-94 6561,2-72 173,-2 0 0,-2-1 0,-20 92 0,-33 74 9881,54-211-8647,-2 0 1,-7 15-1,7-17-705</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2.801"/>
    </inkml:context>
    <inkml:brush xml:id="br0">
      <inkml:brushProperty name="width" value="0.1" units="cm"/>
      <inkml:brushProperty name="height" value="0.1" units="cm"/>
      <inkml:brushProperty name="color" value="#E71224"/>
    </inkml:brush>
  </inkml:definitions>
  <inkml:trace contextRef="#ctx0" brushRef="#br0">1 1 8192,'2'3'259,"0"0"0,0 0 0,0 0 1,-1 0-1,1 1 0,-1-1 0,1 0 1,-1 1-1,0-1 0,0 7 0,3 4 246,51 206 4174,-11-40-1246,30 64-3433,-47-139 0,50 204 0,-64-263 0,-27-72 0,8 12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3.602"/>
    </inkml:context>
    <inkml:brush xml:id="br0">
      <inkml:brushProperty name="width" value="0.1" units="cm"/>
      <inkml:brushProperty name="height" value="0.1" units="cm"/>
      <inkml:brushProperty name="color" value="#E71224"/>
    </inkml:brush>
  </inkml:definitions>
  <inkml:trace contextRef="#ctx0" brushRef="#br0">432 2 8192,'12'-1'9862,"-11"10"-8256,-4-2-1606,0 0 0,0 0 0,0 0 0,-1 0 0,0-1 0,0 0 0,0 1 0,-1-1 0,0-1 0,-9 9 0,-15 20 0,3 5 0,13-19 0,0-1 0,-18 19 0,-48 34 0,56-53 0,1 1 0,-33 38 0,49-51 0,1-1 0,-1 0 0,-1 0 0,1-1 0,-1 1 0,0-2 0,0 1 0,0-1 0,-12 5 0,5-1 0,3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5.554"/>
    </inkml:context>
    <inkml:brush xml:id="br0">
      <inkml:brushProperty name="width" value="0.1" units="cm"/>
      <inkml:brushProperty name="height" value="0.1" units="cm"/>
      <inkml:brushProperty name="color" value="#E71224"/>
    </inkml:brush>
  </inkml:definitions>
  <inkml:trace contextRef="#ctx0" brushRef="#br0">290 1 8192,'-1'6'684,"0"0"1,0 0 0,0 0-1,0 0 1,-1 0 0,0 0-1,-1-1 1,1 1 0,-1-1-1,-4 7 1,-7 9 799,-19 22 0,16-22-868,-11 13-398,-52 47 0,0 0-301,78-80 83,1 0 0,0 1 0,0-1 0,0 0 0,0 1 0,0-1 0,0 1 0,0-1 0,1 1 0,-1 0 0,0-1 0,1 1 0,0 0 0,-1 1 0,1-2 0,0 0 0,1 0 0,-1-1 0,0 1 0,1 0 0,-1 0 0,1-1 0,-1 1 0,1 0 0,-1-1 0,1 1 0,-1-1 0,1 1 0,-1-1 0,1 1 0,0-1 0,-1 1 0,1-1 0,0 1 0,0-1 0,-1 0 0,1 1 0,0-1 0,0 0 0,-1 0 0,1 0 0,0 0 0,0 0 0,0 0 0,0 0 0,1 0 0,8 1 0,2 0 0,0 0 0,-1 1 0,1 1 0,0-1 0,-1 2 0,1-1 0,18 11 0,-29-14 0,-1 0 0,1 0 0,-1 0 0,1 1 0,-1-1 0,0 0 0,1 0 0,-1 1 0,0-1 0,1 0 0,-1 1 0,0-1 0,1 0 0,-1 1 0,0-1 0,0 1 0,1-1 0,-1 0 0,0 1 0,0-1 0,0 1 0,1-1 0,-1 1 0,0-1 0,0 0 0,0 1 0,0-1 0,0 1 0,0-1 0,0 1 0,0-1 0,0 1 0,0-1 0,0 1 0,-1-1 0,1 1 0,0-1 0,0 0 0,-1 2 0,-14 9 0,2-5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5.956"/>
    </inkml:context>
    <inkml:brush xml:id="br0">
      <inkml:brushProperty name="width" value="0.1" units="cm"/>
      <inkml:brushProperty name="height" value="0.1" units="cm"/>
      <inkml:brushProperty name="color" value="#E71224"/>
    </inkml:brush>
  </inkml:definitions>
  <inkml:trace contextRef="#ctx0" brushRef="#br0">39 1 8192,'-11'3'3356,"1"4"-3356,-7 15 8112,17-13-8112,7-3 0,4-1 0,4-3 0,2-1 0,1-1 0,1 0 0,0-1 0,0 1 0,-4-1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7.019"/>
    </inkml:context>
    <inkml:brush xml:id="br0">
      <inkml:brushProperty name="width" value="0.1" units="cm"/>
      <inkml:brushProperty name="height" value="0.1" units="cm"/>
      <inkml:brushProperty name="color" value="#E71224"/>
    </inkml:brush>
  </inkml:definitions>
  <inkml:trace contextRef="#ctx0" brushRef="#br0">222 1 8192,'-4'1'1094,"-1"0"0,1 1 0,1-1 0,-1 1-1,0 0 1,0 0 0,1 0 0,-1 1 0,-4 3 0,0 0-565,-2 0-529,-8 7 0,0-1 0,-1-1 0,0-1 0,-39 14 0,56-23 0,0-1 0,0 1 0,1-1 0,-1 1 0,0 0 0,0 0 0,1 0 0,-1 0 0,1 0 0,-1 0 0,1 0 0,-1 1 0,1-1 0,0 0 0,0 1 0,-2 1 0,3-2 0,0-1 0,0 0 0,0 1 0,0-1 0,0 0 0,0 1 0,0-1 0,0 0 0,0 1 0,0-1 0,0 1 0,0-1 0,0 0 0,0 1 0,0-1 0,0 0 0,0 1 0,0-1 0,1 0 0,-1 1 0,0-1 0,0 0 0,0 1 0,1-1 0,-1 0 0,0 0 0,0 1 0,1-1 0,18 7 0,18-4-2903,1-1 1,44-4-1,-8 0 143,-54 2 2760,-3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7.377"/>
    </inkml:context>
    <inkml:brush xml:id="br0">
      <inkml:brushProperty name="width" value="0.1" units="cm"/>
      <inkml:brushProperty name="height" value="0.1" units="cm"/>
      <inkml:brushProperty name="color" value="#E71224"/>
    </inkml:brush>
  </inkml:definitions>
  <inkml:trace contextRef="#ctx0" brushRef="#br0">1 15 8192,'3'0'11468,"3"0"-11468,5 0 0,3 0 0,2 0 0,1 0 0,1 0 0,1 0 0,-1 0 0,0 0 0,1 0 0,-1 0 0,-4-3 0,0-1 0,0 0 0,-3 1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7.720"/>
    </inkml:context>
    <inkml:brush xml:id="br0">
      <inkml:brushProperty name="width" value="0.1" units="cm"/>
      <inkml:brushProperty name="height" value="0.1" units="cm"/>
      <inkml:brushProperty name="color" value="#E71224"/>
    </inkml:brush>
  </inkml:definitions>
  <inkml:trace contextRef="#ctx0" brushRef="#br0">1 347 8192,'6'10'4481,"-5"-10"-4232,-1 1 0,1-1 0,0 0 0,-1 0 0,1 1 0,0-1 0,-1 0 0,1 0 0,0 0 0,-1 0 0,1 1 0,0-1 0,-1 0 0,1 0 0,1-1 0,24-2 2754,-19 0-3003,1 0 0,-1 0 0,0-1 0,0 0 0,-1-1 0,1 0 0,7-7 0,40-45 0,-45 47 0,64-67 0,-40 44 0,50-65 0,-67 76 0,-2 2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7.999"/>
    </inkml:context>
    <inkml:brush xml:id="br0">
      <inkml:brushProperty name="width" value="0.1" units="cm"/>
      <inkml:brushProperty name="height" value="0.1" units="cm"/>
      <inkml:brushProperty name="color" value="#E71224"/>
    </inkml:brush>
  </inkml:definitions>
  <inkml:trace contextRef="#ctx0" brushRef="#br0">1 145 8192,'0'-3'11332,"3"-4"-11196,4-4-136,1-3 0,2 1 0,2 2 0,2 1 0,-1-2 0,0-1 0,1-1 0,1 1 0,-2 0 0,-4 2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8.266"/>
    </inkml:context>
    <inkml:brush xml:id="br0">
      <inkml:brushProperty name="width" value="0.1" units="cm"/>
      <inkml:brushProperty name="height" value="0.1" units="cm"/>
      <inkml:brushProperty name="color" value="#E71224"/>
    </inkml:brush>
  </inkml:definitions>
  <inkml:trace contextRef="#ctx0" brushRef="#br0">1 227 8192,'0'1'284,"0"-1"0,1 1 1,4 6 2559,-5-7-2560,1 1 0,0-1 1,-1 1-1,1-1 0,0 0 1,0 1-1,-1-1 1,1 0-1,0 1 0,0-1 1,0 0-1,-1 0 0,1 0 1,1 0-1,27 3 3130,-26-2-3322,7-1-92,-1-1 0,0 1 0,0-2 0,0 1 0,0-1 0,-1 0 0,1-1 0,0 0 0,14-8 0,6-4 0,37-28 0,-18 11 0,-35 24 0,-1 1 0,0-2 0,0 0 0,-1-1 0,0 0 0,0 0 0,-1-1 0,-1 0 0,12-17 0,-12 12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8.669"/>
    </inkml:context>
    <inkml:brush xml:id="br0">
      <inkml:brushProperty name="width" value="0.1" units="cm"/>
      <inkml:brushProperty name="height" value="0.1" units="cm"/>
      <inkml:brushProperty name="color" value="#E71224"/>
    </inkml:brush>
  </inkml:definitions>
  <inkml:trace contextRef="#ctx0" brushRef="#br0">1 1 8192,'0'2'285,"1"1"0,-1 0 1,1-1-1,0 1 0,0-1 1,0 1-1,0-1 0,2 2 1,2 7 502,146 344 1339,-78-181-4286,26 56-1165,-29-107 3324,-39-71 0,-27-44 918,-1-1 0,0 1 1,4 15-1,11 19 6877,-16-42-7795</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8.934"/>
    </inkml:context>
    <inkml:brush xml:id="br0">
      <inkml:brushProperty name="width" value="0.1" units="cm"/>
      <inkml:brushProperty name="height" value="0.1" units="cm"/>
      <inkml:brushProperty name="color" value="#E71224"/>
    </inkml:brush>
  </inkml:definitions>
  <inkml:trace contextRef="#ctx0" brushRef="#br0">243 1 8192,'-11'1'981,"0"1"1,0 0 0,0 1 0,0 0-1,1 1 1,-1 0 0,1 0-1,0 1 1,-14 10 0,-15 5 669,37-19-1651,0 0 0,0 0 0,0 0 0,0 0 0,1-1 0,-1 1 0,0-1 0,0 1 0,-1-1 0,1 0 0,0 0 0,0 0 0,0 0 0,0 0 0,0-1 0,0 1 0,0 0 0,0-1 0,0 0 0,0 1 0,0-1 0,-2-2 0,1 1 0,0 0 0,1-1 0,-1 1 0,1-1 0,0 1 0,0-1 0,0 0 0,0 0 0,0 0 0,0 0 0,1-1 0,-2-4 0,-3-12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29.621"/>
    </inkml:context>
    <inkml:brush xml:id="br0">
      <inkml:brushProperty name="width" value="0.1" units="cm"/>
      <inkml:brushProperty name="height" value="0.1" units="cm"/>
      <inkml:brushProperty name="color" value="#E71224"/>
    </inkml:brush>
  </inkml:definitions>
  <inkml:trace contextRef="#ctx0" brushRef="#br0">1 1 8192</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1.717"/>
    </inkml:context>
    <inkml:brush xml:id="br0">
      <inkml:brushProperty name="width" value="0.1" units="cm"/>
      <inkml:brushProperty name="height" value="0.1" units="cm"/>
      <inkml:brushProperty name="color" value="#E71224"/>
    </inkml:brush>
  </inkml:definitions>
  <inkml:trace contextRef="#ctx0" brushRef="#br0">72 1 8192,'-23'336'9389,"11"-211"-7310,-8 17-2079,3-25 0,17-189 0,0 48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2.312"/>
    </inkml:context>
    <inkml:brush xml:id="br0">
      <inkml:brushProperty name="width" value="0.1" units="cm"/>
      <inkml:brushProperty name="height" value="0.1" units="cm"/>
      <inkml:brushProperty name="color" value="#E71224"/>
    </inkml:brush>
  </inkml:definitions>
  <inkml:trace contextRef="#ctx0" brushRef="#br0">1 85 8192,'3'-1'482,"1"0"0,0-1 0,-1 1 0,1-1 0,-1 0 1,0 0-1,0 0 0,1 0 0,2-4 0,12-6 2542,-6 6-2695,0 0 0,0 1 1,1 0-1,0 1 1,0 0-1,0 1 1,1 0-1,-1 1 0,1 1 1,15 0-1,11-5-329,-35 5 0,0-1 0,1 1 0,-1 0 0,0 1 0,0-1 0,1 1 0,-1 0 0,0 1 0,10 1 0,-13-2 0,-1 1 0,0 0 0,1 0 0,-1 0 0,0 0 0,0 1 0,0-1 0,1 0 0,-1 0 0,0 1 0,-1-1 0,1 0 0,0 1 0,0-1 0,-1 1 0,1-1 0,0 1 0,-1 0 0,0-1 0,1 4 0,3 37 0,-4-35 0,-1 368-2259,-1-142 1162,3-84-898,-3 165-4122,-6-230 6117,-2 18 0,10-98 160,0 0 822,0 1 0,0-1 0,0 0 0,-1 0 0,0 0 0,0 0 0,0 0 0,-2 6-1,3-10-997,0 0-1,0 0 1,0 0-1,0 0 1,0 0 0,0 1-1,0-1 1,0 0-1,0 0 1,0 0-1,0 0 1,0 0-1,0 0 1,-1 0-1,1 0 1,0 0-1,0 0 1,0 1-1,0-1 1,0 0-1,0 0 1,0 0-1,0 0 1,0 0-1,0 0 1,0 0-1,-1 0 1,1 0-1,0 0 1,0 0-1,0 0 1,0 0-1,0 0 1,0 0-1,0 0 1,0 0-1,0 0 1,-1 0-1,1 0 1,0 0-1,0 0 1,0 0-1,0 0 1,0 0-1,0 0 1,0 0-1,0 0 1,-1 0-1,1 0 1,0 0-1,0 0 1,0 0-1,0 0 1,0 0-1,0-1 1,-3-7 328,0-11 2211,1-9-3126,-1 1 0,-2 1 0,-9-36 0,4 31 603</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2.825"/>
    </inkml:context>
    <inkml:brush xml:id="br0">
      <inkml:brushProperty name="width" value="0.1" units="cm"/>
      <inkml:brushProperty name="height" value="0.1" units="cm"/>
      <inkml:brushProperty name="color" value="#E71224"/>
    </inkml:brush>
  </inkml:definitions>
  <inkml:trace contextRef="#ctx0" brushRef="#br0">1 29 8192,'3'0'11468,"4"0"-11468,4 0 0,3 0 0,2 0 0,1-3 0,1-1 0,1 0 0,-1 1 0,0-2 0,-6-1 0,-5 2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3.125"/>
    </inkml:context>
    <inkml:brush xml:id="br0">
      <inkml:brushProperty name="width" value="0.1" units="cm"/>
      <inkml:brushProperty name="height" value="0.1" units="cm"/>
      <inkml:brushProperty name="color" value="#E71224"/>
    </inkml:brush>
  </inkml:definitions>
  <inkml:trace contextRef="#ctx0" brushRef="#br0">1 44 8192,'3'0'11468,"4"0"-11468,3 0 0,4 0 0,2 0 0,2 0 0,0 0 0,0-3 0,1-1 0,-1 1 0,0-4 0,0 1 0,0 1 0,0 1 0,-1 2 0,-2-3 0,-4 1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3.529"/>
    </inkml:context>
    <inkml:brush xml:id="br0">
      <inkml:brushProperty name="width" value="0.1" units="cm"/>
      <inkml:brushProperty name="height" value="0.1" units="cm"/>
      <inkml:brushProperty name="color" value="#E71224"/>
    </inkml:brush>
  </inkml:definitions>
  <inkml:trace contextRef="#ctx0" brushRef="#br0">21 1 8192,'0'80'1706,"-11"300"8056,8-349-9762,0-11 0,1 1 0,1-1 0,1 1 0,2 20 0,-2-41 0,0 0 0,0 0 0,0 0 0,0 0 0,0 0 0,0 1 0,0-1 0,1 0 0,-1 0 0,0 0 0,0 0 0,0 0 0,0 0 0,0 0 0,0 0 0,0 0 0,0 0 0,0 0 0,0 0 0,0 1 0,0-1 0,0 0 0,0 0 0,0 0 0,0 0 0,1 0 0,-1 0 0,0 0 0,0 0 0,0 0 0,0 0 0,0 0 0,0 0 0,0 0 0,0 0 0,0 0 0,0 0 0,1 0 0,-1 0 0,0 0 0,0 0 0,0 0 0,0 0 0,0 0 0,0 0 0,0 0 0,0 0 0,0 0 0,0 0 0,0 0 0,1 0 0,-1 0 0,0-1 0,0 1 0,0 0 0,0 0 0,0 0 0,7-7 0,6-12 0,-13 18 0,52-74 0,-33 47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3.842"/>
    </inkml:context>
    <inkml:brush xml:id="br0">
      <inkml:brushProperty name="width" value="0.1" units="cm"/>
      <inkml:brushProperty name="height" value="0.1" units="cm"/>
      <inkml:brushProperty name="color" value="#E71224"/>
    </inkml:brush>
  </inkml:definitions>
  <inkml:trace contextRef="#ctx0" brushRef="#br0">1 1 8192,'9'0'11468,"2"0"-11468,3 0 0,2 0 0,1 0 0,1 0 0,1 0 0,-1 0 0,0 0 0,1 0 0,-1 0 0,-1 0 0,-5 0 0,-8 0 0,-8 0 0,-3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4.136"/>
    </inkml:context>
    <inkml:brush xml:id="br0">
      <inkml:brushProperty name="width" value="0.1" units="cm"/>
      <inkml:brushProperty name="height" value="0.1" units="cm"/>
      <inkml:brushProperty name="color" value="#E71224"/>
    </inkml:brush>
  </inkml:definitions>
  <inkml:trace contextRef="#ctx0" brushRef="#br0">1 251 8192,'0'1'123,"0"0"-1,0 1 1,0-1 0,0 0 0,0 1 0,1-1-1,-1 0 1,0 0 0,1 0 0,-1 1-1,1-1 1,-1 0 0,1 0 0,0 0 0,-1 0-1,1 0 1,0 0 0,0 0 0,0 0 0,0 0-1,1 0 1,0 1 257,0-1-1,1 0 1,-1 0 0,1 0-1,-1 0 1,1 0 0,-1-1-1,1 1 1,4-1-1,5 1 863,-1-2 0,1 1 1,18-5-1,-29 5-1240,132-31-2,-21 3 0,-53 17-1961,-1-3 0,-1-2 0,74-32-1,-77 28-201,-36 14 1676,0-1 1,23-12-1,-37 15 1117,1 1 0,-1-1 0,0 0 0,0 0 0,0 0 0,0 0 0,-1-1 0,0 0 0,0 1 0,0-1-1,0 0 1,-1-1 0,2-5 0,1 0-630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4.511"/>
    </inkml:context>
    <inkml:brush xml:id="br0">
      <inkml:brushProperty name="width" value="0.1" units="cm"/>
      <inkml:brushProperty name="height" value="0.1" units="cm"/>
      <inkml:brushProperty name="color" value="#E71224"/>
    </inkml:brush>
  </inkml:definitions>
  <inkml:trace contextRef="#ctx0" brushRef="#br0">534 1 8192,'0'740'11468,"0"-732"-11462,-1-1-1,0 1 0,0 0 1,0-1-1,-1 1 0,0 0 1,0-1-1,-1 0 1,0 0-1,0 0 0,-1 0 1,-5 8-1,2-6 4,0-1 0,0 0-1,-1 0 1,0-1 0,0 1 0,-1-2-1,-17 11 1,-4-2-149,0-1 0,-1-2 1,0-1-1,-56 12 0,-76 5-2657,113-24 2797</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6.320"/>
    </inkml:context>
    <inkml:brush xml:id="br0">
      <inkml:brushProperty name="width" value="0.1" units="cm"/>
      <inkml:brushProperty name="height" value="0.1" units="cm"/>
      <inkml:brushProperty name="color" value="#E71224"/>
    </inkml:brush>
  </inkml:definitions>
  <inkml:trace contextRef="#ctx0" brushRef="#br0">213 1 8192,'-7'8'1381,"1"1"1,0 0-1,0 0 1,-5 13-1,-5 7 1064,8-16-2389,-63 113 2004,59-97-2060,8-18 0,-1 0 0,-10 17 0,4-9-1657,9-14 529,-1 0-1,1 0 1,-1-1-1,-1 1 0,1-1 1,-5 5-1,-2-1-782</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6.630"/>
    </inkml:context>
    <inkml:brush xml:id="br0">
      <inkml:brushProperty name="width" value="0.1" units="cm"/>
      <inkml:brushProperty name="height" value="0.1" units="cm"/>
      <inkml:brushProperty name="color" value="#E71224"/>
    </inkml:brush>
  </inkml:definitions>
  <inkml:trace contextRef="#ctx0" brushRef="#br0">1 142 8192,'5'-1'1442,"1"0"1,0 0-1,-1-1 1,1 0-1,-1 0 1,9-4-1,7-2-71,26-10-1371,-32 12 0,1 0 0,-1 1 0,1 1 0,0 0 0,21-2 0,-25 5 0,-1-1 0,0 0 0,-1-1 0,1 0 0,0-1 0,-1 0 0,0 0 0,0-1 0,0-1 0,0 0 0,15-12 0,-11 7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7.018"/>
    </inkml:context>
    <inkml:brush xml:id="br0">
      <inkml:brushProperty name="width" value="0.1" units="cm"/>
      <inkml:brushProperty name="height" value="0.1" units="cm"/>
      <inkml:brushProperty name="color" value="#E71224"/>
    </inkml:brush>
  </inkml:definitions>
  <inkml:trace contextRef="#ctx0" brushRef="#br0">74 1 8192,'1'57'2820,"-3"63"5828,1-116-8648,1 0 0,-1 0 0,-1 0 0,1 0 0,0 0 0,-1 0 0,0 0 0,0 0 0,0-1 0,-1 1 0,1-1 0,-1 0 0,1 1 0,-1-1 0,0 0 0,-1-1 0,1 1 0,0-1 0,-1 1 0,1-1 0,-1 0 0,-7 3 0,1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7.316"/>
    </inkml:context>
    <inkml:brush xml:id="br0">
      <inkml:brushProperty name="width" value="0.1" units="cm"/>
      <inkml:brushProperty name="height" value="0.1" units="cm"/>
      <inkml:brushProperty name="color" value="#E71224"/>
    </inkml:brush>
  </inkml:definitions>
  <inkml:trace contextRef="#ctx0" brushRef="#br0">1 59 8192,'60'0'2971,"137"-3"3208,-157 0-5406,0-2-1,74-19 1,-54 7-773,-44 10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7.660"/>
    </inkml:context>
    <inkml:brush xml:id="br0">
      <inkml:brushProperty name="width" value="0.1" units="cm"/>
      <inkml:brushProperty name="height" value="0.1" units="cm"/>
      <inkml:brushProperty name="color" value="#E71224"/>
    </inkml:brush>
  </inkml:definitions>
  <inkml:trace contextRef="#ctx0" brushRef="#br0">34 1 8192,'0'3'3356,"0"15"2127,0-4-5483,0 2 2629,-3 1-2629,-1 1 0,0 1 0,0-1 0,-1-3 0,0 0 0,0-1 0,2-3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7.990"/>
    </inkml:context>
    <inkml:brush xml:id="br0">
      <inkml:brushProperty name="width" value="0.1" units="cm"/>
      <inkml:brushProperty name="height" value="0.1" units="cm"/>
      <inkml:brushProperty name="color" value="#E71224"/>
    </inkml:brush>
  </inkml:definitions>
  <inkml:trace contextRef="#ctx0" brushRef="#br0">1 1 8192,'1'0'402,"0"1"1,0-1-1,0 0 1,0 1-1,0 0 0,1-1 1,4 6 2414,-5-5-2414,0 0-1,-1 0 0,2 2 1,13 23 3331,-10-17-3244,-2-4-554,0-1-1,1 1 1,-1-1-1,1 0 1,0 0-1,1 0 0,-1-1 1,0 1-1,1-1 1,0 0-1,0 0 1,0-1-1,0 1 1,0-1-1,1-1 1,-1 1-1,1-1 1,-1 1-1,1-1 0,-1-1 1,1 1-1,0-1 1,-1 0-1,1-1 1,6 0-1,2-1-121,0-1-1,0 0 1,0-1-1,0-1 1,-1 0 0,1 0-1,-2-2 1,24-14-1,-32 19-574,0-1-1,-1 0 1,0 0-1,1 0 0,3-6 1,1-3-153</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8.461"/>
    </inkml:context>
    <inkml:brush xml:id="br0">
      <inkml:brushProperty name="width" value="0.1" units="cm"/>
      <inkml:brushProperty name="height" value="0.1" units="cm"/>
      <inkml:brushProperty name="color" value="#E71224"/>
    </inkml:brush>
  </inkml:definitions>
  <inkml:trace contextRef="#ctx0" brushRef="#br0">1 1 8192,'0'3'11468,"0"4"-11468,0 4 0,0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8.959"/>
    </inkml:context>
    <inkml:brush xml:id="br0">
      <inkml:brushProperty name="width" value="0.1" units="cm"/>
      <inkml:brushProperty name="height" value="0.1" units="cm"/>
      <inkml:brushProperty name="color" value="#E71224"/>
    </inkml:brush>
  </inkml:definitions>
  <inkml:trace contextRef="#ctx0" brushRef="#br0">192 1 8192,'1'0'231,"-1"1"0,1-1 1,0 0-1,0 1 0,0 0 1,0-1-1,-1 1 0,1-1 1,0 1-1,-1 0 0,1-1 1,0 1-1,-1 0 0,1 0 1,-1-1-1,1 1 0,-1 0 1,1 0-1,-1 0 0,0 0 0,1 0 1,-1 0-1,0 0 0,0 0 1,0 0-1,0-1 0,0 3 1,3 26 4759,-4-24-4991,0 0 0,0 0 0,0 0 0,0 0 0,-1 0 0,0 0 0,0-1 0,-4 7 0,3-6 0,1 1 0,-1-1 0,1 1 0,0 0 0,-2 9 0,1 31 0,2-32 0,0-1 0,-4 22 0,4-31 0,0 0 0,0 1 0,-1-1 0,0 0 0,1 0 0,-2 0 0,1 0 0,0-1 0,-1 1 0,0-1 0,0 1 0,-3 2 0,-14 13-998,-27 22-5284,43-38 5863,0 0 0,-1 0 1,0 0-1,1-1 0,-1 0 0,0 0 0,0 0 0,-1-1 1,-6 2-1,-2-2 419</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9.237"/>
    </inkml:context>
    <inkml:brush xml:id="br0">
      <inkml:brushProperty name="width" value="0.1" units="cm"/>
      <inkml:brushProperty name="height" value="0.1" units="cm"/>
      <inkml:brushProperty name="color" value="#E71224"/>
    </inkml:brush>
  </inkml:definitions>
  <inkml:trace contextRef="#ctx0" brushRef="#br0">1 1 8192,'8'0'124,"6"-1"1497,0 1-1,1 1 1,-1 0-1,0 1 1,1 1 0,14 4-1,30 10-1620,0-3 0,75 9 0,-82-16 0,50 4 0,203-6 0,-166-7 0,-124 2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39.614"/>
    </inkml:context>
    <inkml:brush xml:id="br0">
      <inkml:brushProperty name="width" value="0.1" units="cm"/>
      <inkml:brushProperty name="height" value="0.1" units="cm"/>
      <inkml:brushProperty name="color" value="#E71224"/>
    </inkml:brush>
  </inkml:definitions>
  <inkml:trace contextRef="#ctx0" brushRef="#br0">1 72 8192,'10'0'3356,"1"0"-3356,3 0 5483,2 0-5483,1-3 0,1-1 2629,-2-3-2629,1 0 0,1 1 0,4 2 0,1-2 0,0 0 0,-2 2 0,-1 0 0,-3-1 0,-6-3 0,-4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0.228"/>
    </inkml:context>
    <inkml:brush xml:id="br0">
      <inkml:brushProperty name="width" value="0.1" units="cm"/>
      <inkml:brushProperty name="height" value="0.1" units="cm"/>
      <inkml:brushProperty name="color" value="#E71224"/>
    </inkml:brush>
  </inkml:definitions>
  <inkml:trace contextRef="#ctx0" brushRef="#br0">164 1 8192,'-7'29'1890,"0"-4"-424,1 112 2746,1-7-312,-6 195-3900,12-264 0,-5-30 0,4-31 0,0 1 0,0-1 0,0 1 0,0-1 0,0 1 0,-1-1 0,1 0 0,0 1 0,0-1 0,-1 1 0,1-1 0,0 0 0,-1 1 0,1-1 0,0 0 0,-1 1 0,1-1 0,-1 0 0,1 0 0,0 1 0,-1-1 0,0 0 0,1 0 0,-1 0 0,0 0 0,0 0 0,1 0 0,-1-1 0,0 1 0,0 0 0,1 0 0,-1-1 0,0 1 0,1 0 0,-1-1 0,0 1 0,1-1 0,-1 1 0,1-1 0,-1 1 0,1-1 0,-1 0 0,-64-80 0,61 77 0,0-1 0,0 0 0,1 0 0,-1 0 0,1 0 0,1 0 0,-1-1 0,1 0 0,-1 1 0,2-1 0,-1 0 0,1 0 0,0 0 0,-1-7 0,2 9 0,0 0 0,0 0 0,0 0 0,1 0 0,0 0 0,-1 0 0,1 0 0,1 0 0,-1 0 0,1 0 0,-1 1 0,1-1 0,0 1 0,0-1 0,1 1 0,-1 0 0,1 0 0,-1 0 0,1 0 0,0 0 0,6-4 0,19-14 0,-19 13 0,0 1 0,1 1 0,-1 0 0,15-7 0,-22 12 0,0 1 0,0-1 0,0-1 0,0 1 0,0 0 0,0 0 0,0-1 0,-1 1 0,1-1 0,0 0 0,-1 1 0,1-1 0,-1 0 0,0 0 0,1 0 0,-1 0 0,0 0 0,0 0 0,0-1 0,-1 1 0,2-4 0,0-7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0.788"/>
    </inkml:context>
    <inkml:brush xml:id="br0">
      <inkml:brushProperty name="width" value="0.1" units="cm"/>
      <inkml:brushProperty name="height" value="0.1" units="cm"/>
      <inkml:brushProperty name="color" value="#E71224"/>
    </inkml:brush>
  </inkml:definitions>
  <inkml:trace contextRef="#ctx0" brushRef="#br0">422 1 8192,'-5'0'504,"1"0"1,-1 1-1,1 0 0,-1 0 1,1 0-1,-1 0 1,1 0-1,0 1 1,0 0-1,0 0 0,-6 4 1,-1 2 752,0 1-1,-14 13 1,16-13-846,0 0 1,-1-1-1,-18 11 0,-2-2-411,-1-1 0,0-2 0,-53 16 0,14-5 0,55-20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1.130"/>
    </inkml:context>
    <inkml:brush xml:id="br0">
      <inkml:brushProperty name="width" value="0.1" units="cm"/>
      <inkml:brushProperty name="height" value="0.1" units="cm"/>
      <inkml:brushProperty name="color" value="#E71224"/>
    </inkml:brush>
  </inkml:definitions>
  <inkml:trace contextRef="#ctx0" brushRef="#br0">1 19 8192,'2'-2'279,"1"0"0,-1 0 0,1 1 1,0-1-1,0 1 0,0-1 0,0 1 1,0 0-1,0 0 0,0 1 0,0-1 1,5 0-1,41-1 5074,-35 2-4632,38 1 161,92 13 0,-121-12-882,-19-2 0,0-1 0,0 2 0,0-1 0,0 0 0,0 1 0,0 0 0,0 0 0,-1 0 0,1 0 0,0 1 0,-1 0 0,5 2 0,0 3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1.473"/>
    </inkml:context>
    <inkml:brush xml:id="br0">
      <inkml:brushProperty name="width" value="0.1" units="cm"/>
      <inkml:brushProperty name="height" value="0.1" units="cm"/>
      <inkml:brushProperty name="color" value="#E71224"/>
    </inkml:brush>
  </inkml:definitions>
  <inkml:trace contextRef="#ctx0" brushRef="#br0">1 1 8192,'3'0'11468,"3"0"-11468,5 0 0,3 0 0,2 0 0,1 0 0,2 0 0,-1 0 0,0 0 0,1 0 0,-1 0 0,3 0 0,1 0 0,-1 0 0,0 0 0,-1 0 0,-4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1.834"/>
    </inkml:context>
    <inkml:brush xml:id="br0">
      <inkml:brushProperty name="width" value="0.1" units="cm"/>
      <inkml:brushProperty name="height" value="0.1" units="cm"/>
      <inkml:brushProperty name="color" value="#E71224"/>
    </inkml:brush>
  </inkml:definitions>
  <inkml:trace contextRef="#ctx0" brushRef="#br0">1 174 8192,'5'14'11468,"9"-11"-11468,1-1 0,-1-1 0,1 0 0,-1 0 0,29-4 0,71-17 0,-103 17 0,1 0 0,-1 0 0,0-1 0,0-1 0,-1 1 0,1-2 0,16-11 0,-22 14 0,-1-1 0,0 1 0,0-1 0,-1 0 0,1 0 0,-1 0 0,1 0 0,-1-1 0,-1 1 0,1-1 0,-1 0 0,1 0 0,-2 0 0,1 0 0,0 0 0,-1 0 0,0 0 0,1-11 0,-2-1 0,0 1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2.269"/>
    </inkml:context>
    <inkml:brush xml:id="br0">
      <inkml:brushProperty name="width" value="0.1" units="cm"/>
      <inkml:brushProperty name="height" value="0.1" units="cm"/>
      <inkml:brushProperty name="color" value="#E71224"/>
    </inkml:brush>
  </inkml:definitions>
  <inkml:trace contextRef="#ctx0" brushRef="#br0">1 1 8192,'0'15'2413,"2"0"0,3 18 0,3 19 1816,-2 7-4229,22 90 0,-21-119 0,5 33 0,-3-1 0,-2 2 0,-3 82 0,-4-127 0,0-3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4.178"/>
    </inkml:context>
    <inkml:brush xml:id="br0">
      <inkml:brushProperty name="width" value="0.1" units="cm"/>
      <inkml:brushProperty name="height" value="0.1" units="cm"/>
      <inkml:brushProperty name="color" value="#E71224"/>
    </inkml:brush>
  </inkml:definitions>
  <inkml:trace contextRef="#ctx0" brushRef="#br0">446 87 8192,'-1'-3'212,"1"1"1,-1-1-1,1 0 0,-1 1 1,0-1-1,0 0 0,0 1 1,0-1-1,-1 1 1,1 0-1,-1-1 0,1 1 1,-1 0-1,0 0 0,0 0 1,0 0-1,0 0 1,0 1-1,0-1 0,0 1 1,-1-1-1,1 1 0,-1 0 1,1 0-1,-1 0 1,-2-1-1,-8-2 1222,0 0-1,0 0 1,-25-2-1,5 0-1433,26 4 0,0 0 0,1 1 0,-1 0 0,0 0 0,0 1 0,0-1 0,1 2 0,-1-1 0,0 1 0,0 0 0,0 0 0,1 1 0,-12 3 0,9-1-579,0 1-1,1 0 1,-1 0-1,1 1 1,1 0-1,-13 11 1,17-14 386,1 0 0,0 0-1,0 0 1,0 1 0,0-1 0,0 1 0,1-1 0,0 1 0,-1-1-1,1 1 1,1 0 0,-1 0 0,0-1 0,1 1 0,0 0-1,0 0 1,0 0 0,0-1 0,1 1 0,0 5 0,4 8-275,0 0 0,1-1 0,1 1 0,9 16 0,10 23-548,19 39 1016,1 5 0,-41-87 0,-1 0 0,-1 0 0,0 1 0,-1-1 0,0 1 0,0 15 0,-1-6 163,6 31 1,-4-37 63,0 0-1,-2-1 1,0 1 0,-1 20-1,-1-32-152,0 1 1,0-1-1,0 0 0,-1 0 0,1 0 1,-1 0-1,-1 0 0,1-1 0,-1 1 1,1-1-1,-1 1 0,0-1 0,-1 0 0,1 0 1,-1 0-1,0-1 0,-7 6 0,-17 9-2857,24-17 2864,0 1 1,0-1-1,1 0 0,-1 0 1,0 0-1,0 0 0,0-1 1,-6 1-1,5-1 27,1-1 0,0 0 0,-1 0 1,1 0-1,0 0 0,0-1 0,0 1 0,0-1 0,0 0 1,0 0-1,1-1 0,-1 1 0,1-1 0,-1 0 0,-3-4 1,-25-19 872,23 19 244,1 0 0,0 0 1,-10-12-1,15 16-986,1-1 0,-1 1 0,1-1 1,0 0-1,0 0 0,1 0 1,-1 0-1,1 0 0,0 0 0,0 0 1,0 0-1,0-7 0,0-7-658,0-1-1,2 0 1,2-18-1,-1 29 252,-1 0 1,1 0-1,0 1 0,1-1 0,0 1 0,0-1 1,1 1-1,0 0 0,7-9 0,7-6-475,1 1 0,0 1 0,30-23-1,74-48-3637,-44 34 3023,153-90 1258,-189 122 0,10-9 0,-34 19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4.564"/>
    </inkml:context>
    <inkml:brush xml:id="br0">
      <inkml:brushProperty name="width" value="0.1" units="cm"/>
      <inkml:brushProperty name="height" value="0.1" units="cm"/>
      <inkml:brushProperty name="color" value="#E71224"/>
    </inkml:brush>
  </inkml:definitions>
  <inkml:trace contextRef="#ctx0" brushRef="#br0">32 1 8192,'0'22'974,"0"17"2524,-1 0 0,-9 56 0,5-61-3498,2 0 0,3 60 0,0-69 0,-10-49 0,7 10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5.671"/>
    </inkml:context>
    <inkml:brush xml:id="br0">
      <inkml:brushProperty name="width" value="0.1" units="cm"/>
      <inkml:brushProperty name="height" value="0.1" units="cm"/>
      <inkml:brushProperty name="color" value="#E71224"/>
    </inkml:brush>
  </inkml:definitions>
  <inkml:trace contextRef="#ctx0" brushRef="#br0">66 2 8192,'74'-1'3793,"82"2"3882,-155-1-7673,0 0 1,0 0-1,0 0 0,0 1 0,0-1 0,0 0 1,0 0-1,0 0 0,0 1 0,0-1 1,0 1-1,-1-1 0,1 0 0,0 1 0,0 0 1,0-1-1,0 1 0,-1-1 0,1 1 0,0 0 1,0 0-1,-1-1 0,1 1 0,-1 0 0,1 0 1,-1 0-1,1 1 0,0 0 3,-1 0-1,0 0 0,0-1 1,0 1-1,-1 0 1,1 0-1,0 0 0,0 0 1,-1-1-1,0 1 1,1 0-1,-1 0 1,-1 2-1,-3 5-128,0-1 0,0 0 1,-1-1-1,-12 13 0,-11 10-1420,18-18 575,0-1 1,-1 1-1,-1-2 0,0 0 1,0 0-1,-18 9 1,20-14 912,-107 49-2537,117-54 2593,1 0 0,-1 0 0,1 0 0,-1 0 0,1 0 0,-1 0 0,1 1 0,-1-1 0,1 0 0,-1 0 0,1 0 0,-1 1 0,1-1 0,-1 0 0,1 0 0,0 1 0,-1-1 0,1 0 0,0 1 0,-1-1 0,1 1 0,0-1 0,-1 0 0,1 1 0,0-1 0,-1 1 0,1-1 0,0 1 0,0-1 0,0 1 0,15 4 0,29-3 0,-43-2 0,40 0 1031,-3 1 1516,-1-2 0,51-8 0,-56 4-2128,-8 1-2144,1-1 0,-1 0 0,45-18 0,-54 13 1013,-26 8 0,-28 8-55,3 3 767,20-4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6.045"/>
    </inkml:context>
    <inkml:brush xml:id="br0">
      <inkml:brushProperty name="width" value="0.1" units="cm"/>
      <inkml:brushProperty name="height" value="0.1" units="cm"/>
      <inkml:brushProperty name="color" value="#E71224"/>
    </inkml:brush>
  </inkml:definitions>
  <inkml:trace contextRef="#ctx0" brushRef="#br0">19 1 8192,'-9'170'6672,"0"-5"-1876,10-21-4796,-1-158 0,0-1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6.327"/>
    </inkml:context>
    <inkml:brush xml:id="br0">
      <inkml:brushProperty name="width" value="0.1" units="cm"/>
      <inkml:brushProperty name="height" value="0.1" units="cm"/>
      <inkml:brushProperty name="color" value="#E71224"/>
    </inkml:brush>
  </inkml:definitions>
  <inkml:trace contextRef="#ctx0" brushRef="#br0">1 193 8192,'0'-1'380,"0"0"0,1-1 0,-1 1 1,1 0-1,-1 0 0,1 0 0,-1 0 1,1 0-1,0 0 0,-1 0 0,1 0 1,0 0-1,0 1 0,0-1 0,0 0 1,0 0-1,0 1 0,1-2 0,24-13 3359,-16 10-3234,26-16-505,100-65 0,-135 85 0,1 0 0,-1-1 0,1 1 0,-1 0 0,1 0 0,-1-1 0,0 1 0,0-1 0,0 1 0,0-1 0,0 1 0,0-1 0,0 0 0,0 1 0,-1-1 0,1 0 0,-1 0 0,1 1 0,-1-1 0,0-2 0,-1-8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6.779"/>
    </inkml:context>
    <inkml:brush xml:id="br0">
      <inkml:brushProperty name="width" value="0.1" units="cm"/>
      <inkml:brushProperty name="height" value="0.1" units="cm"/>
      <inkml:brushProperty name="color" value="#E71224"/>
    </inkml:brush>
  </inkml:definitions>
  <inkml:trace contextRef="#ctx0" brushRef="#br0">1 1 8192,'0'511'11468,"0"-505"-11468,0 1 0,1-1 0,-1 0 0,2 1 0,2 9 0,-4-15 0,0 0 0,1 0 0,-1 0 0,0 0 0,1 0 0,-1 0 0,1 0 0,-1 0 0,1-1 0,-1 1 0,1 0 0,0 0 0,-1 0 0,1-1 0,0 1 0,0 0 0,-1-1 0,1 1 0,0-1 0,0 1 0,0-1 0,0 1 0,0-1 0,0 0 0,0 1 0,0-1 0,0 0 0,0 0 0,0 0 0,0 0 0,0 0 0,0 0 0,0 0 0,0 0 0,0 0 0,0 0 0,0 0 0,0-1 0,0 1 0,0 0 0,-1-1 0,1 1 0,0-1 0,1 0 0,9-6 0,-1-1 0,0-1 0,0 0 0,-1 0 0,-1 0 0,1-1 0,9-16 0,15-17 0,147-150-8819,-161 171 8248,-1 0 0,18-30 0,9-12-365,-30 46 936</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7.530"/>
    </inkml:context>
    <inkml:brush xml:id="br0">
      <inkml:brushProperty name="width" value="0.1" units="cm"/>
      <inkml:brushProperty name="height" value="0.1" units="cm"/>
      <inkml:brushProperty name="color" value="#E71224"/>
    </inkml:brush>
  </inkml:definitions>
  <inkml:trace contextRef="#ctx0" brushRef="#br0">875 1 8192,'-18'17'1470,"-1"-2"0,-1 0 0,0 0 0,0-2-1,-41 19 1,-32 19-751,62-32-236,-2-1-1,0-2 1,-51 18-1,81-33-482,-5 1 0,0 1 0,0-1 0,1 1 0,-1 1 0,-8 5 0,15-9 0,0 1 0,0 0 0,0 0 0,0 0 0,0 0 0,0 0 0,0 0 0,0 0 0,0 0 0,1 0 0,-1 0 0,0 0 0,1 0 0,-1 0 0,1 1 0,-1-1 0,1 0 0,-1 1 0,1-1 0,0 0 0,0 0 0,0 1 0,0-1 0,0 0 0,0 1 0,0-1 0,0 0 0,0 1 0,1-1 0,-1 0 0,0 1 0,1-1 0,-1 0 0,1 0 0,0 0 0,-1 0 0,1 1 0,0-1 0,0 0 0,1 1 0,2 2 0,0 1 0,0-1 0,0 0 0,1-1 0,-1 1 0,1-1 0,0 0 0,0 0 0,0 0 0,1-1 0,5 2 0,11 4 0,32 5 0,-54-13 0,49 10-1282,94 5 0,52-13-3349,-50-1 2565,-111 3 631,-21 3 883,-12-6 546,-1-1 0,0 0 0,0 1 0,0-1 0,0 0 0,0 1 0,0-1-1,0 0 1,0 1 0,0-1 0,0 1 0,0-1 0,0 0 0,0 1 0,0-1-1,0 0 1,-1 1 0,1-1 0,0 0 0,0 1 0,0-1 0,0 0-1,-1 1 1,1-1 0,0 0 0,0 0 0,-1 1 0,1-1 0,0 0 0,0 0-1,-1 1 1,1-1 0,0 0 0,-1 0 0,0 0 0,-47 41-77,34-28 180,-1 0-1,-1-1 0,1-1 0,-2-1 1,-25 13-1,-10-5-149,0-2 0,0-3 0,-75 9 0,8-1-230,-200 46 283,226-52 4298,25-5 961,37-9-3348,21-3-1911</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7.872"/>
    </inkml:context>
    <inkml:brush xml:id="br0">
      <inkml:brushProperty name="width" value="0.1" units="cm"/>
      <inkml:brushProperty name="height" value="0.1" units="cm"/>
      <inkml:brushProperty name="color" value="#E71224"/>
    </inkml:brush>
  </inkml:definitions>
  <inkml:trace contextRef="#ctx0" brushRef="#br0">1 1 8192,'12'0'482,"0"1"1,0 1-1,0 0 1,-1 1-1,1 0 1,14 6-1,67 34 5396,-22-9-3665,-2-9-4632,0-3 0,100 17 0,42 13 472,-198-49 3788,0 0 0,0 0-1,0-1 1,23 1 0,-22-3-1841</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48.841"/>
    </inkml:context>
    <inkml:brush xml:id="br0">
      <inkml:brushProperty name="width" value="0.1" units="cm"/>
      <inkml:brushProperty name="height" value="0.1" units="cm"/>
      <inkml:brushProperty name="color" value="#E71224"/>
    </inkml:brush>
  </inkml:definitions>
  <inkml:trace contextRef="#ctx0" brushRef="#br0">1 38 8192,'74'-1'3817,"82"2"3834,-153 0-7741,0-1-1,0 0 1,0 1-1,0 0 1,0 0-1,0 0 1,0 0-1,0 0 1,0 0-1,0 1 1,-1 0-1,1-1 1,-1 1-1,1 0 1,-1 0-1,0 0 1,1 1-1,-1-1 0,0 0 1,-1 1-1,3 3 1,1 4-755,-1 0 0,0 0 1,-1 0-1,4 20 0,-5-20 195,0-1 0,0 0 0,1 0-1,0-1 1,8 16 0,-10-23 603,0 0 0,0 0 0,-1-1 0,1 1 0,0 0 0,0-1 0,0 1 0,0-1 0,0 1 0,0-1 0,0 1 0,0-1 1,0 0-1,0 1 0,0-1 0,0 0 0,0 0 0,0 0 0,0 0 0,1 0 0,-1 0 0,0 0 0,0 0 0,0-1 0,0 1 0,0 0 0,0 0 0,0-1 0,0 1 0,0-1 0,0 1 1,0-1-1,0 0 0,0 1 0,1-2 0,3-2 114,1 0 1,-1 0 0,-1 0-1,9-9 1,6-12-68,-13 18 0,0-1 0,0 1 0,0 0 0,1 0 0,0 1 0,0-1 0,12-6 0,24-17 0,-35 23 0,1 0 0,1 1 0,-1 0 0,1 1 0,0 0 0,20-7 0,-10 6 0,1 1 0,-1 1 0,1 1 0,-1 1 0,1 1 0,34 2 0,-53-1 36,-1 0 0,1 1 0,0-1 1,0 1-1,-1-1 0,1 1 0,0 0 1,-1 0-1,1-1 0,-1 1 0,1 0 1,-1 1-1,1-1 0,-1 0 0,0 0 1,1 1-1,-1-1 0,0 1 0,0-1 1,0 1-1,0-1 0,0 1 0,-1-1 1,1 1-1,0 0 0,-1 0 0,1-1 1,-1 1-1,0 0 0,1 2 0,0 7 373,0 0-1,-1 0 1,-2 22-1,0-11-194,2-18-219,-1 26-762,-5 30 1,4-50 561,0 1 1,-1 0-1,0-1 0,-1 0 0,0 1 1,-7 11-1,-8 9 205,9-16 0,1 1 0,0 0 0,1 1 0,1-1 0,-7 26 0,14-42-1,0 0 0,0 0 0,0 0 0,0 0 0,0 0 0,0 0 0,0 0 0,1 0-1,-1 0 1,0 0 0,0 0 0,0 0 0,0 0 0,0 0 0,0 0 0,0 0 0,0 0 0,0 0 0,0 0 0,0 0 0,1 0 0,-1 0 0,0 0 0,0 0 0,0 0 0,0 0 0,0 0 0,0 0 0,0 1 0,0-1 0,0 0 0,0 0 0,0 0 0,0 0 0,0 0 0,0 0 0,0 0 0,0 0 0,1 0 0,-1 0 0,0 0 0,0 0 0,0 0 0,0 1-1,0-1 1,0 0 0,0 0 0,0 0 0,0 0 0,0 0 0,0 0 0,0 0 0,0 0 0,0 0 0,0 0 0,0 1 0,-1-1 0,1 0 0,0 0 0,0 0 0,0 0 0,0 0 0,0 0 0,0 0 0,0 0 0,0 0 0,0 0 0,7-7-69,8-12 769,-8 8 2098</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0.557"/>
    </inkml:context>
    <inkml:brush xml:id="br0">
      <inkml:brushProperty name="width" value="0.1" units="cm"/>
      <inkml:brushProperty name="height" value="0.1" units="cm"/>
      <inkml:brushProperty name="color" value="#E71224"/>
    </inkml:brush>
  </inkml:definitions>
  <inkml:trace contextRef="#ctx0" brushRef="#br0">1 15 8192,'177'0'8436,"0"0"-5404,-168-1-3032,1 1 0,-1-2 0,0 0 0,15-4 0,-13 3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1.088"/>
    </inkml:context>
    <inkml:brush xml:id="br0">
      <inkml:brushProperty name="width" value="0.1" units="cm"/>
      <inkml:brushProperty name="height" value="0.1" units="cm"/>
      <inkml:brushProperty name="color" value="#E71224"/>
    </inkml:brush>
  </inkml:definitions>
  <inkml:trace contextRef="#ctx0" brushRef="#br0">73 1 8192,'-9'171'0,"0"-29"0,-9 73 0,1-20 0,16-131 2429,1-30 584,-1 0 0,-8 48 0,5-57-3013,0 29 0,4-115 0,1 35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1.460"/>
    </inkml:context>
    <inkml:brush xml:id="br0">
      <inkml:brushProperty name="width" value="0.1" units="cm"/>
      <inkml:brushProperty name="height" value="0.1" units="cm"/>
      <inkml:brushProperty name="color" value="#E71224"/>
    </inkml:brush>
  </inkml:definitions>
  <inkml:trace contextRef="#ctx0" brushRef="#br0">151 1 8192,'-1'0'180,"0"1"1,0-1-1,0 0 1,0 1-1,0-1 0,0 1 1,0-1-1,1 1 1,-1 0-1,0-1 1,1 1-1,-1 0 1,0 0-1,1-1 1,-1 1-1,0 0 0,1 0 1,0 0-1,-1 0 1,0 1-1,-10 24 1664,8-18 448,-36 74-464,21-47-1257,1 2 1,-14 45 0,20-30-572,7-37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1.848"/>
    </inkml:context>
    <inkml:brush xml:id="br0">
      <inkml:brushProperty name="width" value="0.1" units="cm"/>
      <inkml:brushProperty name="height" value="0.1" units="cm"/>
      <inkml:brushProperty name="color" value="#E71224"/>
    </inkml:brush>
  </inkml:definitions>
  <inkml:trace contextRef="#ctx0" brushRef="#br0">1 1 8192,'3'0'405,"1"1"-1,-1-1 1,1 1 0,-1 0 0,0 0 0,1 0-1,-1 0 1,0 0 0,0 1 0,0 0 0,0 0-1,0 0 1,0 0 0,0 0 0,2 3 0,-1-1 219,0 0 0,0 1 0,0 0-1,0 0 1,-1 0 0,0 0 0,5 10 0,-7-11-624,1 1 0,0-1 0,0-1 0,0 1 0,0 0 0,1 0 0,0-1 0,-1 0 0,1 1 0,1-1 0,-1 0 0,4 2 0,-6-4 0,0 0 0,0-1 0,1 1 0,-1-1 0,0 1 0,0-1 0,1 0 0,-1 1 0,0-1 0,1 0 0,-1 0 0,0 0 0,1 0 0,-1 0 0,0 0 0,1 0 0,0-1 0,0 0 0,0 0 0,0 0 0,0 0 0,0 0 0,0 0 0,-1 0 0,1-1 0,0 1 0,-1-1 0,1 1 0,-1-1 0,1 1 0,1-4 0,9-16 0,0-2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2.161"/>
    </inkml:context>
    <inkml:brush xml:id="br0">
      <inkml:brushProperty name="width" value="0.1" units="cm"/>
      <inkml:brushProperty name="height" value="0.1" units="cm"/>
      <inkml:brushProperty name="color" value="#E71224"/>
    </inkml:brush>
  </inkml:definitions>
  <inkml:trace contextRef="#ctx0" brushRef="#br0">1 132 8192,'3'-3'700,"1"1"1,-1 0-1,1 0 0,0 0 1,0 0-1,0 1 1,0 0-1,0-1 0,0 1 1,0 1-1,1-1 1,-1 1-1,6-1 0,27-5 963,149-49-1663,-33 12 0,-133 36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2.475"/>
    </inkml:context>
    <inkml:brush xml:id="br0">
      <inkml:brushProperty name="width" value="0.1" units="cm"/>
      <inkml:brushProperty name="height" value="0.1" units="cm"/>
      <inkml:brushProperty name="color" value="#E71224"/>
    </inkml:brush>
  </inkml:definitions>
  <inkml:trace contextRef="#ctx0" brushRef="#br0">38 1 8192,'-7'3'3356,"3"4"-3356,0 4 0,2 3 5996,1 2-5996,-3-2 0,0 0 2116,0 1-2116,1 0 0,1 1 0,1 1 0,0 0 0,1 1 0,3-4 0,4-6 0,1-8 0,0-4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2.755"/>
    </inkml:context>
    <inkml:brush xml:id="br0">
      <inkml:brushProperty name="width" value="0.1" units="cm"/>
      <inkml:brushProperty name="height" value="0.1" units="cm"/>
      <inkml:brushProperty name="color" value="#E71224"/>
    </inkml:brush>
  </inkml:definitions>
  <inkml:trace contextRef="#ctx0" brushRef="#br0">246 1 8192,'0'318'11468,"0"-310"-11455,-1 0 0,0-1-1,0 1 1,0 0 0,-1-1-1,0 1 1,-1-1 0,1 1 0,-2-1-1,-5 11 1,6-14-46,1 0-1,0-1 1,-1 0 0,0 1 0,0-1-1,0 0 1,0-1 0,-1 1-1,1 0 1,-1-1 0,1 0 0,-1 0-1,0 0 1,0 0 0,0-1-1,0 1 1,0-1 0,0 0-1,0 0 1,-7 0 0,-107-4 592,96 3-559</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3.023"/>
    </inkml:context>
    <inkml:brush xml:id="br0">
      <inkml:brushProperty name="width" value="0.1" units="cm"/>
      <inkml:brushProperty name="height" value="0.1" units="cm"/>
      <inkml:brushProperty name="color" value="#E71224"/>
    </inkml:brush>
  </inkml:definitions>
  <inkml:trace contextRef="#ctx0" brushRef="#br0">1 1 8192,'0'3'11332,"3"4"-11196,0 4-136,4 2 0,0 3 0,-1 2 0,2 0 0,-1 0 0,-2 1 0,2-1 0,-1 0 0,2-3 0,0-1 0,-2 0 0,1-3 0,-1 1 0,0 0 0,-3-1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3.369"/>
    </inkml:context>
    <inkml:brush xml:id="br0">
      <inkml:brushProperty name="width" value="0.1" units="cm"/>
      <inkml:brushProperty name="height" value="0.1" units="cm"/>
      <inkml:brushProperty name="color" value="#E71224"/>
    </inkml:brush>
  </inkml:definitions>
  <inkml:trace contextRef="#ctx0" brushRef="#br0">1 73 8192,'44'-3'1999,"0"-2"0,1-1 1,52-16-1,32-5 1472,-111 24-3471,-11 1 0,1 0 0,0 1 0,0 0 0,0 1 0,0-1 0,0 2 0,0-1 0,12 3 0,-19-2 0,1 0 0,0 0 0,-1 0 0,1 1 0,-1-1 0,1 0 0,-1 1 0,0-1 0,0 1 0,1 0 0,-1-1 0,0 1 0,0 0 0,-1 0 0,1-1 0,0 1 0,-1 0 0,1 0 0,-1 0 0,1 0 0,-1 0 0,0 0 0,0 0 0,0 0 0,0 3 0,0 3 0,-1 0 0,0 0 0,0 0 0,0 0 0,-4 9 0,3-9 0,-2-1 0,1 1 0,-1 0 0,0-1 0,0 0 0,-1 0 0,0 0 0,0-1 0,-1 0 0,0 0 0,0 0 0,-11 8 0,4-6 0,0 0 0,-1 0 0,0-2 0,0 0 0,-29 9 0,-19 3 0,45-13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3.914"/>
    </inkml:context>
    <inkml:brush xml:id="br0">
      <inkml:brushProperty name="width" value="0.1" units="cm"/>
      <inkml:brushProperty name="height" value="0.1" units="cm"/>
      <inkml:brushProperty name="color" value="#E71224"/>
    </inkml:brush>
  </inkml:definitions>
  <inkml:trace contextRef="#ctx0" brushRef="#br0">1 29 8192,'3'0'11468,"0"-3"-11468,4-1 0,3 0 0,3-2 0,2 0 0,-1 1 0</inkml:trace>
</inkml:ink>
</file>

<file path=ppt/ink/ink4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4.230"/>
    </inkml:context>
    <inkml:brush xml:id="br0">
      <inkml:brushProperty name="width" value="0.1" units="cm"/>
      <inkml:brushProperty name="height" value="0.1" units="cm"/>
      <inkml:brushProperty name="color" value="#E71224"/>
    </inkml:brush>
  </inkml:definitions>
  <inkml:trace contextRef="#ctx0" brushRef="#br0">1 1 8192,'3'0'11332,"3"0"-11332,5 0 136,3 0-136,2 0 0,1 0 0,2 0 0,-1 0 0,0 0 0,-3 0 0</inkml:trace>
</inkml:ink>
</file>

<file path=ppt/ink/ink4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4.546"/>
    </inkml:context>
    <inkml:brush xml:id="br0">
      <inkml:brushProperty name="width" value="0.1" units="cm"/>
      <inkml:brushProperty name="height" value="0.1" units="cm"/>
      <inkml:brushProperty name="color" value="#E71224"/>
    </inkml:brush>
  </inkml:definitions>
  <inkml:trace contextRef="#ctx0" brushRef="#br0">1 131 8192,'41'-3'2509,"0"-1"0,0-3 0,70-20 0,-45 11-1077,208-45-1432,-250 55 0,-5 0 0</inkml:trace>
</inkml:ink>
</file>

<file path=ppt/ink/ink4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4.879"/>
    </inkml:context>
    <inkml:brush xml:id="br0">
      <inkml:brushProperty name="width" value="0.1" units="cm"/>
      <inkml:brushProperty name="height" value="0.1" units="cm"/>
      <inkml:brushProperty name="color" value="#E71224"/>
    </inkml:brush>
  </inkml:definitions>
  <inkml:trace contextRef="#ctx0" brushRef="#br0">234 1 8192,'-4'4'611,"1"1"0,0-1 0,0 1 0,1 0 1,-4 7-1,-12 20 3647,-17 5-2291,26-29-1705,2-1 1,-1 1 0,1 1 0,0-1-1,-8 15 1,8-10-263,0-1 0,-1 0 0,0 0 0,-1-1 0,-1 0 0,-15 14 0,24-24 0,0 0 0,-1 0 0,1 0 0,-1 0 0,0 0 0,1 0 0,-1-1 0,1 1 0,-1-1 0,0 1 0,0-1 0,-2 0 0,-6 0 0</inkml:trace>
</inkml:ink>
</file>

<file path=ppt/ink/ink4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5.345"/>
    </inkml:context>
    <inkml:brush xml:id="br0">
      <inkml:brushProperty name="width" value="0.1" units="cm"/>
      <inkml:brushProperty name="height" value="0.1" units="cm"/>
      <inkml:brushProperty name="color" value="#E71224"/>
    </inkml:brush>
  </inkml:definitions>
  <inkml:trace contextRef="#ctx0" brushRef="#br0">1 1 8192,'16'0'1638,"1"0"0,-1 1 1,0 1-1,1 0 0,-1 2 1,27 8-1,169 74-4994,-195-80 2151,-1 0-1,2-1 1,-1-1-1,21 3 1,15 3-880,-39-6 2085</inkml:trace>
</inkml:ink>
</file>

<file path=ppt/ink/ink4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6.452"/>
    </inkml:context>
    <inkml:brush xml:id="br0">
      <inkml:brushProperty name="width" value="0.1" units="cm"/>
      <inkml:brushProperty name="height" value="0.1" units="cm"/>
      <inkml:brushProperty name="color" value="#E71224"/>
    </inkml:brush>
  </inkml:definitions>
  <inkml:trace contextRef="#ctx0" brushRef="#br0">1 269 8192,'16'-2'1552,"0"0"0,0-1 0,0-1 0,0 0 0,0-1 0,27-14 0,-5 4-948,-15 7-604,0-1 0,-1 0 0,0-2 0,-1-1 0,0 0 0,36-30 0,-11 7 0,-37 29 0,0-1 0,-1 1 0,1-1 0,-1 0 0,-1-1 0,0 0 0,7-9 0,-8 7 0</inkml:trace>
</inkml:ink>
</file>

<file path=ppt/ink/ink4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7.014"/>
    </inkml:context>
    <inkml:brush xml:id="br0">
      <inkml:brushProperty name="width" value="0.1" units="cm"/>
      <inkml:brushProperty name="height" value="0.1" units="cm"/>
      <inkml:brushProperty name="color" value="#E71224"/>
    </inkml:brush>
  </inkml:definitions>
  <inkml:trace contextRef="#ctx0" brushRef="#br0">207 1 8192,'0'136'7983,"0"0"-3820,0 135-4854,0-20-7141,1-199 7643,-3 58 7313,2-109-7088,0 0 0,0 0 1,0 0-1,0 0 1,0 0-1,0 1 1,0-1-1,0 0 0,-1 0 1,1 0-1,-1 0 1,1 0-1,0 0 1,-1 0-1,0 0 0,1 0 1,-1 0-1,0 0 1,1-1-1,-1 1 0,0 0 1,0 0-1,0-1 1,-1 2-1,1-2-24,0 0-1,0 0 0,0 0 1,0 0-1,0-1 0,0 1 1,-1 0-1,1 0 1,0-1-1,0 1 0,0-1 1,0 1-1,0-1 1,0 1-1,1-1 0,-1 0 1,0 1-1,0-1 0,-1-1 1,-5-5-69,0-1 0,0 0 0,-9-15 0,-7-16-614,1 0 0,3-1 0,1-1-1,-16-53 1,32 86 730,-2-4 412,0 0 0,1 0 0,1-1 0,0 1 0,0-1 0,1-13 0,2 22-471,0 1 0,1-1 0,-1 1 0,1 0 0,0-1 0,0 1 0,0 0 0,0 0 0,0 0 0,1 1 0,-1-1 0,1 0 0,0 1 0,0 0 0,0-1 0,0 1 0,6-3 0,19-15 0,38-35 0,-10 10 0,25-12 0,-72 48 0,-3 0 0</inkml:trace>
</inkml:ink>
</file>

<file path=ppt/ink/ink4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7.376"/>
    </inkml:context>
    <inkml:brush xml:id="br0">
      <inkml:brushProperty name="width" value="0.1" units="cm"/>
      <inkml:brushProperty name="height" value="0.1" units="cm"/>
      <inkml:brushProperty name="color" value="#E71224"/>
    </inkml:brush>
  </inkml:definitions>
  <inkml:trace contextRef="#ctx0" brushRef="#br0">19 1 8192,'0'622'11468,"-10"-503"-12097,6-82 664,0 65 0,4-100 15,0-1 0,0 1 0,0 0 0,0-1 0,0 1 0,1-1-1,-1 1 1,0-1 0,1 1 0,0 0 0,-1-1 0,1 0 0,1 2 0,3-4-120,0-13 0,3-11 70,17-39 0,-15 42 0,-1 0 0,8-33 0,-11 32 0,-1 4 0</inkml:trace>
</inkml:ink>
</file>

<file path=ppt/ink/ink4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7.624"/>
    </inkml:context>
    <inkml:brush xml:id="br0">
      <inkml:brushProperty name="width" value="0.1" units="cm"/>
      <inkml:brushProperty name="height" value="0.1" units="cm"/>
      <inkml:brushProperty name="color" value="#E71224"/>
    </inkml:brush>
  </inkml:definitions>
  <inkml:trace contextRef="#ctx0" brushRef="#br0">1 245 8192,'13'-2'1031,"0"0"1,0-1-1,-1 0 0,1-1 1,-1 0-1,1-1 1,20-12-1,-2 2 70,30-12-756,117-56 1426,-173 80-1771,0-1 0,0 1 0,0-1 0,0 0 0,-1-1 0,1 1 0,-1-1 0,0 1 0,-1-1 0,1-1 0,-1 1 0,5-10 0,-4 2 0</inkml:trace>
</inkml:ink>
</file>

<file path=ppt/ink/ink4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7.917"/>
    </inkml:context>
    <inkml:brush xml:id="br0">
      <inkml:brushProperty name="width" value="0.1" units="cm"/>
      <inkml:brushProperty name="height" value="0.1" units="cm"/>
      <inkml:brushProperty name="color" value="#E71224"/>
    </inkml:brush>
  </inkml:definitions>
  <inkml:trace contextRef="#ctx0" brushRef="#br0">194 1 8192,'0'45'734,"-2"75"5582,0-101-5432,-1 1-1,0 0 1,-1-1 0,-8 20-1,-1 1-883,-40 101 0,41-114 0,0-2 0,-2 0 0,-21 30 0,25-44 0,9-11 0,1 1 0,0-1 0,-1 0 0,1 0 0,0 1 0,-1-1 0,1 0 0,0 0 0,-1 0 0,1 1 0,-1-1 0,1 0 0,-1 0 0,1 0 0,-1 0 0,1 0 0,0 0 0,-1 0 0,1 0 0,-1 0 0,1 0 0,-1 0 0,1 0 0,-1 0 0,1 0 0,0-1 0,-1 1 0,1 0 0,-1 0 0,0-1 0,-3-4 0</inkml:trace>
</inkml:ink>
</file>

<file path=ppt/ink/ink4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8.335"/>
    </inkml:context>
    <inkml:brush xml:id="br0">
      <inkml:brushProperty name="width" value="0.1" units="cm"/>
      <inkml:brushProperty name="height" value="0.1" units="cm"/>
      <inkml:brushProperty name="color" value="#E71224"/>
    </inkml:brush>
  </inkml:definitions>
  <inkml:trace contextRef="#ctx0" brushRef="#br0">1 1 8192,'3'0'482,"1"1"1,-1-1-1,0 1 1,1 0-1,-1 0 1,0 0-1,0 0 1,1 1-1,-1 0 1,0-1-1,0 1 1,-1 0-1,1 0 1,4 4-1,4 5 1396,19 24-1,-13-15-1401,37 50-476,-37-47 0,0-1 0,29 28 0,-21-22 0,-21-22 0,1-1 0,-1 0 0,1 0 0,0 0 0,0-1 0,0 0 0,11 7 0,34 12-3329,66 22 1,19 8-1483,-129-50 4811,0 0 0,0-1 0,0 1 0,0-1 0,9 1 0,-11-3 0,-1 0 0,1 0 0,-1 0 0,1-1 0,-1 1 0,1-1 0,-1 0 0,0 0 0,1 0 0,-1 0 0,5-3 0,10-6 0</inkml:trace>
</inkml:ink>
</file>

<file path=ppt/ink/ink4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9.145"/>
    </inkml:context>
    <inkml:brush xml:id="br0">
      <inkml:brushProperty name="width" value="0.1" units="cm"/>
      <inkml:brushProperty name="height" value="0.1" units="cm"/>
      <inkml:brushProperty name="color" value="#E71224"/>
    </inkml:brush>
  </inkml:definitions>
  <inkml:trace contextRef="#ctx0" brushRef="#br0">111 1 8192,'45'-1'3744,"50"2"3980,-94-1-7724,0 0 0,0 0 0,1 0 0,-1 1 0,0-1 0,0 0 0,0 0 0,0 0 0,-1 1 0,1-1 0,0 0 0,0 1 0,0-1 0,0 1 0,0-1 0,0 1 0,0 0 0,-1-1 0,1 1 0,0 0 0,-1 0 0,1-1 0,1 2 0,-2-1 0,0 1 0,0-1 0,0 0 0,0 0 0,0 0 0,0 0 0,0 0 0,0 0 0,0 0 0,-1 0 0,1 0 0,0 0 0,-1 0 0,1 0 0,-1 0 0,1 0 0,-2 2 0,-2 3 0,0-1 0,-1 0 0,1 1 0,-1-1 0,-9 6 0,-37 36-3497,38-34 2162,-1-1-1,0 0 1,-16 10-1,-70 32-1293,99-54 2629,1 0 0,-1 1 0,0-1 0,1 0 0,-1 0 0,1 1 0,-1-1 0,1 0 0,-1 1 0,1-1 0,-1 1 0,1-1 0,-1 1 0,1-1 0,0 1 0,-1-1 0,1 1 0,0-1 0,-1 1 0,1-1 0,0 1 0,0-1 0,-1 1 0,1 0 0,0 0 0,0-1 0,1 1 0,-1-1 0,1 1 0,-1-1 0,1 1 0,0-1 0,-1 0 0,1 1 0,-1-1 0,1 0 0,0 1 0,-1-1 0,1 0 0,0 0 0,-1 0 0,1 0 0,0 1 0,0-1 0,41 1 0,-38-1 0,175-2 11468,-193 2-11468,-1 0 0</inkml:trace>
</inkml:ink>
</file>

<file path=ppt/ink/ink4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6:59.474"/>
    </inkml:context>
    <inkml:brush xml:id="br0">
      <inkml:brushProperty name="width" value="0.1" units="cm"/>
      <inkml:brushProperty name="height" value="0.1" units="cm"/>
      <inkml:brushProperty name="color" value="#E71224"/>
    </inkml:brush>
  </inkml:definitions>
  <inkml:trace contextRef="#ctx0" brushRef="#br0">73 1 8192,'-18'215'5900,"0"-8"-332,19-159-5568,0 29 0,-1-70 0,-1 1 0,0-1 0,0 1 0,-1-1 0,0 0 0,0 1 0,-5 7 0,7-14 0,0-1 0,0 1 0,0-1 0,0 1 0,0-1 0,0 1 0,0-1 0,-1 0 0,1 1 0,0-1 0,0 1 0,-1-1 0,1 0 0,0 1 0,0-1 0,-1 0 0,1 1 0,0-1 0,-1 0 0,1 1 0,-1-1 0,1 0 0,0 0 0,-1 0 0,1 1 0,-1-1 0,1 0 0,-1 0 0,1 0 0,0 0 0,-1 0 0,1 0 0,-1 0 0,0 0 0,-6-14 0,2-26 0,5 18 0,0 2 0</inkml:trace>
</inkml:ink>
</file>

<file path=ppt/ink/ink4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0.066"/>
    </inkml:context>
    <inkml:brush xml:id="br0">
      <inkml:brushProperty name="width" value="0.1" units="cm"/>
      <inkml:brushProperty name="height" value="0.1" units="cm"/>
      <inkml:brushProperty name="color" value="#E71224"/>
    </inkml:brush>
  </inkml:definitions>
  <inkml:trace contextRef="#ctx0" brushRef="#br0">1 94 8192,'26'-2'2427,"0"-1"1,0-1 0,40-12-1,-20 5-669,190-39-1758,-232 49 0,2-1 0,1 1 0,-1 0 0,0 0 0,1 0 0,-1 1 0,10 0 0,-13 1 0,-1 0 0,0-1 0,0 1 0,0 0 0,0 0 0,0 0 0,-1 0 0,1 0 0,0 0 0,0 0 0,-1 1 0,1-1 0,0 1 0,-1-1 0,0 1 0,1 0 0,-1 0 0,0-1 0,0 1 0,0 0 0,0 0 0,0 0 0,1 4 0,2 10 0,0 0 0,-1 0 0,-1 1 0,1 19 0,-1-7 0,5 300 0,-8-205 0,1-120 0,-1 1 0,1 0 0,-1 0 0,0-1 0,0 1 0,-3 8 0,4-12 0,0-1 0,-1 1 0,1-1 0,0 1 0,0-1 0,-1 1 0,1-1 0,-1 1 0,1-1 0,0 1 0,-1-1 0,1 1 0,-1-1 0,1 0 0,-1 1 0,1-1 0,-1 0 0,0 1 0,1-1 0,-1 0 0,1 0 0,-1 1 0,0-1 0,0 0 0,-1-1 0,1 1 0,0 0 0,0-1 0,0 1 0,0-1 0,0 1 0,0-1 0,0 1 0,0-1 0,0 0 0,0 0 0,1 1 0,-1-1 0,0 0 0,0 0 0,1 0 0,-2-1 0,-27-46 0,20 31 0</inkml:trace>
</inkml:ink>
</file>

<file path=ppt/ink/ink4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0.441"/>
    </inkml:context>
    <inkml:brush xml:id="br0">
      <inkml:brushProperty name="width" value="0.1" units="cm"/>
      <inkml:brushProperty name="height" value="0.1" units="cm"/>
      <inkml:brushProperty name="color" value="#E71224"/>
    </inkml:brush>
  </inkml:definitions>
  <inkml:trace contextRef="#ctx0" brushRef="#br0">1 47 8192,'24'0'3874,"30"-1"1672,-47 1-5254,-1-1 1,1 0 0,-1-1-1,1 0 1,-1 0 0,7-3-1,-3 1-518,1 0 0,-1 1 0,1 0 0,0 1 0,13-2 0,15-2-2567,-28 1 37,-19 3-323,6 2 2893,0 0 1,1 1-1,-1-1 1,0 1-1,1-1 1,-1 1-1,-1 1 1,-32 21 185,19-10 0</inkml:trace>
</inkml:ink>
</file>

<file path=ppt/ink/ink4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0.898"/>
    </inkml:context>
    <inkml:brush xml:id="br0">
      <inkml:brushProperty name="width" value="0.1" units="cm"/>
      <inkml:brushProperty name="height" value="0.1" units="cm"/>
      <inkml:brushProperty name="color" value="#E71224"/>
    </inkml:brush>
  </inkml:definitions>
  <inkml:trace contextRef="#ctx0" brushRef="#br0">1 120 8192,'14'0'2258,"53"-1"4444,-50-1-5866,0 0 0,17-4 0,135-48-836,-167 53 0,0 0 0,0 1 0,0-1 0,0-1 0,0 1 0,0 0 0,0 0 0,0-1 0,0 1 0,-1-1 0,1 0 0,-1 1 0,1-1 0,-1 0 0,0 0 0,1 0 0,-1 0 0,0 0 0,0 0 0,-1 0 0,1 0 0,0 0 0,0-4 0,1-7 0</inkml:trace>
</inkml:ink>
</file>

<file path=ppt/ink/ink4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1.286"/>
    </inkml:context>
    <inkml:brush xml:id="br0">
      <inkml:brushProperty name="width" value="0.1" units="cm"/>
      <inkml:brushProperty name="height" value="0.1" units="cm"/>
      <inkml:brushProperty name="color" value="#E71224"/>
    </inkml:brush>
  </inkml:definitions>
  <inkml:trace contextRef="#ctx0" brushRef="#br0">52 1 8192,'0'337'11468,"0"-334"-11468,0 0 0,0 0 0,-1-1 0,1 1 0,-1 0 0,1 0 0,-1 0 0,0 0 0,0-1 0,0 1 0,-2 3 0,3-6 0,0 1 0,-1-1 0,1 1 0,-1-1 0,1 0 0,-1 1 0,1-1 0,-1 0 0,1 1 0,-1-1 0,1 0 0,-1 1 0,1-1 0,-1 0 0,1 0 0,-1 0 0,0 1 0,1-1 0,-1 0 0,1 0 0,-2 0 0,1 0 0,-1-1 0,1 1 0,-1-1 0,1 1 0,0-1 0,-1 1 0,1-1 0,0 0 0,-1 1 0,1-1 0,0 0 0,-2-2 0,-8-7 0</inkml:trace>
</inkml:ink>
</file>

<file path=ppt/ink/ink4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1.660"/>
    </inkml:context>
    <inkml:brush xml:id="br0">
      <inkml:brushProperty name="width" value="0.1" units="cm"/>
      <inkml:brushProperty name="height" value="0.1" units="cm"/>
      <inkml:brushProperty name="color" value="#E71224"/>
    </inkml:brush>
  </inkml:definitions>
  <inkml:trace contextRef="#ctx0" brushRef="#br0">16 1 8192,'0'3'11468,"0"4"-11468,0 4 0,0 2 0,0 3 0,0 2 0,0 0 0,0 0 0,-3 1 0,-1-1 0,0 0 0,1 0 0,1-3 0</inkml:trace>
</inkml:ink>
</file>

<file path=ppt/ink/ink4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2.473"/>
    </inkml:context>
    <inkml:brush xml:id="br0">
      <inkml:brushProperty name="width" value="0.1" units="cm"/>
      <inkml:brushProperty name="height" value="0.1" units="cm"/>
      <inkml:brushProperty name="color" value="#E71224"/>
    </inkml:brush>
  </inkml:definitions>
  <inkml:trace contextRef="#ctx0" brushRef="#br0">223 1 8192,'-1'6'769,"0"-1"1,0 1-1,0-1 1,-1 1-1,0-1 1,0 1-1,0-1 1,0 0 0,-1 0-1,-5 8 1,-2 0 231,0 0 0,-16 17 0,8-14-1001,10-9 0,0 1 0,1 0 0,-1 0 0,-9 14 0,16-20 0,0 0 0,0 0 0,0 0 0,0 0 0,0 0 0,0 1 0,1-1 0,-1 0 0,1 0 0,-1 0 0,1 1 0,0-1 0,0 0 0,0 1 0,0-1 0,0 0 0,1 0 0,-1 1 0,1-1 0,-1 0 0,1 0 0,0 0 0,0 0 0,0 0 0,0 0 0,0 0 0,3 3 0,2 4 0,-2-5 0,0 1 0,0 0 0,0 0 0,0 1 0,-1-1 0,0 1 0,0 0 0,-1 0 0,0 0 0,0 0 0,0 0 0,-1 0 0,2 11 0,-2-3 0,0-4 0,-1 0 0,1 0 0,-1 0 0,-1 0 0,0-1 0,0 1 0,-4 10 0,4-17 0,-1-1 0,0 1 0,0-1 0,0 1 0,0-1 0,0 0 0,0 0 0,-1 0 0,1 0 0,-1 0 0,1-1 0,-1 1 0,0-1 0,0 0 0,1 1 0,-1-1 0,0 0 0,0-1 0,0 1 0,-6 0 0,-7 1 0,1-1 0,-26-1 0,39 0 0,45 44 0,24 17-1457,-29-25-1046,1-2 0,2-1 1,86 53-1,-44-40 2503,-23-11 0,123 49 0,-170-79 31,94 30 1760,-89-31-1485,0 0 1,0-2 0,0 0 0,22 0 0,-6-3-3104,-19 0 2238</inkml:trace>
</inkml:ink>
</file>

<file path=ppt/ink/ink4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4.190"/>
    </inkml:context>
    <inkml:brush xml:id="br0">
      <inkml:brushProperty name="width" value="0.1" units="cm"/>
      <inkml:brushProperty name="height" value="0.1" units="cm"/>
      <inkml:brushProperty name="color" value="#E71224"/>
    </inkml:brush>
  </inkml:definitions>
  <inkml:trace contextRef="#ctx0" brushRef="#br0">1 1 8192,'0'3'3356,"0"4"-3356,0 4 0,0 2 0,3 3 5996,1 2-5996,3-3 0,0-1 2116,1 1-2116,1 0 0,-2 1 0,0-2 0,0-4 0</inkml:trace>
</inkml:ink>
</file>

<file path=ppt/ink/ink4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4.456"/>
    </inkml:context>
    <inkml:brush xml:id="br0">
      <inkml:brushProperty name="width" value="0.1" units="cm"/>
      <inkml:brushProperty name="height" value="0.1" units="cm"/>
      <inkml:brushProperty name="color" value="#E71224"/>
    </inkml:brush>
  </inkml:definitions>
  <inkml:trace contextRef="#ctx0" brushRef="#br0">292 1 8192,'-3'0'11332,"-5"0"-11196,-2 3-136,-4 4 0,-2 0 0,-2 3 0,0 0 0,0 0 0,-1-1 0,1 1 0,0-1 0,-3-3 0,-1-1 0,1 0 0,-3 0 0,0-1 0,4-1 0</inkml:trace>
</inkml:ink>
</file>

<file path=ppt/ink/ink4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4.720"/>
    </inkml:context>
    <inkml:brush xml:id="br0">
      <inkml:brushProperty name="width" value="0.1" units="cm"/>
      <inkml:brushProperty name="height" value="0.1" units="cm"/>
      <inkml:brushProperty name="color" value="#E71224"/>
    </inkml:brush>
  </inkml:definitions>
  <inkml:trace contextRef="#ctx0" brushRef="#br0">1 1 8192,'475'0'11468,"-457"0"-11468</inkml:trace>
</inkml:ink>
</file>

<file path=ppt/ink/ink4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5.251"/>
    </inkml:context>
    <inkml:brush xml:id="br0">
      <inkml:brushProperty name="width" value="0.1" units="cm"/>
      <inkml:brushProperty name="height" value="0.1" units="cm"/>
      <inkml:brushProperty name="color" value="#E71224"/>
    </inkml:brush>
  </inkml:definitions>
  <inkml:trace contextRef="#ctx0" brushRef="#br0">620 1 8192,'-1'2'173,"0"0"0,0-1 0,0 1 0,0 0 0,-1-1 0,1 1 0,0-1 0,-1 1 0,1-1 0,-1 1 0,1-1 0,-1 0 0,0 0 0,1 0 0,-1 0 0,-3 1 0,-3 3 242,-38 24 1804,-68 30 1,-28 17 1453,113-60-3673,0-1 0,-2-1 0,-59 17 0,44-16 0,43-14 0,-1 1 0,1-1 0,0 0 0,0 1 0,0 0 0,0-1 0,0 1 0,0 1 0,0-1 0,1 0 0,-1 1 0,1-1 0,0 1 0,-1 0 0,1-1 0,-2 6 0,2-3 0,0-1 0,1 0 0,0 1 0,0 0 0,0-1 0,1 1 0,-1-1 0,1 1 0,0 0 0,1-1 0,-1 1 0,2 5 0,8 76-2774,-4 1-1,-5 91 1,-1-111 1836,0-113-1269,0 26 2207</inkml:trace>
</inkml:ink>
</file>

<file path=ppt/ink/ink4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5.812"/>
    </inkml:context>
    <inkml:brush xml:id="br0">
      <inkml:brushProperty name="width" value="0.1" units="cm"/>
      <inkml:brushProperty name="height" value="0.1" units="cm"/>
      <inkml:brushProperty name="color" value="#E71224"/>
    </inkml:brush>
  </inkml:definitions>
  <inkml:trace contextRef="#ctx0" brushRef="#br0">1 58 8192,'4'-3'446,"0"1"0,0 0 0,0 0 0,0 0 0,1 0 0,-1 1 0,1-1 0,-1 1 0,1 0 0,0 1 0,-1-1 0,10 1 0,9-3 1681,61-10-355,128-6-1,-185 17-1771,11 1 0,-37 1 0,0 0 0,0 1 0,0-1 0,0 0 0,-1 1 0,1-1 0,0 1 0,0-1 0,-1 1 0,1 0 0,0-1 0,-1 1 0,1 0 0,0-1 0,-1 1 0,1 0 0,-1 0 0,0-1 0,1 1 0,-1 0 0,1 0 0,-1 0 0,0 0 0,0 0 0,1-1 0,-1 1 0,0 0 0,0 0 0,0 0 0,0 0 0,0 1 0,-3 36 0,2-27 0,-3 83 0,-4 46 0,5-119 0,-1 0 0,-1 0 0,-1 0 0,-13 33 0,-28 55 0,45-106 0,0 0 0,0 0 0,-1 0 0,1 0 0,-1-1 0,1 1 0,-1-1 0,0 0 0,0 0 0,0 0 0,-1 0 0,1 0 0,0-1 0,-1 1 0,1-1 0,-1 0 0,1 0 0,-1 0 0,0-1 0,1 1 0,-1-1 0,0 0 0,-4 0 0,-2 0 0,-1-1 0,1 0 0,-1 0 0,1-1 0,-1 0 0,1 0 0,-11-5 0,3-1 0,3 0 0</inkml:trace>
</inkml:ink>
</file>

<file path=ppt/ink/ink4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6.140"/>
    </inkml:context>
    <inkml:brush xml:id="br0">
      <inkml:brushProperty name="width" value="0.1" units="cm"/>
      <inkml:brushProperty name="height" value="0.1" units="cm"/>
      <inkml:brushProperty name="color" value="#E71224"/>
    </inkml:brush>
  </inkml:definitions>
  <inkml:trace contextRef="#ctx0" brushRef="#br0">1 98 8192,'3'0'0,"3"-3"0,5-1 3356,3 1-3356,2-3 0,1-1 5996,-2-1-5996,0 0 2116,-1-1-2116,2 1 0,-1-2 0,2 1 0,0 3 0,1 1 0,-1 3 0,-2-3 0,-4 1 0</inkml:trace>
</inkml:ink>
</file>

<file path=ppt/ink/ink4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6.468"/>
    </inkml:context>
    <inkml:brush xml:id="br0">
      <inkml:brushProperty name="width" value="0.1" units="cm"/>
      <inkml:brushProperty name="height" value="0.1" units="cm"/>
      <inkml:brushProperty name="color" value="#E71224"/>
    </inkml:brush>
  </inkml:definitions>
  <inkml:trace contextRef="#ctx0" brushRef="#br0">1 1 8192,'3'0'11468,"3"0"-11468,5 0 0,3 0 0,2 0 0,1 0 0,1 0 0,1 0 0,-1 0 0,0 0 0,1 0 0,-4 0 0</inkml:trace>
</inkml:ink>
</file>

<file path=ppt/ink/ink4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6.879"/>
    </inkml:context>
    <inkml:brush xml:id="br0">
      <inkml:brushProperty name="width" value="0.1" units="cm"/>
      <inkml:brushProperty name="height" value="0.1" units="cm"/>
      <inkml:brushProperty name="color" value="#E71224"/>
    </inkml:brush>
  </inkml:definitions>
  <inkml:trace contextRef="#ctx0" brushRef="#br0">1 1 8192,'3'0'11468,"4"0"-11468,3 0 0,4 0 0,2 0 0,2 0 0,0 0 0,0 0 0,-2 0 0</inkml:trace>
</inkml:ink>
</file>

<file path=ppt/ink/ink4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7.374"/>
    </inkml:context>
    <inkml:brush xml:id="br0">
      <inkml:brushProperty name="width" value="0.1" units="cm"/>
      <inkml:brushProperty name="height" value="0.1" units="cm"/>
      <inkml:brushProperty name="color" value="#E71224"/>
    </inkml:brush>
  </inkml:definitions>
  <inkml:trace contextRef="#ctx0" brushRef="#br0">1 1 8192,'3'0'11468,"0"3"-11468,4 1 0,0-1 0</inkml:trace>
</inkml:ink>
</file>

<file path=ppt/ink/ink4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7.863"/>
    </inkml:context>
    <inkml:brush xml:id="br0">
      <inkml:brushProperty name="width" value="0.1" units="cm"/>
      <inkml:brushProperty name="height" value="0.1" units="cm"/>
      <inkml:brushProperty name="color" value="#E71224"/>
    </inkml:brush>
  </inkml:definitions>
  <inkml:trace contextRef="#ctx0" brushRef="#br0">1 1 8192,'14'17'3065,"-11"-13"-1473,0 1 0,1-1 1,0 0-1,8 6 1,-9-8-1561,-1 1 0,1-1 0,-1 0 0,0 1 0,0-1 0,0 1-1,0 0 1,0-1 0,0 1 0,-1 0 0,1 0 0,-1 0 0,0 1 0,0-1 0,1 5 0,0 6-29,-1-1-1,0 23 0,-1-23-28,0 0 1,3 17-1,7 14 26,-5-25 0,0 2 0,-2-1 0,0 0 0,-1 1 0,-2 29 0,-1-45 0,0-1 0,-1 1 0,1 0 0,-1 0 0,0-1 0,0 1 0,-1-1 0,1 1 0,-1-1 0,0 0 0,0 0 0,0 0 0,-1-1 0,-6 7 0,-4 4 0,7-6 0</inkml:trace>
</inkml:ink>
</file>

<file path=ppt/ink/ink4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8.161"/>
    </inkml:context>
    <inkml:brush xml:id="br0">
      <inkml:brushProperty name="width" value="0.1" units="cm"/>
      <inkml:brushProperty name="height" value="0.1" units="cm"/>
      <inkml:brushProperty name="color" value="#E71224"/>
    </inkml:brush>
  </inkml:definitions>
  <inkml:trace contextRef="#ctx0" brushRef="#br0">1 2 8192,'14'0'675,"1"-1"524,0 1 1,-1 0-1,1 1 0,-1 1 0,1 1 1,-1 0-1,0 0 0,15 7 0,32 12-1199,1-2 0,0-2 0,75 9 0,1 2 0,184 66 0,-206-58 0,-113-36 0,27 8 0,45 9 0,-59-16 0</inkml:trace>
</inkml:ink>
</file>

<file path=ppt/ink/ink4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9.395"/>
    </inkml:context>
    <inkml:brush xml:id="br0">
      <inkml:brushProperty name="width" value="0.1" units="cm"/>
      <inkml:brushProperty name="height" value="0.1" units="cm"/>
      <inkml:brushProperty name="color" value="#E71224"/>
    </inkml:brush>
  </inkml:definitions>
  <inkml:trace contextRef="#ctx0" brushRef="#br0">1 1 8192,'0'3'0,"0"4"0,3 7 0,0 7 2971,1 2-2971,-1 2 0,2-2 0,1-1 5848,1-2-5848,0 0 0,-1-8 2649,-2-8-2649,-1-8 0,-2-3 0</inkml:trace>
</inkml:ink>
</file>

<file path=ppt/ink/ink4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09.955"/>
    </inkml:context>
    <inkml:brush xml:id="br0">
      <inkml:brushProperty name="width" value="0.1" units="cm"/>
      <inkml:brushProperty name="height" value="0.1" units="cm"/>
      <inkml:brushProperty name="color" value="#E71224"/>
    </inkml:brush>
  </inkml:definitions>
  <inkml:trace contextRef="#ctx0" brushRef="#br0">66 70 8192,'23'-2'1860,"1"0"1,-1-2 0,41-11-1,1-1 50,-17 6-1570,-18 4 252,-1 0 0,56-3 0,-84 9-592,1 0 0,-1 0 0,0 0 0,1 0 0,-1 0 0,0 1 0,1-1 0,-1 0 0,0 1 0,1-1 0,-1 1 0,0-1 0,0 1 0,0 0 0,1-1 0,0 2 0,-1-1 0,0 0 0,-1 0 0,1-1 0,-1 1 0,0 0 0,1 0 0,-1 0 0,0 0 0,1 0 0,-1-1 0,0 1 0,0 0 0,0 0 0,0 0 0,0 0 0,0 0 0,0 0 0,0 1 0,-2 5 0,0 0 0,-1 0 0,0-1 0,0 1 0,-5 7 0,0 2 0,-74 181-4570,34-77 1215,40-102 3009,0-1 0,-1 0 1,-1-1-1,0 0 0,-1-1 1,-1 0-1,-1-1 0,-15 15 0,19-21 452,0-1 0,-1 0-1,1 0 1,-2 0 0,1-1 0,-1-1-1,0 0 1,0-1 0,0 0-1,-1 0 1,0-1 0,1-1-1,-24 3 1,31-5 671,1-1-1,-1 1 1,0-1-1,0 0 1,1 0-1,-1 0 1,-5-2-1,8 2-667,1 1-1,-1 0 1,1 0 0,-1-1-1,1 1 1,-1 0-1,1-1 1,-1 1 0,1 0-1,-1-1 1,1 1-1,0-1 1,-1 1 0,1-1-1,0 1 1,-1-1-1,1 1 1,0-1 0,-1 1-1,1-1 1,0 0-1,0 0-64,0 0-1,1 0 1,-1 1-1,0-1 1,1 0-1,-1 0 1,0 1-1,1-1 0,-1 0 1,1 1-1,-1-1 1,1 1-1,0-1 1,-1 1-1,1-1 1,0 1-1,-1-1 0,1 1 1,0-1-1,-1 1 1,2-1-1,34-15-43,-31 15 0,0-1 0,0 0 0,0 0 0,-1 0 0,1 0 0,-1-1 0,1 0 0,-1 0 0,0 0 0,0-1 0,0 0 0,0 1 0,-1-1 0,0 0 0,1-1 0,3-7 0,-1-1 0,-1 0 0,0-1 0,-1 1 0,-1-1 0,0 1 0,-1-1 0,0 0 0,-1-21 0,-1 20 0</inkml:trace>
</inkml:ink>
</file>

<file path=ppt/ink/ink4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0.487"/>
    </inkml:context>
    <inkml:brush xml:id="br0">
      <inkml:brushProperty name="width" value="0.1" units="cm"/>
      <inkml:brushProperty name="height" value="0.1" units="cm"/>
      <inkml:brushProperty name="color" value="#E71224"/>
    </inkml:brush>
  </inkml:definitions>
  <inkml:trace contextRef="#ctx0" brushRef="#br0">1 1 8192,'0'2'301,"1"0"1,-1 0-1,1 0 0,0 0 1,0 1-1,0-2 1,0 1-1,0 0 1,2 2-1,5 9 630,3 18-1040,0 0 0,-2 1 0,-2 0 0,-1 1 0,3 49 0,-6 172-2753,-5-155 2433,3 166 429,-4 176 0,1-406 0,-1 0 0,-1 0 0,-16 55 0,13-52 744,6-30-231,0 0 0,-1 1 0,-5 13 790,7-22-1280,-2 0 557,2 0-557,-2-10 2002,0-12 577,2 0-2602</inkml:trace>
</inkml:ink>
</file>

<file path=ppt/ink/ink4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1.155"/>
    </inkml:context>
    <inkml:brush xml:id="br0">
      <inkml:brushProperty name="width" value="0.1" units="cm"/>
      <inkml:brushProperty name="height" value="0.1" units="cm"/>
      <inkml:brushProperty name="color" value="#E71224"/>
    </inkml:brush>
  </inkml:definitions>
  <inkml:trace contextRef="#ctx0" brushRef="#br0">424 1 8192,'-5'4'643,"0"0"1,0 0 0,0-1 0,0 1-1,0-1 1,-1 0 0,-8 3-1,-46 13 4862,36-12-4691,-5 3-814,-91 32 0,117-41-53,1 1-1,-1-1 1,1 1-1,-1 0 1,1 0 0,0 0-1,0 0 1,-1 1-1,2-1 1,-1 0-1,0 1 1,0-1-1,1 1 1,-1 0 0,1 0-1,0-1 1,0 1-1,0 0 1,0 0-1,1 0 1,-1 0-1,0 3 1,0 10-407,1-1 1,0 1-1,2 18 0,0-3 172,-5 80-3318,-28 189-1,16-193 2708,14-95 899,-1 3 0,0 0 0,-1-1 0,0 1 0,-7 17 0,10-32 12,0 0 0,0 1 1,0-1-1,0 1 0,0-1 1,0 0-1,0 1 0,-1-1 1,1 0-1,0 1 0,0-1 1,0 0-1,0 0 0,-1 1 1,1-1-1,0 0 0,-1 0 1,1 1-1,0-1 0,0 0 1,-1 0-1,1 1 0,0-1 0,-1 0 1,1 0-1,0 0 0,-1 0 1,1 0-1,0 0 0,-1 1 1,-5-11 884,-1-27 950,6 29-1617,-4-20-1716,-3-38 1,7 50 1485</inkml:trace>
</inkml:ink>
</file>

<file path=ppt/ink/ink4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1.690"/>
    </inkml:context>
    <inkml:brush xml:id="br0">
      <inkml:brushProperty name="width" value="0.1" units="cm"/>
      <inkml:brushProperty name="height" value="0.1" units="cm"/>
      <inkml:brushProperty name="color" value="#E71224"/>
    </inkml:brush>
  </inkml:definitions>
  <inkml:trace contextRef="#ctx0" brushRef="#br0">1 71 8192,'7'-7'717,"1"0"-1,0 0 1,0 1 0,1 0 0,0 1-1,0 0 1,0 0 0,1 1 0,0 0 0,0 0-1,0 1 1,0 1 0,0 0 0,0 0-1,11 0 1,-18 2-717,-1 1 0,1-1 0,-1 0 0,0 1 0,1 0 0,-1-1 0,0 1 0,0 0 0,1 0 0,-1 0 0,0 1 0,0-1 0,0 0 0,0 1 0,-1 0 0,1-1 0,0 1 0,-1 0 0,1 0 0,-1 0 0,1 0 0,-1 0 0,0 0 0,0 0 0,0 0 0,0 0 0,0 1 0,-1-1 0,1 0 0,0 5 0,1 8 0,0-1 0,-1 1 0,-1-1 0,-1 16 0,0-9 0,-1 513-11468,-2-473 11468,3-56 0,0 0 0,0 0 0,0 0 0,0 0 0,-1 0 0,0 0 0,0 0 0,-1-1 0,-2 6 0,4-10 19,1 0-1,0 1 1,0-1 0,-1 0 0,1 0-1,0 1 1,-1-1 0,1 0 0,0 0 0,-1 0-1,1 0 1,0 0 0,-1 0 0,1 1-1,-1-1 1,1 0 0,0 0 0,-1 0 0,1 0-1,0 0 1,-1 0 0,1-1 0,-1 1-1,1 0 1,0 0 0,-1 0 0,1 0 0,0 0-1,-1 0 1,1-1 0,0 1 0,-1 0-1,1 0 1,0-1 0,-1 1 0,1 0 0,0 0-1,0-1 1,-1 1 0,1 0 0,0-1-1,0 1 1,0 0 0,0-1 0,-1 1 0,1 0-1,0-1 1,0 1 0,0 0 0,0-1 0,0 1-1,-9-22 1798,9 22-1812,-32-97-1920,22 71 1421</inkml:trace>
</inkml:ink>
</file>

<file path=ppt/ink/ink4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2.202"/>
    </inkml:context>
    <inkml:brush xml:id="br0">
      <inkml:brushProperty name="width" value="0.1" units="cm"/>
      <inkml:brushProperty name="height" value="0.1" units="cm"/>
      <inkml:brushProperty name="color" value="#E71224"/>
    </inkml:brush>
  </inkml:definitions>
  <inkml:trace contextRef="#ctx0" brushRef="#br0">129 32 8192,'19'-7'8926,"-2"0"-6384,12 0-2542,-23 4 0,0 1 0,1 1 0,-1-1 0,1 1 0,-1 0 0,1 1 0,0 0 0,-1 0 0,8 1 0,-13-1-20,0 0 0,0 0 0,0 1-1,0-1 1,0 1 0,1-1 0,-1 1 0,0 0 0,0-1-1,0 1 1,0 0 0,-1 0 0,1-1 0,0 1-1,0 0 1,0 0 0,-1 0 0,1 0 0,0 0 0,-1 0-1,1 0 1,0 2 0,0 0-73,-1-1 0,0 1 0,1-1 1,-1 1-1,0-1 0,0 1 0,-1-1 0,1 1 0,0-1 1,-2 4-1,0 2-155,-1 0 1,0 0-1,-1-1 0,0 1 1,-8 11-1,3-8-891,-1 0 0,-16 15 0,16-17-21,0 1 0,1 0 1,-11 15-1,-10 15 939,-68 74 1,73-90 220,14-16 0</inkml:trace>
</inkml:ink>
</file>

<file path=ppt/ink/ink4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2.481"/>
    </inkml:context>
    <inkml:brush xml:id="br0">
      <inkml:brushProperty name="width" value="0.1" units="cm"/>
      <inkml:brushProperty name="height" value="0.1" units="cm"/>
      <inkml:brushProperty name="color" value="#E71224"/>
    </inkml:brush>
  </inkml:definitions>
  <inkml:trace contextRef="#ctx0" brushRef="#br0">1 198 8192,'30'0'4218,"49"-7"0,-64 5-3611,1-2-1,0 0 0,-1-1 1,27-12-1,-20 5-606,-1-2 0,0 0 0,-1-1 0,0-1 0,30-33 0,-22 22 0,-16 15 0</inkml:trace>
</inkml:ink>
</file>

<file path=ppt/ink/ink4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3.263"/>
    </inkml:context>
    <inkml:brush xml:id="br0">
      <inkml:brushProperty name="width" value="0.1" units="cm"/>
      <inkml:brushProperty name="height" value="0.1" units="cm"/>
      <inkml:brushProperty name="color" value="#E71224"/>
    </inkml:brush>
  </inkml:definitions>
  <inkml:trace contextRef="#ctx0" brushRef="#br0">152 1 8192,'-49'43'5748,"-11"10"-1560,55-48-3996,-1 1-1,2 0 1,-1 0-1,1 1 1,0-1-1,0 1 1,-5 12-1,9-17-265,-1-1 1,1 1-1,0 0 0,-1 0 1,1 0-1,0 0 0,0 0 0,0-1 1,1 1-1,-1 0 0,0 0 0,1 0 1,-1-1-1,1 1 0,0 0 1,-1 0-1,1-1 0,0 1 0,0-1 1,0 1-1,0-1 0,0 1 0,1-1 1,-1 1-1,0-1 0,1 0 0,-1 0 1,1 0-1,-1 0 0,1 0 1,0 0-1,2 1 0,8 4-998,0-1-1,0 0 0,21 5 1,-14-4-50,-16-5 1128,0 0 0,0 0 0,0 1 0,0-1 0,-1 1-1,1-1 1,0 1 0,-1 0 0,0 0 0,1 1 0,-1-1 0,0 0 0,0 1-1,0-1 1,0 1 0,-1 0 0,1 0 0,-1-1 0,2 6 0,0 2 423,0 1 0,-1-1 0,-1 1 0,1 15 0,2 10 66,3 40-3290,-4 123 0,-4-122 2004,1-49 791,-1 0 0,-2-1 0,0 0 0,-9 33 0,12-58 0,-1 0 0,1 0 0,-1 0 0,0 0 0,0 0 0,0 0 0,0-1 0,0 1 0,0 0 0,0-1 0,0 1 0,-1 0 0,1-1 0,-1 1 0,1-1 0,-1 0 0,1 0 0,-1 1 0,0-1 0,0 0 0,0 0 0,1-1 0,-1 1 0,-3 1 0,2-2 0,0 0 0,1 0 0,-1 0 0,0 0 0,0-1 0,1 1 0,-1-1 0,0 0 0,0 0 0,1 0 0,-1 0 0,1 0 0,-1 0 0,1-1 0,-1 1 0,1-1 0,-3-2 0,-2-3 0,0-1 0,0 1 0,1-1 0,0 0 0,-8-16 0,3 7 0,4 4 0</inkml:trace>
</inkml:ink>
</file>

<file path=ppt/ink/ink4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3.592"/>
    </inkml:context>
    <inkml:brush xml:id="br0">
      <inkml:brushProperty name="width" value="0.1" units="cm"/>
      <inkml:brushProperty name="height" value="0.1" units="cm"/>
      <inkml:brushProperty name="color" value="#E71224"/>
    </inkml:brush>
  </inkml:definitions>
  <inkml:trace contextRef="#ctx0" brushRef="#br0">1 1 8192,'0'3'3356,"0"4"-3356,0 4 0,3 3 5483,1 1-5483,0 3 0,2-3 0,0-1 2629,-1 1-2629,-1-3 0</inkml:trace>
</inkml:ink>
</file>

<file path=ppt/ink/ink4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4.073"/>
    </inkml:context>
    <inkml:brush xml:id="br0">
      <inkml:brushProperty name="width" value="0.1" units="cm"/>
      <inkml:brushProperty name="height" value="0.1" units="cm"/>
      <inkml:brushProperty name="color" value="#E71224"/>
    </inkml:brush>
  </inkml:definitions>
  <inkml:trace contextRef="#ctx0" brushRef="#br0">1 123 8192,'13'-1'1234,"1"-1"0,-1 0 0,1-1 1,-1-1-1,0 0 0,16-7 0,-16 6-762,2-1-1,-1 2 1,0 0-1,1 1 1,17-2-1,-8 2-471,0 0 0,0-2 0,0-1 0,0-1 0,29-13 0,-32 12 0,32-7 0,-38 13 0</inkml:trace>
</inkml:ink>
</file>

<file path=ppt/ink/ink4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4.478"/>
    </inkml:context>
    <inkml:brush xml:id="br0">
      <inkml:brushProperty name="width" value="0.1" units="cm"/>
      <inkml:brushProperty name="height" value="0.1" units="cm"/>
      <inkml:brushProperty name="color" value="#E71224"/>
    </inkml:brush>
  </inkml:definitions>
  <inkml:trace contextRef="#ctx0" brushRef="#br0">1 1 8192,'0'10'9352,"3"-3"-7236,1 3-2116,0 3 0,-1 1 0,-1 2 0,2 1 0,1 1 0,-1 0 0,2 0 0,0 0 0,-1 0 0,-1-1 0,1-2 0,0-4 0</inkml:trace>
</inkml:ink>
</file>

<file path=ppt/ink/ink4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5.902"/>
    </inkml:context>
    <inkml:brush xml:id="br0">
      <inkml:brushProperty name="width" value="0.1" units="cm"/>
      <inkml:brushProperty name="height" value="0.1" units="cm"/>
      <inkml:brushProperty name="color" value="#E71224"/>
    </inkml:brush>
  </inkml:definitions>
  <inkml:trace contextRef="#ctx0" brushRef="#br0">35 37 8192,'5'0'1208,"1"-1"0,-1 0-1,1 0 1,-1-1 0,6-1 0,21-5 3013,22-2-4221,-43 7 0,1 0 0,-1 1 0,1 1 0,0 0 0,0 0 0,-1 1 0,1 0 0,15 3 0,-25-2-89,0 0-1,0-1 0,0 1 1,0 0-1,0 0 1,0 0-1,0 0 0,0 1 1,0-1-1,0 0 1,-1 1-1,1-1 0,0 1 1,-1 0-1,0 0 1,1-1-1,-1 1 0,0 0 1,2 3-1,-2-1-304,0 0 0,1 0 0,-1 0-1,-1 0 1,1 1 0,-1-1 0,1 0-1,-1 0 1,-1 8 0,0-2-323,-1 1 0,0-1 1,-1 0-1,0 0 0,-1 0 0,0-1 1,-9 18-1,1-12 717,0-1 0,0 0 0,-2-1 0,1-1 0,-27 19 0,-17 0 0,57-31 0,0 0 0,0 0 0,0 0 0,0 0 0,0 0 0,-1 1 0,1-1 0,0 0 0,0 0 0,0 0 0,0 0 0,0 0 0,0 0 0,0 0 0,0 0 0,-1 1 0,1-1 0,0 0 0,0 0 0,0 0 0,0 0 0,0 0 0,0 0 0,0 1 0,0-1 0,0 0 0,0 0 0,0 0 0,0 0 0,0 0 0,0 1 0,0-1 0,0 0 0,0 0 0,0 0 0,0 0 0,0 0 0,0 1 0,0-1 0,0 0 0,0 0 0,1 0 0,-1 0 0,0 0 0,0 0 0,0 0 0,0 1 0,0-1 0,0 0 0,0 0 0,0 0 0,1 0 0,-1 0 0,0 0 0,0 0 0,0 0 0,13 4 0,15-3 0,-25-1 0,0 1 0,-1-1 0,1 0 0,0 0 0,0 0 0,0-1 0,-1 1 0,1-1 0,0 0 0,0 1 0,-1-1 0,1 0 0,3-2 0,-6 3 18,0-1 0,0 1 0,1 0 0,-1 0 0,0 0 0,0 0 0,0 0 0,0 0 0,0 0 0,0 0 0,0 0 0,0 0 0,0-1 0,0 1 0,0 0 0,0 0 0,0 0 0,0 0 0,0 0 0,0 0 0,1 0 0,-1-1 1,0 1-1,0 0 0,0 0 0,0 0 0,-1 0 0,1 0 0,0 0 0,0 0 0,0 0 0,0-1 0,0 1 0,0 0 0,0 0 0,0 0 0,0 0 0,0 0 0,0 0 0,0 0 0,0 0 0,0-1 0,0 1 0,0 0 0,-1 0 0,1 0 0,0 0 0,0 0 0,0 0 0,0 0 0,0 0 0,0 0 0,-10-4 2372,-10 2 3822,18 2-6137,0 0 1,0 0-1,1 1 1,-1-1 0,0 0-1,0 1 1,1-1-1,-1 1 1,1 0-1,-1 0 1,0 0 0,1 0-1,0 0 1,-1 0-1,1 0 1,-1 0-1,1 0 1,0 1 0,0-1-1,0 0 1,0 1-1,0-1 1,0 1-1,0-1 1,0 1 0,1 0-1,-2 1 1,0 6-174,-1 0 0,2 0 1,-1 1-1,0 10 0,0 2-113,-3 24-1850,1 63 4416,4-42-6862,1-71 4525,-1 0 0,1 0 0,0 0 0,0 0 0,0 0-1,0 1 1,1-1 0,-1 0 0,1 1 0,5-7 0,31-40 3139,-9 13-1803,-29 37-1374,0 0 0,1-1 0,-1 1 0,0 0 0,1-1 0,-1 1-1,0-1 1,1 1 0,-1-1 0,0 1 0,0-1 0,0 1 0,1-1 0,-1 1 0,0 0-1,0-1 1,0 1 0,0-1 0,0 0 0,0 1 0,0-1 0,0 1 0,0-1-1,0 1 1,0-1 0,0 1 0,-1-1 0,1 1 0,0 0 0,0-1 0,0 1 0,-1-1-1,1 1 1,0-1 0,-1 1 0,1 0 0,0-1 0,-1 1 0,1-1 0,0 1 0,-1 0-1,1 0 1,-1-1 0,1 1 0,0 0 0,-1 0 0,1-1 0,-1 1 0,1 0 0,-1 0-1,1 0 1,-2 0 0,-33-4-1602,22 3 1339,-111-10-5565,96 10 5848</inkml:trace>
</inkml:ink>
</file>

<file path=ppt/ink/ink4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6.338"/>
    </inkml:context>
    <inkml:brush xml:id="br0">
      <inkml:brushProperty name="width" value="0.1" units="cm"/>
      <inkml:brushProperty name="height" value="0.1" units="cm"/>
      <inkml:brushProperty name="color" value="#E71224"/>
    </inkml:brush>
  </inkml:definitions>
  <inkml:trace contextRef="#ctx0" brushRef="#br0">22 369 8192,'-1'0'210,"0"0"0,0 1 0,0-1 0,1 1 0,-1-1 1,0 0-1,1 1 0,-1-1 0,0 1 0,1 0 0,-1-1 0,0 1 1,1-1-1,-1 1 0,1 0 0,-1-1 0,1 1 0,0 0 0,-1 0 1,1-1-1,0 1 0,-1 0 0,1 0 0,0 0 0,0 0 0,0-1 1,-1 3-1,-2 26 5221,3-26-5278,-4 67-153,8 94 0,-4-162-28,1 0 1,-1-1-1,1 1 0,0 0 0,-1 0 1,1 0-1,0-1 0,0 1 0,0 0 1,0-1-1,0 1 0,1-1 0,-1 1 1,0-1-1,1 0 0,-1 1 0,1-1 0,-1 0 1,1 0-1,-1 0 0,1 0 0,0 0 1,0-1-1,0 1 0,-1 0 0,1-1 1,0 1-1,0-1 0,0 0 0,0 0 1,3 1-1,7-1-402,1 1 0,-1-2 0,21-2 0,-26 2 242,5-1-270,0 0 0,0-1 1,0-1-1,-1 0 1,0 0-1,1-1 0,10-6 1,7-8-1725,31-24 1,-21 15 1533,-25 18 648,4-3 0,-1 0 0,25-23 0,-3-4 0,-13 15 0,39-50 0,-50 53 0,0-1 0,-2 0 0,-1-1 0,-1 0 0,-1-1 0,-1 0 0,9-39 0,-13 45 0,0 0 0,2 0 0,15-30 0,-13 34 0</inkml:trace>
</inkml:ink>
</file>

<file path=ppt/ink/ink4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7.293"/>
    </inkml:context>
    <inkml:brush xml:id="br0">
      <inkml:brushProperty name="width" value="0.1" units="cm"/>
      <inkml:brushProperty name="height" value="0.1" units="cm"/>
      <inkml:brushProperty name="color" value="#E71224"/>
    </inkml:brush>
  </inkml:definitions>
  <inkml:trace contextRef="#ctx0" brushRef="#br0">782 1 8192,'-3'1'873,"1"0"0,-1 1 0,1-1 0,0 1 0,0-1 1,-4 5 1745,4-4-1746,0 0 0,-3 4 0,-3 4 118,-1-2-991,1 0 0,1 0 0,-1 1 0,1 0 0,1 1 0,-9 14 0,14-21 0,0-1 0,0 0 0,0 1 0,0-1 0,1 1 0,-1-1 0,1 1 0,-1-1 0,1 1 0,0-1 0,0 1 0,0-1 0,0 1 0,0-1 0,1 1 0,-1-1 0,1 1 0,0-1 0,-1 1 0,1-1 0,0 0 0,1 1 0,-1-1 0,0 0 0,1 0 0,-1 0 0,1 0 0,-1 0 0,1 0 0,0 0 0,0-1 0,0 1 0,0-1 0,4 3 0,0-1-634,0 1 0,-1 0 0,0 0 0,0 0-1,0 1 1,6 7 0,-8-8 300,-1-1 0,-1 0 0,1 1 0,0 0 0,-1-1 0,0 1 0,0 0 0,0 0 0,0 0-1,-1 0 1,1-1 0,-1 8 0,0-8 295,-1 1 0,1 0-1,-1 0 1,0 0 0,0-1 0,0 1-1,0-1 1,-1 1 0,0-1 0,1 1-1,-1-1 1,0 0 0,-1 0 0,1 0-1,-1 0 1,1 0 0,-1 0-1,0-1 1,0 1 0,0-1 0,0 0-1,0 0 1,0 0 0,-1 0 0,-4 1-1,-11 6-342,-1-2 1,0-1-1,-32 6 0,23-5 244,-101 28 138,-61 15 0,147-41 0,0-2 0,-62 2 0,103-8 0,1-1 0,-1 0 0,1-1 0,-1 1 0,1 0 0,0-1 0,-1 1 0,1-1 0,-1 0 0,1 0 0,0 0 0,0 0 0,0 0 0,-1-1 0,1 1 0,0 0 0,1-1 0,-4-2 0,4 2 0,0 1 0,0-1 0,0 0 0,0 1 0,0-1 0,1 0 0,-1 0 0,1 0 0,-1 1 0,1-1 0,0 0 0,-1 0 0,1 0 0,0 0 0,0 0 0,0 0 0,1 0 0,-1 0 0,0 0 0,1 0 0,-1 1 0,1-1 0,0 0 0,1-2 0,-1 2 67,0 0 1,0 0-1,1 0 1,0 0-1,-1 0 1,1 1-1,0-1 1,0 0 0,-1 1-1,1 0 1,0-1-1,1 1 1,-1 0-1,0 0 1,0 0-1,4-1 1,45-9 1745,-28 6-1418,125-25 1915,-121 27-1733,0 1 1,1 1-1,40 3 1,-60 0-294,-1 0 0,0 0 1,1 0-1,-1 1 0,-1 0 1,9 5-1,16 7-2659,-14-8 2859,0-1 1,0 0 0,0-2-1,1 0 1,-1-1 0,1 0 0,20-1-1,-32-2-509,16 0-668,0 0 0,0 2 0,36 6 1,-47-6 1773,39 3 634</inkml:trace>
</inkml:ink>
</file>

<file path=ppt/ink/ink4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17.778"/>
    </inkml:context>
    <inkml:brush xml:id="br0">
      <inkml:brushProperty name="width" value="0.1" units="cm"/>
      <inkml:brushProperty name="height" value="0.1" units="cm"/>
      <inkml:brushProperty name="color" value="#E71224"/>
    </inkml:brush>
  </inkml:definitions>
  <inkml:trace contextRef="#ctx0" brushRef="#br0">19 38 8192,'-2'2'265,"0"1"0,0-1 0,1 1 0,-1 0 0,1 0-1,0-1 1,-1 1 0,1 0 0,1 0 0,-1 0 0,0 0 0,0 5 0,0 41 4595,1-35-4345,0-11-426,0 1-1,0-1 0,0 1 1,0-1-1,1 1 0,-1-1 0,1 1 1,0-1-1,0 0 0,0 1 1,1-1-1,-1 0 0,1 0 1,3 5-1,-2-6-15,-1 0 1,1 0 0,-1 0-1,1 0 1,-1-1-1,1 1 1,0-1-1,0 0 1,-1 0 0,1 0-1,0 0 1,0 0-1,0-1 1,0 0-1,0 1 1,0-1 0,4 0-1,-1 0-73,-1 0 0,1 0 0,0-1 0,-1 1 0,1-1 0,0 0 0,-1-1 0,9-3 0,-11 4 0,0-1 0,0 0 0,0 0 0,-1 0 0,1 0 0,0 0 0,-1-1 0,0 1 0,0-1 0,0 0 0,0 1 0,0-1 0,0 0 0,-1 0 0,3-6 0,-1 2 0,1-1 0,-1-1 0,0 1 0,-1-1 0,1 1 0,0-14 0,-2 20 0,-1-1 0,0 1 0,-1-1 0,1 1 0,0-1 0,-1 1 0,1 0 0,-1-1 0,0 1 0,0 0 0,0-1 0,0 1 0,0 0 0,-1 0 0,1 0 0,0 0 0,-1 0 0,0 0 0,1 0 0,-1 1 0,0-1 0,0 1 0,0-1 0,-4-1 0,-6-3 0,0 0 0,0 1 0,0 1 0,-1 0 0,0 1 0,0 0 0,-23-2 0,21 4 0</inkml:trace>
</inkml:ink>
</file>

<file path=ppt/ink/ink4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49.948"/>
    </inkml:context>
    <inkml:brush xml:id="br0">
      <inkml:brushProperty name="width" value="0.1" units="cm"/>
      <inkml:brushProperty name="height" value="0.1" units="cm"/>
      <inkml:brushProperty name="color" value="#E71224"/>
    </inkml:brush>
  </inkml:definitions>
  <inkml:trace contextRef="#ctx0" brushRef="#br0">270 1 14120,'-270'755'0,"808"-755"0,-806-755 0</inkml:trace>
</inkml:ink>
</file>

<file path=ppt/ink/ink4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7:59.751"/>
    </inkml:context>
    <inkml:brush xml:id="br0">
      <inkml:brushProperty name="width" value="0.1" units="cm"/>
      <inkml:brushProperty name="height" value="0.1" units="cm"/>
      <inkml:brushProperty name="color" value="#E71224"/>
    </inkml:brush>
  </inkml:definitions>
  <inkml:trace contextRef="#ctx0" brushRef="#br0">1 1 8192,'14'0'2265,"53"1"4432,-50 0-5862,0 1 1,17 5-1,-4-2-1515,0-2 0,0-1 0,0-1 0,37-3 0,4 0 964,-22 1-372,-5 0-2667,-1 2 1,68 10-1,-83-7 2755,1-2 0,56-2 0,20 1 0,-46 8 0,-38-5 0,40 2 0,644-7 0,-690 1 0</inkml:trace>
</inkml:ink>
</file>

<file path=ppt/ink/ink4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1:36.579"/>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4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8:49.716"/>
    </inkml:context>
    <inkml:brush xml:id="br0">
      <inkml:brushProperty name="width" value="0.1" units="cm"/>
      <inkml:brushProperty name="height" value="0.1" units="cm"/>
      <inkml:brushProperty name="color" value="#E71224"/>
    </inkml:brush>
  </inkml:definitions>
  <inkml:trace contextRef="#ctx0" brushRef="#br0">1 1872 8192,'23'0'2778,"63"-1"3552,-61-1-5150,35-6 0,81-13-1180,209-4 0,-195 17 0,468 2-8839,-445 15 7886,82 1-723,1227-11 1676,-1267 18 0,-39 0 0,342-14 0,-271-5 0,2013 2 0,-2019 9 0,-4 1 0,211-1 0,-68-1 0,36 2 0,170-1 0,-364-11 0,-172 2 61,377 10 2674,101-1 4472,-326-11-5742,1045 2-12438,-1228-2 13035,0-1 0,0-2 0,0 0 0,34-13 1,-31 10-1401,29-8-662,0 4 0,70-8 0,-98 15 0,0 0 0,-1-2 0,0-1 0,-1-1 0,0-1 0,0-1 0,35-22 0,-40 21 0,-2 0 0,0-1 0,-1-1 0,0-1 0,21-22 0,-4-2-375,-18 21-325,0-1 0,20-30-1,-9 7-424,-10 16-1350,-2-1-1,25-53 1,-35 62 2386,0 0 1,-1-1-1,-1 0 0,-1 1 0,2-26 1,-6-99 132,0 62 3,1 55-47,0-23 0,-7-56 0,5 88 0,-1 0 0,-1 0 0,-1 1 0,0 0 0,-1-1 0,-1 2 0,-9-16 0,-47-92 0,34 64 0,22 49 796,0 1 0,0-1 1,-1 1-1,0 1 1,0-1-1,-1 1 0,-18-12 1,5 2 757,-14-10-668,-2 1 0,0 2-1,-83-39 1,64 41-4006,0 2-1,-81-17 0,41 13 1015,24 3 2106,40 10 0,0 3 0,-1 0 0,0 2 0,-41-3 0,-53 2 0,-61-3 0,-42 1 0,100 2 0,-15-2 0,46 3 0,-120 6 0,97 3 0,-281 16 0,-12 0 0,345-20 0,-76 3 0,117 3 812,1 0 1,0 2-1,1 1 1,-49 19-1,-107 58 5215,89-38-5207,59-28-2701,0 1 0,2 3 0,-44 34-1,-31 38 689,62-51 994,2 3-1,2 1 1,3 2 0,1 2 0,3 2 0,2 1 0,3 1-1,1 2 1,4 1 0,-26 80 0,39-92 199,1 1 0,3 1 0,1-1 0,3 2 0,2-1 0,3 59 0,3-73 0,1 1 0,1-1 0,2 0 0,1-1 0,2 0 0,2 0 0,0-1 0,2-1 0,27 44 0,-19-42 0,2 0 0,1-2 0,1-1 0,2-1 0,1-1 0,1-1 0,36 24 0,-27-25 0,0-2 0,2-2 0,0-2 0,2-1 0,83 25 0,79 5 0,-110-29 0</inkml:trace>
</inkml:ink>
</file>

<file path=ppt/ink/ink4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8:50.996"/>
    </inkml:context>
    <inkml:brush xml:id="br0">
      <inkml:brushProperty name="width" value="0.1" units="cm"/>
      <inkml:brushProperty name="height" value="0.1" units="cm"/>
      <inkml:brushProperty name="color" value="#E71224"/>
    </inkml:brush>
  </inkml:definitions>
  <inkml:trace contextRef="#ctx0" brushRef="#br0">1 180 8192,'52'-3'3180,"-1"-2"0,72-17 0,-32 6-1252,6-1-2138,4-1-923,129-6 0,-34 16-2099,139-3-2528,-83 2 5760,-4 0 0,457 10 11468,-677-2-11468,34-7 0,17 0 0,-5 8 0,-37 0 0,-1 0 0,63-11 0,-59 6 0,0 1 0,0 2 0,75 6 0,-44 5 0,-44-5 0,43 2 0,42-7 0,-93 1 0</inkml:trace>
</inkml:ink>
</file>

<file path=ppt/ink/ink4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8:51.526"/>
    </inkml:context>
    <inkml:brush xml:id="br0">
      <inkml:brushProperty name="width" value="0.1" units="cm"/>
      <inkml:brushProperty name="height" value="0.1" units="cm"/>
      <inkml:brushProperty name="color" value="#E71224"/>
    </inkml:brush>
  </inkml:definitions>
  <inkml:trace contextRef="#ctx0" brushRef="#br0">1 1 8192,'11'4'824,"1"0"-1,0 0 1,0-1 0,0-1 0,19 2 0,5 1 2585,-34-4-3388,180 32-1504,206 10-1,518-39-3883,-846-5 5328,222-7 39,425-67 0,-604 54 0,-87 19 0</inkml:trace>
</inkml:ink>
</file>

<file path=ppt/ink/ink4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8:53.107"/>
    </inkml:context>
    <inkml:brush xml:id="br0">
      <inkml:brushProperty name="width" value="0.1" units="cm"/>
      <inkml:brushProperty name="height" value="0.1" units="cm"/>
      <inkml:brushProperty name="color" value="#E71224"/>
    </inkml:brush>
  </inkml:definitions>
  <inkml:trace contextRef="#ctx0" brushRef="#br0">1 161 8192,'63'-3'4465,"71"-12"1,32-2-1929,197-2-6483,-150-3-282,24-2 934,526-1 3294,292 7 0,232 0 0,-872 20 0,-273-3 829,155 2 1698,-196 7 112,44 1 2460,-131-9-4725</inkml:trace>
</inkml:ink>
</file>

<file path=ppt/ink/ink4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8:54.133"/>
    </inkml:context>
    <inkml:brush xml:id="br0">
      <inkml:brushProperty name="width" value="0.1" units="cm"/>
      <inkml:brushProperty name="height" value="0.1" units="cm"/>
      <inkml:brushProperty name="color" value="#E71224"/>
    </inkml:brush>
  </inkml:definitions>
  <inkml:trace contextRef="#ctx0" brushRef="#br0">1 1 8192,'5'4'574,"0"0"1,0-1 0,0 1-1,1-1 1,0 0 0,-1-1-1,1 1 1,0-1 0,1 0-1,-1-1 1,0 1 0,9 0-1,11 0 1265,45-2 0,-38-1-1519,303 0-11788,-321 1 11468</inkml:trace>
</inkml:ink>
</file>

<file path=ppt/ink/ink4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8:55.993"/>
    </inkml:context>
    <inkml:brush xml:id="br0">
      <inkml:brushProperty name="width" value="0.1" units="cm"/>
      <inkml:brushProperty name="height" value="0.1" units="cm"/>
      <inkml:brushProperty name="color" value="#E71224"/>
    </inkml:brush>
  </inkml:definitions>
  <inkml:trace contextRef="#ctx0" brushRef="#br0">1 38 8192,'0'1'182,"1"0"0,-1 0 0,1 0 0,0 1 0,-1-1 0,1 0 0,0 0 0,0-1 0,0 1 0,0 0 1,0 0-1,0 0 0,0 0 0,0-1 0,0 1 0,0-1 0,2 2 0,20 8 4466,-5-6-4186,-1 0 1,1-2-1,0 0 0,0-1 0,0-1 1,22-3-1,10 1-155,1632 1-3918,-889 2 3599,-582-12 3513,-170 8-3379,339-18-122,-184 3-3545,-25 0-755,162 17 2737,-172 2 2299,125 17-2644,-29 0 1020,-210-17 888,244 8 0,-34 12 0,41 2 0,153 12 0,-200-18 0,-132-10 0,87 3 0,9 1 0,-111-4 0,350 28 0,-332-20 0,61 5 0,-1-18 0,113 7 0,121 0 2675,-258-11-995,768 2 5433,-903-1-7113,32-6 0,-10 1 0,-19 4 0</inkml:trace>
</inkml:ink>
</file>

<file path=ppt/ink/ink5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8:56.537"/>
    </inkml:context>
    <inkml:brush xml:id="br0">
      <inkml:brushProperty name="width" value="0.1" units="cm"/>
      <inkml:brushProperty name="height" value="0.1" units="cm"/>
      <inkml:brushProperty name="color" value="#E71224"/>
    </inkml:brush>
  </inkml:definitions>
  <inkml:trace contextRef="#ctx0" brushRef="#br0">1 19 8192,'12'-1'8042,"8"-5"-6139,9 0-2144,244 0 1790,-167 8-1334,746-4-3765,602 4-4368,-530 40 7918,22 23 0,167-49 0,-446-16 0,-411 9 0,42 1 0,-267-10 0</inkml:trace>
</inkml:ink>
</file>

<file path=ppt/ink/ink5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00.018"/>
    </inkml:context>
    <inkml:brush xml:id="br0">
      <inkml:brushProperty name="width" value="0.1" units="cm"/>
      <inkml:brushProperty name="height" value="0.1" units="cm"/>
      <inkml:brushProperty name="color" value="#E71224"/>
    </inkml:brush>
  </inkml:definitions>
  <inkml:trace contextRef="#ctx0" brushRef="#br0">1 1607 8192,'6'0'1188,"89"-2"6275,-76 0-6524,0-1 0,37-9 0,137-37-939,-180 46 0,22-4 0,34-4 0,279-7 0,568 19-8112,-810-10 12210,0 0-84,448 10-4014,-443-10 0,-2-1 0,825 11-11468,-689-19 11468,-27 1 0,-29 8 0,54-1 0,364 11 0,-577-2 2688,35-7 0,-34 4 182,31-1-1,46-4-2428,-6 1-529,646 6 88,-364 4 0,-371-3 0,0 0 0,0-1 0,-1 0 0,1-1 0,-1 0 0,20-8 0,70-39 0,-53 25 0,-20 9 0,0 0 0,-1-2 0,32-28 0,-17 16 0,-33 24 0,0-1 0,-1 0 0,1-1 0,-2 1 0,15-17 0,-16 14-594,0-1 0,-1 1-1,-1-1 1,0 0 0,0 0-1,-1-1 1,-1 1 0,5-25-1,-2-6-2431,-1-51 0,-4 81 2959,-1-301 67,-3 292 0,0 0 0,-2 1 0,-1-1 0,0 1 0,-1 0 0,-14-25 0,7 12 0,10 25 17,0 0-1,-1 1 1,1 0 0,-2-1 0,1 1 0,-1 1-1,-7-7 1,-51-41 192,33 29-167,20 18-60,1-1 0,-1 2 0,-1-1 1,1 2-1,-1-1 0,0 2 0,0 0 1,-1 0-1,-12-2 0,-19-1-84,-55-3 0,85 9 99,-238-4 3,-27-3 0,-41 0 0,29 2 0,-426-7 0,463 15 0,139-2 0,-373-11 0,179-7 0,-242 10 2707,336 10-2058,-72-13-759,-105 2-2379,242 11 2117,83-2 804,-38-2 2602,1 5 0,-123 20 0,210-20-2840,0 0-1,0 2 1,1 0 0,0 0-1,0 2 1,0 0 0,-29 18-1,14-8-193,23-13 0,-1 0 0,2 1 0,-15 9 0,-19 18-1954,-1-3 0,-2-2 0,-70 32 0,-36 23-1698,138-73 3652,1 1 0,0 0 0,1 1 0,0 0 0,0 0 0,-8 15 0,5-8 0,-23 28 1980,7-9 2764,-36 60 0,58-82-4744,1 0 0,0 1 0,1 0 0,-4 24 0,-3 10 0,2-13-961,3 0 1,1 0-1,-3 54 0,10 116-5200,1-90 4697,-1-104 1464,0-1 0,1 0 0,1 1 0,0-1 0,7 17 0,5 23 0,-14-45 0,1 0 0,0 0 0,0 0 0,0 0 0,1 0 0,0-1 0,0 1 0,1-1 0,0 0 0,0 0 0,0 0 0,1 0 0,-1-1 0,2 0 0,-1 0 0,0 0 0,9 5 0,-1-4 0</inkml:trace>
</inkml:ink>
</file>

<file path=ppt/ink/ink5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11.650"/>
    </inkml:context>
    <inkml:brush xml:id="br0">
      <inkml:brushProperty name="width" value="0.1" units="cm"/>
      <inkml:brushProperty name="height" value="0.1" units="cm"/>
      <inkml:brushProperty name="color" value="#E71224"/>
    </inkml:brush>
  </inkml:definitions>
  <inkml:trace contextRef="#ctx0" brushRef="#br0">1 111 8192,'1340'0'7894,"-671"0"-7291,-426-9-4931,-6-1 159,63-3 4169,-145 7 0,25-3 0,246 1 0,-263 10 0,4-1 522,182-3 221,-259-4 4359,163-34-1,-218 35-5101,1 2 0,-1 1 0,50 4 0,-11 0 0,-34 0 0,59 9 0,-36-8 0,-51-4 0,1 2 0,0-1 0,-1 1 0,25 6 0,-25-3 0</inkml:trace>
</inkml:ink>
</file>

<file path=ppt/ink/ink5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16.876"/>
    </inkml:context>
    <inkml:brush xml:id="br0">
      <inkml:brushProperty name="width" value="0.1" units="cm"/>
      <inkml:brushProperty name="height" value="0.1" units="cm"/>
      <inkml:brushProperty name="color" value="#E71224"/>
    </inkml:brush>
  </inkml:definitions>
  <inkml:trace contextRef="#ctx0" brushRef="#br0">1 223 8192,'110'-1'6134,"123"2"-800,-126 8-5334,62 1 0,107-1 0,72 41 0,-3-7 0,-331-42 0,415 18 0,-29-17-3707,255-5-4054,-295-13 7761,125-3 0,596 20 559,-1064 0-4,0 0-1,22 6 1,-21-3-181,34 1 0,99-3 1886,145 6 3977,-11 2-11010,-38-2 269,338 0 2548,-380-9 1721,216-21 235,-374 19 0,203-25 0,68-5 0,903-15 0,327-44 0,-1082 65 0,-129 9 0,143-8 0,-389 22 0,103-6 0,224 1 3065,-258 11-2884,68-1-498,243-3 1129,-288-6-812,75-1 0,1152 10-1112,1017-1-1517,-2133-15 2629,-242 11 0,11-4 4453,-38 4-945,35-1-1,-50 5-3507,0-1 0,0 0 0,11-4 0,-5 2 0</inkml:trace>
</inkml:ink>
</file>

<file path=ppt/ink/ink5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18.088"/>
    </inkml:context>
    <inkml:brush xml:id="br0">
      <inkml:brushProperty name="width" value="0.1" units="cm"/>
      <inkml:brushProperty name="height" value="0.1" units="cm"/>
      <inkml:brushProperty name="color" value="#E71224"/>
    </inkml:brush>
  </inkml:definitions>
  <inkml:trace contextRef="#ctx0" brushRef="#br0">1 185 8192,'5'-1'1008,"1"0"1,0 0-1,-1-1 0,1 1 1,-1-1-1,8-5 1,9-1 771,10-1-1116,1 2 0,56-5-1,-16 3-25,256-57-2344,-226 42 936,-68 17-1667,51-20 7350</inkml:trace>
</inkml:ink>
</file>

<file path=ppt/ink/ink5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19.277"/>
    </inkml:context>
    <inkml:brush xml:id="br0">
      <inkml:brushProperty name="width" value="0.1" units="cm"/>
      <inkml:brushProperty name="height" value="0.1" units="cm"/>
      <inkml:brushProperty name="color" value="#E71224"/>
    </inkml:brush>
  </inkml:definitions>
  <inkml:trace contextRef="#ctx0" brushRef="#br0">314 50 8192,'-52'42'5483,"16"-14"-1705,6-2-3173,7-6-71,0 0 0,-44 27 0,62-44-534,0 1 0,1 0 0,0 0 0,-1 0 0,1 1 0,1 0 0,-1 0 0,1 0 0,-1 0 0,-2 6 0,2-2 0,-1-1 0,-1 0 0,-6 8 0,11-16 0,1 0 0,-1 1 0,1-1 0,-1 1 0,0-1 0,1 0 0,-1 1 0,1-1 0,0 1 0,-1-1 0,1 1 0,-1 0 0,1-1 0,0 1 0,-1-1 0,1 1 0,0 0 0,0-1 0,0 1 0,-1 0 0,1-1 0,0 1 0,0 0 0,0-1 0,0 1 0,0 0 0,0-1 0,0 1 0,0 0 0,0-1 0,1 1 0,-1 0 0,0 0 0,2 0 0,0 0 0,1 1 0,-1-1 0,0-1 0,0 1 0,1 0 0,-1 0 0,4 0 0,-3-1 0,31 6-63,0-2 0,0-1-1,0-2 1,40-4-1,2 1-4,-19 3 147,-30 1-222,0-2-1,0-1 1,30-4-1,-15-9-1069,-34 11 1480,0-1-1,1 1 0,-1 1 0,1-1 1,13 0-1,-19 3-214,0-1-1,0 1 1,0-1-1,1 1 1,-1-1 0,0 0-1,0 0 1,0 0-1,0-1 1,-1 1-1,5-3 1,-6 3-56,-1 1 0,1-1 0,0 0 1,0 0-1,0 0 0,-1-1 0,1 1 0,-1 0 0,1 0 0,-1 0 0,1 0 1,-1-1-1,0 1 0,1 0 0,-1 0 0,0 0 0,0-1 0,0 1 0,0 0 1,0-1-1,0 1 0,0 0 0,-1 0 0,1 0 0,0-1 0,-1 1 1,1 0-1,-1 0 0,1 0 0,-1 0 0,0-2 0,-4-5-305,0 1 0,0 0-1,-1 0 1,0 1 0,0-1-1,0 1 1,-11-7 0,-17-18-13,-7-10 3406,-5 6-5848,-7-12 4166,11 9-1788,10 17-5999,21 15 5411</inkml:trace>
</inkml:ink>
</file>

<file path=ppt/ink/ink5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20.007"/>
    </inkml:context>
    <inkml:brush xml:id="br0">
      <inkml:brushProperty name="width" value="0.1" units="cm"/>
      <inkml:brushProperty name="height" value="0.1" units="cm"/>
      <inkml:brushProperty name="color" value="#E71224"/>
    </inkml:brush>
  </inkml:definitions>
  <inkml:trace contextRef="#ctx0" brushRef="#br0">1 85 8192,'116'-1'7481,"0"0"-3816,24-5-2978,67-11-3848,-145 8 3327,82-20-5593,-70 14 6118,-41 8 6675</inkml:trace>
</inkml:ink>
</file>

<file path=ppt/ink/ink5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23.268"/>
    </inkml:context>
    <inkml:brush xml:id="br0">
      <inkml:brushProperty name="width" value="0.1" units="cm"/>
      <inkml:brushProperty name="height" value="0.1" units="cm"/>
      <inkml:brushProperty name="color" value="#E71224"/>
    </inkml:brush>
  </inkml:definitions>
  <inkml:trace contextRef="#ctx0" brushRef="#br0">1 905 8192,'148'0'9677,"1"0"-6788,297 0-11832,339 0 5320,-608-9 3623,-49 2 0,82-11 0,0-1 0,221 18 0,-217 2 0,-64 8 3341,-3 0 1243,540-10-1041,-494-8-5207,1 0-28,-144 12 2531,0 1 0,0 3 0,55 15 0,-42-10-769,103 6 0,65-12-769,675-31-10210,-54-5 10909,-656 32-90,266-4 739,-242-14-823,-44-3 2970,-112 12-5581,74-4 5185,-81 9-5196,30-4 4347,-2-1 163,-27 5-4099,140 2 2867,265 0 8891,-270 1-10553,-1-1-7937,278 0 8554,-267 0 8613,-168-2-7544,0-2 0,-1-2 1,1-1-1,-1-1 0,-1-2 0,49-21 0,14-15-698,-84 39 164,-1 0 1,-1 0-1,1-1 1,-1 0-1,-1-1 1,11-11-1,-16 15 37,-1-1 1,1 1-1,-1-1 0,0 0 0,-1 0 0,0 0 0,1 0 1,-2 0-1,1-1 0,-1 1 0,0 0 0,0-1 0,-1 1 1,0-1-1,0 1 0,-1-1 0,1 1 0,-1 0 0,-1-1 1,-2-8-1,-2-2 18,0 0 1,-1 1-1,-1 0 1,-1 0-1,0 1 1,-13-18-1,-25-24-27,-66-64 0,107 115 0,0 0 0,-1 0 0,1 1 0,-1 0 0,0 0 0,-1 0 0,1 1 0,-1 0 0,1 0 0,-1 1 0,-1 0 0,1 1 0,0-1 0,-14 0 0,-42-13 0,11 2 0,-74-4-4111,-159-3-1,63 7 867,194 12 4090,7 0 1515,-1 0 0,-24-6 0,21 3-1720,0 2 0,0 1 0,0 1 0,-37 3 0,0 0-297,-24-2-642,-626 11-9106,184 10 7641,332-20 1764,-26 2 0,216-3 74,1 0-1,0 1 1,0 0 0,0 0 0,0 1-1,0 0 1,0 0 0,0 0 0,0 1-1,-9 5 1,12-6-70,0 1-1,0-1 1,0 1 0,1 0-1,-1 0 1,1 0 0,0 0-1,0 0 1,0 1-1,0-1 1,0 0 0,1 1-1,-1 0 1,1-1-1,0 1 1,0 0 0,1-1-1,-1 7 1,0 153 2571,4-80-5260,-2-58 2910,1-1 1,1 0 0,12 46-1,31 70 1317,-11-40-1015,-31-82-527,2 0 0,0 0 0,1-1 0,1 0 0,0 0 0,2-1 0,0 0 0,12 15 0,-13-20-329,0-1 1,0 0-1,1-1 1,0 0 0,1-1-1,0 0 1,0-1-1,1 0 1,0 0 0,23 8-1,30 6 265,96 19 0,-98-27 64</inkml:trace>
</inkml:ink>
</file>

<file path=ppt/ink/ink5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24.098"/>
    </inkml:context>
    <inkml:brush xml:id="br0">
      <inkml:brushProperty name="width" value="0.1" units="cm"/>
      <inkml:brushProperty name="height" value="0.1" units="cm"/>
      <inkml:brushProperty name="color" value="#E71224"/>
    </inkml:brush>
  </inkml:definitions>
  <inkml:trace contextRef="#ctx0" brushRef="#br0">1 54 8192,'183'1'2818,"203"-3"5832,-171-15-13382,26-1-1566,-124 9 5750,6 0 658,-30 9-110,-45 0 0</inkml:trace>
</inkml:ink>
</file>

<file path=ppt/ink/ink5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25.500"/>
    </inkml:context>
    <inkml:brush xml:id="br0">
      <inkml:brushProperty name="width" value="0.1" units="cm"/>
      <inkml:brushProperty name="height" value="0.1" units="cm"/>
      <inkml:brushProperty name="color" value="#E71224"/>
    </inkml:brush>
  </inkml:definitions>
  <inkml:trace contextRef="#ctx0" brushRef="#br0">1 19 8192,'270'1'3284,"289"-3"-6568,-379-6 3284,78-2 0,1044 11 0,-891 17 0,-5 1 0,1114-20 11468,-1504 1-11468</inkml:trace>
</inkml:ink>
</file>

<file path=ppt/ink/ink5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28.438"/>
    </inkml:context>
    <inkml:brush xml:id="br0">
      <inkml:brushProperty name="width" value="0.1" units="cm"/>
      <inkml:brushProperty name="height" value="0.1" units="cm"/>
      <inkml:brushProperty name="color" value="#E71224"/>
    </inkml:brush>
  </inkml:definitions>
  <inkml:trace contextRef="#ctx0" brushRef="#br0">1 54 8192,'547'0'8436,"2"0"-5404,-307-11-5217,-119 3 1399,-13 0-1728,85-1-3469,-81 0 7682,0 0-42,361 10 6455,-459-1-8112</inkml:trace>
</inkml:ink>
</file>

<file path=ppt/ink/ink5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0.372"/>
    </inkml:context>
    <inkml:brush xml:id="br0">
      <inkml:brushProperty name="width" value="0.1" units="cm"/>
      <inkml:brushProperty name="height" value="0.1" units="cm"/>
      <inkml:brushProperty name="color" value="#E71224"/>
    </inkml:brush>
  </inkml:definitions>
  <inkml:trace contextRef="#ctx0" brushRef="#br0">1 72 8192,'53'1'4235,"53"-2"1051,-83 0-4637,0-2 0,35-7 0,15-5-649,1 4 0,117-4 0,-84 8 0,67-3 0,653 11 0,-536 17-2153,-121-4 36,862 26-5081,-767-32 7198,134 1 0,200-10 0,-463-8 0,-9 1 0,-42 7 0,242-9 0,273-16 11468,-358 18-16182,-21 0 609,1634 6 2161,-906 4 1239,134-2 705,-1068 0 0</inkml:trace>
</inkml:ink>
</file>

<file path=ppt/ink/ink5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2.348"/>
    </inkml:context>
    <inkml:brush xml:id="br0">
      <inkml:brushProperty name="width" value="0.1" units="cm"/>
      <inkml:brushProperty name="height" value="0.1" units="cm"/>
      <inkml:brushProperty name="color" value="#E71224"/>
    </inkml:brush>
  </inkml:definitions>
  <inkml:trace contextRef="#ctx0" brushRef="#br0">343 1 8192,'-2'17'1163,"-1"-1"0,0 1 1,-1-1-1,-1 0 1,-1 0-1,-14 29 0,8-18-487,-89 201-2612,-12 28 498,97-213 4084,-13 60 0,17-57-1915,11-45-731,-3 11 0,4-12 0,0 0 0,0 0 0,0 0 0,0 0 0,-1 0 0,1 0 0,0 0 0,0 0 0,0 0 0,0 0 0,-1 1 0,1-1 0,0 0 0,0 0 0,0 0 0,-1 0 0,1 0 0,0 0 0,0 0 0,0 0 0,-1-1 0,1 1 0,0 0 0,0 0 0,0 0 0,0 0 0,-1 0 0,1 0 0,0 0 0,0 0 0,0 0 0,0 0 0,0-1 0,-1 1 0,1 0 0,0 0 0,0 0 0,0 0 0,0 0 0,0-1 0,0 1 0,0 0 0,0 0 0,0 0 0,-1 0 0,1-1 0,0 1 0,0 0 0,0 0 0,0 0 0,0-1 0,0 1 0,0 0 0,-5-10 0</inkml:trace>
</inkml:ink>
</file>

<file path=ppt/ink/ink5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2.818"/>
    </inkml:context>
    <inkml:brush xml:id="br0">
      <inkml:brushProperty name="width" value="0.1" units="cm"/>
      <inkml:brushProperty name="height" value="0.1" units="cm"/>
      <inkml:brushProperty name="color" value="#E71224"/>
    </inkml:brush>
  </inkml:definitions>
  <inkml:trace contextRef="#ctx0" brushRef="#br0">1 1 8192,'16'16'688,"-7"-7"605,0-1 0,0 1-1,-1 1 1,0 0 0,-1 0 0,0 1-1,7 14 1,33 72-826,35 89-1055,20 144-4792,-13-34 204,-47-152 4823,-42-142 382,1-1 0,-1 0 0,0 1 0,1-1 0,-1 1 0,0-1 0,0 1 0,0-1 0,0 1 0,0-1 0,0 1 0,-1-1 0,1 1 0,0-1 0,-2 3 0,2-4 4,-1 1 0,1-1 0,0 0 0,-1 0 0,1 1 0,-1-1 0,1 0 0,-1 0-1,1 0 1,-1 0 0,1 0 0,-1 0 0,1 0 0,0 0 0,-1 0 0,1 0 0,-1 0 0,1 0 0,-1 0 0,1 0 0,-1 0 0,1 0 0,-1 0 0,1-1 0,-1 1-1,1 0 1,0 0 0,-1 0 0,1-1 0,-1 1 0,-4-4 215,0 1-1,1-1 1,-1 0 0,1 0-1,-8-9 1,0-3-248</inkml:trace>
</inkml:ink>
</file>

<file path=ppt/ink/ink5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3.300"/>
    </inkml:context>
    <inkml:brush xml:id="br0">
      <inkml:brushProperty name="width" value="0.1" units="cm"/>
      <inkml:brushProperty name="height" value="0.1" units="cm"/>
      <inkml:brushProperty name="color" value="#E71224"/>
    </inkml:brush>
  </inkml:definitions>
  <inkml:trace contextRef="#ctx0" brushRef="#br0">1 161 8192,'15'-2'1475,"0"0"1,0-1-1,0 0 0,-1-1 1,1-1-1,21-11 1,17-4-336,150-40-1140,-152 45 0,-12 5 0,45-7 0,-58 14 0</inkml:trace>
</inkml:ink>
</file>

<file path=ppt/ink/ink5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3.829"/>
    </inkml:context>
    <inkml:brush xml:id="br0">
      <inkml:brushProperty name="width" value="0.1" units="cm"/>
      <inkml:brushProperty name="height" value="0.1" units="cm"/>
      <inkml:brushProperty name="color" value="#E71224"/>
    </inkml:brush>
  </inkml:definitions>
  <inkml:trace contextRef="#ctx0" brushRef="#br0">54 1 8192,'0'73'3823,"-4"0"-1,-13 81 1,5-95-3823,5-32 0,2 1 0,1-1 0,-1 45 0,5-70 0,0-1 0,0 1 0,1 0 0,-1-1 0,0 1 0,1-1 0,-1 1 0,1-1 0,-1 0 0,1 1 0,0-1 0,0 0 0,-1 1 0,1-1 0,0 0 0,0 0 0,0 1 0,0-1 0,1 0 0,0 1 0,1-1 0,-1 1 0,1-1 0,0 0 0,-1 0 0,1 0 0,0 0 0,0 0 0,0-1 0,5 1 0,5-1 0,0 0 0,-1-1 0,24-4 0,177-51-6129,-90 20 3419,-121 36 2744,2-1 700,-1 0-1,1 0 1,0 0 0,-1 0 0,1-1 0,-1 1-1,1-1 1,-1 0 0,0 0 0,0 0-1,5-5 1,-1-2-734</inkml:trace>
</inkml:ink>
</file>

<file path=ppt/ink/ink5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4.157"/>
    </inkml:context>
    <inkml:brush xml:id="br0">
      <inkml:brushProperty name="width" value="0.1" units="cm"/>
      <inkml:brushProperty name="height" value="0.1" units="cm"/>
      <inkml:brushProperty name="color" value="#E71224"/>
    </inkml:brush>
  </inkml:definitions>
  <inkml:trace contextRef="#ctx0" brushRef="#br0">1 71 8192,'303'-15'11468,"-41"-29"-11468,-239 40 0,2-1 0,-5 2 0</inkml:trace>
</inkml:ink>
</file>

<file path=ppt/ink/ink5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4.501"/>
    </inkml:context>
    <inkml:brush xml:id="br0">
      <inkml:brushProperty name="width" value="0.1" units="cm"/>
      <inkml:brushProperty name="height" value="0.1" units="cm"/>
      <inkml:brushProperty name="color" value="#E71224"/>
    </inkml:brush>
  </inkml:definitions>
  <inkml:trace contextRef="#ctx0" brushRef="#br0">178 1 8192,'0'6'0,"-3"8"0,-4 8 0,-1 12 0,-2 9 0,-2 6 0,-2 1 0,-2 4 0,1 2 0,2-3 0,-1-4 0,2-5 0,3-6 0,0-7 0,1-6 3356,0-4 4756,-2-6-8112,0-5 0</inkml:trace>
</inkml:ink>
</file>

<file path=ppt/ink/ink5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4.830"/>
    </inkml:context>
    <inkml:brush xml:id="br0">
      <inkml:brushProperty name="width" value="0.1" units="cm"/>
      <inkml:brushProperty name="height" value="0.1" units="cm"/>
      <inkml:brushProperty name="color" value="#E71224"/>
    </inkml:brush>
  </inkml:definitions>
  <inkml:trace contextRef="#ctx0" brushRef="#br0">1 47 8192,'0'-3'11332,"2"-1"-11332,5 0 136,4 1-136,3 1 0,2 0 0,1-1 0,5-2 0,3 2 0,4 0 0,0 1 0,-2 1 0,-2-3 0,-3 0 0,-5 0 0</inkml:trace>
</inkml:ink>
</file>

<file path=ppt/ink/ink5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5.190"/>
    </inkml:context>
    <inkml:brush xml:id="br0">
      <inkml:brushProperty name="width" value="0.1" units="cm"/>
      <inkml:brushProperty name="height" value="0.1" units="cm"/>
      <inkml:brushProperty name="color" value="#E71224"/>
    </inkml:brush>
  </inkml:definitions>
  <inkml:trace contextRef="#ctx0" brushRef="#br0">1 15 8192,'10'0'9352,"0"0"-9352,4 0 2116,2 0-2116,2 0 0,3 0 0,4 0 0,4 0 0,0 0 0,-1 0 0,-4 0 0,-2 0 0,-2 0 0,-1-3 0,-1-1 0,-1 0 0,-3 1 0</inkml:trace>
</inkml:ink>
</file>

<file path=ppt/ink/ink5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5.678"/>
    </inkml:context>
    <inkml:brush xml:id="br0">
      <inkml:brushProperty name="width" value="0.1" units="cm"/>
      <inkml:brushProperty name="height" value="0.1" units="cm"/>
      <inkml:brushProperty name="color" value="#E71224"/>
    </inkml:brush>
  </inkml:definitions>
  <inkml:trace contextRef="#ctx0" brushRef="#br0">1 231 8192,'48'-3'8991,"25"-8"-8833,-36 5 1720,358-47-5469,34-5-1196,494-40 2138,-892 97 2649</inkml:trace>
</inkml:ink>
</file>

<file path=ppt/ink/ink5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36.101"/>
    </inkml:context>
    <inkml:brush xml:id="br0">
      <inkml:brushProperty name="width" value="0.1" units="cm"/>
      <inkml:brushProperty name="height" value="0.1" units="cm"/>
      <inkml:brushProperty name="color" value="#E71224"/>
    </inkml:brush>
  </inkml:definitions>
  <inkml:trace contextRef="#ctx0" brushRef="#br0">89 8 8192,'0'0'80,"-1"-1"0,1 1 0,0 0 1,0 0-1,0-1 0,0 1 0,0 0 0,0 0 0,0-1 1,0 1-1,1 0 0,-1 0 0,0-1 0,0 1 1,0 0-1,0 0 0,0-1 0,0 1 0,0 0 1,1 0-1,-1 0 0,0-1 0,0 1 0,0 0 0,0 0 1,1 0-1,-1 0 0,0-1 0,0 1 0,0 0 1,1 0-1,-1 0 0,0 0 0,0 0 0,1 0 1,-1-1-1,11 5 1155,9 13 2915,62 87-1663,-18-20-1858,-14-31-629,109 90 0,-143-129 0,-11-10-132,0 0 1,0 1-1,-1-1 0,1 1 0,-1 0 1,0 0-1,-1 1 0,1-1 0,-1 1 0,4 11 1,-6-14 8,0 1 0,0-1 1,-1 1-1,0-1 1,1 0-1,-1 1 0,0-1 1,-1 1-1,1-1 0,-1 1 1,0-1-1,1 0 1,-1 1-1,-1-1 0,1 0 1,0 0-1,-1 0 1,0 0-1,1 0 0,-1 0 1,0 0-1,-4 3 0,-3 3-693,0 0-1,-1-1 1,0 0-1,0 0 0,-16 8 1,-63 30 837,47-25-1903,9-5 1636,-18 9 198,2 1 0,0 3 0,-57 45 0,75-46 48</inkml:trace>
</inkml:ink>
</file>

<file path=ppt/ink/ink5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53.553"/>
    </inkml:context>
    <inkml:brush xml:id="br0">
      <inkml:brushProperty name="width" value="0.1" units="cm"/>
      <inkml:brushProperty name="height" value="0.1" units="cm"/>
      <inkml:brushProperty name="color" value="#E71224"/>
    </inkml:brush>
  </inkml:definitions>
  <inkml:trace contextRef="#ctx0" brushRef="#br0">1 140 8192,'0'-2'300,"0"1"-1,1 0 1,-1-1 0,1 1 0,-1-1 0,1 1 0,-1 0-1,1-1 1,0 1 0,0 0 0,0 0 0,0 0 0,0 0 0,0 0-1,0 0 1,2-1 0,23-17 5200,-17 12-4629,0 0-871,1 0 0,0 1 0,0 0 0,1 0 0,15-5 0,18-8 0,-35 14 0,1 0 0,0 1 0,0 1 0,0-1 0,0 1 0,0 1 0,18-2 0,-23 5-98,0-1 0,0 1 1,0 1-1,-1-1 0,1 1 0,0 0 0,-1 0 0,1 0 0,6 5 0,1 0-508,-1 1 1,13 12-1,-19-16 526,-1 0 0,0 0 0,0 0 0,0 1 0,-1-1 0,5 9 0,-2-1 80</inkml:trace>
</inkml:ink>
</file>

<file path=ppt/ink/ink5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54.644"/>
    </inkml:context>
    <inkml:brush xml:id="br0">
      <inkml:brushProperty name="width" value="0.1" units="cm"/>
      <inkml:brushProperty name="height" value="0.1" units="cm"/>
      <inkml:brushProperty name="color" value="#E71224"/>
    </inkml:brush>
  </inkml:definitions>
  <inkml:trace contextRef="#ctx0" brushRef="#br0">1 75 8192,'4'-1'681,"0"0"0,1 0 0,-1 0-1,0 0 1,1-1 0,-1 0 0,0 0 0,4-2 0,18-8 2895,20-4-2324,-29 9-1123,1 1 1,1 1 0,-1 0 0,33-3 0,-46 8-159,0 0 0,0 0 0,0 0 0,0 1 0,0 0 0,0 0 0,0 0 0,0 0 0,-1 1 0,1 0 0,-1 0 0,1 0 0,-1 0 0,0 1 0,1 0 0,-1 0 0,-1 0 0,1 0 0,0 1 0,-1-1 0,0 1 0,0 0 0,3 4 0,4 7-2208,-2-4 1677</inkml:trace>
</inkml:ink>
</file>

<file path=ppt/ink/ink5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55.207"/>
    </inkml:context>
    <inkml:brush xml:id="br0">
      <inkml:brushProperty name="width" value="0.1" units="cm"/>
      <inkml:brushProperty name="height" value="0.1" units="cm"/>
      <inkml:brushProperty name="color" value="#E71224"/>
    </inkml:brush>
  </inkml:definitions>
  <inkml:trace contextRef="#ctx0" brushRef="#br0">1 1 8192,'3'0'11332,"4"0"-11196,1 3-136,2 4 0,2 1 0,-1 2 0,1-1 0,1-2 0,-1 2 0,0-2 0,-2 1 0,0 3 0,2-1 0,-2-2 0</inkml:trace>
</inkml:ink>
</file>

<file path=ppt/ink/ink5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57.270"/>
    </inkml:context>
    <inkml:brush xml:id="br0">
      <inkml:brushProperty name="width" value="0.1" units="cm"/>
      <inkml:brushProperty name="height" value="0.1" units="cm"/>
      <inkml:brushProperty name="color" value="#E71224"/>
    </inkml:brush>
  </inkml:definitions>
  <inkml:trace contextRef="#ctx0" brushRef="#br0">1 2 8192,'34'-1'3202,"-13"1"-1193,0 0 0,40 5 0,-54-3-1849,0-1 0,-1 1 0,0 0 0,1 0 0,-1 1 0,0 0 0,0 0 0,-1 0 0,1 1 0,-1 0-1,1 0 1,-1 0 0,6 8 0,8 9-1475,0-1 0,34 28-1,-45-41 73,0 0-1,-1 1 1,11 14-1,15 14-1304,-16-19 2548,0 1 0,-2 1 0,24 33 0,-32-41 0</inkml:trace>
</inkml:ink>
</file>

<file path=ppt/ink/ink5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58.032"/>
    </inkml:context>
    <inkml:brush xml:id="br0">
      <inkml:brushProperty name="width" value="0.1" units="cm"/>
      <inkml:brushProperty name="height" value="0.1" units="cm"/>
      <inkml:brushProperty name="color" value="#E71224"/>
    </inkml:brush>
  </inkml:definitions>
  <inkml:trace contextRef="#ctx0" brushRef="#br0">1 1 8192,'3'3'11332,"4"1"-11196,1 3-136,2 3 0,2 3 0,2 2 0,2 2 0,-2 0 0,0-2 0,-3 0 0,0-1 0,1 1 0,2 1 0,1 1 0,1 0 0,1-3 0,-3 0 0,-3-3 0</inkml:trace>
</inkml:ink>
</file>

<file path=ppt/ink/ink5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59.609"/>
    </inkml:context>
    <inkml:brush xml:id="br0">
      <inkml:brushProperty name="width" value="0.1" units="cm"/>
      <inkml:brushProperty name="height" value="0.1" units="cm"/>
      <inkml:brushProperty name="color" value="#E71224"/>
    </inkml:brush>
  </inkml:definitions>
  <inkml:trace contextRef="#ctx0" brushRef="#br0">109 1 8192,'30'27'7049,"-22"-21"-6054,0 1 0,-1-1 1,8 10-1,12 18-907,-1 1-1,-2 1 1,-1 1 0,25 56-1,-29-55-87,2 0 0,48 65 0,-44-67 0,-18-28 0,-1 0 0,1 0 0,0-1 0,11 8 0,-14-12 0,-4-2 0,0-1 0,0 0 0,0 0 0,0 0 0,0 1 0,0-1 0,0 0 0,0 0 0,0 0 0,0 1 0,0-1 0,0 0 0,0 0 0,0 0 0,0 0 0,-1 1 0,1-1 0,0 0 0,0 0 0,0 0 0,0 0 0,0 0 0,0 1 0,-1-1 0,1 0 0,0 0 0,0 0 0,0 0 0,0 0 0,-1 0 0,1 0 0,0 0 0,0 1 0,0-1 0,0 0 0,-1 0 0,1 0 0,0 0 0,0 0 0,0 0 0,-1 0 0,1 0 0,0 0 0,0 0 0,0 0 0,-1 0 0,1-1 0,0 1 0,0 0 0,0 0 0,-1 0 0,-19 2 0,8-1 0,-44 13 0,-20 4 0,32-11 0,0 3 0,-44 14 0,77-18-1792,35-4-7884,-8-8 9676,0-1 0,-1-1 0,25-16 0,-1 1 0,-26 15 227,-1-1 1,0 0 0,0-1-1,20-22 1,-26 26 545,-6 5-691,0 1 0,0 0 0,1 0 0,-1 0 0,0-1 0,0 1 0,1 0 0,-1 0 0,0-1 0,0 1 0,0 0 0,0 0 0,1-1 0,-1 1 0,0 0 0,0-1 0,0 1 0,0 0 0,0-1 0,0 1 0,0 0 0,0 0 0,0-1 0,0 1 0,0 0 0,0-1 0,0 1 0,0 0 0,0-1 0,0 1 0,0 0 0,0-1 0,0 1 0,-12-5 2764,-20 4 917,28 1-3603,3 0-160,-118 6-5770,101-4 4630,1 1 0,-1 0 1,1 2-1,-28 10 1,15-4 2394,23-10-475,0 1 1,0 1 0,0-1 0,0 1-1,0 1 1,1-1 0,-1 1-1,1 0 1,-8 8 0,14-12-749,0 0 1,-1 0 0,1 0 0,0 0-1,0 0 1,0 0 0,0 0-1,0 0 1,0 1 0,0-1 0,0 0-1,0 0 1,0 0 0,0 0 0,0 0-1,0 0 1,0 1 0,0-1 0,0 0-1,0 0 1,0 0 0,0 0-1,0 0 1,0 0 0,0 1 0,0-1-1,0 0 1,0 0 0,0 0 0,0 0-1,0 0 1,0 0 0,0 0-1,1 1 1,-1-1 0,0 0 0,0 0-1,0 0 1,0 0 0,0 0 0,0 0-1,0 0 1,0 0 0,0 0-1,1 0 1,-1 0 0,0 0 0,10 3 661,10-2-553,12 0-141,-1-2 0,1-1 0,37-8 0,-54 7 0</inkml:trace>
</inkml:ink>
</file>

<file path=ppt/ink/ink5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49:59.858"/>
    </inkml:context>
    <inkml:brush xml:id="br0">
      <inkml:brushProperty name="width" value="0.1" units="cm"/>
      <inkml:brushProperty name="height" value="0.1" units="cm"/>
      <inkml:brushProperty name="color" value="#E71224"/>
    </inkml:brush>
  </inkml:definitions>
  <inkml:trace contextRef="#ctx0" brushRef="#br0">134 1 8192,'-3'0'3356,"-5"0"-3356,-2 0 0,-4 0 0,-3 0 5996,0 3-5996,-1 1 2116,3 3-2116,0 0 0,3 2 0,7 0 0,7-3 0,7-1 0,4-5 0,3-6 0,-1-1 0</inkml:trace>
</inkml:ink>
</file>

<file path=ppt/ink/ink5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00.200"/>
    </inkml:context>
    <inkml:brush xml:id="br0">
      <inkml:brushProperty name="width" value="0.1" units="cm"/>
      <inkml:brushProperty name="height" value="0.1" units="cm"/>
      <inkml:brushProperty name="color" value="#E71224"/>
    </inkml:brush>
  </inkml:definitions>
  <inkml:trace contextRef="#ctx0" brushRef="#br0">292 1 8192,'-6'0'396,"1"1"1,0-1-1,-1 1 1,1 1 0,0-1-1,0 1 1,0 0-1,-9 4 1,-38 27 5614,18-10-4123,-14 4-1888,17-9 0,-28 20 0,47-29 0</inkml:trace>
</inkml:ink>
</file>

<file path=ppt/ink/ink5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00.527"/>
    </inkml:context>
    <inkml:brush xml:id="br0">
      <inkml:brushProperty name="width" value="0.1" units="cm"/>
      <inkml:brushProperty name="height" value="0.1" units="cm"/>
      <inkml:brushProperty name="color" value="#E71224"/>
    </inkml:brush>
  </inkml:definitions>
  <inkml:trace contextRef="#ctx0" brushRef="#br0">363 1 8192,'-16'2'1292,"0"0"0,0 1 0,1 1 0,-1 0 0,1 1 1,-27 13-1,-12 3 1131,19-9-2423,11-5 0,-1 2 0,1 0 0,-29 17 0,41-18 0</inkml:trace>
</inkml:ink>
</file>

<file path=ppt/ink/ink5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29.750"/>
    </inkml:context>
    <inkml:brush xml:id="br0">
      <inkml:brushProperty name="width" value="0.1" units="cm"/>
      <inkml:brushProperty name="height" value="0.1" units="cm"/>
      <inkml:brushProperty name="color" value="#E71224"/>
    </inkml:brush>
  </inkml:definitions>
  <inkml:trace contextRef="#ctx0" brushRef="#br0">168 1 8192,'-2'18'1009,"-1"1"1,0-1-1,-1 0 0,-1 0 1,0 0-1,-11 21 1,-8 29 1276,3 14-4249,-11 88 0,0 87-3107,26-205 4802,2 18 159,-3 20 130,4-72-21</inkml:trace>
</inkml:ink>
</file>

<file path=ppt/ink/ink5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0.325"/>
    </inkml:context>
    <inkml:brush xml:id="br0">
      <inkml:brushProperty name="width" value="0.1" units="cm"/>
      <inkml:brushProperty name="height" value="0.1" units="cm"/>
      <inkml:brushProperty name="color" value="#E71224"/>
    </inkml:brush>
  </inkml:definitions>
  <inkml:trace contextRef="#ctx0" brushRef="#br0">1 118 8192,'7'-1'1168,"0"0"0,0 0 0,0-1 0,0 0 1,-1 0-1,1-1 0,7-3 0,30-10 955,58-8-3766,-40 8-927,1 3 1,95-7-1,-100 13 454,-43 4 2116</inkml:trace>
</inkml:ink>
</file>

<file path=ppt/ink/ink5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0.859"/>
    </inkml:context>
    <inkml:brush xml:id="br0">
      <inkml:brushProperty name="width" value="0.1" units="cm"/>
      <inkml:brushProperty name="height" value="0.1" units="cm"/>
      <inkml:brushProperty name="color" value="#E71224"/>
    </inkml:brush>
  </inkml:definitions>
  <inkml:trace contextRef="#ctx0" brushRef="#br0">1 71 8192,'464'-35'11468,"-366"22"-11468,93-9 0,-169 21 0</inkml:trace>
</inkml:ink>
</file>

<file path=ppt/ink/ink5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2.107"/>
    </inkml:context>
    <inkml:brush xml:id="br0">
      <inkml:brushProperty name="width" value="0.1" units="cm"/>
      <inkml:brushProperty name="height" value="0.1" units="cm"/>
      <inkml:brushProperty name="color" value="#E71224"/>
    </inkml:brush>
  </inkml:definitions>
  <inkml:trace contextRef="#ctx0" brushRef="#br0">36 1 8192,'-1'11'1440,"-1"1"1,1-1 0,-2 0-1,0 0 1,-5 14 0,4-13-876,0 1 0,1-1-1,0 1 1,-1 15 0,5 149-565,-1-162 0</inkml:trace>
</inkml:ink>
</file>

<file path=ppt/ink/ink5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2.655"/>
    </inkml:context>
    <inkml:brush xml:id="br0">
      <inkml:brushProperty name="width" value="0.1" units="cm"/>
      <inkml:brushProperty name="height" value="0.1" units="cm"/>
      <inkml:brushProperty name="color" value="#E71224"/>
    </inkml:brush>
  </inkml:definitions>
  <inkml:trace contextRef="#ctx0" brushRef="#br0">1 1 8192,'0'71'9045,"0"0"-5349,0 35-5169,0 0-5693,3-74 13618,1-21-5538</inkml:trace>
</inkml:ink>
</file>

<file path=ppt/ink/ink5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3.623"/>
    </inkml:context>
    <inkml:brush xml:id="br0">
      <inkml:brushProperty name="width" value="0.1" units="cm"/>
      <inkml:brushProperty name="height" value="0.1" units="cm"/>
      <inkml:brushProperty name="color" value="#E71224"/>
    </inkml:brush>
  </inkml:definitions>
  <inkml:trace contextRef="#ctx0" brushRef="#br0">252 1 8192,'12'10'6151,"-12"-9"-5789,1 1 0,11 22 3440,-6-13-3011,35 68-791,10 16 0,-18-46 0,-13-20 0,0 1 0,-2 1 0,-2 0 0,15 38 0,-19-42 0,-10-25 0,-1 1 0,1-1 0,-1 0 0,0 0 0,0 1 0,0-1 0,0 0 0,0 1 0,-1-1 0,1 1 0,-1 0 0,1-1 0,-1 1 0,0-1 0,0 1 0,0-1 0,-1 1 0,1 0 0,0-1 0,-1 1 0,0-1 0,0 0 0,0 1 0,-1 2 0,-5 7 0,0-1 0,-1 0 0,-1 0 0,-16 16 0,12-13 0,-21 27 0,-78 107-4075,20-31-202,74-89 3807,0 0 1,2 1 0,-15 37 0,-28 96-575,22-57 849,33-96 195,0 0 0,-1-1 0,0 0 0,-10 13 0,13-19 0,-7 9 0</inkml:trace>
</inkml:ink>
</file>

<file path=ppt/ink/ink5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4.727"/>
    </inkml:context>
    <inkml:brush xml:id="br0">
      <inkml:brushProperty name="width" value="0.1" units="cm"/>
      <inkml:brushProperty name="height" value="0.1" units="cm"/>
      <inkml:brushProperty name="color" value="#E71224"/>
    </inkml:brush>
  </inkml:definitions>
  <inkml:trace contextRef="#ctx0" brushRef="#br0">1 193 8192,'7'-1'1211,"1"-1"-1,0 1 1,0-1 0,-1-1 0,1 0 0,-1 0 0,9-4 0,8-4 570,83-40-1781,-74 33 0,0 2 0,55-18 0,-71 30 0,0 1 0,30-1 0,12-2 0,-25 1-325,58 0 1,-57 5-1077,50-8 1,-66 5-2995,-3 1 3421</inkml:trace>
</inkml:ink>
</file>

<file path=ppt/ink/ink5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6.676"/>
    </inkml:context>
    <inkml:brush xml:id="br0">
      <inkml:brushProperty name="width" value="0.1" units="cm"/>
      <inkml:brushProperty name="height" value="0.1" units="cm"/>
      <inkml:brushProperty name="color" value="#E71224"/>
    </inkml:brush>
  </inkml:definitions>
  <inkml:trace contextRef="#ctx0" brushRef="#br0">184 1 8192,'-6'97'1799,"-3"-1"1,-26 112 0,12-79-818,12-60-2454,-3-1 1,-2 0-1,-33 84 1,28-104 12444</inkml:trace>
</inkml:ink>
</file>

<file path=ppt/ink/ink5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7.019"/>
    </inkml:context>
    <inkml:brush xml:id="br0">
      <inkml:brushProperty name="width" value="0.1" units="cm"/>
      <inkml:brushProperty name="height" value="0.1" units="cm"/>
      <inkml:brushProperty name="color" value="#E71224"/>
    </inkml:brush>
  </inkml:definitions>
  <inkml:trace contextRef="#ctx0" brushRef="#br0">1 7 8192,'0'-1'109,"1"1"1,0-1-1,-1 1 1,1-1-1,0 0 1,0 1-1,-1 0 1,1-1-1,0 1 1,0-1-1,0 1 1,0 0-1,-1 0 0,1 0 1,0-1-1,0 1 1,0 0-1,0 0 1,0 0-1,0 0 1,0 0-1,0 0 1,1 1-1,1 0 372,0 0 1,-1 0-1,1 1 0,-1-1 0,1 0 0,-1 1 1,5 3-1,1 2 767,-1 1-1,0 0 1,9 11 0,-3 3-1248,0 1 0,-2 0 0,0 0 0,-2 1 0,8 31 0,8 17 0,5 25 0,-10-28 0,-13-50 0,2 1 0,11 19 0,-13-29 0,-1 1 0,0 0 0,-1 1 0,0-1 0,-1 1 0,0 0 0,-1 0 0,0 1 0,1 18 0,-4-27 0,0-1 0,-1 1 0,1 0 0,-1 0 0,0-1 0,0 1 0,-3 5 0,-4 6 0</inkml:trace>
</inkml:ink>
</file>

<file path=ppt/ink/ink5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7.473"/>
    </inkml:context>
    <inkml:brush xml:id="br0">
      <inkml:brushProperty name="width" value="0.1" units="cm"/>
      <inkml:brushProperty name="height" value="0.1" units="cm"/>
      <inkml:brushProperty name="color" value="#E71224"/>
    </inkml:brush>
  </inkml:definitions>
  <inkml:trace contextRef="#ctx0" brushRef="#br0">1 181 8192,'6'0'665,"0"-1"0,0 0 1,-1 0-1,1 0 0,0-1 1,0 1-1,0-1 0,10-6 1,41-29 3092,-45 28-3328,1 0 1,1 1 0,14-7-1,3 1-430,-1-2 0,43-29 0,-59 35 0</inkml:trace>
</inkml:ink>
</file>

<file path=ppt/ink/ink5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7.766"/>
    </inkml:context>
    <inkml:brush xml:id="br0">
      <inkml:brushProperty name="width" value="0.1" units="cm"/>
      <inkml:brushProperty name="height" value="0.1" units="cm"/>
      <inkml:brushProperty name="color" value="#E71224"/>
    </inkml:brush>
  </inkml:definitions>
  <inkml:trace contextRef="#ctx0" brushRef="#br0">3 1 8192,'-1'99'2426,"-1"3"2095,15 130 0,-4-115-4521,-9-115 0,0 0 0,0-1 0,1 1 0,-1 0 0,0-1 0,1 1 0,-1 0 0,1-1 0,0 1 0,1 2 0,2-1 0</inkml:trace>
</inkml:ink>
</file>

<file path=ppt/ink/ink5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8.373"/>
    </inkml:context>
    <inkml:brush xml:id="br0">
      <inkml:brushProperty name="width" value="0.1" units="cm"/>
      <inkml:brushProperty name="height" value="0.1" units="cm"/>
      <inkml:brushProperty name="color" value="#E71224"/>
    </inkml:brush>
  </inkml:definitions>
  <inkml:trace contextRef="#ctx0" brushRef="#br0">163 1 8192,'1'0'239,"1"0"1,-1 0-1,1 1 1,-1-1-1,1 1 1,-1-1-1,1 1 1,-1-1-1,0 1 1,1 0-1,-1 0 1,0-1-1,1 1 1,-1 0-1,0 0 1,0 0-1,0 1 1,0-1-1,0 0 1,0 0-1,0 1 1,0-1-1,-1 0 1,1 1-1,0-1 1,-1 0-1,1 1 1,-1-1-1,0 1 1,1-1 0,-1 3-1,2 7 659,-1 0 1,0 0-1,-2 16 1,1-13-689,0-5-210,0 26 0,-6 57 0,4-80 0,0 0 0,-1-1 0,-1 1 0,0-1 0,0 0 0,-1 0 0,0-1 0,-12 18 0,-6 2 0,-1 0 0,-1-2 0,-30 25 0,53-51 0,0 0 0,0 1 0,0-1 0,0 0 0,0 0 0,0 1 0,1-1 0,-3 5 0,4-6 0,0 0 0,0-1 0,0 1 0,0 0 0,0-1 0,0 1 0,0 0 0,0-1 0,0 1 0,0 0 0,0-1 0,0 1 0,0-1 0,1 1 0,-1 0 0,0-1 0,0 1 0,1-1 0,-1 1 0,0 0 0,1-1 0,-1 1 0,1-1 0,-1 1 0,1-1 0,-1 0 0,1 1 0,-1-1 0,1 1 0,-1-1 0,1 0 0,-1 0 0,1 1 0,0-1 0,-1 0 0,1 0 0,0 0 0,-1 1 0,1-1 0,0 0 0,-1 0 0,1 0 0,0 0 0,0 0 0,18 2 0,0-1 0,0-1 0,26-2 0,29 1 0,-72 1-22,0 0 1,-1 0-1,1 0 0,0 1 0,0-1 1,0 1-1,0 0 0,0-1 0,-1 1 1,1 0-1,0 0 0,-1 0 0,1 0 1,0 0-1,-1 1 0,0-1 0,1 0 0,-1 1 1,0-1-1,1 1 0,-1-1 0,0 1 1,0 0-1,0-1 0,-1 1 0,1 0 1,0 0-1,-1 0 0,1 0 0,-1-1 1,1 4-1,0 7-271,0-1-1,-1 0 1,0 1 0,-3 16 0,1-1-341,-1 4 734,2-26-854,0 1-1,0-1 1,0 0-1,-1 0 0,0 0 1,0 0-1,0-1 1,-1 1-1,1 0 1,-5 4-1,-18 18 9840,20-22-7174</inkml:trace>
</inkml:ink>
</file>

<file path=ppt/ink/ink5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8.700"/>
    </inkml:context>
    <inkml:brush xml:id="br0">
      <inkml:brushProperty name="width" value="0.1" units="cm"/>
      <inkml:brushProperty name="height" value="0.1" units="cm"/>
      <inkml:brushProperty name="color" value="#E71224"/>
    </inkml:brush>
  </inkml:definitions>
  <inkml:trace contextRef="#ctx0" brushRef="#br0">272 1 8192,'-45'88'147,"-85"183"1028,111-223-1277,1 1 0,3 1 0,-16 87 0,25-94-81,2 0 0,1 0 0,3 0 1,6 59-1,-4-91 335,1 1 1,0 0-1,0-1 1,1 0-1,1 0 1,0 0 0,1 0-1,0-1 1,0 0-1,13 16 1,-16-23-97,0 1 0,0-1 0,1 1-1,-1-1 1,1 0 0,0 0 0,0 0 0,0-1 0,0 0 0,0 1 0,0-2 0,1 1 0,-1 0 0,1-1 0,0 0 0,-1 0 0,1 0 0,0 0-1,-1-1 1,1 0 0,0 0 0,0 0 0,-1-1 0,1 1 0,0-1 0,-1 0 0,1 0 0,-1-1 0,5-2 0,-4 3 233,0-2 1,-1 1 0,0 0 0,1-1-1,-1 0 1,0 0 0,0 0 0,-1 0-1,1-1 1,-1 0 0,0 1-1,0-1 1,0 0 0,0-1 0,0 1-1,-1 0 1,0-1 0,0 1 0,0-1-1,-1 0 1,1 0 0,-1 0 0,0 1-1,-1-1 1,1 0 0,-1 0-1,0-6 1,0-13-290,0 3 0</inkml:trace>
</inkml:ink>
</file>

<file path=ppt/ink/ink5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09:50:39.249"/>
    </inkml:context>
    <inkml:brush xml:id="br0">
      <inkml:brushProperty name="width" value="0.1" units="cm"/>
      <inkml:brushProperty name="height" value="0.1" units="cm"/>
      <inkml:brushProperty name="color" value="#E71224"/>
    </inkml:brush>
  </inkml:definitions>
  <inkml:trace contextRef="#ctx0" brushRef="#br0">1 456 8192,'7'0'860,"118"0"6903,164-14-10923,-277 12 3157,840-104-5457,-349 14 5460,172-28 0,3 35 0,-413 52 0,-242 29 0</inkml:trace>
</inkml:ink>
</file>

<file path=ppt/ink/ink5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59:22.75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1,'300'0,"-280"1,40 7,-39-4,37 2,-9-6,-10-1,1 2,0 1,64 13,82 14,-165-27,284 19,-271-21,4-1,0 1,74 12,11 6,-98-14,1-2,46-2,16 1,-40 8,-35-6,1-1,17 1,21-3,-37 0</inkml:trace>
</inkml:ink>
</file>

<file path=ppt/ink/ink5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59:24.11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2,'66'-1,"12"0,109 13,30 14,-129-9,-74-16,1 2,-1 0,22 7,-23-5,1-1,-1-1,29 3,57 3,31 1,29-2,16 0,336-8,-498-1,0-1,0 0,-1 0,24-9,-1 1,-21 6</inkml:trace>
</inkml:ink>
</file>

<file path=ppt/ink/ink5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59:26.22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1 107,'425'0,"-404"-1,37-7,-37 4,37-1,-50 5,49 0,72-10,-21 1,7 0,0-1,-11 2,-27 2,135 4,-100 4,996-2,-1083-1,46-9,-19 2,-48 7,-1 1,1-1,-1 0,1 0,-1 0,0 0,4-3,5-4</inkml:trace>
</inkml:ink>
</file>

<file path=ppt/ink/ink5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59:28.92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18,'189'1,"204"-3,-274-6,46-1,737 10,-780 8,-8-1,563-7,-327-2,-201 10,-2 1,-19-1,0 0,77-11,144 3,-240 7,56 2,80 3,-98-7,26 3,91 9,-28 6,157 12,-207-19,33 0,-71-8,10 0,-21 0,-16 0,163 8,-79-6,-100-4,-5 1,47 2,-56-1,-60-5,36 1,480-6,-522-1,0 0,48-12,-48 8,0 1,49-2,5 9,71-4,-92-6,-36 4,32-2,-20 4,0-1,47-12,-64 11,-2 0</inkml:trace>
</inkml:ink>
</file>

<file path=ppt/ink/ink5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59:42.3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1 124,'19'-1,"1"-1,22-5,-1 0,2 0,-13 2,58-2,31-2,-1 0,6 11,140-4,-168-6,38-1,647 10,-749-3,36-5,26-3,-66 10,163-10,-137 6,73 3,24-2,-92-5,-37 5,38-3,469 31,-433-13,213 23,-201-19,-67-8,59 3,17-2,26 0,-84-10,0 1,104 11,-65-3,-64-7,44 8,-51-5,-1-2,31-1,-29-1,49 7,112 8,-73-9,148 12,147-9,-252-11,17 11,10-1,-16-9,353 2,-370 8,64 1,263-11,-449-1,36-5,27-3,116-2,-71-7,-77 13,16-2,-21-2,0 3,93 0,-131 6,0-1,27-6,-6 1,-23 3,-2 0</inkml:trace>
</inkml:ink>
</file>

<file path=ppt/ink/ink5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09:59:43.75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20,'150'-9,"-21"0,512 7,-329 4,-169 9,-81-4,144 27,-134-20,102 8,-47-14,117 3,407-12,-636 1</inkml:trace>
</inkml:ink>
</file>

<file path=ppt/ink/ink5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0:00.40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1,'21'0,"0"1,0 1,27 5,-16-2,0-2,0-1,55-3,-19-1,2226 2,-2168 9,-3 1,1888-10,-947-1,-1044 2,40 7,-40-4,39 2,95 3,-30 1,-15-2,-43 0,381 26,-429-33,0 1,23 4,-21-2,30 1,15-4,-5 0,62 8,-82-6,56-1,9 0,-45 6,-35-4,31 1,705-3,-371-4,160 2,-416 9,-14 0,680-7,-407-4,-286 3,120-3,-126-6,33-2,-97 10,-14 1,0-1,0-1,42-8,-36 4,-16 3</inkml:trace>
</inkml:ink>
</file>

<file path=ppt/ink/ink5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0:02.89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1 140,'104'-1,"115"2,-185 3,46 10,-47-8,52 5,4-2,12 0,40 0,20 0,1103-10,-1250 0,0 0,22-6,-21 4,0 1,15-2,-5 4,-5 0,0-1,0-1,25-5,-23 3,0 1,37 0,10-2,183-19,-68 10,11-5,177-3,-289 20,43-6,55-1,-140 9,78-10,-55 3,0 4,73 4,-35 1,-89-2,22 0,1-1,57-9,-68 6,0 2,51 1,8 0,-28-7,-38 4,31-2,453 5,-245 3,-216-4,62-9,-87 8</inkml:trace>
</inkml:ink>
</file>

<file path=ppt/ink/ink5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0:03.77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1,'549'0,"-535"0</inkml:trace>
</inkml:ink>
</file>

<file path=ppt/ink/ink5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0:04.23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40,'151'1,"171"-3,-283 2,0-2,0-2,0-1,52-15,-72 13</inkml:trace>
</inkml:ink>
</file>

<file path=ppt/ink/ink5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0:11.10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1 219,'42'0,"-2"1,0-2,68-10,236-39,-306 46,180-16,242-36,-185 22,-173 34,14-2,-58-6,-36 4,39-2,1364 5,-674 3,-723-1,37 7,21 1,385-8,-226-2,-108 10,-9-1,43-9,80 2,-135 8,47 1,426-11,-457 10,-11 0,732-7,-415-4,472 2,-887-1,39-7,-38 4,37-2,498 7,-542-2,0-1,22-4,-22 2,0 1,21 0,1421 2,-690 3,1007-2,-1751-1,34-6,16-2,108 8,130-9,-188 5,-19 2,-83 0,0 0,27-9,-32 6</inkml:trace>
</inkml:ink>
</file>

<file path=ppt/ink/ink5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1:32.187"/>
    </inkml:context>
    <inkml:brush xml:id="br0">
      <inkml:brushProperty name="width" value="0.1" units="cm"/>
      <inkml:brushProperty name="height" value="0.1" units="cm"/>
      <inkml:brushProperty name="color" value="#E71224"/>
    </inkml:brush>
  </inkml:definitions>
  <inkml:trace contextRef="#ctx0" brushRef="#br0">1 107 8192,'6'-10'4450,"-5"10"-4188,0-1-1,-1 1 1,1 0 0,0-1 0,-1 1 0,1 0-1,0 0 1,-1 0 0,1 0 0,1-1-1,25-2 3467,-19 2-3317,144-26-411,-64 10 0,144-9 0,414 23-6603,-332 5 4387,96-1 1549,433-3-1315,-582-6 1982,105-2 0,547 11 0,-573 19 0,-135-5 0,203 4 0,-37-2 0,-251-12 0,341 9 0,-425-14 0,320 13 0,26 11 0,1-25 0,-141-1 0,1780 2 0,-1775 9 0,-6 0 0,799-10 0,-758-17 0,-31 1 0,-74-1 0,-12 1 0,5 11 0,302-6 0,1153 12 3945,-1501-9 524,1 0-1415,645 10-3054,-630-10 0,-13 0 0,767 7 0,-434 4 0,-319-3-537,165 3-2871,-238 3-517,34 5 2693,82 5-693,352 0 1484,-185-8 441,77 4 0,-301-3 220,283 8 119,-203-16 10570,-190 0-10909</inkml:trace>
</inkml:ink>
</file>

<file path=ppt/ink/ink5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1:33.573"/>
    </inkml:context>
    <inkml:brush xml:id="br0">
      <inkml:brushProperty name="width" value="0.1" units="cm"/>
      <inkml:brushProperty name="height" value="0.1" units="cm"/>
      <inkml:brushProperty name="color" value="#E71224"/>
    </inkml:brush>
  </inkml:definitions>
  <inkml:trace contextRef="#ctx0" brushRef="#br0">1 124 8192,'33'-2'3465,"1"-1"0,49-12-1,-22 4-2390,374-47-5020,243 33-2892,-493 21 6154,1009-2 684,-794 7 0,124 17 0,-66-1 0,-146 2 0,-87-3 0,-144-12 0,367 11 0,33 2 0,-32 0 0,-75-8 0,85 1 0,277-11 2796,-693-2-5630,-1-3 4163,5-1 5225,-33 5-5580</inkml:trace>
</inkml:ink>
</file>

<file path=ppt/ink/ink5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1:35.251"/>
    </inkml:context>
    <inkml:brush xml:id="br0">
      <inkml:brushProperty name="width" value="0.1" units="cm"/>
      <inkml:brushProperty name="height" value="0.1" units="cm"/>
      <inkml:brushProperty name="color" value="#E71224"/>
    </inkml:brush>
  </inkml:definitions>
  <inkml:trace contextRef="#ctx0" brushRef="#br0">1 1 8192,'172'9'8121,"-59"-1"-4774,1127 10-10517,-360-12 2872,236 27 4298,172 3 0,-1083-32 0,4930 118 0,-4255-87 0,155 5 0,-345-35 0,-170-3 0,-333 7 0,34-1 0,-33 1 1442,-30 0 1061,343-10 5020,-344-10-7523,-138 9 0,6 0 0</inkml:trace>
</inkml:ink>
</file>

<file path=ppt/ink/ink5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6:31.96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1 213,'35'0,"0"-1,54-9,-21-1,75-3,57 1,263-10,-341 23,270-9,-81 2,-244 7,-44-1,0-2,0 0,25-8,-21 5,44-5,152-8,-136 12,42-3,158-8,66 0,-180 9,-7 0,369 24,-207 0,-96-7,15 1,-152-3,86 9,-74-3,113-3,-153-7,226 16,-60-1,4-2,166 5,1401-21,-1667 10,-11 0,6 0,14 0,2267-9,-1135-1,-1257 2,37 7,-35-4,29 1,80 4,22 1,-62-10,239 9,-135-2,-2 0,67 2,-93-6,-57 5,29 0,17 1,1 0,108 9,25 0,528-19,-688 10,-10 0,53 0,20 1,-114-10,312 9,-106 0,-9 0,325 0,-368-11,-91 3,160-3,-195-6,30-2,-118 9,33-6,16-1,-58 7,0 0,19-5,-15 2</inkml:trace>
</inkml:ink>
</file>

<file path=ppt/ink/ink5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6:34.01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72,'56'0,"0"-1,94-17,-20-1,-60 10,63-2,-39 5,284-2,-238 10,-84-2,507 4,0 21,39 29,-565-52,647 38,-482-33,129 3,-310-10,386 10,30 0,-28-3,-345-2,391 16,-297-13,-24 0,36 1,32 1,416-11,-603 1</inkml:trace>
</inkml:ink>
</file>

<file path=ppt/ink/ink5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6:37.00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19,'0'1,"0"0,0-1,1 1,-1 0,1 0,-1-1,1 1,-1 0,1-1,-1 1,1 0,-1-1,1 1,0-1,-1 1,1-1,0 1,0-1,-1 0,1 1,0-1,0 0,-1 0,1 1,0-1,0 0,1 0,27 3,-25-2,286 1,-147-4,70 1,427 9,-309 22,56 3,-44-31,185 7,75-1,-381-9,-113-8,-2-1,87 2,25-1,1065 11,-683-3,-364 10,-6 0,-14-11,171 3,-242 8,53 1,5-1,4 0,1213-10,-1159-17,6-1,-58 11,-5-1,99-2,-154 4,-13-1,91-2,952 11,-991-10,3 0,1455 10,-1451 8,-15-1,11-9,100 2,-46 18,-146-12,109 3,28-1,26 0,1252-10,-1331-8,-1 0,-69 9,334-10,-182-12,-197 15,116-6,-156 11,42-6,-41 4,34-1,-18 5,-10 1,-1-2,60-9,-76 7,32-1,-36 3</inkml:trace>
</inkml:ink>
</file>

<file path=ppt/ink/ink5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6:39.24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1 301,'234'-10,"-120"-4,202-16,-206 23,122-3,-71 1,-3 0,-113 9,245-10,-159-4,176-13,-155 10,11-2,-47 16,79-5,22-2,-17 2,-11 1,46-3,-26-1,-55 4,103-3,-33 2,165-13,226 16,-348 7,1040-2,-1286-1,39-7,-37 4,29-1,204 4,-122 2,-119-1</inkml:trace>
</inkml:ink>
</file>

<file path=ppt/ink/ink5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6:41.96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492 1,'1'12,"0"0,2 1,-1-1,1 0,7 16,3 10,-2 4,-2 0,-2 1,-1 0,-1 66,-4-88,-1-13,1 0,-1 0,-1 0,-2 13,3-19,-1 0,1-1,-1 1,1 0,-1-1,0 1,0-1,0 1,0-1,0 1,0-1,0 0,0 1,-1-1,1 0,0 0,-1 0,1 0,-1 0,1 0,-1-1,1 1,-1 0,0-1,1 1,-4-1,-16 3,-1-2,0-1,-30-2,-8-1,-289 3,354-1,1 0,-1 0,0-1,1 1,-1-1,5-3,14-4,-3 2,120-39,-115 39,0 0,0 2,28-3,-45 7,26-1,-25 2,-1-1,1 0,10-2,-8 0</inkml:trace>
</inkml:ink>
</file>

<file path=ppt/ink/ink5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2:47.120"/>
    </inkml:context>
    <inkml:brush xml:id="br0">
      <inkml:brushProperty name="width" value="0.1" units="cm"/>
      <inkml:brushProperty name="height" value="0.1" units="cm"/>
      <inkml:brushProperty name="color" value="#E71224"/>
    </inkml:brush>
  </inkml:definitions>
  <inkml:trace contextRef="#ctx0" brushRef="#br0">1 1199 8192,'43'49'2656,"-1"3"0,-3 1 0,36 63 0,-34-52-1812,-19-29-844,2-1 0,2-1 0,1-2 0,52 48 0,-35-40 0,-9-6 0,2-2 0,1-2 0,61 36 0,-80-54-328,1-1-1,0-1 1,0-1-1,1-1 1,0-1 0,1-1-1,-1 0 1,1-2-1,0 0 1,0-2-1,0 0 1,38-5-1,-7-4-528,-1-2 0,0-3 1,0-2-1,72-31 0,189-110-2057,412-289 2914,-36-54 0,-557 400 0,232-182 0,-27-25 0,-251 209 0,-62 66 0</inkml:trace>
</inkml:ink>
</file>

<file path=ppt/ink/ink5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2:56.184"/>
    </inkml:context>
    <inkml:brush xml:id="br0">
      <inkml:brushProperty name="width" value="0.1" units="cm"/>
      <inkml:brushProperty name="height" value="0.1" units="cm"/>
      <inkml:brushProperty name="color" value="#E71224"/>
    </inkml:brush>
  </inkml:definitions>
  <inkml:trace contextRef="#ctx0" brushRef="#br0">1 143 8192,'33'0'3390,"57"-1"2503,-63 0-4801,35-7 1,62-11-1093,-51 9 0,113-3 0,8 5 101,149-3-697,68 0-7503,-363 9 7874,353-1-1161,-25 1 123,-228-6 1263,50-1 0,-28 8 0,296-8 0,209 0 0,-414 11 0,-46-1 456,231-3 1884,-267-6 821,-19 0 231,-53 6-6699,356 2-2723,0 0 5205,106 1 9563,304-1-5195,-858 0-3543</inkml:trace>
</inkml:ink>
</file>

<file path=ppt/ink/ink5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2:58.188"/>
    </inkml:context>
    <inkml:brush xml:id="br0">
      <inkml:brushProperty name="width" value="0.1" units="cm"/>
      <inkml:brushProperty name="height" value="0.1" units="cm"/>
      <inkml:brushProperty name="color" value="#E71224"/>
    </inkml:brush>
  </inkml:definitions>
  <inkml:trace contextRef="#ctx0" brushRef="#br0">1 1 8192,'532'0'10909,"-506"0"-11049,720 11-10629,-620-6 10769,647 39 0,-19-15 0,-574-30 335,253 2 1806,-291 7-3112,-19 0-801,-41-6 4515,1869-2-6030,-1408-1 6790,-1 1 4832,-513 0-8188,0-1 0,52-8 0,-66 6-147</inkml:trace>
</inkml:ink>
</file>

<file path=ppt/ink/ink5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2:59.901"/>
    </inkml:context>
    <inkml:brush xml:id="br0">
      <inkml:brushProperty name="width" value="0.1" units="cm"/>
      <inkml:brushProperty name="height" value="0.1" units="cm"/>
      <inkml:brushProperty name="color" value="#E71224"/>
    </inkml:brush>
  </inkml:definitions>
  <inkml:trace contextRef="#ctx0" brushRef="#br0">1 107 8192,'895'-14'4896,"-777"11"-5223,393-12-2116,235-4 317,1499-23 2126,171 29 0,-2360 13 0,272 16 0,-290-9 0</inkml:trace>
</inkml:ink>
</file>

<file path=ppt/ink/ink5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3:00.430"/>
    </inkml:context>
    <inkml:brush xml:id="br0">
      <inkml:brushProperty name="width" value="0.1" units="cm"/>
      <inkml:brushProperty name="height" value="0.1" units="cm"/>
      <inkml:brushProperty name="color" value="#E71224"/>
    </inkml:brush>
  </inkml:definitions>
  <inkml:trace contextRef="#ctx0" brushRef="#br0">1 1 8192,'43'13'0,"0"-2"0,53 6 0,94 4 0,-138-17 0,420 20 0,6-23 0,-164-2 0,1137 32 0,4 29 0,-951-38 0,2344 113 0,-2038-93 0,-622-31 0</inkml:trace>
</inkml:ink>
</file>

<file path=ppt/ink/ink5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2:49.124"/>
    </inkml:context>
    <inkml:brush xml:id="br0">
      <inkml:brushProperty name="width" value="0.1" units="cm"/>
      <inkml:brushProperty name="height" value="0.1" units="cm"/>
      <inkml:brushProperty name="color" value="#E71224"/>
    </inkml:brush>
  </inkml:definitions>
  <inkml:trace contextRef="#ctx0" brushRef="#br0">1 89 8192,'38'0'1980,"-21"2"-794,-1-2 0,1 0 0,-1-1 0,1-1 0,-1 0 0,0-1 0,26-8 0,-20 3-1186,0 2 0,0 0 0,1 2 0,24-2 0,36-7 0,-43 6 0,-1 3 0,1 1 0,69 5 0,-27 0 0,173-3-2878,272 2-5712,-353 8 8590,67 0 0,-84 0 0,7 0 0,15-11 42,416 3 1245,-517 3 1688,-1 1-3385,130 5-2843,118-1 2612,3-4 641,-40-3 0,-198 7 2326,40 1 3193,1088-11-13364,-561-39 7845,-317 13 0,1216-12 0,-1392 39 11468</inkml:trace>
</inkml:ink>
</file>

<file path=ppt/ink/ink5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2:50.389"/>
    </inkml:context>
    <inkml:brush xml:id="br0">
      <inkml:brushProperty name="width" value="0.1" units="cm"/>
      <inkml:brushProperty name="height" value="0.1" units="cm"/>
      <inkml:brushProperty name="color" value="#E71224"/>
    </inkml:brush>
  </inkml:definitions>
  <inkml:trace contextRef="#ctx0" brushRef="#br0">1 109 8192,'18'-2'1283,"0"0"1,0-1 0,0-1 0,20-6-1,17-5 1560,63-6-1739,219-10-1,444 12-10364,-392 18 8297,392 3-279,-352 19 1243,-200-8 0,-111-6 0,226 6 0,-341-13 0,613 9 3356,-455-2-4303,105 8-1141,211 9 1927,3-25 30,-183-1 102,225 15 29,19-8 9344,-335-6-7220,56-18-2124,-101 3 0,-67 7-2476,-58 5 1981</inkml:trace>
</inkml:ink>
</file>

<file path=ppt/ink/ink5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2:51.716"/>
    </inkml:context>
    <inkml:brush xml:id="br0">
      <inkml:brushProperty name="width" value="0.1" units="cm"/>
      <inkml:brushProperty name="height" value="0.1" units="cm"/>
      <inkml:brushProperty name="color" value="#E71224"/>
    </inkml:brush>
  </inkml:definitions>
  <inkml:trace contextRef="#ctx0" brushRef="#br0">1 197 8192,'17'0'1638,"1"0"0,-1-1 1,1-1-1,-1 0 0,1-1 1,21-8-1,-5-1-1671,246-79-1759,-216 74 1282,2 2-1,94-7 1,390 1-3546,0 34 0,-51 22 4056,108 8 0,-372-32 0,1 3 0,425 14 0,-344-19 0,33 0 0,158 1 0,187-1 0,-424-11 0,365 2 11030,-621 0-10592</inkml:trace>
</inkml:ink>
</file>

<file path=ppt/ink/ink5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2:54.129"/>
    </inkml:context>
    <inkml:brush xml:id="br0">
      <inkml:brushProperty name="width" value="0.1" units="cm"/>
      <inkml:brushProperty name="height" value="0.1" units="cm"/>
      <inkml:brushProperty name="color" value="#E71224"/>
    </inkml:brush>
  </inkml:definitions>
  <inkml:trace contextRef="#ctx0" brushRef="#br0">1 90 8192,'168'-4'8465,"-1"-16"-5462,-49 2-3003,136-5 0,121 16 0,-42 1 0,891-6-9518,-790 14 7568,1421-2 1950,-1298 18 0,10 0 0,997-19 11468,-1546 1-11468</inkml:trace>
</inkml:ink>
</file>

<file path=ppt/ink/ink5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3:01.117"/>
    </inkml:context>
    <inkml:brush xml:id="br0">
      <inkml:brushProperty name="width" value="0.1" units="cm"/>
      <inkml:brushProperty name="height" value="0.1" units="cm"/>
      <inkml:brushProperty name="color" value="#E71224"/>
    </inkml:brush>
  </inkml:definitions>
  <inkml:trace contextRef="#ctx0" brushRef="#br0">1 741 8192,'9'12'0,"-1"0"0,1 1 0,-2 0 0,0 0 0,0 1 0,-2 0 0,5 15 0,5 9 0,137 350 0,-113-285 0,3-1 0,4-3 0,80 127 0,-115-208 0,0-1 0,26 29 0,-33-41 0,1-1 0,0 0 0,0 0 0,0 0 0,0 0 0,1-1 0,-1 0 0,1 0 0,0-1 0,0 1 0,0-1 0,0-1 0,10 3 0,21-1 0,1-1 0,-1-2 0,0-1 0,71-12 0,-53 0 0,0-1 0,100-42 0,105-67 0,-244 115 0,1117-648 0,-48-87 0,-844 572 0,-31 21 0</inkml:trace>
</inkml:ink>
</file>

<file path=ppt/ink/ink5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4:05.634"/>
    </inkml:context>
    <inkml:brush xml:id="br0">
      <inkml:brushProperty name="width" value="0.1" units="cm"/>
      <inkml:brushProperty name="height" value="0.1" units="cm"/>
      <inkml:brushProperty name="color" value="#008C3A"/>
    </inkml:brush>
  </inkml:definitions>
  <inkml:trace contextRef="#ctx0" brushRef="#br0">1 124 8192,'0'-1'283,"0"0"1,0 0 0,1 1-1,4-7 2553,-4 7-2552,-1-1-1,1 1 1,0-1-1,-1 1 1,1-1-1,0 1 1,0 0 0,-1 0-1,1-1 1,0 1-1,0 0 1,0 0 0,1 0-1,27-4 3155,-26 4-3348,64-10-90,-25 2 0,46-8-4118,43-4-3232,10 2 7350,-6 0 0,-72 11 0,50-2 0,592 10 3623,-701-1-3973,-1 0 156,-1-1 0,0 1 0,0 0 0,0 0 1,1 1-1,-1-1 0,0 0 0,0 1 0,0-1 0,1 1 1,-1 0-1,0 0 0,3 2 0,-5-3 246,1 0-1,-1 0 1,0 1 0,0-1-1,0 0 1,0 0 0,0 1 0,0-1-1,0 0 1,0 1 0,0-1-1,0 0 1,0 0 0,0 1-1,0-1 1,0 0 0,0 1-1,0-1 1,0 0 0,0 0-1,-1 1 1,1-1 0,0 0-1,0 0 1,0 1 0,0-1-1,0 0 1,-1 0 0,1 1-1,0-1 1,0 0 0,-1 0-1,1 0 1,0 1 0,-9 5 936,9-6-988,-9 6 0</inkml:trace>
</inkml:ink>
</file>

<file path=ppt/ink/ink5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4:07.559"/>
    </inkml:context>
    <inkml:brush xml:id="br0">
      <inkml:brushProperty name="width" value="0.1" units="cm"/>
      <inkml:brushProperty name="height" value="0.1" units="cm"/>
      <inkml:brushProperty name="color" value="#008C3A"/>
    </inkml:brush>
  </inkml:definitions>
  <inkml:trace contextRef="#ctx0" brushRef="#br0">0 1 18217,'1976'34'0</inkml:trace>
</inkml:ink>
</file>

<file path=ppt/ink/ink5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4:12.546"/>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 0,'2014'0'0</inkml:trace>
</inkml:ink>
</file>

<file path=ppt/ink/ink5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4:16.50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1,'1'20,"0"0,6 20,-3-20,1 39,-5 807,-4-834,0-21</inkml:trace>
</inkml:ink>
</file>

<file path=ppt/ink/ink5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4:43.961"/>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2 1,'-2'80,"4"87,16-79,-2-24,-11-50,-1 0,-1 0,0 0,1 25,-3 593,-2-294,1-323</inkml:trace>
</inkml:ink>
</file>

<file path=ppt/ink/ink5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5:35.57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1,'0'937,"0"-922</inkml:trace>
</inkml:ink>
</file>

<file path=ppt/ink/ink5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5:36.78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72 1,'-6'13,"1"1,1 0,0 0,1 0,-1 16,1-10,-15 113,14-95,2 74,1-1,-7-50,4-39,-1 36,6 382,-1-425</inkml:trace>
</inkml:ink>
</file>

<file path=ppt/ink/ink5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5:39.01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73,'25'1,"1"-1,0-2,0 0,0-2,-1-1,26-7,-38 8,-1 1,1 1,-1 0,1 1,17 1,-13-1,-1 1,24-5,101-21,-88 22,104 3,-67 3,827-2,-729 10,-88-3,654 30,-663-28,29 0,249-10,-354 1</inkml:trace>
</inkml:ink>
</file>

<file path=ppt/ink/ink5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3.085"/>
    </inkml:context>
    <inkml:brush xml:id="br0">
      <inkml:brushProperty name="width" value="0.1" units="cm"/>
      <inkml:brushProperty name="height" value="0.1" units="cm"/>
      <inkml:brushProperty name="color" value="#008C3A"/>
    </inkml:brush>
  </inkml:definitions>
  <inkml:trace contextRef="#ctx0" brushRef="#br0">1 19 8192,'3'0'11332,"4"0"-11332,3 0 0,28-3 136,10-1-136,0 0 0,-5 1 0,-7 1 0,-7 0 0,-8 1 0</inkml:trace>
</inkml:ink>
</file>

<file path=ppt/ink/ink5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3.832"/>
    </inkml:context>
    <inkml:brush xml:id="br0">
      <inkml:brushProperty name="width" value="0.1" units="cm"/>
      <inkml:brushProperty name="height" value="0.1" units="cm"/>
      <inkml:brushProperty name="color" value="#008C3A"/>
    </inkml:brush>
  </inkml:definitions>
  <inkml:trace contextRef="#ctx0" brushRef="#br0">269 1 8192,'-16'16'980,"1"0"0,1 1 0,0 1 0,2 0 0,0 1 0,1 0-1,1 1 1,-9 22 0,-3 9-97,-2 0 0,-56 84 0,77-130-883,0-1 0,0 0 0,1 1 0,0-1 0,0 1 0,-2 5 0,4-9 0,0-1 0,0 1 0,0 0 0,0-1 0,0 1 0,0-1 0,-1 1 0,2-1 0,-1 1 0,0-1 0,0 1 0,0 0 0,0-1 0,0 1 0,0-1 0,0 1 0,1-1 0,-1 1 0,0-1 0,0 1 0,1-1 0,-1 0 0,0 1 0,2 0 0,-1 0 0,0-1 0,0 0 0,0 1 0,0-1 0,0 0 0,1 0 0,-1 0 0,0 0 0,0 0 0,0 0 0,1 0 0,-1 0 0,0 0 0,0 0 0,0-1 0,1 1 0,0-1 0,274-73 0,-259 69 0</inkml:trace>
</inkml:ink>
</file>

<file path=ppt/ink/ink5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4.526"/>
    </inkml:context>
    <inkml:brush xml:id="br0">
      <inkml:brushProperty name="width" value="0.1" units="cm"/>
      <inkml:brushProperty name="height" value="0.1" units="cm"/>
      <inkml:brushProperty name="color" value="#008C3A"/>
    </inkml:brush>
  </inkml:definitions>
  <inkml:trace contextRef="#ctx0" brushRef="#br0">1 202 8192,'4'-1'1419,"1"0"1,-1 0 0,0 0-1,1 0 1,-1-1-1,8-3 1,7-3 111,96-30-1531,169-79 0,-244 98 0,-24 11 0</inkml:trace>
</inkml:ink>
</file>

<file path=ppt/ink/ink5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4.976"/>
    </inkml:context>
    <inkml:brush xml:id="br0">
      <inkml:brushProperty name="width" value="0.1" units="cm"/>
      <inkml:brushProperty name="height" value="0.1" units="cm"/>
      <inkml:brushProperty name="color" value="#008C3A"/>
    </inkml:brush>
  </inkml:definitions>
  <inkml:trace contextRef="#ctx0" brushRef="#br0">2 1 8192,'0'829'0,"-1"-819"981,1-6-174,0-1-1,-1 0 1,1 1 0,0-1-1,1 1 1,-1-1 0,1 0 0,-1 1-1,1-1 1,0 0 0,0 0-1,3 6 1,-3-9-807,-1 0 0,0 0 0,1 1 0,-1-1 0,0 0 0,1 0 0,-1 0 0,0 0 0,1 0 0,-1 0 0,1 0 0,-1 0 0,0 0 0,1 0 0,-1 0 0,0 0 0,1 0 0,-1 0 0,1 0 0,-1 0 0,0 0 0,1-1 0,-1 1 0,0 0 0,1 0 0,-1 0 0,0-1 0,1 1 0,-1 0 0,0 0 0,0-1 0,1 1 0,-1 0 0,0 0 0,0-1 0,0 1 0,1 0 0,-1-1 0,0 1 0,0-1 0,6-8 0</inkml:trace>
</inkml:ink>
</file>

<file path=ppt/ink/ink5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5.503"/>
    </inkml:context>
    <inkml:brush xml:id="br0">
      <inkml:brushProperty name="width" value="0.1" units="cm"/>
      <inkml:brushProperty name="height" value="0.1" units="cm"/>
      <inkml:brushProperty name="color" value="#008C3A"/>
    </inkml:brush>
  </inkml:definitions>
  <inkml:trace contextRef="#ctx0" brushRef="#br0">1 52 8192,'3'0'11332,"4"0"-11196,4 0-136,3 0 0,2 0 0,4 0 0,2 0 0,3 0 0,4-3 0,2-1 0,-1-3 0,1 0 0,-2-1 0,-4-1 0,-2 3 0,-8 1 0,-7 2 0</inkml:trace>
</inkml:ink>
</file>

<file path=ppt/ink/ink5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5.782"/>
    </inkml:context>
    <inkml:brush xml:id="br0">
      <inkml:brushProperty name="width" value="0.1" units="cm"/>
      <inkml:brushProperty name="height" value="0.1" units="cm"/>
      <inkml:brushProperty name="color" value="#008C3A"/>
    </inkml:brush>
  </inkml:definitions>
  <inkml:trace contextRef="#ctx0" brushRef="#br0">1 45 8192,'72'1'6119,"82"-3"-770,-145 1-5349,-1-1 0,1 0 0,-1-1 0,0 0 0,0 0 0,0 0 0,11-8 0,-4 3 0,0 0 0</inkml:trace>
</inkml:ink>
</file>

<file path=ppt/ink/ink5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6.473"/>
    </inkml:context>
    <inkml:brush xml:id="br0">
      <inkml:brushProperty name="width" value="0.1" units="cm"/>
      <inkml:brushProperty name="height" value="0.1" units="cm"/>
      <inkml:brushProperty name="color" value="#008C3A"/>
    </inkml:brush>
  </inkml:definitions>
  <inkml:trace contextRef="#ctx0" brushRef="#br0">183 1 8192,'-4'5'302,"1"1"1,0-1-1,1 1 1,-1 0 0,1 0-1,0 0 1,0 0-1,1 0 1,-1 12-1,-1-2 29,-26 196 1603,6-30-1818,17-150-2828,-13 38 1,-39 77 4639,57-145-1645,0-1-1,0 1 0,1 0 1,-1-1-1,0 1 0,1-1 1,-1 1-1,1 0 0,0 0 1,0-1-1,-1 1 1,1 0-1,0 0 0,0-1 1,1 1-1,-1 0 0,0-1 1,1 1-1,-1 0 1,0-1-1,2 3 0,-1-3-106,1 0 0,-1 1 0,1-1 0,0 0 0,-1 0 1,1 0-1,0 0 0,-1-1 0,1 1 0,0 0 0,0-1 0,0 0 0,0 1 0,0-1 0,0 0 0,0 0 0,0 0 0,3 0 0,3-1-176,0 0 0,0 0 0,15-5 0,-18 5 0,0-1 0,1 1 0,-1-1 0,1 2 0,-1-1 0,1 1 0,-1-1 0,12 2 0,-17 0 0,1-1 0,-1 0 0,1 0 0,-1 0 0,1 1 0,-1-1 0,1 0 0,-1 0 0,0 1 0,1-1 0,-1 0 0,1 1 0,-1-1 0,0 1 0,1-1 0,-1 0 0,0 1 0,1-1 0,-1 1 0,0-1 0,0 1 0,1-1 0,-1 1 0,0-1 0,0 1 0,0-1 0,0 1 0,0 0 0,0-1 0,0 1 0,0-1 0,0 1 0,0-1 0,0 1 0,0-1 0,0 1 0,0-1 0,-1 1 0,1-1 0,0 1 0,0-1 0,0 1 0,-1-1 0,1 1 0,0-1 0,-1 1 0,-16 22 0,7-14 0,-1 0 0,0-1 0,0 0 0,-1-1 0,0-1 0,-22 10 0,-5 2 0,29-13 0</inkml:trace>
</inkml:ink>
</file>

<file path=ppt/ink/ink5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6.831"/>
    </inkml:context>
    <inkml:brush xml:id="br0">
      <inkml:brushProperty name="width" value="0.1" units="cm"/>
      <inkml:brushProperty name="height" value="0.1" units="cm"/>
      <inkml:brushProperty name="color" value="#008C3A"/>
    </inkml:brush>
  </inkml:definitions>
  <inkml:trace contextRef="#ctx0" brushRef="#br0">1 1 8192,'19'17'2636,"30"19"1,-31-23-572,1 0 0,18 20 0,-32-28-2065,-1-1 0,1 0 0,0 0 0,0-1 0,1 1 0,-1-1 0,1 0 0,-1 0 0,1-1 0,0 0 0,0 0 0,0 0 0,0-1 0,0 0 0,1 0 0,-1-1 0,0 1 0,0-1 0,1-1 0,-1 1 0,0-1 0,0 0 0,0 0 0,1-1 0,-2 0 0,1 0 0,0 0 0,7-5 0,2-4 0</inkml:trace>
</inkml:ink>
</file>

<file path=ppt/ink/ink5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7.235"/>
    </inkml:context>
    <inkml:brush xml:id="br0">
      <inkml:brushProperty name="width" value="0.1" units="cm"/>
      <inkml:brushProperty name="height" value="0.1" units="cm"/>
      <inkml:brushProperty name="color" value="#008C3A"/>
    </inkml:brush>
  </inkml:definitions>
  <inkml:trace contextRef="#ctx0" brushRef="#br0">1 131 8192,'48'-3'2281,"1"-2"0,-1-2 0,48-14 0,2 0 63,212-46-2344,-286 60 0</inkml:trace>
</inkml:ink>
</file>

<file path=ppt/ink/ink5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7.932"/>
    </inkml:context>
    <inkml:brush xml:id="br0">
      <inkml:brushProperty name="width" value="0.1" units="cm"/>
      <inkml:brushProperty name="height" value="0.1" units="cm"/>
      <inkml:brushProperty name="color" value="#008C3A"/>
    </inkml:brush>
  </inkml:definitions>
  <inkml:trace contextRef="#ctx0" brushRef="#br0">255 1 8192,'1'33'2925,"3"1"0,6 32 0,3 13-670,12 272-1817,-26 9-438,1-358 0,0 0 0,0 0 0,0 0 0,0-1 0,-1 1 0,1 0 0,0 0 0,-1 0 0,0 0 0,1 0 0,-1-1 0,0 1 0,0 0 0,0 0 0,0-1 0,-2 4 0,2-5 0,0 0 0,0 1 0,0-1 0,0 1 0,0-1 0,0 0 0,0 0 0,0 0 0,-1 1 0,1-1 0,0 0 0,0 0 0,0-1 0,0 1 0,0 0 0,0 0 0,0 0 0,0-1 0,0 1 0,0-1 0,0 1 0,0-1 0,0 1 0,0-1 0,0 1 0,0-1 0,0 0 0,0 1 0,1-1 0,-1 0 0,-1-1 0,-19-17-610,0-2 0,2 0 0,0-1 0,1 0 0,1-2 0,-26-50 0,31 53-1518,-2 1 1,-18-23-1,-14-26 8679,46 67-6248,8-6 1349,23-2-2442,-15 6 3232,8-3-2287,0 0 0,1 2-1,35-4 1,-34 6-186,-1-1 0,-1-1 0,37-12 0,-46 11 31</inkml:trace>
</inkml:ink>
</file>

<file path=ppt/ink/ink5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8.673"/>
    </inkml:context>
    <inkml:brush xml:id="br0">
      <inkml:brushProperty name="width" value="0.1" units="cm"/>
      <inkml:brushProperty name="height" value="0.1" units="cm"/>
      <inkml:brushProperty name="color" value="#008C3A"/>
    </inkml:brush>
  </inkml:definitions>
  <inkml:trace contextRef="#ctx0" brushRef="#br0">151 1 8192,'-3'0'233,"1"0"0,-1 1 0,0-1 0,1 1-1,0-1 1,-1 1 0,1 0 0,-1 0 0,1 0 0,0 0 0,0 0 0,-1 1 0,1-1 0,-2 3 0,-26 28 4407,25-26-4085,1 0 1,-1-1 0,0 0 0,-1 0-1,-10 8 1,10-10-556,1 0 0,0 1 0,0-1 0,1 1 0,-7 7 0,10-11 0,1 1 0,-1-1 0,1 1 0,0-1 0,-1 1 0,1-1 0,0 1 0,-1-1 0,1 1 0,0-1 0,0 1 0,-1 0 0,1-1 0,0 1 0,0-1 0,0 1 0,0 0 0,0-1 0,0 1 0,0 0 0,0-1 0,0 1 0,0-1 0,1 2 0,0-1 0,-1 0 0,1 0 0,0 0 0,0-1 0,0 1 0,0 0 0,1-1 0,-1 1 0,0 0 0,0-1 0,0 1 0,0-1 0,1 0 0,-1 1 0,0-1 0,0 0 0,3 0 0,15 2-798,0 0 0,38-4 1,-43 1 1,-1 0 0,0 1 0,1 0 0,-1 1 0,1 1 0,-1 0 0,0 1 0,14 4 0,-25-6 717,0-1-1,-1 1 0,1-1 1,-1 1-1,1 0 0,-1 0 1,1-1-1,-1 1 0,1 0 1,-1 1-1,0-1 0,1 0 1,-1 0-1,0 0 1,0 1-1,0-1 0,0 1 1,0-1-1,0 1 0,0-1 1,-1 1-1,1-1 0,0 1 1,-1 0-1,0-1 0,1 1 1,-1 0-1,0-1 1,0 4-1,0-2 112,-1 1 0,0-1-1,-1 0 1,1 0 0,0 0 0,-1 0 0,0 0 0,0 0 0,0 0-1,0-1 1,0 1 0,0-1 0,-1 1 0,-3 2 0,-22 19-19,-2-1-1,0-2 1,-2-1 0,-51 24 0,64-35-77</inkml:trace>
</inkml:ink>
</file>

<file path=ppt/ink/ink5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8.954"/>
    </inkml:context>
    <inkml:brush xml:id="br0">
      <inkml:brushProperty name="width" value="0.1" units="cm"/>
      <inkml:brushProperty name="height" value="0.1" units="cm"/>
      <inkml:brushProperty name="color" value="#008C3A"/>
    </inkml:brush>
  </inkml:definitions>
  <inkml:trace contextRef="#ctx0" brushRef="#br0">1 1 8192,'0'3'0,"0"4"0,0 4 2971,0 3-2971,0 5 0,0 2 5848,0 1-5848,3 0 0,1-2 0,0 0 2649,2-4-2649,0-2 0,-1 0 0,2 1 0,-1 0 0,-1 1 0,2-2 0,-1-4 0</inkml:trace>
</inkml:ink>
</file>

<file path=ppt/ink/ink5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49.656"/>
    </inkml:context>
    <inkml:brush xml:id="br0">
      <inkml:brushProperty name="width" value="0.1" units="cm"/>
      <inkml:brushProperty name="height" value="0.1" units="cm"/>
      <inkml:brushProperty name="color" value="#008C3A"/>
    </inkml:brush>
  </inkml:definitions>
  <inkml:trace contextRef="#ctx0" brushRef="#br0">1 89 8192,'24'-9'9574,"-8"1"-7680,43-7-1894,1 2 0,62-5 0,-50 8 0,-70 10 0,39-7 0,0 3 0,42 0 0,-81 4-158,0-1 1,-1 1-1,1 0 0,0 1 0,0-1 0,-1 0 0,1 0 0,0 1 1,-1-1-1,1 1 0,0-1 0,-1 1 0,1 0 0,-1-1 1,1 1-1,-1 0 0,0 0 0,1 0 0,-1 0 0,0 0 1,1 1-1,-1-1 0,0 0 0,0 1 0,0-1 0,0 1 0,1 2 1,-2-1-120,1 0 1,-1-1 0,0 1 0,0 0 0,0 0-1,0 0 1,-1 0 0,1 0 0,-1 0-1,0-1 1,0 1 0,0 0 0,0-1-1,0 1 1,-4 4 0,-2 5 718,0-1 0,-1 0 0,0-1 0,-1 0 0,0 0 0,0-1 0,-1 0 0,0-1 0,-20 13 0,6-8 663,0-1-1,-1 0 1,-45 12 0,52-18-1204,0-1 0,0-1 0,-1-1 0,-36 2 0,40-5 594</inkml:trace>
</inkml:ink>
</file>

<file path=ppt/ink/ink5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50.233"/>
    </inkml:context>
    <inkml:brush xml:id="br0">
      <inkml:brushProperty name="width" value="0.1" units="cm"/>
      <inkml:brushProperty name="height" value="0.1" units="cm"/>
      <inkml:brushProperty name="color" value="#008C3A"/>
    </inkml:brush>
  </inkml:definitions>
  <inkml:trace contextRef="#ctx0" brushRef="#br0">1 90 8192,'184'-3'8465,"0"-14"-5462,149-51-3003,-328 67 0,-4 0 0</inkml:trace>
</inkml:ink>
</file>

<file path=ppt/ink/ink5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50.953"/>
    </inkml:context>
    <inkml:brush xml:id="br0">
      <inkml:brushProperty name="width" value="0.1" units="cm"/>
      <inkml:brushProperty name="height" value="0.1" units="cm"/>
      <inkml:brushProperty name="color" value="#008C3A"/>
    </inkml:brush>
  </inkml:definitions>
  <inkml:trace contextRef="#ctx0" brushRef="#br0">582 1 8192,'-11'17'6615,"3"16"-4230,4-14-2108,-14 47 483,-37 117 671,53-175-1431,0-1 0,-1 0 0,-1 0 0,1-1 0,-1 1 0,0-1 0,-1 1 0,1-1 0,-1-1 0,0 1 0,-1-1 0,1 1 0,-1-2 0,0 1 0,-1-1 0,1 0 0,-1 0 0,1 0 0,-1-1 0,0 0 0,-1-1 0,-13 4 0,2-1-981,1 2 0,0 0 0,0 1 0,-17 11-1,-66 45-5280,80-51 5962,8-3 300,0 1 0,-22 23 0,-8 7 0,32-34 0,3-6 0</inkml:trace>
</inkml:ink>
</file>

<file path=ppt/ink/ink5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5:51.495"/>
    </inkml:context>
    <inkml:brush xml:id="br0">
      <inkml:brushProperty name="width" value="0.1" units="cm"/>
      <inkml:brushProperty name="height" value="0.1" units="cm"/>
      <inkml:brushProperty name="color" value="#008C3A"/>
    </inkml:brush>
  </inkml:definitions>
  <inkml:trace contextRef="#ctx0" brushRef="#br0">1 1 8192,'0'3'422,"1"0"1,-1 1 0,1-1-1,0 0 1,1 0-1,-1 0 1,0 0-1,1 0 1,0 0 0,-1 0-1,1-1 1,0 1-1,1 0 1,3 3 0,38 32 4682,-42-37-5081,106 75-24,9 6 0,-80-50 0,-1 1 0,50 60 0,-73-78 0,-2-4 0</inkml:trace>
</inkml:ink>
</file>

<file path=ppt/ink/ink5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6:01.87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1779,'13'-37,"13"-62,-18 74,-1 0,-1 0,4-47,-1-2,-5 50,1-37,-5-945,-1 986,-8-39,6 38,-3-37,7 7,1 34,-2-1,0 0,-1 0,-3-18,4 35,0 0,0 1,-1-1,1 0,0 0,0 0,0 1,-1-1,1 0,0 1,0-1,-1 0,1 1,-1-1,1 0,-1 1,1-1,-2 0,-2 11,0 23,4-16,-2-1,0 0,-5 18,4-21</inkml:trace>
</inkml:ink>
</file>

<file path=ppt/ink/ink5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7:15.513"/>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32 1307,'-2'-80,"4"-88,7 109,-5 38,1-40,-5-344,0 391,2 0,4-22,-3 22,0-1,0-15,-3-266,0 202,0 144,1-6,-2 0,-10 68,6-68,1 0,5 85,1-46,-2-52,-2-1,-7 50,4-52,0 33,4-32,-6 29,3-34,0 46,4-50,0 0,-2 0,-6 27,5-35</inkml:trace>
</inkml:ink>
</file>

<file path=ppt/ink/ink6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7:17.11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72,'0'-1,"0"0,0 1,1-1,-1 0,1 0,-1 1,1-1,-1 0,1 1,-1-1,1 1,-1-1,1 1,0-1,-1 1,1-1,0 1,0-1,-1 1,1 0,0-1,0 1,0 0,-1 0,1 0,0 0,1 0,27-4,-26 4,85-2,37-3,144-21,-175 20,35-4,-57 4,100 6,-70 2,-24-3,85 2,-98 7,31 1,26 0,19 1,309-11,-443 1</inkml:trace>
</inkml:ink>
</file>

<file path=ppt/ink/ink6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2-16T10:07:19.337"/>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38,'36'-14,"-2"10,0 1,0 2,35 3,-1 0,-32-2,-1-1,43-8,-32 3,0 3,79 3,-43 2,742-2,-791 1,32 7,12 0,-58-8</inkml:trace>
</inkml:ink>
</file>

<file path=ppt/ink/ink6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8:44.464"/>
    </inkml:context>
    <inkml:brush xml:id="br0">
      <inkml:brushProperty name="width" value="0.1" units="cm"/>
      <inkml:brushProperty name="height" value="0.1" units="cm"/>
      <inkml:brushProperty name="color" value="#008C3A"/>
    </inkml:brush>
  </inkml:definitions>
  <inkml:trace contextRef="#ctx0" brushRef="#br0">1 1 8192,'60'0'9597,"0"0"-6563,12 0-5260,36 0-7738,843 0 9523,-789 11 441,-83-4 0,-13 1 2863,-36-3-239,41 0 1,441-6-2065,-496 1-1120</inkml:trace>
</inkml:ink>
</file>

<file path=ppt/ink/ink6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8:58.582"/>
    </inkml:context>
    <inkml:brush xml:id="br0">
      <inkml:brushProperty name="width" value="0.1" units="cm"/>
      <inkml:brushProperty name="height" value="0.1" units="cm"/>
      <inkml:brushProperty name="color" value="#008C3A"/>
    </inkml:brush>
  </inkml:definitions>
  <inkml:trace contextRef="#ctx0" brushRef="#br0">1064 20 8192,'-1'-1'284,"1"0"0,0 1 0,-5-7 2556,4 6-2556,0 1 0,1-1 0,-1 1 0,0 0 0,0-1 0,1 1 1,-1 0-1,0-1 0,0 1 0,0 0 0,1 0 0,-1 0 0,0 0 0,-1-1 0,-27-2 3135,26 3-3323,-54-2-96,-66 4 0,115-1-91,-1 0 0,1 0 0,-1 0 0,1 1 0,0 0-1,0 1 1,-14 6 0,19-7-55,0 0 0,0 0 0,0 0 0,0 1 0,1-1 0,-1 1 0,1 0 0,-1 0 0,1 0 0,0 0 0,0 0 0,1 0 0,-1 0 0,0 1 0,1-1 0,0 0-1,0 1 1,0 0 0,0-1 0,0 5 0,-2 29-1993,1 1 0,4 43 0,1-5 884,-4-39 1255,3 0 0,7 48 0,-4-52 0,-2-1 0,-2 34 0,-1-33 0,1-1 0,7 37 0,-3-25 0,-1 0 0,-5 85 0,0-47 0,1 1030 0,-2-1083 0,-6 40 0,0-15 0,-8 51 0,8-64 0,-4 84 0,10-91 0,-6 35 0,1-12 0,-2 1 0,-26 92 0,1-6 0,23-101 0,-2 0 0,-1-1 0,-29 57 0,-14 40 0,-12 36 0,36-97 0,17-29 0,14-41 0,0 0 0,0 0 0,-1 0 0,0-1 0,0 1 0,-1-1 0,0 0 0,0 0 0,-1 0 0,0-1 0,0 1 0,-7 6 0,-36 33 512,33-30 101,-1-1 0,-32 24 0,41-35-570,0 1-1,0-1 1,-1-1-1,0 0 1,0 0-1,1 0 0,-2-1 1,1 0-1,0-1 1,0 1-1,-10-1 1,12-1 612,0 0 0,0 0 1,0-1-1,-1 0 1,-7-2-1,13 3-522,1 0 0,-1 0 0,0-1 0,1 1 0,-1 0 0,1 0 0,-1-1 0,1 1 0,-1-1 0,1 1 0,-1 0 0,1-1-1,-1 1 1,1-1 0,-1 1 0,1-1 0,-1 1 0,1-1 0,0 1 0,-1-1 0,1 0 0,0 1 0,-1-2 0,2 1-55,-1 0 0,0 0 0,0 0 0,1 0 1,-1 0-1,0-1 0,1 1 0,-1 0 0,1 0 0,0 0 0,-1 0 0,1 0 1,0 0-1,0 1 0,-1-1 0,1 0 0,0 0 0,1-1 0,8-4-78,0-1 0,0 1 0,0 1 0,0 0 0,1 0 0,0 1 0,0 0 0,0 1 0,0 0 0,1 1 0,-1 0 0,13 0 0,-19 3-61,0-1-1,0 1 1,1-1-1,-1 2 1,0-1 0,0 0-1,0 1 1,-1 0-1,1 0 1,0 1-1,6 3 1,5 5-828,25 25 0,-5-6-541,-18-17-1500,39 19 1,-15-9 1265,-39-20 1925,0-1 0,0 0-1,0 1 1,-1 0 0,1-1 0,-1 1 0,1 0 0,-1 1 0,0-1 0,0 0 0,-1 0 0,3 6 0,13 48 5532,-8-24-3863,0-10-3518,-2 1 1,-1-1-1,-1 1 0,-1 0 0,-1 1 0,0 27 0,-4-35 1588,2-1 0,0 0 0,7 31 0,-3-16 0,-2 0 0,-1 0 0,-4 60 0,1-22 0,1 1135 11468,-2-1180-11731,0 0 1,-2 0-1,-6 23 0,4-21-319,1 1 1,-2 31-1,-2 43 2416,2-25-2445,5-25-6553,2-24 6253,-1-1 1,-8 53 0,4-41 910,2 0 0,1 1 0,4 50 0,0-12 0,-4-43 0,-6 37 0,4-37 0,-1 39 0,-5 135 0,2 160 0,10-225 0,-2 583 0,-2-693 0,-6 36 0,4-37 0,-1 41 0,-4 39 5633,0 4 202,10 219-5835,-1-322 0,2-1 0,0 1 0,0-1 0,1 0 0,8 19 0,4 19 0,22 80-9178,-15-75 8799,-8-21 3131,41 83 4053,-52-112-6867,9 15-2790,-1 1 1,-1 0-1,11 33 1,-18-45 3638,0 0 0,1 0 0,0 0 0,1 0-1,0-1 1,0 0 0,0 0 0,1 0 0,1-1 0,-1 0 0,16 12 0,-19-15-587,0 0-1,0-1 1,0 1-1,0 0 1,-1 0-1,0 1 1,4 7-1,-4-7-466,0 0-1,1 0 1,-1 0-1,1-1 1,0 1-1,5 5 1,26 27 608,-24-25-78,1 0-1,0-1 1,0 0-1,1-1 1,22 14-1,-22-17-325,36 23-2856,2-3 0,85 33 1,-110-52 2917</inkml:trace>
</inkml:ink>
</file>

<file path=ppt/ink/ink6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9:29.943"/>
    </inkml:context>
    <inkml:brush xml:id="br0">
      <inkml:brushProperty name="width" value="0.1" units="cm"/>
      <inkml:brushProperty name="height" value="0.1" units="cm"/>
      <inkml:brushProperty name="color" value="#008C3A"/>
    </inkml:brush>
  </inkml:definitions>
  <inkml:trace contextRef="#ctx0" brushRef="#br0">1 1 8192,'1'2'521,"1"0"0,-1 0 0,1 1 0,-1-1 0,0 0 0,0 1 0,0-1 0,0 1 0,0-1 0,0 1 1,-1 0-1,1 2 0,2 38 2787,-2-18-2275,36 269-680,11 191-4427,-15-140 303,-2-93 1511,8 79 897,-20-72 1363,-17-117-124,0-5 743,6-74 4362,-4-42-1985,1 36 0,-5 13-2996,0-55 0</inkml:trace>
</inkml:ink>
</file>

<file path=ppt/ink/ink6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9:30.441"/>
    </inkml:context>
    <inkml:brush xml:id="br0">
      <inkml:brushProperty name="width" value="0.1" units="cm"/>
      <inkml:brushProperty name="height" value="0.1" units="cm"/>
      <inkml:brushProperty name="color" value="#008C3A"/>
    </inkml:brush>
  </inkml:definitions>
  <inkml:trace contextRef="#ctx0" brushRef="#br0">1 36 8192,'2'0'57,"0"0"0,-1 1 0,1-1 0,0 1 1,0-1-1,0 1 0,0 0 0,0-1 0,-1 1 1,1 0-1,0 0 0,-1 1 0,1-1 0,1 1 1,22 25 1884,-10-10-472,53 52 510,135 123 3238,-199-189-5218,16 15 0,2-2 0,0 0 0,34 19 0,-48-31 0,-1-1 0,1 0 0,-1-1 0,1 1 0,0-1 0,0-1 0,0 1 0,0-1 0,0-1 0,1 0 0,-1 0 0,0 0 0,0-1 0,0 0 0,16-5 0,-9 1-155,-1-2 0,1 1 0,-1-2-1,0 0 1,0-1 0,-1 0 0,17-16-1,3-6-1196,39-48 1,-36 34-2985,-22 27 4091,-1-1 0,-1-1 0,18-40 0,-6-30-1962,-18 76 2207</inkml:trace>
</inkml:ink>
</file>

<file path=ppt/ink/ink6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9:33.289"/>
    </inkml:context>
    <inkml:brush xml:id="br0">
      <inkml:brushProperty name="width" value="0.1" units="cm"/>
      <inkml:brushProperty name="height" value="0.1" units="cm"/>
      <inkml:brushProperty name="color" value="#008C3A"/>
    </inkml:brush>
  </inkml:definitions>
  <inkml:trace contextRef="#ctx0" brushRef="#br0">279 1688 8192,'1'-23'1626,"2"1"1,1-1-1,0 1 1,12-31-1,-6 18-919,14-55-836,150-470-4012,23 85 816,-47 114 2081,-139 337 3155,-11 24-1820,2 5 1827,-1-5-1827,-1 0 0,0 0 1,0 0-1,1 0 0,-1 1 1,0-1-1,0 0 0,0 0 0,1 0 1,-1 0-1,0 0 0,0 0 1,1 0-1,-1 0 0,4-3 1827,-3 3-1827,-1 0 0,0-1 0,0 1 1,0 0-1,0 0 0,0 0 1,0-1-1,0 1 0,5 22 3345,-5-22-3432,15 109-4,11 65 0,-3-34-1981,9 229 0,-31 148-4231,-3-246 4918,2-221 4055,-1 56 5946,1-105-8707,0-1 0,0 1 0,0-1 0,0 0 0,0 1 0,0-1 0,0 1 0,0-1 0,0 0 0,0 1 0,0-1 0,0 1 0,0-1 0,0 0 0,-1 1 0,1-1 0,0 0 0,0 1 0,0-1 0,-1 0 0,1 1 0,0-1 0,-1 0 0,1 1 0,0-1 0,0 0 0,-1 0 0,1 0 0,-1 1 0,1-1 0,0 0 0,-1 0 0,1 0 0,0 0 0,-1 1 0,1-1 0,-1 0 0,1 0 0,0 0 0,-1 0 0,0 0 0,-1-1 0,1 0 0,-1 1 0,0-1 0,0 0 0,1 0 0,-1 0 0,0-1 0,1 1 0,-3-2 0,-29-36 0,-110-147 0,114 146-125,-207-263-2226,42 78 3814,146 163-5376,-70-121 0,-16-41 1284,131 219 3418,0-1 1,1 1-1,-1-1 0,1 0 1,0 0-1,-1-8 0,3 13-644,0 0-1,0-1 0,0 1 0,0 0 0,0 0 0,0 0 0,0-1 1,0 1-1,0 0 0,1 0 0,-1 0 0,1-1 0,-1 1 1,1 0-1,-1 0 0,1 0 0,-1 0 0,1 0 0,0 0 0,0 0 1,-1 0-1,1 0 0,0 0 0,0 1 0,0-1 0,0 0 1,0 0-1,0 1 0,0-1 0,1 1 0,-1-1 0,0 1 0,0 0 1,0-1-1,0 1 0,1 0 0,-1 0 0,1-1 0,9 0-99,0 0 0,0 1 0,0 0 0,0 0 0,0 2 0,0-1 0,18 5 0,76 31-182,-20-6-2241,-11-13 1179,0-2-1,106 8 1,156-8-3275,-210-11 3995,481 7 11080,-629 4-10608,2-1-2356,-133 100 4519,75-56-1968,26-19-2917,-54 36 2616,-145 98-6099,231-160 5981,-439 262-2229,329-203 5013,1 1 5066,116-66-5730</inkml:trace>
</inkml:ink>
</file>

<file path=ppt/ink/ink6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9:42.117"/>
    </inkml:context>
    <inkml:brush xml:id="br0">
      <inkml:brushProperty name="width" value="0.1" units="cm"/>
      <inkml:brushProperty name="height" value="0.1" units="cm"/>
      <inkml:brushProperty name="color" value="#008C3A"/>
    </inkml:brush>
  </inkml:definitions>
  <inkml:trace contextRef="#ctx0" brushRef="#br0">1 55 8192,'237'-16'6781,"-108"4"-4706,546-15-5517,1 28-1015,-301 1 3500,-129-2 957,1064 14 0,-644 5 0,784 32 0,-31-30 0,-1123-21 0,-84-9 0,-15 0 0,-8 9 0,289-10 0,-244-12 11468,-72 12-11468,-91 4 0,78 4 0,25-1 0,-141-3 0,-21 2 0</inkml:trace>
</inkml:ink>
</file>

<file path=ppt/ink/ink6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9:46.972"/>
    </inkml:context>
    <inkml:brush xml:id="br0">
      <inkml:brushProperty name="width" value="0.1" units="cm"/>
      <inkml:brushProperty name="height" value="0.1" units="cm"/>
      <inkml:brushProperty name="color" value="#008C3A"/>
    </inkml:brush>
  </inkml:definitions>
  <inkml:trace contextRef="#ctx0" brushRef="#br0">0 246 15359,'7214'-246'0</inkml:trace>
</inkml:ink>
</file>

<file path=ppt/ink/ink6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9:51.387"/>
    </inkml:context>
    <inkml:brush xml:id="br0">
      <inkml:brushProperty name="width" value="0.1" units="cm"/>
      <inkml:brushProperty name="height" value="0.1" units="cm"/>
      <inkml:brushProperty name="color" value="#008C3A"/>
    </inkml:brush>
  </inkml:definitions>
  <inkml:trace contextRef="#ctx0" brushRef="#br0">7521 1449 8192,'6'-1'396,"0"1"0,1-1 0,-1 0 0,0-1 1,1 0-1,-1 0 0,9-4 0,43-26 5311,-9 5-3115,-34 21-2592,0 0 0,1 0 0,-1 2 0,1 0 0,1 0 0,24-1 0,-32 4-163,-1-1-1,1 0 0,-1-1 1,1 1-1,-1-2 0,0 1 1,0-1-1,13-10 0,58-46-1655,-67 50 1755,261-250-8048,-248 234 8200,-1-3 1,-2 0-1,-1-1 0,-1 0 1,-2-2-1,20-46 1,-28 54-102,-1-1 1,-1-1 0,-1 0-1,-1 0 1,-2 0-1,0 0 1,-2-1 0,-1 0-1,-3-38 1,0 54 44,0 1 1,-1-1-1,0 1 0,0-1 0,-1 1 1,-1 0-1,0 0 0,0 1 1,-13-18-1,7 13-160,0 0 0,-20-17-1,-8-2 2877,27 25-3556,2 0 819,0 0 1,0 1-1,-1 0 0,0 1 1,0 0-1,-1 1 1,0 0-1,-12-3 1,-54-6 5826,-1 8-3776,-81 6-2657,62 2 1723,-923-2-11652,424-40 10139,116 7 385,469 33 0,-366-15 0,194-2 0,-50-2 0,-293 17 0,263 4 0,25 16 0,25 0 0,37-8 0,67-2 0,-227 23 2968,199-16-2195,-482 58-3426,276-29 1565,30-19 1088,275-23 0,-10 1 542,3-1 1919,-1 2 0,-77 16 0,102-13-1812,0 2-1,1 0 1,-32 19 0,29-15-333,0-1 0,-30 11 0,-69 20-943,-74 23-1542,-5 2 3805,86-15-792,43-8-3709,-26 24 2115,-93 62-4917,192-130 5660,-12 6-296,0 1 0,0 1 0,-12 12 0,20-17 260,1-1-1,1 1 1,-1-1-1,0 1 1,1 0-1,0 0 1,0 0 0,0 0-1,0 1 1,1-1-1,-1 1 1,1-1 0,0 1-1,0 5 1,-1 21 300,2 1 1,1-1-1,2 0 0,1 0 1,1 0-1,13 41 1,-5-33-47,1 1 1,3-2 0,1 0 0,27 43 0,-40-73-561,0-1-1,0 1 1,0-2 0,9 9 0,-12-13 890,1 0 0,-1 0-1,1 0 1,-1 0-1,1-1 1,0 1-1,0-1 1,0 0 0,0 1-1,0-2 1,0 1-1,0 0 1,0 0-1,6-1 1,5 0-541</inkml:trace>
</inkml:ink>
</file>

<file path=ppt/ink/ink6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9:52.424"/>
    </inkml:context>
    <inkml:brush xml:id="br0">
      <inkml:brushProperty name="width" value="0.1" units="cm"/>
      <inkml:brushProperty name="height" value="0.1" units="cm"/>
      <inkml:brushProperty name="color" value="#008C3A"/>
    </inkml:brush>
  </inkml:definitions>
  <inkml:trace contextRef="#ctx0" brushRef="#br0">1 337 8192,'148'-1'7782,"-2"-1"-4691,331-20-7428,-271 5 4914,274-31-5843,306-26 3772,-196 26 1164,442-32 230,1 36 177,-456 43 9480,-536 2-7646</inkml:trace>
</inkml:ink>
</file>

<file path=ppt/ink/ink6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9:54.697"/>
    </inkml:context>
    <inkml:brush xml:id="br0">
      <inkml:brushProperty name="width" value="0.1" units="cm"/>
      <inkml:brushProperty name="height" value="0.1" units="cm"/>
      <inkml:brushProperty name="color" value="#008C3A"/>
    </inkml:brush>
  </inkml:definitions>
  <inkml:trace contextRef="#ctx0" brushRef="#br0">1 161 8192,'286'-25'7297,"-89"3"-3126,313-24-13010,495-21 6210,101 66 2911,-537 3-179,-366-3-197,226 2-197,-231 7 291,102 1 0,-270-9-121,-3-1 629,0 2 0,-1 0 0,46 9 0,-27-3 9049,-32-7-9557</inkml:trace>
</inkml:ink>
</file>

<file path=ppt/ink/ink6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9:55.070"/>
    </inkml:context>
    <inkml:brush xml:id="br0">
      <inkml:brushProperty name="width" value="0.1" units="cm"/>
      <inkml:brushProperty name="height" value="0.1" units="cm"/>
      <inkml:brushProperty name="color" value="#008C3A"/>
    </inkml:brush>
  </inkml:definitions>
  <inkml:trace contextRef="#ctx0" brushRef="#br0">1 215 8192,'44'0'214,"1284"-25"11040,-793-4-11254,1452-87 0,-1861 107 0,579-26 0,-658 35 0</inkml:trace>
</inkml:ink>
</file>

<file path=ppt/ink/ink6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09:57.538"/>
    </inkml:context>
    <inkml:brush xml:id="br0">
      <inkml:brushProperty name="width" value="0.1" units="cm"/>
      <inkml:brushProperty name="height" value="0.1" units="cm"/>
      <inkml:brushProperty name="color" value="#008C3A"/>
    </inkml:brush>
  </inkml:definitions>
  <inkml:trace contextRef="#ctx0" brushRef="#br0">1 215 8192,'618'0'10100,"-309"0"-8732,-181-9-1368,-8 1 0,776 6-8404,-437 4 5340,-361-2 3064,466 10 0,105-1 0,-409-11 0,-181 2 0,290 11 0,39-2 285,-253-11 310,590 2 1321,-566-9-3651,-80 2 1073,-32 4 3444,-18 3-2473,306-9-3735,472-45 3362,-744 50 64,138-13 0,172-3 0,-254 18 0,164-19 0,-150 7 0,21-11 4602,-121 14-2313,1 3 0,66-1-1,-67 9-2288,-4 1 0,0-2 0,55-8 0,-49 3 0,0 2 0,78 5 0,-43 1 0,1751-2-11468,-1436 10 11468,-180-3 0,501 33 0,150-8 0,-583-18 0,-252-12 0</inkml:trace>
</inkml:ink>
</file>

<file path=ppt/ink/ink6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0:01.915"/>
    </inkml:context>
    <inkml:brush xml:id="br0">
      <inkml:brushProperty name="width" value="0.1" units="cm"/>
      <inkml:brushProperty name="height" value="0.1" units="cm"/>
      <inkml:brushProperty name="color" value="#008C3A"/>
    </inkml:brush>
  </inkml:definitions>
  <inkml:trace contextRef="#ctx0" brushRef="#br0">566 1 8192,'-2'0'313,"1"0"0,0 1 0,-1-1-1,1 0 1,0 1 0,0-1 0,-1 1 0,1-1 0,0 1 0,0 0 0,0 0 0,0-1 0,0 1 0,0 0 0,0 0-1,0 0 1,0 0 0,0 0 0,1 0 0,-1 0 0,0 1 0,0 1 0,-13 32 3433,9-20-3221,-1-5-525,0 0 0,0 0 0,-1 0 0,-1-1 0,1 0 0,-16 14 0,-4 4 0,14-13 0,-2 0 0,0-1 0,-1 0 0,0-1 0,0-1 0,-2 0 0,-23 10 0,26-15 0,-1-2 0,0 0 0,-26 4 0,-25 6 0,65-14 0,0 1 0,-1 0 0,1 0 0,0 0 0,0 0 0,0 1 0,0-1 0,0 1 0,1-1 0,-1 1 0,0-1 0,1 1 0,-1 0 0,1 0 0,-1 0 0,1 0 0,0 0 0,0 0 0,0 0 0,0 0 0,0 1 0,0-1 0,1 0 0,-1 1 0,1-1 0,-1 0 0,1 1 0,0-1 0,0 0 0,0 1 0,1 2 0,1 9 0,0 0 0,1 0 0,0-1 0,7 17 0,-1-3 0,-5-2-711,0 1-1,-2-1 0,0 1 1,-2-1-1,-5 42 0,4-53-359,-1 0 0,0-1 0,-6 16 0,8-25 917,-1-1 1,-1 0 0,1 0-1,0 1 1,-1-1-1,0 0 1,0-1 0,0 1-1,0 0 1,0 0 0,0-1-1,-1 1 1,1-1 0,-1 0-1,0 0 1,0 0-1,1 0 1,-5 1 0,-10 5-89,10-4 597,0-1 0,-1 0 0,1-1 0,-15-3 6562,37-8-3544,-3 3-3373,0 1 0,0 1 0,0 0 0,1 0 0,-1 1 0,1 1 0,24-2 0,-35 5-158,0-1-1,-1 1 1,1-1-1,0 1 1,0 0-1,-1-1 1,1 1-1,0 0 1,-1 0-1,1 0 1,-1 0-1,1 1 1,-1-1 0,1 0-1,-1 1 1,0-1-1,0 1 1,0-1-1,0 1 1,0 0-1,0-1 1,0 1-1,0 0 1,-1 0-1,1-1 1,-1 1-1,1 0 1,-1 0-1,0 2 1,2 8-1355,0 0 0,-1 0 1,-1 15-1,0-21 1291,-2 384-219,2-377 441,1 1 0,1-1 0,0 0 0,1 0 0,0-1 0,9 22 0,38 68 0,-18-42 0,-23-41 0</inkml:trace>
</inkml:ink>
</file>

<file path=ppt/ink/ink6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0:03.705"/>
    </inkml:context>
    <inkml:brush xml:id="br0">
      <inkml:brushProperty name="width" value="0.1" units="cm"/>
      <inkml:brushProperty name="height" value="0.1" units="cm"/>
      <inkml:brushProperty name="color" value="#008C3A"/>
    </inkml:brush>
  </inkml:definitions>
  <inkml:trace contextRef="#ctx0" brushRef="#br0">1 73 8192,'43'0'1976,"268"-1"4076,411-15-9511,1360-40-1110,-579 97 4569,-500 55 0,-13 67 0,-851-131 1911,-99-20 7646</inkml:trace>
</inkml:ink>
</file>

<file path=ppt/ink/ink6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1:36.253"/>
    </inkml:context>
    <inkml:brush xml:id="br0">
      <inkml:brushProperty name="width" value="0.1" units="cm"/>
      <inkml:brushProperty name="height" value="0.1" units="cm"/>
      <inkml:brushProperty name="color" value="#008C3A"/>
    </inkml:brush>
  </inkml:definitions>
  <inkml:trace contextRef="#ctx0" brushRef="#br0">1 71 8192,'8'11'5586,"-7"-11"-5320,-1 0 0,1 1 0,0-1 0,0 0 0,22 6 3532,-11-3-3044,3 1-754,0 0 0,0 0 0,0-2 0,25 2 0,65-5 0,-39-1 0,162-9 0,-138 4 0,132 5 0,-104 4 0,1212-2-11468,-1160-9 11468,-5-1 0,128 12 0,185-4 0,-322-6 0,43 0 0,-142 4 0,63-10 0,49-4 0,16 10 0,50-2 0,2094 11 0,-1999 8 0,-24 0 0,131-10 0,187 2 0,-164 17 0,-276-11 0,170 4 0,464-12 7925,-803 1-7011</inkml:trace>
</inkml:ink>
</file>

<file path=ppt/ink/ink6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1:37.438"/>
    </inkml:context>
    <inkml:brush xml:id="br0">
      <inkml:brushProperty name="width" value="0.1" units="cm"/>
      <inkml:brushProperty name="height" value="0.1" units="cm"/>
      <inkml:brushProperty name="color" value="#008C3A"/>
    </inkml:brush>
  </inkml:definitions>
  <inkml:trace contextRef="#ctx0" brushRef="#br0">1 1 8192,'101'1'8436,"0"9"-5404,-27-3-3032,145-5 0,-106-4 0,114 0-2756,259 4-5956,-213 16 8712,32 17 0,-74-6 0,784 13 0,-966-39 9557,-32 1-7646</inkml:trace>
</inkml:ink>
</file>

<file path=ppt/ink/ink6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1:37.900"/>
    </inkml:context>
    <inkml:brush xml:id="br0">
      <inkml:brushProperty name="width" value="0.1" units="cm"/>
      <inkml:brushProperty name="height" value="0.1" units="cm"/>
      <inkml:brushProperty name="color" value="#008C3A"/>
    </inkml:brush>
  </inkml:definitions>
  <inkml:trace contextRef="#ctx0" brushRef="#br0">1 1 8192,'173'7'10613,"84"21"-10065,92 5-4187,-40-28-3298,-103-6 6158,21 0 8818,-211 1-7065,-2 0-974</inkml:trace>
</inkml:ink>
</file>

<file path=ppt/ink/ink6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1:38.274"/>
    </inkml:context>
    <inkml:brush xml:id="br0">
      <inkml:brushProperty name="width" value="0.1" units="cm"/>
      <inkml:brushProperty name="height" value="0.1" units="cm"/>
      <inkml:brushProperty name="color" value="#008C3A"/>
    </inkml:brush>
  </inkml:definitions>
  <inkml:trace contextRef="#ctx0" brushRef="#br0">1 54 8192,'339'1'0,"368"-3"0,-255-15 0,126-2 0,-151 21 0,389-4 0,-536-14 0,-260 16 0</inkml:trace>
</inkml:ink>
</file>

<file path=ppt/ink/ink6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1:40.871"/>
    </inkml:context>
    <inkml:brush xml:id="br0">
      <inkml:brushProperty name="width" value="0.1" units="cm"/>
      <inkml:brushProperty name="height" value="0.1" units="cm"/>
      <inkml:brushProperty name="color" value="#008C3A"/>
    </inkml:brush>
  </inkml:definitions>
  <inkml:trace contextRef="#ctx0" brushRef="#br0">321 1625 8192,'73'0'5734,"80"10"0,10 11-5734,-106-16 0,99-4 0,-66-3 0,885 2-11468,-942-2 11969,36-6 1,31-1 1291,-41 10-1672,-29 0-627,0-1-1,0-1 1,0-2-1,38-8 1,-29 3 451,0 3 1,1 0-1,-1 3 0,49 3 1,50-4-58,5-19 1660,-86 11-620,-39 6 792,0 0 1,-1-1 0,25-13 0,4-1 388,92-35-2109,-127 50 0,-1 0 0,18-13 0,15-7 0,-31 18-828,0 0 0,-1 0 1,0-1-1,16-16 0,22-15-2878,31-19 83,3-2 3623,-50 35 0,-22 16 0,-1-1 0,0 0 0,0 0 0,-1-1 0,0 0 0,8-15 0,39-78 0,-48 88 0,-1 2 0,-2-1 0,1 1 0,-2-1 0,0 0 0,-1 0 0,2-23 0,-3-94 0,-3 74 0,0 47 0,0 1 0,0-1 0,-1 1 0,0 0 0,-1-1 0,0 1 0,-8-17 0,-4-2 0,-21-32 0,23 41 0,4 8 0,0 1 0,-1 1 0,0-1 0,-1 2 0,0-1 0,-15-9 0,-10-8 0,17 13 2284,-1 1 0,-1 1 1,-40-16-1,56 26-2160,-72-30 632,39 18-4706,-42-9-1,-71-25 2952,-12-3-118,106 38 1117,-41-9 0,-170-17 0,157 32 0,-222-7 0,197 13 0,-116 3 0,210 3 0,0 2 0,1 2 0,-65 22 0,39-10 0,-207 72 0,154-52 0,-155 32 0,39-12 0,167-40 0,-90 41 0,124-46 0,6-4 0,-42 26 0,61-32 0,2 0 0,-1 1 0,1 0 0,0 0 0,0 0 0,1 1 0,0 1 0,-8 13 0,-14 28 0,-33 83 0,52-105 0,0 1 0,3 0 0,0 1 0,2-1 0,-3 40 0,8 153 0,3-191 0,1-1 0,1 0 0,1 0 0,13 36 0,52 113 0,-35-93 0,-22-56 0,0 0 0,2-2 0,39 54 0,72 64 0,-95-113 0</inkml:trace>
</inkml:ink>
</file>

<file path=ppt/ink/ink6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1:41.582"/>
    </inkml:context>
    <inkml:brush xml:id="br0">
      <inkml:brushProperty name="width" value="0.1" units="cm"/>
      <inkml:brushProperty name="height" value="0.1" units="cm"/>
      <inkml:brushProperty name="color" value="#008C3A"/>
    </inkml:brush>
  </inkml:definitions>
  <inkml:trace contextRef="#ctx0" brushRef="#br0">1 162 8192,'743'0'7198,"1137"0"-14396,-848-40 7198,-605 14 0,395-21 0,-536 23 0,-32 2 0,-225 20 0,-8 2 0</inkml:trace>
</inkml:ink>
</file>

<file path=ppt/ink/ink6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1:44.924"/>
    </inkml:context>
    <inkml:brush xml:id="br0">
      <inkml:brushProperty name="width" value="0.1" units="cm"/>
      <inkml:brushProperty name="height" value="0.1" units="cm"/>
      <inkml:brushProperty name="color" value="#008C3A"/>
    </inkml:brush>
  </inkml:definitions>
  <inkml:trace contextRef="#ctx0" brushRef="#br0">104 6 8192,'2'2'541,"-1"1"0,1-1 1,0 1-1,-1-1 1,1 1-1,-1 0 0,0 0 1,0-1-1,0 1 0,0 0 1,-1 0-1,1 0 1,0 3-1,0 44 3092,-1-37-3377,0-5-496,0-1 1,0 1-1,-1-1 0,-1 1 1,1-1-1,-1 0 0,0 1 1,-1-1-1,1 0 0,-2-1 0,1 1 1,-1 0-1,-7 9 0,-5 7-15,7-11 595,1 0 0,0 1 0,1 0 0,-11 25 0,12-12 1794,0 13-5012,1-6 4974,4-29-2174,0 0 0,0 0 1,1 0-1,0-1 0,-1 1 1,2 0-1,-1 0 0,0 0 0,1 0 1,0 0-1,1 4 0,-1-6-233,0 0-1,0-1 1,0 1-1,1-1 1,-1 1 0,0-1-1,1 0 1,-1 1-1,1-1 1,-1 0 0,1 0-1,0 0 1,0 0-1,-1 0 1,1-1 0,0 1-1,0 0 1,0-1-1,0 0 1,0 1-1,0-1 1,-1 0 0,1 0-1,3 0 1,16 0-81,-1-1-1,1-1 1,27-6 0,-22 4 81,36-3 0,-41 6 311,1-2 0,-1 0 0,0-1 0,34-13 0,-52 17 0,-1-1 0,0-1 0,1 1 0,-1 0 0,0-1 0,0 1 0,0-1 0,0 1 0,0-1 0,0 0 0,0 0 0,0 0 0,-1 0 0,1 0 0,-1 0 0,0-1 0,1 1 0,-1 0 0,0-1 0,0 1 0,-1-1 0,1 1 0,0-1 0,-1 1 0,0-1 0,1 0 0,-1 1 0,0-4 0,-1 0 0,1 0 0,-1-1 0,0 1 0,0 0 0,-1 0 0,0 0 0,0 0 0,0 0 0,-1 0 0,-5-9 0,-22-31 223,-58-86 1727,67 104-1742,-1 1 0,-41-37-1,54 54-2444,1 1 1678</inkml:trace>
</inkml:ink>
</file>

<file path=ppt/ink/ink6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1:52.784"/>
    </inkml:context>
    <inkml:brush xml:id="br0">
      <inkml:brushProperty name="width" value="0.1" units="cm"/>
      <inkml:brushProperty name="height" value="0.1" units="cm"/>
      <inkml:brushProperty name="color" value="#008C3A"/>
    </inkml:brush>
  </inkml:definitions>
  <inkml:trace contextRef="#ctx0" brushRef="#br0">1 1 8192,'0'137'10168,"0"0"-6943,0 0-6450,0 0-6502,4-78 8585,12 28 7165,0-3-372,-1-4-9644,-8-51 1666,-1 0 1,1 44-1,-5-56 2786,0 0 1,5 20 0,0-2 637,-1 1 5427,2 6-3777,-5 3-5822,-3 1860-5597,-2-1874 8672,-5 32 0,-1 19 0,6 346 8590,4-220-5712,-3-195-2831,0 0-1,-7 24 1,5-23-280,1 0 0,-2 18 0,2 148-9882,3 0 8773,1 7 9735,-2-74-4375,0 56-7209,0-154 5987</inkml:trace>
</inkml:ink>
</file>

<file path=ppt/ink/ink6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2:12.233"/>
    </inkml:context>
    <inkml:brush xml:id="br0">
      <inkml:brushProperty name="width" value="0.1" units="cm"/>
      <inkml:brushProperty name="height" value="0.1" units="cm"/>
      <inkml:brushProperty name="color" value="#E71224"/>
    </inkml:brush>
  </inkml:definitions>
  <inkml:trace contextRef="#ctx0" brushRef="#br0">1 1 8192</inkml:trace>
</inkml:ink>
</file>

<file path=ppt/ink/ink6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8:18.260"/>
    </inkml:context>
    <inkml:brush xml:id="br0">
      <inkml:brushProperty name="width" value="0.1" units="cm"/>
      <inkml:brushProperty name="height" value="0.1" units="cm"/>
      <inkml:brushProperty name="color" value="#E71224"/>
    </inkml:brush>
  </inkml:definitions>
  <inkml:trace contextRef="#ctx0" brushRef="#br0">636 2103 8192,'0'-92'7088,"2"1"-3309,8-90-3043,1 72-2776,32-139-1,11 0-1390,32-131-660,-51 235 4091,50-175 0,-4 51 0,-80 266 0,0 0 0,-1 0 0,1 0 0,0 0 0,0 0 0,0 0 0,0 0 0,1 0 0,1-2 0,-3 4 0,0 0 0,0 0 0,0 0 0,1-1 0,-1 1 0,0 0 0,0 0 0,1 0 0,-1 0 0,0 0 0,0 0 0,1 0 0,-1 0 0,0 0 0,0 0 0,1 0 0,-1 0 0,0 0 0,0 0 0,1 0 0,-1 0 0,0 0 0,0 0 0,0 0 0,1 0 0,-1 0 0,0 1 0,0-1 0,1 0 0,-1 0 0,0 0 0,0 0 0,0 0 0,1 1 0,-1-1 0,0 0 0,0 0 0,0 0 0,0 1 0,0-1 0,0 0 0,1 1 0,1 4 0,0 0 0,0 1 0,0-1 0,-1 1 0,2 10 0,36 295 0,-14-90 0,-4-68 0,41 346 0,-31 3 0,-31 117 1911,0-613-595,-2 27 4190,2-33-5452,0 1-1,0-1 1,0 1 0,-1-1-1,1 1 1,0-1-1,0 1 1,0-1 0,0 1-1,-1-1 1,1 1 0,0-1-1,0 0 1,-1 1-1,1-1 1,0 1 0,-1-1-1,1 0 1,0 1 0,-1-1-1,1 0 1,-1 1 0,1-1-1,-1 0 1,1 0-1,-1 1 1,1-1 0,-1 0-1,1 0 1,-1 0 0,1 0-1,-1 0 1,1 1-1,-1-1 1,1 0 0,-1 0-1,1 0 1,-1-1 0,1 1-1,-1 0 1,1 0-1,-1 0 1,1 0 0,-1 0-1,1 0 1,-1-1 0,1 1-1,0 0 1,-1-1 0,0 1-1,-17-13-529,1-1 1,0 0-1,1-2 0,1 1 0,-26-35 1,6 7-941,-14-12 705,-358-394-5776,14 60 6487,365 362 0,0-1 0,2-1 0,2-1 0,0-1 0,2-1 0,2-1 0,-21-43 0,39 72 0,1 0 0,-1-1 0,1 1 0,-1 0 0,1-1 0,1 1 0,-1 0 0,0-1 0,1 1 0,0-6 0,1 8 0,-1 0 0,1 1 0,-1-1 0,1 1 0,-1-1 0,1 1 0,0-1 0,0 1 0,-1 0 0,1-1 0,0 1 0,0 0 0,1 0 0,-1-1 0,0 1 0,0 0 0,0 0 0,1 0 0,-1 1 0,1-1 0,-1 0 0,1 0 0,-1 1 0,1-1 0,-1 1 0,1-1 0,-1 1 0,1 0 0,-1 0 0,4-1 0,44-1 1724,-1 2 1,1 2-1,52 8 1,-60-5-698,755 108-2910,-565-70 4974,299 82-7331,-519-122 3605,0 0-1,0 1 1,0 0-1,18 11 0,-27-13 568,1-1-1,-1 1 1,0 0-1,0 0 0,1 0 1,-1 0-1,-1 1 0,1-1 1,0 0-1,-1 1 0,1-1 1,-1 1-1,0 0 1,1-1-1,-1 1 0,-1 0 1,1 0-1,0 0 0,-1-1 1,1 1-1,-1 0 1,0 0-1,0 0 0,0 3 1,-1 0 407,0 0 0,0 0 0,0 0 1,-1 0-1,0 0 0,0 0 0,0 0 0,-1-1 1,0 1-1,0-1 0,0 0 0,-8 10 1,1-6 395,1 1 0,-1-2-1,-1 1 1,0-2 0,-12 8 0,-12 5-1561,-1-2 0,-1-1 0,-53 17 0,-120 22-4021,124-35 4179,-286 61 668,325-72 0,14-5 11332</inkml:trace>
</inkml:ink>
</file>

<file path=ppt/ink/ink6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16:17.364"/>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6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0:39:36.601"/>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6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9:29:25.057"/>
    </inkml:context>
    <inkml:brush xml:id="br0">
      <inkml:brushProperty name="width" value="0.1" units="cm"/>
      <inkml:brushProperty name="height" value="0.1" units="cm"/>
      <inkml:brushProperty name="color" value="#E71224"/>
    </inkml:brush>
  </inkml:definitions>
  <inkml:trace contextRef="#ctx0" brushRef="#br0">0 0 24926,'0'43'0,"43"-43"0,-43-43 0,-43 43 0</inkml:trace>
</inkml:ink>
</file>

<file path=ppt/ink/ink6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9:30:30.473"/>
    </inkml:context>
    <inkml:brush xml:id="br0">
      <inkml:brushProperty name="width" value="0.1" units="cm"/>
      <inkml:brushProperty name="height" value="0.1" units="cm"/>
      <inkml:brushProperty name="color" value="#E71224"/>
    </inkml:brush>
  </inkml:definitions>
  <inkml:trace contextRef="#ctx0" brushRef="#br0">0 1 8192,'0'0'0</inkml:trace>
</inkml:ink>
</file>

<file path=ppt/ink/ink6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27T09:34:46.030"/>
    </inkml:context>
    <inkml:brush xml:id="br0">
      <inkml:brushProperty name="width" value="0.1" units="cm"/>
      <inkml:brushProperty name="height" value="0.1" units="cm"/>
      <inkml:brushProperty name="color" value="#E71224"/>
    </inkml:brush>
  </inkml:definitions>
  <inkml:trace contextRef="#ctx0" brushRef="#br0">1 1 8192,'0'0'0</inkml:trace>
</inkml:ink>
</file>

<file path=ppt/ink/ink6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43:59.035"/>
    </inkml:context>
    <inkml:brush xml:id="br0">
      <inkml:brushProperty name="width" value="0.1" units="cm"/>
      <inkml:brushProperty name="height" value="0.1" units="cm"/>
      <inkml:brushProperty name="color" value="#E71224"/>
    </inkml:brush>
  </inkml:definitions>
  <inkml:trace contextRef="#ctx0" brushRef="#br0">1 1 8192,'-1'52'4171,"2"55"1161,8-2-3367,-1-14-1965,1 4 0,-3-45 0,-2 0 0,-5 81 0,-1-43 0,1-27 0,1 12 0,11 102 0,-7-128 0,-2 66 0,-2-97 0,0-2 0</inkml:trace>
</inkml:ink>
</file>

<file path=ppt/ink/ink6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44:30.515"/>
    </inkml:context>
    <inkml:brush xml:id="br0">
      <inkml:brushProperty name="width" value="0.1" units="cm"/>
      <inkml:brushProperty name="height" value="0.1" units="cm"/>
      <inkml:brushProperty name="color" value="#E71224"/>
    </inkml:brush>
  </inkml:definitions>
  <inkml:trace contextRef="#ctx0" brushRef="#br0">1 1 8192,'0'697'11468,"2"-640"-11468,13 69 0,-7-72 0,2 83 0,-9-109 0,6 37 0,-4-37 0,2 34 0,-6-29 0,1-18 0</inkml:trace>
</inkml:ink>
</file>

<file path=ppt/ink/ink6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16T11:44:31.455"/>
    </inkml:context>
    <inkml:brush xml:id="br0">
      <inkml:brushProperty name="width" value="0.1" units="cm"/>
      <inkml:brushProperty name="height" value="0.1" units="cm"/>
      <inkml:brushProperty name="color" value="#E71224"/>
    </inkml:brush>
  </inkml:definitions>
  <inkml:trace contextRef="#ctx0" brushRef="#br0">0 1 8192,'0'1'352,"1"0"1,-1 1 0,1-1 0,-1 0-1,1 1 1,-1-1 0,1 0-1,0 1 1,0-1 0,-1 0-1,1 0 1,0 0 0,0 0 0,0 0-1,0 0 1,1 0 0,-1 0-1,0 0 1,0-1 0,0 1-1,1 0 1,-1-1 0,2 1 0,32 11 2650,7-2-3003,0-2 0,73 3 0,87-9 0,-106-3 0,-82 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792413" cy="525463"/>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651250" y="0"/>
            <a:ext cx="2792413" cy="525463"/>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Times New Roman" panose="02020603050405020304" pitchFamily="18" charset="0"/>
                <a:ea typeface="宋体" panose="02010600030101010101" pitchFamily="2" charset="-122"/>
                <a:cs typeface="+mn-cs"/>
              </a:rPr>
              <a:pPr fontAlgn="base"/>
              <a:t>2026/1/2</a:t>
            </a:fld>
            <a:endParaRPr lang="zh-CN" altLang="en-US" strike="noStrike" noProof="1"/>
          </a:p>
        </p:txBody>
      </p:sp>
      <p:sp>
        <p:nvSpPr>
          <p:cNvPr id="4100" name="幻灯片图像占位符 3"/>
          <p:cNvSpPr>
            <a:spLocks noGrp="1" noRot="1" noChangeAspect="1"/>
          </p:cNvSpPr>
          <p:nvPr>
            <p:ph type="sldImg"/>
          </p:nvPr>
        </p:nvSpPr>
        <p:spPr>
          <a:xfrm>
            <a:off x="84138" y="1308100"/>
            <a:ext cx="6276975" cy="3530600"/>
          </a:xfrm>
          <a:prstGeom prst="rect">
            <a:avLst/>
          </a:prstGeom>
          <a:noFill/>
          <a:ln w="12700" cap="flat" cmpd="sng">
            <a:solidFill>
              <a:srgbClr val="000000"/>
            </a:solidFill>
            <a:prstDash val="solid"/>
            <a:round/>
            <a:headEnd type="none" w="med" len="med"/>
            <a:tailEnd type="none" w="med" len="med"/>
          </a:ln>
        </p:spPr>
      </p:sp>
      <p:sp>
        <p:nvSpPr>
          <p:cNvPr id="4101" name="备注占位符 4"/>
          <p:cNvSpPr>
            <a:spLocks noGrp="1"/>
          </p:cNvSpPr>
          <p:nvPr>
            <p:ph type="body" sz="quarter"/>
          </p:nvPr>
        </p:nvSpPr>
        <p:spPr>
          <a:xfrm>
            <a:off x="644525" y="5035550"/>
            <a:ext cx="5156200" cy="4119563"/>
          </a:xfrm>
          <a:prstGeom prst="rect">
            <a:avLst/>
          </a:prstGeom>
          <a:noFill/>
          <a:ln w="9525">
            <a:noFill/>
          </a:ln>
        </p:spPr>
        <p:txBody>
          <a:bodyPr vert="horz" lIns="91440" tIns="45720" rIns="91440" bIns="45720" anchor="t" anchorCtr="0"/>
          <a:lstStyle/>
          <a:p>
            <a:pPr lvl="0"/>
            <a:r>
              <a:rPr lang="zh-CN" altLang="en-US"/>
              <a:t>单击此处编辑母版文本样式</a:t>
            </a:r>
          </a:p>
          <a:p>
            <a:pPr lvl="1" indent="0"/>
            <a:r>
              <a:rPr lang="zh-CN" altLang="en-US"/>
              <a:t>第二级</a:t>
            </a:r>
          </a:p>
          <a:p>
            <a:pPr lvl="2" indent="0"/>
            <a:r>
              <a:rPr lang="zh-CN" altLang="en-US"/>
              <a:t>第三级</a:t>
            </a:r>
          </a:p>
          <a:p>
            <a:pPr lvl="3" indent="0"/>
            <a:r>
              <a:rPr lang="zh-CN" altLang="en-US"/>
              <a:t>第四级</a:t>
            </a:r>
          </a:p>
          <a:p>
            <a:pPr lvl="4" indent="0"/>
            <a:r>
              <a:rPr lang="zh-CN" altLang="en-US"/>
              <a:t>第五级</a:t>
            </a:r>
          </a:p>
        </p:txBody>
      </p:sp>
      <p:sp>
        <p:nvSpPr>
          <p:cNvPr id="6" name="页脚占位符 5"/>
          <p:cNvSpPr>
            <a:spLocks noGrp="1"/>
          </p:cNvSpPr>
          <p:nvPr>
            <p:ph type="ftr" sz="quarter" idx="4"/>
          </p:nvPr>
        </p:nvSpPr>
        <p:spPr>
          <a:xfrm>
            <a:off x="0" y="9937750"/>
            <a:ext cx="2792413" cy="523875"/>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651250" y="9937750"/>
            <a:ext cx="2792413" cy="523875"/>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Times New Roman" panose="02020603050405020304" pitchFamily="18" charset="0"/>
                <a:ea typeface="宋体" panose="02010600030101010101" pitchFamily="2" charset="-122"/>
                <a:cs typeface="+mn-cs"/>
              </a:rPr>
              <a:pPr fontAlgn="base"/>
              <a:t>‹#›</a:t>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幻灯片图像占位符 1"/>
          <p:cNvSpPr>
            <a:spLocks noGrp="1" noRot="1" noChangeAspect="1"/>
          </p:cNvSpPr>
          <p:nvPr>
            <p:ph type="sldImg"/>
          </p:nvPr>
        </p:nvSpPr>
        <p:spPr>
          <a:xfrm>
            <a:off x="868363" y="1308100"/>
            <a:ext cx="4708525" cy="3530600"/>
          </a:xfrm>
        </p:spPr>
      </p:sp>
      <p:sp>
        <p:nvSpPr>
          <p:cNvPr id="57346" name="文本占位符 2"/>
          <p:cNvSpPr>
            <a:spLocks noGrp="1"/>
          </p:cNvSpPr>
          <p:nvPr>
            <p:ph type="body"/>
          </p:nvPr>
        </p:nvSpPr>
        <p:spPr/>
        <p:txBody>
          <a:bodyPr lIns="91440" tIns="45720" rIns="91440" bIns="45720" anchor="t" anchorCtr="0"/>
          <a:lstStyle/>
          <a:p>
            <a:pPr lvl="0"/>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620395"/>
            <a:ext cx="7772400" cy="1143000"/>
          </a:xfr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85800" y="620395"/>
            <a:ext cx="7772400" cy="1143000"/>
          </a:xfrm>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30000"/>
              </a:lnSpc>
              <a:spcBef>
                <a:spcPct val="20000"/>
              </a:spcBef>
              <a:spcAft>
                <a:spcPct val="0"/>
              </a:spcAft>
              <a:buClrTx/>
              <a:buSzTx/>
              <a:buFontTx/>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85800" y="620395"/>
            <a:ext cx="7772400" cy="1143000"/>
          </a:xfrm>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85800" y="1981200"/>
            <a:ext cx="7772400" cy="41148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ctrTitle"/>
          </p:nvPr>
        </p:nvSpPr>
        <p:spPr>
          <a:xfrm>
            <a:off x="685800" y="1676401"/>
            <a:ext cx="7772400" cy="1538286"/>
          </a:xfrm>
        </p:spPr>
        <p:txBody>
          <a:bodyPr anchor="b"/>
          <a:lstStyle/>
          <a:p>
            <a:r>
              <a:rPr kumimoji="0" lang="zh-CN" altLang="en-US"/>
              <a:t>单击此处编辑母版标题样式</a:t>
            </a:r>
            <a:endParaRPr kumimoji="0" lang="en-US"/>
          </a:p>
        </p:txBody>
      </p:sp>
      <p:sp>
        <p:nvSpPr>
          <p:cNvPr id="3" name="副标题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a:xfrm>
            <a:off x="73152" y="6400800"/>
            <a:ext cx="3200400" cy="283800"/>
          </a:xfrm>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a:xfrm>
            <a:off x="5330952" y="6400800"/>
            <a:ext cx="3733800" cy="283800"/>
          </a:xfrm>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7" name="矩形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722313" y="3143248"/>
            <a:ext cx="7772400" cy="1362075"/>
          </a:xfrm>
        </p:spPr>
        <p:txBody>
          <a:bodyPr anchor="t"/>
          <a:lstStyle>
            <a:lvl1pPr algn="ctr">
              <a:defRPr sz="4000" b="0" cap="all"/>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矩形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lvl1pPr>
              <a:defRPr/>
            </a:lvl1p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矩形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bg>
      <p:bgRef idx="1002">
        <a:schemeClr val="bg2"/>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spd="med">
    <p:zoom/>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8" name="矩形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 1"/>
          <p:cNvSpPr>
            <a:spLocks noGrp="1"/>
          </p:cNvSpPr>
          <p:nvPr>
            <p:ph type="title"/>
          </p:nvPr>
        </p:nvSpPr>
        <p:spPr>
          <a:xfrm>
            <a:off x="2786050" y="228600"/>
            <a:ext cx="5900752" cy="842946"/>
          </a:xfrm>
        </p:spPr>
        <p:txBody>
          <a:bodyPr anchor="b"/>
          <a:lstStyle>
            <a:lvl1pPr algn="ctr">
              <a:defRPr sz="2800" b="0"/>
            </a:lvl1pPr>
          </a:lstStyle>
          <a:p>
            <a:r>
              <a:rPr kumimoji="0" lang="zh-CN" altLang="en-US"/>
              <a:t>单击此处编辑母版标题样式</a:t>
            </a:r>
            <a:endParaRPr kumimoji="0" lang="en-US"/>
          </a:p>
        </p:txBody>
      </p:sp>
      <p:sp>
        <p:nvSpPr>
          <p:cNvPr id="3" name="内容占位符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文本占位符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bg>
      <p:bgRef idx="1002">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533400" y="304800"/>
            <a:ext cx="6400800" cy="685800"/>
          </a:xfrm>
        </p:spPr>
        <p:txBody>
          <a:bodyPr anchor="ctr"/>
          <a:lstStyle>
            <a:lvl1pPr algn="l">
              <a:defRPr sz="2400" b="0"/>
            </a:lvl1pPr>
          </a:lstStyle>
          <a:p>
            <a:r>
              <a:rPr kumimoji="0" lang="zh-CN" altLang="en-US"/>
              <a:t>单击此处编辑母版标题样式</a:t>
            </a:r>
            <a:endParaRPr kumimoji="0" lang="en-US"/>
          </a:p>
        </p:txBody>
      </p:sp>
      <p:sp>
        <p:nvSpPr>
          <p:cNvPr id="3" name="图片占位符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zh-CN" altLang="en-US"/>
              <a:t>单击图标添加图片</a:t>
            </a:r>
            <a:endParaRPr kumimoji="0" lang="en-US"/>
          </a:p>
        </p:txBody>
      </p:sp>
      <p:sp>
        <p:nvSpPr>
          <p:cNvPr id="4" name="文本占位符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overrideClrMapping bg1="lt1" tx1="dk1" bg2="lt2" tx2="dk2" accent1="accent1" accent2="accent2" accent3="accent3" accent4="accent4" accent5="accent5" accent6="accent6" hlink="hlink" folHlink="folHlink"/>
  </p:clrMapOvr>
  <p:transition spd="med">
    <p:zoom/>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7" name="矩形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transition spd="med">
    <p:zo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215206" y="274638"/>
            <a:ext cx="1471594" cy="6011882"/>
          </a:xfrm>
        </p:spPr>
        <p:txBody>
          <a:bodyPr vert="eaVert"/>
          <a:lstStyle/>
          <a:p>
            <a:r>
              <a:rPr kumimoji="0" lang="zh-CN" altLang="en-US"/>
              <a:t>单击此处编辑母版标题样式</a:t>
            </a:r>
            <a:endParaRPr kumimoji="0" lang="en-US"/>
          </a:p>
        </p:txBody>
      </p:sp>
      <p:sp>
        <p:nvSpPr>
          <p:cNvPr id="3" name="竖排文字占位符 2"/>
          <p:cNvSpPr>
            <a:spLocks noGrp="1"/>
          </p:cNvSpPr>
          <p:nvPr>
            <p:ph type="body" orient="vert" idx="1"/>
          </p:nvPr>
        </p:nvSpPr>
        <p:spPr>
          <a:xfrm>
            <a:off x="457200" y="274638"/>
            <a:ext cx="6686568" cy="6011882"/>
          </a:xfrm>
        </p:spPr>
        <p:txBody>
          <a:bodyPr vert="eaVert"/>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5800" y="609600"/>
            <a:ext cx="7772400" cy="54864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gi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theme" Target="../theme/theme3.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p:cNvSpPr>
          <p:nvPr>
            <p:ph type="title"/>
          </p:nvPr>
        </p:nvSpPr>
        <p:spPr>
          <a:xfrm>
            <a:off x="685800" y="609600"/>
            <a:ext cx="7772400" cy="1143000"/>
          </a:xfrm>
          <a:prstGeom prst="rect">
            <a:avLst/>
          </a:prstGeom>
          <a:noFill/>
          <a:ln w="9525">
            <a:noFill/>
          </a:ln>
        </p:spPr>
        <p:txBody>
          <a:bodyPr anchor="ctr" anchorCtr="0"/>
          <a:lstStyle/>
          <a:p>
            <a:pPr lvl="0"/>
            <a:r>
              <a:rPr lang="en-US" altLang="zh-CN" dirty="0"/>
              <a:t> </a:t>
            </a:r>
          </a:p>
        </p:txBody>
      </p:sp>
      <p:sp>
        <p:nvSpPr>
          <p:cNvPr id="2051" name="Rectangle 3"/>
          <p:cNvSpPr>
            <a:spLocks noGrp="1"/>
          </p:cNvSpPr>
          <p:nvPr>
            <p:ph type="body"/>
          </p:nvPr>
        </p:nvSpPr>
        <p:spPr>
          <a:xfrm>
            <a:off x="685800" y="1981200"/>
            <a:ext cx="7772400" cy="4114800"/>
          </a:xfrm>
          <a:prstGeom prst="rect">
            <a:avLst/>
          </a:prstGeom>
          <a:noFill/>
          <a:ln w="9525">
            <a:noFill/>
          </a:ln>
        </p:spPr>
        <p:txBody>
          <a:bodyPr anchor="t" anchorCtr="0"/>
          <a:lstStyle/>
          <a:p>
            <a:pPr lvl="0"/>
            <a:endParaRPr lang="zh-CN" altLang="zh-CN" dirty="0"/>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55" name="Rectangle 7"/>
          <p:cNvSpPr/>
          <p:nvPr userDrawn="1"/>
        </p:nvSpPr>
        <p:spPr>
          <a:xfrm>
            <a:off x="0" y="6629400"/>
            <a:ext cx="9144000" cy="228600"/>
          </a:xfrm>
          <a:prstGeom prst="rect">
            <a:avLst/>
          </a:prstGeom>
          <a:gradFill rotWithShape="0">
            <a:gsLst>
              <a:gs pos="0">
                <a:schemeClr val="bg1"/>
              </a:gs>
              <a:gs pos="100000">
                <a:schemeClr val="accent1"/>
              </a:gs>
            </a:gsLst>
            <a:lin ang="5400000" scaled="1"/>
            <a:tileRect/>
          </a:gradFill>
          <a:ln w="9525">
            <a:noFill/>
          </a:ln>
        </p:spPr>
        <p:txBody>
          <a:bodyPr wrap="none" anchor="ctr" anchorCtr="0"/>
          <a:lstStyle/>
          <a:p>
            <a:pPr lvl="0"/>
            <a:endParaRPr lang="zh-CN" altLang="en-US" dirty="0">
              <a:latin typeface="Times New Roman" panose="02020603050405020304" pitchFamily="18" charset="0"/>
              <a:ea typeface="宋体" panose="02010600030101010101" pitchFamily="2" charset="-122"/>
            </a:endParaRPr>
          </a:p>
        </p:txBody>
      </p:sp>
      <p:pic>
        <p:nvPicPr>
          <p:cNvPr id="2056" name="Picture 8" descr="0028"/>
          <p:cNvPicPr>
            <a:picLocks noChangeAspect="1"/>
          </p:cNvPicPr>
          <p:nvPr userDrawn="1"/>
        </p:nvPicPr>
        <p:blipFill>
          <a:blip r:embed="rId14"/>
          <a:stretch>
            <a:fillRect/>
          </a:stretch>
        </p:blipFill>
        <p:spPr>
          <a:xfrm>
            <a:off x="-1404937" y="96838"/>
            <a:ext cx="10585450" cy="379412"/>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ransition spd="med">
    <p:zoom/>
  </p:transition>
  <p:hf sldNum="0" hdr="0" ftr="0" dt="0"/>
  <p:txStyles>
    <p:titleStyle>
      <a:lvl1pPr algn="ctr" rtl="0" eaLnBrk="0" fontAlgn="base" hangingPunct="0">
        <a:spcBef>
          <a:spcPct val="0"/>
        </a:spcBef>
        <a:spcAft>
          <a:spcPct val="0"/>
        </a:spcAft>
        <a:defRPr kumimoji="1" sz="3200" b="1">
          <a:solidFill>
            <a:schemeClr val="tx2"/>
          </a:solidFill>
          <a:latin typeface="+mj-lt"/>
          <a:ea typeface="+mj-ea"/>
          <a:cs typeface="+mj-cs"/>
        </a:defRPr>
      </a:lvl1pPr>
      <a:lvl2pPr algn="ctr" rtl="0" eaLnBrk="0" fontAlgn="base" hangingPunct="0">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lnSpc>
          <a:spcPct val="130000"/>
        </a:lnSpc>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kumimoji="1" sz="2800">
          <a:solidFill>
            <a:schemeClr val="tx1"/>
          </a:solidFill>
          <a:latin typeface="+mn-lt"/>
          <a:ea typeface="+mn-ea"/>
        </a:defRPr>
      </a:lvl2pPr>
      <a:lvl3pPr marL="1143000" indent="-228600" algn="l" rtl="0" eaLnBrk="0" fontAlgn="base" hangingPunct="0">
        <a:lnSpc>
          <a:spcPct val="130000"/>
        </a:lnSpc>
        <a:spcBef>
          <a:spcPct val="20000"/>
        </a:spcBef>
        <a:spcAft>
          <a:spcPct val="0"/>
        </a:spcAft>
        <a:buChar char="•"/>
        <a:defRPr kumimoji="1" sz="2400">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kumimoji="1" sz="2000">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kumimoji="1" sz="2000">
          <a:solidFill>
            <a:schemeClr val="tx1"/>
          </a:solidFill>
          <a:latin typeface="+mn-lt"/>
          <a:ea typeface="+mn-ea"/>
        </a:defRPr>
      </a:lvl5pPr>
      <a:lvl6pPr marL="2514600" indent="-228600" algn="l" rtl="0" fontAlgn="base">
        <a:lnSpc>
          <a:spcPct val="130000"/>
        </a:lnSpc>
        <a:spcBef>
          <a:spcPct val="20000"/>
        </a:spcBef>
        <a:spcAft>
          <a:spcPct val="0"/>
        </a:spcAft>
        <a:buChar char="»"/>
        <a:defRPr kumimoji="1" sz="2000">
          <a:solidFill>
            <a:schemeClr val="tx1"/>
          </a:solidFill>
          <a:latin typeface="+mn-lt"/>
          <a:ea typeface="+mn-ea"/>
        </a:defRPr>
      </a:lvl6pPr>
      <a:lvl7pPr marL="2971800" indent="-228600" algn="l" rtl="0" fontAlgn="base">
        <a:lnSpc>
          <a:spcPct val="130000"/>
        </a:lnSpc>
        <a:spcBef>
          <a:spcPct val="20000"/>
        </a:spcBef>
        <a:spcAft>
          <a:spcPct val="0"/>
        </a:spcAft>
        <a:buChar char="»"/>
        <a:defRPr kumimoji="1" sz="2000">
          <a:solidFill>
            <a:schemeClr val="tx1"/>
          </a:solidFill>
          <a:latin typeface="+mn-lt"/>
          <a:ea typeface="+mn-ea"/>
        </a:defRPr>
      </a:lvl7pPr>
      <a:lvl8pPr marL="3429000" indent="-228600" algn="l" rtl="0" fontAlgn="base">
        <a:lnSpc>
          <a:spcPct val="130000"/>
        </a:lnSpc>
        <a:spcBef>
          <a:spcPct val="20000"/>
        </a:spcBef>
        <a:spcAft>
          <a:spcPct val="0"/>
        </a:spcAft>
        <a:buChar char="»"/>
        <a:defRPr kumimoji="1" sz="2000">
          <a:solidFill>
            <a:schemeClr val="tx1"/>
          </a:solidFill>
          <a:latin typeface="+mn-lt"/>
          <a:ea typeface="+mn-ea"/>
        </a:defRPr>
      </a:lvl8pPr>
      <a:lvl9pPr marL="3886200" indent="-228600" algn="l" rtl="0" fontAlgn="base">
        <a:lnSpc>
          <a:spcPct val="130000"/>
        </a:lnSpc>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4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4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Rectangle 7"/>
          <p:cNvSpPr/>
          <p:nvPr userDrawn="1"/>
        </p:nvSpPr>
        <p:spPr>
          <a:xfrm>
            <a:off x="0" y="6629400"/>
            <a:ext cx="9144000" cy="228600"/>
          </a:xfrm>
          <a:prstGeom prst="rect">
            <a:avLst/>
          </a:prstGeom>
          <a:gradFill rotWithShape="0">
            <a:gsLst>
              <a:gs pos="0">
                <a:schemeClr val="bg1"/>
              </a:gs>
              <a:gs pos="100000">
                <a:schemeClr val="accent1"/>
              </a:gs>
            </a:gsLst>
            <a:lin ang="5400000" scaled="1"/>
            <a:tileRect/>
          </a:gradFill>
          <a:ln w="9525">
            <a:noFill/>
          </a:ln>
        </p:spPr>
        <p:txBody>
          <a:bodyPr wrap="none" anchor="ctr" anchorCtr="0"/>
          <a:lstStyle/>
          <a:p>
            <a:pPr lvl="0"/>
            <a:endParaRPr lang="zh-CN" altLang="en-US" dirty="0">
              <a:latin typeface="Times New Roman" panose="02020603050405020304" pitchFamily="18" charset="0"/>
              <a:ea typeface="宋体" panose="02010600030101010101" pitchFamily="2" charset="-122"/>
            </a:endParaRPr>
          </a:p>
        </p:txBody>
      </p:sp>
      <p:cxnSp>
        <p:nvCxnSpPr>
          <p:cNvPr id="2" name="直接连接符 1"/>
          <p:cNvCxnSpPr/>
          <p:nvPr/>
        </p:nvCxnSpPr>
        <p:spPr>
          <a:xfrm>
            <a:off x="0" y="476250"/>
            <a:ext cx="9144000" cy="0"/>
          </a:xfrm>
          <a:prstGeom prst="line">
            <a:avLst/>
          </a:prstGeom>
          <a:ln>
            <a:headEnd type="none" w="med" len="med"/>
            <a:tailEnd type="none" w="med" len="med"/>
          </a:ln>
        </p:spPr>
        <p:style>
          <a:lnRef idx="2">
            <a:schemeClr val="accent2"/>
          </a:lnRef>
          <a:fillRef idx="0">
            <a:schemeClr val="accent2"/>
          </a:fillRef>
          <a:effectRef idx="1">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ransition spd="med">
    <p:zoom/>
  </p:transition>
  <p:hf sldNum="0" hdr="0" ftr="0" dt="0"/>
  <p:txStyles>
    <p:titleStyle>
      <a:lvl1pPr algn="ctr" rtl="0" eaLnBrk="0" fontAlgn="base" hangingPunct="0">
        <a:spcBef>
          <a:spcPct val="0"/>
        </a:spcBef>
        <a:spcAft>
          <a:spcPct val="0"/>
        </a:spcAft>
        <a:defRPr kumimoji="1" sz="3200" b="1">
          <a:solidFill>
            <a:schemeClr val="tx2"/>
          </a:solidFill>
          <a:latin typeface="+mj-lt"/>
          <a:ea typeface="+mj-ea"/>
          <a:cs typeface="+mj-cs"/>
        </a:defRPr>
      </a:lvl1pPr>
      <a:lvl2pPr algn="ctr" rtl="0" eaLnBrk="0" fontAlgn="base" hangingPunct="0">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3200" b="1">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lnSpc>
          <a:spcPct val="130000"/>
        </a:lnSpc>
        <a:spcBef>
          <a:spcPct val="20000"/>
        </a:spcBef>
        <a:spcAft>
          <a:spcPct val="0"/>
        </a:spcAft>
        <a:buChar char="•"/>
        <a:defRPr kumimoji="1" sz="2400">
          <a:solidFill>
            <a:schemeClr val="tx1"/>
          </a:solidFill>
          <a:latin typeface="+mn-lt"/>
          <a:ea typeface="+mn-ea"/>
          <a:cs typeface="+mn-cs"/>
        </a:defRPr>
      </a:lvl1pPr>
      <a:lvl2pPr marL="742950" indent="-285750" algn="l" rtl="0" eaLnBrk="0" fontAlgn="base" hangingPunct="0">
        <a:lnSpc>
          <a:spcPct val="130000"/>
        </a:lnSpc>
        <a:spcBef>
          <a:spcPct val="20000"/>
        </a:spcBef>
        <a:spcAft>
          <a:spcPct val="0"/>
        </a:spcAft>
        <a:buChar char="–"/>
        <a:defRPr kumimoji="1" sz="2800">
          <a:solidFill>
            <a:schemeClr val="tx1"/>
          </a:solidFill>
          <a:latin typeface="+mn-lt"/>
          <a:ea typeface="+mn-ea"/>
        </a:defRPr>
      </a:lvl2pPr>
      <a:lvl3pPr marL="1143000" indent="-228600" algn="l" rtl="0" eaLnBrk="0" fontAlgn="base" hangingPunct="0">
        <a:lnSpc>
          <a:spcPct val="130000"/>
        </a:lnSpc>
        <a:spcBef>
          <a:spcPct val="20000"/>
        </a:spcBef>
        <a:spcAft>
          <a:spcPct val="0"/>
        </a:spcAft>
        <a:buChar char="•"/>
        <a:defRPr kumimoji="1" sz="2400">
          <a:solidFill>
            <a:schemeClr val="tx1"/>
          </a:solidFill>
          <a:latin typeface="+mn-lt"/>
          <a:ea typeface="+mn-ea"/>
        </a:defRPr>
      </a:lvl3pPr>
      <a:lvl4pPr marL="1600200" indent="-228600" algn="l" rtl="0" eaLnBrk="0" fontAlgn="base" hangingPunct="0">
        <a:lnSpc>
          <a:spcPct val="130000"/>
        </a:lnSpc>
        <a:spcBef>
          <a:spcPct val="20000"/>
        </a:spcBef>
        <a:spcAft>
          <a:spcPct val="0"/>
        </a:spcAft>
        <a:buChar char="–"/>
        <a:defRPr kumimoji="1" sz="2000">
          <a:solidFill>
            <a:schemeClr val="tx1"/>
          </a:solidFill>
          <a:latin typeface="+mn-lt"/>
          <a:ea typeface="+mn-ea"/>
        </a:defRPr>
      </a:lvl4pPr>
      <a:lvl5pPr marL="2057400" indent="-228600" algn="l" rtl="0" eaLnBrk="0" fontAlgn="base" hangingPunct="0">
        <a:lnSpc>
          <a:spcPct val="130000"/>
        </a:lnSpc>
        <a:spcBef>
          <a:spcPct val="20000"/>
        </a:spcBef>
        <a:spcAft>
          <a:spcPct val="0"/>
        </a:spcAft>
        <a:buChar char="»"/>
        <a:defRPr kumimoji="1" sz="2000">
          <a:solidFill>
            <a:schemeClr val="tx1"/>
          </a:solidFill>
          <a:latin typeface="+mn-lt"/>
          <a:ea typeface="+mn-ea"/>
        </a:defRPr>
      </a:lvl5pPr>
      <a:lvl6pPr marL="2514600" indent="-228600" algn="l" rtl="0" fontAlgn="base">
        <a:lnSpc>
          <a:spcPct val="130000"/>
        </a:lnSpc>
        <a:spcBef>
          <a:spcPct val="20000"/>
        </a:spcBef>
        <a:spcAft>
          <a:spcPct val="0"/>
        </a:spcAft>
        <a:buChar char="»"/>
        <a:defRPr kumimoji="1" sz="2000">
          <a:solidFill>
            <a:schemeClr val="tx1"/>
          </a:solidFill>
          <a:latin typeface="+mn-lt"/>
          <a:ea typeface="+mn-ea"/>
        </a:defRPr>
      </a:lvl6pPr>
      <a:lvl7pPr marL="2971800" indent="-228600" algn="l" rtl="0" fontAlgn="base">
        <a:lnSpc>
          <a:spcPct val="130000"/>
        </a:lnSpc>
        <a:spcBef>
          <a:spcPct val="20000"/>
        </a:spcBef>
        <a:spcAft>
          <a:spcPct val="0"/>
        </a:spcAft>
        <a:buChar char="»"/>
        <a:defRPr kumimoji="1" sz="2000">
          <a:solidFill>
            <a:schemeClr val="tx1"/>
          </a:solidFill>
          <a:latin typeface="+mn-lt"/>
          <a:ea typeface="+mn-ea"/>
        </a:defRPr>
      </a:lvl7pPr>
      <a:lvl8pPr marL="3429000" indent="-228600" algn="l" rtl="0" fontAlgn="base">
        <a:lnSpc>
          <a:spcPct val="130000"/>
        </a:lnSpc>
        <a:spcBef>
          <a:spcPct val="20000"/>
        </a:spcBef>
        <a:spcAft>
          <a:spcPct val="0"/>
        </a:spcAft>
        <a:buChar char="»"/>
        <a:defRPr kumimoji="1" sz="2000">
          <a:solidFill>
            <a:schemeClr val="tx1"/>
          </a:solidFill>
          <a:latin typeface="+mn-lt"/>
          <a:ea typeface="+mn-ea"/>
        </a:defRPr>
      </a:lvl8pPr>
      <a:lvl9pPr marL="3886200" indent="-228600" algn="l" rtl="0" fontAlgn="base">
        <a:lnSpc>
          <a:spcPct val="130000"/>
        </a:lnSpc>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矩形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标题占位符 1"/>
          <p:cNvSpPr>
            <a:spLocks noGrp="1"/>
          </p:cNvSpPr>
          <p:nvPr>
            <p:ph type="title"/>
          </p:nvPr>
        </p:nvSpPr>
        <p:spPr>
          <a:xfrm>
            <a:off x="457200" y="274638"/>
            <a:ext cx="8229600" cy="1143000"/>
          </a:xfrm>
          <a:prstGeom prst="rect">
            <a:avLst/>
          </a:prstGeom>
        </p:spPr>
        <p:txBody>
          <a:bodyPr vert="horz" rtlCol="0" anchor="ctr">
            <a:normAutofit/>
          </a:bodyPr>
          <a:lstStyle/>
          <a:p>
            <a:r>
              <a:rPr kumimoji="0" lang="zh-CN" altLang="en-US"/>
              <a:t>单击此处编辑母版标题样式</a:t>
            </a:r>
            <a:endParaRPr kumimoji="0" lang="en-US"/>
          </a:p>
        </p:txBody>
      </p:sp>
      <p:sp>
        <p:nvSpPr>
          <p:cNvPr id="3" name="文本占位符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zh-CN" altLang="en-US"/>
              <a:t>单击此处编辑母版文本样式</a:t>
            </a:r>
          </a:p>
          <a:p>
            <a:pPr lvl="1" eaLnBrk="1" latinLnBrk="0" hangingPunct="1"/>
            <a:r>
              <a:rPr kumimoji="0" lang="zh-CN" altLang="en-US"/>
              <a:t>第二级</a:t>
            </a:r>
          </a:p>
          <a:p>
            <a:pPr lvl="2" eaLnBrk="1" latinLnBrk="0" hangingPunct="1"/>
            <a:r>
              <a:rPr kumimoji="0" lang="zh-CN" altLang="en-US"/>
              <a:t>第三级</a:t>
            </a:r>
          </a:p>
          <a:p>
            <a:pPr lvl="3" eaLnBrk="1" latinLnBrk="0" hangingPunct="1"/>
            <a:r>
              <a:rPr kumimoji="0" lang="zh-CN" altLang="en-US"/>
              <a:t>第四级</a:t>
            </a:r>
          </a:p>
          <a:p>
            <a:pPr lvl="4" eaLnBrk="1" latinLnBrk="0" hangingPunct="1"/>
            <a:r>
              <a:rPr kumimoji="0" lang="zh-CN" altLang="en-US"/>
              <a:t>第五级</a:t>
            </a:r>
            <a:endParaRPr kumimoji="0" lang="en-US"/>
          </a:p>
        </p:txBody>
      </p:sp>
      <p:sp>
        <p:nvSpPr>
          <p:cNvPr id="4" name="日期占位符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100">
                <a:solidFill>
                  <a:schemeClr val="tx2">
                    <a:lumMod val="75000"/>
                    <a:lumOff val="2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5" name="页脚占位符 4"/>
          <p:cNvSpPr>
            <a:spLocks noGrp="1"/>
          </p:cNvSpPr>
          <p:nvPr>
            <p:ph type="ftr" sz="quarter" idx="3"/>
          </p:nvPr>
        </p:nvSpPr>
        <p:spPr>
          <a:xfrm>
            <a:off x="5334000" y="6400800"/>
            <a:ext cx="3733800" cy="283800"/>
          </a:xfrm>
          <a:prstGeom prst="rect">
            <a:avLst/>
          </a:prstGeom>
        </p:spPr>
        <p:txBody>
          <a:bodyPr vert="horz" rtlCol="0" anchor="ctr"/>
          <a:lstStyle>
            <a:lvl1pPr algn="r" eaLnBrk="1" latinLnBrk="0" hangingPunct="1">
              <a:defRPr kumimoji="0" sz="1100">
                <a:solidFill>
                  <a:schemeClr val="tx2">
                    <a:lumMod val="75000"/>
                    <a:lumOff val="2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100" b="0">
                <a:solidFill>
                  <a:schemeClr val="tx2">
                    <a:lumMod val="75000"/>
                    <a:lumOff val="2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370518C7-1C6B-4E3F-886C-A659DE498A74}" type="slidenum">
              <a:rPr kumimoji="1" lang="en-US" altLang="zh-CN" sz="1400" b="0" i="0" u="none" strike="noStrike" kern="1200" cap="none" spc="0" normalizeH="0" baseline="0" noProof="0" smtClean="0">
                <a:ln>
                  <a:noFill/>
                </a:ln>
                <a:solidFill>
                  <a:schemeClr val="tx1"/>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defRPr/>
              </a:pPr>
              <a:t>‹#›</a:t>
            </a:fld>
            <a:endParaRPr kumimoji="1"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矩形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9" name="Rectangle 7"/>
          <p:cNvSpPr/>
          <p:nvPr userDrawn="1"/>
        </p:nvSpPr>
        <p:spPr>
          <a:xfrm>
            <a:off x="0" y="6629400"/>
            <a:ext cx="9144000" cy="228600"/>
          </a:xfrm>
          <a:prstGeom prst="rect">
            <a:avLst/>
          </a:prstGeom>
          <a:gradFill rotWithShape="0">
            <a:gsLst>
              <a:gs pos="0">
                <a:schemeClr val="bg1"/>
              </a:gs>
              <a:gs pos="100000">
                <a:schemeClr val="accent1"/>
              </a:gs>
            </a:gsLst>
            <a:lin ang="5400000" scaled="1"/>
            <a:tileRect/>
          </a:gradFill>
          <a:ln w="9525">
            <a:noFill/>
          </a:ln>
        </p:spPr>
        <p:txBody>
          <a:bodyPr wrap="none" anchor="ctr" anchorCtr="0"/>
          <a:lstStyle/>
          <a:p>
            <a:pPr lvl="0"/>
            <a:endParaRPr lang="zh-CN" altLang="en-US" dirty="0">
              <a:latin typeface="Times New Roman" panose="02020603050405020304" pitchFamily="18" charset="0"/>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Lst>
  <p:transition spd="med">
    <p:zoom/>
  </p:transition>
  <p:hf sldNum="0" hdr="0" ftr="0" dt="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6.png"/><Relationship Id="rId12" Type="http://schemas.openxmlformats.org/officeDocument/2006/relationships/customXml" Target="../ink/ink6.xml"/><Relationship Id="rId17" Type="http://schemas.openxmlformats.org/officeDocument/2006/relationships/image" Target="../media/image11.png"/><Relationship Id="rId2" Type="http://schemas.openxmlformats.org/officeDocument/2006/relationships/customXml" Target="../ink/ink1.xml"/><Relationship Id="rId16" Type="http://schemas.openxmlformats.org/officeDocument/2006/relationships/customXml" Target="../ink/ink8.xml"/><Relationship Id="rId1" Type="http://schemas.openxmlformats.org/officeDocument/2006/relationships/slideLayout" Target="../slideLayouts/slideLayout36.xml"/><Relationship Id="rId6" Type="http://schemas.openxmlformats.org/officeDocument/2006/relationships/customXml" Target="../ink/ink3.xml"/><Relationship Id="rId11" Type="http://schemas.openxmlformats.org/officeDocument/2006/relationships/image" Target="../media/image8.png"/><Relationship Id="rId5" Type="http://schemas.openxmlformats.org/officeDocument/2006/relationships/image" Target="../media/image5.png"/><Relationship Id="rId15" Type="http://schemas.openxmlformats.org/officeDocument/2006/relationships/image" Target="../media/image10.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7.png"/><Relationship Id="rId14" Type="http://schemas.openxmlformats.org/officeDocument/2006/relationships/customXml" Target="../ink/ink7.xml"/></Relationships>
</file>

<file path=ppt/slides/_rels/slide2.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image" Target="../media/image17.png"/><Relationship Id="rId18" Type="http://schemas.openxmlformats.org/officeDocument/2006/relationships/customXml" Target="../ink/ink17.xml"/><Relationship Id="rId3" Type="http://schemas.openxmlformats.org/officeDocument/2006/relationships/image" Target="../media/image12.png"/><Relationship Id="rId21" Type="http://schemas.openxmlformats.org/officeDocument/2006/relationships/image" Target="../media/image21.png"/><Relationship Id="rId7" Type="http://schemas.openxmlformats.org/officeDocument/2006/relationships/image" Target="../media/image14.png"/><Relationship Id="rId12" Type="http://schemas.openxmlformats.org/officeDocument/2006/relationships/customXml" Target="../ink/ink14.xml"/><Relationship Id="rId17" Type="http://schemas.openxmlformats.org/officeDocument/2006/relationships/image" Target="../media/image19.png"/><Relationship Id="rId25" Type="http://schemas.openxmlformats.org/officeDocument/2006/relationships/image" Target="../media/image23.png"/><Relationship Id="rId2" Type="http://schemas.openxmlformats.org/officeDocument/2006/relationships/customXml" Target="../ink/ink9.xml"/><Relationship Id="rId16" Type="http://schemas.openxmlformats.org/officeDocument/2006/relationships/customXml" Target="../ink/ink16.xml"/><Relationship Id="rId20" Type="http://schemas.openxmlformats.org/officeDocument/2006/relationships/customXml" Target="../ink/ink18.xml"/><Relationship Id="rId1" Type="http://schemas.openxmlformats.org/officeDocument/2006/relationships/slideLayout" Target="../slideLayouts/slideLayout31.xml"/><Relationship Id="rId6" Type="http://schemas.openxmlformats.org/officeDocument/2006/relationships/customXml" Target="../ink/ink11.xml"/><Relationship Id="rId11" Type="http://schemas.openxmlformats.org/officeDocument/2006/relationships/image" Target="../media/image16.png"/><Relationship Id="rId24" Type="http://schemas.openxmlformats.org/officeDocument/2006/relationships/customXml" Target="../ink/ink20.xml"/><Relationship Id="rId5" Type="http://schemas.openxmlformats.org/officeDocument/2006/relationships/image" Target="../media/image13.png"/><Relationship Id="rId15" Type="http://schemas.openxmlformats.org/officeDocument/2006/relationships/image" Target="../media/image18.png"/><Relationship Id="rId23" Type="http://schemas.openxmlformats.org/officeDocument/2006/relationships/image" Target="../media/image22.png"/><Relationship Id="rId10" Type="http://schemas.openxmlformats.org/officeDocument/2006/relationships/customXml" Target="../ink/ink13.xml"/><Relationship Id="rId19" Type="http://schemas.openxmlformats.org/officeDocument/2006/relationships/image" Target="../media/image20.png"/><Relationship Id="rId4" Type="http://schemas.openxmlformats.org/officeDocument/2006/relationships/customXml" Target="../ink/ink10.xml"/><Relationship Id="rId9" Type="http://schemas.openxmlformats.org/officeDocument/2006/relationships/image" Target="../media/image15.png"/><Relationship Id="rId14" Type="http://schemas.openxmlformats.org/officeDocument/2006/relationships/customXml" Target="../ink/ink15.xml"/><Relationship Id="rId22" Type="http://schemas.openxmlformats.org/officeDocument/2006/relationships/customXml" Target="../ink/ink19.xml"/></Relationships>
</file>

<file path=ppt/slides/_rels/slide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customXml" Target="../ink/ink29.xml"/><Relationship Id="rId26" Type="http://schemas.openxmlformats.org/officeDocument/2006/relationships/customXml" Target="../ink/ink33.xml"/><Relationship Id="rId21" Type="http://schemas.openxmlformats.org/officeDocument/2006/relationships/image" Target="../media/image38.png"/><Relationship Id="rId34" Type="http://schemas.openxmlformats.org/officeDocument/2006/relationships/customXml" Target="../ink/ink37.xml"/><Relationship Id="rId7" Type="http://schemas.openxmlformats.org/officeDocument/2006/relationships/image" Target="../media/image31.png"/><Relationship Id="rId12" Type="http://schemas.openxmlformats.org/officeDocument/2006/relationships/customXml" Target="../ink/ink26.xml"/><Relationship Id="rId17" Type="http://schemas.openxmlformats.org/officeDocument/2006/relationships/image" Target="../media/image36.png"/><Relationship Id="rId25" Type="http://schemas.openxmlformats.org/officeDocument/2006/relationships/image" Target="../media/image40.png"/><Relationship Id="rId33" Type="http://schemas.openxmlformats.org/officeDocument/2006/relationships/image" Target="../media/image24.png"/><Relationship Id="rId2" Type="http://schemas.openxmlformats.org/officeDocument/2006/relationships/customXml" Target="../ink/ink21.xml"/><Relationship Id="rId16" Type="http://schemas.openxmlformats.org/officeDocument/2006/relationships/customXml" Target="../ink/ink28.xml"/><Relationship Id="rId20" Type="http://schemas.openxmlformats.org/officeDocument/2006/relationships/customXml" Target="../ink/ink30.xml"/><Relationship Id="rId29" Type="http://schemas.openxmlformats.org/officeDocument/2006/relationships/image" Target="../media/image42.png"/><Relationship Id="rId1" Type="http://schemas.openxmlformats.org/officeDocument/2006/relationships/slideLayout" Target="../slideLayouts/slideLayout36.xml"/><Relationship Id="rId6" Type="http://schemas.openxmlformats.org/officeDocument/2006/relationships/customXml" Target="../ink/ink23.xml"/><Relationship Id="rId11" Type="http://schemas.openxmlformats.org/officeDocument/2006/relationships/image" Target="../media/image33.png"/><Relationship Id="rId24" Type="http://schemas.openxmlformats.org/officeDocument/2006/relationships/customXml" Target="../ink/ink32.xml"/><Relationship Id="rId32" Type="http://schemas.openxmlformats.org/officeDocument/2006/relationships/customXml" Target="../ink/ink36.xml"/><Relationship Id="rId37" Type="http://schemas.openxmlformats.org/officeDocument/2006/relationships/image" Target="../media/image26.png"/><Relationship Id="rId5" Type="http://schemas.openxmlformats.org/officeDocument/2006/relationships/image" Target="../media/image30.png"/><Relationship Id="rId15" Type="http://schemas.openxmlformats.org/officeDocument/2006/relationships/image" Target="../media/image35.png"/><Relationship Id="rId23" Type="http://schemas.openxmlformats.org/officeDocument/2006/relationships/image" Target="../media/image39.png"/><Relationship Id="rId28" Type="http://schemas.openxmlformats.org/officeDocument/2006/relationships/customXml" Target="../ink/ink34.xml"/><Relationship Id="rId36" Type="http://schemas.openxmlformats.org/officeDocument/2006/relationships/customXml" Target="../ink/ink38.xml"/><Relationship Id="rId10" Type="http://schemas.openxmlformats.org/officeDocument/2006/relationships/customXml" Target="../ink/ink25.xml"/><Relationship Id="rId19" Type="http://schemas.openxmlformats.org/officeDocument/2006/relationships/image" Target="../media/image37.png"/><Relationship Id="rId31" Type="http://schemas.openxmlformats.org/officeDocument/2006/relationships/image" Target="../media/image43.png"/><Relationship Id="rId4" Type="http://schemas.openxmlformats.org/officeDocument/2006/relationships/customXml" Target="../ink/ink22.xml"/><Relationship Id="rId9" Type="http://schemas.openxmlformats.org/officeDocument/2006/relationships/image" Target="../media/image32.png"/><Relationship Id="rId14" Type="http://schemas.openxmlformats.org/officeDocument/2006/relationships/customXml" Target="../ink/ink27.xml"/><Relationship Id="rId22" Type="http://schemas.openxmlformats.org/officeDocument/2006/relationships/customXml" Target="../ink/ink31.xml"/><Relationship Id="rId27" Type="http://schemas.openxmlformats.org/officeDocument/2006/relationships/image" Target="../media/image41.png"/><Relationship Id="rId30" Type="http://schemas.openxmlformats.org/officeDocument/2006/relationships/customXml" Target="../ink/ink35.xml"/><Relationship Id="rId35" Type="http://schemas.openxmlformats.org/officeDocument/2006/relationships/image" Target="../media/image25.png"/><Relationship Id="rId8" Type="http://schemas.openxmlformats.org/officeDocument/2006/relationships/customXml" Target="../ink/ink24.xml"/><Relationship Id="rId3"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customXml" Target="../ink/ink41.xml"/><Relationship Id="rId13" Type="http://schemas.openxmlformats.org/officeDocument/2006/relationships/image" Target="../media/image49.png"/><Relationship Id="rId18" Type="http://schemas.openxmlformats.org/officeDocument/2006/relationships/customXml" Target="../ink/ink46.xml"/><Relationship Id="rId3" Type="http://schemas.openxmlformats.org/officeDocument/2006/relationships/image" Target="../media/image4.wmf"/><Relationship Id="rId21" Type="http://schemas.openxmlformats.org/officeDocument/2006/relationships/image" Target="../media/image53.png"/><Relationship Id="rId7" Type="http://schemas.openxmlformats.org/officeDocument/2006/relationships/image" Target="../media/image46.png"/><Relationship Id="rId12" Type="http://schemas.openxmlformats.org/officeDocument/2006/relationships/customXml" Target="../ink/ink43.xml"/><Relationship Id="rId17" Type="http://schemas.openxmlformats.org/officeDocument/2006/relationships/image" Target="../media/image51.png"/><Relationship Id="rId2" Type="http://schemas.openxmlformats.org/officeDocument/2006/relationships/oleObject" Target="../embeddings/oleObject1.bin"/><Relationship Id="rId16" Type="http://schemas.openxmlformats.org/officeDocument/2006/relationships/customXml" Target="../ink/ink45.xml"/><Relationship Id="rId20" Type="http://schemas.openxmlformats.org/officeDocument/2006/relationships/customXml" Target="../ink/ink47.xml"/><Relationship Id="rId1" Type="http://schemas.openxmlformats.org/officeDocument/2006/relationships/slideLayout" Target="../slideLayouts/slideLayout31.xml"/><Relationship Id="rId6" Type="http://schemas.openxmlformats.org/officeDocument/2006/relationships/customXml" Target="../ink/ink40.xml"/><Relationship Id="rId11" Type="http://schemas.openxmlformats.org/officeDocument/2006/relationships/image" Target="../media/image48.png"/><Relationship Id="rId5" Type="http://schemas.openxmlformats.org/officeDocument/2006/relationships/image" Target="../media/image45.png"/><Relationship Id="rId15" Type="http://schemas.openxmlformats.org/officeDocument/2006/relationships/image" Target="../media/image50.png"/><Relationship Id="rId23" Type="http://schemas.openxmlformats.org/officeDocument/2006/relationships/image" Target="../media/image54.png"/><Relationship Id="rId10" Type="http://schemas.openxmlformats.org/officeDocument/2006/relationships/customXml" Target="../ink/ink42.xml"/><Relationship Id="rId19" Type="http://schemas.openxmlformats.org/officeDocument/2006/relationships/image" Target="../media/image52.png"/><Relationship Id="rId4" Type="http://schemas.openxmlformats.org/officeDocument/2006/relationships/customXml" Target="../ink/ink39.xml"/><Relationship Id="rId9" Type="http://schemas.openxmlformats.org/officeDocument/2006/relationships/image" Target="../media/image47.png"/><Relationship Id="rId14" Type="http://schemas.openxmlformats.org/officeDocument/2006/relationships/customXml" Target="../ink/ink44.xml"/><Relationship Id="rId22" Type="http://schemas.openxmlformats.org/officeDocument/2006/relationships/customXml" Target="../ink/ink48.xml"/></Relationships>
</file>

<file path=ppt/slides/_rels/slide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customXml" Target="../ink/ink49.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8" Type="http://schemas.openxmlformats.org/officeDocument/2006/relationships/customXml" Target="../ink/ink50.xml"/><Relationship Id="rId13" Type="http://schemas.openxmlformats.org/officeDocument/2006/relationships/image" Target="../media/image62.png"/><Relationship Id="rId18" Type="http://schemas.openxmlformats.org/officeDocument/2006/relationships/customXml" Target="../ink/ink55.xml"/><Relationship Id="rId26" Type="http://schemas.openxmlformats.org/officeDocument/2006/relationships/customXml" Target="../ink/ink59.xml"/><Relationship Id="rId3" Type="http://schemas.openxmlformats.org/officeDocument/2006/relationships/image" Target="../media/image5.wmf"/><Relationship Id="rId21" Type="http://schemas.openxmlformats.org/officeDocument/2006/relationships/image" Target="../media/image66.png"/><Relationship Id="rId7" Type="http://schemas.openxmlformats.org/officeDocument/2006/relationships/image" Target="../media/image27.png"/><Relationship Id="rId12" Type="http://schemas.openxmlformats.org/officeDocument/2006/relationships/customXml" Target="../ink/ink52.xml"/><Relationship Id="rId17" Type="http://schemas.openxmlformats.org/officeDocument/2006/relationships/image" Target="../media/image64.png"/><Relationship Id="rId25" Type="http://schemas.openxmlformats.org/officeDocument/2006/relationships/image" Target="../media/image56.png"/><Relationship Id="rId2" Type="http://schemas.openxmlformats.org/officeDocument/2006/relationships/oleObject" Target="../embeddings/oleObject2.bin"/><Relationship Id="rId16" Type="http://schemas.openxmlformats.org/officeDocument/2006/relationships/customXml" Target="../ink/ink54.xml"/><Relationship Id="rId20" Type="http://schemas.openxmlformats.org/officeDocument/2006/relationships/customXml" Target="../ink/ink56.xml"/><Relationship Id="rId29" Type="http://schemas.openxmlformats.org/officeDocument/2006/relationships/image" Target="../media/image58.png"/><Relationship Id="rId1" Type="http://schemas.openxmlformats.org/officeDocument/2006/relationships/slideLayout" Target="../slideLayouts/slideLayout31.xml"/><Relationship Id="rId6" Type="http://schemas.openxmlformats.org/officeDocument/2006/relationships/image" Target="../media/image7.wmf"/><Relationship Id="rId11" Type="http://schemas.openxmlformats.org/officeDocument/2006/relationships/image" Target="../media/image61.png"/><Relationship Id="rId24" Type="http://schemas.openxmlformats.org/officeDocument/2006/relationships/customXml" Target="../ink/ink58.xml"/><Relationship Id="rId5" Type="http://schemas.openxmlformats.org/officeDocument/2006/relationships/oleObject" Target="../embeddings/oleObject3.bin"/><Relationship Id="rId15" Type="http://schemas.openxmlformats.org/officeDocument/2006/relationships/image" Target="../media/image63.png"/><Relationship Id="rId23" Type="http://schemas.openxmlformats.org/officeDocument/2006/relationships/image" Target="../media/image67.png"/><Relationship Id="rId28" Type="http://schemas.openxmlformats.org/officeDocument/2006/relationships/customXml" Target="../ink/ink60.xml"/><Relationship Id="rId10" Type="http://schemas.openxmlformats.org/officeDocument/2006/relationships/customXml" Target="../ink/ink51.xml"/><Relationship Id="rId19" Type="http://schemas.openxmlformats.org/officeDocument/2006/relationships/image" Target="../media/image65.png"/><Relationship Id="rId4" Type="http://schemas.openxmlformats.org/officeDocument/2006/relationships/image" Target="../media/image6.wmf"/><Relationship Id="rId9" Type="http://schemas.openxmlformats.org/officeDocument/2006/relationships/image" Target="../media/image60.png"/><Relationship Id="rId14" Type="http://schemas.openxmlformats.org/officeDocument/2006/relationships/customXml" Target="../ink/ink53.xml"/><Relationship Id="rId22" Type="http://schemas.openxmlformats.org/officeDocument/2006/relationships/customXml" Target="../ink/ink57.xml"/><Relationship Id="rId27" Type="http://schemas.openxmlformats.org/officeDocument/2006/relationships/image" Target="../media/image57.png"/></Relationships>
</file>

<file path=ppt/slides/_rels/slide7.xml.rels><?xml version="1.0" encoding="UTF-8" standalone="yes"?>
<Relationships xmlns="http://schemas.openxmlformats.org/package/2006/relationships"><Relationship Id="rId13" Type="http://schemas.openxmlformats.org/officeDocument/2006/relationships/image" Target="../media/image73.png"/><Relationship Id="rId18" Type="http://schemas.openxmlformats.org/officeDocument/2006/relationships/customXml" Target="../ink/ink69.xml"/><Relationship Id="rId26" Type="http://schemas.openxmlformats.org/officeDocument/2006/relationships/customXml" Target="../ink/ink73.xml"/><Relationship Id="rId21" Type="http://schemas.openxmlformats.org/officeDocument/2006/relationships/image" Target="../media/image77.png"/><Relationship Id="rId34" Type="http://schemas.openxmlformats.org/officeDocument/2006/relationships/customXml" Target="../ink/ink77.xml"/><Relationship Id="rId7" Type="http://schemas.openxmlformats.org/officeDocument/2006/relationships/image" Target="../media/image70.png"/><Relationship Id="rId12" Type="http://schemas.openxmlformats.org/officeDocument/2006/relationships/customXml" Target="../ink/ink66.xml"/><Relationship Id="rId17" Type="http://schemas.openxmlformats.org/officeDocument/2006/relationships/image" Target="../media/image75.png"/><Relationship Id="rId25" Type="http://schemas.openxmlformats.org/officeDocument/2006/relationships/image" Target="../media/image79.png"/><Relationship Id="rId33" Type="http://schemas.openxmlformats.org/officeDocument/2006/relationships/image" Target="../media/image59.png"/><Relationship Id="rId2" Type="http://schemas.openxmlformats.org/officeDocument/2006/relationships/customXml" Target="../ink/ink61.xml"/><Relationship Id="rId16" Type="http://schemas.openxmlformats.org/officeDocument/2006/relationships/customXml" Target="../ink/ink68.xml"/><Relationship Id="rId20" Type="http://schemas.openxmlformats.org/officeDocument/2006/relationships/customXml" Target="../ink/ink70.xml"/><Relationship Id="rId29" Type="http://schemas.openxmlformats.org/officeDocument/2006/relationships/image" Target="../media/image81.png"/><Relationship Id="rId1" Type="http://schemas.openxmlformats.org/officeDocument/2006/relationships/slideLayout" Target="../slideLayouts/slideLayout36.xml"/><Relationship Id="rId6" Type="http://schemas.openxmlformats.org/officeDocument/2006/relationships/customXml" Target="../ink/ink63.xml"/><Relationship Id="rId11" Type="http://schemas.openxmlformats.org/officeDocument/2006/relationships/image" Target="../media/image72.png"/><Relationship Id="rId24" Type="http://schemas.openxmlformats.org/officeDocument/2006/relationships/customXml" Target="../ink/ink72.xml"/><Relationship Id="rId32" Type="http://schemas.openxmlformats.org/officeDocument/2006/relationships/customXml" Target="../ink/ink76.xml"/><Relationship Id="rId37" Type="http://schemas.openxmlformats.org/officeDocument/2006/relationships/image" Target="../media/image84.png"/><Relationship Id="rId5" Type="http://schemas.openxmlformats.org/officeDocument/2006/relationships/image" Target="../media/image69.png"/><Relationship Id="rId15" Type="http://schemas.openxmlformats.org/officeDocument/2006/relationships/image" Target="../media/image74.png"/><Relationship Id="rId23" Type="http://schemas.openxmlformats.org/officeDocument/2006/relationships/image" Target="../media/image78.png"/><Relationship Id="rId28" Type="http://schemas.openxmlformats.org/officeDocument/2006/relationships/customXml" Target="../ink/ink74.xml"/><Relationship Id="rId36" Type="http://schemas.openxmlformats.org/officeDocument/2006/relationships/customXml" Target="../ink/ink78.xml"/><Relationship Id="rId10" Type="http://schemas.openxmlformats.org/officeDocument/2006/relationships/customXml" Target="../ink/ink65.xml"/><Relationship Id="rId19" Type="http://schemas.openxmlformats.org/officeDocument/2006/relationships/image" Target="../media/image76.png"/><Relationship Id="rId31" Type="http://schemas.openxmlformats.org/officeDocument/2006/relationships/image" Target="../media/image82.png"/><Relationship Id="rId4" Type="http://schemas.openxmlformats.org/officeDocument/2006/relationships/customXml" Target="../ink/ink62.xml"/><Relationship Id="rId9" Type="http://schemas.openxmlformats.org/officeDocument/2006/relationships/image" Target="../media/image71.png"/><Relationship Id="rId14" Type="http://schemas.openxmlformats.org/officeDocument/2006/relationships/customXml" Target="../ink/ink67.xml"/><Relationship Id="rId22" Type="http://schemas.openxmlformats.org/officeDocument/2006/relationships/customXml" Target="../ink/ink71.xml"/><Relationship Id="rId27" Type="http://schemas.openxmlformats.org/officeDocument/2006/relationships/image" Target="../media/image80.png"/><Relationship Id="rId30" Type="http://schemas.openxmlformats.org/officeDocument/2006/relationships/customXml" Target="../ink/ink75.xml"/><Relationship Id="rId35" Type="http://schemas.openxmlformats.org/officeDocument/2006/relationships/image" Target="../media/image83.png"/><Relationship Id="rId8" Type="http://schemas.openxmlformats.org/officeDocument/2006/relationships/customXml" Target="../ink/ink64.xml"/><Relationship Id="rId3" Type="http://schemas.openxmlformats.org/officeDocument/2006/relationships/image" Target="../media/image68.png"/></Relationships>
</file>

<file path=ppt/slides/_rels/slide8.xml.rels><?xml version="1.0" encoding="UTF-8" standalone="yes"?>
<Relationships xmlns="http://schemas.openxmlformats.org/package/2006/relationships"><Relationship Id="rId13" Type="http://schemas.openxmlformats.org/officeDocument/2006/relationships/image" Target="../media/image88.png"/><Relationship Id="rId18" Type="http://schemas.openxmlformats.org/officeDocument/2006/relationships/customXml" Target="../ink/ink87.xml"/><Relationship Id="rId26" Type="http://schemas.openxmlformats.org/officeDocument/2006/relationships/customXml" Target="../ink/ink91.xml"/><Relationship Id="rId21" Type="http://schemas.openxmlformats.org/officeDocument/2006/relationships/image" Target="../media/image92.png"/><Relationship Id="rId34" Type="http://schemas.openxmlformats.org/officeDocument/2006/relationships/customXml" Target="../ink/ink95.xml"/><Relationship Id="rId7" Type="http://schemas.openxmlformats.org/officeDocument/2006/relationships/image" Target="../media/image85.png"/><Relationship Id="rId12" Type="http://schemas.openxmlformats.org/officeDocument/2006/relationships/customXml" Target="../ink/ink84.xml"/><Relationship Id="rId17" Type="http://schemas.openxmlformats.org/officeDocument/2006/relationships/image" Target="../media/image90.png"/><Relationship Id="rId25" Type="http://schemas.openxmlformats.org/officeDocument/2006/relationships/image" Target="../media/image94.png"/><Relationship Id="rId33" Type="http://schemas.openxmlformats.org/officeDocument/2006/relationships/image" Target="../media/image98.png"/><Relationship Id="rId2" Type="http://schemas.openxmlformats.org/officeDocument/2006/relationships/customXml" Target="../ink/ink79.xml"/><Relationship Id="rId16" Type="http://schemas.openxmlformats.org/officeDocument/2006/relationships/customXml" Target="../ink/ink86.xml"/><Relationship Id="rId20" Type="http://schemas.openxmlformats.org/officeDocument/2006/relationships/customXml" Target="../ink/ink88.xml"/><Relationship Id="rId29" Type="http://schemas.openxmlformats.org/officeDocument/2006/relationships/image" Target="../media/image96.png"/><Relationship Id="rId1" Type="http://schemas.openxmlformats.org/officeDocument/2006/relationships/slideLayout" Target="../slideLayouts/slideLayout36.xml"/><Relationship Id="rId6" Type="http://schemas.openxmlformats.org/officeDocument/2006/relationships/customXml" Target="../ink/ink81.xml"/><Relationship Id="rId11" Type="http://schemas.openxmlformats.org/officeDocument/2006/relationships/image" Target="../media/image87.png"/><Relationship Id="rId24" Type="http://schemas.openxmlformats.org/officeDocument/2006/relationships/customXml" Target="../ink/ink90.xml"/><Relationship Id="rId32" Type="http://schemas.openxmlformats.org/officeDocument/2006/relationships/customXml" Target="../ink/ink94.xml"/><Relationship Id="rId37" Type="http://schemas.openxmlformats.org/officeDocument/2006/relationships/image" Target="../media/image100.png"/><Relationship Id="rId5" Type="http://schemas.openxmlformats.org/officeDocument/2006/relationships/image" Target="../media/image8410.png"/><Relationship Id="rId15" Type="http://schemas.openxmlformats.org/officeDocument/2006/relationships/image" Target="../media/image89.png"/><Relationship Id="rId23" Type="http://schemas.openxmlformats.org/officeDocument/2006/relationships/image" Target="../media/image93.png"/><Relationship Id="rId28" Type="http://schemas.openxmlformats.org/officeDocument/2006/relationships/customXml" Target="../ink/ink92.xml"/><Relationship Id="rId36" Type="http://schemas.openxmlformats.org/officeDocument/2006/relationships/customXml" Target="../ink/ink96.xml"/><Relationship Id="rId10" Type="http://schemas.openxmlformats.org/officeDocument/2006/relationships/customXml" Target="../ink/ink83.xml"/><Relationship Id="rId19" Type="http://schemas.openxmlformats.org/officeDocument/2006/relationships/image" Target="../media/image91.png"/><Relationship Id="rId31" Type="http://schemas.openxmlformats.org/officeDocument/2006/relationships/image" Target="../media/image97.png"/><Relationship Id="rId4" Type="http://schemas.openxmlformats.org/officeDocument/2006/relationships/customXml" Target="../ink/ink80.xml"/><Relationship Id="rId9" Type="http://schemas.openxmlformats.org/officeDocument/2006/relationships/image" Target="../media/image86.png"/><Relationship Id="rId14" Type="http://schemas.openxmlformats.org/officeDocument/2006/relationships/customXml" Target="../ink/ink85.xml"/><Relationship Id="rId22" Type="http://schemas.openxmlformats.org/officeDocument/2006/relationships/customXml" Target="../ink/ink89.xml"/><Relationship Id="rId27" Type="http://schemas.openxmlformats.org/officeDocument/2006/relationships/image" Target="../media/image95.png"/><Relationship Id="rId30" Type="http://schemas.openxmlformats.org/officeDocument/2006/relationships/customXml" Target="../ink/ink93.xml"/><Relationship Id="rId35" Type="http://schemas.openxmlformats.org/officeDocument/2006/relationships/image" Target="../media/image99.png"/><Relationship Id="rId8" Type="http://schemas.openxmlformats.org/officeDocument/2006/relationships/customXml" Target="../ink/ink82.xml"/><Relationship Id="rId3" Type="http://schemas.openxmlformats.org/officeDocument/2006/relationships/image" Target="../media/image83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customXml" Target="../ink/ink102.xml"/><Relationship Id="rId18" Type="http://schemas.openxmlformats.org/officeDocument/2006/relationships/image" Target="../media/image107.png"/><Relationship Id="rId26" Type="http://schemas.openxmlformats.org/officeDocument/2006/relationships/image" Target="../media/image112.png"/><Relationship Id="rId3" Type="http://schemas.openxmlformats.org/officeDocument/2006/relationships/customXml" Target="../ink/ink97.xml"/><Relationship Id="rId21" Type="http://schemas.openxmlformats.org/officeDocument/2006/relationships/customXml" Target="../ink/ink106.xml"/><Relationship Id="rId7" Type="http://schemas.openxmlformats.org/officeDocument/2006/relationships/customXml" Target="../ink/ink99.xml"/><Relationship Id="rId12" Type="http://schemas.openxmlformats.org/officeDocument/2006/relationships/image" Target="../media/image104.png"/><Relationship Id="rId17" Type="http://schemas.openxmlformats.org/officeDocument/2006/relationships/customXml" Target="../ink/ink104.xml"/><Relationship Id="rId25" Type="http://schemas.openxmlformats.org/officeDocument/2006/relationships/customXml" Target="../ink/ink108.xml"/><Relationship Id="rId2" Type="http://schemas.openxmlformats.org/officeDocument/2006/relationships/image" Target="../media/image28.png"/><Relationship Id="rId16" Type="http://schemas.openxmlformats.org/officeDocument/2006/relationships/image" Target="../media/image106.png"/><Relationship Id="rId20" Type="http://schemas.openxmlformats.org/officeDocument/2006/relationships/image" Target="../media/image108.png"/><Relationship Id="rId29" Type="http://schemas.openxmlformats.org/officeDocument/2006/relationships/customXml" Target="../ink/ink110.xml"/><Relationship Id="rId1" Type="http://schemas.openxmlformats.org/officeDocument/2006/relationships/slideLayout" Target="../slideLayouts/slideLayout36.xml"/><Relationship Id="rId6" Type="http://schemas.openxmlformats.org/officeDocument/2006/relationships/image" Target="../media/image81.png"/><Relationship Id="rId11" Type="http://schemas.openxmlformats.org/officeDocument/2006/relationships/customXml" Target="../ink/ink101.xml"/><Relationship Id="rId24" Type="http://schemas.openxmlformats.org/officeDocument/2006/relationships/image" Target="../media/image111.png"/><Relationship Id="rId32" Type="http://schemas.openxmlformats.org/officeDocument/2006/relationships/image" Target="../media/image115.png"/><Relationship Id="rId5" Type="http://schemas.openxmlformats.org/officeDocument/2006/relationships/customXml" Target="../ink/ink98.xml"/><Relationship Id="rId15" Type="http://schemas.openxmlformats.org/officeDocument/2006/relationships/customXml" Target="../ink/ink103.xml"/><Relationship Id="rId23" Type="http://schemas.openxmlformats.org/officeDocument/2006/relationships/customXml" Target="../ink/ink107.xml"/><Relationship Id="rId28" Type="http://schemas.openxmlformats.org/officeDocument/2006/relationships/image" Target="../media/image113.png"/><Relationship Id="rId10" Type="http://schemas.openxmlformats.org/officeDocument/2006/relationships/image" Target="../media/image103.png"/><Relationship Id="rId19" Type="http://schemas.openxmlformats.org/officeDocument/2006/relationships/customXml" Target="../ink/ink105.xml"/><Relationship Id="rId31" Type="http://schemas.openxmlformats.org/officeDocument/2006/relationships/customXml" Target="../ink/ink111.xml"/><Relationship Id="rId4" Type="http://schemas.openxmlformats.org/officeDocument/2006/relationships/image" Target="../media/image110.png"/><Relationship Id="rId9" Type="http://schemas.openxmlformats.org/officeDocument/2006/relationships/customXml" Target="../ink/ink100.xml"/><Relationship Id="rId14" Type="http://schemas.openxmlformats.org/officeDocument/2006/relationships/image" Target="../media/image105.png"/><Relationship Id="rId22" Type="http://schemas.openxmlformats.org/officeDocument/2006/relationships/image" Target="../media/image109.png"/><Relationship Id="rId27" Type="http://schemas.openxmlformats.org/officeDocument/2006/relationships/customXml" Target="../ink/ink109.xml"/><Relationship Id="rId30" Type="http://schemas.openxmlformats.org/officeDocument/2006/relationships/image" Target="../media/image114.png"/></Relationships>
</file>

<file path=ppt/slides/_rels/slide11.xml.rels><?xml version="1.0" encoding="UTF-8" standalone="yes"?>
<Relationships xmlns="http://schemas.openxmlformats.org/package/2006/relationships"><Relationship Id="rId3" Type="http://schemas.openxmlformats.org/officeDocument/2006/relationships/customXml" Target="../ink/ink112.xml"/><Relationship Id="rId2" Type="http://schemas.openxmlformats.org/officeDocument/2006/relationships/image" Target="../media/image44.png"/><Relationship Id="rId1" Type="http://schemas.openxmlformats.org/officeDocument/2006/relationships/slideLayout" Target="../slideLayouts/slideLayout36.xml"/><Relationship Id="rId5" Type="http://schemas.openxmlformats.org/officeDocument/2006/relationships/customXml" Target="../ink/ink113.xml"/><Relationship Id="rId4" Type="http://schemas.openxmlformats.org/officeDocument/2006/relationships/image" Target="../media/image117.png"/></Relationships>
</file>

<file path=ppt/slides/_rels/slide12.xml.rels><?xml version="1.0" encoding="UTF-8" standalone="yes"?>
<Relationships xmlns="http://schemas.openxmlformats.org/package/2006/relationships"><Relationship Id="rId13" Type="http://schemas.openxmlformats.org/officeDocument/2006/relationships/customXml" Target="../ink/ink115.xml"/><Relationship Id="rId18" Type="http://schemas.openxmlformats.org/officeDocument/2006/relationships/image" Target="../media/image119.png"/><Relationship Id="rId26" Type="http://schemas.openxmlformats.org/officeDocument/2006/relationships/image" Target="../media/image123.png"/><Relationship Id="rId39" Type="http://schemas.openxmlformats.org/officeDocument/2006/relationships/customXml" Target="../ink/ink128.xml"/><Relationship Id="rId21" Type="http://schemas.openxmlformats.org/officeDocument/2006/relationships/customXml" Target="../ink/ink119.xml"/><Relationship Id="rId34" Type="http://schemas.openxmlformats.org/officeDocument/2006/relationships/image" Target="../media/image127.png"/><Relationship Id="rId42" Type="http://schemas.openxmlformats.org/officeDocument/2006/relationships/image" Target="../media/image131.png"/><Relationship Id="rId47" Type="http://schemas.openxmlformats.org/officeDocument/2006/relationships/customXml" Target="../ink/ink132.xml"/><Relationship Id="rId50" Type="http://schemas.openxmlformats.org/officeDocument/2006/relationships/image" Target="../media/image135.png"/><Relationship Id="rId55" Type="http://schemas.openxmlformats.org/officeDocument/2006/relationships/customXml" Target="../ink/ink136.xml"/><Relationship Id="rId2" Type="http://schemas.openxmlformats.org/officeDocument/2006/relationships/image" Target="../media/image44.png"/><Relationship Id="rId16" Type="http://schemas.openxmlformats.org/officeDocument/2006/relationships/image" Target="../media/image118.png"/><Relationship Id="rId29" Type="http://schemas.openxmlformats.org/officeDocument/2006/relationships/customXml" Target="../ink/ink123.xml"/><Relationship Id="rId24" Type="http://schemas.openxmlformats.org/officeDocument/2006/relationships/image" Target="../media/image122.png"/><Relationship Id="rId32" Type="http://schemas.openxmlformats.org/officeDocument/2006/relationships/image" Target="../media/image126.png"/><Relationship Id="rId37" Type="http://schemas.openxmlformats.org/officeDocument/2006/relationships/customXml" Target="../ink/ink127.xml"/><Relationship Id="rId40" Type="http://schemas.openxmlformats.org/officeDocument/2006/relationships/image" Target="../media/image130.png"/><Relationship Id="rId45" Type="http://schemas.openxmlformats.org/officeDocument/2006/relationships/customXml" Target="../ink/ink131.xml"/><Relationship Id="rId53" Type="http://schemas.openxmlformats.org/officeDocument/2006/relationships/customXml" Target="../ink/ink135.xml"/><Relationship Id="rId58" Type="http://schemas.openxmlformats.org/officeDocument/2006/relationships/image" Target="../media/image138.png"/><Relationship Id="rId15" Type="http://schemas.openxmlformats.org/officeDocument/2006/relationships/customXml" Target="../ink/ink116.xml"/><Relationship Id="rId23" Type="http://schemas.openxmlformats.org/officeDocument/2006/relationships/customXml" Target="../ink/ink120.xml"/><Relationship Id="rId28" Type="http://schemas.openxmlformats.org/officeDocument/2006/relationships/image" Target="../media/image124.png"/><Relationship Id="rId36" Type="http://schemas.openxmlformats.org/officeDocument/2006/relationships/image" Target="../media/image128.png"/><Relationship Id="rId49" Type="http://schemas.openxmlformats.org/officeDocument/2006/relationships/customXml" Target="../ink/ink133.xml"/><Relationship Id="rId57" Type="http://schemas.openxmlformats.org/officeDocument/2006/relationships/customXml" Target="../ink/ink137.xml"/><Relationship Id="rId19" Type="http://schemas.openxmlformats.org/officeDocument/2006/relationships/customXml" Target="../ink/ink118.xml"/><Relationship Id="rId31" Type="http://schemas.openxmlformats.org/officeDocument/2006/relationships/customXml" Target="../ink/ink124.xml"/><Relationship Id="rId44" Type="http://schemas.openxmlformats.org/officeDocument/2006/relationships/image" Target="../media/image132.png"/><Relationship Id="rId52" Type="http://schemas.openxmlformats.org/officeDocument/2006/relationships/image" Target="../media/image117.png"/><Relationship Id="rId14" Type="http://schemas.openxmlformats.org/officeDocument/2006/relationships/image" Target="../media/image195.png"/><Relationship Id="rId22" Type="http://schemas.openxmlformats.org/officeDocument/2006/relationships/image" Target="../media/image121.png"/><Relationship Id="rId27" Type="http://schemas.openxmlformats.org/officeDocument/2006/relationships/customXml" Target="../ink/ink122.xml"/><Relationship Id="rId30" Type="http://schemas.openxmlformats.org/officeDocument/2006/relationships/image" Target="../media/image125.png"/><Relationship Id="rId35" Type="http://schemas.openxmlformats.org/officeDocument/2006/relationships/customXml" Target="../ink/ink126.xml"/><Relationship Id="rId43" Type="http://schemas.openxmlformats.org/officeDocument/2006/relationships/customXml" Target="../ink/ink130.xml"/><Relationship Id="rId48" Type="http://schemas.openxmlformats.org/officeDocument/2006/relationships/image" Target="../media/image134.png"/><Relationship Id="rId56" Type="http://schemas.openxmlformats.org/officeDocument/2006/relationships/image" Target="../media/image137.png"/><Relationship Id="rId51" Type="http://schemas.openxmlformats.org/officeDocument/2006/relationships/customXml" Target="../ink/ink134.xml"/><Relationship Id="rId3" Type="http://schemas.openxmlformats.org/officeDocument/2006/relationships/customXml" Target="../ink/ink114.xml"/><Relationship Id="rId12" Type="http://schemas.openxmlformats.org/officeDocument/2006/relationships/image" Target="../media/image194.png"/><Relationship Id="rId17" Type="http://schemas.openxmlformats.org/officeDocument/2006/relationships/customXml" Target="../ink/ink117.xml"/><Relationship Id="rId25" Type="http://schemas.openxmlformats.org/officeDocument/2006/relationships/customXml" Target="../ink/ink121.xml"/><Relationship Id="rId33" Type="http://schemas.openxmlformats.org/officeDocument/2006/relationships/customXml" Target="../ink/ink125.xml"/><Relationship Id="rId38" Type="http://schemas.openxmlformats.org/officeDocument/2006/relationships/image" Target="../media/image129.png"/><Relationship Id="rId46" Type="http://schemas.openxmlformats.org/officeDocument/2006/relationships/image" Target="../media/image133.png"/><Relationship Id="rId59" Type="http://schemas.openxmlformats.org/officeDocument/2006/relationships/customXml" Target="../ink/ink138.xml"/><Relationship Id="rId20" Type="http://schemas.openxmlformats.org/officeDocument/2006/relationships/image" Target="../media/image120.png"/><Relationship Id="rId41" Type="http://schemas.openxmlformats.org/officeDocument/2006/relationships/customXml" Target="../ink/ink129.xml"/><Relationship Id="rId54" Type="http://schemas.openxmlformats.org/officeDocument/2006/relationships/image" Target="../media/image136.png"/><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6" Type="http://schemas.openxmlformats.org/officeDocument/2006/relationships/image" Target="../media/image242.png"/><Relationship Id="rId21" Type="http://schemas.openxmlformats.org/officeDocument/2006/relationships/customXml" Target="../ink/ink148.xml"/><Relationship Id="rId42" Type="http://schemas.openxmlformats.org/officeDocument/2006/relationships/image" Target="../media/image250.png"/><Relationship Id="rId47" Type="http://schemas.openxmlformats.org/officeDocument/2006/relationships/customXml" Target="../ink/ink161.xml"/><Relationship Id="rId63" Type="http://schemas.openxmlformats.org/officeDocument/2006/relationships/customXml" Target="../ink/ink169.xml"/><Relationship Id="rId68" Type="http://schemas.openxmlformats.org/officeDocument/2006/relationships/image" Target="../media/image263.png"/><Relationship Id="rId16" Type="http://schemas.openxmlformats.org/officeDocument/2006/relationships/image" Target="../media/image237.png"/><Relationship Id="rId11" Type="http://schemas.openxmlformats.org/officeDocument/2006/relationships/customXml" Target="../ink/ink143.xml"/><Relationship Id="rId24" Type="http://schemas.openxmlformats.org/officeDocument/2006/relationships/image" Target="../media/image241.png"/><Relationship Id="rId32" Type="http://schemas.openxmlformats.org/officeDocument/2006/relationships/image" Target="../media/image245.png"/><Relationship Id="rId37" Type="http://schemas.openxmlformats.org/officeDocument/2006/relationships/customXml" Target="../ink/ink156.xml"/><Relationship Id="rId40" Type="http://schemas.openxmlformats.org/officeDocument/2006/relationships/image" Target="../media/image249.png"/><Relationship Id="rId45" Type="http://schemas.openxmlformats.org/officeDocument/2006/relationships/customXml" Target="../ink/ink160.xml"/><Relationship Id="rId53" Type="http://schemas.openxmlformats.org/officeDocument/2006/relationships/customXml" Target="../ink/ink164.xml"/><Relationship Id="rId58" Type="http://schemas.openxmlformats.org/officeDocument/2006/relationships/image" Target="../media/image258.png"/><Relationship Id="rId66" Type="http://schemas.openxmlformats.org/officeDocument/2006/relationships/image" Target="../media/image262.png"/><Relationship Id="rId74" Type="http://schemas.openxmlformats.org/officeDocument/2006/relationships/image" Target="../media/image266.png"/><Relationship Id="rId79" Type="http://schemas.openxmlformats.org/officeDocument/2006/relationships/customXml" Target="../ink/ink177.xml"/><Relationship Id="rId5" Type="http://schemas.openxmlformats.org/officeDocument/2006/relationships/customXml" Target="../ink/ink140.xml"/><Relationship Id="rId61" Type="http://schemas.openxmlformats.org/officeDocument/2006/relationships/customXml" Target="../ink/ink168.xml"/><Relationship Id="rId19" Type="http://schemas.openxmlformats.org/officeDocument/2006/relationships/customXml" Target="../ink/ink147.xml"/><Relationship Id="rId14" Type="http://schemas.openxmlformats.org/officeDocument/2006/relationships/image" Target="../media/image236.png"/><Relationship Id="rId22" Type="http://schemas.openxmlformats.org/officeDocument/2006/relationships/image" Target="../media/image240.png"/><Relationship Id="rId27" Type="http://schemas.openxmlformats.org/officeDocument/2006/relationships/customXml" Target="../ink/ink151.xml"/><Relationship Id="rId30" Type="http://schemas.openxmlformats.org/officeDocument/2006/relationships/image" Target="../media/image244.png"/><Relationship Id="rId35" Type="http://schemas.openxmlformats.org/officeDocument/2006/relationships/customXml" Target="../ink/ink155.xml"/><Relationship Id="rId43" Type="http://schemas.openxmlformats.org/officeDocument/2006/relationships/customXml" Target="../ink/ink159.xml"/><Relationship Id="rId48" Type="http://schemas.openxmlformats.org/officeDocument/2006/relationships/image" Target="../media/image253.png"/><Relationship Id="rId56" Type="http://schemas.openxmlformats.org/officeDocument/2006/relationships/image" Target="../media/image257.png"/><Relationship Id="rId64" Type="http://schemas.openxmlformats.org/officeDocument/2006/relationships/image" Target="../media/image261.png"/><Relationship Id="rId69" Type="http://schemas.openxmlformats.org/officeDocument/2006/relationships/customXml" Target="../ink/ink172.xml"/><Relationship Id="rId77" Type="http://schemas.openxmlformats.org/officeDocument/2006/relationships/customXml" Target="../ink/ink176.xml"/><Relationship Id="rId8" Type="http://schemas.openxmlformats.org/officeDocument/2006/relationships/image" Target="../media/image233.png"/><Relationship Id="rId51" Type="http://schemas.openxmlformats.org/officeDocument/2006/relationships/customXml" Target="../ink/ink163.xml"/><Relationship Id="rId72" Type="http://schemas.openxmlformats.org/officeDocument/2006/relationships/image" Target="../media/image265.png"/><Relationship Id="rId80" Type="http://schemas.openxmlformats.org/officeDocument/2006/relationships/image" Target="../media/image139.png"/><Relationship Id="rId3" Type="http://schemas.openxmlformats.org/officeDocument/2006/relationships/customXml" Target="../ink/ink139.xml"/><Relationship Id="rId12" Type="http://schemas.openxmlformats.org/officeDocument/2006/relationships/image" Target="../media/image235.png"/><Relationship Id="rId17" Type="http://schemas.openxmlformats.org/officeDocument/2006/relationships/customXml" Target="../ink/ink146.xml"/><Relationship Id="rId25" Type="http://schemas.openxmlformats.org/officeDocument/2006/relationships/customXml" Target="../ink/ink150.xml"/><Relationship Id="rId33" Type="http://schemas.openxmlformats.org/officeDocument/2006/relationships/customXml" Target="../ink/ink154.xml"/><Relationship Id="rId38" Type="http://schemas.openxmlformats.org/officeDocument/2006/relationships/image" Target="../media/image248.png"/><Relationship Id="rId46" Type="http://schemas.openxmlformats.org/officeDocument/2006/relationships/image" Target="../media/image252.png"/><Relationship Id="rId59" Type="http://schemas.openxmlformats.org/officeDocument/2006/relationships/customXml" Target="../ink/ink167.xml"/><Relationship Id="rId67" Type="http://schemas.openxmlformats.org/officeDocument/2006/relationships/customXml" Target="../ink/ink171.xml"/><Relationship Id="rId20" Type="http://schemas.openxmlformats.org/officeDocument/2006/relationships/image" Target="../media/image239.png"/><Relationship Id="rId41" Type="http://schemas.openxmlformats.org/officeDocument/2006/relationships/customXml" Target="../ink/ink158.xml"/><Relationship Id="rId54" Type="http://schemas.openxmlformats.org/officeDocument/2006/relationships/image" Target="../media/image256.png"/><Relationship Id="rId62" Type="http://schemas.openxmlformats.org/officeDocument/2006/relationships/image" Target="../media/image260.png"/><Relationship Id="rId70" Type="http://schemas.openxmlformats.org/officeDocument/2006/relationships/image" Target="../media/image264.png"/><Relationship Id="rId75" Type="http://schemas.openxmlformats.org/officeDocument/2006/relationships/customXml" Target="../ink/ink175.xml"/><Relationship Id="rId1" Type="http://schemas.openxmlformats.org/officeDocument/2006/relationships/slideLayout" Target="../slideLayouts/slideLayout31.xml"/><Relationship Id="rId6" Type="http://schemas.openxmlformats.org/officeDocument/2006/relationships/image" Target="../media/image232.png"/><Relationship Id="rId15" Type="http://schemas.openxmlformats.org/officeDocument/2006/relationships/customXml" Target="../ink/ink145.xml"/><Relationship Id="rId23" Type="http://schemas.openxmlformats.org/officeDocument/2006/relationships/customXml" Target="../ink/ink149.xml"/><Relationship Id="rId28" Type="http://schemas.openxmlformats.org/officeDocument/2006/relationships/image" Target="../media/image243.png"/><Relationship Id="rId36" Type="http://schemas.openxmlformats.org/officeDocument/2006/relationships/image" Target="../media/image247.png"/><Relationship Id="rId49" Type="http://schemas.openxmlformats.org/officeDocument/2006/relationships/customXml" Target="../ink/ink162.xml"/><Relationship Id="rId57" Type="http://schemas.openxmlformats.org/officeDocument/2006/relationships/customXml" Target="../ink/ink166.xml"/><Relationship Id="rId10" Type="http://schemas.openxmlformats.org/officeDocument/2006/relationships/image" Target="../media/image234.png"/><Relationship Id="rId31" Type="http://schemas.openxmlformats.org/officeDocument/2006/relationships/customXml" Target="../ink/ink153.xml"/><Relationship Id="rId44" Type="http://schemas.openxmlformats.org/officeDocument/2006/relationships/image" Target="../media/image251.png"/><Relationship Id="rId52" Type="http://schemas.openxmlformats.org/officeDocument/2006/relationships/image" Target="../media/image255.png"/><Relationship Id="rId60" Type="http://schemas.openxmlformats.org/officeDocument/2006/relationships/image" Target="../media/image259.png"/><Relationship Id="rId65" Type="http://schemas.openxmlformats.org/officeDocument/2006/relationships/customXml" Target="../ink/ink170.xml"/><Relationship Id="rId73" Type="http://schemas.openxmlformats.org/officeDocument/2006/relationships/customXml" Target="../ink/ink174.xml"/><Relationship Id="rId78" Type="http://schemas.openxmlformats.org/officeDocument/2006/relationships/image" Target="../media/image268.png"/><Relationship Id="rId4" Type="http://schemas.openxmlformats.org/officeDocument/2006/relationships/image" Target="../media/image231.png"/><Relationship Id="rId9" Type="http://schemas.openxmlformats.org/officeDocument/2006/relationships/customXml" Target="../ink/ink142.xml"/><Relationship Id="rId13" Type="http://schemas.openxmlformats.org/officeDocument/2006/relationships/customXml" Target="../ink/ink144.xml"/><Relationship Id="rId18" Type="http://schemas.openxmlformats.org/officeDocument/2006/relationships/image" Target="../media/image238.png"/><Relationship Id="rId39" Type="http://schemas.openxmlformats.org/officeDocument/2006/relationships/customXml" Target="../ink/ink157.xml"/><Relationship Id="rId34" Type="http://schemas.openxmlformats.org/officeDocument/2006/relationships/image" Target="../media/image246.png"/><Relationship Id="rId50" Type="http://schemas.openxmlformats.org/officeDocument/2006/relationships/image" Target="../media/image254.png"/><Relationship Id="rId55" Type="http://schemas.openxmlformats.org/officeDocument/2006/relationships/customXml" Target="../ink/ink165.xml"/><Relationship Id="rId76" Type="http://schemas.openxmlformats.org/officeDocument/2006/relationships/image" Target="../media/image267.png"/><Relationship Id="rId7" Type="http://schemas.openxmlformats.org/officeDocument/2006/relationships/customXml" Target="../ink/ink141.xml"/><Relationship Id="rId71" Type="http://schemas.openxmlformats.org/officeDocument/2006/relationships/customXml" Target="../ink/ink173.xml"/><Relationship Id="rId2" Type="http://schemas.openxmlformats.org/officeDocument/2006/relationships/image" Target="../media/image44.png"/><Relationship Id="rId29" Type="http://schemas.openxmlformats.org/officeDocument/2006/relationships/customXml" Target="../ink/ink152.xml"/></Relationships>
</file>

<file path=ppt/slides/_rels/slide1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45.jpeg"/><Relationship Id="rId1" Type="http://schemas.openxmlformats.org/officeDocument/2006/relationships/slideLayout" Target="../slideLayouts/slideLayout37.xml"/><Relationship Id="rId4" Type="http://schemas.openxmlformats.org/officeDocument/2006/relationships/image" Target="../media/image116.png"/></Relationships>
</file>

<file path=ppt/slides/_rels/slide15.xml.rels><?xml version="1.0" encoding="UTF-8" standalone="yes"?>
<Relationships xmlns="http://schemas.openxmlformats.org/package/2006/relationships"><Relationship Id="rId8" Type="http://schemas.openxmlformats.org/officeDocument/2006/relationships/customXml" Target="../ink/ink179.xml"/><Relationship Id="rId13" Type="http://schemas.openxmlformats.org/officeDocument/2006/relationships/image" Target="../media/image300.png"/><Relationship Id="rId18" Type="http://schemas.openxmlformats.org/officeDocument/2006/relationships/customXml" Target="../ink/ink184.xml"/><Relationship Id="rId3" Type="http://schemas.openxmlformats.org/officeDocument/2006/relationships/image" Target="../media/image141.png"/><Relationship Id="rId7" Type="http://schemas.openxmlformats.org/officeDocument/2006/relationships/image" Target="../media/image297.png"/><Relationship Id="rId12" Type="http://schemas.openxmlformats.org/officeDocument/2006/relationships/customXml" Target="../ink/ink181.xml"/><Relationship Id="rId17" Type="http://schemas.openxmlformats.org/officeDocument/2006/relationships/image" Target="../media/image302.png"/><Relationship Id="rId2" Type="http://schemas.openxmlformats.org/officeDocument/2006/relationships/image" Target="../media/image140.png"/><Relationship Id="rId16" Type="http://schemas.openxmlformats.org/officeDocument/2006/relationships/customXml" Target="../ink/ink183.xml"/><Relationship Id="rId1" Type="http://schemas.openxmlformats.org/officeDocument/2006/relationships/slideLayout" Target="../slideLayouts/slideLayout37.xml"/><Relationship Id="rId6" Type="http://schemas.openxmlformats.org/officeDocument/2006/relationships/customXml" Target="../ink/ink178.xml"/><Relationship Id="rId11" Type="http://schemas.openxmlformats.org/officeDocument/2006/relationships/image" Target="../media/image299.png"/><Relationship Id="rId5" Type="http://schemas.openxmlformats.org/officeDocument/2006/relationships/image" Target="../media/image143.png"/><Relationship Id="rId15" Type="http://schemas.openxmlformats.org/officeDocument/2006/relationships/image" Target="../media/image301.png"/><Relationship Id="rId10" Type="http://schemas.openxmlformats.org/officeDocument/2006/relationships/customXml" Target="../ink/ink180.xml"/><Relationship Id="rId19" Type="http://schemas.openxmlformats.org/officeDocument/2006/relationships/image" Target="../media/image303.png"/><Relationship Id="rId4" Type="http://schemas.openxmlformats.org/officeDocument/2006/relationships/image" Target="../media/image142.png"/><Relationship Id="rId9" Type="http://schemas.openxmlformats.org/officeDocument/2006/relationships/image" Target="../media/image298.png"/><Relationship Id="rId14" Type="http://schemas.openxmlformats.org/officeDocument/2006/relationships/customXml" Target="../ink/ink182.xml"/></Relationships>
</file>

<file path=ppt/slides/_rels/slide16.xml.rels><?xml version="1.0" encoding="UTF-8" standalone="yes"?>
<Relationships xmlns="http://schemas.openxmlformats.org/package/2006/relationships"><Relationship Id="rId8" Type="http://schemas.openxmlformats.org/officeDocument/2006/relationships/customXml" Target="../ink/ink188.xml"/><Relationship Id="rId13" Type="http://schemas.openxmlformats.org/officeDocument/2006/relationships/image" Target="../media/image309.png"/><Relationship Id="rId18" Type="http://schemas.openxmlformats.org/officeDocument/2006/relationships/customXml" Target="../ink/ink193.xml"/><Relationship Id="rId3" Type="http://schemas.openxmlformats.org/officeDocument/2006/relationships/image" Target="../media/image304.png"/><Relationship Id="rId21" Type="http://schemas.openxmlformats.org/officeDocument/2006/relationships/image" Target="../media/image313.png"/><Relationship Id="rId7" Type="http://schemas.openxmlformats.org/officeDocument/2006/relationships/image" Target="../media/image306.png"/><Relationship Id="rId12" Type="http://schemas.openxmlformats.org/officeDocument/2006/relationships/customXml" Target="../ink/ink190.xml"/><Relationship Id="rId17" Type="http://schemas.openxmlformats.org/officeDocument/2006/relationships/image" Target="../media/image311.png"/><Relationship Id="rId2" Type="http://schemas.openxmlformats.org/officeDocument/2006/relationships/customXml" Target="../ink/ink185.xml"/><Relationship Id="rId16" Type="http://schemas.openxmlformats.org/officeDocument/2006/relationships/customXml" Target="../ink/ink192.xml"/><Relationship Id="rId20" Type="http://schemas.openxmlformats.org/officeDocument/2006/relationships/customXml" Target="../ink/ink194.xml"/><Relationship Id="rId1" Type="http://schemas.openxmlformats.org/officeDocument/2006/relationships/slideLayout" Target="../slideLayouts/slideLayout36.xml"/><Relationship Id="rId6" Type="http://schemas.openxmlformats.org/officeDocument/2006/relationships/customXml" Target="../ink/ink187.xml"/><Relationship Id="rId11" Type="http://schemas.openxmlformats.org/officeDocument/2006/relationships/image" Target="../media/image308.png"/><Relationship Id="rId5" Type="http://schemas.openxmlformats.org/officeDocument/2006/relationships/image" Target="../media/image305.png"/><Relationship Id="rId15" Type="http://schemas.openxmlformats.org/officeDocument/2006/relationships/image" Target="../media/image310.png"/><Relationship Id="rId23" Type="http://schemas.openxmlformats.org/officeDocument/2006/relationships/image" Target="../media/image314.png"/><Relationship Id="rId10" Type="http://schemas.openxmlformats.org/officeDocument/2006/relationships/customXml" Target="../ink/ink189.xml"/><Relationship Id="rId19" Type="http://schemas.openxmlformats.org/officeDocument/2006/relationships/image" Target="../media/image312.png"/><Relationship Id="rId4" Type="http://schemas.openxmlformats.org/officeDocument/2006/relationships/customXml" Target="../ink/ink186.xml"/><Relationship Id="rId9" Type="http://schemas.openxmlformats.org/officeDocument/2006/relationships/image" Target="../media/image307.png"/><Relationship Id="rId14" Type="http://schemas.openxmlformats.org/officeDocument/2006/relationships/customXml" Target="../ink/ink191.xml"/><Relationship Id="rId22" Type="http://schemas.openxmlformats.org/officeDocument/2006/relationships/customXml" Target="../ink/ink195.xml"/></Relationships>
</file>

<file path=ppt/slides/_rels/slide17.xml.rels><?xml version="1.0" encoding="UTF-8" standalone="yes"?>
<Relationships xmlns="http://schemas.openxmlformats.org/package/2006/relationships"><Relationship Id="rId8" Type="http://schemas.openxmlformats.org/officeDocument/2006/relationships/customXml" Target="../ink/ink199.xml"/><Relationship Id="rId13" Type="http://schemas.openxmlformats.org/officeDocument/2006/relationships/image" Target="../media/image320.png"/><Relationship Id="rId3" Type="http://schemas.openxmlformats.org/officeDocument/2006/relationships/image" Target="../media/image315.png"/><Relationship Id="rId7" Type="http://schemas.openxmlformats.org/officeDocument/2006/relationships/image" Target="../media/image317.png"/><Relationship Id="rId12" Type="http://schemas.openxmlformats.org/officeDocument/2006/relationships/customXml" Target="../ink/ink201.xml"/><Relationship Id="rId2" Type="http://schemas.openxmlformats.org/officeDocument/2006/relationships/customXml" Target="../ink/ink196.xml"/><Relationship Id="rId1" Type="http://schemas.openxmlformats.org/officeDocument/2006/relationships/slideLayout" Target="../slideLayouts/slideLayout37.xml"/><Relationship Id="rId6" Type="http://schemas.openxmlformats.org/officeDocument/2006/relationships/customXml" Target="../ink/ink198.xml"/><Relationship Id="rId11" Type="http://schemas.openxmlformats.org/officeDocument/2006/relationships/image" Target="../media/image319.png"/><Relationship Id="rId5" Type="http://schemas.openxmlformats.org/officeDocument/2006/relationships/image" Target="../media/image316.png"/><Relationship Id="rId10" Type="http://schemas.openxmlformats.org/officeDocument/2006/relationships/customXml" Target="../ink/ink200.xml"/><Relationship Id="rId4" Type="http://schemas.openxmlformats.org/officeDocument/2006/relationships/customXml" Target="../ink/ink197.xml"/><Relationship Id="rId9" Type="http://schemas.openxmlformats.org/officeDocument/2006/relationships/image" Target="../media/image318.png"/></Relationships>
</file>

<file path=ppt/slides/_rels/slide18.xml.rels><?xml version="1.0" encoding="UTF-8" standalone="yes"?>
<Relationships xmlns="http://schemas.openxmlformats.org/package/2006/relationships"><Relationship Id="rId3" Type="http://schemas.openxmlformats.org/officeDocument/2006/relationships/customXml" Target="../ink/ink202.xml"/><Relationship Id="rId42" Type="http://schemas.openxmlformats.org/officeDocument/2006/relationships/image" Target="../media/image340.png"/><Relationship Id="rId2" Type="http://schemas.openxmlformats.org/officeDocument/2006/relationships/image" Target="../media/image144.png"/><Relationship Id="rId29" Type="http://schemas.openxmlformats.org/officeDocument/2006/relationships/customXml" Target="../ink/ink203.xml"/><Relationship Id="rId1" Type="http://schemas.openxmlformats.org/officeDocument/2006/relationships/slideLayout" Target="../slideLayouts/slideLayout14.xml"/><Relationship Id="rId28" Type="http://schemas.openxmlformats.org/officeDocument/2006/relationships/image" Target="../media/image81.png"/><Relationship Id="rId43" Type="http://schemas.openxmlformats.org/officeDocument/2006/relationships/customXml" Target="../ink/ink204.xml"/></Relationships>
</file>

<file path=ppt/slides/_rels/slide19.xml.rels><?xml version="1.0" encoding="UTF-8" standalone="yes"?>
<Relationships xmlns="http://schemas.openxmlformats.org/package/2006/relationships"><Relationship Id="rId39" Type="http://schemas.openxmlformats.org/officeDocument/2006/relationships/image" Target="../media/image81.png"/><Relationship Id="rId3" Type="http://schemas.openxmlformats.org/officeDocument/2006/relationships/image" Target="../media/image146.png"/><Relationship Id="rId42" Type="http://schemas.openxmlformats.org/officeDocument/2006/relationships/customXml" Target="../ink/ink208.xml"/><Relationship Id="rId2" Type="http://schemas.openxmlformats.org/officeDocument/2006/relationships/image" Target="../media/image145.png"/><Relationship Id="rId41" Type="http://schemas.openxmlformats.org/officeDocument/2006/relationships/customXml" Target="../ink/ink207.xml"/><Relationship Id="rId1" Type="http://schemas.openxmlformats.org/officeDocument/2006/relationships/slideLayout" Target="../slideLayouts/slideLayout13.xml"/><Relationship Id="rId40" Type="http://schemas.openxmlformats.org/officeDocument/2006/relationships/customXml" Target="../ink/ink206.xml"/><Relationship Id="rId4" Type="http://schemas.openxmlformats.org/officeDocument/2006/relationships/customXml" Target="../ink/ink205.xml"/><Relationship Id="rId43" Type="http://schemas.openxmlformats.org/officeDocument/2006/relationships/image" Target="../media/image117.png"/></Relationships>
</file>

<file path=ppt/slides/_rels/slide20.xml.rels><?xml version="1.0" encoding="UTF-8" standalone="yes"?>
<Relationships xmlns="http://schemas.openxmlformats.org/package/2006/relationships"><Relationship Id="rId3" Type="http://schemas.openxmlformats.org/officeDocument/2006/relationships/customXml" Target="../ink/ink209.xml"/><Relationship Id="rId2" Type="http://schemas.openxmlformats.org/officeDocument/2006/relationships/image" Target="../media/image144.png"/><Relationship Id="rId1" Type="http://schemas.openxmlformats.org/officeDocument/2006/relationships/slideLayout" Target="../slideLayouts/slideLayout13.xml"/><Relationship Id="rId4" Type="http://schemas.openxmlformats.org/officeDocument/2006/relationships/image" Target="../media/image150.png"/></Relationships>
</file>

<file path=ppt/slides/_rels/slide21.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45.jpeg"/><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8" Type="http://schemas.openxmlformats.org/officeDocument/2006/relationships/image" Target="../media/image425.png"/><Relationship Id="rId13" Type="http://schemas.openxmlformats.org/officeDocument/2006/relationships/customXml" Target="../ink/ink214.xml"/><Relationship Id="rId18" Type="http://schemas.openxmlformats.org/officeDocument/2006/relationships/image" Target="../media/image430.png"/><Relationship Id="rId26" Type="http://schemas.openxmlformats.org/officeDocument/2006/relationships/image" Target="../media/image434.png"/><Relationship Id="rId3" Type="http://schemas.openxmlformats.org/officeDocument/2006/relationships/image" Target="../media/image149.emf"/><Relationship Id="rId21" Type="http://schemas.openxmlformats.org/officeDocument/2006/relationships/customXml" Target="../ink/ink218.xml"/><Relationship Id="rId7" Type="http://schemas.openxmlformats.org/officeDocument/2006/relationships/customXml" Target="../ink/ink211.xml"/><Relationship Id="rId12" Type="http://schemas.openxmlformats.org/officeDocument/2006/relationships/image" Target="../media/image427.png"/><Relationship Id="rId17" Type="http://schemas.openxmlformats.org/officeDocument/2006/relationships/customXml" Target="../ink/ink216.xml"/><Relationship Id="rId25" Type="http://schemas.openxmlformats.org/officeDocument/2006/relationships/customXml" Target="../ink/ink220.xml"/><Relationship Id="rId2" Type="http://schemas.openxmlformats.org/officeDocument/2006/relationships/oleObject" Target="../embeddings/oleObject4.bin"/><Relationship Id="rId16" Type="http://schemas.openxmlformats.org/officeDocument/2006/relationships/image" Target="../media/image429.png"/><Relationship Id="rId20" Type="http://schemas.openxmlformats.org/officeDocument/2006/relationships/image" Target="../media/image431.png"/><Relationship Id="rId29" Type="http://schemas.openxmlformats.org/officeDocument/2006/relationships/customXml" Target="../ink/ink222.xml"/><Relationship Id="rId1" Type="http://schemas.openxmlformats.org/officeDocument/2006/relationships/slideLayout" Target="../slideLayouts/slideLayout30.xml"/><Relationship Id="rId6" Type="http://schemas.openxmlformats.org/officeDocument/2006/relationships/image" Target="../media/image424.png"/><Relationship Id="rId11" Type="http://schemas.openxmlformats.org/officeDocument/2006/relationships/customXml" Target="../ink/ink213.xml"/><Relationship Id="rId24" Type="http://schemas.openxmlformats.org/officeDocument/2006/relationships/image" Target="../media/image433.png"/><Relationship Id="rId5" Type="http://schemas.openxmlformats.org/officeDocument/2006/relationships/customXml" Target="../ink/ink210.xml"/><Relationship Id="rId15" Type="http://schemas.openxmlformats.org/officeDocument/2006/relationships/customXml" Target="../ink/ink215.xml"/><Relationship Id="rId23" Type="http://schemas.openxmlformats.org/officeDocument/2006/relationships/customXml" Target="../ink/ink219.xml"/><Relationship Id="rId28" Type="http://schemas.openxmlformats.org/officeDocument/2006/relationships/image" Target="../media/image435.png"/><Relationship Id="rId10" Type="http://schemas.openxmlformats.org/officeDocument/2006/relationships/image" Target="../media/image426.png"/><Relationship Id="rId19" Type="http://schemas.openxmlformats.org/officeDocument/2006/relationships/customXml" Target="../ink/ink217.xml"/><Relationship Id="rId4" Type="http://schemas.openxmlformats.org/officeDocument/2006/relationships/image" Target="../media/image140.png"/><Relationship Id="rId9" Type="http://schemas.openxmlformats.org/officeDocument/2006/relationships/customXml" Target="../ink/ink212.xml"/><Relationship Id="rId14" Type="http://schemas.openxmlformats.org/officeDocument/2006/relationships/image" Target="../media/image428.png"/><Relationship Id="rId22" Type="http://schemas.openxmlformats.org/officeDocument/2006/relationships/image" Target="../media/image432.png"/><Relationship Id="rId27" Type="http://schemas.openxmlformats.org/officeDocument/2006/relationships/customXml" Target="../ink/ink221.xml"/><Relationship Id="rId30" Type="http://schemas.openxmlformats.org/officeDocument/2006/relationships/image" Target="../media/image436.png"/></Relationships>
</file>

<file path=ppt/slides/_rels/slide24.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2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customXml" Target="../ink/ink223.xml"/><Relationship Id="rId1" Type="http://schemas.openxmlformats.org/officeDocument/2006/relationships/slideLayout" Target="../slideLayouts/slideLayout38.xml"/><Relationship Id="rId4" Type="http://schemas.openxmlformats.org/officeDocument/2006/relationships/customXml" Target="../ink/ink224.xml"/></Relationships>
</file>

<file path=ppt/slides/_rels/slide27.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38.xml"/></Relationships>
</file>

<file path=ppt/slides/_rels/slide28.xml.rels><?xml version="1.0" encoding="UTF-8" standalone="yes"?>
<Relationships xmlns="http://schemas.openxmlformats.org/package/2006/relationships"><Relationship Id="rId8" Type="http://schemas.openxmlformats.org/officeDocument/2006/relationships/customXml" Target="../ink/ink227.xml"/><Relationship Id="rId3" Type="http://schemas.openxmlformats.org/officeDocument/2006/relationships/image" Target="../media/image153.png"/><Relationship Id="rId7" Type="http://schemas.openxmlformats.org/officeDocument/2006/relationships/image" Target="../media/image158.png"/><Relationship Id="rId2" Type="http://schemas.openxmlformats.org/officeDocument/2006/relationships/notesSlide" Target="../notesSlides/notesSlide1.xml"/><Relationship Id="rId1" Type="http://schemas.openxmlformats.org/officeDocument/2006/relationships/slideLayout" Target="../slideLayouts/slideLayout31.xml"/><Relationship Id="rId6" Type="http://schemas.openxmlformats.org/officeDocument/2006/relationships/customXml" Target="../ink/ink226.xml"/><Relationship Id="rId11" Type="http://schemas.openxmlformats.org/officeDocument/2006/relationships/image" Target="../media/image160.png"/><Relationship Id="rId5" Type="http://schemas.openxmlformats.org/officeDocument/2006/relationships/image" Target="../media/image157.png"/><Relationship Id="rId10" Type="http://schemas.openxmlformats.org/officeDocument/2006/relationships/customXml" Target="../ink/ink228.xml"/><Relationship Id="rId4" Type="http://schemas.openxmlformats.org/officeDocument/2006/relationships/customXml" Target="../ink/ink225.xml"/><Relationship Id="rId9" Type="http://schemas.openxmlformats.org/officeDocument/2006/relationships/image" Target="../media/image159.png"/></Relationships>
</file>

<file path=ppt/slides/_rels/slide29.xml.rels><?xml version="1.0" encoding="UTF-8" standalone="yes"?>
<Relationships xmlns="http://schemas.openxmlformats.org/package/2006/relationships"><Relationship Id="rId2" Type="http://schemas.openxmlformats.org/officeDocument/2006/relationships/image" Target="../media/image154.emf"/><Relationship Id="rId1" Type="http://schemas.openxmlformats.org/officeDocument/2006/relationships/slideLayout" Target="../slideLayouts/slideLayout36.xml"/></Relationships>
</file>

<file path=ppt/slides/_rels/slide3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customXml" Target="../ink/ink229.xml"/><Relationship Id="rId1" Type="http://schemas.openxmlformats.org/officeDocument/2006/relationships/slideLayout" Target="../slideLayouts/slideLayout3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2.xml.rels><?xml version="1.0" encoding="UTF-8" standalone="yes"?>
<Relationships xmlns="http://schemas.openxmlformats.org/package/2006/relationships"><Relationship Id="rId117" Type="http://schemas.openxmlformats.org/officeDocument/2006/relationships/image" Target="../media/image577.png"/><Relationship Id="rId21" Type="http://schemas.openxmlformats.org/officeDocument/2006/relationships/image" Target="../media/image530.png"/><Relationship Id="rId42" Type="http://schemas.openxmlformats.org/officeDocument/2006/relationships/customXml" Target="../ink/ink250.xml"/><Relationship Id="rId63" Type="http://schemas.openxmlformats.org/officeDocument/2006/relationships/image" Target="../media/image551.png"/><Relationship Id="rId84" Type="http://schemas.openxmlformats.org/officeDocument/2006/relationships/customXml" Target="../ink/ink271.xml"/><Relationship Id="rId138" Type="http://schemas.openxmlformats.org/officeDocument/2006/relationships/customXml" Target="../ink/ink298.xml"/><Relationship Id="rId159" Type="http://schemas.openxmlformats.org/officeDocument/2006/relationships/image" Target="../media/image598.png"/><Relationship Id="rId170" Type="http://schemas.openxmlformats.org/officeDocument/2006/relationships/customXml" Target="../ink/ink314.xml"/><Relationship Id="rId191" Type="http://schemas.openxmlformats.org/officeDocument/2006/relationships/image" Target="../media/image614.png"/><Relationship Id="rId205" Type="http://schemas.openxmlformats.org/officeDocument/2006/relationships/image" Target="../media/image621.png"/><Relationship Id="rId107" Type="http://schemas.openxmlformats.org/officeDocument/2006/relationships/image" Target="../media/image572.png"/><Relationship Id="rId11" Type="http://schemas.openxmlformats.org/officeDocument/2006/relationships/image" Target="../media/image525.png"/><Relationship Id="rId32" Type="http://schemas.openxmlformats.org/officeDocument/2006/relationships/customXml" Target="../ink/ink245.xml"/><Relationship Id="rId53" Type="http://schemas.openxmlformats.org/officeDocument/2006/relationships/image" Target="../media/image546.png"/><Relationship Id="rId74" Type="http://schemas.openxmlformats.org/officeDocument/2006/relationships/customXml" Target="../ink/ink266.xml"/><Relationship Id="rId128" Type="http://schemas.openxmlformats.org/officeDocument/2006/relationships/customXml" Target="../ink/ink293.xml"/><Relationship Id="rId149" Type="http://schemas.openxmlformats.org/officeDocument/2006/relationships/image" Target="../media/image593.png"/><Relationship Id="rId5" Type="http://schemas.openxmlformats.org/officeDocument/2006/relationships/image" Target="../media/image522.png"/><Relationship Id="rId95" Type="http://schemas.openxmlformats.org/officeDocument/2006/relationships/image" Target="../media/image566.png"/><Relationship Id="rId160" Type="http://schemas.openxmlformats.org/officeDocument/2006/relationships/customXml" Target="../ink/ink309.xml"/><Relationship Id="rId181" Type="http://schemas.openxmlformats.org/officeDocument/2006/relationships/image" Target="../media/image609.png"/><Relationship Id="rId22" Type="http://schemas.openxmlformats.org/officeDocument/2006/relationships/customXml" Target="../ink/ink240.xml"/><Relationship Id="rId43" Type="http://schemas.openxmlformats.org/officeDocument/2006/relationships/image" Target="../media/image541.png"/><Relationship Id="rId64" Type="http://schemas.openxmlformats.org/officeDocument/2006/relationships/customXml" Target="../ink/ink261.xml"/><Relationship Id="rId118" Type="http://schemas.openxmlformats.org/officeDocument/2006/relationships/customXml" Target="../ink/ink288.xml"/><Relationship Id="rId139" Type="http://schemas.openxmlformats.org/officeDocument/2006/relationships/image" Target="../media/image588.png"/><Relationship Id="rId85" Type="http://schemas.openxmlformats.org/officeDocument/2006/relationships/image" Target="../media/image562.png"/><Relationship Id="rId150" Type="http://schemas.openxmlformats.org/officeDocument/2006/relationships/customXml" Target="../ink/ink304.xml"/><Relationship Id="rId171" Type="http://schemas.openxmlformats.org/officeDocument/2006/relationships/image" Target="../media/image604.png"/><Relationship Id="rId192" Type="http://schemas.openxmlformats.org/officeDocument/2006/relationships/customXml" Target="../ink/ink325.xml"/><Relationship Id="rId12" Type="http://schemas.openxmlformats.org/officeDocument/2006/relationships/customXml" Target="../ink/ink235.xml"/><Relationship Id="rId33" Type="http://schemas.openxmlformats.org/officeDocument/2006/relationships/image" Target="../media/image536.png"/><Relationship Id="rId108" Type="http://schemas.openxmlformats.org/officeDocument/2006/relationships/customXml" Target="../ink/ink283.xml"/><Relationship Id="rId129" Type="http://schemas.openxmlformats.org/officeDocument/2006/relationships/image" Target="../media/image583.png"/><Relationship Id="rId54" Type="http://schemas.openxmlformats.org/officeDocument/2006/relationships/customXml" Target="../ink/ink256.xml"/><Relationship Id="rId75" Type="http://schemas.openxmlformats.org/officeDocument/2006/relationships/image" Target="../media/image557.png"/><Relationship Id="rId96" Type="http://schemas.openxmlformats.org/officeDocument/2006/relationships/customXml" Target="../ink/ink277.xml"/><Relationship Id="rId140" Type="http://schemas.openxmlformats.org/officeDocument/2006/relationships/customXml" Target="../ink/ink299.xml"/><Relationship Id="rId161" Type="http://schemas.openxmlformats.org/officeDocument/2006/relationships/image" Target="../media/image599.png"/><Relationship Id="rId182" Type="http://schemas.openxmlformats.org/officeDocument/2006/relationships/customXml" Target="../ink/ink320.xml"/><Relationship Id="rId6" Type="http://schemas.openxmlformats.org/officeDocument/2006/relationships/customXml" Target="../ink/ink232.xml"/><Relationship Id="rId23" Type="http://schemas.openxmlformats.org/officeDocument/2006/relationships/image" Target="../media/image531.png"/><Relationship Id="rId119" Type="http://schemas.openxmlformats.org/officeDocument/2006/relationships/image" Target="../media/image578.png"/><Relationship Id="rId44" Type="http://schemas.openxmlformats.org/officeDocument/2006/relationships/customXml" Target="../ink/ink251.xml"/><Relationship Id="rId65" Type="http://schemas.openxmlformats.org/officeDocument/2006/relationships/image" Target="../media/image552.png"/><Relationship Id="rId86" Type="http://schemas.openxmlformats.org/officeDocument/2006/relationships/customXml" Target="../ink/ink272.xml"/><Relationship Id="rId130" Type="http://schemas.openxmlformats.org/officeDocument/2006/relationships/customXml" Target="../ink/ink294.xml"/><Relationship Id="rId151" Type="http://schemas.openxmlformats.org/officeDocument/2006/relationships/image" Target="../media/image594.png"/><Relationship Id="rId172" Type="http://schemas.openxmlformats.org/officeDocument/2006/relationships/customXml" Target="../ink/ink315.xml"/><Relationship Id="rId193" Type="http://schemas.openxmlformats.org/officeDocument/2006/relationships/image" Target="../media/image615.png"/><Relationship Id="rId13" Type="http://schemas.openxmlformats.org/officeDocument/2006/relationships/image" Target="../media/image526.png"/><Relationship Id="rId109" Type="http://schemas.openxmlformats.org/officeDocument/2006/relationships/image" Target="../media/image573.png"/><Relationship Id="rId34" Type="http://schemas.openxmlformats.org/officeDocument/2006/relationships/customXml" Target="../ink/ink246.xml"/><Relationship Id="rId55" Type="http://schemas.openxmlformats.org/officeDocument/2006/relationships/image" Target="../media/image547.png"/><Relationship Id="rId76" Type="http://schemas.openxmlformats.org/officeDocument/2006/relationships/customXml" Target="../ink/ink267.xml"/><Relationship Id="rId97" Type="http://schemas.openxmlformats.org/officeDocument/2006/relationships/image" Target="../media/image567.png"/><Relationship Id="rId120" Type="http://schemas.openxmlformats.org/officeDocument/2006/relationships/customXml" Target="../ink/ink289.xml"/><Relationship Id="rId141" Type="http://schemas.openxmlformats.org/officeDocument/2006/relationships/image" Target="../media/image589.png"/><Relationship Id="rId7" Type="http://schemas.openxmlformats.org/officeDocument/2006/relationships/image" Target="../media/image523.png"/><Relationship Id="rId162" Type="http://schemas.openxmlformats.org/officeDocument/2006/relationships/customXml" Target="../ink/ink310.xml"/><Relationship Id="rId183" Type="http://schemas.openxmlformats.org/officeDocument/2006/relationships/image" Target="../media/image610.png"/><Relationship Id="rId24" Type="http://schemas.openxmlformats.org/officeDocument/2006/relationships/customXml" Target="../ink/ink241.xml"/><Relationship Id="rId40" Type="http://schemas.openxmlformats.org/officeDocument/2006/relationships/customXml" Target="../ink/ink249.xml"/><Relationship Id="rId45" Type="http://schemas.openxmlformats.org/officeDocument/2006/relationships/image" Target="../media/image542.png"/><Relationship Id="rId66" Type="http://schemas.openxmlformats.org/officeDocument/2006/relationships/customXml" Target="../ink/ink262.xml"/><Relationship Id="rId87" Type="http://schemas.openxmlformats.org/officeDocument/2006/relationships/image" Target="../media/image340.png"/><Relationship Id="rId110" Type="http://schemas.openxmlformats.org/officeDocument/2006/relationships/customXml" Target="../ink/ink284.xml"/><Relationship Id="rId115" Type="http://schemas.openxmlformats.org/officeDocument/2006/relationships/image" Target="../media/image576.png"/><Relationship Id="rId131" Type="http://schemas.openxmlformats.org/officeDocument/2006/relationships/image" Target="../media/image584.png"/><Relationship Id="rId136" Type="http://schemas.openxmlformats.org/officeDocument/2006/relationships/customXml" Target="../ink/ink297.xml"/><Relationship Id="rId157" Type="http://schemas.openxmlformats.org/officeDocument/2006/relationships/image" Target="../media/image597.png"/><Relationship Id="rId178" Type="http://schemas.openxmlformats.org/officeDocument/2006/relationships/customXml" Target="../ink/ink318.xml"/><Relationship Id="rId61" Type="http://schemas.openxmlformats.org/officeDocument/2006/relationships/image" Target="../media/image550.png"/><Relationship Id="rId82" Type="http://schemas.openxmlformats.org/officeDocument/2006/relationships/customXml" Target="../ink/ink270.xml"/><Relationship Id="rId152" Type="http://schemas.openxmlformats.org/officeDocument/2006/relationships/customXml" Target="../ink/ink305.xml"/><Relationship Id="rId173" Type="http://schemas.openxmlformats.org/officeDocument/2006/relationships/image" Target="../media/image605.png"/><Relationship Id="rId194" Type="http://schemas.openxmlformats.org/officeDocument/2006/relationships/customXml" Target="../ink/ink326.xml"/><Relationship Id="rId199" Type="http://schemas.openxmlformats.org/officeDocument/2006/relationships/image" Target="../media/image618.png"/><Relationship Id="rId203" Type="http://schemas.openxmlformats.org/officeDocument/2006/relationships/image" Target="../media/image620.png"/><Relationship Id="rId19" Type="http://schemas.openxmlformats.org/officeDocument/2006/relationships/image" Target="../media/image529.png"/><Relationship Id="rId14" Type="http://schemas.openxmlformats.org/officeDocument/2006/relationships/customXml" Target="../ink/ink236.xml"/><Relationship Id="rId30" Type="http://schemas.openxmlformats.org/officeDocument/2006/relationships/customXml" Target="../ink/ink244.xml"/><Relationship Id="rId35" Type="http://schemas.openxmlformats.org/officeDocument/2006/relationships/image" Target="../media/image537.png"/><Relationship Id="rId56" Type="http://schemas.openxmlformats.org/officeDocument/2006/relationships/customXml" Target="../ink/ink257.xml"/><Relationship Id="rId77" Type="http://schemas.openxmlformats.org/officeDocument/2006/relationships/image" Target="../media/image558.png"/><Relationship Id="rId100" Type="http://schemas.openxmlformats.org/officeDocument/2006/relationships/customXml" Target="../ink/ink279.xml"/><Relationship Id="rId105" Type="http://schemas.openxmlformats.org/officeDocument/2006/relationships/image" Target="../media/image571.png"/><Relationship Id="rId126" Type="http://schemas.openxmlformats.org/officeDocument/2006/relationships/customXml" Target="../ink/ink292.xml"/><Relationship Id="rId147" Type="http://schemas.openxmlformats.org/officeDocument/2006/relationships/image" Target="../media/image592.png"/><Relationship Id="rId168" Type="http://schemas.openxmlformats.org/officeDocument/2006/relationships/customXml" Target="../ink/ink313.xml"/><Relationship Id="rId8" Type="http://schemas.openxmlformats.org/officeDocument/2006/relationships/customXml" Target="../ink/ink233.xml"/><Relationship Id="rId51" Type="http://schemas.openxmlformats.org/officeDocument/2006/relationships/image" Target="../media/image545.png"/><Relationship Id="rId72" Type="http://schemas.openxmlformats.org/officeDocument/2006/relationships/customXml" Target="../ink/ink265.xml"/><Relationship Id="rId93" Type="http://schemas.openxmlformats.org/officeDocument/2006/relationships/image" Target="../media/image565.png"/><Relationship Id="rId98" Type="http://schemas.openxmlformats.org/officeDocument/2006/relationships/customXml" Target="../ink/ink278.xml"/><Relationship Id="rId121" Type="http://schemas.openxmlformats.org/officeDocument/2006/relationships/image" Target="../media/image579.png"/><Relationship Id="rId142" Type="http://schemas.openxmlformats.org/officeDocument/2006/relationships/customXml" Target="../ink/ink300.xml"/><Relationship Id="rId163" Type="http://schemas.openxmlformats.org/officeDocument/2006/relationships/image" Target="../media/image600.png"/><Relationship Id="rId184" Type="http://schemas.openxmlformats.org/officeDocument/2006/relationships/customXml" Target="../ink/ink321.xml"/><Relationship Id="rId189" Type="http://schemas.openxmlformats.org/officeDocument/2006/relationships/image" Target="../media/image613.png"/><Relationship Id="rId3" Type="http://schemas.openxmlformats.org/officeDocument/2006/relationships/image" Target="../media/image521.png"/><Relationship Id="rId25" Type="http://schemas.openxmlformats.org/officeDocument/2006/relationships/image" Target="../media/image532.png"/><Relationship Id="rId46" Type="http://schemas.openxmlformats.org/officeDocument/2006/relationships/customXml" Target="../ink/ink252.xml"/><Relationship Id="rId67" Type="http://schemas.openxmlformats.org/officeDocument/2006/relationships/image" Target="../media/image553.png"/><Relationship Id="rId116" Type="http://schemas.openxmlformats.org/officeDocument/2006/relationships/customXml" Target="../ink/ink287.xml"/><Relationship Id="rId137" Type="http://schemas.openxmlformats.org/officeDocument/2006/relationships/image" Target="../media/image587.png"/><Relationship Id="rId158" Type="http://schemas.openxmlformats.org/officeDocument/2006/relationships/customXml" Target="../ink/ink308.xml"/><Relationship Id="rId20" Type="http://schemas.openxmlformats.org/officeDocument/2006/relationships/customXml" Target="../ink/ink239.xml"/><Relationship Id="rId41" Type="http://schemas.openxmlformats.org/officeDocument/2006/relationships/image" Target="../media/image540.png"/><Relationship Id="rId62" Type="http://schemas.openxmlformats.org/officeDocument/2006/relationships/customXml" Target="../ink/ink260.xml"/><Relationship Id="rId83" Type="http://schemas.openxmlformats.org/officeDocument/2006/relationships/image" Target="../media/image561.png"/><Relationship Id="rId88" Type="http://schemas.openxmlformats.org/officeDocument/2006/relationships/customXml" Target="../ink/ink273.xml"/><Relationship Id="rId111" Type="http://schemas.openxmlformats.org/officeDocument/2006/relationships/image" Target="../media/image574.png"/><Relationship Id="rId132" Type="http://schemas.openxmlformats.org/officeDocument/2006/relationships/customXml" Target="../ink/ink295.xml"/><Relationship Id="rId153" Type="http://schemas.openxmlformats.org/officeDocument/2006/relationships/image" Target="../media/image595.png"/><Relationship Id="rId174" Type="http://schemas.openxmlformats.org/officeDocument/2006/relationships/customXml" Target="../ink/ink316.xml"/><Relationship Id="rId179" Type="http://schemas.openxmlformats.org/officeDocument/2006/relationships/image" Target="../media/image608.png"/><Relationship Id="rId195" Type="http://schemas.openxmlformats.org/officeDocument/2006/relationships/image" Target="../media/image616.png"/><Relationship Id="rId190" Type="http://schemas.openxmlformats.org/officeDocument/2006/relationships/customXml" Target="../ink/ink324.xml"/><Relationship Id="rId204" Type="http://schemas.openxmlformats.org/officeDocument/2006/relationships/customXml" Target="../ink/ink331.xml"/><Relationship Id="rId15" Type="http://schemas.openxmlformats.org/officeDocument/2006/relationships/image" Target="../media/image527.png"/><Relationship Id="rId36" Type="http://schemas.openxmlformats.org/officeDocument/2006/relationships/customXml" Target="../ink/ink247.xml"/><Relationship Id="rId57" Type="http://schemas.openxmlformats.org/officeDocument/2006/relationships/image" Target="../media/image548.png"/><Relationship Id="rId106" Type="http://schemas.openxmlformats.org/officeDocument/2006/relationships/customXml" Target="../ink/ink282.xml"/><Relationship Id="rId127" Type="http://schemas.openxmlformats.org/officeDocument/2006/relationships/image" Target="../media/image582.png"/><Relationship Id="rId10" Type="http://schemas.openxmlformats.org/officeDocument/2006/relationships/customXml" Target="../ink/ink234.xml"/><Relationship Id="rId31" Type="http://schemas.openxmlformats.org/officeDocument/2006/relationships/image" Target="../media/image535.png"/><Relationship Id="rId52" Type="http://schemas.openxmlformats.org/officeDocument/2006/relationships/customXml" Target="../ink/ink255.xml"/><Relationship Id="rId73" Type="http://schemas.openxmlformats.org/officeDocument/2006/relationships/image" Target="../media/image556.png"/><Relationship Id="rId78" Type="http://schemas.openxmlformats.org/officeDocument/2006/relationships/customXml" Target="../ink/ink268.xml"/><Relationship Id="rId94" Type="http://schemas.openxmlformats.org/officeDocument/2006/relationships/customXml" Target="../ink/ink276.xml"/><Relationship Id="rId99" Type="http://schemas.openxmlformats.org/officeDocument/2006/relationships/image" Target="../media/image568.png"/><Relationship Id="rId101" Type="http://schemas.openxmlformats.org/officeDocument/2006/relationships/image" Target="../media/image569.png"/><Relationship Id="rId122" Type="http://schemas.openxmlformats.org/officeDocument/2006/relationships/customXml" Target="../ink/ink290.xml"/><Relationship Id="rId143" Type="http://schemas.openxmlformats.org/officeDocument/2006/relationships/image" Target="../media/image590.png"/><Relationship Id="rId148" Type="http://schemas.openxmlformats.org/officeDocument/2006/relationships/customXml" Target="../ink/ink303.xml"/><Relationship Id="rId164" Type="http://schemas.openxmlformats.org/officeDocument/2006/relationships/customXml" Target="../ink/ink311.xml"/><Relationship Id="rId169" Type="http://schemas.openxmlformats.org/officeDocument/2006/relationships/image" Target="../media/image603.png"/><Relationship Id="rId185" Type="http://schemas.openxmlformats.org/officeDocument/2006/relationships/image" Target="../media/image611.png"/><Relationship Id="rId4" Type="http://schemas.openxmlformats.org/officeDocument/2006/relationships/customXml" Target="../ink/ink231.xml"/><Relationship Id="rId9" Type="http://schemas.openxmlformats.org/officeDocument/2006/relationships/image" Target="../media/image524.png"/><Relationship Id="rId180" Type="http://schemas.openxmlformats.org/officeDocument/2006/relationships/customXml" Target="../ink/ink319.xml"/><Relationship Id="rId26" Type="http://schemas.openxmlformats.org/officeDocument/2006/relationships/customXml" Target="../ink/ink242.xml"/><Relationship Id="rId47" Type="http://schemas.openxmlformats.org/officeDocument/2006/relationships/image" Target="../media/image543.png"/><Relationship Id="rId68" Type="http://schemas.openxmlformats.org/officeDocument/2006/relationships/customXml" Target="../ink/ink263.xml"/><Relationship Id="rId89" Type="http://schemas.openxmlformats.org/officeDocument/2006/relationships/image" Target="../media/image563.png"/><Relationship Id="rId112" Type="http://schemas.openxmlformats.org/officeDocument/2006/relationships/customXml" Target="../ink/ink285.xml"/><Relationship Id="rId133" Type="http://schemas.openxmlformats.org/officeDocument/2006/relationships/image" Target="../media/image585.png"/><Relationship Id="rId154" Type="http://schemas.openxmlformats.org/officeDocument/2006/relationships/customXml" Target="../ink/ink306.xml"/><Relationship Id="rId175" Type="http://schemas.openxmlformats.org/officeDocument/2006/relationships/image" Target="../media/image606.png"/><Relationship Id="rId196" Type="http://schemas.openxmlformats.org/officeDocument/2006/relationships/customXml" Target="../ink/ink327.xml"/><Relationship Id="rId200" Type="http://schemas.openxmlformats.org/officeDocument/2006/relationships/customXml" Target="../ink/ink329.xml"/><Relationship Id="rId16" Type="http://schemas.openxmlformats.org/officeDocument/2006/relationships/customXml" Target="../ink/ink237.xml"/><Relationship Id="rId37" Type="http://schemas.openxmlformats.org/officeDocument/2006/relationships/image" Target="../media/image538.png"/><Relationship Id="rId58" Type="http://schemas.openxmlformats.org/officeDocument/2006/relationships/customXml" Target="../ink/ink258.xml"/><Relationship Id="rId79" Type="http://schemas.openxmlformats.org/officeDocument/2006/relationships/image" Target="../media/image559.png"/><Relationship Id="rId102" Type="http://schemas.openxmlformats.org/officeDocument/2006/relationships/customXml" Target="../ink/ink280.xml"/><Relationship Id="rId123" Type="http://schemas.openxmlformats.org/officeDocument/2006/relationships/image" Target="../media/image580.png"/><Relationship Id="rId144" Type="http://schemas.openxmlformats.org/officeDocument/2006/relationships/customXml" Target="../ink/ink301.xml"/><Relationship Id="rId90" Type="http://schemas.openxmlformats.org/officeDocument/2006/relationships/customXml" Target="../ink/ink274.xml"/><Relationship Id="rId165" Type="http://schemas.openxmlformats.org/officeDocument/2006/relationships/image" Target="../media/image601.png"/><Relationship Id="rId186" Type="http://schemas.openxmlformats.org/officeDocument/2006/relationships/customXml" Target="../ink/ink322.xml"/><Relationship Id="rId27" Type="http://schemas.openxmlformats.org/officeDocument/2006/relationships/image" Target="../media/image533.png"/><Relationship Id="rId48" Type="http://schemas.openxmlformats.org/officeDocument/2006/relationships/customXml" Target="../ink/ink253.xml"/><Relationship Id="rId69" Type="http://schemas.openxmlformats.org/officeDocument/2006/relationships/image" Target="../media/image554.png"/><Relationship Id="rId113" Type="http://schemas.openxmlformats.org/officeDocument/2006/relationships/image" Target="../media/image575.png"/><Relationship Id="rId134" Type="http://schemas.openxmlformats.org/officeDocument/2006/relationships/customXml" Target="../ink/ink296.xml"/><Relationship Id="rId80" Type="http://schemas.openxmlformats.org/officeDocument/2006/relationships/customXml" Target="../ink/ink269.xml"/><Relationship Id="rId155" Type="http://schemas.openxmlformats.org/officeDocument/2006/relationships/image" Target="../media/image596.png"/><Relationship Id="rId176" Type="http://schemas.openxmlformats.org/officeDocument/2006/relationships/customXml" Target="../ink/ink317.xml"/><Relationship Id="rId197" Type="http://schemas.openxmlformats.org/officeDocument/2006/relationships/image" Target="../media/image617.png"/><Relationship Id="rId201" Type="http://schemas.openxmlformats.org/officeDocument/2006/relationships/image" Target="../media/image619.png"/><Relationship Id="rId17" Type="http://schemas.openxmlformats.org/officeDocument/2006/relationships/image" Target="../media/image528.png"/><Relationship Id="rId38" Type="http://schemas.openxmlformats.org/officeDocument/2006/relationships/customXml" Target="../ink/ink248.xml"/><Relationship Id="rId59" Type="http://schemas.openxmlformats.org/officeDocument/2006/relationships/image" Target="../media/image549.png"/><Relationship Id="rId103" Type="http://schemas.openxmlformats.org/officeDocument/2006/relationships/image" Target="../media/image570.png"/><Relationship Id="rId124" Type="http://schemas.openxmlformats.org/officeDocument/2006/relationships/customXml" Target="../ink/ink291.xml"/><Relationship Id="rId70" Type="http://schemas.openxmlformats.org/officeDocument/2006/relationships/customXml" Target="../ink/ink264.xml"/><Relationship Id="rId91" Type="http://schemas.openxmlformats.org/officeDocument/2006/relationships/image" Target="../media/image564.png"/><Relationship Id="rId145" Type="http://schemas.openxmlformats.org/officeDocument/2006/relationships/image" Target="../media/image591.png"/><Relationship Id="rId166" Type="http://schemas.openxmlformats.org/officeDocument/2006/relationships/customXml" Target="../ink/ink312.xml"/><Relationship Id="rId187" Type="http://schemas.openxmlformats.org/officeDocument/2006/relationships/image" Target="../media/image612.png"/><Relationship Id="rId1" Type="http://schemas.openxmlformats.org/officeDocument/2006/relationships/slideLayout" Target="../slideLayouts/slideLayout36.xml"/><Relationship Id="rId28" Type="http://schemas.openxmlformats.org/officeDocument/2006/relationships/customXml" Target="../ink/ink243.xml"/><Relationship Id="rId49" Type="http://schemas.openxmlformats.org/officeDocument/2006/relationships/image" Target="../media/image544.png"/><Relationship Id="rId114" Type="http://schemas.openxmlformats.org/officeDocument/2006/relationships/customXml" Target="../ink/ink286.xml"/><Relationship Id="rId60" Type="http://schemas.openxmlformats.org/officeDocument/2006/relationships/customXml" Target="../ink/ink259.xml"/><Relationship Id="rId81" Type="http://schemas.openxmlformats.org/officeDocument/2006/relationships/image" Target="../media/image560.png"/><Relationship Id="rId135" Type="http://schemas.openxmlformats.org/officeDocument/2006/relationships/image" Target="../media/image586.png"/><Relationship Id="rId156" Type="http://schemas.openxmlformats.org/officeDocument/2006/relationships/customXml" Target="../ink/ink307.xml"/><Relationship Id="rId177" Type="http://schemas.openxmlformats.org/officeDocument/2006/relationships/image" Target="../media/image607.png"/><Relationship Id="rId198" Type="http://schemas.openxmlformats.org/officeDocument/2006/relationships/customXml" Target="../ink/ink328.xml"/><Relationship Id="rId202" Type="http://schemas.openxmlformats.org/officeDocument/2006/relationships/customXml" Target="../ink/ink330.xml"/><Relationship Id="rId18" Type="http://schemas.openxmlformats.org/officeDocument/2006/relationships/customXml" Target="../ink/ink238.xml"/><Relationship Id="rId39" Type="http://schemas.openxmlformats.org/officeDocument/2006/relationships/image" Target="../media/image539.png"/><Relationship Id="rId50" Type="http://schemas.openxmlformats.org/officeDocument/2006/relationships/customXml" Target="../ink/ink254.xml"/><Relationship Id="rId104" Type="http://schemas.openxmlformats.org/officeDocument/2006/relationships/customXml" Target="../ink/ink281.xml"/><Relationship Id="rId125" Type="http://schemas.openxmlformats.org/officeDocument/2006/relationships/image" Target="../media/image581.png"/><Relationship Id="rId146" Type="http://schemas.openxmlformats.org/officeDocument/2006/relationships/customXml" Target="../ink/ink302.xml"/><Relationship Id="rId167" Type="http://schemas.openxmlformats.org/officeDocument/2006/relationships/image" Target="../media/image602.png"/><Relationship Id="rId188" Type="http://schemas.openxmlformats.org/officeDocument/2006/relationships/customXml" Target="../ink/ink323.xml"/><Relationship Id="rId71" Type="http://schemas.openxmlformats.org/officeDocument/2006/relationships/image" Target="../media/image555.png"/><Relationship Id="rId92" Type="http://schemas.openxmlformats.org/officeDocument/2006/relationships/customXml" Target="../ink/ink275.xml"/><Relationship Id="rId2" Type="http://schemas.openxmlformats.org/officeDocument/2006/relationships/customXml" Target="../ink/ink230.xml"/><Relationship Id="rId29" Type="http://schemas.openxmlformats.org/officeDocument/2006/relationships/image" Target="../media/image534.png"/></Relationships>
</file>

<file path=ppt/slides/_rels/slide33.xml.rels><?xml version="1.0" encoding="UTF-8" standalone="yes"?>
<Relationships xmlns="http://schemas.openxmlformats.org/package/2006/relationships"><Relationship Id="rId8" Type="http://schemas.openxmlformats.org/officeDocument/2006/relationships/customXml" Target="../ink/ink335.xml"/><Relationship Id="rId3" Type="http://schemas.openxmlformats.org/officeDocument/2006/relationships/image" Target="../media/image162.png"/><Relationship Id="rId7" Type="http://schemas.openxmlformats.org/officeDocument/2006/relationships/image" Target="../media/image164.png"/><Relationship Id="rId2" Type="http://schemas.openxmlformats.org/officeDocument/2006/relationships/customXml" Target="../ink/ink332.xml"/><Relationship Id="rId1" Type="http://schemas.openxmlformats.org/officeDocument/2006/relationships/slideLayout" Target="../slideLayouts/slideLayout36.xml"/><Relationship Id="rId6" Type="http://schemas.openxmlformats.org/officeDocument/2006/relationships/customXml" Target="../ink/ink334.xml"/><Relationship Id="rId11" Type="http://schemas.openxmlformats.org/officeDocument/2006/relationships/image" Target="../media/image117.png"/><Relationship Id="rId5" Type="http://schemas.openxmlformats.org/officeDocument/2006/relationships/image" Target="../media/image163.png"/><Relationship Id="rId10" Type="http://schemas.openxmlformats.org/officeDocument/2006/relationships/customXml" Target="../ink/ink336.xml"/><Relationship Id="rId4" Type="http://schemas.openxmlformats.org/officeDocument/2006/relationships/customXml" Target="../ink/ink333.xml"/><Relationship Id="rId9" Type="http://schemas.openxmlformats.org/officeDocument/2006/relationships/image" Target="../media/image165.png"/></Relationships>
</file>

<file path=ppt/slides/_rels/slide34.xml.rels><?xml version="1.0" encoding="UTF-8" standalone="yes"?>
<Relationships xmlns="http://schemas.openxmlformats.org/package/2006/relationships"><Relationship Id="rId3" Type="http://schemas.openxmlformats.org/officeDocument/2006/relationships/customXml" Target="../ink/ink337.xml"/><Relationship Id="rId2" Type="http://schemas.openxmlformats.org/officeDocument/2006/relationships/image" Target="../media/image155.png"/><Relationship Id="rId1" Type="http://schemas.openxmlformats.org/officeDocument/2006/relationships/slideLayout" Target="../slideLayouts/slideLayout36.xml"/><Relationship Id="rId4" Type="http://schemas.openxmlformats.org/officeDocument/2006/relationships/image" Target="../media/image81.png"/></Relationships>
</file>

<file path=ppt/slides/_rels/slide35.xml.rels><?xml version="1.0" encoding="UTF-8" standalone="yes"?>
<Relationships xmlns="http://schemas.openxmlformats.org/package/2006/relationships"><Relationship Id="rId8" Type="http://schemas.openxmlformats.org/officeDocument/2006/relationships/image" Target="../media/image768.png"/><Relationship Id="rId3" Type="http://schemas.openxmlformats.org/officeDocument/2006/relationships/customXml" Target="../ink/ink338.xml"/><Relationship Id="rId7" Type="http://schemas.openxmlformats.org/officeDocument/2006/relationships/customXml" Target="../ink/ink340.xml"/><Relationship Id="rId2" Type="http://schemas.openxmlformats.org/officeDocument/2006/relationships/image" Target="../media/image156.png"/><Relationship Id="rId1" Type="http://schemas.openxmlformats.org/officeDocument/2006/relationships/slideLayout" Target="../slideLayouts/slideLayout31.xml"/><Relationship Id="rId6" Type="http://schemas.openxmlformats.org/officeDocument/2006/relationships/image" Target="../media/image767.png"/><Relationship Id="rId5" Type="http://schemas.openxmlformats.org/officeDocument/2006/relationships/customXml" Target="../ink/ink339.xml"/><Relationship Id="rId10" Type="http://schemas.openxmlformats.org/officeDocument/2006/relationships/image" Target="../media/image769.png"/><Relationship Id="rId4" Type="http://schemas.openxmlformats.org/officeDocument/2006/relationships/image" Target="../media/image81.png"/><Relationship Id="rId9" Type="http://schemas.openxmlformats.org/officeDocument/2006/relationships/customXml" Target="../ink/ink341.xml"/></Relationships>
</file>

<file path=ppt/slides/_rels/slide36.xml.rels><?xml version="1.0" encoding="UTF-8" standalone="yes"?>
<Relationships xmlns="http://schemas.openxmlformats.org/package/2006/relationships"><Relationship Id="rId117" Type="http://schemas.openxmlformats.org/officeDocument/2006/relationships/image" Target="../media/image826.png"/><Relationship Id="rId299" Type="http://schemas.openxmlformats.org/officeDocument/2006/relationships/customXml" Target="../ink/ink491.xml"/><Relationship Id="rId21" Type="http://schemas.openxmlformats.org/officeDocument/2006/relationships/customXml" Target="../ink/ink351.xml"/><Relationship Id="rId63" Type="http://schemas.openxmlformats.org/officeDocument/2006/relationships/image" Target="../media/image799.png"/><Relationship Id="rId159" Type="http://schemas.openxmlformats.org/officeDocument/2006/relationships/customXml" Target="../ink/ink421.xml"/><Relationship Id="rId170" Type="http://schemas.openxmlformats.org/officeDocument/2006/relationships/image" Target="../media/image852.png"/><Relationship Id="rId226" Type="http://schemas.openxmlformats.org/officeDocument/2006/relationships/image" Target="../media/image880.png"/><Relationship Id="rId268" Type="http://schemas.openxmlformats.org/officeDocument/2006/relationships/image" Target="../media/image901.png"/><Relationship Id="rId32" Type="http://schemas.openxmlformats.org/officeDocument/2006/relationships/customXml" Target="../ink/ink357.xml"/><Relationship Id="rId74" Type="http://schemas.openxmlformats.org/officeDocument/2006/relationships/customXml" Target="../ink/ink378.xml"/><Relationship Id="rId128" Type="http://schemas.openxmlformats.org/officeDocument/2006/relationships/image" Target="../media/image831.png"/><Relationship Id="rId5" Type="http://schemas.openxmlformats.org/officeDocument/2006/relationships/customXml" Target="../ink/ink343.xml"/><Relationship Id="rId181" Type="http://schemas.openxmlformats.org/officeDocument/2006/relationships/customXml" Target="../ink/ink432.xml"/><Relationship Id="rId237" Type="http://schemas.openxmlformats.org/officeDocument/2006/relationships/customXml" Target="../ink/ink460.xml"/><Relationship Id="rId279" Type="http://schemas.openxmlformats.org/officeDocument/2006/relationships/customXml" Target="../ink/ink481.xml"/><Relationship Id="rId43" Type="http://schemas.openxmlformats.org/officeDocument/2006/relationships/image" Target="../media/image789.png"/><Relationship Id="rId139" Type="http://schemas.openxmlformats.org/officeDocument/2006/relationships/customXml" Target="../ink/ink411.xml"/><Relationship Id="rId290" Type="http://schemas.openxmlformats.org/officeDocument/2006/relationships/image" Target="../media/image912.png"/><Relationship Id="rId85" Type="http://schemas.openxmlformats.org/officeDocument/2006/relationships/image" Target="../media/image810.png"/><Relationship Id="rId150" Type="http://schemas.openxmlformats.org/officeDocument/2006/relationships/image" Target="../media/image842.png"/><Relationship Id="rId192" Type="http://schemas.openxmlformats.org/officeDocument/2006/relationships/image" Target="../media/image863.png"/><Relationship Id="rId206" Type="http://schemas.openxmlformats.org/officeDocument/2006/relationships/image" Target="../media/image870.png"/><Relationship Id="rId248" Type="http://schemas.openxmlformats.org/officeDocument/2006/relationships/image" Target="../media/image891.png"/><Relationship Id="rId12" Type="http://schemas.openxmlformats.org/officeDocument/2006/relationships/image" Target="../media/image774.png"/><Relationship Id="rId108" Type="http://schemas.openxmlformats.org/officeDocument/2006/relationships/customXml" Target="../ink/ink395.xml"/><Relationship Id="rId54" Type="http://schemas.openxmlformats.org/officeDocument/2006/relationships/customXml" Target="../ink/ink368.xml"/><Relationship Id="rId96" Type="http://schemas.openxmlformats.org/officeDocument/2006/relationships/customXml" Target="../ink/ink389.xml"/><Relationship Id="rId161" Type="http://schemas.openxmlformats.org/officeDocument/2006/relationships/customXml" Target="../ink/ink422.xml"/><Relationship Id="rId217" Type="http://schemas.openxmlformats.org/officeDocument/2006/relationships/customXml" Target="../ink/ink450.xml"/><Relationship Id="rId6" Type="http://schemas.openxmlformats.org/officeDocument/2006/relationships/image" Target="../media/image771.png"/><Relationship Id="rId238" Type="http://schemas.openxmlformats.org/officeDocument/2006/relationships/image" Target="../media/image886.png"/><Relationship Id="rId259" Type="http://schemas.openxmlformats.org/officeDocument/2006/relationships/customXml" Target="../ink/ink471.xml"/><Relationship Id="rId23" Type="http://schemas.openxmlformats.org/officeDocument/2006/relationships/customXml" Target="../ink/ink352.xml"/><Relationship Id="rId119" Type="http://schemas.openxmlformats.org/officeDocument/2006/relationships/image" Target="../media/image827.png"/><Relationship Id="rId270" Type="http://schemas.openxmlformats.org/officeDocument/2006/relationships/image" Target="../media/image902.png"/><Relationship Id="rId291" Type="http://schemas.openxmlformats.org/officeDocument/2006/relationships/customXml" Target="../ink/ink487.xml"/><Relationship Id="rId44" Type="http://schemas.openxmlformats.org/officeDocument/2006/relationships/customXml" Target="../ink/ink363.xml"/><Relationship Id="rId65" Type="http://schemas.openxmlformats.org/officeDocument/2006/relationships/image" Target="../media/image800.png"/><Relationship Id="rId86" Type="http://schemas.openxmlformats.org/officeDocument/2006/relationships/customXml" Target="../ink/ink384.xml"/><Relationship Id="rId130" Type="http://schemas.openxmlformats.org/officeDocument/2006/relationships/image" Target="../media/image832.png"/><Relationship Id="rId151" Type="http://schemas.openxmlformats.org/officeDocument/2006/relationships/customXml" Target="../ink/ink417.xml"/><Relationship Id="rId172" Type="http://schemas.openxmlformats.org/officeDocument/2006/relationships/image" Target="../media/image853.png"/><Relationship Id="rId193" Type="http://schemas.openxmlformats.org/officeDocument/2006/relationships/customXml" Target="../ink/ink438.xml"/><Relationship Id="rId207" Type="http://schemas.openxmlformats.org/officeDocument/2006/relationships/customXml" Target="../ink/ink445.xml"/><Relationship Id="rId228" Type="http://schemas.openxmlformats.org/officeDocument/2006/relationships/image" Target="../media/image881.png"/><Relationship Id="rId249" Type="http://schemas.openxmlformats.org/officeDocument/2006/relationships/customXml" Target="../ink/ink466.xml"/><Relationship Id="rId13" Type="http://schemas.openxmlformats.org/officeDocument/2006/relationships/customXml" Target="../ink/ink347.xml"/><Relationship Id="rId109" Type="http://schemas.openxmlformats.org/officeDocument/2006/relationships/image" Target="../media/image822.png"/><Relationship Id="rId260" Type="http://schemas.openxmlformats.org/officeDocument/2006/relationships/image" Target="../media/image897.png"/><Relationship Id="rId281" Type="http://schemas.openxmlformats.org/officeDocument/2006/relationships/customXml" Target="../ink/ink482.xml"/><Relationship Id="rId34" Type="http://schemas.openxmlformats.org/officeDocument/2006/relationships/customXml" Target="../ink/ink358.xml"/><Relationship Id="rId55" Type="http://schemas.openxmlformats.org/officeDocument/2006/relationships/image" Target="../media/image795.png"/><Relationship Id="rId76" Type="http://schemas.openxmlformats.org/officeDocument/2006/relationships/customXml" Target="../ink/ink379.xml"/><Relationship Id="rId97" Type="http://schemas.openxmlformats.org/officeDocument/2006/relationships/image" Target="../media/image816.png"/><Relationship Id="rId120" Type="http://schemas.openxmlformats.org/officeDocument/2006/relationships/customXml" Target="../ink/ink401.xml"/><Relationship Id="rId141" Type="http://schemas.openxmlformats.org/officeDocument/2006/relationships/customXml" Target="../ink/ink412.xml"/><Relationship Id="rId7" Type="http://schemas.openxmlformats.org/officeDocument/2006/relationships/customXml" Target="../ink/ink344.xml"/><Relationship Id="rId162" Type="http://schemas.openxmlformats.org/officeDocument/2006/relationships/image" Target="../media/image848.png"/><Relationship Id="rId183" Type="http://schemas.openxmlformats.org/officeDocument/2006/relationships/customXml" Target="../ink/ink433.xml"/><Relationship Id="rId218" Type="http://schemas.openxmlformats.org/officeDocument/2006/relationships/image" Target="../media/image876.png"/><Relationship Id="rId239" Type="http://schemas.openxmlformats.org/officeDocument/2006/relationships/customXml" Target="../ink/ink461.xml"/><Relationship Id="rId250" Type="http://schemas.openxmlformats.org/officeDocument/2006/relationships/image" Target="../media/image892.png"/><Relationship Id="rId271" Type="http://schemas.openxmlformats.org/officeDocument/2006/relationships/customXml" Target="../ink/ink477.xml"/><Relationship Id="rId292" Type="http://schemas.openxmlformats.org/officeDocument/2006/relationships/image" Target="../media/image913.png"/><Relationship Id="rId24" Type="http://schemas.openxmlformats.org/officeDocument/2006/relationships/image" Target="../media/image780.png"/><Relationship Id="rId45" Type="http://schemas.openxmlformats.org/officeDocument/2006/relationships/image" Target="../media/image790.png"/><Relationship Id="rId66" Type="http://schemas.openxmlformats.org/officeDocument/2006/relationships/customXml" Target="../ink/ink374.xml"/><Relationship Id="rId87" Type="http://schemas.openxmlformats.org/officeDocument/2006/relationships/image" Target="../media/image811.png"/><Relationship Id="rId110" Type="http://schemas.openxmlformats.org/officeDocument/2006/relationships/customXml" Target="../ink/ink396.xml"/><Relationship Id="rId131" Type="http://schemas.openxmlformats.org/officeDocument/2006/relationships/customXml" Target="../ink/ink407.xml"/><Relationship Id="rId152" Type="http://schemas.openxmlformats.org/officeDocument/2006/relationships/image" Target="../media/image843.png"/><Relationship Id="rId173" Type="http://schemas.openxmlformats.org/officeDocument/2006/relationships/customXml" Target="../ink/ink428.xml"/><Relationship Id="rId194" Type="http://schemas.openxmlformats.org/officeDocument/2006/relationships/image" Target="../media/image864.png"/><Relationship Id="rId208" Type="http://schemas.openxmlformats.org/officeDocument/2006/relationships/image" Target="../media/image871.png"/><Relationship Id="rId229" Type="http://schemas.openxmlformats.org/officeDocument/2006/relationships/customXml" Target="../ink/ink456.xml"/><Relationship Id="rId240" Type="http://schemas.openxmlformats.org/officeDocument/2006/relationships/image" Target="../media/image887.png"/><Relationship Id="rId261" Type="http://schemas.openxmlformats.org/officeDocument/2006/relationships/customXml" Target="../ink/ink472.xml"/><Relationship Id="rId14" Type="http://schemas.openxmlformats.org/officeDocument/2006/relationships/image" Target="../media/image775.png"/><Relationship Id="rId35" Type="http://schemas.openxmlformats.org/officeDocument/2006/relationships/image" Target="../media/image785.png"/><Relationship Id="rId56" Type="http://schemas.openxmlformats.org/officeDocument/2006/relationships/customXml" Target="../ink/ink369.xml"/><Relationship Id="rId77" Type="http://schemas.openxmlformats.org/officeDocument/2006/relationships/image" Target="../media/image806.png"/><Relationship Id="rId100" Type="http://schemas.openxmlformats.org/officeDocument/2006/relationships/customXml" Target="../ink/ink391.xml"/><Relationship Id="rId282" Type="http://schemas.openxmlformats.org/officeDocument/2006/relationships/image" Target="../media/image908.png"/><Relationship Id="rId8" Type="http://schemas.openxmlformats.org/officeDocument/2006/relationships/image" Target="../media/image772.png"/><Relationship Id="rId98" Type="http://schemas.openxmlformats.org/officeDocument/2006/relationships/customXml" Target="../ink/ink390.xml"/><Relationship Id="rId121" Type="http://schemas.openxmlformats.org/officeDocument/2006/relationships/image" Target="../media/image828.png"/><Relationship Id="rId142" Type="http://schemas.openxmlformats.org/officeDocument/2006/relationships/image" Target="../media/image838.png"/><Relationship Id="rId163" Type="http://schemas.openxmlformats.org/officeDocument/2006/relationships/customXml" Target="../ink/ink423.xml"/><Relationship Id="rId184" Type="http://schemas.openxmlformats.org/officeDocument/2006/relationships/image" Target="../media/image859.png"/><Relationship Id="rId219" Type="http://schemas.openxmlformats.org/officeDocument/2006/relationships/customXml" Target="../ink/ink451.xml"/><Relationship Id="rId230" Type="http://schemas.openxmlformats.org/officeDocument/2006/relationships/image" Target="../media/image882.png"/><Relationship Id="rId251" Type="http://schemas.openxmlformats.org/officeDocument/2006/relationships/customXml" Target="../ink/ink467.xml"/><Relationship Id="rId25" Type="http://schemas.openxmlformats.org/officeDocument/2006/relationships/customXml" Target="../ink/ink353.xml"/><Relationship Id="rId46" Type="http://schemas.openxmlformats.org/officeDocument/2006/relationships/customXml" Target="../ink/ink364.xml"/><Relationship Id="rId67" Type="http://schemas.openxmlformats.org/officeDocument/2006/relationships/image" Target="../media/image801.png"/><Relationship Id="rId272" Type="http://schemas.openxmlformats.org/officeDocument/2006/relationships/image" Target="../media/image903.png"/><Relationship Id="rId293" Type="http://schemas.openxmlformats.org/officeDocument/2006/relationships/customXml" Target="../ink/ink488.xml"/><Relationship Id="rId88" Type="http://schemas.openxmlformats.org/officeDocument/2006/relationships/customXml" Target="../ink/ink385.xml"/><Relationship Id="rId111" Type="http://schemas.openxmlformats.org/officeDocument/2006/relationships/image" Target="../media/image823.png"/><Relationship Id="rId132" Type="http://schemas.openxmlformats.org/officeDocument/2006/relationships/image" Target="../media/image833.png"/><Relationship Id="rId153" Type="http://schemas.openxmlformats.org/officeDocument/2006/relationships/customXml" Target="../ink/ink418.xml"/><Relationship Id="rId174" Type="http://schemas.openxmlformats.org/officeDocument/2006/relationships/image" Target="../media/image854.png"/><Relationship Id="rId195" Type="http://schemas.openxmlformats.org/officeDocument/2006/relationships/customXml" Target="../ink/ink439.xml"/><Relationship Id="rId209" Type="http://schemas.openxmlformats.org/officeDocument/2006/relationships/customXml" Target="../ink/ink446.xml"/><Relationship Id="rId220" Type="http://schemas.openxmlformats.org/officeDocument/2006/relationships/image" Target="../media/image877.png"/><Relationship Id="rId241" Type="http://schemas.openxmlformats.org/officeDocument/2006/relationships/customXml" Target="../ink/ink462.xml"/><Relationship Id="rId15" Type="http://schemas.openxmlformats.org/officeDocument/2006/relationships/customXml" Target="../ink/ink348.xml"/><Relationship Id="rId36" Type="http://schemas.openxmlformats.org/officeDocument/2006/relationships/customXml" Target="../ink/ink359.xml"/><Relationship Id="rId57" Type="http://schemas.openxmlformats.org/officeDocument/2006/relationships/image" Target="../media/image796.png"/><Relationship Id="rId262" Type="http://schemas.openxmlformats.org/officeDocument/2006/relationships/image" Target="../media/image898.png"/><Relationship Id="rId283" Type="http://schemas.openxmlformats.org/officeDocument/2006/relationships/customXml" Target="../ink/ink483.xml"/><Relationship Id="rId78" Type="http://schemas.openxmlformats.org/officeDocument/2006/relationships/customXml" Target="../ink/ink380.xml"/><Relationship Id="rId99" Type="http://schemas.openxmlformats.org/officeDocument/2006/relationships/image" Target="../media/image817.png"/><Relationship Id="rId101" Type="http://schemas.openxmlformats.org/officeDocument/2006/relationships/image" Target="../media/image818.png"/><Relationship Id="rId122" Type="http://schemas.openxmlformats.org/officeDocument/2006/relationships/customXml" Target="../ink/ink402.xml"/><Relationship Id="rId143" Type="http://schemas.openxmlformats.org/officeDocument/2006/relationships/customXml" Target="../ink/ink413.xml"/><Relationship Id="rId164" Type="http://schemas.openxmlformats.org/officeDocument/2006/relationships/image" Target="../media/image849.png"/><Relationship Id="rId185" Type="http://schemas.openxmlformats.org/officeDocument/2006/relationships/customXml" Target="../ink/ink434.xml"/><Relationship Id="rId9" Type="http://schemas.openxmlformats.org/officeDocument/2006/relationships/customXml" Target="../ink/ink345.xml"/><Relationship Id="rId210" Type="http://schemas.openxmlformats.org/officeDocument/2006/relationships/image" Target="../media/image872.png"/><Relationship Id="rId26" Type="http://schemas.openxmlformats.org/officeDocument/2006/relationships/customXml" Target="../ink/ink354.xml"/><Relationship Id="rId231" Type="http://schemas.openxmlformats.org/officeDocument/2006/relationships/customXml" Target="../ink/ink457.xml"/><Relationship Id="rId252" Type="http://schemas.openxmlformats.org/officeDocument/2006/relationships/image" Target="../media/image893.png"/><Relationship Id="rId273" Type="http://schemas.openxmlformats.org/officeDocument/2006/relationships/customXml" Target="../ink/ink478.xml"/><Relationship Id="rId294" Type="http://schemas.openxmlformats.org/officeDocument/2006/relationships/image" Target="../media/image914.png"/><Relationship Id="rId47" Type="http://schemas.openxmlformats.org/officeDocument/2006/relationships/image" Target="../media/image791.png"/><Relationship Id="rId68" Type="http://schemas.openxmlformats.org/officeDocument/2006/relationships/customXml" Target="../ink/ink375.xml"/><Relationship Id="rId89" Type="http://schemas.openxmlformats.org/officeDocument/2006/relationships/image" Target="../media/image812.png"/><Relationship Id="rId112" Type="http://schemas.openxmlformats.org/officeDocument/2006/relationships/customXml" Target="../ink/ink397.xml"/><Relationship Id="rId133" Type="http://schemas.openxmlformats.org/officeDocument/2006/relationships/customXml" Target="../ink/ink408.xml"/><Relationship Id="rId154" Type="http://schemas.openxmlformats.org/officeDocument/2006/relationships/image" Target="../media/image844.png"/><Relationship Id="rId175" Type="http://schemas.openxmlformats.org/officeDocument/2006/relationships/customXml" Target="../ink/ink429.xml"/><Relationship Id="rId196" Type="http://schemas.openxmlformats.org/officeDocument/2006/relationships/image" Target="../media/image865.png"/><Relationship Id="rId200" Type="http://schemas.openxmlformats.org/officeDocument/2006/relationships/image" Target="../media/image867.png"/><Relationship Id="rId16" Type="http://schemas.openxmlformats.org/officeDocument/2006/relationships/image" Target="../media/image776.png"/><Relationship Id="rId221" Type="http://schemas.openxmlformats.org/officeDocument/2006/relationships/customXml" Target="../ink/ink452.xml"/><Relationship Id="rId242" Type="http://schemas.openxmlformats.org/officeDocument/2006/relationships/image" Target="../media/image888.png"/><Relationship Id="rId263" Type="http://schemas.openxmlformats.org/officeDocument/2006/relationships/customXml" Target="../ink/ink473.xml"/><Relationship Id="rId284" Type="http://schemas.openxmlformats.org/officeDocument/2006/relationships/image" Target="../media/image909.png"/><Relationship Id="rId37" Type="http://schemas.openxmlformats.org/officeDocument/2006/relationships/image" Target="../media/image786.png"/><Relationship Id="rId58" Type="http://schemas.openxmlformats.org/officeDocument/2006/relationships/customXml" Target="../ink/ink370.xml"/><Relationship Id="rId79" Type="http://schemas.openxmlformats.org/officeDocument/2006/relationships/image" Target="../media/image807.png"/><Relationship Id="rId102" Type="http://schemas.openxmlformats.org/officeDocument/2006/relationships/customXml" Target="../ink/ink392.xml"/><Relationship Id="rId123" Type="http://schemas.openxmlformats.org/officeDocument/2006/relationships/image" Target="../media/image829.png"/><Relationship Id="rId144" Type="http://schemas.openxmlformats.org/officeDocument/2006/relationships/image" Target="../media/image839.png"/><Relationship Id="rId90" Type="http://schemas.openxmlformats.org/officeDocument/2006/relationships/customXml" Target="../ink/ink386.xml"/><Relationship Id="rId165" Type="http://schemas.openxmlformats.org/officeDocument/2006/relationships/customXml" Target="../ink/ink424.xml"/><Relationship Id="rId186" Type="http://schemas.openxmlformats.org/officeDocument/2006/relationships/image" Target="../media/image860.png"/><Relationship Id="rId211" Type="http://schemas.openxmlformats.org/officeDocument/2006/relationships/customXml" Target="../ink/ink447.xml"/><Relationship Id="rId232" Type="http://schemas.openxmlformats.org/officeDocument/2006/relationships/image" Target="../media/image883.png"/><Relationship Id="rId253" Type="http://schemas.openxmlformats.org/officeDocument/2006/relationships/customXml" Target="../ink/ink468.xml"/><Relationship Id="rId274" Type="http://schemas.openxmlformats.org/officeDocument/2006/relationships/image" Target="../media/image904.png"/><Relationship Id="rId295" Type="http://schemas.openxmlformats.org/officeDocument/2006/relationships/customXml" Target="../ink/ink489.xml"/><Relationship Id="rId27" Type="http://schemas.openxmlformats.org/officeDocument/2006/relationships/image" Target="../media/image781.png"/><Relationship Id="rId48" Type="http://schemas.openxmlformats.org/officeDocument/2006/relationships/customXml" Target="../ink/ink365.xml"/><Relationship Id="rId69" Type="http://schemas.openxmlformats.org/officeDocument/2006/relationships/image" Target="../media/image802.png"/><Relationship Id="rId113" Type="http://schemas.openxmlformats.org/officeDocument/2006/relationships/image" Target="../media/image824.png"/><Relationship Id="rId134" Type="http://schemas.openxmlformats.org/officeDocument/2006/relationships/image" Target="../media/image834.png"/><Relationship Id="rId80" Type="http://schemas.openxmlformats.org/officeDocument/2006/relationships/customXml" Target="../ink/ink381.xml"/><Relationship Id="rId155" Type="http://schemas.openxmlformats.org/officeDocument/2006/relationships/customXml" Target="../ink/ink419.xml"/><Relationship Id="rId176" Type="http://schemas.openxmlformats.org/officeDocument/2006/relationships/image" Target="../media/image855.png"/><Relationship Id="rId197" Type="http://schemas.openxmlformats.org/officeDocument/2006/relationships/customXml" Target="../ink/ink440.xml"/><Relationship Id="rId201" Type="http://schemas.openxmlformats.org/officeDocument/2006/relationships/customXml" Target="../ink/ink442.xml"/><Relationship Id="rId222" Type="http://schemas.openxmlformats.org/officeDocument/2006/relationships/image" Target="../media/image878.png"/><Relationship Id="rId243" Type="http://schemas.openxmlformats.org/officeDocument/2006/relationships/customXml" Target="../ink/ink463.xml"/><Relationship Id="rId264" Type="http://schemas.openxmlformats.org/officeDocument/2006/relationships/image" Target="../media/image899.png"/><Relationship Id="rId285" Type="http://schemas.openxmlformats.org/officeDocument/2006/relationships/customXml" Target="../ink/ink484.xml"/><Relationship Id="rId17" Type="http://schemas.openxmlformats.org/officeDocument/2006/relationships/customXml" Target="../ink/ink349.xml"/><Relationship Id="rId38" Type="http://schemas.openxmlformats.org/officeDocument/2006/relationships/customXml" Target="../ink/ink360.xml"/><Relationship Id="rId59" Type="http://schemas.openxmlformats.org/officeDocument/2006/relationships/image" Target="../media/image797.png"/><Relationship Id="rId103" Type="http://schemas.openxmlformats.org/officeDocument/2006/relationships/image" Target="../media/image819.png"/><Relationship Id="rId124" Type="http://schemas.openxmlformats.org/officeDocument/2006/relationships/customXml" Target="../ink/ink403.xml"/><Relationship Id="rId70" Type="http://schemas.openxmlformats.org/officeDocument/2006/relationships/customXml" Target="../ink/ink376.xml"/><Relationship Id="rId91" Type="http://schemas.openxmlformats.org/officeDocument/2006/relationships/image" Target="../media/image813.png"/><Relationship Id="rId145" Type="http://schemas.openxmlformats.org/officeDocument/2006/relationships/customXml" Target="../ink/ink414.xml"/><Relationship Id="rId166" Type="http://schemas.openxmlformats.org/officeDocument/2006/relationships/image" Target="../media/image850.png"/><Relationship Id="rId187" Type="http://schemas.openxmlformats.org/officeDocument/2006/relationships/customXml" Target="../ink/ink435.xml"/><Relationship Id="rId1" Type="http://schemas.openxmlformats.org/officeDocument/2006/relationships/slideLayout" Target="../slideLayouts/slideLayout31.xml"/><Relationship Id="rId212" Type="http://schemas.openxmlformats.org/officeDocument/2006/relationships/image" Target="../media/image873.png"/><Relationship Id="rId233" Type="http://schemas.openxmlformats.org/officeDocument/2006/relationships/customXml" Target="../ink/ink458.xml"/><Relationship Id="rId254" Type="http://schemas.openxmlformats.org/officeDocument/2006/relationships/image" Target="../media/image894.png"/><Relationship Id="rId28" Type="http://schemas.openxmlformats.org/officeDocument/2006/relationships/customXml" Target="../ink/ink355.xml"/><Relationship Id="rId49" Type="http://schemas.openxmlformats.org/officeDocument/2006/relationships/image" Target="../media/image792.png"/><Relationship Id="rId114" Type="http://schemas.openxmlformats.org/officeDocument/2006/relationships/customXml" Target="../ink/ink398.xml"/><Relationship Id="rId275" Type="http://schemas.openxmlformats.org/officeDocument/2006/relationships/customXml" Target="../ink/ink479.xml"/><Relationship Id="rId296" Type="http://schemas.openxmlformats.org/officeDocument/2006/relationships/image" Target="../media/image915.png"/><Relationship Id="rId300" Type="http://schemas.openxmlformats.org/officeDocument/2006/relationships/image" Target="../media/image917.png"/><Relationship Id="rId60" Type="http://schemas.openxmlformats.org/officeDocument/2006/relationships/customXml" Target="../ink/ink371.xml"/><Relationship Id="rId81" Type="http://schemas.openxmlformats.org/officeDocument/2006/relationships/image" Target="../media/image808.png"/><Relationship Id="rId135" Type="http://schemas.openxmlformats.org/officeDocument/2006/relationships/customXml" Target="../ink/ink409.xml"/><Relationship Id="rId156" Type="http://schemas.openxmlformats.org/officeDocument/2006/relationships/image" Target="../media/image845.png"/><Relationship Id="rId177" Type="http://schemas.openxmlformats.org/officeDocument/2006/relationships/customXml" Target="../ink/ink430.xml"/><Relationship Id="rId198" Type="http://schemas.openxmlformats.org/officeDocument/2006/relationships/image" Target="../media/image866.png"/><Relationship Id="rId202" Type="http://schemas.openxmlformats.org/officeDocument/2006/relationships/image" Target="../media/image868.png"/><Relationship Id="rId223" Type="http://schemas.openxmlformats.org/officeDocument/2006/relationships/customXml" Target="../ink/ink453.xml"/><Relationship Id="rId244" Type="http://schemas.openxmlformats.org/officeDocument/2006/relationships/image" Target="../media/image889.png"/><Relationship Id="rId18" Type="http://schemas.openxmlformats.org/officeDocument/2006/relationships/image" Target="../media/image777.png"/><Relationship Id="rId39" Type="http://schemas.openxmlformats.org/officeDocument/2006/relationships/image" Target="../media/image787.png"/><Relationship Id="rId265" Type="http://schemas.openxmlformats.org/officeDocument/2006/relationships/customXml" Target="../ink/ink474.xml"/><Relationship Id="rId286" Type="http://schemas.openxmlformats.org/officeDocument/2006/relationships/image" Target="../media/image910.png"/><Relationship Id="rId50" Type="http://schemas.openxmlformats.org/officeDocument/2006/relationships/customXml" Target="../ink/ink366.xml"/><Relationship Id="rId104" Type="http://schemas.openxmlformats.org/officeDocument/2006/relationships/customXml" Target="../ink/ink393.xml"/><Relationship Id="rId125" Type="http://schemas.openxmlformats.org/officeDocument/2006/relationships/customXml" Target="../ink/ink404.xml"/><Relationship Id="rId146" Type="http://schemas.openxmlformats.org/officeDocument/2006/relationships/image" Target="../media/image840.png"/><Relationship Id="rId167" Type="http://schemas.openxmlformats.org/officeDocument/2006/relationships/customXml" Target="../ink/ink425.xml"/><Relationship Id="rId188" Type="http://schemas.openxmlformats.org/officeDocument/2006/relationships/image" Target="../media/image861.png"/><Relationship Id="rId71" Type="http://schemas.openxmlformats.org/officeDocument/2006/relationships/image" Target="../media/image803.png"/><Relationship Id="rId92" Type="http://schemas.openxmlformats.org/officeDocument/2006/relationships/customXml" Target="../ink/ink387.xml"/><Relationship Id="rId213" Type="http://schemas.openxmlformats.org/officeDocument/2006/relationships/customXml" Target="../ink/ink448.xml"/><Relationship Id="rId234" Type="http://schemas.openxmlformats.org/officeDocument/2006/relationships/image" Target="../media/image884.png"/><Relationship Id="rId2" Type="http://schemas.openxmlformats.org/officeDocument/2006/relationships/image" Target="../media/image161.png"/><Relationship Id="rId29" Type="http://schemas.openxmlformats.org/officeDocument/2006/relationships/image" Target="../media/image782.png"/><Relationship Id="rId255" Type="http://schemas.openxmlformats.org/officeDocument/2006/relationships/customXml" Target="../ink/ink469.xml"/><Relationship Id="rId276" Type="http://schemas.openxmlformats.org/officeDocument/2006/relationships/image" Target="../media/image905.png"/><Relationship Id="rId297" Type="http://schemas.openxmlformats.org/officeDocument/2006/relationships/customXml" Target="../ink/ink490.xml"/><Relationship Id="rId40" Type="http://schemas.openxmlformats.org/officeDocument/2006/relationships/customXml" Target="../ink/ink361.xml"/><Relationship Id="rId115" Type="http://schemas.openxmlformats.org/officeDocument/2006/relationships/image" Target="../media/image825.png"/><Relationship Id="rId136" Type="http://schemas.openxmlformats.org/officeDocument/2006/relationships/image" Target="../media/image835.png"/><Relationship Id="rId157" Type="http://schemas.openxmlformats.org/officeDocument/2006/relationships/customXml" Target="../ink/ink420.xml"/><Relationship Id="rId178" Type="http://schemas.openxmlformats.org/officeDocument/2006/relationships/image" Target="../media/image856.png"/><Relationship Id="rId301" Type="http://schemas.openxmlformats.org/officeDocument/2006/relationships/customXml" Target="../ink/ink492.xml"/><Relationship Id="rId61" Type="http://schemas.openxmlformats.org/officeDocument/2006/relationships/image" Target="../media/image798.png"/><Relationship Id="rId82" Type="http://schemas.openxmlformats.org/officeDocument/2006/relationships/customXml" Target="../ink/ink382.xml"/><Relationship Id="rId199" Type="http://schemas.openxmlformats.org/officeDocument/2006/relationships/customXml" Target="../ink/ink441.xml"/><Relationship Id="rId203" Type="http://schemas.openxmlformats.org/officeDocument/2006/relationships/customXml" Target="../ink/ink443.xml"/><Relationship Id="rId19" Type="http://schemas.openxmlformats.org/officeDocument/2006/relationships/customXml" Target="../ink/ink350.xml"/><Relationship Id="rId224" Type="http://schemas.openxmlformats.org/officeDocument/2006/relationships/image" Target="../media/image879.png"/><Relationship Id="rId245" Type="http://schemas.openxmlformats.org/officeDocument/2006/relationships/customXml" Target="../ink/ink464.xml"/><Relationship Id="rId266" Type="http://schemas.openxmlformats.org/officeDocument/2006/relationships/image" Target="../media/image900.png"/><Relationship Id="rId287" Type="http://schemas.openxmlformats.org/officeDocument/2006/relationships/customXml" Target="../ink/ink485.xml"/><Relationship Id="rId30" Type="http://schemas.openxmlformats.org/officeDocument/2006/relationships/customXml" Target="../ink/ink356.xml"/><Relationship Id="rId105" Type="http://schemas.openxmlformats.org/officeDocument/2006/relationships/image" Target="../media/image820.png"/><Relationship Id="rId126" Type="http://schemas.openxmlformats.org/officeDocument/2006/relationships/image" Target="../media/image830.png"/><Relationship Id="rId147" Type="http://schemas.openxmlformats.org/officeDocument/2006/relationships/customXml" Target="../ink/ink415.xml"/><Relationship Id="rId168" Type="http://schemas.openxmlformats.org/officeDocument/2006/relationships/image" Target="../media/image851.png"/><Relationship Id="rId51" Type="http://schemas.openxmlformats.org/officeDocument/2006/relationships/image" Target="../media/image793.png"/><Relationship Id="rId72" Type="http://schemas.openxmlformats.org/officeDocument/2006/relationships/customXml" Target="../ink/ink377.xml"/><Relationship Id="rId93" Type="http://schemas.openxmlformats.org/officeDocument/2006/relationships/image" Target="../media/image814.png"/><Relationship Id="rId189" Type="http://schemas.openxmlformats.org/officeDocument/2006/relationships/customXml" Target="../ink/ink436.xml"/><Relationship Id="rId3" Type="http://schemas.openxmlformats.org/officeDocument/2006/relationships/customXml" Target="../ink/ink342.xml"/><Relationship Id="rId214" Type="http://schemas.openxmlformats.org/officeDocument/2006/relationships/image" Target="../media/image874.png"/><Relationship Id="rId235" Type="http://schemas.openxmlformats.org/officeDocument/2006/relationships/customXml" Target="../ink/ink459.xml"/><Relationship Id="rId256" Type="http://schemas.openxmlformats.org/officeDocument/2006/relationships/image" Target="../media/image895.png"/><Relationship Id="rId277" Type="http://schemas.openxmlformats.org/officeDocument/2006/relationships/customXml" Target="../ink/ink480.xml"/><Relationship Id="rId298" Type="http://schemas.openxmlformats.org/officeDocument/2006/relationships/image" Target="../media/image916.png"/><Relationship Id="rId116" Type="http://schemas.openxmlformats.org/officeDocument/2006/relationships/customXml" Target="../ink/ink399.xml"/><Relationship Id="rId137" Type="http://schemas.openxmlformats.org/officeDocument/2006/relationships/customXml" Target="../ink/ink410.xml"/><Relationship Id="rId158" Type="http://schemas.openxmlformats.org/officeDocument/2006/relationships/image" Target="../media/image846.png"/><Relationship Id="rId302" Type="http://schemas.openxmlformats.org/officeDocument/2006/relationships/image" Target="../media/image918.png"/><Relationship Id="rId20" Type="http://schemas.openxmlformats.org/officeDocument/2006/relationships/image" Target="../media/image778.png"/><Relationship Id="rId41" Type="http://schemas.openxmlformats.org/officeDocument/2006/relationships/image" Target="../media/image788.png"/><Relationship Id="rId62" Type="http://schemas.openxmlformats.org/officeDocument/2006/relationships/customXml" Target="../ink/ink372.xml"/><Relationship Id="rId83" Type="http://schemas.openxmlformats.org/officeDocument/2006/relationships/image" Target="../media/image809.png"/><Relationship Id="rId179" Type="http://schemas.openxmlformats.org/officeDocument/2006/relationships/customXml" Target="../ink/ink431.xml"/><Relationship Id="rId190" Type="http://schemas.openxmlformats.org/officeDocument/2006/relationships/image" Target="../media/image862.png"/><Relationship Id="rId204" Type="http://schemas.openxmlformats.org/officeDocument/2006/relationships/image" Target="../media/image869.png"/><Relationship Id="rId225" Type="http://schemas.openxmlformats.org/officeDocument/2006/relationships/customXml" Target="../ink/ink454.xml"/><Relationship Id="rId246" Type="http://schemas.openxmlformats.org/officeDocument/2006/relationships/image" Target="../media/image890.png"/><Relationship Id="rId267" Type="http://schemas.openxmlformats.org/officeDocument/2006/relationships/customXml" Target="../ink/ink475.xml"/><Relationship Id="rId288" Type="http://schemas.openxmlformats.org/officeDocument/2006/relationships/image" Target="../media/image911.png"/><Relationship Id="rId106" Type="http://schemas.openxmlformats.org/officeDocument/2006/relationships/customXml" Target="../ink/ink394.xml"/><Relationship Id="rId127" Type="http://schemas.openxmlformats.org/officeDocument/2006/relationships/customXml" Target="../ink/ink405.xml"/><Relationship Id="rId10" Type="http://schemas.openxmlformats.org/officeDocument/2006/relationships/image" Target="../media/image773.png"/><Relationship Id="rId31" Type="http://schemas.openxmlformats.org/officeDocument/2006/relationships/image" Target="../media/image783.png"/><Relationship Id="rId52" Type="http://schemas.openxmlformats.org/officeDocument/2006/relationships/customXml" Target="../ink/ink367.xml"/><Relationship Id="rId73" Type="http://schemas.openxmlformats.org/officeDocument/2006/relationships/image" Target="../media/image804.png"/><Relationship Id="rId94" Type="http://schemas.openxmlformats.org/officeDocument/2006/relationships/customXml" Target="../ink/ink388.xml"/><Relationship Id="rId148" Type="http://schemas.openxmlformats.org/officeDocument/2006/relationships/image" Target="../media/image841.png"/><Relationship Id="rId169" Type="http://schemas.openxmlformats.org/officeDocument/2006/relationships/customXml" Target="../ink/ink426.xml"/><Relationship Id="rId4" Type="http://schemas.openxmlformats.org/officeDocument/2006/relationships/image" Target="../media/image81.png"/><Relationship Id="rId180" Type="http://schemas.openxmlformats.org/officeDocument/2006/relationships/image" Target="../media/image857.png"/><Relationship Id="rId215" Type="http://schemas.openxmlformats.org/officeDocument/2006/relationships/customXml" Target="../ink/ink449.xml"/><Relationship Id="rId236" Type="http://schemas.openxmlformats.org/officeDocument/2006/relationships/image" Target="../media/image885.png"/><Relationship Id="rId257" Type="http://schemas.openxmlformats.org/officeDocument/2006/relationships/customXml" Target="../ink/ink470.xml"/><Relationship Id="rId278" Type="http://schemas.openxmlformats.org/officeDocument/2006/relationships/image" Target="../media/image906.png"/><Relationship Id="rId42" Type="http://schemas.openxmlformats.org/officeDocument/2006/relationships/customXml" Target="../ink/ink362.xml"/><Relationship Id="rId84" Type="http://schemas.openxmlformats.org/officeDocument/2006/relationships/customXml" Target="../ink/ink383.xml"/><Relationship Id="rId138" Type="http://schemas.openxmlformats.org/officeDocument/2006/relationships/image" Target="../media/image836.png"/><Relationship Id="rId191" Type="http://schemas.openxmlformats.org/officeDocument/2006/relationships/customXml" Target="../ink/ink437.xml"/><Relationship Id="rId205" Type="http://schemas.openxmlformats.org/officeDocument/2006/relationships/customXml" Target="../ink/ink444.xml"/><Relationship Id="rId247" Type="http://schemas.openxmlformats.org/officeDocument/2006/relationships/customXml" Target="../ink/ink465.xml"/><Relationship Id="rId107" Type="http://schemas.openxmlformats.org/officeDocument/2006/relationships/image" Target="../media/image821.png"/><Relationship Id="rId289" Type="http://schemas.openxmlformats.org/officeDocument/2006/relationships/customXml" Target="../ink/ink486.xml"/><Relationship Id="rId11" Type="http://schemas.openxmlformats.org/officeDocument/2006/relationships/customXml" Target="../ink/ink346.xml"/><Relationship Id="rId53" Type="http://schemas.openxmlformats.org/officeDocument/2006/relationships/image" Target="../media/image794.png"/><Relationship Id="rId149" Type="http://schemas.openxmlformats.org/officeDocument/2006/relationships/customXml" Target="../ink/ink416.xml"/><Relationship Id="rId95" Type="http://schemas.openxmlformats.org/officeDocument/2006/relationships/image" Target="../media/image815.png"/><Relationship Id="rId160" Type="http://schemas.openxmlformats.org/officeDocument/2006/relationships/image" Target="../media/image847.png"/><Relationship Id="rId216" Type="http://schemas.openxmlformats.org/officeDocument/2006/relationships/image" Target="../media/image875.png"/><Relationship Id="rId258" Type="http://schemas.openxmlformats.org/officeDocument/2006/relationships/image" Target="../media/image896.png"/><Relationship Id="rId22" Type="http://schemas.openxmlformats.org/officeDocument/2006/relationships/image" Target="../media/image779.png"/><Relationship Id="rId64" Type="http://schemas.openxmlformats.org/officeDocument/2006/relationships/customXml" Target="../ink/ink373.xml"/><Relationship Id="rId118" Type="http://schemas.openxmlformats.org/officeDocument/2006/relationships/customXml" Target="../ink/ink400.xml"/><Relationship Id="rId171" Type="http://schemas.openxmlformats.org/officeDocument/2006/relationships/customXml" Target="../ink/ink427.xml"/><Relationship Id="rId227" Type="http://schemas.openxmlformats.org/officeDocument/2006/relationships/customXml" Target="../ink/ink455.xml"/><Relationship Id="rId269" Type="http://schemas.openxmlformats.org/officeDocument/2006/relationships/customXml" Target="../ink/ink476.xml"/><Relationship Id="rId33" Type="http://schemas.openxmlformats.org/officeDocument/2006/relationships/image" Target="../media/image784.png"/><Relationship Id="rId129" Type="http://schemas.openxmlformats.org/officeDocument/2006/relationships/customXml" Target="../ink/ink406.xml"/><Relationship Id="rId280" Type="http://schemas.openxmlformats.org/officeDocument/2006/relationships/image" Target="../media/image907.png"/><Relationship Id="rId75" Type="http://schemas.openxmlformats.org/officeDocument/2006/relationships/image" Target="../media/image805.png"/><Relationship Id="rId140" Type="http://schemas.openxmlformats.org/officeDocument/2006/relationships/image" Target="../media/image837.png"/><Relationship Id="rId182" Type="http://schemas.openxmlformats.org/officeDocument/2006/relationships/image" Target="../media/image858.png"/></Relationships>
</file>

<file path=ppt/slides/_rels/slide37.xml.rels><?xml version="1.0" encoding="UTF-8" standalone="yes"?>
<Relationships xmlns="http://schemas.openxmlformats.org/package/2006/relationships"><Relationship Id="rId26" Type="http://schemas.openxmlformats.org/officeDocument/2006/relationships/customXml" Target="../ink/ink501.xml"/><Relationship Id="rId21" Type="http://schemas.openxmlformats.org/officeDocument/2006/relationships/image" Target="../media/image923.png"/><Relationship Id="rId42" Type="http://schemas.openxmlformats.org/officeDocument/2006/relationships/customXml" Target="../ink/ink509.xml"/><Relationship Id="rId47" Type="http://schemas.openxmlformats.org/officeDocument/2006/relationships/image" Target="../media/image936.png"/><Relationship Id="rId63" Type="http://schemas.openxmlformats.org/officeDocument/2006/relationships/image" Target="../media/image944.png"/><Relationship Id="rId68" Type="http://schemas.openxmlformats.org/officeDocument/2006/relationships/customXml" Target="../ink/ink522.xml"/><Relationship Id="rId84" Type="http://schemas.openxmlformats.org/officeDocument/2006/relationships/customXml" Target="../ink/ink530.xml"/><Relationship Id="rId89" Type="http://schemas.openxmlformats.org/officeDocument/2006/relationships/image" Target="../media/image957.png"/><Relationship Id="rId112" Type="http://schemas.openxmlformats.org/officeDocument/2006/relationships/customXml" Target="../ink/ink544.xml"/><Relationship Id="rId16" Type="http://schemas.openxmlformats.org/officeDocument/2006/relationships/customXml" Target="../ink/ink496.xml"/><Relationship Id="rId107" Type="http://schemas.openxmlformats.org/officeDocument/2006/relationships/image" Target="../media/image966.png"/><Relationship Id="rId11" Type="http://schemas.openxmlformats.org/officeDocument/2006/relationships/image" Target="../media/image81.png"/><Relationship Id="rId32" Type="http://schemas.openxmlformats.org/officeDocument/2006/relationships/customXml" Target="../ink/ink504.xml"/><Relationship Id="rId37" Type="http://schemas.openxmlformats.org/officeDocument/2006/relationships/image" Target="../media/image931.png"/><Relationship Id="rId53" Type="http://schemas.openxmlformats.org/officeDocument/2006/relationships/image" Target="../media/image939.png"/><Relationship Id="rId58" Type="http://schemas.openxmlformats.org/officeDocument/2006/relationships/customXml" Target="../ink/ink517.xml"/><Relationship Id="rId74" Type="http://schemas.openxmlformats.org/officeDocument/2006/relationships/customXml" Target="../ink/ink525.xml"/><Relationship Id="rId79" Type="http://schemas.openxmlformats.org/officeDocument/2006/relationships/image" Target="../media/image952.png"/><Relationship Id="rId102" Type="http://schemas.openxmlformats.org/officeDocument/2006/relationships/customXml" Target="../ink/ink539.xml"/><Relationship Id="rId5" Type="http://schemas.openxmlformats.org/officeDocument/2006/relationships/hyperlink" Target="https://baike.so.com/doc/2010928-2128040.html" TargetMode="External"/><Relationship Id="rId90" Type="http://schemas.openxmlformats.org/officeDocument/2006/relationships/customXml" Target="../ink/ink533.xml"/><Relationship Id="rId95" Type="http://schemas.openxmlformats.org/officeDocument/2006/relationships/image" Target="../media/image960.png"/><Relationship Id="rId22" Type="http://schemas.openxmlformats.org/officeDocument/2006/relationships/customXml" Target="../ink/ink499.xml"/><Relationship Id="rId27" Type="http://schemas.openxmlformats.org/officeDocument/2006/relationships/image" Target="../media/image926.png"/><Relationship Id="rId43" Type="http://schemas.openxmlformats.org/officeDocument/2006/relationships/image" Target="../media/image934.png"/><Relationship Id="rId48" Type="http://schemas.openxmlformats.org/officeDocument/2006/relationships/customXml" Target="../ink/ink512.xml"/><Relationship Id="rId64" Type="http://schemas.openxmlformats.org/officeDocument/2006/relationships/customXml" Target="../ink/ink520.xml"/><Relationship Id="rId69" Type="http://schemas.openxmlformats.org/officeDocument/2006/relationships/image" Target="../media/image947.png"/><Relationship Id="rId113" Type="http://schemas.openxmlformats.org/officeDocument/2006/relationships/image" Target="../media/image969.png"/><Relationship Id="rId80" Type="http://schemas.openxmlformats.org/officeDocument/2006/relationships/customXml" Target="../ink/ink528.xml"/><Relationship Id="rId85" Type="http://schemas.openxmlformats.org/officeDocument/2006/relationships/image" Target="../media/image955.png"/><Relationship Id="rId12" Type="http://schemas.openxmlformats.org/officeDocument/2006/relationships/customXml" Target="../ink/ink494.xml"/><Relationship Id="rId17" Type="http://schemas.openxmlformats.org/officeDocument/2006/relationships/image" Target="../media/image921.png"/><Relationship Id="rId33" Type="http://schemas.openxmlformats.org/officeDocument/2006/relationships/image" Target="../media/image929.png"/><Relationship Id="rId38" Type="http://schemas.openxmlformats.org/officeDocument/2006/relationships/customXml" Target="../ink/ink507.xml"/><Relationship Id="rId59" Type="http://schemas.openxmlformats.org/officeDocument/2006/relationships/image" Target="../media/image942.png"/><Relationship Id="rId103" Type="http://schemas.openxmlformats.org/officeDocument/2006/relationships/image" Target="../media/image964.png"/><Relationship Id="rId108" Type="http://schemas.openxmlformats.org/officeDocument/2006/relationships/customXml" Target="../ink/ink542.xml"/><Relationship Id="rId54" Type="http://schemas.openxmlformats.org/officeDocument/2006/relationships/customXml" Target="../ink/ink515.xml"/><Relationship Id="rId70" Type="http://schemas.openxmlformats.org/officeDocument/2006/relationships/customXml" Target="../ink/ink523.xml"/><Relationship Id="rId75" Type="http://schemas.openxmlformats.org/officeDocument/2006/relationships/image" Target="../media/image950.png"/><Relationship Id="rId91" Type="http://schemas.openxmlformats.org/officeDocument/2006/relationships/image" Target="../media/image958.png"/><Relationship Id="rId96" Type="http://schemas.openxmlformats.org/officeDocument/2006/relationships/customXml" Target="../ink/ink536.xml"/><Relationship Id="rId1" Type="http://schemas.openxmlformats.org/officeDocument/2006/relationships/slideLayout" Target="../slideLayouts/slideLayout31.xml"/><Relationship Id="rId6" Type="http://schemas.openxmlformats.org/officeDocument/2006/relationships/hyperlink" Target="https://baike.so.com/doc/5931545-6144473.html" TargetMode="External"/><Relationship Id="rId15" Type="http://schemas.openxmlformats.org/officeDocument/2006/relationships/image" Target="../media/image920.png"/><Relationship Id="rId23" Type="http://schemas.openxmlformats.org/officeDocument/2006/relationships/image" Target="../media/image924.png"/><Relationship Id="rId28" Type="http://schemas.openxmlformats.org/officeDocument/2006/relationships/customXml" Target="../ink/ink502.xml"/><Relationship Id="rId36" Type="http://schemas.openxmlformats.org/officeDocument/2006/relationships/customXml" Target="../ink/ink506.xml"/><Relationship Id="rId49" Type="http://schemas.openxmlformats.org/officeDocument/2006/relationships/image" Target="../media/image937.png"/><Relationship Id="rId57" Type="http://schemas.openxmlformats.org/officeDocument/2006/relationships/image" Target="../media/image941.png"/><Relationship Id="rId106" Type="http://schemas.openxmlformats.org/officeDocument/2006/relationships/customXml" Target="../ink/ink541.xml"/><Relationship Id="rId10" Type="http://schemas.openxmlformats.org/officeDocument/2006/relationships/customXml" Target="../ink/ink493.xml"/><Relationship Id="rId31" Type="http://schemas.openxmlformats.org/officeDocument/2006/relationships/image" Target="../media/image928.png"/><Relationship Id="rId44" Type="http://schemas.openxmlformats.org/officeDocument/2006/relationships/customXml" Target="../ink/ink510.xml"/><Relationship Id="rId52" Type="http://schemas.openxmlformats.org/officeDocument/2006/relationships/customXml" Target="../ink/ink514.xml"/><Relationship Id="rId60" Type="http://schemas.openxmlformats.org/officeDocument/2006/relationships/customXml" Target="../ink/ink518.xml"/><Relationship Id="rId65" Type="http://schemas.openxmlformats.org/officeDocument/2006/relationships/image" Target="../media/image945.png"/><Relationship Id="rId73" Type="http://schemas.openxmlformats.org/officeDocument/2006/relationships/image" Target="../media/image949.png"/><Relationship Id="rId78" Type="http://schemas.openxmlformats.org/officeDocument/2006/relationships/customXml" Target="../ink/ink527.xml"/><Relationship Id="rId81" Type="http://schemas.openxmlformats.org/officeDocument/2006/relationships/image" Target="../media/image953.png"/><Relationship Id="rId86" Type="http://schemas.openxmlformats.org/officeDocument/2006/relationships/customXml" Target="../ink/ink531.xml"/><Relationship Id="rId94" Type="http://schemas.openxmlformats.org/officeDocument/2006/relationships/customXml" Target="../ink/ink535.xml"/><Relationship Id="rId99" Type="http://schemas.openxmlformats.org/officeDocument/2006/relationships/image" Target="../media/image962.png"/><Relationship Id="rId101" Type="http://schemas.openxmlformats.org/officeDocument/2006/relationships/image" Target="../media/image963.png"/><Relationship Id="rId4" Type="http://schemas.openxmlformats.org/officeDocument/2006/relationships/hyperlink" Target="https://baike.so.com/doc/6778372-6994446.html" TargetMode="External"/><Relationship Id="rId9" Type="http://schemas.openxmlformats.org/officeDocument/2006/relationships/hyperlink" Target="https://baike.so.com/doc/1995696-2111887.html" TargetMode="External"/><Relationship Id="rId13" Type="http://schemas.openxmlformats.org/officeDocument/2006/relationships/image" Target="../media/image919.png"/><Relationship Id="rId18" Type="http://schemas.openxmlformats.org/officeDocument/2006/relationships/customXml" Target="../ink/ink497.xml"/><Relationship Id="rId39" Type="http://schemas.openxmlformats.org/officeDocument/2006/relationships/image" Target="../media/image932.png"/><Relationship Id="rId109" Type="http://schemas.openxmlformats.org/officeDocument/2006/relationships/image" Target="../media/image967.png"/><Relationship Id="rId34" Type="http://schemas.openxmlformats.org/officeDocument/2006/relationships/customXml" Target="../ink/ink505.xml"/><Relationship Id="rId50" Type="http://schemas.openxmlformats.org/officeDocument/2006/relationships/customXml" Target="../ink/ink513.xml"/><Relationship Id="rId55" Type="http://schemas.openxmlformats.org/officeDocument/2006/relationships/image" Target="../media/image940.png"/><Relationship Id="rId76" Type="http://schemas.openxmlformats.org/officeDocument/2006/relationships/customXml" Target="../ink/ink526.xml"/><Relationship Id="rId97" Type="http://schemas.openxmlformats.org/officeDocument/2006/relationships/image" Target="../media/image961.png"/><Relationship Id="rId104" Type="http://schemas.openxmlformats.org/officeDocument/2006/relationships/customXml" Target="../ink/ink540.xml"/><Relationship Id="rId7" Type="http://schemas.openxmlformats.org/officeDocument/2006/relationships/hyperlink" Target="https://baike.so.com/doc/2306723-2440032.html" TargetMode="External"/><Relationship Id="rId71" Type="http://schemas.openxmlformats.org/officeDocument/2006/relationships/image" Target="../media/image948.png"/><Relationship Id="rId92" Type="http://schemas.openxmlformats.org/officeDocument/2006/relationships/customXml" Target="../ink/ink534.xml"/><Relationship Id="rId2" Type="http://schemas.openxmlformats.org/officeDocument/2006/relationships/hyperlink" Target="https://baike.so.com/doc/5272773-5506778.html" TargetMode="External"/><Relationship Id="rId29" Type="http://schemas.openxmlformats.org/officeDocument/2006/relationships/image" Target="../media/image927.png"/><Relationship Id="rId24" Type="http://schemas.openxmlformats.org/officeDocument/2006/relationships/customXml" Target="../ink/ink500.xml"/><Relationship Id="rId40" Type="http://schemas.openxmlformats.org/officeDocument/2006/relationships/customXml" Target="../ink/ink508.xml"/><Relationship Id="rId45" Type="http://schemas.openxmlformats.org/officeDocument/2006/relationships/image" Target="../media/image935.png"/><Relationship Id="rId66" Type="http://schemas.openxmlformats.org/officeDocument/2006/relationships/customXml" Target="../ink/ink521.xml"/><Relationship Id="rId87" Type="http://schemas.openxmlformats.org/officeDocument/2006/relationships/image" Target="../media/image956.png"/><Relationship Id="rId110" Type="http://schemas.openxmlformats.org/officeDocument/2006/relationships/customXml" Target="../ink/ink543.xml"/><Relationship Id="rId61" Type="http://schemas.openxmlformats.org/officeDocument/2006/relationships/image" Target="../media/image943.png"/><Relationship Id="rId82" Type="http://schemas.openxmlformats.org/officeDocument/2006/relationships/customXml" Target="../ink/ink529.xml"/><Relationship Id="rId19" Type="http://schemas.openxmlformats.org/officeDocument/2006/relationships/image" Target="../media/image922.png"/><Relationship Id="rId14" Type="http://schemas.openxmlformats.org/officeDocument/2006/relationships/customXml" Target="../ink/ink495.xml"/><Relationship Id="rId30" Type="http://schemas.openxmlformats.org/officeDocument/2006/relationships/customXml" Target="../ink/ink503.xml"/><Relationship Id="rId35" Type="http://schemas.openxmlformats.org/officeDocument/2006/relationships/image" Target="../media/image930.png"/><Relationship Id="rId56" Type="http://schemas.openxmlformats.org/officeDocument/2006/relationships/customXml" Target="../ink/ink516.xml"/><Relationship Id="rId77" Type="http://schemas.openxmlformats.org/officeDocument/2006/relationships/image" Target="../media/image951.png"/><Relationship Id="rId100" Type="http://schemas.openxmlformats.org/officeDocument/2006/relationships/customXml" Target="../ink/ink538.xml"/><Relationship Id="rId105" Type="http://schemas.openxmlformats.org/officeDocument/2006/relationships/image" Target="../media/image965.png"/><Relationship Id="rId8" Type="http://schemas.openxmlformats.org/officeDocument/2006/relationships/hyperlink" Target="https://baike.so.com/doc/5384212-5620621.html" TargetMode="External"/><Relationship Id="rId51" Type="http://schemas.openxmlformats.org/officeDocument/2006/relationships/image" Target="../media/image938.png"/><Relationship Id="rId72" Type="http://schemas.openxmlformats.org/officeDocument/2006/relationships/customXml" Target="../ink/ink524.xml"/><Relationship Id="rId93" Type="http://schemas.openxmlformats.org/officeDocument/2006/relationships/image" Target="../media/image959.png"/><Relationship Id="rId98" Type="http://schemas.openxmlformats.org/officeDocument/2006/relationships/customXml" Target="../ink/ink537.xml"/><Relationship Id="rId3" Type="http://schemas.openxmlformats.org/officeDocument/2006/relationships/hyperlink" Target="https://baike.so.com/doc/5411498-5649606.html" TargetMode="External"/><Relationship Id="rId25" Type="http://schemas.openxmlformats.org/officeDocument/2006/relationships/image" Target="../media/image925.png"/><Relationship Id="rId46" Type="http://schemas.openxmlformats.org/officeDocument/2006/relationships/customXml" Target="../ink/ink511.xml"/><Relationship Id="rId67" Type="http://schemas.openxmlformats.org/officeDocument/2006/relationships/image" Target="../media/image946.png"/><Relationship Id="rId20" Type="http://schemas.openxmlformats.org/officeDocument/2006/relationships/customXml" Target="../ink/ink498.xml"/><Relationship Id="rId41" Type="http://schemas.openxmlformats.org/officeDocument/2006/relationships/image" Target="../media/image933.png"/><Relationship Id="rId62" Type="http://schemas.openxmlformats.org/officeDocument/2006/relationships/customXml" Target="../ink/ink519.xml"/><Relationship Id="rId83" Type="http://schemas.openxmlformats.org/officeDocument/2006/relationships/image" Target="../media/image954.png"/><Relationship Id="rId88" Type="http://schemas.openxmlformats.org/officeDocument/2006/relationships/customXml" Target="../ink/ink532.xml"/><Relationship Id="rId111" Type="http://schemas.openxmlformats.org/officeDocument/2006/relationships/image" Target="../media/image968.png"/></Relationships>
</file>

<file path=ppt/slides/_rels/slide38.xml.rels><?xml version="1.0" encoding="UTF-8" standalone="yes"?>
<Relationships xmlns="http://schemas.openxmlformats.org/package/2006/relationships"><Relationship Id="rId8" Type="http://schemas.openxmlformats.org/officeDocument/2006/relationships/hyperlink" Target="https://baike.so.com/doc/5411498-5649606.html" TargetMode="External"/><Relationship Id="rId3" Type="http://schemas.openxmlformats.org/officeDocument/2006/relationships/hyperlink" Target="https://baike.so.com/doc/6966504-7189159.html" TargetMode="External"/><Relationship Id="rId7" Type="http://schemas.openxmlformats.org/officeDocument/2006/relationships/hyperlink" Target="https://baike.so.com/doc/5407848-7598712.html" TargetMode="External"/><Relationship Id="rId2" Type="http://schemas.openxmlformats.org/officeDocument/2006/relationships/hyperlink" Target="https://baike.so.com/doc/1248822-1320752.html" TargetMode="External"/><Relationship Id="rId1" Type="http://schemas.openxmlformats.org/officeDocument/2006/relationships/slideLayout" Target="../slideLayouts/slideLayout31.xml"/><Relationship Id="rId6" Type="http://schemas.openxmlformats.org/officeDocument/2006/relationships/hyperlink" Target="https://baike.so.com/doc/745921-789525.html" TargetMode="External"/><Relationship Id="rId5" Type="http://schemas.openxmlformats.org/officeDocument/2006/relationships/hyperlink" Target="https://baike.so.com/doc/30473-31769.html" TargetMode="External"/><Relationship Id="rId10" Type="http://schemas.openxmlformats.org/officeDocument/2006/relationships/hyperlink" Target="https://baike.so.com/doc/1966557-2081133.html" TargetMode="External"/><Relationship Id="rId4" Type="http://schemas.openxmlformats.org/officeDocument/2006/relationships/hyperlink" Target="https://baike.so.com/doc/5598982-5811584.html" TargetMode="External"/><Relationship Id="rId9" Type="http://schemas.openxmlformats.org/officeDocument/2006/relationships/hyperlink" Target="https://baike.so.com/doc/1993001-2109042.html" TargetMode="External"/></Relationships>
</file>

<file path=ppt/slides/_rels/slide39.xml.rels><?xml version="1.0" encoding="UTF-8" standalone="yes"?>
<Relationships xmlns="http://schemas.openxmlformats.org/package/2006/relationships"><Relationship Id="rId13" Type="http://schemas.openxmlformats.org/officeDocument/2006/relationships/image" Target="../media/image1043.png"/><Relationship Id="rId18" Type="http://schemas.openxmlformats.org/officeDocument/2006/relationships/customXml" Target="../ink/ink550.xml"/><Relationship Id="rId26" Type="http://schemas.openxmlformats.org/officeDocument/2006/relationships/customXml" Target="../ink/ink554.xml"/><Relationship Id="rId39" Type="http://schemas.openxmlformats.org/officeDocument/2006/relationships/image" Target="../media/image1056.png"/><Relationship Id="rId21" Type="http://schemas.openxmlformats.org/officeDocument/2006/relationships/image" Target="../media/image1047.png"/><Relationship Id="rId34" Type="http://schemas.openxmlformats.org/officeDocument/2006/relationships/customXml" Target="../ink/ink558.xml"/><Relationship Id="rId42" Type="http://schemas.openxmlformats.org/officeDocument/2006/relationships/customXml" Target="../ink/ink562.xml"/><Relationship Id="rId7" Type="http://schemas.openxmlformats.org/officeDocument/2006/relationships/hyperlink" Target="https://baike.so.com/doc/30473-31769.html" TargetMode="External"/><Relationship Id="rId2" Type="http://schemas.openxmlformats.org/officeDocument/2006/relationships/hyperlink" Target="https://baike.so.com/doc/5598982-5811584.html" TargetMode="External"/><Relationship Id="rId16" Type="http://schemas.openxmlformats.org/officeDocument/2006/relationships/customXml" Target="../ink/ink549.xml"/><Relationship Id="rId29" Type="http://schemas.openxmlformats.org/officeDocument/2006/relationships/image" Target="../media/image1051.png"/><Relationship Id="rId1" Type="http://schemas.openxmlformats.org/officeDocument/2006/relationships/slideLayout" Target="../slideLayouts/slideLayout31.xml"/><Relationship Id="rId6" Type="http://schemas.openxmlformats.org/officeDocument/2006/relationships/hyperlink" Target="https://baike.so.com/doc/553106-585564.html" TargetMode="External"/><Relationship Id="rId11" Type="http://schemas.openxmlformats.org/officeDocument/2006/relationships/image" Target="../media/image1042.png"/><Relationship Id="rId24" Type="http://schemas.openxmlformats.org/officeDocument/2006/relationships/customXml" Target="../ink/ink553.xml"/><Relationship Id="rId32" Type="http://schemas.openxmlformats.org/officeDocument/2006/relationships/customXml" Target="../ink/ink557.xml"/><Relationship Id="rId37" Type="http://schemas.openxmlformats.org/officeDocument/2006/relationships/image" Target="../media/image1055.png"/><Relationship Id="rId40" Type="http://schemas.openxmlformats.org/officeDocument/2006/relationships/customXml" Target="../ink/ink561.xml"/><Relationship Id="rId45" Type="http://schemas.openxmlformats.org/officeDocument/2006/relationships/image" Target="../media/image1059.png"/><Relationship Id="rId5" Type="http://schemas.openxmlformats.org/officeDocument/2006/relationships/hyperlink" Target="https://baike.so.com/doc/5449211-5687580.html" TargetMode="External"/><Relationship Id="rId15" Type="http://schemas.openxmlformats.org/officeDocument/2006/relationships/image" Target="../media/image1044.png"/><Relationship Id="rId23" Type="http://schemas.openxmlformats.org/officeDocument/2006/relationships/image" Target="../media/image1048.png"/><Relationship Id="rId28" Type="http://schemas.openxmlformats.org/officeDocument/2006/relationships/customXml" Target="../ink/ink555.xml"/><Relationship Id="rId36" Type="http://schemas.openxmlformats.org/officeDocument/2006/relationships/customXml" Target="../ink/ink559.xml"/><Relationship Id="rId10" Type="http://schemas.openxmlformats.org/officeDocument/2006/relationships/customXml" Target="../ink/ink546.xml"/><Relationship Id="rId19" Type="http://schemas.openxmlformats.org/officeDocument/2006/relationships/image" Target="../media/image1046.png"/><Relationship Id="rId31" Type="http://schemas.openxmlformats.org/officeDocument/2006/relationships/image" Target="../media/image1052.png"/><Relationship Id="rId44" Type="http://schemas.openxmlformats.org/officeDocument/2006/relationships/customXml" Target="../ink/ink563.xml"/><Relationship Id="rId4" Type="http://schemas.openxmlformats.org/officeDocument/2006/relationships/hyperlink" Target="https://baike.so.com/doc/6297825-6511348.html" TargetMode="External"/><Relationship Id="rId9" Type="http://schemas.openxmlformats.org/officeDocument/2006/relationships/image" Target="../media/image1041.png"/><Relationship Id="rId14" Type="http://schemas.openxmlformats.org/officeDocument/2006/relationships/customXml" Target="../ink/ink548.xml"/><Relationship Id="rId22" Type="http://schemas.openxmlformats.org/officeDocument/2006/relationships/customXml" Target="../ink/ink552.xml"/><Relationship Id="rId27" Type="http://schemas.openxmlformats.org/officeDocument/2006/relationships/image" Target="../media/image1050.png"/><Relationship Id="rId30" Type="http://schemas.openxmlformats.org/officeDocument/2006/relationships/customXml" Target="../ink/ink556.xml"/><Relationship Id="rId35" Type="http://schemas.openxmlformats.org/officeDocument/2006/relationships/image" Target="../media/image1054.png"/><Relationship Id="rId43" Type="http://schemas.openxmlformats.org/officeDocument/2006/relationships/image" Target="../media/image1058.png"/><Relationship Id="rId8" Type="http://schemas.openxmlformats.org/officeDocument/2006/relationships/customXml" Target="../ink/ink545.xml"/><Relationship Id="rId3" Type="http://schemas.openxmlformats.org/officeDocument/2006/relationships/hyperlink" Target="https://baike.so.com/doc/6966504-7189159.html" TargetMode="External"/><Relationship Id="rId12" Type="http://schemas.openxmlformats.org/officeDocument/2006/relationships/customXml" Target="../ink/ink547.xml"/><Relationship Id="rId17" Type="http://schemas.openxmlformats.org/officeDocument/2006/relationships/image" Target="../media/image1045.png"/><Relationship Id="rId25" Type="http://schemas.openxmlformats.org/officeDocument/2006/relationships/image" Target="../media/image1049.png"/><Relationship Id="rId33" Type="http://schemas.openxmlformats.org/officeDocument/2006/relationships/image" Target="../media/image1053.png"/><Relationship Id="rId38" Type="http://schemas.openxmlformats.org/officeDocument/2006/relationships/customXml" Target="../ink/ink560.xml"/><Relationship Id="rId20" Type="http://schemas.openxmlformats.org/officeDocument/2006/relationships/customXml" Target="../ink/ink551.xml"/><Relationship Id="rId41" Type="http://schemas.openxmlformats.org/officeDocument/2006/relationships/image" Target="../media/image1057.png"/></Relationships>
</file>

<file path=ppt/slides/_rels/slide40.xml.rels><?xml version="1.0" encoding="UTF-8" standalone="yes"?>
<Relationships xmlns="http://schemas.openxmlformats.org/package/2006/relationships"><Relationship Id="rId8" Type="http://schemas.openxmlformats.org/officeDocument/2006/relationships/image" Target="../media/image1063.png"/><Relationship Id="rId13" Type="http://schemas.openxmlformats.org/officeDocument/2006/relationships/customXml" Target="../ink/ink569.xml"/><Relationship Id="rId18" Type="http://schemas.openxmlformats.org/officeDocument/2006/relationships/image" Target="../media/image1068.png"/><Relationship Id="rId3" Type="http://schemas.openxmlformats.org/officeDocument/2006/relationships/customXml" Target="../ink/ink564.xml"/><Relationship Id="rId21" Type="http://schemas.openxmlformats.org/officeDocument/2006/relationships/customXml" Target="../ink/ink573.xml"/><Relationship Id="rId7" Type="http://schemas.openxmlformats.org/officeDocument/2006/relationships/customXml" Target="../ink/ink566.xml"/><Relationship Id="rId12" Type="http://schemas.openxmlformats.org/officeDocument/2006/relationships/image" Target="../media/image1065.png"/><Relationship Id="rId17" Type="http://schemas.openxmlformats.org/officeDocument/2006/relationships/customXml" Target="../ink/ink571.xml"/><Relationship Id="rId2" Type="http://schemas.openxmlformats.org/officeDocument/2006/relationships/image" Target="../media/image166.png"/><Relationship Id="rId16" Type="http://schemas.openxmlformats.org/officeDocument/2006/relationships/image" Target="../media/image1067.png"/><Relationship Id="rId20" Type="http://schemas.openxmlformats.org/officeDocument/2006/relationships/image" Target="../media/image1069.png"/><Relationship Id="rId1" Type="http://schemas.openxmlformats.org/officeDocument/2006/relationships/slideLayout" Target="../slideLayouts/slideLayout36.xml"/><Relationship Id="rId6" Type="http://schemas.openxmlformats.org/officeDocument/2006/relationships/image" Target="../media/image1062.png"/><Relationship Id="rId11" Type="http://schemas.openxmlformats.org/officeDocument/2006/relationships/customXml" Target="../ink/ink568.xml"/><Relationship Id="rId5" Type="http://schemas.openxmlformats.org/officeDocument/2006/relationships/customXml" Target="../ink/ink565.xml"/><Relationship Id="rId15" Type="http://schemas.openxmlformats.org/officeDocument/2006/relationships/customXml" Target="../ink/ink570.xml"/><Relationship Id="rId10" Type="http://schemas.openxmlformats.org/officeDocument/2006/relationships/image" Target="../media/image1064.png"/><Relationship Id="rId19" Type="http://schemas.openxmlformats.org/officeDocument/2006/relationships/customXml" Target="../ink/ink572.xml"/><Relationship Id="rId4" Type="http://schemas.openxmlformats.org/officeDocument/2006/relationships/image" Target="../media/image1061.png"/><Relationship Id="rId9" Type="http://schemas.openxmlformats.org/officeDocument/2006/relationships/customXml" Target="../ink/ink567.xml"/><Relationship Id="rId14" Type="http://schemas.openxmlformats.org/officeDocument/2006/relationships/image" Target="../media/image1066.png"/><Relationship Id="rId22" Type="http://schemas.openxmlformats.org/officeDocument/2006/relationships/image" Target="../media/image1070.png"/></Relationships>
</file>

<file path=ppt/slides/_rels/slide41.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wmf"/><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3.xml.rels><?xml version="1.0" encoding="UTF-8" standalone="yes"?>
<Relationships xmlns="http://schemas.openxmlformats.org/package/2006/relationships"><Relationship Id="rId26" Type="http://schemas.openxmlformats.org/officeDocument/2006/relationships/image" Target="../media/image1089.png"/><Relationship Id="rId21" Type="http://schemas.openxmlformats.org/officeDocument/2006/relationships/customXml" Target="../ink/ink583.xml"/><Relationship Id="rId34" Type="http://schemas.openxmlformats.org/officeDocument/2006/relationships/image" Target="../media/image1093.png"/><Relationship Id="rId42" Type="http://schemas.openxmlformats.org/officeDocument/2006/relationships/image" Target="../media/image1097.png"/><Relationship Id="rId47" Type="http://schemas.openxmlformats.org/officeDocument/2006/relationships/customXml" Target="../ink/ink596.xml"/><Relationship Id="rId50" Type="http://schemas.openxmlformats.org/officeDocument/2006/relationships/image" Target="../media/image1101.png"/><Relationship Id="rId55" Type="http://schemas.openxmlformats.org/officeDocument/2006/relationships/customXml" Target="../ink/ink600.xml"/><Relationship Id="rId63" Type="http://schemas.openxmlformats.org/officeDocument/2006/relationships/customXml" Target="../ink/ink604.xml"/><Relationship Id="rId68" Type="http://schemas.openxmlformats.org/officeDocument/2006/relationships/image" Target="../media/image1110.png"/><Relationship Id="rId7" Type="http://schemas.openxmlformats.org/officeDocument/2006/relationships/customXml" Target="../ink/ink576.xml"/><Relationship Id="rId2" Type="http://schemas.openxmlformats.org/officeDocument/2006/relationships/image" Target="../media/image169.png"/><Relationship Id="rId16" Type="http://schemas.openxmlformats.org/officeDocument/2006/relationships/image" Target="../media/image173.png"/><Relationship Id="rId29" Type="http://schemas.openxmlformats.org/officeDocument/2006/relationships/customXml" Target="../ink/ink587.xml"/><Relationship Id="rId11" Type="http://schemas.openxmlformats.org/officeDocument/2006/relationships/customXml" Target="../ink/ink578.xml"/><Relationship Id="rId24" Type="http://schemas.openxmlformats.org/officeDocument/2006/relationships/image" Target="../media/image1088.png"/><Relationship Id="rId32" Type="http://schemas.openxmlformats.org/officeDocument/2006/relationships/image" Target="../media/image1092.png"/><Relationship Id="rId37" Type="http://schemas.openxmlformats.org/officeDocument/2006/relationships/customXml" Target="../ink/ink591.xml"/><Relationship Id="rId40" Type="http://schemas.openxmlformats.org/officeDocument/2006/relationships/image" Target="../media/image1096.png"/><Relationship Id="rId45" Type="http://schemas.openxmlformats.org/officeDocument/2006/relationships/customXml" Target="../ink/ink595.xml"/><Relationship Id="rId53" Type="http://schemas.openxmlformats.org/officeDocument/2006/relationships/customXml" Target="../ink/ink599.xml"/><Relationship Id="rId58" Type="http://schemas.openxmlformats.org/officeDocument/2006/relationships/image" Target="../media/image1105.png"/><Relationship Id="rId66" Type="http://schemas.openxmlformats.org/officeDocument/2006/relationships/image" Target="../media/image1109.png"/><Relationship Id="rId5" Type="http://schemas.openxmlformats.org/officeDocument/2006/relationships/customXml" Target="../ink/ink575.xml"/><Relationship Id="rId61" Type="http://schemas.openxmlformats.org/officeDocument/2006/relationships/customXml" Target="../ink/ink603.xml"/><Relationship Id="rId19" Type="http://schemas.openxmlformats.org/officeDocument/2006/relationships/customXml" Target="../ink/ink582.xml"/><Relationship Id="rId14" Type="http://schemas.openxmlformats.org/officeDocument/2006/relationships/image" Target="../media/image1083.png"/><Relationship Id="rId22" Type="http://schemas.openxmlformats.org/officeDocument/2006/relationships/image" Target="../media/image1087.png"/><Relationship Id="rId27" Type="http://schemas.openxmlformats.org/officeDocument/2006/relationships/customXml" Target="../ink/ink586.xml"/><Relationship Id="rId30" Type="http://schemas.openxmlformats.org/officeDocument/2006/relationships/image" Target="../media/image1091.png"/><Relationship Id="rId35" Type="http://schemas.openxmlformats.org/officeDocument/2006/relationships/customXml" Target="../ink/ink590.xml"/><Relationship Id="rId43" Type="http://schemas.openxmlformats.org/officeDocument/2006/relationships/customXml" Target="../ink/ink594.xml"/><Relationship Id="rId48" Type="http://schemas.openxmlformats.org/officeDocument/2006/relationships/image" Target="../media/image1100.png"/><Relationship Id="rId56" Type="http://schemas.openxmlformats.org/officeDocument/2006/relationships/image" Target="../media/image1104.png"/><Relationship Id="rId64" Type="http://schemas.openxmlformats.org/officeDocument/2006/relationships/image" Target="../media/image1108.png"/><Relationship Id="rId8" Type="http://schemas.openxmlformats.org/officeDocument/2006/relationships/image" Target="../media/image1080.png"/><Relationship Id="rId51" Type="http://schemas.openxmlformats.org/officeDocument/2006/relationships/customXml" Target="../ink/ink598.xml"/><Relationship Id="rId3" Type="http://schemas.openxmlformats.org/officeDocument/2006/relationships/customXml" Target="../ink/ink574.xml"/><Relationship Id="rId12" Type="http://schemas.openxmlformats.org/officeDocument/2006/relationships/image" Target="../media/image1082.png"/><Relationship Id="rId17" Type="http://schemas.openxmlformats.org/officeDocument/2006/relationships/customXml" Target="../ink/ink581.xml"/><Relationship Id="rId25" Type="http://schemas.openxmlformats.org/officeDocument/2006/relationships/customXml" Target="../ink/ink585.xml"/><Relationship Id="rId33" Type="http://schemas.openxmlformats.org/officeDocument/2006/relationships/customXml" Target="../ink/ink589.xml"/><Relationship Id="rId38" Type="http://schemas.openxmlformats.org/officeDocument/2006/relationships/image" Target="../media/image1095.png"/><Relationship Id="rId46" Type="http://schemas.openxmlformats.org/officeDocument/2006/relationships/image" Target="../media/image1099.png"/><Relationship Id="rId59" Type="http://schemas.openxmlformats.org/officeDocument/2006/relationships/customXml" Target="../ink/ink602.xml"/><Relationship Id="rId67" Type="http://schemas.openxmlformats.org/officeDocument/2006/relationships/customXml" Target="../ink/ink606.xml"/><Relationship Id="rId20" Type="http://schemas.openxmlformats.org/officeDocument/2006/relationships/image" Target="../media/image1086.png"/><Relationship Id="rId41" Type="http://schemas.openxmlformats.org/officeDocument/2006/relationships/customXml" Target="../ink/ink593.xml"/><Relationship Id="rId54" Type="http://schemas.openxmlformats.org/officeDocument/2006/relationships/image" Target="../media/image1103.png"/><Relationship Id="rId62" Type="http://schemas.openxmlformats.org/officeDocument/2006/relationships/image" Target="../media/image1107.png"/><Relationship Id="rId1" Type="http://schemas.openxmlformats.org/officeDocument/2006/relationships/slideLayout" Target="../slideLayouts/slideLayout31.xml"/><Relationship Id="rId6" Type="http://schemas.openxmlformats.org/officeDocument/2006/relationships/image" Target="../media/image1079.png"/><Relationship Id="rId15" Type="http://schemas.openxmlformats.org/officeDocument/2006/relationships/customXml" Target="../ink/ink580.xml"/><Relationship Id="rId23" Type="http://schemas.openxmlformats.org/officeDocument/2006/relationships/customXml" Target="../ink/ink584.xml"/><Relationship Id="rId28" Type="http://schemas.openxmlformats.org/officeDocument/2006/relationships/image" Target="../media/image1090.png"/><Relationship Id="rId36" Type="http://schemas.openxmlformats.org/officeDocument/2006/relationships/image" Target="../media/image1094.png"/><Relationship Id="rId49" Type="http://schemas.openxmlformats.org/officeDocument/2006/relationships/customXml" Target="../ink/ink597.xml"/><Relationship Id="rId57" Type="http://schemas.openxmlformats.org/officeDocument/2006/relationships/customXml" Target="../ink/ink601.xml"/><Relationship Id="rId10" Type="http://schemas.openxmlformats.org/officeDocument/2006/relationships/image" Target="../media/image1081.png"/><Relationship Id="rId31" Type="http://schemas.openxmlformats.org/officeDocument/2006/relationships/customXml" Target="../ink/ink588.xml"/><Relationship Id="rId44" Type="http://schemas.openxmlformats.org/officeDocument/2006/relationships/image" Target="../media/image1098.png"/><Relationship Id="rId52" Type="http://schemas.openxmlformats.org/officeDocument/2006/relationships/image" Target="../media/image1102.png"/><Relationship Id="rId60" Type="http://schemas.openxmlformats.org/officeDocument/2006/relationships/image" Target="../media/image1106.png"/><Relationship Id="rId65" Type="http://schemas.openxmlformats.org/officeDocument/2006/relationships/customXml" Target="../ink/ink605.xml"/><Relationship Id="rId4" Type="http://schemas.openxmlformats.org/officeDocument/2006/relationships/image" Target="../media/image1078.png"/><Relationship Id="rId9" Type="http://schemas.openxmlformats.org/officeDocument/2006/relationships/customXml" Target="../ink/ink577.xml"/><Relationship Id="rId13" Type="http://schemas.openxmlformats.org/officeDocument/2006/relationships/customXml" Target="../ink/ink579.xml"/><Relationship Id="rId18" Type="http://schemas.openxmlformats.org/officeDocument/2006/relationships/image" Target="../media/image1085.png"/><Relationship Id="rId39" Type="http://schemas.openxmlformats.org/officeDocument/2006/relationships/customXml" Target="../ink/ink592.xml"/></Relationships>
</file>

<file path=ppt/slides/_rels/slide44.xml.rels><?xml version="1.0" encoding="UTF-8" standalone="yes"?>
<Relationships xmlns="http://schemas.openxmlformats.org/package/2006/relationships"><Relationship Id="rId8" Type="http://schemas.openxmlformats.org/officeDocument/2006/relationships/customXml" Target="../ink/ink610.xml"/><Relationship Id="rId13" Type="http://schemas.openxmlformats.org/officeDocument/2006/relationships/image" Target="../media/image1116.png"/><Relationship Id="rId18" Type="http://schemas.openxmlformats.org/officeDocument/2006/relationships/customXml" Target="../ink/ink615.xml"/><Relationship Id="rId3" Type="http://schemas.openxmlformats.org/officeDocument/2006/relationships/image" Target="../media/image1111.png"/><Relationship Id="rId7" Type="http://schemas.openxmlformats.org/officeDocument/2006/relationships/image" Target="../media/image1113.png"/><Relationship Id="rId12" Type="http://schemas.openxmlformats.org/officeDocument/2006/relationships/customXml" Target="../ink/ink612.xml"/><Relationship Id="rId17" Type="http://schemas.openxmlformats.org/officeDocument/2006/relationships/image" Target="../media/image1118.png"/><Relationship Id="rId2" Type="http://schemas.openxmlformats.org/officeDocument/2006/relationships/customXml" Target="../ink/ink607.xml"/><Relationship Id="rId16" Type="http://schemas.openxmlformats.org/officeDocument/2006/relationships/customXml" Target="../ink/ink614.xml"/><Relationship Id="rId1" Type="http://schemas.openxmlformats.org/officeDocument/2006/relationships/slideLayout" Target="../slideLayouts/slideLayout36.xml"/><Relationship Id="rId6" Type="http://schemas.openxmlformats.org/officeDocument/2006/relationships/customXml" Target="../ink/ink609.xml"/><Relationship Id="rId11" Type="http://schemas.openxmlformats.org/officeDocument/2006/relationships/image" Target="../media/image1115.png"/><Relationship Id="rId5" Type="http://schemas.openxmlformats.org/officeDocument/2006/relationships/image" Target="../media/image1112.png"/><Relationship Id="rId15" Type="http://schemas.openxmlformats.org/officeDocument/2006/relationships/image" Target="../media/image1117.png"/><Relationship Id="rId10" Type="http://schemas.openxmlformats.org/officeDocument/2006/relationships/customXml" Target="../ink/ink611.xml"/><Relationship Id="rId19" Type="http://schemas.openxmlformats.org/officeDocument/2006/relationships/image" Target="../media/image1119.png"/><Relationship Id="rId4" Type="http://schemas.openxmlformats.org/officeDocument/2006/relationships/customXml" Target="../ink/ink608.xml"/><Relationship Id="rId9" Type="http://schemas.openxmlformats.org/officeDocument/2006/relationships/image" Target="../media/image1114.png"/><Relationship Id="rId14" Type="http://schemas.openxmlformats.org/officeDocument/2006/relationships/customXml" Target="../ink/ink613.xml"/></Relationships>
</file>

<file path=ppt/slides/_rels/slide45.xml.rels><?xml version="1.0" encoding="UTF-8" standalone="yes"?>
<Relationships xmlns="http://schemas.openxmlformats.org/package/2006/relationships"><Relationship Id="rId8" Type="http://schemas.openxmlformats.org/officeDocument/2006/relationships/customXml" Target="../ink/ink618.xml"/><Relationship Id="rId13" Type="http://schemas.openxmlformats.org/officeDocument/2006/relationships/image" Target="../media/image1125.png"/><Relationship Id="rId18" Type="http://schemas.openxmlformats.org/officeDocument/2006/relationships/customXml" Target="../ink/ink623.xml"/><Relationship Id="rId3" Type="http://schemas.openxmlformats.org/officeDocument/2006/relationships/image" Target="../media/image169.png"/><Relationship Id="rId7" Type="http://schemas.openxmlformats.org/officeDocument/2006/relationships/image" Target="../media/image1122.png"/><Relationship Id="rId12" Type="http://schemas.openxmlformats.org/officeDocument/2006/relationships/customXml" Target="../ink/ink620.xml"/><Relationship Id="rId17" Type="http://schemas.openxmlformats.org/officeDocument/2006/relationships/image" Target="../media/image1127.png"/><Relationship Id="rId2" Type="http://schemas.openxmlformats.org/officeDocument/2006/relationships/image" Target="../media/image170.png"/><Relationship Id="rId16" Type="http://schemas.openxmlformats.org/officeDocument/2006/relationships/customXml" Target="../ink/ink622.xml"/><Relationship Id="rId1" Type="http://schemas.openxmlformats.org/officeDocument/2006/relationships/slideLayout" Target="../slideLayouts/slideLayout36.xml"/><Relationship Id="rId6" Type="http://schemas.openxmlformats.org/officeDocument/2006/relationships/customXml" Target="../ink/ink617.xml"/><Relationship Id="rId11" Type="http://schemas.openxmlformats.org/officeDocument/2006/relationships/image" Target="../media/image1124.png"/><Relationship Id="rId5" Type="http://schemas.openxmlformats.org/officeDocument/2006/relationships/image" Target="../media/image1121.png"/><Relationship Id="rId15" Type="http://schemas.openxmlformats.org/officeDocument/2006/relationships/image" Target="../media/image1126.png"/><Relationship Id="rId10" Type="http://schemas.openxmlformats.org/officeDocument/2006/relationships/customXml" Target="../ink/ink619.xml"/><Relationship Id="rId19" Type="http://schemas.openxmlformats.org/officeDocument/2006/relationships/image" Target="../media/image1128.png"/><Relationship Id="rId4" Type="http://schemas.openxmlformats.org/officeDocument/2006/relationships/customXml" Target="../ink/ink616.xml"/><Relationship Id="rId9" Type="http://schemas.openxmlformats.org/officeDocument/2006/relationships/image" Target="../media/image1123.png"/><Relationship Id="rId14" Type="http://schemas.openxmlformats.org/officeDocument/2006/relationships/customXml" Target="../ink/ink621.xml"/></Relationships>
</file>

<file path=ppt/slides/_rels/slide4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customXml" Target="../ink/ink624.xml"/><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9.xml.rels><?xml version="1.0" encoding="UTF-8" standalone="yes"?>
<Relationships xmlns="http://schemas.openxmlformats.org/package/2006/relationships"><Relationship Id="rId3" Type="http://schemas.openxmlformats.org/officeDocument/2006/relationships/customXml" Target="../ink/ink625.xml"/><Relationship Id="rId38" Type="http://schemas.openxmlformats.org/officeDocument/2006/relationships/image" Target="../media/image1157.png"/><Relationship Id="rId2" Type="http://schemas.openxmlformats.org/officeDocument/2006/relationships/image" Target="../media/image171.png"/><Relationship Id="rId1" Type="http://schemas.openxmlformats.org/officeDocument/2006/relationships/slideLayout" Target="../slideLayouts/slideLayout30.xml"/></Relationships>
</file>

<file path=ppt/slides/_rels/slide50.xml.rels><?xml version="1.0" encoding="UTF-8" standalone="yes"?>
<Relationships xmlns="http://schemas.openxmlformats.org/package/2006/relationships"><Relationship Id="rId3" Type="http://schemas.openxmlformats.org/officeDocument/2006/relationships/customXml" Target="../ink/ink626.xml"/><Relationship Id="rId2" Type="http://schemas.openxmlformats.org/officeDocument/2006/relationships/image" Target="../media/image172.png"/><Relationship Id="rId1" Type="http://schemas.openxmlformats.org/officeDocument/2006/relationships/slideLayout" Target="../slideLayouts/slideLayout30.xml"/><Relationship Id="rId4" Type="http://schemas.openxmlformats.org/officeDocument/2006/relationships/image" Target="../media/image117.png"/></Relationships>
</file>

<file path=ppt/slides/_rels/slide51.xml.rels><?xml version="1.0" encoding="UTF-8" standalone="yes"?>
<Relationships xmlns="http://schemas.openxmlformats.org/package/2006/relationships"><Relationship Id="rId2" Type="http://schemas.openxmlformats.org/officeDocument/2006/relationships/customXml" Target="../ink/ink627.xml"/><Relationship Id="rId1" Type="http://schemas.openxmlformats.org/officeDocument/2006/relationships/slideLayout" Target="../slideLayouts/slideLayout31.xml"/><Relationship Id="rId35" Type="http://schemas.openxmlformats.org/officeDocument/2006/relationships/image" Target="../media/image81.png"/></Relationships>
</file>

<file path=ppt/slides/_rels/slide52.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30.xml"/></Relationships>
</file>

<file path=ppt/slides/_rels/slide53.xml.rels><?xml version="1.0" encoding="UTF-8" standalone="yes"?>
<Relationships xmlns="http://schemas.openxmlformats.org/package/2006/relationships"><Relationship Id="rId3" Type="http://schemas.openxmlformats.org/officeDocument/2006/relationships/customXml" Target="../ink/ink628.xml"/><Relationship Id="rId17" Type="http://schemas.openxmlformats.org/officeDocument/2006/relationships/customXml" Target="../ink/ink629.xml"/><Relationship Id="rId2" Type="http://schemas.openxmlformats.org/officeDocument/2006/relationships/image" Target="../media/image173.emf"/><Relationship Id="rId16" Type="http://schemas.openxmlformats.org/officeDocument/2006/relationships/image" Target="../media/image183.png"/><Relationship Id="rId1" Type="http://schemas.openxmlformats.org/officeDocument/2006/relationships/slideLayout" Target="../slideLayouts/slideLayout31.xml"/><Relationship Id="rId14" Type="http://schemas.openxmlformats.org/officeDocument/2006/relationships/image" Target="../media/image117.png"/></Relationships>
</file>

<file path=ppt/slides/_rels/slide54.xml.rels><?xml version="1.0" encoding="UTF-8" standalone="yes"?>
<Relationships xmlns="http://schemas.openxmlformats.org/package/2006/relationships"><Relationship Id="rId3" Type="http://schemas.openxmlformats.org/officeDocument/2006/relationships/customXml" Target="../ink/ink630.xml"/><Relationship Id="rId50" Type="http://schemas.openxmlformats.org/officeDocument/2006/relationships/image" Target="../media/image117.png"/><Relationship Id="rId2" Type="http://schemas.openxmlformats.org/officeDocument/2006/relationships/image" Target="../media/image174.png"/><Relationship Id="rId1" Type="http://schemas.openxmlformats.org/officeDocument/2006/relationships/slideLayout" Target="../slideLayouts/slideLayout30.xml"/></Relationships>
</file>

<file path=ppt/slides/_rels/slide55.xml.rels><?xml version="1.0" encoding="UTF-8" standalone="yes"?>
<Relationships xmlns="http://schemas.openxmlformats.org/package/2006/relationships"><Relationship Id="rId2" Type="http://schemas.openxmlformats.org/officeDocument/2006/relationships/image" Target="../media/image175.png"/><Relationship Id="rId1" Type="http://schemas.openxmlformats.org/officeDocument/2006/relationships/slideLayout" Target="../slideLayouts/slideLayout31.xml"/></Relationships>
</file>

<file path=ppt/slides/_rels/slide56.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3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8.xml.rels><?xml version="1.0" encoding="UTF-8" standalone="yes"?>
<Relationships xmlns="http://schemas.openxmlformats.org/package/2006/relationships"><Relationship Id="rId8" Type="http://schemas.openxmlformats.org/officeDocument/2006/relationships/image" Target="../media/image1305.png"/><Relationship Id="rId3" Type="http://schemas.openxmlformats.org/officeDocument/2006/relationships/customXml" Target="../ink/ink631.xml"/><Relationship Id="rId7" Type="http://schemas.openxmlformats.org/officeDocument/2006/relationships/customXml" Target="../ink/ink633.xml"/><Relationship Id="rId2" Type="http://schemas.openxmlformats.org/officeDocument/2006/relationships/image" Target="../media/image169.png"/><Relationship Id="rId1" Type="http://schemas.openxmlformats.org/officeDocument/2006/relationships/slideLayout" Target="../slideLayouts/slideLayout31.xml"/><Relationship Id="rId6" Type="http://schemas.openxmlformats.org/officeDocument/2006/relationships/image" Target="../media/image1304.png"/><Relationship Id="rId5" Type="http://schemas.openxmlformats.org/officeDocument/2006/relationships/customXml" Target="../ink/ink632.xml"/><Relationship Id="rId4" Type="http://schemas.openxmlformats.org/officeDocument/2006/relationships/image" Target="../media/image130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0.xml.rels><?xml version="1.0" encoding="UTF-8" standalone="yes"?>
<Relationships xmlns="http://schemas.openxmlformats.org/package/2006/relationships"><Relationship Id="rId2" Type="http://schemas.openxmlformats.org/officeDocument/2006/relationships/image" Target="../media/image177.emf"/><Relationship Id="rId1" Type="http://schemas.openxmlformats.org/officeDocument/2006/relationships/slideLayout" Target="../slideLayouts/slideLayout37.xml"/></Relationships>
</file>

<file path=ppt/slides/_rels/slide61.xml.rels><?xml version="1.0" encoding="UTF-8" standalone="yes"?>
<Relationships xmlns="http://schemas.openxmlformats.org/package/2006/relationships"><Relationship Id="rId2" Type="http://schemas.openxmlformats.org/officeDocument/2006/relationships/image" Target="../media/image178.png"/><Relationship Id="rId1" Type="http://schemas.openxmlformats.org/officeDocument/2006/relationships/slideLayout" Target="../slideLayouts/slideLayout3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p:cNvSpPr>
          <p:nvPr>
            <p:ph type="title" idx="4294967295"/>
          </p:nvPr>
        </p:nvSpPr>
        <p:spPr>
          <a:xfrm>
            <a:off x="0" y="836613"/>
            <a:ext cx="7772400" cy="1143000"/>
          </a:xfrm>
        </p:spPr>
        <p:txBody>
          <a:bodyPr vert="horz" wrap="square" lIns="91440" tIns="45720" rIns="91440" bIns="45720" anchor="ctr" anchorCtr="0">
            <a:normAutofit fontScale="90000"/>
          </a:bodyPr>
          <a:lstStyle/>
          <a:p>
            <a:pPr eaLnBrk="1" hangingPunct="1"/>
            <a:r>
              <a:rPr lang="zh-CN" altLang="en-US" dirty="0">
                <a:ea typeface="黑体" panose="02010609060101010101" pitchFamily="49" charset="-122"/>
              </a:rPr>
              <a:t>第</a:t>
            </a:r>
            <a:r>
              <a:rPr lang="en-US" altLang="zh-CN" dirty="0">
                <a:ea typeface="黑体" panose="02010609060101010101" pitchFamily="49" charset="-122"/>
              </a:rPr>
              <a:t>10</a:t>
            </a:r>
            <a:r>
              <a:rPr lang="zh-CN" altLang="en-US" dirty="0">
                <a:ea typeface="黑体" panose="02010609060101010101" pitchFamily="49" charset="-122"/>
              </a:rPr>
              <a:t>章  并行</a:t>
            </a:r>
            <a:r>
              <a:rPr lang="en-US" altLang="zh-CN" dirty="0">
                <a:ea typeface="黑体" panose="02010609060101010101" pitchFamily="49" charset="-122"/>
              </a:rPr>
              <a:t>A/D</a:t>
            </a:r>
            <a:r>
              <a:rPr lang="zh-CN" altLang="en-US" dirty="0">
                <a:ea typeface="黑体" panose="02010609060101010101" pitchFamily="49" charset="-122"/>
              </a:rPr>
              <a:t>及</a:t>
            </a:r>
            <a:r>
              <a:rPr lang="en-US" altLang="zh-CN" dirty="0">
                <a:ea typeface="黑体" panose="02010609060101010101" pitchFamily="49" charset="-122"/>
              </a:rPr>
              <a:t>D/A</a:t>
            </a:r>
            <a:r>
              <a:rPr lang="zh-CN" altLang="en-US" dirty="0">
                <a:ea typeface="黑体" panose="02010609060101010101" pitchFamily="49" charset="-122"/>
              </a:rPr>
              <a:t>转换器接口技术</a:t>
            </a:r>
            <a:r>
              <a:rPr lang="zh-CN" altLang="en-US" dirty="0"/>
              <a:t> </a:t>
            </a:r>
          </a:p>
        </p:txBody>
      </p:sp>
      <p:sp>
        <p:nvSpPr>
          <p:cNvPr id="5122" name="Text Box 5"/>
          <p:cNvSpPr txBox="1"/>
          <p:nvPr/>
        </p:nvSpPr>
        <p:spPr>
          <a:xfrm>
            <a:off x="228600" y="2209800"/>
            <a:ext cx="8591550" cy="3235325"/>
          </a:xfrm>
          <a:prstGeom prst="rect">
            <a:avLst/>
          </a:prstGeom>
          <a:noFill/>
          <a:ln w="9525">
            <a:noFill/>
          </a:ln>
        </p:spPr>
        <p:txBody>
          <a:bodyPr anchor="t" anchorCtr="0">
            <a:spAutoFit/>
          </a:bodyPr>
          <a:lstStyle/>
          <a:p>
            <a:pPr algn="ctr">
              <a:lnSpc>
                <a:spcPct val="130000"/>
              </a:lnSpc>
            </a:pPr>
            <a:r>
              <a:rPr lang="en-US" altLang="zh-CN" sz="2800" b="1" dirty="0">
                <a:solidFill>
                  <a:srgbClr val="3333CC"/>
                </a:solidFill>
                <a:latin typeface="Times New Roman" panose="02020603050405020304" pitchFamily="18" charset="0"/>
                <a:ea typeface="黑体" panose="02010609060101010101" pitchFamily="49" charset="-122"/>
              </a:rPr>
              <a:t>10.1   A/D</a:t>
            </a:r>
            <a:r>
              <a:rPr lang="zh-CN" altLang="en-US" sz="2800" b="1" dirty="0">
                <a:solidFill>
                  <a:srgbClr val="3333CC"/>
                </a:solidFill>
                <a:latin typeface="Times New Roman" panose="02020603050405020304" pitchFamily="18" charset="0"/>
                <a:ea typeface="黑体" panose="02010609060101010101" pitchFamily="49" charset="-122"/>
              </a:rPr>
              <a:t>及</a:t>
            </a:r>
            <a:r>
              <a:rPr lang="en-US" altLang="zh-CN" sz="2800" b="1" dirty="0">
                <a:solidFill>
                  <a:srgbClr val="3333CC"/>
                </a:solidFill>
                <a:latin typeface="Times New Roman" panose="02020603050405020304" pitchFamily="18" charset="0"/>
                <a:ea typeface="黑体" panose="02010609060101010101" pitchFamily="49" charset="-122"/>
              </a:rPr>
              <a:t>D/A</a:t>
            </a:r>
            <a:r>
              <a:rPr lang="zh-CN" altLang="en-US" sz="2800" b="1" dirty="0">
                <a:solidFill>
                  <a:srgbClr val="3333CC"/>
                </a:solidFill>
                <a:latin typeface="Times New Roman" panose="02020603050405020304" pitchFamily="18" charset="0"/>
                <a:ea typeface="黑体" panose="02010609060101010101" pitchFamily="49" charset="-122"/>
              </a:rPr>
              <a:t>转换器主要参数</a:t>
            </a:r>
            <a:endParaRPr lang="zh-CN" altLang="en-US" sz="2800" b="1" dirty="0">
              <a:solidFill>
                <a:srgbClr val="3333CC"/>
              </a:solidFill>
              <a:latin typeface="Times New Roman" panose="02020603050405020304" pitchFamily="18" charset="0"/>
              <a:ea typeface="新宋体" panose="02010609030101010101" pitchFamily="49" charset="-122"/>
            </a:endParaRPr>
          </a:p>
          <a:p>
            <a:pPr>
              <a:lnSpc>
                <a:spcPct val="140000"/>
              </a:lnSpc>
            </a:pPr>
            <a:r>
              <a:rPr lang="zh-CN" altLang="en-US" sz="2400" b="1" dirty="0">
                <a:latin typeface="Times New Roman" panose="02020603050405020304" pitchFamily="18" charset="0"/>
                <a:ea typeface="新宋体" panose="02010609030101010101" pitchFamily="49" charset="-122"/>
              </a:rPr>
              <a:t>      </a:t>
            </a:r>
          </a:p>
          <a:p>
            <a:pPr>
              <a:lnSpc>
                <a:spcPct val="140000"/>
              </a:lnSpc>
            </a:pPr>
            <a:r>
              <a:rPr lang="en-US" altLang="zh-CN" sz="2400" b="1" dirty="0">
                <a:solidFill>
                  <a:srgbClr val="FF0000"/>
                </a:solidFill>
                <a:latin typeface="Times New Roman" panose="02020603050405020304" pitchFamily="18" charset="0"/>
                <a:ea typeface="新宋体" panose="02010609030101010101" pitchFamily="49" charset="-122"/>
              </a:rPr>
              <a:t>A/D(Analog  to  Digital)</a:t>
            </a:r>
            <a:r>
              <a:rPr lang="zh-CN" altLang="en-US" sz="2400" b="1" dirty="0">
                <a:latin typeface="Times New Roman" panose="02020603050405020304" pitchFamily="18" charset="0"/>
                <a:ea typeface="新宋体" panose="02010609030101010101" pitchFamily="49" charset="-122"/>
              </a:rPr>
              <a:t>转换：从模拟信号到数字信号的转换。</a:t>
            </a:r>
          </a:p>
          <a:p>
            <a:pPr>
              <a:lnSpc>
                <a:spcPct val="140000"/>
              </a:lnSpc>
            </a:pPr>
            <a:r>
              <a:rPr lang="en-US" altLang="zh-CN" sz="2400" b="1" dirty="0">
                <a:solidFill>
                  <a:srgbClr val="FF0000"/>
                </a:solidFill>
                <a:latin typeface="Times New Roman" panose="02020603050405020304" pitchFamily="18" charset="0"/>
                <a:ea typeface="新宋体" panose="02010609030101010101" pitchFamily="49" charset="-122"/>
              </a:rPr>
              <a:t>D/A(Digital  to  Analog)</a:t>
            </a:r>
            <a:r>
              <a:rPr lang="zh-CN" altLang="en-US" sz="2400" b="1" dirty="0">
                <a:latin typeface="Times New Roman" panose="02020603050405020304" pitchFamily="18" charset="0"/>
                <a:ea typeface="新宋体" panose="02010609030101010101" pitchFamily="49" charset="-122"/>
              </a:rPr>
              <a:t>转换：从数字信号到</a:t>
            </a:r>
            <a:r>
              <a:rPr lang="zh-CN" altLang="en-US" sz="2400" b="1" dirty="0">
                <a:latin typeface="Times New Roman" panose="02020603050405020304" pitchFamily="18" charset="0"/>
                <a:ea typeface="宋体" panose="02010600030101010101" pitchFamily="2" charset="-122"/>
              </a:rPr>
              <a:t>模拟信号</a:t>
            </a:r>
            <a:r>
              <a:rPr lang="zh-CN" altLang="en-US" sz="2400" b="1" dirty="0">
                <a:latin typeface="Times New Roman" panose="02020603050405020304" pitchFamily="18" charset="0"/>
                <a:ea typeface="新宋体" panose="02010609030101010101" pitchFamily="49" charset="-122"/>
              </a:rPr>
              <a:t>的转换。</a:t>
            </a:r>
          </a:p>
          <a:p>
            <a:pPr>
              <a:lnSpc>
                <a:spcPct val="140000"/>
              </a:lnSpc>
            </a:pPr>
            <a:r>
              <a:rPr lang="en-US" altLang="zh-CN" sz="2400" b="1" dirty="0">
                <a:solidFill>
                  <a:srgbClr val="FF0000"/>
                </a:solidFill>
                <a:latin typeface="Times New Roman" panose="02020603050405020304" pitchFamily="18" charset="0"/>
                <a:ea typeface="新宋体" panose="02010609030101010101" pitchFamily="49" charset="-122"/>
              </a:rPr>
              <a:t>A/D</a:t>
            </a:r>
            <a:r>
              <a:rPr lang="zh-CN" altLang="en-US" sz="2400" b="1" dirty="0">
                <a:solidFill>
                  <a:srgbClr val="FF0000"/>
                </a:solidFill>
                <a:latin typeface="Times New Roman" panose="02020603050405020304" pitchFamily="18" charset="0"/>
                <a:ea typeface="新宋体" panose="02010609030101010101" pitchFamily="49" charset="-122"/>
              </a:rPr>
              <a:t>转换器</a:t>
            </a:r>
            <a:r>
              <a:rPr lang="en-US" altLang="zh-CN" sz="2400" b="1" dirty="0">
                <a:solidFill>
                  <a:srgbClr val="FF0000"/>
                </a:solidFill>
                <a:latin typeface="Times New Roman" panose="02020603050405020304" pitchFamily="18" charset="0"/>
                <a:ea typeface="新宋体" panose="02010609030101010101" pitchFamily="49" charset="-122"/>
              </a:rPr>
              <a:t>(Analog-Digital  Converter)</a:t>
            </a:r>
            <a:r>
              <a:rPr lang="zh-CN" altLang="en-US" sz="2400" b="1" dirty="0">
                <a:solidFill>
                  <a:srgbClr val="FF0000"/>
                </a:solidFill>
                <a:latin typeface="Times New Roman" panose="02020603050405020304" pitchFamily="18" charset="0"/>
                <a:ea typeface="新宋体" panose="02010609030101010101" pitchFamily="49" charset="-122"/>
              </a:rPr>
              <a:t>：</a:t>
            </a:r>
            <a:r>
              <a:rPr lang="en-US" altLang="zh-CN" sz="2400" b="1" dirty="0">
                <a:solidFill>
                  <a:srgbClr val="FF0000"/>
                </a:solidFill>
                <a:latin typeface="Times New Roman" panose="02020603050405020304" pitchFamily="18" charset="0"/>
                <a:ea typeface="新宋体" panose="02010609030101010101" pitchFamily="49" charset="-122"/>
              </a:rPr>
              <a:t>ADC</a:t>
            </a:r>
          </a:p>
          <a:p>
            <a:pPr>
              <a:lnSpc>
                <a:spcPct val="140000"/>
              </a:lnSpc>
            </a:pPr>
            <a:r>
              <a:rPr lang="en-US" altLang="zh-CN" sz="2400" b="1" dirty="0">
                <a:solidFill>
                  <a:srgbClr val="FF0000"/>
                </a:solidFill>
                <a:latin typeface="Times New Roman" panose="02020603050405020304" pitchFamily="18" charset="0"/>
                <a:ea typeface="新宋体" panose="02010609030101010101" pitchFamily="49" charset="-122"/>
              </a:rPr>
              <a:t>D/A</a:t>
            </a:r>
            <a:r>
              <a:rPr lang="zh-CN" altLang="en-US" sz="2400" b="1" dirty="0">
                <a:solidFill>
                  <a:srgbClr val="FF0000"/>
                </a:solidFill>
                <a:latin typeface="Times New Roman" panose="02020603050405020304" pitchFamily="18" charset="0"/>
                <a:ea typeface="新宋体" panose="02010609030101010101" pitchFamily="49" charset="-122"/>
              </a:rPr>
              <a:t>转换器</a:t>
            </a:r>
            <a:r>
              <a:rPr lang="en-US" altLang="zh-CN" sz="2400" b="1" dirty="0">
                <a:solidFill>
                  <a:srgbClr val="FF0000"/>
                </a:solidFill>
                <a:latin typeface="Times New Roman" panose="02020603050405020304" pitchFamily="18" charset="0"/>
                <a:ea typeface="新宋体" panose="02010609030101010101" pitchFamily="49" charset="-122"/>
              </a:rPr>
              <a:t>(Digital-Analog  Converter)</a:t>
            </a:r>
            <a:r>
              <a:rPr lang="zh-CN" altLang="en-US" sz="2400" b="1" dirty="0">
                <a:solidFill>
                  <a:srgbClr val="FF0000"/>
                </a:solidFill>
                <a:latin typeface="Times New Roman" panose="02020603050405020304" pitchFamily="18" charset="0"/>
                <a:ea typeface="新宋体" panose="02010609030101010101" pitchFamily="49" charset="-122"/>
              </a:rPr>
              <a:t>：</a:t>
            </a:r>
            <a:r>
              <a:rPr lang="en-US" altLang="zh-CN" sz="2400" b="1" dirty="0">
                <a:solidFill>
                  <a:srgbClr val="FF0000"/>
                </a:solidFill>
                <a:latin typeface="Times New Roman" panose="02020603050405020304" pitchFamily="18" charset="0"/>
                <a:ea typeface="新宋体" panose="02010609030101010101" pitchFamily="49" charset="-122"/>
              </a:rPr>
              <a:t>DAC</a:t>
            </a:r>
          </a:p>
        </p:txBody>
      </p:sp>
      <p:grpSp>
        <p:nvGrpSpPr>
          <p:cNvPr id="4" name="组合 3">
            <a:extLst>
              <a:ext uri="{FF2B5EF4-FFF2-40B4-BE49-F238E27FC236}">
                <a16:creationId xmlns:a16="http://schemas.microsoft.com/office/drawing/2014/main" id="{14378731-95DF-617D-81C8-D107F699A194}"/>
              </a:ext>
            </a:extLst>
          </p:cNvPr>
          <p:cNvGrpSpPr/>
          <p:nvPr/>
        </p:nvGrpSpPr>
        <p:grpSpPr>
          <a:xfrm>
            <a:off x="959486" y="3864358"/>
            <a:ext cx="2317680" cy="20160"/>
            <a:chOff x="959486" y="3864358"/>
            <a:chExt cx="2317680" cy="20160"/>
          </a:xfrm>
        </p:grpSpPr>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F3FB55AA-7E79-61AD-FF0A-86A8D921400C}"/>
                    </a:ext>
                  </a:extLst>
                </p14:cNvPr>
                <p14:cNvContentPartPr/>
                <p14:nvPr/>
              </p14:nvContentPartPr>
              <p14:xfrm>
                <a:off x="959486" y="3874798"/>
                <a:ext cx="877320" cy="360"/>
              </p14:xfrm>
            </p:contentPart>
          </mc:Choice>
          <mc:Fallback xmlns="">
            <p:pic>
              <p:nvPicPr>
                <p:cNvPr id="2" name="墨迹 1">
                  <a:extLst>
                    <a:ext uri="{FF2B5EF4-FFF2-40B4-BE49-F238E27FC236}">
                      <a16:creationId xmlns:a16="http://schemas.microsoft.com/office/drawing/2014/main" id="{F3FB55AA-7E79-61AD-FF0A-86A8D921400C}"/>
                    </a:ext>
                  </a:extLst>
                </p:cNvPr>
                <p:cNvPicPr/>
                <p:nvPr/>
              </p:nvPicPr>
              <p:blipFill>
                <a:blip r:embed="rId3"/>
                <a:stretch>
                  <a:fillRect/>
                </a:stretch>
              </p:blipFill>
              <p:spPr>
                <a:xfrm>
                  <a:off x="941846" y="3857158"/>
                  <a:ext cx="9129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38BD7996-2AD6-37F1-707A-491CB0691209}"/>
                    </a:ext>
                  </a:extLst>
                </p14:cNvPr>
                <p14:cNvContentPartPr/>
                <p14:nvPr/>
              </p14:nvContentPartPr>
              <p14:xfrm>
                <a:off x="2426126" y="3864358"/>
                <a:ext cx="851040" cy="20160"/>
              </p14:xfrm>
            </p:contentPart>
          </mc:Choice>
          <mc:Fallback xmlns="">
            <p:pic>
              <p:nvPicPr>
                <p:cNvPr id="3" name="墨迹 2">
                  <a:extLst>
                    <a:ext uri="{FF2B5EF4-FFF2-40B4-BE49-F238E27FC236}">
                      <a16:creationId xmlns:a16="http://schemas.microsoft.com/office/drawing/2014/main" id="{38BD7996-2AD6-37F1-707A-491CB0691209}"/>
                    </a:ext>
                  </a:extLst>
                </p:cNvPr>
                <p:cNvPicPr/>
                <p:nvPr/>
              </p:nvPicPr>
              <p:blipFill>
                <a:blip r:embed="rId5"/>
                <a:stretch>
                  <a:fillRect/>
                </a:stretch>
              </p:blipFill>
              <p:spPr>
                <a:xfrm>
                  <a:off x="2408126" y="3846358"/>
                  <a:ext cx="886680" cy="55800"/>
                </a:xfrm>
                <a:prstGeom prst="rect">
                  <a:avLst/>
                </a:prstGeom>
              </p:spPr>
            </p:pic>
          </mc:Fallback>
        </mc:AlternateContent>
      </p:grpSp>
      <p:grpSp>
        <p:nvGrpSpPr>
          <p:cNvPr id="7" name="组合 6">
            <a:extLst>
              <a:ext uri="{FF2B5EF4-FFF2-40B4-BE49-F238E27FC236}">
                <a16:creationId xmlns:a16="http://schemas.microsoft.com/office/drawing/2014/main" id="{FF2FFB03-548A-5F2A-B805-094E508AB391}"/>
              </a:ext>
            </a:extLst>
          </p:cNvPr>
          <p:cNvGrpSpPr/>
          <p:nvPr/>
        </p:nvGrpSpPr>
        <p:grpSpPr>
          <a:xfrm>
            <a:off x="932486" y="4290958"/>
            <a:ext cx="2477880" cy="73440"/>
            <a:chOff x="932486" y="4290958"/>
            <a:chExt cx="2477880" cy="73440"/>
          </a:xfrm>
        </p:grpSpPr>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7A526276-8105-15D0-6328-872FD196120D}"/>
                    </a:ext>
                  </a:extLst>
                </p14:cNvPr>
                <p14:cNvContentPartPr/>
                <p14:nvPr/>
              </p14:nvContentPartPr>
              <p14:xfrm>
                <a:off x="932486" y="4290958"/>
                <a:ext cx="707040" cy="28800"/>
              </p14:xfrm>
            </p:contentPart>
          </mc:Choice>
          <mc:Fallback xmlns="">
            <p:pic>
              <p:nvPicPr>
                <p:cNvPr id="5" name="墨迹 4">
                  <a:extLst>
                    <a:ext uri="{FF2B5EF4-FFF2-40B4-BE49-F238E27FC236}">
                      <a16:creationId xmlns:a16="http://schemas.microsoft.com/office/drawing/2014/main" id="{7A526276-8105-15D0-6328-872FD196120D}"/>
                    </a:ext>
                  </a:extLst>
                </p:cNvPr>
                <p:cNvPicPr/>
                <p:nvPr/>
              </p:nvPicPr>
              <p:blipFill>
                <a:blip r:embed="rId7"/>
                <a:stretch>
                  <a:fillRect/>
                </a:stretch>
              </p:blipFill>
              <p:spPr>
                <a:xfrm>
                  <a:off x="914486" y="4273318"/>
                  <a:ext cx="74268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14F77528-AE1F-2587-B9E8-40FDD43F58B1}"/>
                    </a:ext>
                  </a:extLst>
                </p14:cNvPr>
                <p14:cNvContentPartPr/>
                <p14:nvPr/>
              </p14:nvContentPartPr>
              <p14:xfrm>
                <a:off x="2453486" y="4336318"/>
                <a:ext cx="956880" cy="28080"/>
              </p14:xfrm>
            </p:contentPart>
          </mc:Choice>
          <mc:Fallback xmlns="">
            <p:pic>
              <p:nvPicPr>
                <p:cNvPr id="6" name="墨迹 5">
                  <a:extLst>
                    <a:ext uri="{FF2B5EF4-FFF2-40B4-BE49-F238E27FC236}">
                      <a16:creationId xmlns:a16="http://schemas.microsoft.com/office/drawing/2014/main" id="{14F77528-AE1F-2587-B9E8-40FDD43F58B1}"/>
                    </a:ext>
                  </a:extLst>
                </p:cNvPr>
                <p:cNvPicPr/>
                <p:nvPr/>
              </p:nvPicPr>
              <p:blipFill>
                <a:blip r:embed="rId9"/>
                <a:stretch>
                  <a:fillRect/>
                </a:stretch>
              </p:blipFill>
              <p:spPr>
                <a:xfrm>
                  <a:off x="2435486" y="4318678"/>
                  <a:ext cx="992520" cy="63720"/>
                </a:xfrm>
                <a:prstGeom prst="rect">
                  <a:avLst/>
                </a:prstGeom>
              </p:spPr>
            </p:pic>
          </mc:Fallback>
        </mc:AlternateContent>
      </p:grpSp>
      <p:grpSp>
        <p:nvGrpSpPr>
          <p:cNvPr id="10" name="组合 9">
            <a:extLst>
              <a:ext uri="{FF2B5EF4-FFF2-40B4-BE49-F238E27FC236}">
                <a16:creationId xmlns:a16="http://schemas.microsoft.com/office/drawing/2014/main" id="{73E4266C-2D0B-2940-15CF-5A9F32809AC5}"/>
              </a:ext>
            </a:extLst>
          </p:cNvPr>
          <p:cNvGrpSpPr/>
          <p:nvPr/>
        </p:nvGrpSpPr>
        <p:grpSpPr>
          <a:xfrm>
            <a:off x="1855526" y="4743118"/>
            <a:ext cx="3250080" cy="127800"/>
            <a:chOff x="1855526" y="4743118"/>
            <a:chExt cx="3250080" cy="127800"/>
          </a:xfrm>
        </p:grpSpPr>
        <mc:AlternateContent xmlns:mc="http://schemas.openxmlformats.org/markup-compatibility/2006" xmlns:p14="http://schemas.microsoft.com/office/powerpoint/2010/main">
          <mc:Choice Requires="p14">
            <p:contentPart p14:bwMode="auto" r:id="rId10">
              <p14:nvContentPartPr>
                <p14:cNvPr id="8" name="墨迹 7">
                  <a:extLst>
                    <a:ext uri="{FF2B5EF4-FFF2-40B4-BE49-F238E27FC236}">
                      <a16:creationId xmlns:a16="http://schemas.microsoft.com/office/drawing/2014/main" id="{31494448-B199-B084-AD49-38BC7562E8F5}"/>
                    </a:ext>
                  </a:extLst>
                </p14:cNvPr>
                <p14:cNvContentPartPr/>
                <p14:nvPr/>
              </p14:nvContentPartPr>
              <p14:xfrm>
                <a:off x="1855526" y="4860838"/>
                <a:ext cx="1939320" cy="10080"/>
              </p14:xfrm>
            </p:contentPart>
          </mc:Choice>
          <mc:Fallback xmlns="">
            <p:pic>
              <p:nvPicPr>
                <p:cNvPr id="8" name="墨迹 7">
                  <a:extLst>
                    <a:ext uri="{FF2B5EF4-FFF2-40B4-BE49-F238E27FC236}">
                      <a16:creationId xmlns:a16="http://schemas.microsoft.com/office/drawing/2014/main" id="{31494448-B199-B084-AD49-38BC7562E8F5}"/>
                    </a:ext>
                  </a:extLst>
                </p:cNvPr>
                <p:cNvPicPr/>
                <p:nvPr/>
              </p:nvPicPr>
              <p:blipFill>
                <a:blip r:embed="rId11"/>
                <a:stretch>
                  <a:fillRect/>
                </a:stretch>
              </p:blipFill>
              <p:spPr>
                <a:xfrm>
                  <a:off x="1837886" y="4843198"/>
                  <a:ext cx="197496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墨迹 8">
                  <a:extLst>
                    <a:ext uri="{FF2B5EF4-FFF2-40B4-BE49-F238E27FC236}">
                      <a16:creationId xmlns:a16="http://schemas.microsoft.com/office/drawing/2014/main" id="{13127FF3-942A-9534-341A-3F138514B153}"/>
                    </a:ext>
                  </a:extLst>
                </p14:cNvPr>
                <p14:cNvContentPartPr/>
                <p14:nvPr/>
              </p14:nvContentPartPr>
              <p14:xfrm>
                <a:off x="4318286" y="4743118"/>
                <a:ext cx="787320" cy="11160"/>
              </p14:xfrm>
            </p:contentPart>
          </mc:Choice>
          <mc:Fallback xmlns="">
            <p:pic>
              <p:nvPicPr>
                <p:cNvPr id="9" name="墨迹 8">
                  <a:extLst>
                    <a:ext uri="{FF2B5EF4-FFF2-40B4-BE49-F238E27FC236}">
                      <a16:creationId xmlns:a16="http://schemas.microsoft.com/office/drawing/2014/main" id="{13127FF3-942A-9534-341A-3F138514B153}"/>
                    </a:ext>
                  </a:extLst>
                </p:cNvPr>
                <p:cNvPicPr/>
                <p:nvPr/>
              </p:nvPicPr>
              <p:blipFill>
                <a:blip r:embed="rId13"/>
                <a:stretch>
                  <a:fillRect/>
                </a:stretch>
              </p:blipFill>
              <p:spPr>
                <a:xfrm>
                  <a:off x="4300646" y="4725478"/>
                  <a:ext cx="822960" cy="46800"/>
                </a:xfrm>
                <a:prstGeom prst="rect">
                  <a:avLst/>
                </a:prstGeom>
              </p:spPr>
            </p:pic>
          </mc:Fallback>
        </mc:AlternateContent>
      </p:grpSp>
      <p:grpSp>
        <p:nvGrpSpPr>
          <p:cNvPr id="13" name="组合 12">
            <a:extLst>
              <a:ext uri="{FF2B5EF4-FFF2-40B4-BE49-F238E27FC236}">
                <a16:creationId xmlns:a16="http://schemas.microsoft.com/office/drawing/2014/main" id="{06E07E89-3FFF-65C3-6BC8-F127219D14C8}"/>
              </a:ext>
            </a:extLst>
          </p:cNvPr>
          <p:cNvGrpSpPr/>
          <p:nvPr/>
        </p:nvGrpSpPr>
        <p:grpSpPr>
          <a:xfrm>
            <a:off x="1837526" y="5385358"/>
            <a:ext cx="3246120" cy="28800"/>
            <a:chOff x="1837526" y="5385358"/>
            <a:chExt cx="3246120" cy="28800"/>
          </a:xfrm>
        </p:grpSpPr>
        <mc:AlternateContent xmlns:mc="http://schemas.openxmlformats.org/markup-compatibility/2006" xmlns:p14="http://schemas.microsoft.com/office/powerpoint/2010/main">
          <mc:Choice Requires="p14">
            <p:contentPart p14:bwMode="auto" r:id="rId14">
              <p14:nvContentPartPr>
                <p14:cNvPr id="11" name="墨迹 10">
                  <a:extLst>
                    <a:ext uri="{FF2B5EF4-FFF2-40B4-BE49-F238E27FC236}">
                      <a16:creationId xmlns:a16="http://schemas.microsoft.com/office/drawing/2014/main" id="{FC287CB4-42FF-22B5-12F4-80BD2CB4B8AC}"/>
                    </a:ext>
                  </a:extLst>
                </p14:cNvPr>
                <p14:cNvContentPartPr/>
                <p14:nvPr/>
              </p14:nvContentPartPr>
              <p14:xfrm>
                <a:off x="1837526" y="5386798"/>
                <a:ext cx="1346760" cy="27360"/>
              </p14:xfrm>
            </p:contentPart>
          </mc:Choice>
          <mc:Fallback xmlns="">
            <p:pic>
              <p:nvPicPr>
                <p:cNvPr id="11" name="墨迹 10">
                  <a:extLst>
                    <a:ext uri="{FF2B5EF4-FFF2-40B4-BE49-F238E27FC236}">
                      <a16:creationId xmlns:a16="http://schemas.microsoft.com/office/drawing/2014/main" id="{FC287CB4-42FF-22B5-12F4-80BD2CB4B8AC}"/>
                    </a:ext>
                  </a:extLst>
                </p:cNvPr>
                <p:cNvPicPr/>
                <p:nvPr/>
              </p:nvPicPr>
              <p:blipFill>
                <a:blip r:embed="rId15"/>
                <a:stretch>
                  <a:fillRect/>
                </a:stretch>
              </p:blipFill>
              <p:spPr>
                <a:xfrm>
                  <a:off x="1819886" y="5368798"/>
                  <a:ext cx="138240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墨迹 11">
                  <a:extLst>
                    <a:ext uri="{FF2B5EF4-FFF2-40B4-BE49-F238E27FC236}">
                      <a16:creationId xmlns:a16="http://schemas.microsoft.com/office/drawing/2014/main" id="{08B6B4C9-8891-B48F-1923-C7BD963E805A}"/>
                    </a:ext>
                  </a:extLst>
                </p14:cNvPr>
                <p14:cNvContentPartPr/>
                <p14:nvPr/>
              </p14:nvContentPartPr>
              <p14:xfrm>
                <a:off x="4245926" y="5385358"/>
                <a:ext cx="837720" cy="10800"/>
              </p14:xfrm>
            </p:contentPart>
          </mc:Choice>
          <mc:Fallback xmlns="">
            <p:pic>
              <p:nvPicPr>
                <p:cNvPr id="12" name="墨迹 11">
                  <a:extLst>
                    <a:ext uri="{FF2B5EF4-FFF2-40B4-BE49-F238E27FC236}">
                      <a16:creationId xmlns:a16="http://schemas.microsoft.com/office/drawing/2014/main" id="{08B6B4C9-8891-B48F-1923-C7BD963E805A}"/>
                    </a:ext>
                  </a:extLst>
                </p:cNvPr>
                <p:cNvPicPr/>
                <p:nvPr/>
              </p:nvPicPr>
              <p:blipFill>
                <a:blip r:embed="rId17"/>
                <a:stretch>
                  <a:fillRect/>
                </a:stretch>
              </p:blipFill>
              <p:spPr>
                <a:xfrm>
                  <a:off x="4227926" y="5367718"/>
                  <a:ext cx="873360" cy="46440"/>
                </a:xfrm>
                <a:prstGeom prst="rect">
                  <a:avLst/>
                </a:prstGeom>
              </p:spPr>
            </p:pic>
          </mc:Fallback>
        </mc:AlternateContent>
      </p:grpSp>
    </p:spTree>
  </p:cSld>
  <p:clrMapOvr>
    <a:masterClrMapping/>
  </p:clrMapOvr>
  <p:transition spd="med">
    <p:zo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Text Box 2"/>
          <p:cNvSpPr txBox="1"/>
          <p:nvPr/>
        </p:nvSpPr>
        <p:spPr>
          <a:xfrm>
            <a:off x="173355" y="1412875"/>
            <a:ext cx="8729980" cy="2785745"/>
          </a:xfrm>
          <a:prstGeom prst="rect">
            <a:avLst/>
          </a:prstGeom>
          <a:noFill/>
          <a:ln w="9525">
            <a:noFill/>
          </a:ln>
        </p:spPr>
        <p:txBody>
          <a:bodyPr wrap="square" anchor="t" anchorCtr="0">
            <a:spAutoFit/>
          </a:bodyPr>
          <a:lstStyle/>
          <a:p>
            <a:pPr algn="just">
              <a:lnSpc>
                <a:spcPct val="140000"/>
              </a:lnSpc>
              <a:spcBef>
                <a:spcPct val="15000"/>
              </a:spcBef>
            </a:pPr>
            <a:r>
              <a:rPr lang="zh-CN" altLang="en-US" sz="2400" b="1" dirty="0">
                <a:solidFill>
                  <a:schemeClr val="hlink"/>
                </a:solidFill>
                <a:latin typeface="Times New Roman" panose="02020603050405020304" pitchFamily="18" charset="0"/>
                <a:ea typeface="黑体" panose="02010609060101010101" pitchFamily="49" charset="-122"/>
              </a:rPr>
              <a:t>        </a:t>
            </a:r>
            <a:r>
              <a:rPr lang="en-US" altLang="zh-CN" sz="2400" b="1" dirty="0">
                <a:solidFill>
                  <a:schemeClr val="hlink"/>
                </a:solidFill>
                <a:latin typeface="Times New Roman" panose="02020603050405020304" pitchFamily="18" charset="0"/>
                <a:ea typeface="黑体" panose="02010609060101010101" pitchFamily="49" charset="-122"/>
              </a:rPr>
              <a:t>(1)   </a:t>
            </a:r>
            <a:r>
              <a:rPr lang="zh-CN" altLang="en-US" sz="2400" b="1" dirty="0">
                <a:solidFill>
                  <a:schemeClr val="hlink"/>
                </a:solidFill>
                <a:latin typeface="Times New Roman" panose="02020603050405020304" pitchFamily="18" charset="0"/>
                <a:ea typeface="黑体" panose="02010609060101010101" pitchFamily="49" charset="-122"/>
              </a:rPr>
              <a:t>分辨率（</a:t>
            </a:r>
            <a:r>
              <a:rPr lang="en-US" altLang="zh-CN" sz="2400" b="1" dirty="0">
                <a:solidFill>
                  <a:schemeClr val="hlink"/>
                </a:solidFill>
                <a:latin typeface="Times New Roman" panose="02020603050405020304" pitchFamily="18" charset="0"/>
                <a:ea typeface="黑体" panose="02010609060101010101" pitchFamily="49" charset="-122"/>
              </a:rPr>
              <a:t>Resolution</a:t>
            </a:r>
            <a:r>
              <a:rPr lang="zh-CN" altLang="en-US" sz="2400" b="1" dirty="0">
                <a:solidFill>
                  <a:schemeClr val="hlink"/>
                </a:solidFill>
                <a:latin typeface="Times New Roman" panose="02020603050405020304" pitchFamily="18" charset="0"/>
                <a:ea typeface="黑体" panose="02010609060101010101" pitchFamily="49" charset="-122"/>
              </a:rPr>
              <a:t>）</a:t>
            </a:r>
            <a:endParaRPr lang="zh-CN" altLang="en-US" sz="2400" b="1" dirty="0">
              <a:solidFill>
                <a:schemeClr val="hlink"/>
              </a:solidFill>
              <a:latin typeface="Times New Roman" panose="02020603050405020304" pitchFamily="18" charset="0"/>
              <a:ea typeface="宋体" panose="02010600030101010101" pitchFamily="2" charset="-122"/>
            </a:endParaRPr>
          </a:p>
          <a:p>
            <a:pPr>
              <a:lnSpc>
                <a:spcPct val="140000"/>
              </a:lnSpc>
              <a:spcBef>
                <a:spcPct val="15000"/>
              </a:spcBef>
            </a:pPr>
            <a:r>
              <a:rPr lang="zh-CN" altLang="en-US" sz="2400" b="1" dirty="0">
                <a:solidFill>
                  <a:srgbClr val="111111"/>
                </a:solidFill>
                <a:latin typeface="宋体" panose="02010600030101010101" pitchFamily="2" charset="-122"/>
                <a:ea typeface="宋体" panose="02010600030101010101" pitchFamily="2" charset="-122"/>
              </a:rPr>
              <a:t>    </a:t>
            </a:r>
            <a:r>
              <a:rPr lang="zh-CN" altLang="en-US" sz="2400" b="1" dirty="0">
                <a:solidFill>
                  <a:schemeClr val="hlink"/>
                </a:solidFill>
                <a:latin typeface="宋体" panose="02010600030101010101" pitchFamily="2" charset="-122"/>
                <a:ea typeface="宋体" panose="02010600030101010101" pitchFamily="2" charset="-122"/>
              </a:rPr>
              <a:t>分辨率是指</a:t>
            </a:r>
            <a:r>
              <a:rPr lang="en-US" altLang="zh-CN" sz="2400" b="1" dirty="0">
                <a:solidFill>
                  <a:schemeClr val="hlink"/>
                </a:solidFill>
                <a:latin typeface="Times New Roman" panose="02020603050405020304" pitchFamily="18" charset="0"/>
                <a:ea typeface="宋体" panose="02010600030101010101" pitchFamily="2" charset="-122"/>
              </a:rPr>
              <a:t>ADC</a:t>
            </a:r>
            <a:r>
              <a:rPr lang="zh-CN" altLang="en-US" sz="2400" b="1" dirty="0">
                <a:solidFill>
                  <a:schemeClr val="hlink"/>
                </a:solidFill>
                <a:latin typeface="宋体" panose="02010600030101010101" pitchFamily="2" charset="-122"/>
                <a:ea typeface="宋体" panose="02010600030101010101" pitchFamily="2" charset="-122"/>
              </a:rPr>
              <a:t>对输入模拟信号的分辨能力。</a:t>
            </a:r>
          </a:p>
          <a:p>
            <a:pPr>
              <a:lnSpc>
                <a:spcPct val="140000"/>
              </a:lnSpc>
              <a:spcBef>
                <a:spcPct val="15000"/>
              </a:spcBef>
            </a:pPr>
            <a:r>
              <a:rPr lang="zh-CN" altLang="en-US" sz="2400" b="1" dirty="0">
                <a:solidFill>
                  <a:srgbClr val="111111"/>
                </a:solidFill>
                <a:latin typeface="宋体" panose="02010600030101010101" pitchFamily="2" charset="-122"/>
                <a:ea typeface="宋体" panose="02010600030101010101" pitchFamily="2" charset="-122"/>
              </a:rPr>
              <a:t>    理论上讲，一个输出为</a:t>
            </a:r>
            <a:r>
              <a:rPr lang="en-US" altLang="zh-CN" sz="2400" b="1" i="1" dirty="0">
                <a:solidFill>
                  <a:srgbClr val="111111"/>
                </a:solidFill>
                <a:latin typeface="Times New Roman" panose="02020603050405020304" pitchFamily="18" charset="0"/>
                <a:ea typeface="宋体" panose="02010600030101010101" pitchFamily="2" charset="-122"/>
              </a:rPr>
              <a:t>n</a:t>
            </a:r>
            <a:r>
              <a:rPr lang="zh-CN" altLang="en-US" sz="2400" b="1" dirty="0">
                <a:solidFill>
                  <a:srgbClr val="111111"/>
                </a:solidFill>
                <a:latin typeface="宋体" panose="02010600030101010101" pitchFamily="2" charset="-122"/>
                <a:ea typeface="宋体" panose="02010600030101010101" pitchFamily="2" charset="-122"/>
              </a:rPr>
              <a:t>位二进制数的</a:t>
            </a:r>
            <a:r>
              <a:rPr lang="en-US" altLang="zh-CN" sz="2400" b="1" dirty="0">
                <a:solidFill>
                  <a:srgbClr val="111111"/>
                </a:solidFill>
                <a:latin typeface="Times New Roman" panose="02020603050405020304" pitchFamily="18" charset="0"/>
                <a:ea typeface="宋体" panose="02010600030101010101" pitchFamily="2" charset="-122"/>
              </a:rPr>
              <a:t>ADC</a:t>
            </a:r>
            <a:r>
              <a:rPr lang="zh-CN" altLang="en-US" sz="2400" b="1" dirty="0">
                <a:solidFill>
                  <a:srgbClr val="111111"/>
                </a:solidFill>
                <a:latin typeface="宋体" panose="02010600030101010101" pitchFamily="2" charset="-122"/>
                <a:ea typeface="宋体" panose="02010600030101010101" pitchFamily="2" charset="-122"/>
              </a:rPr>
              <a:t>应能区分输入模拟电压的</a:t>
            </a:r>
            <a:r>
              <a:rPr lang="en-US" altLang="zh-CN" sz="2400" b="1" dirty="0">
                <a:solidFill>
                  <a:srgbClr val="111111"/>
                </a:solidFill>
                <a:latin typeface="Times New Roman" panose="02020603050405020304" pitchFamily="18" charset="0"/>
                <a:ea typeface="宋体" panose="02010600030101010101" pitchFamily="2" charset="-122"/>
              </a:rPr>
              <a:t>2</a:t>
            </a:r>
            <a:r>
              <a:rPr lang="en-US" altLang="zh-CN" sz="2400" b="1" baseline="30000" dirty="0">
                <a:solidFill>
                  <a:srgbClr val="111111"/>
                </a:solidFill>
                <a:latin typeface="Times New Roman" panose="02020603050405020304" pitchFamily="18" charset="0"/>
                <a:ea typeface="宋体" panose="02010600030101010101" pitchFamily="2" charset="-122"/>
              </a:rPr>
              <a:t>n</a:t>
            </a:r>
            <a:r>
              <a:rPr lang="zh-CN" altLang="en-US" sz="2400" b="1" dirty="0">
                <a:solidFill>
                  <a:srgbClr val="111111"/>
                </a:solidFill>
                <a:latin typeface="宋体" panose="02010600030101010101" pitchFamily="2" charset="-122"/>
                <a:ea typeface="宋体" panose="02010600030101010101" pitchFamily="2" charset="-122"/>
              </a:rPr>
              <a:t>不同量级，能区分输入模拟电压的最小差异为满量程输入</a:t>
            </a:r>
            <a:r>
              <a:rPr lang="zh-CN" altLang="en-US" sz="2400" b="1" dirty="0">
                <a:solidFill>
                  <a:srgbClr val="FF6600"/>
                </a:solidFill>
                <a:latin typeface="宋体" panose="02010600030101010101" pitchFamily="2" charset="-122"/>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V</a:t>
            </a:r>
            <a:r>
              <a:rPr lang="en-US" altLang="zh-CN" sz="2400" b="1" baseline="-30000" dirty="0">
                <a:solidFill>
                  <a:srgbClr val="FF6600"/>
                </a:solidFill>
                <a:latin typeface="Times New Roman" panose="02020603050405020304" pitchFamily="18" charset="0"/>
                <a:ea typeface="宋体" panose="02010600030101010101" pitchFamily="2" charset="-122"/>
              </a:rPr>
              <a:t>FS</a:t>
            </a:r>
            <a:r>
              <a:rPr lang="zh-CN" altLang="en-US" sz="2400" b="1" dirty="0">
                <a:solidFill>
                  <a:srgbClr val="FF6600"/>
                </a:solidFill>
                <a:latin typeface="宋体" panose="02010600030101010101" pitchFamily="2" charset="-122"/>
                <a:ea typeface="宋体" panose="02010600030101010101" pitchFamily="2" charset="-122"/>
              </a:rPr>
              <a:t>）的</a:t>
            </a:r>
            <a:r>
              <a:rPr lang="en-US" altLang="zh-CN" sz="2400" b="1" dirty="0">
                <a:solidFill>
                  <a:srgbClr val="FF6600"/>
                </a:solidFill>
                <a:latin typeface="Times New Roman" panose="02020603050405020304" pitchFamily="18" charset="0"/>
                <a:ea typeface="宋体" panose="02010600030101010101" pitchFamily="2" charset="-122"/>
              </a:rPr>
              <a:t>1/2</a:t>
            </a:r>
            <a:r>
              <a:rPr lang="en-US" altLang="zh-CN" sz="2400" b="1" i="1" baseline="30000" dirty="0">
                <a:solidFill>
                  <a:srgbClr val="FF6600"/>
                </a:solidFill>
                <a:latin typeface="Times New Roman" panose="02020603050405020304" pitchFamily="18" charset="0"/>
                <a:ea typeface="宋体" panose="02010600030101010101" pitchFamily="2" charset="-122"/>
              </a:rPr>
              <a:t>n</a:t>
            </a:r>
            <a:r>
              <a:rPr lang="en-US" altLang="zh-CN" sz="2400" b="1" dirty="0">
                <a:solidFill>
                  <a:srgbClr val="FF6600"/>
                </a:solidFill>
                <a:latin typeface="宋体" panose="02010600030101010101" pitchFamily="2" charset="-122"/>
                <a:ea typeface="宋体" panose="02010600030101010101" pitchFamily="2" charset="-122"/>
              </a:rPr>
              <a:t>,</a:t>
            </a:r>
            <a:r>
              <a:rPr lang="zh-CN" altLang="en-US" sz="2400" b="1" dirty="0">
                <a:solidFill>
                  <a:srgbClr val="FF6600"/>
                </a:solidFill>
                <a:latin typeface="宋体" panose="02010600030101010101" pitchFamily="2" charset="-122"/>
                <a:ea typeface="宋体" panose="02010600030101010101" pitchFamily="2" charset="-122"/>
              </a:rPr>
              <a:t>即</a:t>
            </a:r>
            <a:r>
              <a:rPr lang="en-US" altLang="zh-CN" sz="2400" b="1" dirty="0">
                <a:solidFill>
                  <a:srgbClr val="FF6600"/>
                </a:solidFill>
                <a:latin typeface="Times New Roman" panose="02020603050405020304" pitchFamily="18" charset="0"/>
                <a:ea typeface="宋体" panose="02010600030101010101" pitchFamily="2" charset="-122"/>
              </a:rPr>
              <a:t>V</a:t>
            </a:r>
            <a:r>
              <a:rPr lang="en-US" altLang="zh-CN" sz="2400" b="1" baseline="-30000" dirty="0">
                <a:solidFill>
                  <a:srgbClr val="FF6600"/>
                </a:solidFill>
                <a:latin typeface="Times New Roman" panose="02020603050405020304" pitchFamily="18" charset="0"/>
                <a:ea typeface="宋体" panose="02010600030101010101" pitchFamily="2" charset="-122"/>
              </a:rPr>
              <a:t>FS</a:t>
            </a:r>
            <a:r>
              <a:rPr lang="en-US" altLang="zh-CN" sz="2400" b="1" dirty="0">
                <a:solidFill>
                  <a:srgbClr val="FF6600"/>
                </a:solidFill>
                <a:latin typeface="Times New Roman" panose="02020603050405020304" pitchFamily="18" charset="0"/>
                <a:ea typeface="宋体" panose="02010600030101010101" pitchFamily="2" charset="-122"/>
              </a:rPr>
              <a:t>/2</a:t>
            </a:r>
            <a:r>
              <a:rPr lang="en-US" altLang="zh-CN" sz="2400" b="1" i="1" baseline="30000" dirty="0">
                <a:solidFill>
                  <a:srgbClr val="FF6600"/>
                </a:solidFill>
                <a:latin typeface="Times New Roman" panose="02020603050405020304" pitchFamily="18" charset="0"/>
                <a:ea typeface="宋体" panose="02010600030101010101" pitchFamily="2" charset="-122"/>
              </a:rPr>
              <a:t>n</a:t>
            </a:r>
            <a:r>
              <a:rPr lang="zh-CN" altLang="en-US" sz="2400" b="1" dirty="0">
                <a:solidFill>
                  <a:srgbClr val="FF6600"/>
                </a:solidFill>
                <a:latin typeface="宋体" panose="02010600030101010101" pitchFamily="2" charset="-122"/>
                <a:ea typeface="宋体" panose="02010600030101010101" pitchFamily="2" charset="-122"/>
              </a:rPr>
              <a:t>。</a:t>
            </a:r>
            <a:endParaRPr lang="zh-CN" altLang="en-US" sz="2400" b="1" dirty="0">
              <a:latin typeface="Times New Roman" panose="02020603050405020304" pitchFamily="18" charset="0"/>
              <a:ea typeface="宋体" panose="02010600030101010101" pitchFamily="2" charset="-122"/>
            </a:endParaRPr>
          </a:p>
        </p:txBody>
      </p:sp>
      <p:sp>
        <p:nvSpPr>
          <p:cNvPr id="253955" name="Text Box 3"/>
          <p:cNvSpPr txBox="1"/>
          <p:nvPr/>
        </p:nvSpPr>
        <p:spPr>
          <a:xfrm>
            <a:off x="251460" y="4293235"/>
            <a:ext cx="8651875" cy="2213610"/>
          </a:xfrm>
          <a:prstGeom prst="rect">
            <a:avLst/>
          </a:prstGeom>
          <a:noFill/>
          <a:ln w="9525">
            <a:noFill/>
          </a:ln>
        </p:spPr>
        <p:txBody>
          <a:bodyPr wrap="square" anchor="t" anchorCtr="0">
            <a:spAutoFit/>
          </a:bodyPr>
          <a:lstStyle/>
          <a:p>
            <a:pPr algn="just">
              <a:lnSpc>
                <a:spcPct val="140000"/>
              </a:lnSpc>
              <a:spcBef>
                <a:spcPct val="15000"/>
              </a:spcBef>
            </a:pPr>
            <a:r>
              <a:rPr lang="en-US" altLang="zh-CN" sz="2400" b="1" dirty="0">
                <a:solidFill>
                  <a:srgbClr val="111111"/>
                </a:solidFill>
                <a:latin typeface="Times New Roman" panose="02020603050405020304" pitchFamily="18" charset="0"/>
                <a:ea typeface="宋体" panose="02010600030101010101" pitchFamily="2" charset="-122"/>
              </a:rPr>
              <a:t>        </a:t>
            </a:r>
            <a:r>
              <a:rPr lang="zh-CN" altLang="en-US" sz="2400" b="1" dirty="0">
                <a:solidFill>
                  <a:srgbClr val="111111"/>
                </a:solidFill>
                <a:latin typeface="Times New Roman" panose="02020603050405020304" pitchFamily="18" charset="0"/>
                <a:ea typeface="宋体" panose="02010600030101010101" pitchFamily="2" charset="-122"/>
              </a:rPr>
              <a:t>若</a:t>
            </a:r>
            <a:r>
              <a:rPr lang="en-US" altLang="zh-CN" sz="2400" b="1" dirty="0">
                <a:solidFill>
                  <a:srgbClr val="111111"/>
                </a:solidFill>
                <a:latin typeface="Times New Roman" panose="02020603050405020304" pitchFamily="18" charset="0"/>
                <a:ea typeface="宋体" panose="02010600030101010101" pitchFamily="2" charset="-122"/>
              </a:rPr>
              <a:t>ADC</a:t>
            </a:r>
            <a:r>
              <a:rPr lang="zh-CN" altLang="en-US" sz="2400" b="1" dirty="0">
                <a:solidFill>
                  <a:srgbClr val="111111"/>
                </a:solidFill>
                <a:latin typeface="Times New Roman" panose="02020603050405020304" pitchFamily="18" charset="0"/>
                <a:ea typeface="宋体" panose="02010600030101010101" pitchFamily="2" charset="-122"/>
              </a:rPr>
              <a:t>的满量程</a:t>
            </a:r>
            <a:r>
              <a:rPr lang="en-US" altLang="zh-CN" sz="2400" b="1" dirty="0">
                <a:solidFill>
                  <a:srgbClr val="111111"/>
                </a:solidFill>
                <a:latin typeface="Times New Roman" panose="02020603050405020304" pitchFamily="18" charset="0"/>
                <a:ea typeface="宋体" panose="02010600030101010101" pitchFamily="2" charset="-122"/>
              </a:rPr>
              <a:t>V</a:t>
            </a:r>
            <a:r>
              <a:rPr lang="en-US" altLang="zh-CN" sz="2400" b="1" baseline="-25000" dirty="0">
                <a:solidFill>
                  <a:srgbClr val="111111"/>
                </a:solidFill>
                <a:latin typeface="Times New Roman" panose="02020603050405020304" pitchFamily="18" charset="0"/>
                <a:ea typeface="宋体" panose="02010600030101010101" pitchFamily="2" charset="-122"/>
              </a:rPr>
              <a:t>FS</a:t>
            </a:r>
            <a:r>
              <a:rPr lang="en-US" altLang="zh-CN" sz="2400" b="1" dirty="0">
                <a:solidFill>
                  <a:srgbClr val="111111"/>
                </a:solidFill>
                <a:latin typeface="Times New Roman" panose="02020603050405020304" pitchFamily="18" charset="0"/>
                <a:ea typeface="宋体" panose="02010600030101010101" pitchFamily="2" charset="-122"/>
              </a:rPr>
              <a:t>=10V</a:t>
            </a:r>
            <a:r>
              <a:rPr lang="zh-CN" altLang="en-US" sz="2400" b="1" dirty="0">
                <a:solidFill>
                  <a:srgbClr val="111111"/>
                </a:solidFill>
                <a:latin typeface="Times New Roman" panose="02020603050405020304" pitchFamily="18" charset="0"/>
                <a:ea typeface="宋体" panose="02010600030101010101" pitchFamily="2" charset="-122"/>
              </a:rPr>
              <a:t>，当</a:t>
            </a:r>
            <a:r>
              <a:rPr lang="en-US" altLang="zh-CN" sz="2400" b="1" dirty="0">
                <a:solidFill>
                  <a:srgbClr val="111111"/>
                </a:solidFill>
                <a:latin typeface="Times New Roman" panose="02020603050405020304" pitchFamily="18" charset="0"/>
                <a:ea typeface="宋体" panose="02010600030101010101" pitchFamily="2" charset="-122"/>
              </a:rPr>
              <a:t>ADC</a:t>
            </a:r>
            <a:r>
              <a:rPr lang="zh-CN" altLang="en-US" sz="2400" b="1" dirty="0">
                <a:solidFill>
                  <a:srgbClr val="111111"/>
                </a:solidFill>
                <a:latin typeface="Times New Roman" panose="02020603050405020304" pitchFamily="18" charset="0"/>
                <a:ea typeface="宋体" panose="02010600030101010101" pitchFamily="2" charset="-122"/>
              </a:rPr>
              <a:t>的输出为</a:t>
            </a:r>
            <a:r>
              <a:rPr lang="en-US" altLang="zh-CN" sz="2400" b="1" dirty="0">
                <a:solidFill>
                  <a:srgbClr val="FF6600"/>
                </a:solidFill>
                <a:latin typeface="Times New Roman" panose="02020603050405020304" pitchFamily="18" charset="0"/>
                <a:ea typeface="宋体" panose="02010600030101010101" pitchFamily="2" charset="-122"/>
              </a:rPr>
              <a:t>8</a:t>
            </a:r>
            <a:r>
              <a:rPr lang="zh-CN" altLang="en-US" sz="2400" b="1" dirty="0">
                <a:solidFill>
                  <a:srgbClr val="FF6600"/>
                </a:solidFill>
                <a:latin typeface="Times New Roman" panose="02020603050405020304" pitchFamily="18" charset="0"/>
                <a:ea typeface="宋体" panose="02010600030101010101" pitchFamily="2" charset="-122"/>
              </a:rPr>
              <a:t>位、</a:t>
            </a:r>
            <a:r>
              <a:rPr lang="en-US" altLang="zh-CN" sz="2400" b="1" dirty="0">
                <a:solidFill>
                  <a:srgbClr val="FF6600"/>
                </a:solidFill>
                <a:latin typeface="Times New Roman" panose="02020603050405020304" pitchFamily="18" charset="0"/>
                <a:ea typeface="宋体" panose="02010600030101010101" pitchFamily="2" charset="-122"/>
              </a:rPr>
              <a:t>10</a:t>
            </a:r>
            <a:r>
              <a:rPr lang="zh-CN" altLang="en-US" sz="2400" b="1" dirty="0">
                <a:solidFill>
                  <a:srgbClr val="FF6600"/>
                </a:solidFill>
                <a:latin typeface="Times New Roman" panose="02020603050405020304" pitchFamily="18" charset="0"/>
                <a:ea typeface="宋体" panose="02010600030101010101" pitchFamily="2" charset="-122"/>
              </a:rPr>
              <a:t>位和</a:t>
            </a:r>
            <a:r>
              <a:rPr lang="en-US" altLang="zh-CN" sz="2400" b="1" dirty="0">
                <a:solidFill>
                  <a:srgbClr val="FF6600"/>
                </a:solidFill>
                <a:latin typeface="Times New Roman" panose="02020603050405020304" pitchFamily="18" charset="0"/>
                <a:ea typeface="宋体" panose="02010600030101010101" pitchFamily="2" charset="-122"/>
              </a:rPr>
              <a:t>12</a:t>
            </a:r>
            <a:r>
              <a:rPr lang="en-US" altLang="zh-CN" sz="2400" b="1" dirty="0">
                <a:solidFill>
                  <a:srgbClr val="111111"/>
                </a:solidFill>
                <a:latin typeface="Times New Roman" panose="02020603050405020304" pitchFamily="18" charset="0"/>
                <a:ea typeface="宋体" panose="02010600030101010101" pitchFamily="2" charset="-122"/>
              </a:rPr>
              <a:t> </a:t>
            </a:r>
            <a:r>
              <a:rPr lang="zh-CN" altLang="en-US" sz="2400" b="1" dirty="0">
                <a:solidFill>
                  <a:srgbClr val="111111"/>
                </a:solidFill>
                <a:latin typeface="Times New Roman" panose="02020603050405020304" pitchFamily="18" charset="0"/>
                <a:ea typeface="宋体" panose="02010600030101010101" pitchFamily="2" charset="-122"/>
              </a:rPr>
              <a:t>位数字量时，其分辨率，也就是可分辨的最小电压，分别为</a:t>
            </a:r>
            <a:r>
              <a:rPr lang="en-US" altLang="zh-CN" sz="2400" b="1" dirty="0">
                <a:solidFill>
                  <a:srgbClr val="FF6600"/>
                </a:solidFill>
                <a:latin typeface="Times New Roman" panose="02020603050405020304" pitchFamily="18" charset="0"/>
                <a:ea typeface="宋体" panose="02010600030101010101" pitchFamily="2" charset="-122"/>
              </a:rPr>
              <a:t>39.21mV</a:t>
            </a: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9.78mV</a:t>
            </a:r>
            <a:r>
              <a:rPr lang="zh-CN" altLang="en-US" sz="2400" b="1" dirty="0">
                <a:solidFill>
                  <a:srgbClr val="FF6600"/>
                </a:solidFill>
                <a:latin typeface="Times New Roman" panose="02020603050405020304" pitchFamily="18" charset="0"/>
                <a:ea typeface="宋体" panose="02010600030101010101" pitchFamily="2" charset="-122"/>
              </a:rPr>
              <a:t>和</a:t>
            </a:r>
            <a:r>
              <a:rPr lang="en-US" altLang="zh-CN" sz="2400" b="1" dirty="0">
                <a:solidFill>
                  <a:srgbClr val="FF6600"/>
                </a:solidFill>
                <a:latin typeface="Times New Roman" panose="02020603050405020304" pitchFamily="18" charset="0"/>
                <a:ea typeface="宋体" panose="02010600030101010101" pitchFamily="2" charset="-122"/>
              </a:rPr>
              <a:t>2.44mV</a:t>
            </a:r>
            <a:r>
              <a:rPr lang="zh-CN" altLang="en-US" sz="2400" b="1" dirty="0">
                <a:solidFill>
                  <a:srgbClr val="FF6600"/>
                </a:solidFill>
                <a:latin typeface="Times New Roman" panose="02020603050405020304" pitchFamily="18" charset="0"/>
                <a:ea typeface="宋体" panose="02010600030101010101" pitchFamily="2" charset="-122"/>
              </a:rPr>
              <a:t>。</a:t>
            </a:r>
          </a:p>
          <a:p>
            <a:pPr algn="just">
              <a:lnSpc>
                <a:spcPct val="140000"/>
              </a:lnSpc>
              <a:spcBef>
                <a:spcPct val="15000"/>
              </a:spcBef>
            </a:pPr>
            <a:r>
              <a:rPr lang="zh-CN" altLang="en-US" sz="2400" b="1" dirty="0">
                <a:solidFill>
                  <a:srgbClr val="111111"/>
                </a:solidFill>
                <a:latin typeface="Times New Roman" panose="02020603050405020304" pitchFamily="18" charset="0"/>
                <a:ea typeface="宋体" panose="02010600030101010101" pitchFamily="2" charset="-122"/>
              </a:rPr>
              <a:t>    </a:t>
            </a:r>
            <a:r>
              <a:rPr lang="en-US" altLang="zh-CN" sz="2400" b="1" dirty="0">
                <a:solidFill>
                  <a:srgbClr val="111111"/>
                </a:solidFill>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即：当电压的变化低于这些值时，</a:t>
            </a:r>
            <a:r>
              <a:rPr lang="en-US" altLang="zh-CN" sz="2400" b="1" dirty="0">
                <a:solidFill>
                  <a:schemeClr val="accent2"/>
                </a:solidFill>
                <a:latin typeface="Times New Roman" panose="02020603050405020304" pitchFamily="18" charset="0"/>
                <a:ea typeface="宋体" panose="02010600030101010101" pitchFamily="2" charset="-122"/>
              </a:rPr>
              <a:t>ADC</a:t>
            </a:r>
            <a:r>
              <a:rPr lang="zh-CN" altLang="en-US" sz="2400" b="1" dirty="0">
                <a:solidFill>
                  <a:schemeClr val="accent2"/>
                </a:solidFill>
                <a:latin typeface="Times New Roman" panose="02020603050405020304" pitchFamily="18" charset="0"/>
                <a:ea typeface="宋体" panose="02010600030101010101" pitchFamily="2" charset="-122"/>
              </a:rPr>
              <a:t>不能分辨</a:t>
            </a:r>
            <a:r>
              <a:rPr lang="zh-CN" altLang="en-US" sz="2400" b="1" dirty="0">
                <a:solidFill>
                  <a:srgbClr val="111111"/>
                </a:solidFill>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 </a:t>
            </a:r>
          </a:p>
        </p:txBody>
      </p:sp>
      <p:sp>
        <p:nvSpPr>
          <p:cNvPr id="2" name="文本框 1"/>
          <p:cNvSpPr txBox="1"/>
          <p:nvPr/>
        </p:nvSpPr>
        <p:spPr>
          <a:xfrm>
            <a:off x="323215" y="857885"/>
            <a:ext cx="4876800" cy="460375"/>
          </a:xfrm>
          <a:prstGeom prst="rect">
            <a:avLst/>
          </a:prstGeom>
          <a:noFill/>
        </p:spPr>
        <p:txBody>
          <a:bodyPr wrap="square" rtlCol="0" anchor="t">
            <a:spAutoFit/>
          </a:bodyPr>
          <a:lstStyle/>
          <a:p>
            <a:r>
              <a:rPr lang="en-US" altLang="zh-CN" sz="2400" b="1" dirty="0">
                <a:solidFill>
                  <a:srgbClr val="FF6600"/>
                </a:solidFill>
                <a:ea typeface="黑体" panose="02010609060101010101" pitchFamily="49" charset="-122"/>
                <a:sym typeface="+mn-ea"/>
              </a:rPr>
              <a:t>10.1.1 A/D</a:t>
            </a:r>
            <a:r>
              <a:rPr lang="zh-CN" altLang="en-US" sz="2400" b="1" dirty="0">
                <a:solidFill>
                  <a:srgbClr val="FF6600"/>
                </a:solidFill>
                <a:ea typeface="黑体" panose="02010609060101010101" pitchFamily="49" charset="-122"/>
                <a:sym typeface="+mn-ea"/>
              </a:rPr>
              <a:t>转换器主要参数</a:t>
            </a:r>
            <a:endParaRPr lang="zh-CN" altLang="en-US" sz="2400"/>
          </a:p>
        </p:txBody>
      </p:sp>
      <mc:AlternateContent xmlns:mc="http://schemas.openxmlformats.org/markup-compatibility/2006" xmlns:p14="http://schemas.microsoft.com/office/powerpoint/2010/main">
        <mc:Choice Requires="p14">
          <p:contentPart p14:bwMode="auto" r:id="rId2">
            <p14:nvContentPartPr>
              <p14:cNvPr id="5" name="墨迹 4">
                <a:extLst>
                  <a:ext uri="{FF2B5EF4-FFF2-40B4-BE49-F238E27FC236}">
                    <a16:creationId xmlns:a16="http://schemas.microsoft.com/office/drawing/2014/main" id="{34BFECD4-8AD0-7CEB-C852-CCB3F2C43C09}"/>
                  </a:ext>
                </a:extLst>
              </p14:cNvPr>
              <p14:cNvContentPartPr/>
              <p14:nvPr/>
            </p14:nvContentPartPr>
            <p14:xfrm>
              <a:off x="2408126" y="2534878"/>
              <a:ext cx="2239920" cy="37080"/>
            </p14:xfrm>
          </p:contentPart>
        </mc:Choice>
        <mc:Fallback xmlns="">
          <p:pic>
            <p:nvPicPr>
              <p:cNvPr id="5" name="墨迹 4">
                <a:extLst>
                  <a:ext uri="{FF2B5EF4-FFF2-40B4-BE49-F238E27FC236}">
                    <a16:creationId xmlns:a16="http://schemas.microsoft.com/office/drawing/2014/main" id="{34BFECD4-8AD0-7CEB-C852-CCB3F2C43C09}"/>
                  </a:ext>
                </a:extLst>
              </p:cNvPr>
              <p:cNvPicPr/>
              <p:nvPr/>
            </p:nvPicPr>
            <p:blipFill>
              <a:blip r:embed="rId3"/>
              <a:stretch>
                <a:fillRect/>
              </a:stretch>
            </p:blipFill>
            <p:spPr>
              <a:xfrm>
                <a:off x="2390126" y="2517238"/>
                <a:ext cx="2275560" cy="72720"/>
              </a:xfrm>
              <a:prstGeom prst="rect">
                <a:avLst/>
              </a:prstGeom>
            </p:spPr>
          </p:pic>
        </mc:Fallback>
      </mc:AlternateContent>
      <p:grpSp>
        <p:nvGrpSpPr>
          <p:cNvPr id="37" name="组合 36">
            <a:extLst>
              <a:ext uri="{FF2B5EF4-FFF2-40B4-BE49-F238E27FC236}">
                <a16:creationId xmlns:a16="http://schemas.microsoft.com/office/drawing/2014/main" id="{2EAAAE29-BCEB-4F6C-05D6-4C0C4B786554}"/>
              </a:ext>
            </a:extLst>
          </p:cNvPr>
          <p:cNvGrpSpPr/>
          <p:nvPr/>
        </p:nvGrpSpPr>
        <p:grpSpPr>
          <a:xfrm>
            <a:off x="4463006" y="3494278"/>
            <a:ext cx="868320" cy="853560"/>
            <a:chOff x="4463006" y="3494278"/>
            <a:chExt cx="868320" cy="853560"/>
          </a:xfrm>
        </p:grpSpPr>
        <mc:AlternateContent xmlns:mc="http://schemas.openxmlformats.org/markup-compatibility/2006" xmlns:p14="http://schemas.microsoft.com/office/powerpoint/2010/main">
          <mc:Choice Requires="p14">
            <p:contentPart p14:bwMode="auto" r:id="rId4">
              <p14:nvContentPartPr>
                <p14:cNvPr id="16" name="墨迹 15">
                  <a:extLst>
                    <a:ext uri="{FF2B5EF4-FFF2-40B4-BE49-F238E27FC236}">
                      <a16:creationId xmlns:a16="http://schemas.microsoft.com/office/drawing/2014/main" id="{A7ABEF4D-2AC5-4671-1CB8-725173C1CC2D}"/>
                    </a:ext>
                  </a:extLst>
                </p14:cNvPr>
                <p14:cNvContentPartPr/>
                <p14:nvPr/>
              </p14:nvContentPartPr>
              <p14:xfrm>
                <a:off x="4725806" y="3494278"/>
                <a:ext cx="231120" cy="285120"/>
              </p14:xfrm>
            </p:contentPart>
          </mc:Choice>
          <mc:Fallback xmlns="">
            <p:pic>
              <p:nvPicPr>
                <p:cNvPr id="16" name="墨迹 15">
                  <a:extLst>
                    <a:ext uri="{FF2B5EF4-FFF2-40B4-BE49-F238E27FC236}">
                      <a16:creationId xmlns:a16="http://schemas.microsoft.com/office/drawing/2014/main" id="{A7ABEF4D-2AC5-4671-1CB8-725173C1CC2D}"/>
                    </a:ext>
                  </a:extLst>
                </p:cNvPr>
                <p:cNvPicPr/>
                <p:nvPr/>
              </p:nvPicPr>
              <p:blipFill>
                <a:blip r:embed="rId5"/>
                <a:stretch>
                  <a:fillRect/>
                </a:stretch>
              </p:blipFill>
              <p:spPr>
                <a:xfrm>
                  <a:off x="4708166" y="3476278"/>
                  <a:ext cx="266760" cy="3207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4" name="墨迹 23">
                  <a:extLst>
                    <a:ext uri="{FF2B5EF4-FFF2-40B4-BE49-F238E27FC236}">
                      <a16:creationId xmlns:a16="http://schemas.microsoft.com/office/drawing/2014/main" id="{B7900F70-41A2-53DE-74C8-929DFA34B8A9}"/>
                    </a:ext>
                  </a:extLst>
                </p14:cNvPr>
                <p14:cNvContentPartPr/>
                <p14:nvPr/>
              </p14:nvContentPartPr>
              <p14:xfrm>
                <a:off x="4906886" y="3697678"/>
                <a:ext cx="110160" cy="32760"/>
              </p14:xfrm>
            </p:contentPart>
          </mc:Choice>
          <mc:Fallback xmlns="">
            <p:pic>
              <p:nvPicPr>
                <p:cNvPr id="24" name="墨迹 23">
                  <a:extLst>
                    <a:ext uri="{FF2B5EF4-FFF2-40B4-BE49-F238E27FC236}">
                      <a16:creationId xmlns:a16="http://schemas.microsoft.com/office/drawing/2014/main" id="{B7900F70-41A2-53DE-74C8-929DFA34B8A9}"/>
                    </a:ext>
                  </a:extLst>
                </p:cNvPr>
                <p:cNvPicPr/>
                <p:nvPr/>
              </p:nvPicPr>
              <p:blipFill>
                <a:blip r:embed="rId7"/>
                <a:stretch>
                  <a:fillRect/>
                </a:stretch>
              </p:blipFill>
              <p:spPr>
                <a:xfrm>
                  <a:off x="4889246" y="3679678"/>
                  <a:ext cx="14580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8" name="墨迹 27">
                  <a:extLst>
                    <a:ext uri="{FF2B5EF4-FFF2-40B4-BE49-F238E27FC236}">
                      <a16:creationId xmlns:a16="http://schemas.microsoft.com/office/drawing/2014/main" id="{F34A991A-5AC1-0EAE-159E-1CFADECE1011}"/>
                    </a:ext>
                  </a:extLst>
                </p14:cNvPr>
                <p14:cNvContentPartPr/>
                <p14:nvPr/>
              </p14:nvContentPartPr>
              <p14:xfrm>
                <a:off x="4933166" y="3757078"/>
                <a:ext cx="37440" cy="126000"/>
              </p14:xfrm>
            </p:contentPart>
          </mc:Choice>
          <mc:Fallback xmlns="">
            <p:pic>
              <p:nvPicPr>
                <p:cNvPr id="28" name="墨迹 27">
                  <a:extLst>
                    <a:ext uri="{FF2B5EF4-FFF2-40B4-BE49-F238E27FC236}">
                      <a16:creationId xmlns:a16="http://schemas.microsoft.com/office/drawing/2014/main" id="{F34A991A-5AC1-0EAE-159E-1CFADECE1011}"/>
                    </a:ext>
                  </a:extLst>
                </p:cNvPr>
                <p:cNvPicPr/>
                <p:nvPr/>
              </p:nvPicPr>
              <p:blipFill>
                <a:blip r:embed="rId9"/>
                <a:stretch>
                  <a:fillRect/>
                </a:stretch>
              </p:blipFill>
              <p:spPr>
                <a:xfrm>
                  <a:off x="4915166" y="3739438"/>
                  <a:ext cx="7308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9" name="墨迹 28">
                  <a:extLst>
                    <a:ext uri="{FF2B5EF4-FFF2-40B4-BE49-F238E27FC236}">
                      <a16:creationId xmlns:a16="http://schemas.microsoft.com/office/drawing/2014/main" id="{FA974E98-E413-5596-350D-E618F3A4412A}"/>
                    </a:ext>
                  </a:extLst>
                </p14:cNvPr>
                <p14:cNvContentPartPr/>
                <p14:nvPr/>
              </p14:nvContentPartPr>
              <p14:xfrm>
                <a:off x="4960886" y="3805678"/>
                <a:ext cx="99000" cy="42120"/>
              </p14:xfrm>
            </p:contentPart>
          </mc:Choice>
          <mc:Fallback xmlns="">
            <p:pic>
              <p:nvPicPr>
                <p:cNvPr id="29" name="墨迹 28">
                  <a:extLst>
                    <a:ext uri="{FF2B5EF4-FFF2-40B4-BE49-F238E27FC236}">
                      <a16:creationId xmlns:a16="http://schemas.microsoft.com/office/drawing/2014/main" id="{FA974E98-E413-5596-350D-E618F3A4412A}"/>
                    </a:ext>
                  </a:extLst>
                </p:cNvPr>
                <p:cNvPicPr/>
                <p:nvPr/>
              </p:nvPicPr>
              <p:blipFill>
                <a:blip r:embed="rId11"/>
                <a:stretch>
                  <a:fillRect/>
                </a:stretch>
              </p:blipFill>
              <p:spPr>
                <a:xfrm>
                  <a:off x="4943246" y="3788038"/>
                  <a:ext cx="134640" cy="777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0" name="墨迹 29">
                  <a:extLst>
                    <a:ext uri="{FF2B5EF4-FFF2-40B4-BE49-F238E27FC236}">
                      <a16:creationId xmlns:a16="http://schemas.microsoft.com/office/drawing/2014/main" id="{2755AD54-F366-66CC-A78C-6663DCD1C73B}"/>
                    </a:ext>
                  </a:extLst>
                </p14:cNvPr>
                <p14:cNvContentPartPr/>
                <p14:nvPr/>
              </p14:nvContentPartPr>
              <p14:xfrm>
                <a:off x="5035766" y="3729718"/>
                <a:ext cx="133920" cy="163080"/>
              </p14:xfrm>
            </p:contentPart>
          </mc:Choice>
          <mc:Fallback xmlns="">
            <p:pic>
              <p:nvPicPr>
                <p:cNvPr id="30" name="墨迹 29">
                  <a:extLst>
                    <a:ext uri="{FF2B5EF4-FFF2-40B4-BE49-F238E27FC236}">
                      <a16:creationId xmlns:a16="http://schemas.microsoft.com/office/drawing/2014/main" id="{2755AD54-F366-66CC-A78C-6663DCD1C73B}"/>
                    </a:ext>
                  </a:extLst>
                </p:cNvPr>
                <p:cNvPicPr/>
                <p:nvPr/>
              </p:nvPicPr>
              <p:blipFill>
                <a:blip r:embed="rId13"/>
                <a:stretch>
                  <a:fillRect/>
                </a:stretch>
              </p:blipFill>
              <p:spPr>
                <a:xfrm>
                  <a:off x="5018126" y="3712078"/>
                  <a:ext cx="16956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1" name="墨迹 30">
                  <a:extLst>
                    <a:ext uri="{FF2B5EF4-FFF2-40B4-BE49-F238E27FC236}">
                      <a16:creationId xmlns:a16="http://schemas.microsoft.com/office/drawing/2014/main" id="{42B9C2BA-9097-9B12-6F94-3A88D9B43C21}"/>
                    </a:ext>
                  </a:extLst>
                </p14:cNvPr>
                <p14:cNvContentPartPr/>
                <p14:nvPr/>
              </p14:nvContentPartPr>
              <p14:xfrm>
                <a:off x="4463006" y="3982438"/>
                <a:ext cx="868320" cy="19440"/>
              </p14:xfrm>
            </p:contentPart>
          </mc:Choice>
          <mc:Fallback xmlns="">
            <p:pic>
              <p:nvPicPr>
                <p:cNvPr id="31" name="墨迹 30">
                  <a:extLst>
                    <a:ext uri="{FF2B5EF4-FFF2-40B4-BE49-F238E27FC236}">
                      <a16:creationId xmlns:a16="http://schemas.microsoft.com/office/drawing/2014/main" id="{42B9C2BA-9097-9B12-6F94-3A88D9B43C21}"/>
                    </a:ext>
                  </a:extLst>
                </p:cNvPr>
                <p:cNvPicPr/>
                <p:nvPr/>
              </p:nvPicPr>
              <p:blipFill>
                <a:blip r:embed="rId15"/>
                <a:stretch>
                  <a:fillRect/>
                </a:stretch>
              </p:blipFill>
              <p:spPr>
                <a:xfrm>
                  <a:off x="4445366" y="3964438"/>
                  <a:ext cx="90396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2" name="墨迹 31">
                  <a:extLst>
                    <a:ext uri="{FF2B5EF4-FFF2-40B4-BE49-F238E27FC236}">
                      <a16:creationId xmlns:a16="http://schemas.microsoft.com/office/drawing/2014/main" id="{173A84C7-CDB9-1A0E-7D66-85F0A5EA25D3}"/>
                    </a:ext>
                  </a:extLst>
                </p14:cNvPr>
                <p14:cNvContentPartPr/>
                <p14:nvPr/>
              </p14:nvContentPartPr>
              <p14:xfrm>
                <a:off x="4804646" y="4164238"/>
                <a:ext cx="256320" cy="183600"/>
              </p14:xfrm>
            </p:contentPart>
          </mc:Choice>
          <mc:Fallback xmlns="">
            <p:pic>
              <p:nvPicPr>
                <p:cNvPr id="32" name="墨迹 31">
                  <a:extLst>
                    <a:ext uri="{FF2B5EF4-FFF2-40B4-BE49-F238E27FC236}">
                      <a16:creationId xmlns:a16="http://schemas.microsoft.com/office/drawing/2014/main" id="{173A84C7-CDB9-1A0E-7D66-85F0A5EA25D3}"/>
                    </a:ext>
                  </a:extLst>
                </p:cNvPr>
                <p:cNvPicPr/>
                <p:nvPr/>
              </p:nvPicPr>
              <p:blipFill>
                <a:blip r:embed="rId17"/>
                <a:stretch>
                  <a:fillRect/>
                </a:stretch>
              </p:blipFill>
              <p:spPr>
                <a:xfrm>
                  <a:off x="4786646" y="4146598"/>
                  <a:ext cx="29196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3" name="墨迹 32">
                  <a:extLst>
                    <a:ext uri="{FF2B5EF4-FFF2-40B4-BE49-F238E27FC236}">
                      <a16:creationId xmlns:a16="http://schemas.microsoft.com/office/drawing/2014/main" id="{38F749FA-4109-6436-328B-F6910BCBE369}"/>
                    </a:ext>
                  </a:extLst>
                </p14:cNvPr>
                <p14:cNvContentPartPr/>
                <p14:nvPr/>
              </p14:nvContentPartPr>
              <p14:xfrm>
                <a:off x="5050526" y="4064878"/>
                <a:ext cx="93960" cy="88920"/>
              </p14:xfrm>
            </p:contentPart>
          </mc:Choice>
          <mc:Fallback xmlns="">
            <p:pic>
              <p:nvPicPr>
                <p:cNvPr id="33" name="墨迹 32">
                  <a:extLst>
                    <a:ext uri="{FF2B5EF4-FFF2-40B4-BE49-F238E27FC236}">
                      <a16:creationId xmlns:a16="http://schemas.microsoft.com/office/drawing/2014/main" id="{38F749FA-4109-6436-328B-F6910BCBE369}"/>
                    </a:ext>
                  </a:extLst>
                </p:cNvPr>
                <p:cNvPicPr/>
                <p:nvPr/>
              </p:nvPicPr>
              <p:blipFill>
                <a:blip r:embed="rId19"/>
                <a:stretch>
                  <a:fillRect/>
                </a:stretch>
              </p:blipFill>
              <p:spPr>
                <a:xfrm>
                  <a:off x="5032526" y="4046878"/>
                  <a:ext cx="129600" cy="124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41" name="墨迹 40">
                <a:extLst>
                  <a:ext uri="{FF2B5EF4-FFF2-40B4-BE49-F238E27FC236}">
                    <a16:creationId xmlns:a16="http://schemas.microsoft.com/office/drawing/2014/main" id="{9122046A-5746-86E1-B214-689322328028}"/>
                  </a:ext>
                </a:extLst>
              </p14:cNvPr>
              <p14:cNvContentPartPr/>
              <p14:nvPr/>
            </p14:nvContentPartPr>
            <p14:xfrm>
              <a:off x="3286166" y="4908718"/>
              <a:ext cx="718920" cy="43920"/>
            </p14:xfrm>
          </p:contentPart>
        </mc:Choice>
        <mc:Fallback xmlns="">
          <p:pic>
            <p:nvPicPr>
              <p:cNvPr id="41" name="墨迹 40">
                <a:extLst>
                  <a:ext uri="{FF2B5EF4-FFF2-40B4-BE49-F238E27FC236}">
                    <a16:creationId xmlns:a16="http://schemas.microsoft.com/office/drawing/2014/main" id="{9122046A-5746-86E1-B214-689322328028}"/>
                  </a:ext>
                </a:extLst>
              </p:cNvPr>
              <p:cNvPicPr/>
              <p:nvPr/>
            </p:nvPicPr>
            <p:blipFill>
              <a:blip r:embed="rId21"/>
              <a:stretch>
                <a:fillRect/>
              </a:stretch>
            </p:blipFill>
            <p:spPr>
              <a:xfrm>
                <a:off x="3268526" y="4890718"/>
                <a:ext cx="754560" cy="79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2" name="墨迹 41">
                <a:extLst>
                  <a:ext uri="{FF2B5EF4-FFF2-40B4-BE49-F238E27FC236}">
                    <a16:creationId xmlns:a16="http://schemas.microsoft.com/office/drawing/2014/main" id="{A389CF33-392D-85DF-FFC8-C0347F78E9DD}"/>
                  </a:ext>
                </a:extLst>
              </p14:cNvPr>
              <p14:cNvContentPartPr/>
              <p14:nvPr/>
            </p14:nvContentPartPr>
            <p14:xfrm>
              <a:off x="5431766" y="4879198"/>
              <a:ext cx="1449720" cy="28080"/>
            </p14:xfrm>
          </p:contentPart>
        </mc:Choice>
        <mc:Fallback xmlns="">
          <p:pic>
            <p:nvPicPr>
              <p:cNvPr id="42" name="墨迹 41">
                <a:extLst>
                  <a:ext uri="{FF2B5EF4-FFF2-40B4-BE49-F238E27FC236}">
                    <a16:creationId xmlns:a16="http://schemas.microsoft.com/office/drawing/2014/main" id="{A389CF33-392D-85DF-FFC8-C0347F78E9DD}"/>
                  </a:ext>
                </a:extLst>
              </p:cNvPr>
              <p:cNvPicPr/>
              <p:nvPr/>
            </p:nvPicPr>
            <p:blipFill>
              <a:blip r:embed="rId23"/>
              <a:stretch>
                <a:fillRect/>
              </a:stretch>
            </p:blipFill>
            <p:spPr>
              <a:xfrm>
                <a:off x="5414126" y="4861558"/>
                <a:ext cx="1485360" cy="637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43" name="墨迹 42">
                <a:extLst>
                  <a:ext uri="{FF2B5EF4-FFF2-40B4-BE49-F238E27FC236}">
                    <a16:creationId xmlns:a16="http://schemas.microsoft.com/office/drawing/2014/main" id="{84ADE72B-C86B-E7D2-3C22-03B729FC8420}"/>
                  </a:ext>
                </a:extLst>
              </p14:cNvPr>
              <p14:cNvContentPartPr/>
              <p14:nvPr/>
            </p14:nvContentPartPr>
            <p14:xfrm>
              <a:off x="2426126" y="6472198"/>
              <a:ext cx="4842720" cy="82440"/>
            </p14:xfrm>
          </p:contentPart>
        </mc:Choice>
        <mc:Fallback xmlns="">
          <p:pic>
            <p:nvPicPr>
              <p:cNvPr id="43" name="墨迹 42">
                <a:extLst>
                  <a:ext uri="{FF2B5EF4-FFF2-40B4-BE49-F238E27FC236}">
                    <a16:creationId xmlns:a16="http://schemas.microsoft.com/office/drawing/2014/main" id="{84ADE72B-C86B-E7D2-3C22-03B729FC8420}"/>
                  </a:ext>
                </a:extLst>
              </p:cNvPr>
              <p:cNvPicPr/>
              <p:nvPr/>
            </p:nvPicPr>
            <p:blipFill>
              <a:blip r:embed="rId25"/>
              <a:stretch>
                <a:fillRect/>
              </a:stretch>
            </p:blipFill>
            <p:spPr>
              <a:xfrm>
                <a:off x="2408126" y="6454558"/>
                <a:ext cx="4878360" cy="11808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3954"/>
                                        </p:tgtEl>
                                        <p:attrNameLst>
                                          <p:attrName>style.visibility</p:attrName>
                                        </p:attrNameLst>
                                      </p:cBhvr>
                                      <p:to>
                                        <p:strVal val="visible"/>
                                      </p:to>
                                    </p:set>
                                    <p:animEffect transition="in" filter="blinds(horizontal)">
                                      <p:cBhvr>
                                        <p:cTn id="7" dur="500"/>
                                        <p:tgtEl>
                                          <p:spTgt spid="25395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53955"/>
                                        </p:tgtEl>
                                        <p:attrNameLst>
                                          <p:attrName>style.visibility</p:attrName>
                                        </p:attrNameLst>
                                      </p:cBhvr>
                                      <p:to>
                                        <p:strVal val="visible"/>
                                      </p:to>
                                    </p:set>
                                    <p:anim calcmode="lin" valueType="num">
                                      <p:cBhvr additive="base">
                                        <p:cTn id="12" dur="500" fill="hold"/>
                                        <p:tgtEl>
                                          <p:spTgt spid="253955"/>
                                        </p:tgtEl>
                                        <p:attrNameLst>
                                          <p:attrName>ppt_x</p:attrName>
                                        </p:attrNameLst>
                                      </p:cBhvr>
                                      <p:tavLst>
                                        <p:tav tm="0">
                                          <p:val>
                                            <p:strVal val="#ppt_x"/>
                                          </p:val>
                                        </p:tav>
                                        <p:tav tm="100000">
                                          <p:val>
                                            <p:strVal val="#ppt_x"/>
                                          </p:val>
                                        </p:tav>
                                      </p:tavLst>
                                    </p:anim>
                                    <p:anim calcmode="lin" valueType="num">
                                      <p:cBhvr additive="base">
                                        <p:cTn id="13" dur="500" fill="hold"/>
                                        <p:tgtEl>
                                          <p:spTgt spid="2539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3954" grpId="0"/>
      <p:bldP spid="25395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ext Box 7"/>
          <p:cNvSpPr txBox="1"/>
          <p:nvPr/>
        </p:nvSpPr>
        <p:spPr>
          <a:xfrm>
            <a:off x="457200" y="685800"/>
            <a:ext cx="8305800" cy="1604010"/>
          </a:xfrm>
          <a:prstGeom prst="rect">
            <a:avLst/>
          </a:prstGeom>
          <a:noFill/>
          <a:ln w="9525">
            <a:noFill/>
          </a:ln>
        </p:spPr>
        <p:txBody>
          <a:bodyPr anchor="t" anchorCtr="0">
            <a:spAutoFit/>
          </a:bodyPr>
          <a:lstStyle/>
          <a:p>
            <a:pPr algn="just">
              <a:lnSpc>
                <a:spcPct val="130000"/>
              </a:lnSpc>
              <a:spcBef>
                <a:spcPct val="20000"/>
              </a:spcBef>
            </a:pP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2</a:t>
            </a:r>
            <a:r>
              <a:rPr lang="zh-CN" altLang="en-US" sz="2400" b="1" dirty="0">
                <a:solidFill>
                  <a:srgbClr val="FF6600"/>
                </a:solidFill>
                <a:latin typeface="Times New Roman" panose="02020603050405020304" pitchFamily="18" charset="0"/>
                <a:ea typeface="宋体" panose="02010600030101010101" pitchFamily="2" charset="-122"/>
              </a:rPr>
              <a:t>） </a:t>
            </a:r>
            <a:r>
              <a:rPr lang="zh-CN" altLang="en-US" sz="2400" b="1" dirty="0">
                <a:solidFill>
                  <a:srgbClr val="FF6600"/>
                </a:solidFill>
                <a:latin typeface="Times New Roman" panose="02020603050405020304" pitchFamily="18" charset="0"/>
                <a:ea typeface="黑体" panose="02010609060101010101" pitchFamily="49" charset="-122"/>
              </a:rPr>
              <a:t>转换误差（</a:t>
            </a:r>
            <a:r>
              <a:rPr lang="en-US" altLang="zh-CN" sz="2400" b="1" dirty="0">
                <a:solidFill>
                  <a:srgbClr val="FF6600"/>
                </a:solidFill>
                <a:latin typeface="Times New Roman" panose="02020603050405020304" pitchFamily="18" charset="0"/>
                <a:ea typeface="黑体" panose="02010609060101010101" pitchFamily="49" charset="-122"/>
              </a:rPr>
              <a:t>conversion error</a:t>
            </a:r>
            <a:r>
              <a:rPr lang="zh-CN" altLang="en-US" sz="2400" b="1" dirty="0">
                <a:solidFill>
                  <a:srgbClr val="FF6600"/>
                </a:solidFill>
                <a:latin typeface="Times New Roman" panose="02020603050405020304" pitchFamily="18" charset="0"/>
                <a:ea typeface="黑体" panose="02010609060101010101" pitchFamily="49" charset="-122"/>
              </a:rPr>
              <a:t>）</a:t>
            </a:r>
            <a:endParaRPr lang="zh-CN" altLang="en-US" sz="2400" b="1" dirty="0">
              <a:solidFill>
                <a:srgbClr val="FF6600"/>
              </a:solidFill>
              <a:latin typeface="宋体" panose="02010600030101010101" pitchFamily="2" charset="-122"/>
              <a:ea typeface="宋体" panose="02010600030101010101" pitchFamily="2" charset="-122"/>
            </a:endParaRPr>
          </a:p>
          <a:p>
            <a:pPr algn="just">
              <a:lnSpc>
                <a:spcPct val="130000"/>
              </a:lnSpc>
              <a:spcBef>
                <a:spcPct val="20000"/>
              </a:spcBef>
            </a:pPr>
            <a:r>
              <a:rPr lang="zh-CN" altLang="en-US" sz="2400" b="1" dirty="0">
                <a:solidFill>
                  <a:srgbClr val="111111"/>
                </a:solidFill>
                <a:latin typeface="宋体" panose="02010600030101010101" pitchFamily="2" charset="-122"/>
                <a:ea typeface="宋体" panose="02010600030101010101" pitchFamily="2" charset="-122"/>
              </a:rPr>
              <a:t>    </a:t>
            </a:r>
            <a:r>
              <a:rPr lang="zh-CN" altLang="en-US" sz="2400" b="1" dirty="0">
                <a:solidFill>
                  <a:schemeClr val="accent2"/>
                </a:solidFill>
                <a:latin typeface="宋体" panose="02010600030101010101" pitchFamily="2" charset="-122"/>
                <a:ea typeface="宋体" panose="02010600030101010101" pitchFamily="2" charset="-122"/>
              </a:rPr>
              <a:t>它表示</a:t>
            </a:r>
            <a:r>
              <a:rPr lang="en-US" altLang="zh-CN" sz="2400" b="1" dirty="0">
                <a:solidFill>
                  <a:schemeClr val="accent2"/>
                </a:solidFill>
                <a:latin typeface="Times New Roman" panose="02020603050405020304" pitchFamily="18" charset="0"/>
                <a:ea typeface="宋体" panose="02010600030101010101" pitchFamily="2" charset="-122"/>
              </a:rPr>
              <a:t>ADC</a:t>
            </a:r>
            <a:r>
              <a:rPr lang="zh-CN" altLang="en-US" sz="2400" b="1" dirty="0">
                <a:solidFill>
                  <a:schemeClr val="accent2"/>
                </a:solidFill>
                <a:latin typeface="宋体" panose="02010600030101010101" pitchFamily="2" charset="-122"/>
                <a:ea typeface="宋体" panose="02010600030101010101" pitchFamily="2" charset="-122"/>
              </a:rPr>
              <a:t>实际输出的数字量和理论上输出数字量之间的差别，常用最低有效位的倍数表示。</a:t>
            </a:r>
          </a:p>
        </p:txBody>
      </p:sp>
      <p:sp>
        <p:nvSpPr>
          <p:cNvPr id="67586" name="Oval 3"/>
          <p:cNvSpPr/>
          <p:nvPr/>
        </p:nvSpPr>
        <p:spPr>
          <a:xfrm>
            <a:off x="3810000" y="4724400"/>
            <a:ext cx="1143000" cy="381000"/>
          </a:xfrm>
          <a:prstGeom prst="ellipse">
            <a:avLst/>
          </a:prstGeom>
          <a:noFill/>
          <a:ln w="9525">
            <a:noFill/>
          </a:ln>
        </p:spPr>
        <p:txBody>
          <a:bodyPr wrap="none" anchor="ctr" anchorCtr="0"/>
          <a:lstStyle/>
          <a:p>
            <a:endParaRPr lang="zh-CN" altLang="zh-CN" sz="1800" dirty="0">
              <a:latin typeface="Arial" panose="020B0604020202020204" pitchFamily="34" charset="0"/>
              <a:ea typeface="宋体" panose="02010600030101010101" pitchFamily="2" charset="-122"/>
            </a:endParaRPr>
          </a:p>
        </p:txBody>
      </p:sp>
      <p:sp>
        <p:nvSpPr>
          <p:cNvPr id="67587" name="Rectangle 4"/>
          <p:cNvSpPr/>
          <p:nvPr/>
        </p:nvSpPr>
        <p:spPr>
          <a:xfrm>
            <a:off x="4419600" y="4876800"/>
            <a:ext cx="914400" cy="914400"/>
          </a:xfrm>
          <a:prstGeom prst="rect">
            <a:avLst/>
          </a:prstGeom>
          <a:noFill/>
          <a:ln w="9525">
            <a:noFill/>
          </a:ln>
        </p:spPr>
        <p:txBody>
          <a:bodyPr wrap="none" anchor="ctr" anchorCtr="0"/>
          <a:lstStyle/>
          <a:p>
            <a:endParaRPr lang="zh-CN" altLang="zh-CN" sz="1800" dirty="0">
              <a:latin typeface="Arial" panose="020B0604020202020204" pitchFamily="34" charset="0"/>
              <a:ea typeface="宋体" panose="02010600030101010101" pitchFamily="2" charset="-122"/>
            </a:endParaRPr>
          </a:p>
        </p:txBody>
      </p:sp>
      <p:sp>
        <p:nvSpPr>
          <p:cNvPr id="259074" name="Text Box 2"/>
          <p:cNvSpPr txBox="1"/>
          <p:nvPr/>
        </p:nvSpPr>
        <p:spPr>
          <a:xfrm>
            <a:off x="457200" y="2204720"/>
            <a:ext cx="8382000" cy="1678305"/>
          </a:xfrm>
          <a:prstGeom prst="rect">
            <a:avLst/>
          </a:prstGeom>
          <a:noFill/>
          <a:ln w="9525">
            <a:noFill/>
          </a:ln>
        </p:spPr>
        <p:txBody>
          <a:bodyPr anchor="t" anchorCtr="0">
            <a:spAutoFit/>
          </a:bodyPr>
          <a:lstStyle/>
          <a:p>
            <a:pPr algn="just">
              <a:lnSpc>
                <a:spcPct val="140000"/>
              </a:lnSpc>
              <a:spcBef>
                <a:spcPct val="10000"/>
              </a:spcBef>
            </a:pPr>
            <a:r>
              <a:rPr lang="zh-CN" altLang="en-US" sz="2400" b="1" dirty="0">
                <a:solidFill>
                  <a:srgbClr val="FF6600"/>
                </a:solidFill>
                <a:latin typeface="Times New Roman" panose="02020603050405020304" pitchFamily="18" charset="0"/>
                <a:ea typeface="黑体" panose="02010609060101010101" pitchFamily="49" charset="-122"/>
              </a:rPr>
              <a:t>（</a:t>
            </a:r>
            <a:r>
              <a:rPr lang="en-US" altLang="zh-CN" sz="2400" b="1" dirty="0">
                <a:solidFill>
                  <a:srgbClr val="FF6600"/>
                </a:solidFill>
                <a:latin typeface="Times New Roman" panose="02020603050405020304" pitchFamily="18" charset="0"/>
                <a:ea typeface="黑体" panose="02010609060101010101" pitchFamily="49" charset="-122"/>
              </a:rPr>
              <a:t>3</a:t>
            </a:r>
            <a:r>
              <a:rPr lang="zh-CN" altLang="en-US" sz="2400" b="1" dirty="0">
                <a:solidFill>
                  <a:srgbClr val="FF6600"/>
                </a:solidFill>
                <a:latin typeface="Times New Roman" panose="02020603050405020304" pitchFamily="18" charset="0"/>
                <a:ea typeface="黑体" panose="02010609060101010101" pitchFamily="49" charset="-122"/>
              </a:rPr>
              <a:t>） 转换时间（</a:t>
            </a:r>
            <a:r>
              <a:rPr lang="en-US" altLang="zh-CN" sz="2400" b="1" dirty="0">
                <a:solidFill>
                  <a:srgbClr val="FF6600"/>
                </a:solidFill>
                <a:latin typeface="Times New Roman" panose="02020603050405020304" pitchFamily="18" charset="0"/>
                <a:ea typeface="黑体" panose="02010609060101010101" pitchFamily="49" charset="-122"/>
              </a:rPr>
              <a:t>conversion time</a:t>
            </a:r>
            <a:r>
              <a:rPr lang="zh-CN" altLang="en-US" sz="2400" b="1" dirty="0">
                <a:solidFill>
                  <a:srgbClr val="FF6600"/>
                </a:solidFill>
                <a:latin typeface="Times New Roman" panose="02020603050405020304" pitchFamily="18" charset="0"/>
                <a:ea typeface="黑体" panose="02010609060101010101" pitchFamily="49" charset="-122"/>
              </a:rPr>
              <a:t>）</a:t>
            </a:r>
            <a:endParaRPr lang="zh-CN" altLang="en-US" sz="2400" b="1" dirty="0">
              <a:latin typeface="Times New Roman" panose="02020603050405020304" pitchFamily="18" charset="0"/>
              <a:ea typeface="宋体" panose="02010600030101010101" pitchFamily="2" charset="-122"/>
            </a:endParaRPr>
          </a:p>
          <a:p>
            <a:pPr>
              <a:lnSpc>
                <a:spcPct val="140000"/>
              </a:lnSpc>
              <a:spcBef>
                <a:spcPct val="10000"/>
              </a:spcBef>
            </a:pPr>
            <a:r>
              <a:rPr lang="zh-CN" altLang="en-US" sz="2400" b="1" dirty="0">
                <a:solidFill>
                  <a:schemeClr val="accent2"/>
                </a:solidFill>
                <a:latin typeface="宋体" panose="02010600030101010101" pitchFamily="2" charset="-122"/>
                <a:ea typeface="宋体" panose="02010600030101010101" pitchFamily="2" charset="-122"/>
              </a:rPr>
              <a:t>    转换时间是指从转换器从接到转换启动信号开始，到输出端获得稳定的数字信号所经过的时间。</a:t>
            </a:r>
            <a:r>
              <a:rPr lang="zh-CN" altLang="en-US" sz="2400" b="1" dirty="0">
                <a:latin typeface="宋体" panose="02010600030101010101" pitchFamily="2" charset="-122"/>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259075" name="Text Box 3"/>
          <p:cNvSpPr txBox="1"/>
          <p:nvPr/>
        </p:nvSpPr>
        <p:spPr>
          <a:xfrm>
            <a:off x="323533" y="3954780"/>
            <a:ext cx="8382000" cy="2757488"/>
          </a:xfrm>
          <a:prstGeom prst="rect">
            <a:avLst/>
          </a:prstGeom>
          <a:noFill/>
          <a:ln w="9525">
            <a:noFill/>
          </a:ln>
        </p:spPr>
        <p:txBody>
          <a:bodyPr anchor="t" anchorCtr="0">
            <a:spAutoFit/>
          </a:bodyPr>
          <a:lstStyle/>
          <a:p>
            <a:pPr algn="just">
              <a:lnSpc>
                <a:spcPct val="140000"/>
              </a:lnSpc>
              <a:spcBef>
                <a:spcPct val="10000"/>
              </a:spcBef>
            </a:pPr>
            <a:r>
              <a:rPr lang="en-US" altLang="zh-CN" sz="2400" b="1" dirty="0">
                <a:solidFill>
                  <a:srgbClr val="000000"/>
                </a:solidFill>
                <a:latin typeface="Times New Roman" panose="02020603050405020304" pitchFamily="18" charset="0"/>
                <a:ea typeface="宋体" panose="02010600030101010101" pitchFamily="2" charset="-122"/>
              </a:rPr>
              <a:t>         A/D</a:t>
            </a:r>
            <a:r>
              <a:rPr lang="zh-CN" altLang="en-US" sz="2400" b="1" dirty="0">
                <a:solidFill>
                  <a:srgbClr val="000000"/>
                </a:solidFill>
                <a:latin typeface="宋体" panose="02010600030101010101" pitchFamily="2" charset="-122"/>
                <a:ea typeface="宋体" panose="02010600030101010101" pitchFamily="2" charset="-122"/>
              </a:rPr>
              <a:t>转换器的转换速度主要取决于</a:t>
            </a:r>
            <a:r>
              <a:rPr lang="zh-CN" altLang="en-US" sz="2400" b="1" dirty="0">
                <a:solidFill>
                  <a:srgbClr val="FF0000"/>
                </a:solidFill>
                <a:latin typeface="宋体" panose="02010600030101010101" pitchFamily="2" charset="-122"/>
                <a:ea typeface="宋体" panose="02010600030101010101" pitchFamily="2" charset="-122"/>
              </a:rPr>
              <a:t>转换电路的类型</a:t>
            </a:r>
            <a:r>
              <a:rPr lang="zh-CN" altLang="en-US" sz="2400" b="1" dirty="0">
                <a:solidFill>
                  <a:srgbClr val="000000"/>
                </a:solidFill>
                <a:latin typeface="宋体" panose="02010600030101010101" pitchFamily="2" charset="-122"/>
                <a:ea typeface="宋体" panose="02010600030101010101" pitchFamily="2" charset="-122"/>
              </a:rPr>
              <a:t>，不同类型</a:t>
            </a:r>
            <a:r>
              <a:rPr lang="en-US" altLang="zh-CN" sz="2400" b="1" dirty="0">
                <a:solidFill>
                  <a:srgbClr val="000000"/>
                </a:solidFill>
                <a:latin typeface="Times New Roman" panose="02020603050405020304" pitchFamily="18" charset="0"/>
                <a:ea typeface="宋体" panose="02010600030101010101" pitchFamily="2" charset="-122"/>
              </a:rPr>
              <a:t>A/D</a:t>
            </a:r>
            <a:r>
              <a:rPr lang="zh-CN" altLang="en-US" sz="2400" b="1" dirty="0">
                <a:solidFill>
                  <a:srgbClr val="000000"/>
                </a:solidFill>
                <a:latin typeface="宋体" panose="02010600030101010101" pitchFamily="2" charset="-122"/>
                <a:ea typeface="宋体" panose="02010600030101010101" pitchFamily="2" charset="-122"/>
              </a:rPr>
              <a:t>转换器的转换速度相差很大。</a:t>
            </a:r>
          </a:p>
          <a:p>
            <a:pPr>
              <a:lnSpc>
                <a:spcPct val="140000"/>
              </a:lnSpc>
              <a:spcBef>
                <a:spcPct val="10000"/>
              </a:spcBef>
            </a:pPr>
            <a:r>
              <a:rPr lang="zh-CN" altLang="en-US" sz="2400" b="1" dirty="0">
                <a:latin typeface="宋体" panose="02010600030101010101" pitchFamily="2" charset="-122"/>
                <a:ea typeface="宋体" panose="02010600030101010101" pitchFamily="2" charset="-122"/>
              </a:rPr>
              <a:t>   </a:t>
            </a:r>
            <a:r>
              <a:rPr lang="zh-CN" altLang="en-US" sz="2400" b="1" dirty="0">
                <a:gradFill>
                  <a:gsLst>
                    <a:gs pos="0">
                      <a:srgbClr val="E30000"/>
                    </a:gs>
                    <a:gs pos="100000">
                      <a:srgbClr val="760303"/>
                    </a:gs>
                  </a:gsLst>
                  <a:lin scaled="0"/>
                </a:gradFill>
                <a:latin typeface="宋体" panose="02010600030101010101" pitchFamily="2" charset="-122"/>
                <a:ea typeface="宋体" panose="02010600030101010101" pitchFamily="2" charset="-122"/>
              </a:rPr>
              <a:t>并行</a:t>
            </a:r>
            <a:r>
              <a:rPr lang="en-US" altLang="zh-CN" sz="2400" b="1" dirty="0">
                <a:gradFill>
                  <a:gsLst>
                    <a:gs pos="0">
                      <a:srgbClr val="E30000"/>
                    </a:gs>
                    <a:gs pos="100000">
                      <a:srgbClr val="760303"/>
                    </a:gs>
                  </a:gsLst>
                  <a:lin scaled="0"/>
                </a:gradFill>
                <a:latin typeface="Times New Roman" panose="02020603050405020304" pitchFamily="18" charset="0"/>
                <a:ea typeface="宋体" panose="02010600030101010101" pitchFamily="2" charset="-122"/>
              </a:rPr>
              <a:t>A/D</a:t>
            </a:r>
            <a:r>
              <a:rPr lang="zh-CN" altLang="en-US" sz="2400" b="1" dirty="0">
                <a:gradFill>
                  <a:gsLst>
                    <a:gs pos="0">
                      <a:srgbClr val="E30000"/>
                    </a:gs>
                    <a:gs pos="100000">
                      <a:srgbClr val="760303"/>
                    </a:gs>
                  </a:gsLst>
                  <a:lin scaled="0"/>
                </a:gradFill>
                <a:latin typeface="宋体" panose="02010600030101010101" pitchFamily="2" charset="-122"/>
                <a:ea typeface="宋体" panose="02010600030101010101" pitchFamily="2" charset="-122"/>
              </a:rPr>
              <a:t>转换器</a:t>
            </a:r>
            <a:r>
              <a:rPr lang="zh-CN" altLang="en-US" sz="2400" b="1" dirty="0">
                <a:solidFill>
                  <a:srgbClr val="000000"/>
                </a:solidFill>
                <a:latin typeface="宋体" panose="02010600030101010101" pitchFamily="2" charset="-122"/>
                <a:ea typeface="宋体" panose="02010600030101010101" pitchFamily="2" charset="-122"/>
              </a:rPr>
              <a:t>转换速度最高，仅需</a:t>
            </a:r>
            <a:r>
              <a:rPr lang="zh-CN" altLang="en-US" sz="2400" b="1" dirty="0">
                <a:solidFill>
                  <a:srgbClr val="FF0000"/>
                </a:solidFill>
                <a:latin typeface="宋体" panose="02010600030101010101" pitchFamily="2" charset="-122"/>
                <a:ea typeface="宋体" panose="02010600030101010101" pitchFamily="2" charset="-122"/>
              </a:rPr>
              <a:t>几十纳秒</a:t>
            </a:r>
            <a:r>
              <a:rPr lang="zh-CN" altLang="en-US" sz="2400" b="1" dirty="0">
                <a:latin typeface="宋体" panose="02010600030101010101" pitchFamily="2" charset="-122"/>
                <a:ea typeface="宋体" panose="02010600030101010101" pitchFamily="2" charset="-122"/>
              </a:rPr>
              <a:t>；</a:t>
            </a:r>
          </a:p>
          <a:p>
            <a:pPr>
              <a:lnSpc>
                <a:spcPct val="140000"/>
              </a:lnSpc>
              <a:spcBef>
                <a:spcPct val="10000"/>
              </a:spcBef>
            </a:pPr>
            <a:r>
              <a:rPr lang="zh-CN" altLang="en-US" sz="2400" b="1" dirty="0">
                <a:latin typeface="宋体" panose="02010600030101010101" pitchFamily="2" charset="-122"/>
                <a:ea typeface="宋体" panose="02010600030101010101" pitchFamily="2" charset="-122"/>
              </a:rPr>
              <a:t>   </a:t>
            </a:r>
            <a:r>
              <a:rPr lang="zh-CN" altLang="en-US" sz="2400" b="1" dirty="0">
                <a:solidFill>
                  <a:schemeClr val="tx1">
                    <a:lumMod val="60000"/>
                    <a:lumOff val="40000"/>
                  </a:schemeClr>
                </a:solidFill>
                <a:latin typeface="宋体" panose="02010600030101010101" pitchFamily="2" charset="-122"/>
                <a:ea typeface="宋体" panose="02010600030101010101" pitchFamily="2" charset="-122"/>
              </a:rPr>
              <a:t>逐次逼近型</a:t>
            </a:r>
            <a:r>
              <a:rPr lang="en-US" altLang="zh-CN" sz="2400" b="1" dirty="0">
                <a:solidFill>
                  <a:schemeClr val="tx1">
                    <a:lumMod val="60000"/>
                    <a:lumOff val="40000"/>
                  </a:schemeClr>
                </a:solidFill>
                <a:latin typeface="Times New Roman" panose="02020603050405020304" pitchFamily="18" charset="0"/>
                <a:ea typeface="宋体" panose="02010600030101010101" pitchFamily="2" charset="-122"/>
              </a:rPr>
              <a:t>A/D</a:t>
            </a:r>
            <a:r>
              <a:rPr lang="zh-CN" altLang="en-US" sz="2400" b="1" dirty="0">
                <a:solidFill>
                  <a:schemeClr val="tx1">
                    <a:lumMod val="60000"/>
                    <a:lumOff val="40000"/>
                  </a:schemeClr>
                </a:solidFill>
                <a:latin typeface="宋体" panose="02010600030101010101" pitchFamily="2" charset="-122"/>
                <a:ea typeface="宋体" panose="02010600030101010101" pitchFamily="2" charset="-122"/>
              </a:rPr>
              <a:t>转换器</a:t>
            </a:r>
            <a:r>
              <a:rPr lang="zh-CN" altLang="en-US" sz="2400" b="1" dirty="0">
                <a:solidFill>
                  <a:srgbClr val="000000"/>
                </a:solidFill>
                <a:latin typeface="宋体" panose="02010600030101010101" pitchFamily="2" charset="-122"/>
                <a:ea typeface="宋体" panose="02010600030101010101" pitchFamily="2" charset="-122"/>
              </a:rPr>
              <a:t>转换速度次之，一般在</a:t>
            </a:r>
            <a:r>
              <a:rPr lang="zh-CN" altLang="en-US" sz="2400" b="1" dirty="0">
                <a:solidFill>
                  <a:schemeClr val="tx1">
                    <a:lumMod val="60000"/>
                    <a:lumOff val="40000"/>
                  </a:schemeClr>
                </a:solidFill>
                <a:latin typeface="宋体" panose="02010600030101010101" pitchFamily="2" charset="-122"/>
                <a:ea typeface="宋体" panose="02010600030101010101" pitchFamily="2" charset="-122"/>
              </a:rPr>
              <a:t>几十微秒</a:t>
            </a:r>
            <a:r>
              <a:rPr lang="zh-CN" altLang="en-US" sz="2400" b="1" dirty="0">
                <a:latin typeface="宋体" panose="02010600030101010101" pitchFamily="2" charset="-122"/>
                <a:ea typeface="宋体" panose="02010600030101010101" pitchFamily="2" charset="-122"/>
              </a:rPr>
              <a:t>；</a:t>
            </a:r>
          </a:p>
          <a:p>
            <a:pPr>
              <a:lnSpc>
                <a:spcPct val="140000"/>
              </a:lnSpc>
              <a:spcBef>
                <a:spcPct val="10000"/>
              </a:spcBef>
            </a:pPr>
            <a:r>
              <a:rPr lang="zh-CN" altLang="en-US" sz="2400" b="1" dirty="0">
                <a:latin typeface="宋体" panose="02010600030101010101" pitchFamily="2" charset="-122"/>
                <a:ea typeface="宋体" panose="02010600030101010101" pitchFamily="2" charset="-122"/>
              </a:rPr>
              <a:t>   </a:t>
            </a:r>
            <a:r>
              <a:rPr lang="zh-CN" altLang="en-US" sz="2400" b="1" dirty="0">
                <a:gradFill>
                  <a:gsLst>
                    <a:gs pos="0">
                      <a:srgbClr val="14CD68"/>
                    </a:gs>
                    <a:gs pos="100000">
                      <a:srgbClr val="035C7D"/>
                    </a:gs>
                  </a:gsLst>
                  <a:lin scaled="0"/>
                </a:gradFill>
                <a:latin typeface="宋体" panose="02010600030101010101" pitchFamily="2" charset="-122"/>
                <a:ea typeface="宋体" panose="02010600030101010101" pitchFamily="2" charset="-122"/>
              </a:rPr>
              <a:t>双积分式</a:t>
            </a:r>
            <a:r>
              <a:rPr lang="en-US" altLang="zh-CN" sz="2400" b="1" dirty="0">
                <a:gradFill>
                  <a:gsLst>
                    <a:gs pos="0">
                      <a:srgbClr val="14CD68"/>
                    </a:gs>
                    <a:gs pos="100000">
                      <a:srgbClr val="035C7D"/>
                    </a:gs>
                  </a:gsLst>
                  <a:lin scaled="0"/>
                </a:gradFill>
                <a:latin typeface="Times New Roman" panose="02020603050405020304" pitchFamily="18" charset="0"/>
                <a:ea typeface="宋体" panose="02010600030101010101" pitchFamily="2" charset="-122"/>
              </a:rPr>
              <a:t>A/D</a:t>
            </a:r>
            <a:r>
              <a:rPr lang="zh-CN" altLang="en-US" sz="2400" b="1" dirty="0">
                <a:gradFill>
                  <a:gsLst>
                    <a:gs pos="0">
                      <a:srgbClr val="14CD68"/>
                    </a:gs>
                    <a:gs pos="100000">
                      <a:srgbClr val="035C7D"/>
                    </a:gs>
                  </a:gsLst>
                  <a:lin scaled="0"/>
                </a:gradFill>
                <a:latin typeface="宋体" panose="02010600030101010101" pitchFamily="2" charset="-122"/>
                <a:ea typeface="宋体" panose="02010600030101010101" pitchFamily="2" charset="-122"/>
              </a:rPr>
              <a:t>转换器</a:t>
            </a:r>
            <a:r>
              <a:rPr lang="zh-CN" altLang="en-US" sz="2400" b="1" dirty="0">
                <a:solidFill>
                  <a:srgbClr val="000000"/>
                </a:solidFill>
                <a:latin typeface="宋体" panose="02010600030101010101" pitchFamily="2" charset="-122"/>
                <a:ea typeface="宋体" panose="02010600030101010101" pitchFamily="2" charset="-122"/>
              </a:rPr>
              <a:t>转换速度最慢，</a:t>
            </a:r>
            <a:r>
              <a:rPr lang="zh-CN" altLang="en-US" sz="2400" b="1" dirty="0">
                <a:latin typeface="宋体" panose="02010600030101010101" pitchFamily="2" charset="-122"/>
                <a:ea typeface="宋体" panose="02010600030101010101" pitchFamily="2" charset="-122"/>
              </a:rPr>
              <a:t>需</a:t>
            </a:r>
            <a:r>
              <a:rPr lang="zh-CN" altLang="en-US" sz="2400" b="1" dirty="0">
                <a:gradFill>
                  <a:gsLst>
                    <a:gs pos="0">
                      <a:srgbClr val="14CD68"/>
                    </a:gs>
                    <a:gs pos="100000">
                      <a:srgbClr val="035C7D"/>
                    </a:gs>
                  </a:gsLst>
                  <a:lin scaled="0"/>
                </a:gradFill>
                <a:latin typeface="宋体" panose="02010600030101010101" pitchFamily="2" charset="-122"/>
                <a:ea typeface="宋体" panose="02010600030101010101" pitchFamily="2" charset="-122"/>
              </a:rPr>
              <a:t>几十至几百毫秒</a:t>
            </a:r>
            <a:r>
              <a:rPr lang="zh-CN" altLang="en-US" sz="2400" b="1" dirty="0">
                <a:latin typeface="宋体" panose="02010600030101010101" pitchFamily="2" charset="-122"/>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 </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E48445FC-0047-6E9F-CA75-62973CA5ACEA}"/>
                  </a:ext>
                </a:extLst>
              </p14:cNvPr>
              <p14:cNvContentPartPr/>
              <p14:nvPr/>
            </p14:nvContentPartPr>
            <p14:xfrm>
              <a:off x="2171387" y="1648156"/>
              <a:ext cx="6238080" cy="43200"/>
            </p14:xfrm>
          </p:contentPart>
        </mc:Choice>
        <mc:Fallback xmlns="">
          <p:pic>
            <p:nvPicPr>
              <p:cNvPr id="2" name="墨迹 1">
                <a:extLst>
                  <a:ext uri="{FF2B5EF4-FFF2-40B4-BE49-F238E27FC236}">
                    <a16:creationId xmlns:a16="http://schemas.microsoft.com/office/drawing/2014/main" id="{E48445FC-0047-6E9F-CA75-62973CA5ACEA}"/>
                  </a:ext>
                </a:extLst>
              </p:cNvPr>
              <p:cNvPicPr/>
              <p:nvPr/>
            </p:nvPicPr>
            <p:blipFill>
              <a:blip r:embed="rId3"/>
              <a:stretch>
                <a:fillRect/>
              </a:stretch>
            </p:blipFill>
            <p:spPr>
              <a:xfrm>
                <a:off x="2153747" y="1630156"/>
                <a:ext cx="627372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14404F24-FD29-89E5-7D94-43FC181B6744}"/>
                  </a:ext>
                </a:extLst>
              </p14:cNvPr>
              <p14:cNvContentPartPr/>
              <p14:nvPr/>
            </p14:nvContentPartPr>
            <p14:xfrm>
              <a:off x="589187" y="2231716"/>
              <a:ext cx="788040" cy="6120"/>
            </p14:xfrm>
          </p:contentPart>
        </mc:Choice>
        <mc:Fallback xmlns="">
          <p:pic>
            <p:nvPicPr>
              <p:cNvPr id="3" name="墨迹 2">
                <a:extLst>
                  <a:ext uri="{FF2B5EF4-FFF2-40B4-BE49-F238E27FC236}">
                    <a16:creationId xmlns:a16="http://schemas.microsoft.com/office/drawing/2014/main" id="{14404F24-FD29-89E5-7D94-43FC181B6744}"/>
                  </a:ext>
                </a:extLst>
              </p:cNvPr>
              <p:cNvPicPr/>
              <p:nvPr/>
            </p:nvPicPr>
            <p:blipFill>
              <a:blip r:embed="rId5"/>
              <a:stretch>
                <a:fillRect/>
              </a:stretch>
            </p:blipFill>
            <p:spPr>
              <a:xfrm>
                <a:off x="571547" y="2214076"/>
                <a:ext cx="823680" cy="41760"/>
              </a:xfrm>
              <a:prstGeom prst="rect">
                <a:avLst/>
              </a:prstGeom>
            </p:spPr>
          </p:pic>
        </mc:Fallback>
      </mc:AlternateContent>
      <p:grpSp>
        <p:nvGrpSpPr>
          <p:cNvPr id="7" name="组合 6">
            <a:extLst>
              <a:ext uri="{FF2B5EF4-FFF2-40B4-BE49-F238E27FC236}">
                <a16:creationId xmlns:a16="http://schemas.microsoft.com/office/drawing/2014/main" id="{84DD9523-C7AF-2834-B2AF-C1045D7786ED}"/>
              </a:ext>
            </a:extLst>
          </p:cNvPr>
          <p:cNvGrpSpPr/>
          <p:nvPr/>
        </p:nvGrpSpPr>
        <p:grpSpPr>
          <a:xfrm>
            <a:off x="2460467" y="2121556"/>
            <a:ext cx="2335320" cy="166320"/>
            <a:chOff x="2460467" y="2121556"/>
            <a:chExt cx="2335320" cy="166320"/>
          </a:xfrm>
        </p:grpSpPr>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853643E6-4F66-2A8D-6E80-08126168D492}"/>
                    </a:ext>
                  </a:extLst>
                </p14:cNvPr>
                <p14:cNvContentPartPr/>
                <p14:nvPr/>
              </p14:nvContentPartPr>
              <p14:xfrm>
                <a:off x="2460467" y="2200756"/>
                <a:ext cx="1407600" cy="37440"/>
              </p14:xfrm>
            </p:contentPart>
          </mc:Choice>
          <mc:Fallback xmlns="">
            <p:pic>
              <p:nvPicPr>
                <p:cNvPr id="4" name="墨迹 3">
                  <a:extLst>
                    <a:ext uri="{FF2B5EF4-FFF2-40B4-BE49-F238E27FC236}">
                      <a16:creationId xmlns:a16="http://schemas.microsoft.com/office/drawing/2014/main" id="{853643E6-4F66-2A8D-6E80-08126168D492}"/>
                    </a:ext>
                  </a:extLst>
                </p:cNvPr>
                <p:cNvPicPr/>
                <p:nvPr/>
              </p:nvPicPr>
              <p:blipFill>
                <a:blip r:embed="rId7"/>
                <a:stretch>
                  <a:fillRect/>
                </a:stretch>
              </p:blipFill>
              <p:spPr>
                <a:xfrm>
                  <a:off x="2442467" y="2182756"/>
                  <a:ext cx="144324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6C670D65-E849-9483-37AF-54348E254530}"/>
                    </a:ext>
                  </a:extLst>
                </p14:cNvPr>
                <p14:cNvContentPartPr/>
                <p14:nvPr/>
              </p14:nvContentPartPr>
              <p14:xfrm>
                <a:off x="4322027" y="2144236"/>
                <a:ext cx="171360" cy="143280"/>
              </p14:xfrm>
            </p:contentPart>
          </mc:Choice>
          <mc:Fallback xmlns="">
            <p:pic>
              <p:nvPicPr>
                <p:cNvPr id="5" name="墨迹 4">
                  <a:extLst>
                    <a:ext uri="{FF2B5EF4-FFF2-40B4-BE49-F238E27FC236}">
                      <a16:creationId xmlns:a16="http://schemas.microsoft.com/office/drawing/2014/main" id="{6C670D65-E849-9483-37AF-54348E254530}"/>
                    </a:ext>
                  </a:extLst>
                </p:cNvPr>
                <p:cNvPicPr/>
                <p:nvPr/>
              </p:nvPicPr>
              <p:blipFill>
                <a:blip r:embed="rId9"/>
                <a:stretch>
                  <a:fillRect/>
                </a:stretch>
              </p:blipFill>
              <p:spPr>
                <a:xfrm>
                  <a:off x="4304387" y="2126236"/>
                  <a:ext cx="20700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BAF62F91-352A-569A-FEA9-E2F0E1E2F08D}"/>
                    </a:ext>
                  </a:extLst>
                </p14:cNvPr>
                <p14:cNvContentPartPr/>
                <p14:nvPr/>
              </p14:nvContentPartPr>
              <p14:xfrm>
                <a:off x="4617947" y="2121556"/>
                <a:ext cx="177840" cy="166320"/>
              </p14:xfrm>
            </p:contentPart>
          </mc:Choice>
          <mc:Fallback xmlns="">
            <p:pic>
              <p:nvPicPr>
                <p:cNvPr id="6" name="墨迹 5">
                  <a:extLst>
                    <a:ext uri="{FF2B5EF4-FFF2-40B4-BE49-F238E27FC236}">
                      <a16:creationId xmlns:a16="http://schemas.microsoft.com/office/drawing/2014/main" id="{BAF62F91-352A-569A-FEA9-E2F0E1E2F08D}"/>
                    </a:ext>
                  </a:extLst>
                </p:cNvPr>
                <p:cNvPicPr/>
                <p:nvPr/>
              </p:nvPicPr>
              <p:blipFill>
                <a:blip r:embed="rId11"/>
                <a:stretch>
                  <a:fillRect/>
                </a:stretch>
              </p:blipFill>
              <p:spPr>
                <a:xfrm>
                  <a:off x="4600307" y="2103916"/>
                  <a:ext cx="213480" cy="201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383F701E-175E-26A3-BD93-215E480A1B8C}"/>
                  </a:ext>
                </a:extLst>
              </p14:cNvPr>
              <p14:cNvContentPartPr/>
              <p14:nvPr/>
            </p14:nvContentPartPr>
            <p14:xfrm>
              <a:off x="2899307" y="4444276"/>
              <a:ext cx="1701000" cy="57600"/>
            </p14:xfrm>
          </p:contentPart>
        </mc:Choice>
        <mc:Fallback xmlns="">
          <p:pic>
            <p:nvPicPr>
              <p:cNvPr id="8" name="墨迹 7">
                <a:extLst>
                  <a:ext uri="{FF2B5EF4-FFF2-40B4-BE49-F238E27FC236}">
                    <a16:creationId xmlns:a16="http://schemas.microsoft.com/office/drawing/2014/main" id="{383F701E-175E-26A3-BD93-215E480A1B8C}"/>
                  </a:ext>
                </a:extLst>
              </p:cNvPr>
              <p:cNvPicPr/>
              <p:nvPr/>
            </p:nvPicPr>
            <p:blipFill>
              <a:blip r:embed="rId13"/>
              <a:stretch>
                <a:fillRect/>
              </a:stretch>
            </p:blipFill>
            <p:spPr>
              <a:xfrm>
                <a:off x="2881307" y="4426276"/>
                <a:ext cx="173664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 name="墨迹 8">
                <a:extLst>
                  <a:ext uri="{FF2B5EF4-FFF2-40B4-BE49-F238E27FC236}">
                    <a16:creationId xmlns:a16="http://schemas.microsoft.com/office/drawing/2014/main" id="{2C654B50-0B90-722D-183E-CD0534BF6A41}"/>
                  </a:ext>
                </a:extLst>
              </p14:cNvPr>
              <p14:cNvContentPartPr/>
              <p14:nvPr/>
            </p14:nvContentPartPr>
            <p14:xfrm>
              <a:off x="4860587" y="1198156"/>
              <a:ext cx="993960" cy="234000"/>
            </p14:xfrm>
          </p:contentPart>
        </mc:Choice>
        <mc:Fallback xmlns="">
          <p:pic>
            <p:nvPicPr>
              <p:cNvPr id="9" name="墨迹 8">
                <a:extLst>
                  <a:ext uri="{FF2B5EF4-FFF2-40B4-BE49-F238E27FC236}">
                    <a16:creationId xmlns:a16="http://schemas.microsoft.com/office/drawing/2014/main" id="{2C654B50-0B90-722D-183E-CD0534BF6A41}"/>
                  </a:ext>
                </a:extLst>
              </p:cNvPr>
              <p:cNvPicPr/>
              <p:nvPr/>
            </p:nvPicPr>
            <p:blipFill>
              <a:blip r:embed="rId15"/>
              <a:stretch>
                <a:fillRect/>
              </a:stretch>
            </p:blipFill>
            <p:spPr>
              <a:xfrm>
                <a:off x="4842947" y="1180156"/>
                <a:ext cx="102960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墨迹 9">
                <a:extLst>
                  <a:ext uri="{FF2B5EF4-FFF2-40B4-BE49-F238E27FC236}">
                    <a16:creationId xmlns:a16="http://schemas.microsoft.com/office/drawing/2014/main" id="{C3DF6B93-DA88-B923-60F1-03D2A7DE62E5}"/>
                  </a:ext>
                </a:extLst>
              </p14:cNvPr>
              <p14:cNvContentPartPr/>
              <p14:nvPr/>
            </p14:nvContentPartPr>
            <p14:xfrm>
              <a:off x="3150947" y="2249716"/>
              <a:ext cx="225720" cy="129240"/>
            </p14:xfrm>
          </p:contentPart>
        </mc:Choice>
        <mc:Fallback xmlns="">
          <p:pic>
            <p:nvPicPr>
              <p:cNvPr id="10" name="墨迹 9">
                <a:extLst>
                  <a:ext uri="{FF2B5EF4-FFF2-40B4-BE49-F238E27FC236}">
                    <a16:creationId xmlns:a16="http://schemas.microsoft.com/office/drawing/2014/main" id="{C3DF6B93-DA88-B923-60F1-03D2A7DE62E5}"/>
                  </a:ext>
                </a:extLst>
              </p:cNvPr>
              <p:cNvPicPr/>
              <p:nvPr/>
            </p:nvPicPr>
            <p:blipFill>
              <a:blip r:embed="rId17"/>
              <a:stretch>
                <a:fillRect/>
              </a:stretch>
            </p:blipFill>
            <p:spPr>
              <a:xfrm>
                <a:off x="3133307" y="2232076"/>
                <a:ext cx="261360" cy="164880"/>
              </a:xfrm>
              <a:prstGeom prst="rect">
                <a:avLst/>
              </a:prstGeom>
            </p:spPr>
          </p:pic>
        </mc:Fallback>
      </mc:AlternateContent>
      <p:grpSp>
        <p:nvGrpSpPr>
          <p:cNvPr id="15" name="组合 14">
            <a:extLst>
              <a:ext uri="{FF2B5EF4-FFF2-40B4-BE49-F238E27FC236}">
                <a16:creationId xmlns:a16="http://schemas.microsoft.com/office/drawing/2014/main" id="{8A7B745E-F5FA-CB09-4AF6-73FC6C4CD96F}"/>
              </a:ext>
            </a:extLst>
          </p:cNvPr>
          <p:cNvGrpSpPr/>
          <p:nvPr/>
        </p:nvGrpSpPr>
        <p:grpSpPr>
          <a:xfrm>
            <a:off x="542747" y="5492956"/>
            <a:ext cx="7657200" cy="1191240"/>
            <a:chOff x="542747" y="5492956"/>
            <a:chExt cx="7657200" cy="1191240"/>
          </a:xfrm>
        </p:grpSpPr>
        <mc:AlternateContent xmlns:mc="http://schemas.openxmlformats.org/markup-compatibility/2006" xmlns:p14="http://schemas.microsoft.com/office/powerpoint/2010/main">
          <mc:Choice Requires="p14">
            <p:contentPart p14:bwMode="auto" r:id="rId18">
              <p14:nvContentPartPr>
                <p14:cNvPr id="11" name="墨迹 10">
                  <a:extLst>
                    <a:ext uri="{FF2B5EF4-FFF2-40B4-BE49-F238E27FC236}">
                      <a16:creationId xmlns:a16="http://schemas.microsoft.com/office/drawing/2014/main" id="{058C8D71-6FBD-5678-6C1C-5F3F8DBD1BB2}"/>
                    </a:ext>
                  </a:extLst>
                </p14:cNvPr>
                <p14:cNvContentPartPr/>
                <p14:nvPr/>
              </p14:nvContentPartPr>
              <p14:xfrm>
                <a:off x="992387" y="5492956"/>
                <a:ext cx="5744160" cy="108000"/>
              </p14:xfrm>
            </p:contentPart>
          </mc:Choice>
          <mc:Fallback xmlns="">
            <p:pic>
              <p:nvPicPr>
                <p:cNvPr id="11" name="墨迹 10">
                  <a:extLst>
                    <a:ext uri="{FF2B5EF4-FFF2-40B4-BE49-F238E27FC236}">
                      <a16:creationId xmlns:a16="http://schemas.microsoft.com/office/drawing/2014/main" id="{058C8D71-6FBD-5678-6C1C-5F3F8DBD1BB2}"/>
                    </a:ext>
                  </a:extLst>
                </p:cNvPr>
                <p:cNvPicPr/>
                <p:nvPr/>
              </p:nvPicPr>
              <p:blipFill>
                <a:blip r:embed="rId19"/>
                <a:stretch>
                  <a:fillRect/>
                </a:stretch>
              </p:blipFill>
              <p:spPr>
                <a:xfrm>
                  <a:off x="974747" y="5474956"/>
                  <a:ext cx="577980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2" name="墨迹 11">
                  <a:extLst>
                    <a:ext uri="{FF2B5EF4-FFF2-40B4-BE49-F238E27FC236}">
                      <a16:creationId xmlns:a16="http://schemas.microsoft.com/office/drawing/2014/main" id="{4D141AFF-C754-3743-EFC1-BBA6A99282E3}"/>
                    </a:ext>
                  </a:extLst>
                </p14:cNvPr>
                <p14:cNvContentPartPr/>
                <p14:nvPr/>
              </p14:nvContentPartPr>
              <p14:xfrm>
                <a:off x="860267" y="6081556"/>
                <a:ext cx="7214040" cy="54720"/>
              </p14:xfrm>
            </p:contentPart>
          </mc:Choice>
          <mc:Fallback xmlns="">
            <p:pic>
              <p:nvPicPr>
                <p:cNvPr id="12" name="墨迹 11">
                  <a:extLst>
                    <a:ext uri="{FF2B5EF4-FFF2-40B4-BE49-F238E27FC236}">
                      <a16:creationId xmlns:a16="http://schemas.microsoft.com/office/drawing/2014/main" id="{4D141AFF-C754-3743-EFC1-BBA6A99282E3}"/>
                    </a:ext>
                  </a:extLst>
                </p:cNvPr>
                <p:cNvPicPr/>
                <p:nvPr/>
              </p:nvPicPr>
              <p:blipFill>
                <a:blip r:embed="rId21"/>
                <a:stretch>
                  <a:fillRect/>
                </a:stretch>
              </p:blipFill>
              <p:spPr>
                <a:xfrm>
                  <a:off x="842267" y="6063556"/>
                  <a:ext cx="7249680" cy="90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3" name="墨迹 12">
                  <a:extLst>
                    <a:ext uri="{FF2B5EF4-FFF2-40B4-BE49-F238E27FC236}">
                      <a16:creationId xmlns:a16="http://schemas.microsoft.com/office/drawing/2014/main" id="{0C04230E-CB50-20FB-122D-E0E481D5436F}"/>
                    </a:ext>
                  </a:extLst>
                </p14:cNvPr>
                <p14:cNvContentPartPr/>
                <p14:nvPr/>
              </p14:nvContentPartPr>
              <p14:xfrm>
                <a:off x="878267" y="6640636"/>
                <a:ext cx="7321680" cy="43560"/>
              </p14:xfrm>
            </p:contentPart>
          </mc:Choice>
          <mc:Fallback xmlns="">
            <p:pic>
              <p:nvPicPr>
                <p:cNvPr id="13" name="墨迹 12">
                  <a:extLst>
                    <a:ext uri="{FF2B5EF4-FFF2-40B4-BE49-F238E27FC236}">
                      <a16:creationId xmlns:a16="http://schemas.microsoft.com/office/drawing/2014/main" id="{0C04230E-CB50-20FB-122D-E0E481D5436F}"/>
                    </a:ext>
                  </a:extLst>
                </p:cNvPr>
                <p:cNvPicPr/>
                <p:nvPr/>
              </p:nvPicPr>
              <p:blipFill>
                <a:blip r:embed="rId23"/>
                <a:stretch>
                  <a:fillRect/>
                </a:stretch>
              </p:blipFill>
              <p:spPr>
                <a:xfrm>
                  <a:off x="860267" y="6622996"/>
                  <a:ext cx="735732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4" name="墨迹 13">
                  <a:extLst>
                    <a:ext uri="{FF2B5EF4-FFF2-40B4-BE49-F238E27FC236}">
                      <a16:creationId xmlns:a16="http://schemas.microsoft.com/office/drawing/2014/main" id="{57797073-F18D-6AD3-9DDD-FDF10FD67F27}"/>
                    </a:ext>
                  </a:extLst>
                </p14:cNvPr>
                <p14:cNvContentPartPr/>
                <p14:nvPr/>
              </p14:nvContentPartPr>
              <p14:xfrm>
                <a:off x="542747" y="5847196"/>
                <a:ext cx="343800" cy="629640"/>
              </p14:xfrm>
            </p:contentPart>
          </mc:Choice>
          <mc:Fallback xmlns="">
            <p:pic>
              <p:nvPicPr>
                <p:cNvPr id="14" name="墨迹 13">
                  <a:extLst>
                    <a:ext uri="{FF2B5EF4-FFF2-40B4-BE49-F238E27FC236}">
                      <a16:creationId xmlns:a16="http://schemas.microsoft.com/office/drawing/2014/main" id="{57797073-F18D-6AD3-9DDD-FDF10FD67F27}"/>
                    </a:ext>
                  </a:extLst>
                </p:cNvPr>
                <p:cNvPicPr/>
                <p:nvPr/>
              </p:nvPicPr>
              <p:blipFill>
                <a:blip r:embed="rId25"/>
                <a:stretch>
                  <a:fillRect/>
                </a:stretch>
              </p:blipFill>
              <p:spPr>
                <a:xfrm>
                  <a:off x="525107" y="5829556"/>
                  <a:ext cx="379440" cy="665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16" name="墨迹 15">
                <a:extLst>
                  <a:ext uri="{FF2B5EF4-FFF2-40B4-BE49-F238E27FC236}">
                    <a16:creationId xmlns:a16="http://schemas.microsoft.com/office/drawing/2014/main" id="{A7506311-1B77-BC77-FCEB-377C861DFC4D}"/>
                  </a:ext>
                </a:extLst>
              </p14:cNvPr>
              <p14:cNvContentPartPr/>
              <p14:nvPr/>
            </p14:nvContentPartPr>
            <p14:xfrm>
              <a:off x="698627" y="5313676"/>
              <a:ext cx="29520" cy="47520"/>
            </p14:xfrm>
          </p:contentPart>
        </mc:Choice>
        <mc:Fallback xmlns="">
          <p:pic>
            <p:nvPicPr>
              <p:cNvPr id="16" name="墨迹 15">
                <a:extLst>
                  <a:ext uri="{FF2B5EF4-FFF2-40B4-BE49-F238E27FC236}">
                    <a16:creationId xmlns:a16="http://schemas.microsoft.com/office/drawing/2014/main" id="{A7506311-1B77-BC77-FCEB-377C861DFC4D}"/>
                  </a:ext>
                </a:extLst>
              </p:cNvPr>
              <p:cNvPicPr/>
              <p:nvPr/>
            </p:nvPicPr>
            <p:blipFill>
              <a:blip r:embed="rId27"/>
              <a:stretch>
                <a:fillRect/>
              </a:stretch>
            </p:blipFill>
            <p:spPr>
              <a:xfrm>
                <a:off x="680987" y="5295676"/>
                <a:ext cx="6516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墨迹 16">
                <a:extLst>
                  <a:ext uri="{FF2B5EF4-FFF2-40B4-BE49-F238E27FC236}">
                    <a16:creationId xmlns:a16="http://schemas.microsoft.com/office/drawing/2014/main" id="{5B4AE256-C1BE-C94A-7942-14FC0E8FC8A7}"/>
                  </a:ext>
                </a:extLst>
              </p14:cNvPr>
              <p14:cNvContentPartPr/>
              <p14:nvPr/>
            </p14:nvContentPartPr>
            <p14:xfrm>
              <a:off x="450947" y="5191636"/>
              <a:ext cx="158040" cy="225720"/>
            </p14:xfrm>
          </p:contentPart>
        </mc:Choice>
        <mc:Fallback xmlns="">
          <p:pic>
            <p:nvPicPr>
              <p:cNvPr id="17" name="墨迹 16">
                <a:extLst>
                  <a:ext uri="{FF2B5EF4-FFF2-40B4-BE49-F238E27FC236}">
                    <a16:creationId xmlns:a16="http://schemas.microsoft.com/office/drawing/2014/main" id="{5B4AE256-C1BE-C94A-7942-14FC0E8FC8A7}"/>
                  </a:ext>
                </a:extLst>
              </p:cNvPr>
              <p:cNvPicPr/>
              <p:nvPr/>
            </p:nvPicPr>
            <p:blipFill>
              <a:blip r:embed="rId29"/>
              <a:stretch>
                <a:fillRect/>
              </a:stretch>
            </p:blipFill>
            <p:spPr>
              <a:xfrm>
                <a:off x="432947" y="5173636"/>
                <a:ext cx="19368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墨迹 17">
                <a:extLst>
                  <a:ext uri="{FF2B5EF4-FFF2-40B4-BE49-F238E27FC236}">
                    <a16:creationId xmlns:a16="http://schemas.microsoft.com/office/drawing/2014/main" id="{F58578CB-D282-18FC-3F0F-3D6962564A80}"/>
                  </a:ext>
                </a:extLst>
              </p14:cNvPr>
              <p14:cNvContentPartPr/>
              <p14:nvPr/>
            </p14:nvContentPartPr>
            <p14:xfrm>
              <a:off x="565067" y="5492236"/>
              <a:ext cx="18720" cy="47520"/>
            </p14:xfrm>
          </p:contentPart>
        </mc:Choice>
        <mc:Fallback xmlns="">
          <p:pic>
            <p:nvPicPr>
              <p:cNvPr id="18" name="墨迹 17">
                <a:extLst>
                  <a:ext uri="{FF2B5EF4-FFF2-40B4-BE49-F238E27FC236}">
                    <a16:creationId xmlns:a16="http://schemas.microsoft.com/office/drawing/2014/main" id="{F58578CB-D282-18FC-3F0F-3D6962564A80}"/>
                  </a:ext>
                </a:extLst>
              </p:cNvPr>
              <p:cNvPicPr/>
              <p:nvPr/>
            </p:nvPicPr>
            <p:blipFill>
              <a:blip r:embed="rId31"/>
              <a:stretch>
                <a:fillRect/>
              </a:stretch>
            </p:blipFill>
            <p:spPr>
              <a:xfrm>
                <a:off x="547427" y="5474596"/>
                <a:ext cx="5436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墨迹 18">
                <a:extLst>
                  <a:ext uri="{FF2B5EF4-FFF2-40B4-BE49-F238E27FC236}">
                    <a16:creationId xmlns:a16="http://schemas.microsoft.com/office/drawing/2014/main" id="{BE4E903A-C727-7F99-1C61-D50C4A2A520D}"/>
                  </a:ext>
                </a:extLst>
              </p14:cNvPr>
              <p14:cNvContentPartPr/>
              <p14:nvPr/>
            </p14:nvContentPartPr>
            <p14:xfrm>
              <a:off x="4879526" y="3277198"/>
              <a:ext cx="1165320" cy="360"/>
            </p14:xfrm>
          </p:contentPart>
        </mc:Choice>
        <mc:Fallback xmlns="">
          <p:pic>
            <p:nvPicPr>
              <p:cNvPr id="19" name="墨迹 18">
                <a:extLst>
                  <a:ext uri="{FF2B5EF4-FFF2-40B4-BE49-F238E27FC236}">
                    <a16:creationId xmlns:a16="http://schemas.microsoft.com/office/drawing/2014/main" id="{BE4E903A-C727-7F99-1C61-D50C4A2A520D}"/>
                  </a:ext>
                </a:extLst>
              </p:cNvPr>
              <p:cNvPicPr/>
              <p:nvPr/>
            </p:nvPicPr>
            <p:blipFill>
              <a:blip r:embed="rId33"/>
              <a:stretch>
                <a:fillRect/>
              </a:stretch>
            </p:blipFill>
            <p:spPr>
              <a:xfrm>
                <a:off x="4861526" y="3259198"/>
                <a:ext cx="1200960" cy="36000"/>
              </a:xfrm>
              <a:prstGeom prst="rect">
                <a:avLst/>
              </a:prstGeom>
            </p:spPr>
          </p:pic>
        </mc:Fallback>
      </mc:AlternateContent>
      <p:grpSp>
        <p:nvGrpSpPr>
          <p:cNvPr id="22" name="组合 21">
            <a:extLst>
              <a:ext uri="{FF2B5EF4-FFF2-40B4-BE49-F238E27FC236}">
                <a16:creationId xmlns:a16="http://schemas.microsoft.com/office/drawing/2014/main" id="{9A144260-A736-14F6-E560-EB204AC298B6}"/>
              </a:ext>
            </a:extLst>
          </p:cNvPr>
          <p:cNvGrpSpPr/>
          <p:nvPr/>
        </p:nvGrpSpPr>
        <p:grpSpPr>
          <a:xfrm>
            <a:off x="1747166" y="3802438"/>
            <a:ext cx="3350520" cy="99720"/>
            <a:chOff x="1747166" y="3802438"/>
            <a:chExt cx="3350520" cy="99720"/>
          </a:xfrm>
        </p:grpSpPr>
        <mc:AlternateContent xmlns:mc="http://schemas.openxmlformats.org/markup-compatibility/2006" xmlns:p14="http://schemas.microsoft.com/office/powerpoint/2010/main">
          <mc:Choice Requires="p14">
            <p:contentPart p14:bwMode="auto" r:id="rId34">
              <p14:nvContentPartPr>
                <p14:cNvPr id="20" name="墨迹 19">
                  <a:extLst>
                    <a:ext uri="{FF2B5EF4-FFF2-40B4-BE49-F238E27FC236}">
                      <a16:creationId xmlns:a16="http://schemas.microsoft.com/office/drawing/2014/main" id="{C5C02413-7378-C170-3011-556159952F77}"/>
                    </a:ext>
                  </a:extLst>
                </p14:cNvPr>
                <p14:cNvContentPartPr/>
                <p14:nvPr/>
              </p14:nvContentPartPr>
              <p14:xfrm>
                <a:off x="1747166" y="3819358"/>
                <a:ext cx="1961640" cy="82800"/>
              </p14:xfrm>
            </p:contentPart>
          </mc:Choice>
          <mc:Fallback xmlns="">
            <p:pic>
              <p:nvPicPr>
                <p:cNvPr id="20" name="墨迹 19">
                  <a:extLst>
                    <a:ext uri="{FF2B5EF4-FFF2-40B4-BE49-F238E27FC236}">
                      <a16:creationId xmlns:a16="http://schemas.microsoft.com/office/drawing/2014/main" id="{C5C02413-7378-C170-3011-556159952F77}"/>
                    </a:ext>
                  </a:extLst>
                </p:cNvPr>
                <p:cNvPicPr/>
                <p:nvPr/>
              </p:nvPicPr>
              <p:blipFill>
                <a:blip r:embed="rId35"/>
                <a:stretch>
                  <a:fillRect/>
                </a:stretch>
              </p:blipFill>
              <p:spPr>
                <a:xfrm>
                  <a:off x="1729526" y="3801718"/>
                  <a:ext cx="199728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墨迹 20">
                  <a:extLst>
                    <a:ext uri="{FF2B5EF4-FFF2-40B4-BE49-F238E27FC236}">
                      <a16:creationId xmlns:a16="http://schemas.microsoft.com/office/drawing/2014/main" id="{DEAB2F43-A68C-1B8F-3985-EC330BABA4D5}"/>
                    </a:ext>
                  </a:extLst>
                </p14:cNvPr>
                <p14:cNvContentPartPr/>
                <p14:nvPr/>
              </p14:nvContentPartPr>
              <p14:xfrm>
                <a:off x="4617086" y="3802438"/>
                <a:ext cx="480600" cy="360"/>
              </p14:xfrm>
            </p:contentPart>
          </mc:Choice>
          <mc:Fallback xmlns="">
            <p:pic>
              <p:nvPicPr>
                <p:cNvPr id="21" name="墨迹 20">
                  <a:extLst>
                    <a:ext uri="{FF2B5EF4-FFF2-40B4-BE49-F238E27FC236}">
                      <a16:creationId xmlns:a16="http://schemas.microsoft.com/office/drawing/2014/main" id="{DEAB2F43-A68C-1B8F-3985-EC330BABA4D5}"/>
                    </a:ext>
                  </a:extLst>
                </p:cNvPr>
                <p:cNvPicPr/>
                <p:nvPr/>
              </p:nvPicPr>
              <p:blipFill>
                <a:blip r:embed="rId37"/>
                <a:stretch>
                  <a:fillRect/>
                </a:stretch>
              </p:blipFill>
              <p:spPr>
                <a:xfrm>
                  <a:off x="4599086" y="3784438"/>
                  <a:ext cx="516240" cy="36000"/>
                </a:xfrm>
                <a:prstGeom prst="rect">
                  <a:avLst/>
                </a:prstGeom>
              </p:spPr>
            </p:pic>
          </mc:Fallback>
        </mc:AlternateContent>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9074"/>
                                        </p:tgtEl>
                                        <p:attrNameLst>
                                          <p:attrName>style.visibility</p:attrName>
                                        </p:attrNameLst>
                                      </p:cBhvr>
                                      <p:to>
                                        <p:strVal val="visible"/>
                                      </p:to>
                                    </p:set>
                                    <p:anim calcmode="lin" valueType="num">
                                      <p:cBhvr additive="base">
                                        <p:cTn id="7" dur="500" fill="hold"/>
                                        <p:tgtEl>
                                          <p:spTgt spid="259074"/>
                                        </p:tgtEl>
                                        <p:attrNameLst>
                                          <p:attrName>ppt_x</p:attrName>
                                        </p:attrNameLst>
                                      </p:cBhvr>
                                      <p:tavLst>
                                        <p:tav tm="0">
                                          <p:val>
                                            <p:strVal val="#ppt_x"/>
                                          </p:val>
                                        </p:tav>
                                        <p:tav tm="100000">
                                          <p:val>
                                            <p:strVal val="#ppt_x"/>
                                          </p:val>
                                        </p:tav>
                                      </p:tavLst>
                                    </p:anim>
                                    <p:anim calcmode="lin" valueType="num">
                                      <p:cBhvr additive="base">
                                        <p:cTn id="8" dur="500" fill="hold"/>
                                        <p:tgtEl>
                                          <p:spTgt spid="25907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259075"/>
                                        </p:tgtEl>
                                        <p:attrNameLst>
                                          <p:attrName>style.visibility</p:attrName>
                                        </p:attrNameLst>
                                      </p:cBhvr>
                                      <p:to>
                                        <p:strVal val="visible"/>
                                      </p:to>
                                    </p:set>
                                    <p:animEffect transition="in" filter="checkerboard(across)">
                                      <p:cBhvr>
                                        <p:cTn id="13" dur="500"/>
                                        <p:tgtEl>
                                          <p:spTgt spid="259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9074" grpId="0"/>
      <p:bldP spid="25907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2"/>
          <p:cNvSpPr/>
          <p:nvPr/>
        </p:nvSpPr>
        <p:spPr>
          <a:xfrm>
            <a:off x="539750" y="908685"/>
            <a:ext cx="8991600" cy="704850"/>
          </a:xfrm>
          <a:prstGeom prst="rect">
            <a:avLst/>
          </a:prstGeom>
          <a:noFill/>
          <a:ln w="9525">
            <a:noFill/>
          </a:ln>
        </p:spPr>
        <p:txBody>
          <a:bodyPr anchor="t" anchorCtr="0"/>
          <a:lstStyle/>
          <a:p>
            <a:pPr marL="342900" indent="-342900" algn="just">
              <a:lnSpc>
                <a:spcPct val="130000"/>
              </a:lnSpc>
              <a:spcBef>
                <a:spcPct val="20000"/>
              </a:spcBef>
            </a:pPr>
            <a:r>
              <a:rPr lang="en-US" altLang="zh-CN" sz="2400" b="1" dirty="0">
                <a:solidFill>
                  <a:srgbClr val="FF3300"/>
                </a:solidFill>
                <a:latin typeface="Times New Roman" panose="02020603050405020304" pitchFamily="18" charset="0"/>
                <a:ea typeface="宋体" panose="02010600030101010101" pitchFamily="2" charset="-122"/>
              </a:rPr>
              <a:t>10.1.2 </a:t>
            </a:r>
            <a:r>
              <a:rPr lang="zh-CN" altLang="en-US" sz="2400" b="1" dirty="0">
                <a:solidFill>
                  <a:srgbClr val="FF3300"/>
                </a:solidFill>
                <a:latin typeface="Times New Roman" panose="02020603050405020304" pitchFamily="18" charset="0"/>
                <a:ea typeface="宋体" panose="02010600030101010101" pitchFamily="2" charset="-122"/>
              </a:rPr>
              <a:t>D</a:t>
            </a:r>
            <a:r>
              <a:rPr lang="en-US" altLang="zh-CN" sz="2400" b="1" dirty="0">
                <a:solidFill>
                  <a:srgbClr val="FF3300"/>
                </a:solidFill>
                <a:latin typeface="Times New Roman" panose="02020603050405020304" pitchFamily="18" charset="0"/>
                <a:ea typeface="宋体" panose="02010600030101010101" pitchFamily="2" charset="-122"/>
              </a:rPr>
              <a:t>AC</a:t>
            </a:r>
            <a:r>
              <a:rPr lang="zh-CN" altLang="en-US" sz="2400" b="1" dirty="0">
                <a:solidFill>
                  <a:srgbClr val="FF3300"/>
                </a:solidFill>
                <a:latin typeface="Times New Roman" panose="02020603050405020304" pitchFamily="18" charset="0"/>
                <a:ea typeface="宋体" panose="02010600030101010101" pitchFamily="2" charset="-122"/>
              </a:rPr>
              <a:t>的主要参数</a:t>
            </a:r>
            <a:r>
              <a:rPr lang="en-US" altLang="zh-CN" sz="2400" b="1" dirty="0">
                <a:solidFill>
                  <a:srgbClr val="FF3300"/>
                </a:solidFill>
                <a:latin typeface="Times New Roman" panose="02020603050405020304" pitchFamily="18" charset="0"/>
                <a:ea typeface="宋体" panose="02010600030101010101" pitchFamily="2" charset="-122"/>
              </a:rPr>
              <a:t>:</a:t>
            </a:r>
            <a:r>
              <a:rPr lang="zh-CN" altLang="en-US" sz="2400" b="1" dirty="0">
                <a:solidFill>
                  <a:srgbClr val="FF3300"/>
                </a:solidFill>
                <a:latin typeface="Times New Roman" panose="02020603050405020304" pitchFamily="18" charset="0"/>
                <a:ea typeface="宋体" panose="02010600030101010101" pitchFamily="2" charset="-122"/>
              </a:rPr>
              <a:t>   </a:t>
            </a:r>
            <a:endParaRPr lang="zh-CN" altLang="en-US" sz="2400" b="1" dirty="0">
              <a:latin typeface="Times New Roman" panose="02020603050405020304" pitchFamily="18" charset="0"/>
              <a:ea typeface="宋体" panose="02010600030101010101" pitchFamily="2" charset="-122"/>
            </a:endParaRPr>
          </a:p>
        </p:txBody>
      </p:sp>
      <p:sp>
        <p:nvSpPr>
          <p:cNvPr id="205827" name="Rectangle 3"/>
          <p:cNvSpPr/>
          <p:nvPr/>
        </p:nvSpPr>
        <p:spPr>
          <a:xfrm>
            <a:off x="35560" y="1772603"/>
            <a:ext cx="8991600" cy="4392612"/>
          </a:xfrm>
          <a:prstGeom prst="rect">
            <a:avLst/>
          </a:prstGeom>
          <a:noFill/>
          <a:ln w="9525">
            <a:noFill/>
          </a:ln>
        </p:spPr>
        <p:txBody>
          <a:bodyPr anchor="t" anchorCtr="0"/>
          <a:lstStyle/>
          <a:p>
            <a:pPr marL="342900" indent="-342900" algn="just">
              <a:lnSpc>
                <a:spcPct val="130000"/>
              </a:lnSpc>
              <a:spcBef>
                <a:spcPct val="20000"/>
              </a:spcBef>
            </a:pPr>
            <a:r>
              <a:rPr lang="en-US" altLang="zh-CN" sz="2400" b="1" dirty="0">
                <a:solidFill>
                  <a:srgbClr val="FF3300"/>
                </a:solidFill>
                <a:latin typeface="Times New Roman" panose="02020603050405020304" pitchFamily="18" charset="0"/>
                <a:ea typeface="宋体" panose="02010600030101010101" pitchFamily="2" charset="-122"/>
              </a:rPr>
              <a:t>      </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1</a:t>
            </a:r>
            <a:r>
              <a:rPr lang="zh-CN" altLang="en-US" sz="2400" b="1" dirty="0">
                <a:solidFill>
                  <a:srgbClr val="FF3300"/>
                </a:solidFill>
                <a:latin typeface="Times New Roman" panose="02020603050405020304" pitchFamily="18" charset="0"/>
                <a:ea typeface="宋体" panose="02010600030101010101" pitchFamily="2" charset="-122"/>
              </a:rPr>
              <a:t>）分辨率</a:t>
            </a:r>
          </a:p>
          <a:p>
            <a:pPr marL="342900" indent="-342900" algn="just">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r>
              <a:rPr lang="zh-CN" altLang="en-US" sz="2400" b="1" dirty="0">
                <a:latin typeface="Calibri" panose="020F0502020204030204" charset="0"/>
                <a:ea typeface="宋体" panose="02010600030101010101" pitchFamily="2" charset="-122"/>
              </a:rPr>
              <a:t>①</a:t>
            </a:r>
            <a:r>
              <a:rPr lang="en-US" altLang="zh-CN" sz="2400" b="1" dirty="0">
                <a:latin typeface="Calibri" panose="020F0502020204030204"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用输入二进制数码的位数给出。</a:t>
            </a:r>
          </a:p>
          <a:p>
            <a:pPr marL="342900" indent="-342900" algn="just">
              <a:lnSpc>
                <a:spcPct val="130000"/>
              </a:lnSpc>
              <a:spcBef>
                <a:spcPct val="20000"/>
              </a:spcBef>
            </a:pPr>
            <a:r>
              <a:rPr lang="zh-CN" altLang="en-US" sz="2400" b="1" dirty="0">
                <a:latin typeface="Times New Roman" panose="02020603050405020304" pitchFamily="18" charset="0"/>
                <a:ea typeface="宋体" panose="02010600030101010101" pitchFamily="2" charset="-122"/>
              </a:rPr>
              <a:t>       如果数字量的位数为</a:t>
            </a:r>
            <a:r>
              <a:rPr lang="en-US" altLang="zh-CN" sz="2400" b="1" dirty="0">
                <a:latin typeface="Times New Roman" panose="02020603050405020304" pitchFamily="18" charset="0"/>
                <a:ea typeface="宋体" panose="02010600030101010101" pitchFamily="2" charset="-122"/>
              </a:rPr>
              <a:t>n</a:t>
            </a:r>
            <a:r>
              <a:rPr lang="zh-CN" altLang="en-US" sz="2400" b="1" dirty="0">
                <a:latin typeface="Times New Roman" panose="02020603050405020304" pitchFamily="18" charset="0"/>
                <a:ea typeface="宋体" panose="02010600030101010101" pitchFamily="2" charset="-122"/>
              </a:rPr>
              <a:t>，则可以说</a:t>
            </a:r>
            <a:r>
              <a:rPr lang="en-US" altLang="zh-CN" sz="2400" b="1" dirty="0">
                <a:latin typeface="Times New Roman" panose="02020603050405020304" pitchFamily="18" charset="0"/>
                <a:ea typeface="宋体" panose="02010600030101010101" pitchFamily="2" charset="-122"/>
              </a:rPr>
              <a:t>D/A</a:t>
            </a:r>
            <a:r>
              <a:rPr lang="zh-CN" altLang="en-US" sz="2400" b="1" dirty="0">
                <a:latin typeface="Times New Roman" panose="02020603050405020304" pitchFamily="18" charset="0"/>
                <a:ea typeface="宋体" panose="02010600030101010101" pitchFamily="2" charset="-122"/>
              </a:rPr>
              <a:t>转换器的分辨率为</a:t>
            </a:r>
            <a:r>
              <a:rPr lang="en-US" altLang="zh-CN" sz="2400" b="1" dirty="0">
                <a:latin typeface="Times New Roman" panose="02020603050405020304" pitchFamily="18" charset="0"/>
                <a:ea typeface="宋体" panose="02010600030101010101" pitchFamily="2" charset="-122"/>
              </a:rPr>
              <a:t>8</a:t>
            </a:r>
            <a:r>
              <a:rPr lang="zh-CN" altLang="en-US" sz="2400" b="1" dirty="0">
                <a:latin typeface="Times New Roman" panose="02020603050405020304" pitchFamily="18" charset="0"/>
                <a:ea typeface="宋体" panose="02010600030101010101" pitchFamily="2" charset="-122"/>
              </a:rPr>
              <a:t>位。</a:t>
            </a:r>
          </a:p>
          <a:p>
            <a:pPr marL="342900" indent="-342900" algn="just">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zh-CN" altLang="en-US" sz="2400" b="1" dirty="0">
                <a:latin typeface="Calibri" panose="020F0502020204030204" charset="0"/>
                <a:ea typeface="宋体" panose="02010600030101010101" pitchFamily="2" charset="-122"/>
              </a:rPr>
              <a:t>②</a:t>
            </a:r>
            <a:r>
              <a:rPr lang="zh-CN" altLang="en-US" sz="2400" b="1" dirty="0">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用</a:t>
            </a:r>
            <a:r>
              <a:rPr lang="en-US" altLang="zh-CN" sz="2400" b="1" dirty="0">
                <a:solidFill>
                  <a:schemeClr val="accent2"/>
                </a:solidFill>
                <a:latin typeface="Times New Roman" panose="02020603050405020304" pitchFamily="18" charset="0"/>
                <a:ea typeface="宋体" panose="02010600030101010101" pitchFamily="2" charset="-122"/>
              </a:rPr>
              <a:t>D/A</a:t>
            </a:r>
            <a:r>
              <a:rPr lang="zh-CN" altLang="en-US" sz="2400" b="1" dirty="0">
                <a:solidFill>
                  <a:schemeClr val="accent2"/>
                </a:solidFill>
                <a:latin typeface="Times New Roman" panose="02020603050405020304" pitchFamily="18" charset="0"/>
                <a:ea typeface="宋体" panose="02010600030101010101" pitchFamily="2" charset="-122"/>
              </a:rPr>
              <a:t>转换器能够分辨出来的最小电压。</a:t>
            </a:r>
          </a:p>
          <a:p>
            <a:pPr marL="342900" indent="-342900" algn="just">
              <a:lnSpc>
                <a:spcPct val="130000"/>
              </a:lnSpc>
              <a:spcBef>
                <a:spcPct val="20000"/>
              </a:spcBef>
            </a:pPr>
            <a:r>
              <a:rPr lang="zh-CN" altLang="en-US" sz="2400" b="1" dirty="0">
                <a:solidFill>
                  <a:srgbClr val="006666"/>
                </a:solidFill>
                <a:latin typeface="Times New Roman" panose="02020603050405020304" pitchFamily="18" charset="0"/>
                <a:ea typeface="宋体" panose="02010600030101010101" pitchFamily="2" charset="-122"/>
              </a:rPr>
              <a:t>       </a:t>
            </a:r>
            <a:r>
              <a:rPr lang="en-US" altLang="zh-CN" sz="2400" b="1" dirty="0">
                <a:solidFill>
                  <a:srgbClr val="006666"/>
                </a:solidFill>
                <a:latin typeface="Times New Roman" panose="02020603050405020304" pitchFamily="18" charset="0"/>
                <a:ea typeface="宋体" panose="02010600030101010101" pitchFamily="2" charset="-122"/>
              </a:rPr>
              <a:t>    </a:t>
            </a:r>
            <a:r>
              <a:rPr lang="zh-CN" altLang="en-US" sz="2400" b="1" dirty="0">
                <a:solidFill>
                  <a:srgbClr val="006666"/>
                </a:solidFill>
                <a:latin typeface="Times New Roman" panose="02020603050405020304" pitchFamily="18" charset="0"/>
                <a:ea typeface="宋体" panose="02010600030101010101" pitchFamily="2" charset="-122"/>
              </a:rPr>
              <a:t>若</a:t>
            </a:r>
            <a:r>
              <a:rPr lang="en-US" altLang="zh-CN" sz="2400" b="1" dirty="0">
                <a:solidFill>
                  <a:srgbClr val="006666"/>
                </a:solidFill>
                <a:latin typeface="Times New Roman" panose="02020603050405020304" pitchFamily="18" charset="0"/>
                <a:ea typeface="宋体" panose="02010600030101010101" pitchFamily="2" charset="-122"/>
              </a:rPr>
              <a:t>V</a:t>
            </a:r>
            <a:r>
              <a:rPr lang="en-US" altLang="zh-CN" sz="2400" b="1" baseline="-25000" dirty="0">
                <a:solidFill>
                  <a:srgbClr val="006666"/>
                </a:solidFill>
                <a:latin typeface="Times New Roman" panose="02020603050405020304" pitchFamily="18" charset="0"/>
                <a:ea typeface="宋体" panose="02010600030101010101" pitchFamily="2" charset="-122"/>
              </a:rPr>
              <a:t>REF</a:t>
            </a:r>
            <a:r>
              <a:rPr lang="en-US" altLang="zh-CN" sz="2400" b="1" dirty="0">
                <a:solidFill>
                  <a:srgbClr val="006666"/>
                </a:solidFill>
                <a:latin typeface="Times New Roman" panose="02020603050405020304" pitchFamily="18" charset="0"/>
                <a:ea typeface="宋体" panose="02010600030101010101" pitchFamily="2" charset="-122"/>
              </a:rPr>
              <a:t>=5V</a:t>
            </a:r>
            <a:r>
              <a:rPr lang="zh-CN" altLang="en-US" sz="2400" b="1" dirty="0">
                <a:solidFill>
                  <a:srgbClr val="006666"/>
                </a:solidFill>
                <a:latin typeface="Times New Roman" panose="02020603050405020304" pitchFamily="18" charset="0"/>
                <a:ea typeface="宋体" panose="02010600030101010101" pitchFamily="2" charset="-122"/>
              </a:rPr>
              <a:t>，</a:t>
            </a:r>
            <a:r>
              <a:rPr lang="en-US" altLang="zh-CN" sz="2400" b="1" dirty="0">
                <a:solidFill>
                  <a:srgbClr val="006666"/>
                </a:solidFill>
                <a:latin typeface="Times New Roman" panose="02020603050405020304" pitchFamily="18" charset="0"/>
                <a:ea typeface="宋体" panose="02010600030101010101" pitchFamily="2" charset="-122"/>
              </a:rPr>
              <a:t>n=8</a:t>
            </a:r>
            <a:r>
              <a:rPr lang="zh-CN" altLang="en-US" sz="2400" b="1" dirty="0">
                <a:solidFill>
                  <a:srgbClr val="006666"/>
                </a:solidFill>
                <a:latin typeface="Times New Roman" panose="02020603050405020304" pitchFamily="18" charset="0"/>
                <a:ea typeface="宋体" panose="02010600030101010101" pitchFamily="2" charset="-122"/>
              </a:rPr>
              <a:t>，则分辨率</a:t>
            </a:r>
            <a:r>
              <a:rPr lang="en-US" altLang="zh-CN" sz="2400" b="1" dirty="0">
                <a:solidFill>
                  <a:srgbClr val="006666"/>
                </a:solidFill>
                <a:latin typeface="Times New Roman" panose="02020603050405020304" pitchFamily="18" charset="0"/>
                <a:ea typeface="宋体" panose="02010600030101010101" pitchFamily="2" charset="-122"/>
              </a:rPr>
              <a:t>=          V=19.5mV</a:t>
            </a:r>
            <a:r>
              <a:rPr lang="zh-CN" altLang="en-US" sz="2400" b="1" dirty="0">
                <a:solidFill>
                  <a:srgbClr val="006666"/>
                </a:solidFill>
                <a:latin typeface="Times New Roman" panose="02020603050405020304" pitchFamily="18" charset="0"/>
                <a:ea typeface="宋体" panose="02010600030101010101" pitchFamily="2" charset="-122"/>
              </a:rPr>
              <a:t>。</a:t>
            </a:r>
            <a:endParaRPr lang="zh-CN" altLang="en-US" sz="2400" b="1" baseline="-25000" dirty="0">
              <a:solidFill>
                <a:srgbClr val="006666"/>
              </a:solidFill>
              <a:latin typeface="Times New Roman" panose="02020603050405020304" pitchFamily="18" charset="0"/>
              <a:ea typeface="宋体" panose="02010600030101010101" pitchFamily="2" charset="-122"/>
            </a:endParaRPr>
          </a:p>
          <a:p>
            <a:pPr marL="342900" indent="-342900" algn="just">
              <a:lnSpc>
                <a:spcPct val="130000"/>
              </a:lnSpc>
              <a:spcBef>
                <a:spcPct val="20000"/>
              </a:spcBef>
            </a:pPr>
            <a:r>
              <a:rPr lang="zh-CN" altLang="en-US" sz="2400" b="1" dirty="0">
                <a:solidFill>
                  <a:srgbClr val="FF3300"/>
                </a:solidFill>
                <a:latin typeface="Times New Roman" panose="02020603050405020304" pitchFamily="18" charset="0"/>
                <a:ea typeface="宋体" panose="02010600030101010101" pitchFamily="2" charset="-122"/>
              </a:rPr>
              <a:t>       </a:t>
            </a:r>
          </a:p>
          <a:p>
            <a:pPr marL="342900" indent="-342900" algn="just">
              <a:lnSpc>
                <a:spcPct val="130000"/>
              </a:lnSpc>
              <a:spcBef>
                <a:spcPct val="20000"/>
              </a:spcBef>
            </a:pPr>
            <a:r>
              <a:rPr lang="zh-CN" altLang="en-US" sz="2400" b="1" dirty="0">
                <a:solidFill>
                  <a:srgbClr val="FF3300"/>
                </a:solidFill>
                <a:latin typeface="Times New Roman" panose="02020603050405020304" pitchFamily="18" charset="0"/>
                <a:ea typeface="宋体" panose="02010600030101010101" pitchFamily="2" charset="-122"/>
              </a:rPr>
              <a:t> </a:t>
            </a:r>
            <a:r>
              <a:rPr lang="en-US" altLang="zh-CN" sz="2400" b="1" dirty="0">
                <a:solidFill>
                  <a:srgbClr val="FF3300"/>
                </a:solidFill>
                <a:latin typeface="Times New Roman" panose="02020603050405020304" pitchFamily="18" charset="0"/>
                <a:ea typeface="宋体" panose="02010600030101010101" pitchFamily="2" charset="-122"/>
              </a:rPr>
              <a:t>         </a:t>
            </a:r>
            <a:r>
              <a:rPr lang="zh-CN" altLang="en-US" sz="2400" b="1" dirty="0">
                <a:solidFill>
                  <a:srgbClr val="FF3300"/>
                </a:solidFill>
                <a:latin typeface="Times New Roman" panose="02020603050405020304" pitchFamily="18" charset="0"/>
                <a:ea typeface="宋体" panose="02010600030101010101" pitchFamily="2" charset="-122"/>
              </a:rPr>
              <a:t>显然，位数越多，分辨精度就越高。通常以其二进制位数表示分辨率。</a:t>
            </a:r>
            <a:endParaRPr lang="zh-CN" altLang="en-US" sz="2400" b="1" dirty="0">
              <a:latin typeface="Times New Roman" panose="02020603050405020304" pitchFamily="18" charset="0"/>
              <a:ea typeface="宋体" panose="02010600030101010101" pitchFamily="2" charset="-122"/>
            </a:endParaRPr>
          </a:p>
        </p:txBody>
      </p:sp>
      <p:graphicFrame>
        <p:nvGraphicFramePr>
          <p:cNvPr id="2" name="对象 230"/>
          <p:cNvGraphicFramePr>
            <a:graphicFrameLocks/>
          </p:cNvGraphicFramePr>
          <p:nvPr/>
        </p:nvGraphicFramePr>
        <p:xfrm>
          <a:off x="4901565" y="3894455"/>
          <a:ext cx="748030" cy="824230"/>
        </p:xfrm>
        <a:graphic>
          <a:graphicData uri="http://schemas.openxmlformats.org/presentationml/2006/ole">
            <mc:AlternateContent xmlns:mc="http://schemas.openxmlformats.org/markup-compatibility/2006">
              <mc:Choice xmlns:v="urn:schemas-microsoft-com:vml" Requires="v">
                <p:oleObj r:id="rId2" imgW="368280" imgH="406080" progId="Equation.3">
                  <p:embed/>
                </p:oleObj>
              </mc:Choice>
              <mc:Fallback>
                <p:oleObj r:id="rId2" imgW="368280" imgH="406080" progId="Equation.3">
                  <p:embed/>
                  <p:pic>
                    <p:nvPicPr>
                      <p:cNvPr id="0" name="Picture 4"/>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1565" y="3894455"/>
                        <a:ext cx="748030" cy="824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78B8842A-8912-3FFF-9268-2A4DEEA53B61}"/>
                  </a:ext>
                </a:extLst>
              </p14:cNvPr>
              <p14:cNvContentPartPr/>
              <p14:nvPr/>
            </p14:nvContentPartPr>
            <p14:xfrm>
              <a:off x="1335107" y="3332596"/>
              <a:ext cx="2304360" cy="12600"/>
            </p14:xfrm>
          </p:contentPart>
        </mc:Choice>
        <mc:Fallback xmlns="">
          <p:pic>
            <p:nvPicPr>
              <p:cNvPr id="4" name="墨迹 3">
                <a:extLst>
                  <a:ext uri="{FF2B5EF4-FFF2-40B4-BE49-F238E27FC236}">
                    <a16:creationId xmlns:a16="http://schemas.microsoft.com/office/drawing/2014/main" id="{78B8842A-8912-3FFF-9268-2A4DEEA53B61}"/>
                  </a:ext>
                </a:extLst>
              </p:cNvPr>
              <p:cNvPicPr/>
              <p:nvPr/>
            </p:nvPicPr>
            <p:blipFill>
              <a:blip r:embed="rId5"/>
              <a:stretch>
                <a:fillRect/>
              </a:stretch>
            </p:blipFill>
            <p:spPr>
              <a:xfrm>
                <a:off x="1317467" y="3314956"/>
                <a:ext cx="2340000" cy="48240"/>
              </a:xfrm>
              <a:prstGeom prst="rect">
                <a:avLst/>
              </a:prstGeom>
            </p:spPr>
          </p:pic>
        </mc:Fallback>
      </mc:AlternateContent>
      <p:grpSp>
        <p:nvGrpSpPr>
          <p:cNvPr id="6" name="组合 5">
            <a:extLst>
              <a:ext uri="{FF2B5EF4-FFF2-40B4-BE49-F238E27FC236}">
                <a16:creationId xmlns:a16="http://schemas.microsoft.com/office/drawing/2014/main" id="{4CDB557E-DD44-D48D-E89B-06D6931C532D}"/>
              </a:ext>
            </a:extLst>
          </p:cNvPr>
          <p:cNvGrpSpPr/>
          <p:nvPr/>
        </p:nvGrpSpPr>
        <p:grpSpPr>
          <a:xfrm>
            <a:off x="3988307" y="2737516"/>
            <a:ext cx="608040" cy="84240"/>
            <a:chOff x="3988307" y="2737516"/>
            <a:chExt cx="608040" cy="84240"/>
          </a:xfrm>
        </p:grpSpPr>
        <mc:AlternateContent xmlns:mc="http://schemas.openxmlformats.org/markup-compatibility/2006" xmlns:p14="http://schemas.microsoft.com/office/powerpoint/2010/main">
          <mc:Choice Requires="p14">
            <p:contentPart p14:bwMode="auto" r:id="rId6">
              <p14:nvContentPartPr>
                <p14:cNvPr id="3" name="墨迹 2">
                  <a:extLst>
                    <a:ext uri="{FF2B5EF4-FFF2-40B4-BE49-F238E27FC236}">
                      <a16:creationId xmlns:a16="http://schemas.microsoft.com/office/drawing/2014/main" id="{2AB8C9BA-27E5-70ED-E676-CA33233D8122}"/>
                    </a:ext>
                  </a:extLst>
                </p14:cNvPr>
                <p14:cNvContentPartPr/>
                <p14:nvPr/>
              </p14:nvContentPartPr>
              <p14:xfrm>
                <a:off x="4090547" y="2737516"/>
                <a:ext cx="379440" cy="84240"/>
              </p14:xfrm>
            </p:contentPart>
          </mc:Choice>
          <mc:Fallback xmlns="">
            <p:pic>
              <p:nvPicPr>
                <p:cNvPr id="3" name="墨迹 2">
                  <a:extLst>
                    <a:ext uri="{FF2B5EF4-FFF2-40B4-BE49-F238E27FC236}">
                      <a16:creationId xmlns:a16="http://schemas.microsoft.com/office/drawing/2014/main" id="{2AB8C9BA-27E5-70ED-E676-CA33233D8122}"/>
                    </a:ext>
                  </a:extLst>
                </p:cNvPr>
                <p:cNvPicPr/>
                <p:nvPr/>
              </p:nvPicPr>
              <p:blipFill>
                <a:blip r:embed="rId7"/>
                <a:stretch>
                  <a:fillRect/>
                </a:stretch>
              </p:blipFill>
              <p:spPr>
                <a:xfrm>
                  <a:off x="4072907" y="2719516"/>
                  <a:ext cx="41508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658AE9B5-F5E9-590A-E9B7-F06B15D9363F}"/>
                    </a:ext>
                  </a:extLst>
                </p14:cNvPr>
                <p14:cNvContentPartPr/>
                <p14:nvPr/>
              </p14:nvContentPartPr>
              <p14:xfrm>
                <a:off x="3988307" y="2768116"/>
                <a:ext cx="608040" cy="47880"/>
              </p14:xfrm>
            </p:contentPart>
          </mc:Choice>
          <mc:Fallback xmlns="">
            <p:pic>
              <p:nvPicPr>
                <p:cNvPr id="5" name="墨迹 4">
                  <a:extLst>
                    <a:ext uri="{FF2B5EF4-FFF2-40B4-BE49-F238E27FC236}">
                      <a16:creationId xmlns:a16="http://schemas.microsoft.com/office/drawing/2014/main" id="{658AE9B5-F5E9-590A-E9B7-F06B15D9363F}"/>
                    </a:ext>
                  </a:extLst>
                </p:cNvPr>
                <p:cNvPicPr/>
                <p:nvPr/>
              </p:nvPicPr>
              <p:blipFill>
                <a:blip r:embed="rId9"/>
                <a:stretch>
                  <a:fillRect/>
                </a:stretch>
              </p:blipFill>
              <p:spPr>
                <a:xfrm>
                  <a:off x="3970307" y="2750116"/>
                  <a:ext cx="643680" cy="83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7" name="墨迹 6">
                <a:extLst>
                  <a:ext uri="{FF2B5EF4-FFF2-40B4-BE49-F238E27FC236}">
                    <a16:creationId xmlns:a16="http://schemas.microsoft.com/office/drawing/2014/main" id="{2EE0C429-2B36-BF1D-6706-5E60DF6382FE}"/>
                  </a:ext>
                </a:extLst>
              </p14:cNvPr>
              <p14:cNvContentPartPr/>
              <p14:nvPr/>
            </p14:nvContentPartPr>
            <p14:xfrm>
              <a:off x="4259027" y="3290116"/>
              <a:ext cx="4138560" cy="96840"/>
            </p14:xfrm>
          </p:contentPart>
        </mc:Choice>
        <mc:Fallback xmlns="">
          <p:pic>
            <p:nvPicPr>
              <p:cNvPr id="7" name="墨迹 6">
                <a:extLst>
                  <a:ext uri="{FF2B5EF4-FFF2-40B4-BE49-F238E27FC236}">
                    <a16:creationId xmlns:a16="http://schemas.microsoft.com/office/drawing/2014/main" id="{2EE0C429-2B36-BF1D-6706-5E60DF6382FE}"/>
                  </a:ext>
                </a:extLst>
              </p:cNvPr>
              <p:cNvPicPr/>
              <p:nvPr/>
            </p:nvPicPr>
            <p:blipFill>
              <a:blip r:embed="rId11"/>
              <a:stretch>
                <a:fillRect/>
              </a:stretch>
            </p:blipFill>
            <p:spPr>
              <a:xfrm>
                <a:off x="4241387" y="3272476"/>
                <a:ext cx="417420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3532B2B6-1990-2576-C9B3-DD53E2811281}"/>
                  </a:ext>
                </a:extLst>
              </p14:cNvPr>
              <p14:cNvContentPartPr/>
              <p14:nvPr/>
            </p14:nvContentPartPr>
            <p14:xfrm>
              <a:off x="2058707" y="4416916"/>
              <a:ext cx="308520" cy="198720"/>
            </p14:xfrm>
          </p:contentPart>
        </mc:Choice>
        <mc:Fallback xmlns="">
          <p:pic>
            <p:nvPicPr>
              <p:cNvPr id="8" name="墨迹 7">
                <a:extLst>
                  <a:ext uri="{FF2B5EF4-FFF2-40B4-BE49-F238E27FC236}">
                    <a16:creationId xmlns:a16="http://schemas.microsoft.com/office/drawing/2014/main" id="{3532B2B6-1990-2576-C9B3-DD53E2811281}"/>
                  </a:ext>
                </a:extLst>
              </p:cNvPr>
              <p:cNvPicPr/>
              <p:nvPr/>
            </p:nvPicPr>
            <p:blipFill>
              <a:blip r:embed="rId13"/>
              <a:stretch>
                <a:fillRect/>
              </a:stretch>
            </p:blipFill>
            <p:spPr>
              <a:xfrm>
                <a:off x="2040707" y="4399276"/>
                <a:ext cx="344160" cy="234360"/>
              </a:xfrm>
              <a:prstGeom prst="rect">
                <a:avLst/>
              </a:prstGeom>
            </p:spPr>
          </p:pic>
        </mc:Fallback>
      </mc:AlternateContent>
      <p:grpSp>
        <p:nvGrpSpPr>
          <p:cNvPr id="11" name="组合 10">
            <a:extLst>
              <a:ext uri="{FF2B5EF4-FFF2-40B4-BE49-F238E27FC236}">
                <a16:creationId xmlns:a16="http://schemas.microsoft.com/office/drawing/2014/main" id="{9EC70EDC-D174-4889-EFF8-B253094AEBCD}"/>
              </a:ext>
            </a:extLst>
          </p:cNvPr>
          <p:cNvGrpSpPr/>
          <p:nvPr/>
        </p:nvGrpSpPr>
        <p:grpSpPr>
          <a:xfrm>
            <a:off x="5280707" y="4366876"/>
            <a:ext cx="387000" cy="536400"/>
            <a:chOff x="5280707" y="4366876"/>
            <a:chExt cx="387000" cy="536400"/>
          </a:xfrm>
        </p:grpSpPr>
        <mc:AlternateContent xmlns:mc="http://schemas.openxmlformats.org/markup-compatibility/2006" xmlns:p14="http://schemas.microsoft.com/office/powerpoint/2010/main">
          <mc:Choice Requires="p14">
            <p:contentPart p14:bwMode="auto" r:id="rId14">
              <p14:nvContentPartPr>
                <p14:cNvPr id="9" name="墨迹 8">
                  <a:extLst>
                    <a:ext uri="{FF2B5EF4-FFF2-40B4-BE49-F238E27FC236}">
                      <a16:creationId xmlns:a16="http://schemas.microsoft.com/office/drawing/2014/main" id="{1B5834C7-B45F-1527-1B1E-817599C89BD5}"/>
                    </a:ext>
                  </a:extLst>
                </p14:cNvPr>
                <p14:cNvContentPartPr/>
                <p14:nvPr/>
              </p14:nvContentPartPr>
              <p14:xfrm>
                <a:off x="5280707" y="4366876"/>
                <a:ext cx="374760" cy="367920"/>
              </p14:xfrm>
            </p:contentPart>
          </mc:Choice>
          <mc:Fallback xmlns="">
            <p:pic>
              <p:nvPicPr>
                <p:cNvPr id="9" name="墨迹 8">
                  <a:extLst>
                    <a:ext uri="{FF2B5EF4-FFF2-40B4-BE49-F238E27FC236}">
                      <a16:creationId xmlns:a16="http://schemas.microsoft.com/office/drawing/2014/main" id="{1B5834C7-B45F-1527-1B1E-817599C89BD5}"/>
                    </a:ext>
                  </a:extLst>
                </p:cNvPr>
                <p:cNvPicPr/>
                <p:nvPr/>
              </p:nvPicPr>
              <p:blipFill>
                <a:blip r:embed="rId15"/>
                <a:stretch>
                  <a:fillRect/>
                </a:stretch>
              </p:blipFill>
              <p:spPr>
                <a:xfrm>
                  <a:off x="5262707" y="4349236"/>
                  <a:ext cx="410400" cy="4035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0" name="墨迹 9">
                  <a:extLst>
                    <a:ext uri="{FF2B5EF4-FFF2-40B4-BE49-F238E27FC236}">
                      <a16:creationId xmlns:a16="http://schemas.microsoft.com/office/drawing/2014/main" id="{283D4437-09EB-C277-025C-41BC12E373D1}"/>
                    </a:ext>
                  </a:extLst>
                </p14:cNvPr>
                <p14:cNvContentPartPr/>
                <p14:nvPr/>
              </p14:nvContentPartPr>
              <p14:xfrm>
                <a:off x="5345507" y="4681156"/>
                <a:ext cx="322200" cy="222120"/>
              </p14:xfrm>
            </p:contentPart>
          </mc:Choice>
          <mc:Fallback xmlns="">
            <p:pic>
              <p:nvPicPr>
                <p:cNvPr id="10" name="墨迹 9">
                  <a:extLst>
                    <a:ext uri="{FF2B5EF4-FFF2-40B4-BE49-F238E27FC236}">
                      <a16:creationId xmlns:a16="http://schemas.microsoft.com/office/drawing/2014/main" id="{283D4437-09EB-C277-025C-41BC12E373D1}"/>
                    </a:ext>
                  </a:extLst>
                </p:cNvPr>
                <p:cNvPicPr/>
                <p:nvPr/>
              </p:nvPicPr>
              <p:blipFill>
                <a:blip r:embed="rId17"/>
                <a:stretch>
                  <a:fillRect/>
                </a:stretch>
              </p:blipFill>
              <p:spPr>
                <a:xfrm>
                  <a:off x="5327867" y="4663516"/>
                  <a:ext cx="357840" cy="257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2" name="墨迹 11">
                <a:extLst>
                  <a:ext uri="{FF2B5EF4-FFF2-40B4-BE49-F238E27FC236}">
                    <a16:creationId xmlns:a16="http://schemas.microsoft.com/office/drawing/2014/main" id="{E702DC24-45B5-69F1-3CA2-BF4BF84D9301}"/>
                  </a:ext>
                </a:extLst>
              </p14:cNvPr>
              <p14:cNvContentPartPr/>
              <p14:nvPr/>
            </p14:nvContentPartPr>
            <p14:xfrm>
              <a:off x="2002907" y="5389636"/>
              <a:ext cx="6828840" cy="206640"/>
            </p14:xfrm>
          </p:contentPart>
        </mc:Choice>
        <mc:Fallback xmlns="">
          <p:pic>
            <p:nvPicPr>
              <p:cNvPr id="12" name="墨迹 11">
                <a:extLst>
                  <a:ext uri="{FF2B5EF4-FFF2-40B4-BE49-F238E27FC236}">
                    <a16:creationId xmlns:a16="http://schemas.microsoft.com/office/drawing/2014/main" id="{E702DC24-45B5-69F1-3CA2-BF4BF84D9301}"/>
                  </a:ext>
                </a:extLst>
              </p:cNvPr>
              <p:cNvPicPr/>
              <p:nvPr/>
            </p:nvPicPr>
            <p:blipFill>
              <a:blip r:embed="rId19"/>
              <a:stretch>
                <a:fillRect/>
              </a:stretch>
            </p:blipFill>
            <p:spPr>
              <a:xfrm>
                <a:off x="1985267" y="5371636"/>
                <a:ext cx="686448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3" name="墨迹 12">
                <a:extLst>
                  <a:ext uri="{FF2B5EF4-FFF2-40B4-BE49-F238E27FC236}">
                    <a16:creationId xmlns:a16="http://schemas.microsoft.com/office/drawing/2014/main" id="{F8069D64-5973-ED72-3912-8860A57B6326}"/>
                  </a:ext>
                </a:extLst>
              </p14:cNvPr>
              <p14:cNvContentPartPr/>
              <p14:nvPr/>
            </p14:nvContentPartPr>
            <p14:xfrm>
              <a:off x="571187" y="6007756"/>
              <a:ext cx="1111320" cy="122760"/>
            </p14:xfrm>
          </p:contentPart>
        </mc:Choice>
        <mc:Fallback xmlns="">
          <p:pic>
            <p:nvPicPr>
              <p:cNvPr id="13" name="墨迹 12">
                <a:extLst>
                  <a:ext uri="{FF2B5EF4-FFF2-40B4-BE49-F238E27FC236}">
                    <a16:creationId xmlns:a16="http://schemas.microsoft.com/office/drawing/2014/main" id="{F8069D64-5973-ED72-3912-8860A57B6326}"/>
                  </a:ext>
                </a:extLst>
              </p:cNvPr>
              <p:cNvPicPr/>
              <p:nvPr/>
            </p:nvPicPr>
            <p:blipFill>
              <a:blip r:embed="rId21"/>
              <a:stretch>
                <a:fillRect/>
              </a:stretch>
            </p:blipFill>
            <p:spPr>
              <a:xfrm>
                <a:off x="553547" y="5990116"/>
                <a:ext cx="1146960" cy="1584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4" name="墨迹 13">
                <a:extLst>
                  <a:ext uri="{FF2B5EF4-FFF2-40B4-BE49-F238E27FC236}">
                    <a16:creationId xmlns:a16="http://schemas.microsoft.com/office/drawing/2014/main" id="{20234FAD-9A61-9D9B-A91B-6F25EAEE7315}"/>
                  </a:ext>
                </a:extLst>
              </p14:cNvPr>
              <p14:cNvContentPartPr/>
              <p14:nvPr/>
            </p14:nvContentPartPr>
            <p14:xfrm>
              <a:off x="5130227" y="4752076"/>
              <a:ext cx="159120" cy="152640"/>
            </p14:xfrm>
          </p:contentPart>
        </mc:Choice>
        <mc:Fallback xmlns="">
          <p:pic>
            <p:nvPicPr>
              <p:cNvPr id="14" name="墨迹 13">
                <a:extLst>
                  <a:ext uri="{FF2B5EF4-FFF2-40B4-BE49-F238E27FC236}">
                    <a16:creationId xmlns:a16="http://schemas.microsoft.com/office/drawing/2014/main" id="{20234FAD-9A61-9D9B-A91B-6F25EAEE7315}"/>
                  </a:ext>
                </a:extLst>
              </p:cNvPr>
              <p:cNvPicPr/>
              <p:nvPr/>
            </p:nvPicPr>
            <p:blipFill>
              <a:blip r:embed="rId23"/>
              <a:stretch>
                <a:fillRect/>
              </a:stretch>
            </p:blipFill>
            <p:spPr>
              <a:xfrm>
                <a:off x="5112227" y="4734436"/>
                <a:ext cx="194760" cy="18828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05826"/>
                                        </p:tgtEl>
                                        <p:attrNameLst>
                                          <p:attrName>style.visibility</p:attrName>
                                        </p:attrNameLst>
                                      </p:cBhvr>
                                      <p:to>
                                        <p:strVal val="visible"/>
                                      </p:to>
                                    </p:set>
                                    <p:animEffect transition="in" filter="blinds(horizontal)">
                                      <p:cBhvr>
                                        <p:cTn id="7" dur="500"/>
                                        <p:tgtEl>
                                          <p:spTgt spid="20582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05827"/>
                                        </p:tgtEl>
                                        <p:attrNameLst>
                                          <p:attrName>style.visibility</p:attrName>
                                        </p:attrNameLst>
                                      </p:cBhvr>
                                      <p:to>
                                        <p:strVal val="visible"/>
                                      </p:to>
                                    </p:set>
                                    <p:animEffect transition="in" filter="diamond(in)">
                                      <p:cBhvr>
                                        <p:cTn id="12" dur="2000"/>
                                        <p:tgtEl>
                                          <p:spTgt spid="205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826" grpId="0"/>
      <p:bldP spid="20582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6" name="Rectangle 4"/>
          <p:cNvSpPr/>
          <p:nvPr/>
        </p:nvSpPr>
        <p:spPr>
          <a:xfrm>
            <a:off x="123190" y="908050"/>
            <a:ext cx="8975090" cy="2736850"/>
          </a:xfrm>
          <a:prstGeom prst="rect">
            <a:avLst/>
          </a:prstGeom>
          <a:noFill/>
          <a:ln w="9525">
            <a:noFill/>
          </a:ln>
        </p:spPr>
        <p:txBody>
          <a:bodyPr anchor="t" anchorCtr="0"/>
          <a:lstStyle/>
          <a:p>
            <a:pPr marL="342900" indent="-342900">
              <a:lnSpc>
                <a:spcPct val="130000"/>
              </a:lnSpc>
              <a:spcBef>
                <a:spcPct val="20000"/>
              </a:spcBef>
            </a:pPr>
            <a:r>
              <a:rPr lang="en-US" altLang="zh-CN" sz="2400" b="1" dirty="0">
                <a:solidFill>
                  <a:srgbClr val="FF3300"/>
                </a:solidFill>
                <a:latin typeface="Times New Roman" panose="02020603050405020304" pitchFamily="18" charset="0"/>
                <a:ea typeface="宋体" panose="02010600030101010101" pitchFamily="2" charset="-122"/>
              </a:rPr>
              <a:t>  </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2</a:t>
            </a:r>
            <a:r>
              <a:rPr lang="zh-CN" altLang="en-US" sz="2400" b="1" dirty="0">
                <a:solidFill>
                  <a:srgbClr val="FF3300"/>
                </a:solidFill>
                <a:latin typeface="Times New Roman" panose="02020603050405020304" pitchFamily="18" charset="0"/>
                <a:ea typeface="宋体" panose="02010600030101010101" pitchFamily="2" charset="-122"/>
              </a:rPr>
              <a:t>）转换误差（</a:t>
            </a:r>
            <a:r>
              <a:rPr lang="en-US" altLang="zh-CN" sz="2400" b="1" dirty="0">
                <a:solidFill>
                  <a:srgbClr val="FF3300"/>
                </a:solidFill>
                <a:latin typeface="Times New Roman" panose="02020603050405020304" pitchFamily="18" charset="0"/>
                <a:ea typeface="宋体" panose="02010600030101010101" pitchFamily="2" charset="-122"/>
              </a:rPr>
              <a:t>conversion error</a:t>
            </a:r>
            <a:r>
              <a:rPr lang="zh-CN" altLang="en-US" sz="2400" b="1" dirty="0">
                <a:solidFill>
                  <a:srgbClr val="FF3300"/>
                </a:solidFill>
                <a:latin typeface="Times New Roman" panose="02020603050405020304" pitchFamily="18" charset="0"/>
                <a:ea typeface="宋体" panose="02010600030101010101" pitchFamily="2" charset="-122"/>
              </a:rPr>
              <a:t>）</a:t>
            </a:r>
          </a:p>
          <a:p>
            <a:pPr marL="342900" indent="-342900">
              <a:lnSpc>
                <a:spcPct val="130000"/>
              </a:lnSpc>
              <a:spcBef>
                <a:spcPct val="20000"/>
              </a:spcBef>
            </a:pPr>
            <a:r>
              <a:rPr lang="zh-CN" altLang="en-US" sz="2400" b="1" dirty="0">
                <a:latin typeface="Times New Roman" panose="02020603050405020304" pitchFamily="18" charset="0"/>
                <a:ea typeface="宋体" panose="02010600030101010101" pitchFamily="2" charset="-122"/>
              </a:rPr>
              <a:t>      指</a:t>
            </a:r>
            <a:r>
              <a:rPr lang="en-US" altLang="zh-CN" sz="2400" b="1" dirty="0">
                <a:latin typeface="Times New Roman" panose="02020603050405020304" pitchFamily="18" charset="0"/>
                <a:ea typeface="宋体" panose="02010600030101010101" pitchFamily="2" charset="-122"/>
              </a:rPr>
              <a:t>DAC</a:t>
            </a:r>
            <a:r>
              <a:rPr lang="zh-CN" altLang="en-US" sz="2400" b="1" dirty="0">
                <a:latin typeface="Times New Roman" panose="02020603050405020304" pitchFamily="18" charset="0"/>
                <a:ea typeface="宋体" panose="02010600030101010101" pitchFamily="2" charset="-122"/>
              </a:rPr>
              <a:t>实际输出的模拟量与理论输出模拟量之间的差值。</a:t>
            </a:r>
          </a:p>
          <a:p>
            <a:pPr marL="342900" indent="-342900">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en-US" altLang="zh-CN" sz="2400" b="1" dirty="0">
                <a:sym typeface="+mn-ea"/>
              </a:rPr>
              <a:t> D/A</a:t>
            </a:r>
            <a:r>
              <a:rPr lang="zh-CN" altLang="en-US" sz="2400" b="1" dirty="0">
                <a:sym typeface="+mn-ea"/>
              </a:rPr>
              <a:t>转换器的绝对误差（或绝对精度）是指加入最大数字量（全</a:t>
            </a:r>
            <a:r>
              <a:rPr lang="en-US" altLang="zh-CN" sz="2400" b="1" dirty="0">
                <a:sym typeface="+mn-ea"/>
              </a:rPr>
              <a:t>1</a:t>
            </a:r>
            <a:r>
              <a:rPr lang="zh-CN" altLang="en-US" sz="2400" b="1" dirty="0">
                <a:sym typeface="+mn-ea"/>
              </a:rPr>
              <a:t>）时</a:t>
            </a:r>
            <a:r>
              <a:rPr lang="en-US" altLang="zh-CN" sz="2400" b="1" dirty="0">
                <a:sym typeface="+mn-ea"/>
              </a:rPr>
              <a:t>D/A</a:t>
            </a:r>
            <a:r>
              <a:rPr lang="zh-CN" altLang="en-US" sz="2400" b="1" dirty="0">
                <a:sym typeface="+mn-ea"/>
              </a:rPr>
              <a:t>转换器的理论值与实际值之差，该误差值应小于</a:t>
            </a:r>
            <a:r>
              <a:rPr lang="en-US" altLang="zh-CN" sz="2400" b="1" dirty="0">
                <a:sym typeface="+mn-ea"/>
              </a:rPr>
              <a:t>LSB/2</a:t>
            </a:r>
            <a:r>
              <a:rPr lang="zh-CN" altLang="en-US" sz="2400" b="1" dirty="0">
                <a:sym typeface="+mn-ea"/>
              </a:rPr>
              <a:t>。</a:t>
            </a:r>
            <a:endParaRPr lang="zh-CN" altLang="en-US" sz="2400" b="1" dirty="0">
              <a:latin typeface="Times New Roman" panose="02020603050405020304" pitchFamily="18" charset="0"/>
              <a:ea typeface="宋体" panose="02010600030101010101" pitchFamily="2" charset="-122"/>
            </a:endParaRPr>
          </a:p>
          <a:p>
            <a:pPr marL="342900" indent="-342900">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p>
        </p:txBody>
      </p:sp>
      <p:sp>
        <p:nvSpPr>
          <p:cNvPr id="310278" name="Text Box 6"/>
          <p:cNvSpPr txBox="1"/>
          <p:nvPr/>
        </p:nvSpPr>
        <p:spPr>
          <a:xfrm>
            <a:off x="611188" y="3644900"/>
            <a:ext cx="7561262" cy="457200"/>
          </a:xfrm>
          <a:prstGeom prst="rect">
            <a:avLst/>
          </a:prstGeom>
          <a:noFill/>
          <a:ln w="9525">
            <a:noFill/>
          </a:ln>
        </p:spPr>
        <p:txBody>
          <a:bodyPr anchor="t" anchorCtr="0">
            <a:spAutoFit/>
          </a:bodyPr>
          <a:lstStyle/>
          <a:p>
            <a:pPr>
              <a:spcBef>
                <a:spcPct val="50000"/>
              </a:spcBef>
            </a:pPr>
            <a:r>
              <a:rPr lang="zh-CN" altLang="en-US" sz="2400" b="1" dirty="0">
                <a:solidFill>
                  <a:srgbClr val="FF3300"/>
                </a:solidFill>
                <a:latin typeface="Times New Roman" panose="02020603050405020304" pitchFamily="18" charset="0"/>
                <a:ea typeface="宋体" panose="02010600030101010101" pitchFamily="2" charset="-122"/>
              </a:rPr>
              <a:t>常用分辨率和转换误差描述</a:t>
            </a:r>
            <a:r>
              <a:rPr lang="en-US" altLang="zh-CN" sz="2400" b="1" dirty="0">
                <a:solidFill>
                  <a:srgbClr val="FF3300"/>
                </a:solidFill>
                <a:latin typeface="Times New Roman" panose="02020603050405020304" pitchFamily="18" charset="0"/>
                <a:ea typeface="宋体" panose="02010600030101010101" pitchFamily="2" charset="-122"/>
              </a:rPr>
              <a:t>D/A</a:t>
            </a:r>
            <a:r>
              <a:rPr lang="zh-CN" altLang="en-US" sz="2400" b="1" dirty="0">
                <a:solidFill>
                  <a:srgbClr val="FF3300"/>
                </a:solidFill>
                <a:latin typeface="Times New Roman" panose="02020603050405020304" pitchFamily="18" charset="0"/>
                <a:ea typeface="宋体" panose="02010600030101010101" pitchFamily="2" charset="-122"/>
              </a:rPr>
              <a:t>转换器的转换精度。</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D1088AB9-3554-D6CD-5312-1D03122D0665}"/>
                  </a:ext>
                </a:extLst>
              </p14:cNvPr>
              <p14:cNvContentPartPr/>
              <p14:nvPr/>
            </p14:nvContentPartPr>
            <p14:xfrm>
              <a:off x="1371467" y="3392716"/>
              <a:ext cx="5963400" cy="686160"/>
            </p14:xfrm>
          </p:contentPart>
        </mc:Choice>
        <mc:Fallback xmlns="">
          <p:pic>
            <p:nvPicPr>
              <p:cNvPr id="2" name="墨迹 1">
                <a:extLst>
                  <a:ext uri="{FF2B5EF4-FFF2-40B4-BE49-F238E27FC236}">
                    <a16:creationId xmlns:a16="http://schemas.microsoft.com/office/drawing/2014/main" id="{D1088AB9-3554-D6CD-5312-1D03122D0665}"/>
                  </a:ext>
                </a:extLst>
              </p:cNvPr>
              <p:cNvPicPr/>
              <p:nvPr/>
            </p:nvPicPr>
            <p:blipFill>
              <a:blip r:embed="rId3"/>
              <a:stretch>
                <a:fillRect/>
              </a:stretch>
            </p:blipFill>
            <p:spPr>
              <a:xfrm>
                <a:off x="1353467" y="3375076"/>
                <a:ext cx="5999040" cy="72180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10276"/>
                                        </p:tgtEl>
                                        <p:attrNameLst>
                                          <p:attrName>style.visibility</p:attrName>
                                        </p:attrNameLst>
                                      </p:cBhvr>
                                      <p:to>
                                        <p:strVal val="visible"/>
                                      </p:to>
                                    </p:set>
                                    <p:animEffect transition="in" filter="blinds(horizontal)">
                                      <p:cBhvr>
                                        <p:cTn id="7" dur="500"/>
                                        <p:tgtEl>
                                          <p:spTgt spid="31027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10278"/>
                                        </p:tgtEl>
                                        <p:attrNameLst>
                                          <p:attrName>style.visibility</p:attrName>
                                        </p:attrNameLst>
                                      </p:cBhvr>
                                      <p:to>
                                        <p:strVal val="visible"/>
                                      </p:to>
                                    </p:set>
                                    <p:animEffect transition="in" filter="checkerboard(across)">
                                      <p:cBhvr>
                                        <p:cTn id="12" dur="500"/>
                                        <p:tgtEl>
                                          <p:spTgt spid="310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0276" grpId="0"/>
      <p:bldP spid="31027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Text Box 2"/>
          <p:cNvSpPr txBox="1"/>
          <p:nvPr/>
        </p:nvSpPr>
        <p:spPr>
          <a:xfrm>
            <a:off x="365125" y="549275"/>
            <a:ext cx="4494213" cy="603250"/>
          </a:xfrm>
          <a:prstGeom prst="rect">
            <a:avLst/>
          </a:prstGeom>
          <a:noFill/>
          <a:ln w="9525">
            <a:noFill/>
          </a:ln>
        </p:spPr>
        <p:txBody>
          <a:bodyPr anchor="t" anchorCtr="0">
            <a:spAutoFit/>
          </a:bodyPr>
          <a:lstStyle/>
          <a:p>
            <a:pPr>
              <a:lnSpc>
                <a:spcPct val="140000"/>
              </a:lnSpc>
              <a:spcBef>
                <a:spcPct val="45000"/>
              </a:spcBef>
            </a:pP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3</a:t>
            </a:r>
            <a:r>
              <a:rPr lang="zh-CN" altLang="en-US" sz="2400" b="1" dirty="0">
                <a:solidFill>
                  <a:srgbClr val="FF3300"/>
                </a:solidFill>
                <a:latin typeface="Times New Roman" panose="02020603050405020304" pitchFamily="18" charset="0"/>
                <a:ea typeface="宋体" panose="02010600030101010101" pitchFamily="2" charset="-122"/>
              </a:rPr>
              <a:t>）建立时间（</a:t>
            </a:r>
            <a:r>
              <a:rPr lang="en-US" altLang="zh-CN" sz="2400" b="1" dirty="0">
                <a:solidFill>
                  <a:srgbClr val="FF3300"/>
                </a:solidFill>
                <a:latin typeface="Times New Roman" panose="02020603050405020304" pitchFamily="18" charset="0"/>
                <a:ea typeface="宋体" panose="02010600030101010101" pitchFamily="2" charset="-122"/>
              </a:rPr>
              <a:t>Setting time</a:t>
            </a:r>
            <a:r>
              <a:rPr lang="zh-CN" altLang="en-US" sz="2400" b="1" dirty="0">
                <a:solidFill>
                  <a:srgbClr val="FF3300"/>
                </a:solidFill>
                <a:latin typeface="Times New Roman" panose="02020603050405020304" pitchFamily="18" charset="0"/>
                <a:ea typeface="宋体" panose="02010600030101010101" pitchFamily="2" charset="-122"/>
              </a:rPr>
              <a:t>）</a:t>
            </a:r>
            <a:endParaRPr lang="zh-CN" altLang="en-US" sz="2400" b="1" dirty="0">
              <a:solidFill>
                <a:srgbClr val="FF3300"/>
              </a:solidFill>
              <a:latin typeface="Times New Roman" panose="02020603050405020304" pitchFamily="18" charset="0"/>
              <a:ea typeface="Times New Roman" panose="02020603050405020304" pitchFamily="18" charset="0"/>
            </a:endParaRPr>
          </a:p>
        </p:txBody>
      </p:sp>
      <p:sp>
        <p:nvSpPr>
          <p:cNvPr id="13314" name="Text Box 3"/>
          <p:cNvSpPr txBox="1"/>
          <p:nvPr/>
        </p:nvSpPr>
        <p:spPr>
          <a:xfrm>
            <a:off x="249238" y="1031875"/>
            <a:ext cx="8666162" cy="1516063"/>
          </a:xfrm>
          <a:prstGeom prst="rect">
            <a:avLst/>
          </a:prstGeom>
          <a:noFill/>
          <a:ln w="9525">
            <a:noFill/>
          </a:ln>
        </p:spPr>
        <p:txBody>
          <a:bodyPr anchor="t" anchorCtr="0">
            <a:spAutoFit/>
          </a:bodyPr>
          <a:lstStyle/>
          <a:p>
            <a:pPr>
              <a:lnSpc>
                <a:spcPct val="130000"/>
              </a:lnSpc>
            </a:pPr>
            <a:r>
              <a:rPr lang="zh-CN" altLang="en-US" sz="2400" b="1" dirty="0">
                <a:solidFill>
                  <a:srgbClr val="3333FF"/>
                </a:solidFill>
                <a:latin typeface="Times New Roman" panose="02020603050405020304" pitchFamily="18" charset="0"/>
                <a:ea typeface="新宋体" panose="02010609030101010101" pitchFamily="49" charset="-122"/>
              </a:rPr>
              <a:t>　　通常用建立时间　　来定量描述</a:t>
            </a:r>
            <a:r>
              <a:rPr lang="en-US" altLang="zh-CN" sz="2400" b="1" dirty="0">
                <a:solidFill>
                  <a:srgbClr val="3333FF"/>
                </a:solidFill>
                <a:latin typeface="Times New Roman" panose="02020603050405020304" pitchFamily="18" charset="0"/>
                <a:ea typeface="新宋体" panose="02010609030101010101" pitchFamily="49" charset="-122"/>
              </a:rPr>
              <a:t>D/A</a:t>
            </a:r>
            <a:r>
              <a:rPr lang="zh-CN" altLang="en-US" sz="2400" b="1" dirty="0">
                <a:solidFill>
                  <a:srgbClr val="3333FF"/>
                </a:solidFill>
                <a:latin typeface="Times New Roman" panose="02020603050405020304" pitchFamily="18" charset="0"/>
                <a:ea typeface="新宋体" panose="02010609030101010101" pitchFamily="49" charset="-122"/>
              </a:rPr>
              <a:t>转换器的转换速度。</a:t>
            </a:r>
          </a:p>
          <a:p>
            <a:pPr>
              <a:lnSpc>
                <a:spcPct val="130000"/>
              </a:lnSpc>
            </a:pPr>
            <a:r>
              <a:rPr lang="zh-CN" altLang="en-US" sz="2400" b="1" dirty="0">
                <a:solidFill>
                  <a:srgbClr val="3333FF"/>
                </a:solidFill>
                <a:latin typeface="Times New Roman" panose="02020603050405020304" pitchFamily="18" charset="0"/>
                <a:ea typeface="新宋体" panose="02010609030101010101" pitchFamily="49" charset="-122"/>
              </a:rPr>
              <a:t>　　建立时间（　）：从输入的数字量发生突变开始，直到输</a:t>
            </a:r>
          </a:p>
          <a:p>
            <a:pPr>
              <a:lnSpc>
                <a:spcPct val="130000"/>
              </a:lnSpc>
            </a:pPr>
            <a:r>
              <a:rPr lang="zh-CN" altLang="en-US" sz="2400" b="1" dirty="0">
                <a:solidFill>
                  <a:srgbClr val="3333FF"/>
                </a:solidFill>
                <a:latin typeface="Times New Roman" panose="02020603050405020304" pitchFamily="18" charset="0"/>
                <a:ea typeface="新宋体" panose="02010609030101010101" pitchFamily="49" charset="-122"/>
              </a:rPr>
              <a:t>出电压进入与稳定态相差　　　范围以内的这段时间。</a:t>
            </a:r>
          </a:p>
        </p:txBody>
      </p:sp>
      <p:graphicFrame>
        <p:nvGraphicFramePr>
          <p:cNvPr id="13315" name="Object 4"/>
          <p:cNvGraphicFramePr>
            <a:graphicFrameLocks/>
          </p:cNvGraphicFramePr>
          <p:nvPr/>
        </p:nvGraphicFramePr>
        <p:xfrm>
          <a:off x="3200400" y="1143000"/>
          <a:ext cx="406400" cy="457200"/>
        </p:xfrm>
        <a:graphic>
          <a:graphicData uri="http://schemas.openxmlformats.org/presentationml/2006/ole">
            <mc:AlternateContent xmlns:mc="http://schemas.openxmlformats.org/markup-compatibility/2006">
              <mc:Choice xmlns:v="urn:schemas-microsoft-com:vml" Requires="v">
                <p:oleObj r:id="rId2" imgW="203112" imgH="228501" progId="Equation.3">
                  <p:embed/>
                </p:oleObj>
              </mc:Choice>
              <mc:Fallback>
                <p:oleObj r:id="rId2" imgW="203112" imgH="228501" progId="Equation.3">
                  <p:embed/>
                  <p:pic>
                    <p:nvPicPr>
                      <p:cNvPr id="0" name="图片 3081"/>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1430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16" name="Object 5"/>
          <p:cNvGraphicFramePr>
            <a:graphicFrameLocks/>
          </p:cNvGraphicFramePr>
          <p:nvPr/>
        </p:nvGraphicFramePr>
        <p:xfrm>
          <a:off x="2413000" y="1600200"/>
          <a:ext cx="406400" cy="457200"/>
        </p:xfrm>
        <a:graphic>
          <a:graphicData uri="http://schemas.openxmlformats.org/presentationml/2006/ole">
            <mc:AlternateContent xmlns:mc="http://schemas.openxmlformats.org/markup-compatibility/2006">
              <mc:Choice xmlns:v="urn:schemas-microsoft-com:vml" Requires="v">
                <p:oleObj r:id="rId2" imgW="203112" imgH="228501" progId="Equation.3">
                  <p:embed/>
                </p:oleObj>
              </mc:Choice>
              <mc:Fallback>
                <p:oleObj r:id="rId2" imgW="203112" imgH="228501" progId="Equation.3">
                  <p:embed/>
                  <p:pic>
                    <p:nvPicPr>
                      <p:cNvPr id="0" name="图片 3082"/>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3000" y="1600200"/>
                        <a:ext cx="40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317" name="Object 6"/>
          <p:cNvGraphicFramePr>
            <a:graphicFrameLocks/>
          </p:cNvGraphicFramePr>
          <p:nvPr/>
        </p:nvGraphicFramePr>
        <p:xfrm>
          <a:off x="3733800" y="2057400"/>
          <a:ext cx="762000" cy="512763"/>
        </p:xfrm>
        <a:graphic>
          <a:graphicData uri="http://schemas.openxmlformats.org/presentationml/2006/ole">
            <mc:AlternateContent xmlns:mc="http://schemas.openxmlformats.org/markup-compatibility/2006">
              <mc:Choice xmlns:v="urn:schemas-microsoft-com:vml" Requires="v">
                <p:oleObj r:id="rId5" imgW="583947" imgH="393529" progId="Equation.3">
                  <p:embed/>
                </p:oleObj>
              </mc:Choice>
              <mc:Fallback>
                <p:oleObj r:id="rId5" imgW="583947" imgH="393529" progId="Equation.3">
                  <p:embed/>
                  <p:pic>
                    <p:nvPicPr>
                      <p:cNvPr id="0" name="图片 308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33800" y="2057400"/>
                        <a:ext cx="762000"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13319" name="Text Box 8"/>
          <p:cNvSpPr txBox="1"/>
          <p:nvPr/>
        </p:nvSpPr>
        <p:spPr>
          <a:xfrm>
            <a:off x="395605" y="4508500"/>
            <a:ext cx="2808605" cy="1714500"/>
          </a:xfrm>
          <a:prstGeom prst="rect">
            <a:avLst/>
          </a:prstGeom>
          <a:noFill/>
          <a:ln w="9525">
            <a:noFill/>
          </a:ln>
        </p:spPr>
        <p:txBody>
          <a:bodyPr wrap="square" anchor="t" anchorCtr="0">
            <a:spAutoFit/>
          </a:bodyPr>
          <a:lstStyle/>
          <a:p>
            <a:pPr>
              <a:lnSpc>
                <a:spcPct val="120000"/>
              </a:lnSpc>
              <a:spcBef>
                <a:spcPct val="50000"/>
              </a:spcBef>
            </a:pPr>
            <a:r>
              <a:rPr lang="zh-CN" altLang="en-US" sz="2200" b="1" dirty="0">
                <a:solidFill>
                  <a:srgbClr val="000000"/>
                </a:solidFill>
                <a:latin typeface="Times New Roman" panose="02020603050405020304" pitchFamily="18" charset="0"/>
                <a:ea typeface="宋体" panose="02010600030101010101" pitchFamily="2" charset="-122"/>
              </a:rPr>
              <a:t>通常手册中给出的是从输入从</a:t>
            </a:r>
            <a:r>
              <a:rPr lang="zh-CN" altLang="en-US" sz="2200" b="1" dirty="0">
                <a:solidFill>
                  <a:srgbClr val="FF3300"/>
                </a:solidFill>
                <a:latin typeface="Times New Roman" panose="02020603050405020304" pitchFamily="18" charset="0"/>
                <a:ea typeface="宋体" panose="02010600030101010101" pitchFamily="2" charset="-122"/>
              </a:rPr>
              <a:t>全</a:t>
            </a:r>
            <a:r>
              <a:rPr lang="en-US" altLang="zh-CN" sz="2200" b="1" dirty="0">
                <a:solidFill>
                  <a:srgbClr val="FF3300"/>
                </a:solidFill>
                <a:latin typeface="Times New Roman" panose="02020603050405020304" pitchFamily="18" charset="0"/>
                <a:ea typeface="宋体" panose="02010600030101010101" pitchFamily="2" charset="-122"/>
              </a:rPr>
              <a:t>0</a:t>
            </a:r>
            <a:r>
              <a:rPr lang="zh-CN" altLang="en-US" sz="2200" b="1" dirty="0">
                <a:solidFill>
                  <a:srgbClr val="FF3300"/>
                </a:solidFill>
                <a:latin typeface="Times New Roman" panose="02020603050405020304" pitchFamily="18" charset="0"/>
                <a:ea typeface="宋体" panose="02010600030101010101" pitchFamily="2" charset="-122"/>
              </a:rPr>
              <a:t>变为全高或从全高变为全低</a:t>
            </a:r>
            <a:r>
              <a:rPr lang="zh-CN" altLang="en-US" sz="2200" b="1" dirty="0">
                <a:solidFill>
                  <a:srgbClr val="000000"/>
                </a:solidFill>
                <a:latin typeface="Times New Roman" panose="02020603050405020304" pitchFamily="18" charset="0"/>
                <a:ea typeface="宋体" panose="02010600030101010101" pitchFamily="2" charset="-122"/>
              </a:rPr>
              <a:t>时转换的时间。</a:t>
            </a:r>
          </a:p>
        </p:txBody>
      </p:sp>
      <p:pic>
        <p:nvPicPr>
          <p:cNvPr id="2" name="图片 1"/>
          <p:cNvPicPr>
            <a:picLocks noChangeAspect="1"/>
          </p:cNvPicPr>
          <p:nvPr/>
        </p:nvPicPr>
        <p:blipFill>
          <a:blip r:embed="rId7"/>
          <a:stretch>
            <a:fillRect/>
          </a:stretch>
        </p:blipFill>
        <p:spPr>
          <a:xfrm>
            <a:off x="3419475" y="2780665"/>
            <a:ext cx="4888865" cy="3288030"/>
          </a:xfrm>
          <a:prstGeom prst="rect">
            <a:avLst/>
          </a:prstGeom>
        </p:spPr>
      </p:pic>
      <p:grpSp>
        <p:nvGrpSpPr>
          <p:cNvPr id="6" name="组合 5">
            <a:extLst>
              <a:ext uri="{FF2B5EF4-FFF2-40B4-BE49-F238E27FC236}">
                <a16:creationId xmlns:a16="http://schemas.microsoft.com/office/drawing/2014/main" id="{856B3C0A-FF78-62A1-E134-D40A14993634}"/>
              </a:ext>
            </a:extLst>
          </p:cNvPr>
          <p:cNvGrpSpPr/>
          <p:nvPr/>
        </p:nvGrpSpPr>
        <p:grpSpPr>
          <a:xfrm>
            <a:off x="1762427" y="1491196"/>
            <a:ext cx="6707160" cy="187560"/>
            <a:chOff x="1762427" y="1491196"/>
            <a:chExt cx="6707160" cy="187560"/>
          </a:xfrm>
        </p:grpSpPr>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BD570944-A0DB-7487-3F14-9DAE31FA03AE}"/>
                    </a:ext>
                  </a:extLst>
                </p14:cNvPr>
                <p14:cNvContentPartPr/>
                <p14:nvPr/>
              </p14:nvContentPartPr>
              <p14:xfrm>
                <a:off x="1762427" y="1491196"/>
                <a:ext cx="956160" cy="19080"/>
              </p14:xfrm>
            </p:contentPart>
          </mc:Choice>
          <mc:Fallback xmlns="">
            <p:pic>
              <p:nvPicPr>
                <p:cNvPr id="3" name="墨迹 2">
                  <a:extLst>
                    <a:ext uri="{FF2B5EF4-FFF2-40B4-BE49-F238E27FC236}">
                      <a16:creationId xmlns:a16="http://schemas.microsoft.com/office/drawing/2014/main" id="{BD570944-A0DB-7487-3F14-9DAE31FA03AE}"/>
                    </a:ext>
                  </a:extLst>
                </p:cNvPr>
                <p:cNvPicPr/>
                <p:nvPr/>
              </p:nvPicPr>
              <p:blipFill>
                <a:blip r:embed="rId9"/>
                <a:stretch>
                  <a:fillRect/>
                </a:stretch>
              </p:blipFill>
              <p:spPr>
                <a:xfrm>
                  <a:off x="1744787" y="1473196"/>
                  <a:ext cx="99180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4A0B5E25-6294-BE09-70C1-88DA07230F95}"/>
                    </a:ext>
                  </a:extLst>
                </p14:cNvPr>
                <p14:cNvContentPartPr/>
                <p14:nvPr/>
              </p14:nvContentPartPr>
              <p14:xfrm>
                <a:off x="3356507" y="1599916"/>
                <a:ext cx="4078440" cy="78840"/>
              </p14:xfrm>
            </p:contentPart>
          </mc:Choice>
          <mc:Fallback xmlns="">
            <p:pic>
              <p:nvPicPr>
                <p:cNvPr id="4" name="墨迹 3">
                  <a:extLst>
                    <a:ext uri="{FF2B5EF4-FFF2-40B4-BE49-F238E27FC236}">
                      <a16:creationId xmlns:a16="http://schemas.microsoft.com/office/drawing/2014/main" id="{4A0B5E25-6294-BE09-70C1-88DA07230F95}"/>
                    </a:ext>
                  </a:extLst>
                </p:cNvPr>
                <p:cNvPicPr/>
                <p:nvPr/>
              </p:nvPicPr>
              <p:blipFill>
                <a:blip r:embed="rId11"/>
                <a:stretch>
                  <a:fillRect/>
                </a:stretch>
              </p:blipFill>
              <p:spPr>
                <a:xfrm>
                  <a:off x="3338867" y="1582276"/>
                  <a:ext cx="411408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墨迹 4">
                  <a:extLst>
                    <a:ext uri="{FF2B5EF4-FFF2-40B4-BE49-F238E27FC236}">
                      <a16:creationId xmlns:a16="http://schemas.microsoft.com/office/drawing/2014/main" id="{7B5D211D-C73A-B13A-36D1-3EFD7AD420C8}"/>
                    </a:ext>
                  </a:extLst>
                </p14:cNvPr>
                <p14:cNvContentPartPr/>
                <p14:nvPr/>
              </p14:nvContentPartPr>
              <p14:xfrm>
                <a:off x="3308627" y="1527196"/>
                <a:ext cx="5160960" cy="86040"/>
              </p14:xfrm>
            </p:contentPart>
          </mc:Choice>
          <mc:Fallback xmlns="">
            <p:pic>
              <p:nvPicPr>
                <p:cNvPr id="5" name="墨迹 4">
                  <a:extLst>
                    <a:ext uri="{FF2B5EF4-FFF2-40B4-BE49-F238E27FC236}">
                      <a16:creationId xmlns:a16="http://schemas.microsoft.com/office/drawing/2014/main" id="{7B5D211D-C73A-B13A-36D1-3EFD7AD420C8}"/>
                    </a:ext>
                  </a:extLst>
                </p:cNvPr>
                <p:cNvPicPr/>
                <p:nvPr/>
              </p:nvPicPr>
              <p:blipFill>
                <a:blip r:embed="rId13"/>
                <a:stretch>
                  <a:fillRect/>
                </a:stretch>
              </p:blipFill>
              <p:spPr>
                <a:xfrm>
                  <a:off x="3290627" y="1509556"/>
                  <a:ext cx="5196600" cy="121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7" name="墨迹 6">
                <a:extLst>
                  <a:ext uri="{FF2B5EF4-FFF2-40B4-BE49-F238E27FC236}">
                    <a16:creationId xmlns:a16="http://schemas.microsoft.com/office/drawing/2014/main" id="{787186C3-76F6-5AD2-9E94-2F7AF03C00FE}"/>
                  </a:ext>
                </a:extLst>
              </p14:cNvPr>
              <p14:cNvContentPartPr/>
              <p14:nvPr/>
            </p14:nvContentPartPr>
            <p14:xfrm>
              <a:off x="3915947" y="3337276"/>
              <a:ext cx="1503720" cy="2137320"/>
            </p14:xfrm>
          </p:contentPart>
        </mc:Choice>
        <mc:Fallback xmlns="">
          <p:pic>
            <p:nvPicPr>
              <p:cNvPr id="7" name="墨迹 6">
                <a:extLst>
                  <a:ext uri="{FF2B5EF4-FFF2-40B4-BE49-F238E27FC236}">
                    <a16:creationId xmlns:a16="http://schemas.microsoft.com/office/drawing/2014/main" id="{787186C3-76F6-5AD2-9E94-2F7AF03C00FE}"/>
                  </a:ext>
                </a:extLst>
              </p:cNvPr>
              <p:cNvPicPr/>
              <p:nvPr/>
            </p:nvPicPr>
            <p:blipFill>
              <a:blip r:embed="rId15"/>
              <a:stretch>
                <a:fillRect/>
              </a:stretch>
            </p:blipFill>
            <p:spPr>
              <a:xfrm>
                <a:off x="3898307" y="3319636"/>
                <a:ext cx="1539360" cy="21729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墨迹 7">
                <a:extLst>
                  <a:ext uri="{FF2B5EF4-FFF2-40B4-BE49-F238E27FC236}">
                    <a16:creationId xmlns:a16="http://schemas.microsoft.com/office/drawing/2014/main" id="{42FAE1A5-87ED-3D6C-37C5-1A093D360FCD}"/>
                  </a:ext>
                </a:extLst>
              </p14:cNvPr>
              <p14:cNvContentPartPr/>
              <p14:nvPr/>
            </p14:nvContentPartPr>
            <p14:xfrm>
              <a:off x="3591227" y="1942276"/>
              <a:ext cx="3056040" cy="43200"/>
            </p14:xfrm>
          </p:contentPart>
        </mc:Choice>
        <mc:Fallback xmlns="">
          <p:pic>
            <p:nvPicPr>
              <p:cNvPr id="8" name="墨迹 7">
                <a:extLst>
                  <a:ext uri="{FF2B5EF4-FFF2-40B4-BE49-F238E27FC236}">
                    <a16:creationId xmlns:a16="http://schemas.microsoft.com/office/drawing/2014/main" id="{42FAE1A5-87ED-3D6C-37C5-1A093D360FCD}"/>
                  </a:ext>
                </a:extLst>
              </p:cNvPr>
              <p:cNvPicPr/>
              <p:nvPr/>
            </p:nvPicPr>
            <p:blipFill>
              <a:blip r:embed="rId17"/>
              <a:stretch>
                <a:fillRect/>
              </a:stretch>
            </p:blipFill>
            <p:spPr>
              <a:xfrm>
                <a:off x="3573587" y="1924636"/>
                <a:ext cx="309168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 name="墨迹 8">
                <a:extLst>
                  <a:ext uri="{FF2B5EF4-FFF2-40B4-BE49-F238E27FC236}">
                    <a16:creationId xmlns:a16="http://schemas.microsoft.com/office/drawing/2014/main" id="{2A958934-D14A-EDEA-147C-41D7D890FC29}"/>
                  </a:ext>
                </a:extLst>
              </p14:cNvPr>
              <p14:cNvContentPartPr/>
              <p14:nvPr/>
            </p14:nvContentPartPr>
            <p14:xfrm>
              <a:off x="956387" y="5293516"/>
              <a:ext cx="1774800" cy="42840"/>
            </p14:xfrm>
          </p:contentPart>
        </mc:Choice>
        <mc:Fallback xmlns="">
          <p:pic>
            <p:nvPicPr>
              <p:cNvPr id="9" name="墨迹 8">
                <a:extLst>
                  <a:ext uri="{FF2B5EF4-FFF2-40B4-BE49-F238E27FC236}">
                    <a16:creationId xmlns:a16="http://schemas.microsoft.com/office/drawing/2014/main" id="{2A958934-D14A-EDEA-147C-41D7D890FC29}"/>
                  </a:ext>
                </a:extLst>
              </p:cNvPr>
              <p:cNvPicPr/>
              <p:nvPr/>
            </p:nvPicPr>
            <p:blipFill>
              <a:blip r:embed="rId19"/>
              <a:stretch>
                <a:fillRect/>
              </a:stretch>
            </p:blipFill>
            <p:spPr>
              <a:xfrm>
                <a:off x="938387" y="5275516"/>
                <a:ext cx="181044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墨迹 9">
                <a:extLst>
                  <a:ext uri="{FF2B5EF4-FFF2-40B4-BE49-F238E27FC236}">
                    <a16:creationId xmlns:a16="http://schemas.microsoft.com/office/drawing/2014/main" id="{11077604-FEF1-3BAC-99EA-6295F8CF29A9}"/>
                  </a:ext>
                </a:extLst>
              </p14:cNvPr>
              <p14:cNvContentPartPr/>
              <p14:nvPr/>
            </p14:nvContentPartPr>
            <p14:xfrm>
              <a:off x="787907" y="6033316"/>
              <a:ext cx="614520" cy="48960"/>
            </p14:xfrm>
          </p:contentPart>
        </mc:Choice>
        <mc:Fallback xmlns="">
          <p:pic>
            <p:nvPicPr>
              <p:cNvPr id="10" name="墨迹 9">
                <a:extLst>
                  <a:ext uri="{FF2B5EF4-FFF2-40B4-BE49-F238E27FC236}">
                    <a16:creationId xmlns:a16="http://schemas.microsoft.com/office/drawing/2014/main" id="{11077604-FEF1-3BAC-99EA-6295F8CF29A9}"/>
                  </a:ext>
                </a:extLst>
              </p:cNvPr>
              <p:cNvPicPr/>
              <p:nvPr/>
            </p:nvPicPr>
            <p:blipFill>
              <a:blip r:embed="rId21"/>
              <a:stretch>
                <a:fillRect/>
              </a:stretch>
            </p:blipFill>
            <p:spPr>
              <a:xfrm>
                <a:off x="769907" y="6015316"/>
                <a:ext cx="6501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墨迹 10">
                <a:extLst>
                  <a:ext uri="{FF2B5EF4-FFF2-40B4-BE49-F238E27FC236}">
                    <a16:creationId xmlns:a16="http://schemas.microsoft.com/office/drawing/2014/main" id="{60DBEE18-3802-2E4F-738C-2B7E44FD71A2}"/>
                  </a:ext>
                </a:extLst>
              </p14:cNvPr>
              <p14:cNvContentPartPr/>
              <p14:nvPr/>
            </p14:nvContentPartPr>
            <p14:xfrm>
              <a:off x="799787" y="4950076"/>
              <a:ext cx="1276920" cy="55080"/>
            </p14:xfrm>
          </p:contentPart>
        </mc:Choice>
        <mc:Fallback xmlns="">
          <p:pic>
            <p:nvPicPr>
              <p:cNvPr id="11" name="墨迹 10">
                <a:extLst>
                  <a:ext uri="{FF2B5EF4-FFF2-40B4-BE49-F238E27FC236}">
                    <a16:creationId xmlns:a16="http://schemas.microsoft.com/office/drawing/2014/main" id="{60DBEE18-3802-2E4F-738C-2B7E44FD71A2}"/>
                  </a:ext>
                </a:extLst>
              </p:cNvPr>
              <p:cNvPicPr/>
              <p:nvPr/>
            </p:nvPicPr>
            <p:blipFill>
              <a:blip r:embed="rId23"/>
              <a:stretch>
                <a:fillRect/>
              </a:stretch>
            </p:blipFill>
            <p:spPr>
              <a:xfrm>
                <a:off x="781787" y="4932436"/>
                <a:ext cx="1312560" cy="90720"/>
              </a:xfrm>
              <a:prstGeom prst="rect">
                <a:avLst/>
              </a:prstGeom>
            </p:spPr>
          </p:pic>
        </mc:Fallback>
      </mc:AlternateContent>
      <p:grpSp>
        <p:nvGrpSpPr>
          <p:cNvPr id="14" name="组合 13">
            <a:extLst>
              <a:ext uri="{FF2B5EF4-FFF2-40B4-BE49-F238E27FC236}">
                <a16:creationId xmlns:a16="http://schemas.microsoft.com/office/drawing/2014/main" id="{8CBF22D4-5432-0F46-F3DD-7C7335D8D368}"/>
              </a:ext>
            </a:extLst>
          </p:cNvPr>
          <p:cNvGrpSpPr/>
          <p:nvPr/>
        </p:nvGrpSpPr>
        <p:grpSpPr>
          <a:xfrm>
            <a:off x="2308406" y="2507158"/>
            <a:ext cx="4806000" cy="46800"/>
            <a:chOff x="2308406" y="2507158"/>
            <a:chExt cx="4806000" cy="46800"/>
          </a:xfrm>
        </p:grpSpPr>
        <mc:AlternateContent xmlns:mc="http://schemas.openxmlformats.org/markup-compatibility/2006" xmlns:p14="http://schemas.microsoft.com/office/powerpoint/2010/main">
          <mc:Choice Requires="p14">
            <p:contentPart p14:bwMode="auto" r:id="rId24">
              <p14:nvContentPartPr>
                <p14:cNvPr id="12" name="墨迹 11">
                  <a:extLst>
                    <a:ext uri="{FF2B5EF4-FFF2-40B4-BE49-F238E27FC236}">
                      <a16:creationId xmlns:a16="http://schemas.microsoft.com/office/drawing/2014/main" id="{97242EB3-0C31-7201-CF3A-6160BD64B9D2}"/>
                    </a:ext>
                  </a:extLst>
                </p14:cNvPr>
                <p14:cNvContentPartPr/>
                <p14:nvPr/>
              </p14:nvContentPartPr>
              <p14:xfrm>
                <a:off x="2308406" y="2524798"/>
                <a:ext cx="1773360" cy="29160"/>
              </p14:xfrm>
            </p:contentPart>
          </mc:Choice>
          <mc:Fallback xmlns="">
            <p:pic>
              <p:nvPicPr>
                <p:cNvPr id="12" name="墨迹 11">
                  <a:extLst>
                    <a:ext uri="{FF2B5EF4-FFF2-40B4-BE49-F238E27FC236}">
                      <a16:creationId xmlns:a16="http://schemas.microsoft.com/office/drawing/2014/main" id="{97242EB3-0C31-7201-CF3A-6160BD64B9D2}"/>
                    </a:ext>
                  </a:extLst>
                </p:cNvPr>
                <p:cNvPicPr/>
                <p:nvPr/>
              </p:nvPicPr>
              <p:blipFill>
                <a:blip r:embed="rId25"/>
                <a:stretch>
                  <a:fillRect/>
                </a:stretch>
              </p:blipFill>
              <p:spPr>
                <a:xfrm>
                  <a:off x="2290406" y="2507158"/>
                  <a:ext cx="1809000" cy="648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墨迹 12">
                  <a:extLst>
                    <a:ext uri="{FF2B5EF4-FFF2-40B4-BE49-F238E27FC236}">
                      <a16:creationId xmlns:a16="http://schemas.microsoft.com/office/drawing/2014/main" id="{DCFB63B1-B217-7F9A-6FBD-930C9A4CE3E7}"/>
                    </a:ext>
                  </a:extLst>
                </p14:cNvPr>
                <p14:cNvContentPartPr/>
                <p14:nvPr/>
              </p14:nvContentPartPr>
              <p14:xfrm>
                <a:off x="5232686" y="2507158"/>
                <a:ext cx="1881720" cy="18720"/>
              </p14:xfrm>
            </p:contentPart>
          </mc:Choice>
          <mc:Fallback xmlns="">
            <p:pic>
              <p:nvPicPr>
                <p:cNvPr id="13" name="墨迹 12">
                  <a:extLst>
                    <a:ext uri="{FF2B5EF4-FFF2-40B4-BE49-F238E27FC236}">
                      <a16:creationId xmlns:a16="http://schemas.microsoft.com/office/drawing/2014/main" id="{DCFB63B1-B217-7F9A-6FBD-930C9A4CE3E7}"/>
                    </a:ext>
                  </a:extLst>
                </p:cNvPr>
                <p:cNvPicPr/>
                <p:nvPr/>
              </p:nvPicPr>
              <p:blipFill>
                <a:blip r:embed="rId27"/>
                <a:stretch>
                  <a:fillRect/>
                </a:stretch>
              </p:blipFill>
              <p:spPr>
                <a:xfrm>
                  <a:off x="5214686" y="2489158"/>
                  <a:ext cx="1917360" cy="5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5" name="墨迹 14">
                <a:extLst>
                  <a:ext uri="{FF2B5EF4-FFF2-40B4-BE49-F238E27FC236}">
                    <a16:creationId xmlns:a16="http://schemas.microsoft.com/office/drawing/2014/main" id="{9D1282DA-56CB-54A0-4CE0-25587F9C9935}"/>
                  </a:ext>
                </a:extLst>
              </p14:cNvPr>
              <p14:cNvContentPartPr/>
              <p14:nvPr/>
            </p14:nvContentPartPr>
            <p14:xfrm>
              <a:off x="687686" y="5775238"/>
              <a:ext cx="1472760" cy="83160"/>
            </p14:xfrm>
          </p:contentPart>
        </mc:Choice>
        <mc:Fallback xmlns="">
          <p:pic>
            <p:nvPicPr>
              <p:cNvPr id="15" name="墨迹 14">
                <a:extLst>
                  <a:ext uri="{FF2B5EF4-FFF2-40B4-BE49-F238E27FC236}">
                    <a16:creationId xmlns:a16="http://schemas.microsoft.com/office/drawing/2014/main" id="{9D1282DA-56CB-54A0-4CE0-25587F9C9935}"/>
                  </a:ext>
                </a:extLst>
              </p:cNvPr>
              <p:cNvPicPr/>
              <p:nvPr/>
            </p:nvPicPr>
            <p:blipFill>
              <a:blip r:embed="rId29"/>
              <a:stretch>
                <a:fillRect/>
              </a:stretch>
            </p:blipFill>
            <p:spPr>
              <a:xfrm>
                <a:off x="670046" y="5757238"/>
                <a:ext cx="1508400" cy="118800"/>
              </a:xfrm>
              <a:prstGeom prst="rect">
                <a:avLst/>
              </a:prstGeom>
            </p:spPr>
          </p:pic>
        </mc:Fallback>
      </mc:AlternateContent>
    </p:spTree>
  </p:cSld>
  <p:clrMapOvr>
    <a:masterClrMapping/>
  </p:clrMapOvr>
  <p:transition spd="med">
    <p:pull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4" name="Text Box 4"/>
          <p:cNvSpPr txBox="1"/>
          <p:nvPr/>
        </p:nvSpPr>
        <p:spPr>
          <a:xfrm>
            <a:off x="323850" y="692150"/>
            <a:ext cx="8820150" cy="1529715"/>
          </a:xfrm>
          <a:prstGeom prst="rect">
            <a:avLst/>
          </a:prstGeom>
          <a:noFill/>
          <a:ln w="9525">
            <a:noFill/>
          </a:ln>
        </p:spPr>
        <p:txBody>
          <a:bodyPr anchor="t" anchorCtr="0">
            <a:spAutoFit/>
          </a:bodyPr>
          <a:lstStyle/>
          <a:p>
            <a:pPr>
              <a:lnSpc>
                <a:spcPct val="130000"/>
              </a:lnSpc>
            </a:pPr>
            <a:r>
              <a:rPr lang="zh-CN" altLang="en-US" sz="2400" b="1" dirty="0">
                <a:solidFill>
                  <a:srgbClr val="FF3300"/>
                </a:solidFill>
                <a:latin typeface="Tahoma" panose="020B0604030504040204" pitchFamily="34" charset="0"/>
                <a:ea typeface="宋体" panose="02010600030101010101" pitchFamily="2" charset="-122"/>
              </a:rPr>
              <a:t>（</a:t>
            </a:r>
            <a:r>
              <a:rPr lang="en-US" altLang="zh-CN" sz="2400" b="1" dirty="0">
                <a:solidFill>
                  <a:srgbClr val="FF3300"/>
                </a:solidFill>
                <a:latin typeface="Tahoma" panose="020B0604030504040204" pitchFamily="34" charset="0"/>
                <a:ea typeface="宋体" panose="02010600030101010101" pitchFamily="2" charset="-122"/>
              </a:rPr>
              <a:t>2</a:t>
            </a:r>
            <a:r>
              <a:rPr lang="zh-CN" altLang="en-US" sz="2400" b="1" dirty="0">
                <a:solidFill>
                  <a:srgbClr val="FF3300"/>
                </a:solidFill>
                <a:latin typeface="Tahoma" panose="020B0604030504040204" pitchFamily="34" charset="0"/>
                <a:ea typeface="宋体" panose="02010600030101010101" pitchFamily="2" charset="-122"/>
              </a:rPr>
              <a:t>）</a:t>
            </a:r>
            <a:r>
              <a:rPr lang="en-US" altLang="zh-CN" sz="2400" b="1" dirty="0">
                <a:solidFill>
                  <a:srgbClr val="FF3300"/>
                </a:solidFill>
                <a:latin typeface="Tahoma" panose="020B0604030504040204" pitchFamily="34" charset="0"/>
                <a:ea typeface="宋体" panose="02010600030101010101" pitchFamily="2" charset="-122"/>
              </a:rPr>
              <a:t>DAC</a:t>
            </a:r>
            <a:r>
              <a:rPr lang="zh-CN" altLang="en-US" sz="2400" b="1" dirty="0">
                <a:solidFill>
                  <a:srgbClr val="FF3300"/>
                </a:solidFill>
                <a:latin typeface="Tahoma" panose="020B0604030504040204" pitchFamily="34" charset="0"/>
                <a:ea typeface="宋体" panose="02010600030101010101" pitchFamily="2" charset="-122"/>
              </a:rPr>
              <a:t>的输入</a:t>
            </a:r>
            <a:r>
              <a:rPr lang="en-US" altLang="zh-CN" sz="2400" b="1" dirty="0">
                <a:solidFill>
                  <a:srgbClr val="FF3300"/>
                </a:solidFill>
                <a:latin typeface="Tahoma" panose="020B0604030504040204" pitchFamily="34" charset="0"/>
                <a:ea typeface="宋体" panose="02010600030101010101" pitchFamily="2" charset="-122"/>
              </a:rPr>
              <a:t>/</a:t>
            </a:r>
            <a:r>
              <a:rPr lang="zh-CN" altLang="en-US" sz="2400" b="1" dirty="0">
                <a:solidFill>
                  <a:srgbClr val="FF3300"/>
                </a:solidFill>
                <a:latin typeface="Tahoma" panose="020B0604030504040204" pitchFamily="34" charset="0"/>
                <a:ea typeface="宋体" panose="02010600030101010101" pitchFamily="2" charset="-122"/>
              </a:rPr>
              <a:t>输出特性</a:t>
            </a:r>
          </a:p>
          <a:p>
            <a:pPr>
              <a:lnSpc>
                <a:spcPct val="130000"/>
              </a:lnSpc>
            </a:pPr>
            <a:r>
              <a:rPr lang="zh-CN" altLang="en-US" sz="2400" b="1" dirty="0">
                <a:latin typeface="Times New Roman" panose="02020603050405020304" pitchFamily="18" charset="0"/>
                <a:ea typeface="宋体" panose="02010600030101010101" pitchFamily="2" charset="-122"/>
              </a:rPr>
              <a:t>① 输入缓冲能力</a:t>
            </a:r>
          </a:p>
          <a:p>
            <a:pPr>
              <a:lnSpc>
                <a:spcPct val="13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D/A</a:t>
            </a:r>
            <a:r>
              <a:rPr lang="zh-CN" altLang="en-US" sz="2400" b="1" dirty="0">
                <a:latin typeface="Times New Roman" panose="02020603050405020304" pitchFamily="18" charset="0"/>
                <a:ea typeface="宋体" panose="02010600030101010101" pitchFamily="2" charset="-122"/>
              </a:rPr>
              <a:t>转换器是否带有三态缓冲器来保存输入数字量。</a:t>
            </a:r>
          </a:p>
        </p:txBody>
      </p:sp>
      <p:sp>
        <p:nvSpPr>
          <p:cNvPr id="312325" name="Text Box 5"/>
          <p:cNvSpPr txBox="1"/>
          <p:nvPr/>
        </p:nvSpPr>
        <p:spPr>
          <a:xfrm>
            <a:off x="323850" y="2276475"/>
            <a:ext cx="8820150" cy="1041400"/>
          </a:xfrm>
          <a:prstGeom prst="rect">
            <a:avLst/>
          </a:prstGeom>
          <a:noFill/>
          <a:ln w="9525">
            <a:noFill/>
          </a:ln>
        </p:spPr>
        <p:txBody>
          <a:bodyPr anchor="t" anchorCtr="0">
            <a:spAutoFit/>
          </a:bodyPr>
          <a:lstStyle/>
          <a:p>
            <a:pPr>
              <a:lnSpc>
                <a:spcPct val="130000"/>
              </a:lnSpc>
            </a:pPr>
            <a:r>
              <a:rPr lang="en-US" altLang="zh-CN" sz="2400" b="1" dirty="0">
                <a:latin typeface="Times New Roman" panose="02020603050405020304" pitchFamily="18" charset="0"/>
                <a:ea typeface="宋体" panose="02010600030101010101" pitchFamily="2" charset="-122"/>
              </a:rPr>
              <a:t>② </a:t>
            </a:r>
            <a:r>
              <a:rPr lang="zh-CN" altLang="en-US" sz="2400" b="1" dirty="0">
                <a:latin typeface="Times New Roman" panose="02020603050405020304" pitchFamily="18" charset="0"/>
                <a:ea typeface="宋体" panose="02010600030101010101" pitchFamily="2" charset="-122"/>
              </a:rPr>
              <a:t>输入数据的宽度</a:t>
            </a:r>
          </a:p>
          <a:p>
            <a:pPr>
              <a:lnSpc>
                <a:spcPct val="13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8</a:t>
            </a:r>
            <a:r>
              <a:rPr lang="zh-CN" altLang="en-US" sz="2400" b="1" dirty="0">
                <a:latin typeface="Times New Roman" panose="02020603050405020304" pitchFamily="18" charset="0"/>
                <a:ea typeface="宋体" panose="02010600030101010101" pitchFamily="2" charset="-122"/>
              </a:rPr>
              <a:t>位、</a:t>
            </a:r>
            <a:r>
              <a:rPr lang="en-US" altLang="zh-CN" sz="2400" b="1" dirty="0">
                <a:latin typeface="Times New Roman" panose="02020603050405020304" pitchFamily="18" charset="0"/>
                <a:ea typeface="宋体" panose="02010600030101010101" pitchFamily="2" charset="-122"/>
              </a:rPr>
              <a:t>10</a:t>
            </a:r>
            <a:r>
              <a:rPr lang="zh-CN" altLang="en-US" sz="2400" b="1" dirty="0">
                <a:latin typeface="Times New Roman" panose="02020603050405020304" pitchFamily="18" charset="0"/>
                <a:ea typeface="宋体" panose="02010600030101010101" pitchFamily="2" charset="-122"/>
              </a:rPr>
              <a:t>位、</a:t>
            </a:r>
            <a:r>
              <a:rPr lang="en-US" altLang="zh-CN" sz="2400" b="1" dirty="0">
                <a:latin typeface="Times New Roman" panose="02020603050405020304" pitchFamily="18" charset="0"/>
                <a:ea typeface="宋体" panose="02010600030101010101" pitchFamily="2" charset="-122"/>
              </a:rPr>
              <a:t>12</a:t>
            </a:r>
            <a:r>
              <a:rPr lang="zh-CN" altLang="en-US" sz="2400" b="1" dirty="0">
                <a:latin typeface="Times New Roman" panose="02020603050405020304" pitchFamily="18" charset="0"/>
                <a:ea typeface="宋体" panose="02010600030101010101" pitchFamily="2" charset="-122"/>
              </a:rPr>
              <a:t>位、</a:t>
            </a:r>
            <a:r>
              <a:rPr lang="en-US" altLang="zh-CN" sz="2400" b="1" dirty="0">
                <a:latin typeface="Times New Roman" panose="02020603050405020304" pitchFamily="18" charset="0"/>
                <a:ea typeface="宋体" panose="02010600030101010101" pitchFamily="2" charset="-122"/>
              </a:rPr>
              <a:t>14</a:t>
            </a:r>
            <a:r>
              <a:rPr lang="zh-CN" altLang="en-US" sz="2400" b="1" dirty="0">
                <a:latin typeface="Times New Roman" panose="02020603050405020304" pitchFamily="18" charset="0"/>
                <a:ea typeface="宋体" panose="02010600030101010101" pitchFamily="2" charset="-122"/>
              </a:rPr>
              <a:t>位和</a:t>
            </a:r>
            <a:r>
              <a:rPr lang="en-US" altLang="zh-CN" sz="2400" b="1" dirty="0">
                <a:latin typeface="Times New Roman" panose="02020603050405020304" pitchFamily="18" charset="0"/>
                <a:ea typeface="宋体" panose="02010600030101010101" pitchFamily="2" charset="-122"/>
              </a:rPr>
              <a:t>16</a:t>
            </a:r>
            <a:r>
              <a:rPr lang="zh-CN" altLang="en-US" sz="2400" b="1" dirty="0">
                <a:latin typeface="Times New Roman" panose="02020603050405020304" pitchFamily="18" charset="0"/>
                <a:ea typeface="宋体" panose="02010600030101010101" pitchFamily="2" charset="-122"/>
              </a:rPr>
              <a:t>位之分。</a:t>
            </a:r>
          </a:p>
        </p:txBody>
      </p:sp>
      <p:sp>
        <p:nvSpPr>
          <p:cNvPr id="312326" name="Text Box 6"/>
          <p:cNvSpPr txBox="1"/>
          <p:nvPr/>
        </p:nvSpPr>
        <p:spPr>
          <a:xfrm>
            <a:off x="323850" y="3357563"/>
            <a:ext cx="8820150" cy="566737"/>
          </a:xfrm>
          <a:prstGeom prst="rect">
            <a:avLst/>
          </a:prstGeom>
          <a:noFill/>
          <a:ln w="9525">
            <a:noFill/>
          </a:ln>
        </p:spPr>
        <p:txBody>
          <a:bodyPr anchor="t" anchorCtr="0">
            <a:spAutoFit/>
          </a:bodyPr>
          <a:lstStyle/>
          <a:p>
            <a:pPr>
              <a:lnSpc>
                <a:spcPct val="130000"/>
              </a:lnSpc>
            </a:pPr>
            <a:r>
              <a:rPr lang="en-US" altLang="zh-CN" sz="2400" b="1" dirty="0">
                <a:latin typeface="Times New Roman" panose="02020603050405020304" pitchFamily="18" charset="0"/>
                <a:ea typeface="宋体" panose="02010600030101010101" pitchFamily="2" charset="-122"/>
              </a:rPr>
              <a:t>③ </a:t>
            </a:r>
            <a:r>
              <a:rPr lang="zh-CN" altLang="en-US" sz="2400" b="1" dirty="0">
                <a:latin typeface="Times New Roman" panose="02020603050405020304" pitchFamily="18" charset="0"/>
                <a:ea typeface="宋体" panose="02010600030101010101" pitchFamily="2" charset="-122"/>
              </a:rPr>
              <a:t>电流型还是电压型</a:t>
            </a:r>
          </a:p>
        </p:txBody>
      </p:sp>
      <p:sp>
        <p:nvSpPr>
          <p:cNvPr id="312327" name="Text Box 7"/>
          <p:cNvSpPr txBox="1"/>
          <p:nvPr/>
        </p:nvSpPr>
        <p:spPr>
          <a:xfrm>
            <a:off x="323850" y="4076700"/>
            <a:ext cx="8820150" cy="1516063"/>
          </a:xfrm>
          <a:prstGeom prst="rect">
            <a:avLst/>
          </a:prstGeom>
          <a:noFill/>
          <a:ln w="9525">
            <a:noFill/>
          </a:ln>
        </p:spPr>
        <p:txBody>
          <a:bodyPr anchor="t" anchorCtr="0">
            <a:spAutoFit/>
          </a:bodyPr>
          <a:lstStyle/>
          <a:p>
            <a:pPr>
              <a:lnSpc>
                <a:spcPct val="130000"/>
              </a:lnSpc>
            </a:pPr>
            <a:r>
              <a:rPr lang="en-US" altLang="zh-CN" sz="2400" b="1" dirty="0">
                <a:latin typeface="Times New Roman" panose="02020603050405020304" pitchFamily="18" charset="0"/>
                <a:ea typeface="宋体" panose="02010600030101010101" pitchFamily="2" charset="-122"/>
              </a:rPr>
              <a:t>④ </a:t>
            </a:r>
            <a:r>
              <a:rPr lang="zh-CN" altLang="en-US" sz="2400" b="1" dirty="0">
                <a:latin typeface="Times New Roman" panose="02020603050405020304" pitchFamily="18" charset="0"/>
                <a:ea typeface="宋体" panose="02010600030101010101" pitchFamily="2" charset="-122"/>
              </a:rPr>
              <a:t>输入码制</a:t>
            </a:r>
          </a:p>
          <a:p>
            <a:pPr>
              <a:lnSpc>
                <a:spcPct val="130000"/>
              </a:lnSpc>
            </a:pPr>
            <a:r>
              <a:rPr lang="zh-CN" altLang="en-US" sz="2400" b="1" dirty="0">
                <a:latin typeface="Times New Roman" panose="02020603050405020304" pitchFamily="18" charset="0"/>
                <a:ea typeface="宋体" panose="02010600030101010101" pitchFamily="2" charset="-122"/>
              </a:rPr>
              <a:t>    即能接受哪些码制的数字量输入。</a:t>
            </a:r>
          </a:p>
          <a:p>
            <a:pPr>
              <a:lnSpc>
                <a:spcPct val="130000"/>
              </a:lnSpc>
            </a:pPr>
            <a:r>
              <a:rPr lang="zh-CN" altLang="en-US" sz="2400" b="1" dirty="0">
                <a:latin typeface="Times New Roman" panose="02020603050405020304" pitchFamily="18" charset="0"/>
                <a:ea typeface="宋体" panose="02010600030101010101" pitchFamily="2" charset="-122"/>
              </a:rPr>
              <a:t>    二进制码、</a:t>
            </a:r>
            <a:r>
              <a:rPr lang="en-US" altLang="zh-CN" sz="2400" b="1" dirty="0">
                <a:latin typeface="Times New Roman" panose="02020603050405020304" pitchFamily="18" charset="0"/>
                <a:ea typeface="宋体" panose="02010600030101010101" pitchFamily="2" charset="-122"/>
              </a:rPr>
              <a:t>BCD</a:t>
            </a:r>
            <a:r>
              <a:rPr lang="zh-CN" altLang="en-US" sz="2400" b="1" dirty="0">
                <a:latin typeface="Times New Roman" panose="02020603050405020304" pitchFamily="18" charset="0"/>
                <a:ea typeface="宋体" panose="02010600030101010101" pitchFamily="2" charset="-122"/>
              </a:rPr>
              <a:t>码、偏移二进制码、补码。</a:t>
            </a:r>
          </a:p>
        </p:txBody>
      </p:sp>
      <p:sp>
        <p:nvSpPr>
          <p:cNvPr id="312328" name="Rectangle 8"/>
          <p:cNvSpPr/>
          <p:nvPr/>
        </p:nvSpPr>
        <p:spPr>
          <a:xfrm>
            <a:off x="395605" y="5805805"/>
            <a:ext cx="3969385" cy="570865"/>
          </a:xfrm>
          <a:prstGeom prst="rect">
            <a:avLst/>
          </a:prstGeom>
          <a:noFill/>
          <a:ln w="9525">
            <a:noFill/>
          </a:ln>
        </p:spPr>
        <p:txBody>
          <a:bodyPr wrap="square" anchor="t" anchorCtr="0">
            <a:spAutoFit/>
          </a:bodyPr>
          <a:lstStyle/>
          <a:p>
            <a:pPr>
              <a:lnSpc>
                <a:spcPct val="130000"/>
              </a:lnSpc>
            </a:pPr>
            <a:r>
              <a:rPr lang="en-US" altLang="zh-CN" sz="2400" b="1" dirty="0">
                <a:latin typeface="Times New Roman" panose="02020603050405020304" pitchFamily="18" charset="0"/>
                <a:ea typeface="宋体" panose="02010600030101010101" pitchFamily="2" charset="-122"/>
              </a:rPr>
              <a:t>⑤ </a:t>
            </a:r>
            <a:r>
              <a:rPr lang="zh-CN" altLang="en-US" sz="2400" b="1" dirty="0">
                <a:latin typeface="Times New Roman" panose="02020603050405020304" pitchFamily="18" charset="0"/>
                <a:ea typeface="宋体" panose="02010600030101010101" pitchFamily="2" charset="-122"/>
              </a:rPr>
              <a:t>单极性还是双极性输出</a:t>
            </a:r>
          </a:p>
        </p:txBody>
      </p:sp>
      <mc:AlternateContent xmlns:mc="http://schemas.openxmlformats.org/markup-compatibility/2006" xmlns:p14="http://schemas.microsoft.com/office/powerpoint/2010/main">
        <mc:Choice Requires="p14">
          <p:contentPart p14:bwMode="auto" r:id="rId2">
            <p14:nvContentPartPr>
              <p14:cNvPr id="6" name="墨迹 5">
                <a:extLst>
                  <a:ext uri="{FF2B5EF4-FFF2-40B4-BE49-F238E27FC236}">
                    <a16:creationId xmlns:a16="http://schemas.microsoft.com/office/drawing/2014/main" id="{BE628280-BE08-B09B-4009-6A05120D511F}"/>
                  </a:ext>
                </a:extLst>
              </p14:cNvPr>
              <p14:cNvContentPartPr/>
              <p14:nvPr/>
            </p14:nvContentPartPr>
            <p14:xfrm>
              <a:off x="1033067" y="618916"/>
              <a:ext cx="3280320" cy="602640"/>
            </p14:xfrm>
          </p:contentPart>
        </mc:Choice>
        <mc:Fallback xmlns="">
          <p:pic>
            <p:nvPicPr>
              <p:cNvPr id="6" name="墨迹 5">
                <a:extLst>
                  <a:ext uri="{FF2B5EF4-FFF2-40B4-BE49-F238E27FC236}">
                    <a16:creationId xmlns:a16="http://schemas.microsoft.com/office/drawing/2014/main" id="{BE628280-BE08-B09B-4009-6A05120D511F}"/>
                  </a:ext>
                </a:extLst>
              </p:cNvPr>
              <p:cNvPicPr/>
              <p:nvPr/>
            </p:nvPicPr>
            <p:blipFill>
              <a:blip r:embed="rId3"/>
              <a:stretch>
                <a:fillRect/>
              </a:stretch>
            </p:blipFill>
            <p:spPr>
              <a:xfrm>
                <a:off x="1015427" y="601276"/>
                <a:ext cx="3315960" cy="638280"/>
              </a:xfrm>
              <a:prstGeom prst="rect">
                <a:avLst/>
              </a:prstGeom>
            </p:spPr>
          </p:pic>
        </mc:Fallback>
      </mc:AlternateContent>
      <p:grpSp>
        <p:nvGrpSpPr>
          <p:cNvPr id="9" name="组合 8">
            <a:extLst>
              <a:ext uri="{FF2B5EF4-FFF2-40B4-BE49-F238E27FC236}">
                <a16:creationId xmlns:a16="http://schemas.microsoft.com/office/drawing/2014/main" id="{6C7D36D9-E701-F0AB-58CF-919E1A6ED8B2}"/>
              </a:ext>
            </a:extLst>
          </p:cNvPr>
          <p:cNvGrpSpPr/>
          <p:nvPr/>
        </p:nvGrpSpPr>
        <p:grpSpPr>
          <a:xfrm>
            <a:off x="1202987" y="1178356"/>
            <a:ext cx="3232080" cy="90720"/>
            <a:chOff x="1202987" y="1178356"/>
            <a:chExt cx="3232080" cy="90720"/>
          </a:xfrm>
        </p:grpSpPr>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34113184-B619-8BC8-2F91-89C8FBB30FE2}"/>
                    </a:ext>
                  </a:extLst>
                </p14:cNvPr>
                <p14:cNvContentPartPr/>
                <p14:nvPr/>
              </p14:nvContentPartPr>
              <p14:xfrm>
                <a:off x="1202987" y="1178356"/>
                <a:ext cx="2923560" cy="61200"/>
              </p14:xfrm>
            </p:contentPart>
          </mc:Choice>
          <mc:Fallback xmlns="">
            <p:pic>
              <p:nvPicPr>
                <p:cNvPr id="3" name="墨迹 2">
                  <a:extLst>
                    <a:ext uri="{FF2B5EF4-FFF2-40B4-BE49-F238E27FC236}">
                      <a16:creationId xmlns:a16="http://schemas.microsoft.com/office/drawing/2014/main" id="{34113184-B619-8BC8-2F91-89C8FBB30FE2}"/>
                    </a:ext>
                  </a:extLst>
                </p:cNvPr>
                <p:cNvPicPr/>
                <p:nvPr/>
              </p:nvPicPr>
              <p:blipFill>
                <a:blip r:embed="rId5"/>
                <a:stretch>
                  <a:fillRect/>
                </a:stretch>
              </p:blipFill>
              <p:spPr>
                <a:xfrm>
                  <a:off x="1184987" y="1160356"/>
                  <a:ext cx="29592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66B3751B-BFA1-7A93-2AA2-506E79F6CE9F}"/>
                    </a:ext>
                  </a:extLst>
                </p14:cNvPr>
                <p14:cNvContentPartPr/>
                <p14:nvPr/>
              </p14:nvContentPartPr>
              <p14:xfrm>
                <a:off x="4090547" y="1196716"/>
                <a:ext cx="150120" cy="18720"/>
              </p14:xfrm>
            </p:contentPart>
          </mc:Choice>
          <mc:Fallback xmlns="">
            <p:pic>
              <p:nvPicPr>
                <p:cNvPr id="4" name="墨迹 3">
                  <a:extLst>
                    <a:ext uri="{FF2B5EF4-FFF2-40B4-BE49-F238E27FC236}">
                      <a16:creationId xmlns:a16="http://schemas.microsoft.com/office/drawing/2014/main" id="{66B3751B-BFA1-7A93-2AA2-506E79F6CE9F}"/>
                    </a:ext>
                  </a:extLst>
                </p:cNvPr>
                <p:cNvPicPr/>
                <p:nvPr/>
              </p:nvPicPr>
              <p:blipFill>
                <a:blip r:embed="rId7"/>
                <a:stretch>
                  <a:fillRect/>
                </a:stretch>
              </p:blipFill>
              <p:spPr>
                <a:xfrm>
                  <a:off x="4072907" y="1179076"/>
                  <a:ext cx="18576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8D1D7609-6908-2067-55A1-81461308924E}"/>
                    </a:ext>
                  </a:extLst>
                </p14:cNvPr>
                <p14:cNvContentPartPr/>
                <p14:nvPr/>
              </p14:nvContentPartPr>
              <p14:xfrm>
                <a:off x="1227107" y="1232356"/>
                <a:ext cx="3207960" cy="36720"/>
              </p14:xfrm>
            </p:contentPart>
          </mc:Choice>
          <mc:Fallback xmlns="">
            <p:pic>
              <p:nvPicPr>
                <p:cNvPr id="8" name="墨迹 7">
                  <a:extLst>
                    <a:ext uri="{FF2B5EF4-FFF2-40B4-BE49-F238E27FC236}">
                      <a16:creationId xmlns:a16="http://schemas.microsoft.com/office/drawing/2014/main" id="{8D1D7609-6908-2067-55A1-81461308924E}"/>
                    </a:ext>
                  </a:extLst>
                </p:cNvPr>
                <p:cNvPicPr/>
                <p:nvPr/>
              </p:nvPicPr>
              <p:blipFill>
                <a:blip r:embed="rId9"/>
                <a:stretch>
                  <a:fillRect/>
                </a:stretch>
              </p:blipFill>
              <p:spPr>
                <a:xfrm>
                  <a:off x="1209467" y="1214716"/>
                  <a:ext cx="3243600" cy="72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64A48027-67F9-3D47-0091-28E4C23A88F1}"/>
                  </a:ext>
                </a:extLst>
              </p14:cNvPr>
              <p14:cNvContentPartPr/>
              <p14:nvPr/>
            </p14:nvContentPartPr>
            <p14:xfrm>
              <a:off x="673427" y="3260236"/>
              <a:ext cx="4210560" cy="60480"/>
            </p14:xfrm>
          </p:contentPart>
        </mc:Choice>
        <mc:Fallback xmlns="">
          <p:pic>
            <p:nvPicPr>
              <p:cNvPr id="10" name="墨迹 9">
                <a:extLst>
                  <a:ext uri="{FF2B5EF4-FFF2-40B4-BE49-F238E27FC236}">
                    <a16:creationId xmlns:a16="http://schemas.microsoft.com/office/drawing/2014/main" id="{64A48027-67F9-3D47-0091-28E4C23A88F1}"/>
                  </a:ext>
                </a:extLst>
              </p:cNvPr>
              <p:cNvPicPr/>
              <p:nvPr/>
            </p:nvPicPr>
            <p:blipFill>
              <a:blip r:embed="rId11"/>
              <a:stretch>
                <a:fillRect/>
              </a:stretch>
            </p:blipFill>
            <p:spPr>
              <a:xfrm>
                <a:off x="655787" y="3242236"/>
                <a:ext cx="424620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墨迹 10">
                <a:extLst>
                  <a:ext uri="{FF2B5EF4-FFF2-40B4-BE49-F238E27FC236}">
                    <a16:creationId xmlns:a16="http://schemas.microsoft.com/office/drawing/2014/main" id="{7992DE8F-9DDB-2B75-7CB9-B1D4E49883A3}"/>
                  </a:ext>
                </a:extLst>
              </p14:cNvPr>
              <p14:cNvContentPartPr/>
              <p14:nvPr/>
            </p14:nvContentPartPr>
            <p14:xfrm>
              <a:off x="439067" y="1558516"/>
              <a:ext cx="196200" cy="97200"/>
            </p14:xfrm>
          </p:contentPart>
        </mc:Choice>
        <mc:Fallback xmlns="">
          <p:pic>
            <p:nvPicPr>
              <p:cNvPr id="11" name="墨迹 10">
                <a:extLst>
                  <a:ext uri="{FF2B5EF4-FFF2-40B4-BE49-F238E27FC236}">
                    <a16:creationId xmlns:a16="http://schemas.microsoft.com/office/drawing/2014/main" id="{7992DE8F-9DDB-2B75-7CB9-B1D4E49883A3}"/>
                  </a:ext>
                </a:extLst>
              </p:cNvPr>
              <p:cNvPicPr/>
              <p:nvPr/>
            </p:nvPicPr>
            <p:blipFill>
              <a:blip r:embed="rId13"/>
              <a:stretch>
                <a:fillRect/>
              </a:stretch>
            </p:blipFill>
            <p:spPr>
              <a:xfrm>
                <a:off x="421067" y="1540876"/>
                <a:ext cx="231840" cy="1328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 name="墨迹 11">
                <a:extLst>
                  <a:ext uri="{FF2B5EF4-FFF2-40B4-BE49-F238E27FC236}">
                    <a16:creationId xmlns:a16="http://schemas.microsoft.com/office/drawing/2014/main" id="{9A76BD9D-BB94-C060-4981-F8AD2ABEA9F0}"/>
                  </a:ext>
                </a:extLst>
              </p14:cNvPr>
              <p14:cNvContentPartPr/>
              <p14:nvPr/>
            </p14:nvContentPartPr>
            <p14:xfrm>
              <a:off x="342947" y="2749036"/>
              <a:ext cx="344520" cy="95760"/>
            </p14:xfrm>
          </p:contentPart>
        </mc:Choice>
        <mc:Fallback xmlns="">
          <p:pic>
            <p:nvPicPr>
              <p:cNvPr id="12" name="墨迹 11">
                <a:extLst>
                  <a:ext uri="{FF2B5EF4-FFF2-40B4-BE49-F238E27FC236}">
                    <a16:creationId xmlns:a16="http://schemas.microsoft.com/office/drawing/2014/main" id="{9A76BD9D-BB94-C060-4981-F8AD2ABEA9F0}"/>
                  </a:ext>
                </a:extLst>
              </p:cNvPr>
              <p:cNvPicPr/>
              <p:nvPr/>
            </p:nvPicPr>
            <p:blipFill>
              <a:blip r:embed="rId15"/>
              <a:stretch>
                <a:fillRect/>
              </a:stretch>
            </p:blipFill>
            <p:spPr>
              <a:xfrm>
                <a:off x="324947" y="2731396"/>
                <a:ext cx="380160" cy="1314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墨迹 12">
                <a:extLst>
                  <a:ext uri="{FF2B5EF4-FFF2-40B4-BE49-F238E27FC236}">
                    <a16:creationId xmlns:a16="http://schemas.microsoft.com/office/drawing/2014/main" id="{16C73756-4D62-8431-AA58-3F788BF00734}"/>
                  </a:ext>
                </a:extLst>
              </p14:cNvPr>
              <p14:cNvContentPartPr/>
              <p14:nvPr/>
            </p14:nvContentPartPr>
            <p14:xfrm>
              <a:off x="475067" y="3584956"/>
              <a:ext cx="234360" cy="223200"/>
            </p14:xfrm>
          </p:contentPart>
        </mc:Choice>
        <mc:Fallback xmlns="">
          <p:pic>
            <p:nvPicPr>
              <p:cNvPr id="13" name="墨迹 12">
                <a:extLst>
                  <a:ext uri="{FF2B5EF4-FFF2-40B4-BE49-F238E27FC236}">
                    <a16:creationId xmlns:a16="http://schemas.microsoft.com/office/drawing/2014/main" id="{16C73756-4D62-8431-AA58-3F788BF00734}"/>
                  </a:ext>
                </a:extLst>
              </p:cNvPr>
              <p:cNvPicPr/>
              <p:nvPr/>
            </p:nvPicPr>
            <p:blipFill>
              <a:blip r:embed="rId17"/>
              <a:stretch>
                <a:fillRect/>
              </a:stretch>
            </p:blipFill>
            <p:spPr>
              <a:xfrm>
                <a:off x="457427" y="3567316"/>
                <a:ext cx="270000" cy="258840"/>
              </a:xfrm>
              <a:prstGeom prst="rect">
                <a:avLst/>
              </a:prstGeom>
            </p:spPr>
          </p:pic>
        </mc:Fallback>
      </mc:AlternateContent>
      <p:grpSp>
        <p:nvGrpSpPr>
          <p:cNvPr id="17" name="组合 16">
            <a:extLst>
              <a:ext uri="{FF2B5EF4-FFF2-40B4-BE49-F238E27FC236}">
                <a16:creationId xmlns:a16="http://schemas.microsoft.com/office/drawing/2014/main" id="{82F23448-B409-AF64-B3A8-D5679B367950}"/>
              </a:ext>
            </a:extLst>
          </p:cNvPr>
          <p:cNvGrpSpPr/>
          <p:nvPr/>
        </p:nvGrpSpPr>
        <p:grpSpPr>
          <a:xfrm>
            <a:off x="463187" y="4415116"/>
            <a:ext cx="1946160" cy="224280"/>
            <a:chOff x="463187" y="4415116"/>
            <a:chExt cx="1946160" cy="224280"/>
          </a:xfrm>
        </p:grpSpPr>
        <mc:AlternateContent xmlns:mc="http://schemas.openxmlformats.org/markup-compatibility/2006" xmlns:p14="http://schemas.microsoft.com/office/powerpoint/2010/main">
          <mc:Choice Requires="p14">
            <p:contentPart p14:bwMode="auto" r:id="rId18">
              <p14:nvContentPartPr>
                <p14:cNvPr id="14" name="墨迹 13">
                  <a:extLst>
                    <a:ext uri="{FF2B5EF4-FFF2-40B4-BE49-F238E27FC236}">
                      <a16:creationId xmlns:a16="http://schemas.microsoft.com/office/drawing/2014/main" id="{1C004AA4-1E34-ACD7-154F-AFA06FC340E1}"/>
                    </a:ext>
                  </a:extLst>
                </p14:cNvPr>
                <p14:cNvContentPartPr/>
                <p14:nvPr/>
              </p14:nvContentPartPr>
              <p14:xfrm>
                <a:off x="463187" y="4415116"/>
                <a:ext cx="338400" cy="224280"/>
              </p14:xfrm>
            </p:contentPart>
          </mc:Choice>
          <mc:Fallback xmlns="">
            <p:pic>
              <p:nvPicPr>
                <p:cNvPr id="14" name="墨迹 13">
                  <a:extLst>
                    <a:ext uri="{FF2B5EF4-FFF2-40B4-BE49-F238E27FC236}">
                      <a16:creationId xmlns:a16="http://schemas.microsoft.com/office/drawing/2014/main" id="{1C004AA4-1E34-ACD7-154F-AFA06FC340E1}"/>
                    </a:ext>
                  </a:extLst>
                </p:cNvPr>
                <p:cNvPicPr/>
                <p:nvPr/>
              </p:nvPicPr>
              <p:blipFill>
                <a:blip r:embed="rId19"/>
                <a:stretch>
                  <a:fillRect/>
                </a:stretch>
              </p:blipFill>
              <p:spPr>
                <a:xfrm>
                  <a:off x="445187" y="4397116"/>
                  <a:ext cx="374040" cy="259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5" name="墨迹 14">
                  <a:extLst>
                    <a:ext uri="{FF2B5EF4-FFF2-40B4-BE49-F238E27FC236}">
                      <a16:creationId xmlns:a16="http://schemas.microsoft.com/office/drawing/2014/main" id="{9A81EE55-567A-568E-845A-ED212723FDCF}"/>
                    </a:ext>
                  </a:extLst>
                </p14:cNvPr>
                <p14:cNvContentPartPr/>
                <p14:nvPr/>
              </p14:nvContentPartPr>
              <p14:xfrm>
                <a:off x="878267" y="4500076"/>
                <a:ext cx="1531080" cy="90360"/>
              </p14:xfrm>
            </p:contentPart>
          </mc:Choice>
          <mc:Fallback xmlns="">
            <p:pic>
              <p:nvPicPr>
                <p:cNvPr id="15" name="墨迹 14">
                  <a:extLst>
                    <a:ext uri="{FF2B5EF4-FFF2-40B4-BE49-F238E27FC236}">
                      <a16:creationId xmlns:a16="http://schemas.microsoft.com/office/drawing/2014/main" id="{9A81EE55-567A-568E-845A-ED212723FDCF}"/>
                    </a:ext>
                  </a:extLst>
                </p:cNvPr>
                <p:cNvPicPr/>
                <p:nvPr/>
              </p:nvPicPr>
              <p:blipFill>
                <a:blip r:embed="rId21"/>
                <a:stretch>
                  <a:fillRect/>
                </a:stretch>
              </p:blipFill>
              <p:spPr>
                <a:xfrm>
                  <a:off x="860267" y="4482076"/>
                  <a:ext cx="1566720" cy="126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16" name="墨迹 15">
                <a:extLst>
                  <a:ext uri="{FF2B5EF4-FFF2-40B4-BE49-F238E27FC236}">
                    <a16:creationId xmlns:a16="http://schemas.microsoft.com/office/drawing/2014/main" id="{722F388F-FAE0-6922-EA11-6DDA70F745B2}"/>
                  </a:ext>
                </a:extLst>
              </p14:cNvPr>
              <p14:cNvContentPartPr/>
              <p14:nvPr/>
            </p14:nvContentPartPr>
            <p14:xfrm>
              <a:off x="1401347" y="4964116"/>
              <a:ext cx="3031920" cy="114120"/>
            </p14:xfrm>
          </p:contentPart>
        </mc:Choice>
        <mc:Fallback xmlns="">
          <p:pic>
            <p:nvPicPr>
              <p:cNvPr id="16" name="墨迹 15">
                <a:extLst>
                  <a:ext uri="{FF2B5EF4-FFF2-40B4-BE49-F238E27FC236}">
                    <a16:creationId xmlns:a16="http://schemas.microsoft.com/office/drawing/2014/main" id="{722F388F-FAE0-6922-EA11-6DDA70F745B2}"/>
                  </a:ext>
                </a:extLst>
              </p:cNvPr>
              <p:cNvPicPr/>
              <p:nvPr/>
            </p:nvPicPr>
            <p:blipFill>
              <a:blip r:embed="rId23"/>
              <a:stretch>
                <a:fillRect/>
              </a:stretch>
            </p:blipFill>
            <p:spPr>
              <a:xfrm>
                <a:off x="1383707" y="4946476"/>
                <a:ext cx="306756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8" name="墨迹 17">
                <a:extLst>
                  <a:ext uri="{FF2B5EF4-FFF2-40B4-BE49-F238E27FC236}">
                    <a16:creationId xmlns:a16="http://schemas.microsoft.com/office/drawing/2014/main" id="{9B9B2BB0-D74E-BDF8-59BC-9EAA821BD2AB}"/>
                  </a:ext>
                </a:extLst>
              </p14:cNvPr>
              <p14:cNvContentPartPr/>
              <p14:nvPr/>
            </p14:nvContentPartPr>
            <p14:xfrm>
              <a:off x="794027" y="5443636"/>
              <a:ext cx="5301360" cy="199440"/>
            </p14:xfrm>
          </p:contentPart>
        </mc:Choice>
        <mc:Fallback xmlns="">
          <p:pic>
            <p:nvPicPr>
              <p:cNvPr id="18" name="墨迹 17">
                <a:extLst>
                  <a:ext uri="{FF2B5EF4-FFF2-40B4-BE49-F238E27FC236}">
                    <a16:creationId xmlns:a16="http://schemas.microsoft.com/office/drawing/2014/main" id="{9B9B2BB0-D74E-BDF8-59BC-9EAA821BD2AB}"/>
                  </a:ext>
                </a:extLst>
              </p:cNvPr>
              <p:cNvPicPr/>
              <p:nvPr/>
            </p:nvPicPr>
            <p:blipFill>
              <a:blip r:embed="rId25"/>
              <a:stretch>
                <a:fillRect/>
              </a:stretch>
            </p:blipFill>
            <p:spPr>
              <a:xfrm>
                <a:off x="776027" y="5425996"/>
                <a:ext cx="533700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墨迹 19">
                <a:extLst>
                  <a:ext uri="{FF2B5EF4-FFF2-40B4-BE49-F238E27FC236}">
                    <a16:creationId xmlns:a16="http://schemas.microsoft.com/office/drawing/2014/main" id="{ED7EC9C5-CD05-5C1B-BD47-AAA61AA9F3C4}"/>
                  </a:ext>
                </a:extLst>
              </p14:cNvPr>
              <p14:cNvContentPartPr/>
              <p14:nvPr/>
            </p14:nvContentPartPr>
            <p14:xfrm>
              <a:off x="829602" y="5736221"/>
              <a:ext cx="3245890" cy="647470"/>
            </p14:xfrm>
          </p:contentPart>
        </mc:Choice>
        <mc:Fallback xmlns="">
          <p:pic>
            <p:nvPicPr>
              <p:cNvPr id="20" name="墨迹 19">
                <a:extLst>
                  <a:ext uri="{FF2B5EF4-FFF2-40B4-BE49-F238E27FC236}">
                    <a16:creationId xmlns:a16="http://schemas.microsoft.com/office/drawing/2014/main" id="{ED7EC9C5-CD05-5C1B-BD47-AAA61AA9F3C4}"/>
                  </a:ext>
                </a:extLst>
              </p:cNvPr>
              <p:cNvPicPr/>
              <p:nvPr/>
            </p:nvPicPr>
            <p:blipFill>
              <a:blip r:embed="rId27"/>
              <a:stretch>
                <a:fillRect/>
              </a:stretch>
            </p:blipFill>
            <p:spPr>
              <a:xfrm>
                <a:off x="811961" y="5718586"/>
                <a:ext cx="3281531" cy="683101"/>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墨迹 20">
                <a:extLst>
                  <a:ext uri="{FF2B5EF4-FFF2-40B4-BE49-F238E27FC236}">
                    <a16:creationId xmlns:a16="http://schemas.microsoft.com/office/drawing/2014/main" id="{0DC59462-66CC-0A4F-8AE9-BFA31BB37160}"/>
                  </a:ext>
                </a:extLst>
              </p14:cNvPr>
              <p14:cNvContentPartPr/>
              <p14:nvPr/>
            </p14:nvContentPartPr>
            <p14:xfrm>
              <a:off x="4962827" y="5697076"/>
              <a:ext cx="360" cy="360"/>
            </p14:xfrm>
          </p:contentPart>
        </mc:Choice>
        <mc:Fallback xmlns="">
          <p:pic>
            <p:nvPicPr>
              <p:cNvPr id="21" name="墨迹 20">
                <a:extLst>
                  <a:ext uri="{FF2B5EF4-FFF2-40B4-BE49-F238E27FC236}">
                    <a16:creationId xmlns:a16="http://schemas.microsoft.com/office/drawing/2014/main" id="{0DC59462-66CC-0A4F-8AE9-BFA31BB37160}"/>
                  </a:ext>
                </a:extLst>
              </p:cNvPr>
              <p:cNvPicPr/>
              <p:nvPr/>
            </p:nvPicPr>
            <p:blipFill>
              <a:blip r:embed="rId29"/>
              <a:stretch>
                <a:fillRect/>
              </a:stretch>
            </p:blipFill>
            <p:spPr>
              <a:xfrm>
                <a:off x="4944827" y="5679076"/>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墨迹 21">
                <a:extLst>
                  <a:ext uri="{FF2B5EF4-FFF2-40B4-BE49-F238E27FC236}">
                    <a16:creationId xmlns:a16="http://schemas.microsoft.com/office/drawing/2014/main" id="{B516C359-8560-9D65-C01E-9D0E22F8980B}"/>
                  </a:ext>
                </a:extLst>
              </p14:cNvPr>
              <p14:cNvContentPartPr/>
              <p14:nvPr/>
            </p14:nvContentPartPr>
            <p14:xfrm>
              <a:off x="3561347" y="3374716"/>
              <a:ext cx="2520" cy="360"/>
            </p14:xfrm>
          </p:contentPart>
        </mc:Choice>
        <mc:Fallback xmlns="">
          <p:pic>
            <p:nvPicPr>
              <p:cNvPr id="22" name="墨迹 21">
                <a:extLst>
                  <a:ext uri="{FF2B5EF4-FFF2-40B4-BE49-F238E27FC236}">
                    <a16:creationId xmlns:a16="http://schemas.microsoft.com/office/drawing/2014/main" id="{B516C359-8560-9D65-C01E-9D0E22F8980B}"/>
                  </a:ext>
                </a:extLst>
              </p:cNvPr>
              <p:cNvPicPr/>
              <p:nvPr/>
            </p:nvPicPr>
            <p:blipFill>
              <a:blip r:embed="rId31"/>
              <a:stretch>
                <a:fillRect/>
              </a:stretch>
            </p:blipFill>
            <p:spPr>
              <a:xfrm>
                <a:off x="3543347" y="3356716"/>
                <a:ext cx="3816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 name="墨迹 1">
                <a:extLst>
                  <a:ext uri="{FF2B5EF4-FFF2-40B4-BE49-F238E27FC236}">
                    <a16:creationId xmlns:a16="http://schemas.microsoft.com/office/drawing/2014/main" id="{42FFB4C4-B57D-1226-9C89-8222BE24569B}"/>
                  </a:ext>
                </a:extLst>
              </p14:cNvPr>
              <p14:cNvContentPartPr/>
              <p14:nvPr/>
            </p14:nvContentPartPr>
            <p14:xfrm>
              <a:off x="1502726" y="2788318"/>
              <a:ext cx="435960" cy="9360"/>
            </p14:xfrm>
          </p:contentPart>
        </mc:Choice>
        <mc:Fallback xmlns="">
          <p:pic>
            <p:nvPicPr>
              <p:cNvPr id="2" name="墨迹 1">
                <a:extLst>
                  <a:ext uri="{FF2B5EF4-FFF2-40B4-BE49-F238E27FC236}">
                    <a16:creationId xmlns:a16="http://schemas.microsoft.com/office/drawing/2014/main" id="{42FFB4C4-B57D-1226-9C89-8222BE24569B}"/>
                  </a:ext>
                </a:extLst>
              </p:cNvPr>
              <p:cNvPicPr/>
              <p:nvPr/>
            </p:nvPicPr>
            <p:blipFill>
              <a:blip r:embed="rId33"/>
              <a:stretch>
                <a:fillRect/>
              </a:stretch>
            </p:blipFill>
            <p:spPr>
              <a:xfrm>
                <a:off x="1484726" y="2770318"/>
                <a:ext cx="47160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5" name="墨迹 4">
                <a:extLst>
                  <a:ext uri="{FF2B5EF4-FFF2-40B4-BE49-F238E27FC236}">
                    <a16:creationId xmlns:a16="http://schemas.microsoft.com/office/drawing/2014/main" id="{55A1544D-8111-965A-5243-235EB392092D}"/>
                  </a:ext>
                </a:extLst>
              </p14:cNvPr>
              <p14:cNvContentPartPr/>
              <p14:nvPr/>
            </p14:nvContentPartPr>
            <p14:xfrm>
              <a:off x="1022846" y="4598758"/>
              <a:ext cx="481680" cy="18720"/>
            </p14:xfrm>
          </p:contentPart>
        </mc:Choice>
        <mc:Fallback xmlns="">
          <p:pic>
            <p:nvPicPr>
              <p:cNvPr id="5" name="墨迹 4">
                <a:extLst>
                  <a:ext uri="{FF2B5EF4-FFF2-40B4-BE49-F238E27FC236}">
                    <a16:creationId xmlns:a16="http://schemas.microsoft.com/office/drawing/2014/main" id="{55A1544D-8111-965A-5243-235EB392092D}"/>
                  </a:ext>
                </a:extLst>
              </p:cNvPr>
              <p:cNvPicPr/>
              <p:nvPr/>
            </p:nvPicPr>
            <p:blipFill>
              <a:blip r:embed="rId35"/>
              <a:stretch>
                <a:fillRect/>
              </a:stretch>
            </p:blipFill>
            <p:spPr>
              <a:xfrm>
                <a:off x="1004846" y="4581118"/>
                <a:ext cx="51732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7" name="墨迹 6">
                <a:extLst>
                  <a:ext uri="{FF2B5EF4-FFF2-40B4-BE49-F238E27FC236}">
                    <a16:creationId xmlns:a16="http://schemas.microsoft.com/office/drawing/2014/main" id="{35D22937-4B6A-7BA9-D59E-E21A5266DE0C}"/>
                  </a:ext>
                </a:extLst>
              </p14:cNvPr>
              <p14:cNvContentPartPr/>
              <p14:nvPr/>
            </p14:nvContentPartPr>
            <p14:xfrm>
              <a:off x="1285286" y="5482198"/>
              <a:ext cx="3713760" cy="77760"/>
            </p14:xfrm>
          </p:contentPart>
        </mc:Choice>
        <mc:Fallback xmlns="">
          <p:pic>
            <p:nvPicPr>
              <p:cNvPr id="7" name="墨迹 6">
                <a:extLst>
                  <a:ext uri="{FF2B5EF4-FFF2-40B4-BE49-F238E27FC236}">
                    <a16:creationId xmlns:a16="http://schemas.microsoft.com/office/drawing/2014/main" id="{35D22937-4B6A-7BA9-D59E-E21A5266DE0C}"/>
                  </a:ext>
                </a:extLst>
              </p:cNvPr>
              <p:cNvPicPr/>
              <p:nvPr/>
            </p:nvPicPr>
            <p:blipFill>
              <a:blip r:embed="rId37"/>
              <a:stretch>
                <a:fillRect/>
              </a:stretch>
            </p:blipFill>
            <p:spPr>
              <a:xfrm>
                <a:off x="1267286" y="5464198"/>
                <a:ext cx="3749400" cy="11340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12324"/>
                                        </p:tgtEl>
                                        <p:attrNameLst>
                                          <p:attrName>style.visibility</p:attrName>
                                        </p:attrNameLst>
                                      </p:cBhvr>
                                      <p:to>
                                        <p:strVal val="visible"/>
                                      </p:to>
                                    </p:set>
                                    <p:animEffect transition="in" filter="box(in)">
                                      <p:cBhvr>
                                        <p:cTn id="7" dur="500"/>
                                        <p:tgtEl>
                                          <p:spTgt spid="31232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12325"/>
                                        </p:tgtEl>
                                        <p:attrNameLst>
                                          <p:attrName>style.visibility</p:attrName>
                                        </p:attrNameLst>
                                      </p:cBhvr>
                                      <p:to>
                                        <p:strVal val="visible"/>
                                      </p:to>
                                    </p:set>
                                    <p:animEffect transition="in" filter="box(in)">
                                      <p:cBhvr>
                                        <p:cTn id="12" dur="500"/>
                                        <p:tgtEl>
                                          <p:spTgt spid="312325"/>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12326"/>
                                        </p:tgtEl>
                                        <p:attrNameLst>
                                          <p:attrName>style.visibility</p:attrName>
                                        </p:attrNameLst>
                                      </p:cBhvr>
                                      <p:to>
                                        <p:strVal val="visible"/>
                                      </p:to>
                                    </p:set>
                                    <p:animEffect transition="in" filter="checkerboard(across)">
                                      <p:cBhvr>
                                        <p:cTn id="17" dur="500"/>
                                        <p:tgtEl>
                                          <p:spTgt spid="312326"/>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312327"/>
                                        </p:tgtEl>
                                        <p:attrNameLst>
                                          <p:attrName>style.visibility</p:attrName>
                                        </p:attrNameLst>
                                      </p:cBhvr>
                                      <p:to>
                                        <p:strVal val="visible"/>
                                      </p:to>
                                    </p:set>
                                    <p:animEffect transition="in" filter="wedge">
                                      <p:cBhvr>
                                        <p:cTn id="22" dur="2000"/>
                                        <p:tgtEl>
                                          <p:spTgt spid="312327"/>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312328"/>
                                        </p:tgtEl>
                                        <p:attrNameLst>
                                          <p:attrName>style.visibility</p:attrName>
                                        </p:attrNameLst>
                                      </p:cBhvr>
                                      <p:to>
                                        <p:strVal val="visible"/>
                                      </p:to>
                                    </p:set>
                                    <p:animEffect transition="in" filter="box(in)">
                                      <p:cBhvr>
                                        <p:cTn id="27" dur="500"/>
                                        <p:tgtEl>
                                          <p:spTgt spid="3123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24" grpId="0"/>
      <p:bldP spid="312325" grpId="0"/>
      <p:bldP spid="312326" grpId="0"/>
      <p:bldP spid="312327" grpId="0"/>
      <p:bldP spid="31232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ext Box 2"/>
          <p:cNvSpPr txBox="1"/>
          <p:nvPr/>
        </p:nvSpPr>
        <p:spPr>
          <a:xfrm>
            <a:off x="971550" y="1341438"/>
            <a:ext cx="6264275" cy="398780"/>
          </a:xfrm>
          <a:prstGeom prst="rect">
            <a:avLst/>
          </a:prstGeom>
          <a:noFill/>
          <a:ln w="9525">
            <a:noFill/>
          </a:ln>
        </p:spPr>
        <p:txBody>
          <a:bodyPr anchor="t" anchorCtr="0">
            <a:spAutoFit/>
          </a:bodyPr>
          <a:lstStyle/>
          <a:p>
            <a:pPr>
              <a:spcBef>
                <a:spcPct val="50000"/>
              </a:spcBef>
            </a:pPr>
            <a:endParaRPr lang="zh-CN" altLang="zh-CN" dirty="0">
              <a:ea typeface="宋体" panose="02010600030101010101" pitchFamily="2" charset="-122"/>
              <a:cs typeface="Times New Roman" panose="02020603050405020304" pitchFamily="18" charset="0"/>
            </a:endParaRPr>
          </a:p>
        </p:txBody>
      </p:sp>
      <p:sp>
        <p:nvSpPr>
          <p:cNvPr id="16386" name="Rectangle 3"/>
          <p:cNvSpPr/>
          <p:nvPr/>
        </p:nvSpPr>
        <p:spPr>
          <a:xfrm>
            <a:off x="395288" y="1125538"/>
            <a:ext cx="8134350" cy="519112"/>
          </a:xfrm>
          <a:prstGeom prst="rect">
            <a:avLst/>
          </a:prstGeom>
          <a:solidFill>
            <a:srgbClr val="FFFFFF"/>
          </a:solidFill>
          <a:ln w="9525">
            <a:noFill/>
          </a:ln>
        </p:spPr>
        <p:txBody>
          <a:bodyPr anchor="t" anchorCtr="0">
            <a:spAutoFit/>
          </a:bodyPr>
          <a:lstStyle/>
          <a:p>
            <a:pPr>
              <a:spcBef>
                <a:spcPct val="20000"/>
              </a:spcBef>
            </a:pPr>
            <a:r>
              <a:rPr lang="en-US" altLang="zh-CN" sz="2800" b="1" dirty="0">
                <a:solidFill>
                  <a:srgbClr val="CC3300"/>
                </a:solidFill>
                <a:ea typeface="_GB2312"/>
                <a:cs typeface="Times New Roman" panose="02020603050405020304" pitchFamily="18" charset="0"/>
              </a:rPr>
              <a:t>DAC</a:t>
            </a:r>
            <a:r>
              <a:rPr lang="zh-CN" altLang="en-US" sz="2800" b="1" dirty="0">
                <a:solidFill>
                  <a:srgbClr val="CC3300"/>
                </a:solidFill>
                <a:ea typeface="_GB2312"/>
                <a:cs typeface="Times New Roman" panose="02020603050405020304" pitchFamily="18" charset="0"/>
              </a:rPr>
              <a:t>的类型</a:t>
            </a:r>
            <a:r>
              <a:rPr lang="zh-CN" altLang="en-US" sz="2800" b="1" dirty="0">
                <a:ea typeface="楷体_GB2312" panose="02010609030101010101" pitchFamily="49" charset="-122"/>
                <a:cs typeface="Times New Roman" panose="02020603050405020304" pitchFamily="18" charset="0"/>
              </a:rPr>
              <a:t>： </a:t>
            </a:r>
            <a:endParaRPr lang="zh-CN" altLang="en-US" sz="2400" dirty="0">
              <a:ea typeface="宋体" panose="02010600030101010101" pitchFamily="2" charset="-122"/>
              <a:cs typeface="Times New Roman" panose="02020603050405020304" pitchFamily="18" charset="0"/>
            </a:endParaRPr>
          </a:p>
        </p:txBody>
      </p:sp>
      <p:sp>
        <p:nvSpPr>
          <p:cNvPr id="16387" name="Rectangle 4"/>
          <p:cNvSpPr/>
          <p:nvPr/>
        </p:nvSpPr>
        <p:spPr>
          <a:xfrm>
            <a:off x="685800" y="1924050"/>
            <a:ext cx="7688263" cy="457200"/>
          </a:xfrm>
          <a:prstGeom prst="rect">
            <a:avLst/>
          </a:prstGeom>
          <a:solidFill>
            <a:srgbClr val="FFFFFF"/>
          </a:solidFill>
          <a:ln w="9525">
            <a:noFill/>
          </a:ln>
        </p:spPr>
        <p:txBody>
          <a:bodyPr anchor="t" anchorCtr="0">
            <a:spAutoFit/>
          </a:bodyPr>
          <a:lstStyle/>
          <a:p>
            <a:pPr>
              <a:spcBef>
                <a:spcPct val="20000"/>
              </a:spcBef>
              <a:buClr>
                <a:srgbClr val="000016"/>
              </a:buClr>
              <a:buChar char="–"/>
            </a:pPr>
            <a:r>
              <a:rPr lang="zh-CN" altLang="en-US" sz="2400" b="1" dirty="0">
                <a:ea typeface="楷体_GB2312" panose="02010609030101010101" pitchFamily="49" charset="-122"/>
                <a:cs typeface="Times New Roman" panose="02020603050405020304" pitchFamily="18" charset="0"/>
              </a:rPr>
              <a:t>转换位数：</a:t>
            </a:r>
            <a:r>
              <a:rPr lang="en-US" altLang="zh-CN" sz="2400" b="1" dirty="0">
                <a:ea typeface="楷体_GB2312" panose="02010609030101010101" pitchFamily="49" charset="-122"/>
                <a:cs typeface="Times New Roman" panose="02020603050405020304" pitchFamily="18" charset="0"/>
              </a:rPr>
              <a:t>8</a:t>
            </a:r>
            <a:r>
              <a:rPr lang="zh-CN" altLang="en-US" sz="2400" b="1" dirty="0">
                <a:ea typeface="楷体_GB2312" panose="02010609030101010101" pitchFamily="49" charset="-122"/>
                <a:cs typeface="Times New Roman" panose="02020603050405020304" pitchFamily="18" charset="0"/>
              </a:rPr>
              <a:t>、</a:t>
            </a:r>
            <a:r>
              <a:rPr lang="en-US" altLang="zh-CN" sz="2400" b="1" dirty="0">
                <a:ea typeface="楷体_GB2312" panose="02010609030101010101" pitchFamily="49" charset="-122"/>
                <a:cs typeface="Times New Roman" panose="02020603050405020304" pitchFamily="18" charset="0"/>
              </a:rPr>
              <a:t>10</a:t>
            </a:r>
            <a:r>
              <a:rPr lang="zh-CN" altLang="en-US" sz="2400" b="1" dirty="0">
                <a:ea typeface="楷体_GB2312" panose="02010609030101010101" pitchFamily="49" charset="-122"/>
                <a:cs typeface="Times New Roman" panose="02020603050405020304" pitchFamily="18" charset="0"/>
              </a:rPr>
              <a:t>、</a:t>
            </a:r>
            <a:r>
              <a:rPr lang="en-US" altLang="zh-CN" sz="2400" b="1" dirty="0">
                <a:ea typeface="楷体_GB2312" panose="02010609030101010101" pitchFamily="49" charset="-122"/>
                <a:cs typeface="Times New Roman" panose="02020603050405020304" pitchFamily="18" charset="0"/>
              </a:rPr>
              <a:t>12</a:t>
            </a:r>
            <a:r>
              <a:rPr lang="zh-CN" altLang="en-US" sz="2400" b="1" dirty="0">
                <a:ea typeface="楷体_GB2312" panose="02010609030101010101" pitchFamily="49" charset="-122"/>
                <a:cs typeface="Times New Roman" panose="02020603050405020304" pitchFamily="18" charset="0"/>
              </a:rPr>
              <a:t>位 </a:t>
            </a:r>
            <a:endParaRPr lang="zh-CN" altLang="en-US" sz="2400" dirty="0">
              <a:ea typeface="宋体" panose="02010600030101010101" pitchFamily="2" charset="-122"/>
              <a:cs typeface="Times New Roman" panose="02020603050405020304" pitchFamily="18" charset="0"/>
            </a:endParaRPr>
          </a:p>
        </p:txBody>
      </p:sp>
      <p:sp>
        <p:nvSpPr>
          <p:cNvPr id="16388" name="Rectangle 5"/>
          <p:cNvSpPr/>
          <p:nvPr/>
        </p:nvSpPr>
        <p:spPr>
          <a:xfrm>
            <a:off x="685800" y="2352675"/>
            <a:ext cx="7688263" cy="457200"/>
          </a:xfrm>
          <a:prstGeom prst="rect">
            <a:avLst/>
          </a:prstGeom>
          <a:solidFill>
            <a:srgbClr val="FFFFFF"/>
          </a:solidFill>
          <a:ln w="9525">
            <a:noFill/>
          </a:ln>
        </p:spPr>
        <p:txBody>
          <a:bodyPr anchor="t" anchorCtr="0">
            <a:spAutoFit/>
          </a:bodyPr>
          <a:lstStyle/>
          <a:p>
            <a:pPr>
              <a:spcBef>
                <a:spcPct val="20000"/>
              </a:spcBef>
              <a:buClr>
                <a:srgbClr val="000016"/>
              </a:buClr>
              <a:buChar char="–"/>
            </a:pPr>
            <a:r>
              <a:rPr lang="zh-CN" altLang="en-US" sz="2400" b="1" dirty="0">
                <a:ea typeface="楷体_GB2312" panose="02010609030101010101" pitchFamily="49" charset="-122"/>
                <a:cs typeface="Times New Roman" panose="02020603050405020304" pitchFamily="18" charset="0"/>
              </a:rPr>
              <a:t>内部缓冲器数量：无、单、双 </a:t>
            </a:r>
          </a:p>
        </p:txBody>
      </p:sp>
      <p:sp>
        <p:nvSpPr>
          <p:cNvPr id="16389" name="Rectangle 6"/>
          <p:cNvSpPr/>
          <p:nvPr/>
        </p:nvSpPr>
        <p:spPr>
          <a:xfrm>
            <a:off x="685800" y="2797175"/>
            <a:ext cx="7688263" cy="457200"/>
          </a:xfrm>
          <a:prstGeom prst="rect">
            <a:avLst/>
          </a:prstGeom>
          <a:solidFill>
            <a:srgbClr val="FFFFFF"/>
          </a:solidFill>
          <a:ln w="9525">
            <a:noFill/>
          </a:ln>
        </p:spPr>
        <p:txBody>
          <a:bodyPr anchor="t" anchorCtr="0">
            <a:spAutoFit/>
          </a:bodyPr>
          <a:lstStyle/>
          <a:p>
            <a:pPr>
              <a:spcBef>
                <a:spcPct val="20000"/>
              </a:spcBef>
              <a:buClr>
                <a:srgbClr val="000016"/>
              </a:buClr>
              <a:buChar char="–"/>
            </a:pPr>
            <a:r>
              <a:rPr lang="zh-CN" altLang="en-US" sz="2400" b="1" dirty="0">
                <a:ea typeface="楷体_GB2312" panose="02010609030101010101" pitchFamily="49" charset="-122"/>
                <a:cs typeface="Times New Roman" panose="02020603050405020304" pitchFamily="18" charset="0"/>
              </a:rPr>
              <a:t>输出类型：</a:t>
            </a:r>
            <a:r>
              <a:rPr lang="zh-CN" altLang="en-US" sz="2400" b="1" dirty="0">
                <a:solidFill>
                  <a:srgbClr val="990099"/>
                </a:solidFill>
                <a:ea typeface="楷体_GB2312" panose="02010609030101010101" pitchFamily="49" charset="-122"/>
                <a:cs typeface="Times New Roman" panose="02020603050405020304" pitchFamily="18" charset="0"/>
              </a:rPr>
              <a:t>电流、电压 </a:t>
            </a:r>
            <a:endParaRPr lang="zh-CN" altLang="en-US" sz="2400" dirty="0">
              <a:ea typeface="宋体" panose="02010600030101010101" pitchFamily="2" charset="-122"/>
              <a:cs typeface="Times New Roman" panose="02020603050405020304" pitchFamily="18" charset="0"/>
            </a:endParaRPr>
          </a:p>
        </p:txBody>
      </p:sp>
      <p:sp>
        <p:nvSpPr>
          <p:cNvPr id="16390" name="Rectangle 7"/>
          <p:cNvSpPr/>
          <p:nvPr/>
        </p:nvSpPr>
        <p:spPr>
          <a:xfrm>
            <a:off x="1130300" y="3225800"/>
            <a:ext cx="7791450" cy="457200"/>
          </a:xfrm>
          <a:prstGeom prst="rect">
            <a:avLst/>
          </a:prstGeom>
          <a:solidFill>
            <a:srgbClr val="FFFFFF"/>
          </a:solidFill>
          <a:ln w="9525">
            <a:noFill/>
          </a:ln>
        </p:spPr>
        <p:txBody>
          <a:bodyPr anchor="t" anchorCtr="0">
            <a:spAutoFit/>
          </a:bodyPr>
          <a:lstStyle/>
          <a:p>
            <a:pPr>
              <a:spcBef>
                <a:spcPct val="20000"/>
              </a:spcBef>
              <a:buClr>
                <a:srgbClr val="000016"/>
              </a:buClr>
              <a:buChar char="•"/>
            </a:pPr>
            <a:r>
              <a:rPr lang="zh-CN" altLang="en-US" sz="2400" b="1" dirty="0">
                <a:solidFill>
                  <a:srgbClr val="FF3300"/>
                </a:solidFill>
                <a:ea typeface="楷体_GB2312" panose="02010609030101010101" pitchFamily="49" charset="-122"/>
                <a:cs typeface="Times New Roman" panose="02020603050405020304" pitchFamily="18" charset="0"/>
              </a:rPr>
              <a:t>大多数</a:t>
            </a:r>
            <a:r>
              <a:rPr lang="en-US" altLang="zh-CN" sz="2400" b="1" dirty="0">
                <a:solidFill>
                  <a:srgbClr val="FF3300"/>
                </a:solidFill>
                <a:ea typeface="楷体_GB2312" panose="02010609030101010101" pitchFamily="49" charset="-122"/>
                <a:cs typeface="Times New Roman" panose="02020603050405020304" pitchFamily="18" charset="0"/>
              </a:rPr>
              <a:t>DAC</a:t>
            </a:r>
            <a:r>
              <a:rPr lang="zh-CN" altLang="en-US" sz="2400" b="1" dirty="0">
                <a:solidFill>
                  <a:srgbClr val="FF3300"/>
                </a:solidFill>
                <a:ea typeface="楷体_GB2312" panose="02010609030101010101" pitchFamily="49" charset="-122"/>
                <a:cs typeface="Times New Roman" panose="02020603050405020304" pitchFamily="18" charset="0"/>
              </a:rPr>
              <a:t>均属于电流输出型，需进行电压转换 </a:t>
            </a:r>
            <a:endParaRPr lang="zh-CN" altLang="en-US" sz="2400" dirty="0">
              <a:solidFill>
                <a:srgbClr val="FF3300"/>
              </a:solidFill>
              <a:ea typeface="宋体" panose="02010600030101010101" pitchFamily="2" charset="-122"/>
              <a:cs typeface="Times New Roman" panose="02020603050405020304" pitchFamily="18" charset="0"/>
            </a:endParaRPr>
          </a:p>
        </p:txBody>
      </p:sp>
      <p:sp>
        <p:nvSpPr>
          <p:cNvPr id="16391" name="Rectangle 8"/>
          <p:cNvSpPr/>
          <p:nvPr/>
        </p:nvSpPr>
        <p:spPr>
          <a:xfrm>
            <a:off x="685800" y="3671888"/>
            <a:ext cx="7688263" cy="457200"/>
          </a:xfrm>
          <a:prstGeom prst="rect">
            <a:avLst/>
          </a:prstGeom>
          <a:solidFill>
            <a:srgbClr val="FFFFFF"/>
          </a:solidFill>
          <a:ln w="9525">
            <a:noFill/>
          </a:ln>
        </p:spPr>
        <p:txBody>
          <a:bodyPr anchor="t" anchorCtr="0">
            <a:spAutoFit/>
          </a:bodyPr>
          <a:lstStyle/>
          <a:p>
            <a:pPr>
              <a:spcBef>
                <a:spcPct val="20000"/>
              </a:spcBef>
              <a:buClr>
                <a:srgbClr val="000016"/>
              </a:buClr>
              <a:buChar char="–"/>
            </a:pPr>
            <a:r>
              <a:rPr lang="zh-CN" altLang="en-US" sz="2400" b="1" dirty="0">
                <a:ea typeface="楷体_GB2312" panose="02010609030101010101" pitchFamily="49" charset="-122"/>
              </a:rPr>
              <a:t>输出极性：单、双极性</a:t>
            </a:r>
          </a:p>
        </p:txBody>
      </p:sp>
      <p:sp>
        <p:nvSpPr>
          <p:cNvPr id="16392" name="Rectangle 9"/>
          <p:cNvSpPr/>
          <p:nvPr/>
        </p:nvSpPr>
        <p:spPr>
          <a:xfrm>
            <a:off x="685800" y="4100513"/>
            <a:ext cx="7688263" cy="457200"/>
          </a:xfrm>
          <a:prstGeom prst="rect">
            <a:avLst/>
          </a:prstGeom>
          <a:solidFill>
            <a:srgbClr val="FFFFFF"/>
          </a:solidFill>
          <a:ln w="9525">
            <a:noFill/>
          </a:ln>
        </p:spPr>
        <p:txBody>
          <a:bodyPr anchor="t" anchorCtr="0">
            <a:spAutoFit/>
          </a:bodyPr>
          <a:lstStyle/>
          <a:p>
            <a:pPr>
              <a:spcBef>
                <a:spcPct val="20000"/>
              </a:spcBef>
              <a:buClr>
                <a:srgbClr val="000016"/>
              </a:buClr>
              <a:buChar char="–"/>
            </a:pPr>
            <a:r>
              <a:rPr lang="zh-CN" altLang="en-US" sz="2400" b="1" dirty="0">
                <a:ea typeface="楷体_GB2312" panose="02010609030101010101" pitchFamily="49" charset="-122"/>
                <a:cs typeface="Times New Roman" panose="02020603050405020304" pitchFamily="18" charset="0"/>
              </a:rPr>
              <a:t>输入接口：并、串行 </a:t>
            </a:r>
          </a:p>
        </p:txBody>
      </p:sp>
      <p:sp>
        <p:nvSpPr>
          <p:cNvPr id="16393" name="Rectangle 10"/>
          <p:cNvSpPr/>
          <p:nvPr/>
        </p:nvSpPr>
        <p:spPr>
          <a:xfrm>
            <a:off x="684213" y="4508500"/>
            <a:ext cx="7688262" cy="457200"/>
          </a:xfrm>
          <a:prstGeom prst="rect">
            <a:avLst/>
          </a:prstGeom>
          <a:solidFill>
            <a:srgbClr val="FFFFFF"/>
          </a:solidFill>
          <a:ln w="9525">
            <a:noFill/>
          </a:ln>
        </p:spPr>
        <p:txBody>
          <a:bodyPr anchor="t" anchorCtr="0">
            <a:spAutoFit/>
          </a:bodyPr>
          <a:lstStyle/>
          <a:p>
            <a:pPr>
              <a:spcBef>
                <a:spcPct val="20000"/>
              </a:spcBef>
              <a:buClr>
                <a:srgbClr val="000016"/>
              </a:buClr>
              <a:buChar char="–"/>
            </a:pPr>
            <a:r>
              <a:rPr lang="zh-CN" altLang="en-US" sz="2400" b="1" dirty="0">
                <a:ea typeface="楷体_GB2312" panose="02010609030101010101" pitchFamily="49" charset="-122"/>
                <a:cs typeface="Times New Roman" panose="02020603050405020304" pitchFamily="18" charset="0"/>
              </a:rPr>
              <a:t>转换速度：低、高速 </a:t>
            </a:r>
          </a:p>
        </p:txBody>
      </p:sp>
      <p:sp>
        <p:nvSpPr>
          <p:cNvPr id="16394" name="Rectangle 11"/>
          <p:cNvSpPr/>
          <p:nvPr/>
        </p:nvSpPr>
        <p:spPr>
          <a:xfrm>
            <a:off x="685800" y="4975225"/>
            <a:ext cx="7688263" cy="457200"/>
          </a:xfrm>
          <a:prstGeom prst="rect">
            <a:avLst/>
          </a:prstGeom>
          <a:solidFill>
            <a:srgbClr val="FFFFFF"/>
          </a:solidFill>
          <a:ln w="9525">
            <a:noFill/>
          </a:ln>
        </p:spPr>
        <p:txBody>
          <a:bodyPr anchor="t" anchorCtr="0">
            <a:spAutoFit/>
          </a:bodyPr>
          <a:lstStyle/>
          <a:p>
            <a:pPr>
              <a:spcBef>
                <a:spcPct val="20000"/>
              </a:spcBef>
              <a:buClr>
                <a:srgbClr val="000016"/>
              </a:buClr>
              <a:buChar char="–"/>
            </a:pPr>
            <a:r>
              <a:rPr lang="zh-CN" altLang="en-US" sz="2400" b="1" dirty="0">
                <a:ea typeface="楷体_GB2312" panose="02010609030101010101" pitchFamily="49" charset="-122"/>
              </a:rPr>
              <a:t>其它：低功耗，专用型等</a:t>
            </a:r>
          </a:p>
        </p:txBody>
      </p:sp>
      <p:grpSp>
        <p:nvGrpSpPr>
          <p:cNvPr id="4" name="组合 3">
            <a:extLst>
              <a:ext uri="{FF2B5EF4-FFF2-40B4-BE49-F238E27FC236}">
                <a16:creationId xmlns:a16="http://schemas.microsoft.com/office/drawing/2014/main" id="{C43F3DB2-BB16-8A5E-F0A2-7FB2BA6E8114}"/>
              </a:ext>
            </a:extLst>
          </p:cNvPr>
          <p:cNvGrpSpPr/>
          <p:nvPr/>
        </p:nvGrpSpPr>
        <p:grpSpPr>
          <a:xfrm>
            <a:off x="577307" y="1039396"/>
            <a:ext cx="270000" cy="248040"/>
            <a:chOff x="577307" y="1039396"/>
            <a:chExt cx="270000" cy="248040"/>
          </a:xfrm>
        </p:grpSpPr>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48F73AD4-9313-59E1-8079-CF921F957882}"/>
                    </a:ext>
                  </a:extLst>
                </p14:cNvPr>
                <p14:cNvContentPartPr/>
                <p14:nvPr/>
              </p14:nvContentPartPr>
              <p14:xfrm>
                <a:off x="577307" y="1039396"/>
                <a:ext cx="254880" cy="248040"/>
              </p14:xfrm>
            </p:contentPart>
          </mc:Choice>
          <mc:Fallback xmlns="">
            <p:pic>
              <p:nvPicPr>
                <p:cNvPr id="2" name="墨迹 1">
                  <a:extLst>
                    <a:ext uri="{FF2B5EF4-FFF2-40B4-BE49-F238E27FC236}">
                      <a16:creationId xmlns:a16="http://schemas.microsoft.com/office/drawing/2014/main" id="{48F73AD4-9313-59E1-8079-CF921F957882}"/>
                    </a:ext>
                  </a:extLst>
                </p:cNvPr>
                <p:cNvPicPr/>
                <p:nvPr/>
              </p:nvPicPr>
              <p:blipFill>
                <a:blip r:embed="rId3"/>
                <a:stretch>
                  <a:fillRect/>
                </a:stretch>
              </p:blipFill>
              <p:spPr>
                <a:xfrm>
                  <a:off x="559667" y="1021396"/>
                  <a:ext cx="290520" cy="283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618BB0F7-5447-3DF8-FBEC-B9F3F3671654}"/>
                    </a:ext>
                  </a:extLst>
                </p14:cNvPr>
                <p14:cNvContentPartPr/>
                <p14:nvPr/>
              </p14:nvContentPartPr>
              <p14:xfrm>
                <a:off x="751547" y="1160716"/>
                <a:ext cx="95760" cy="36000"/>
              </p14:xfrm>
            </p:contentPart>
          </mc:Choice>
          <mc:Fallback xmlns="">
            <p:pic>
              <p:nvPicPr>
                <p:cNvPr id="3" name="墨迹 2">
                  <a:extLst>
                    <a:ext uri="{FF2B5EF4-FFF2-40B4-BE49-F238E27FC236}">
                      <a16:creationId xmlns:a16="http://schemas.microsoft.com/office/drawing/2014/main" id="{618BB0F7-5447-3DF8-FBEC-B9F3F3671654}"/>
                    </a:ext>
                  </a:extLst>
                </p:cNvPr>
                <p:cNvPicPr/>
                <p:nvPr/>
              </p:nvPicPr>
              <p:blipFill>
                <a:blip r:embed="rId5"/>
                <a:stretch>
                  <a:fillRect/>
                </a:stretch>
              </p:blipFill>
              <p:spPr>
                <a:xfrm>
                  <a:off x="733907" y="1143076"/>
                  <a:ext cx="131400" cy="71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7" name="墨迹 6">
                <a:extLst>
                  <a:ext uri="{FF2B5EF4-FFF2-40B4-BE49-F238E27FC236}">
                    <a16:creationId xmlns:a16="http://schemas.microsoft.com/office/drawing/2014/main" id="{C354CF48-A5F4-629C-8E97-2C079E5CA253}"/>
                  </a:ext>
                </a:extLst>
              </p14:cNvPr>
              <p14:cNvContentPartPr/>
              <p14:nvPr/>
            </p14:nvContentPartPr>
            <p14:xfrm>
              <a:off x="2381987" y="2268436"/>
              <a:ext cx="2130840" cy="47880"/>
            </p14:xfrm>
          </p:contentPart>
        </mc:Choice>
        <mc:Fallback xmlns="">
          <p:pic>
            <p:nvPicPr>
              <p:cNvPr id="7" name="墨迹 6">
                <a:extLst>
                  <a:ext uri="{FF2B5EF4-FFF2-40B4-BE49-F238E27FC236}">
                    <a16:creationId xmlns:a16="http://schemas.microsoft.com/office/drawing/2014/main" id="{C354CF48-A5F4-629C-8E97-2C079E5CA253}"/>
                  </a:ext>
                </a:extLst>
              </p:cNvPr>
              <p:cNvPicPr/>
              <p:nvPr/>
            </p:nvPicPr>
            <p:blipFill>
              <a:blip r:embed="rId7"/>
              <a:stretch>
                <a:fillRect/>
              </a:stretch>
            </p:blipFill>
            <p:spPr>
              <a:xfrm>
                <a:off x="2363987" y="2250796"/>
                <a:ext cx="2166480" cy="83520"/>
              </a:xfrm>
              <a:prstGeom prst="rect">
                <a:avLst/>
              </a:prstGeom>
            </p:spPr>
          </p:pic>
        </mc:Fallback>
      </mc:AlternateContent>
      <p:grpSp>
        <p:nvGrpSpPr>
          <p:cNvPr id="11" name="组合 10">
            <a:extLst>
              <a:ext uri="{FF2B5EF4-FFF2-40B4-BE49-F238E27FC236}">
                <a16:creationId xmlns:a16="http://schemas.microsoft.com/office/drawing/2014/main" id="{EB13C832-B9CE-BB31-B954-47ACF302841B}"/>
              </a:ext>
            </a:extLst>
          </p:cNvPr>
          <p:cNvGrpSpPr/>
          <p:nvPr/>
        </p:nvGrpSpPr>
        <p:grpSpPr>
          <a:xfrm>
            <a:off x="1599707" y="2731036"/>
            <a:ext cx="3550680" cy="114480"/>
            <a:chOff x="1599707" y="2731036"/>
            <a:chExt cx="3550680" cy="114480"/>
          </a:xfrm>
        </p:grpSpPr>
        <mc:AlternateContent xmlns:mc="http://schemas.openxmlformats.org/markup-compatibility/2006" xmlns:p14="http://schemas.microsoft.com/office/powerpoint/2010/main">
          <mc:Choice Requires="p14">
            <p:contentPart p14:bwMode="auto" r:id="rId8">
              <p14:nvContentPartPr>
                <p14:cNvPr id="8" name="墨迹 7">
                  <a:extLst>
                    <a:ext uri="{FF2B5EF4-FFF2-40B4-BE49-F238E27FC236}">
                      <a16:creationId xmlns:a16="http://schemas.microsoft.com/office/drawing/2014/main" id="{F4C27021-AC31-AF96-2799-A722A7BF9A92}"/>
                    </a:ext>
                  </a:extLst>
                </p14:cNvPr>
                <p14:cNvContentPartPr/>
                <p14:nvPr/>
              </p14:nvContentPartPr>
              <p14:xfrm>
                <a:off x="3416627" y="2766676"/>
                <a:ext cx="1733760" cy="78840"/>
              </p14:xfrm>
            </p:contentPart>
          </mc:Choice>
          <mc:Fallback xmlns="">
            <p:pic>
              <p:nvPicPr>
                <p:cNvPr id="8" name="墨迹 7">
                  <a:extLst>
                    <a:ext uri="{FF2B5EF4-FFF2-40B4-BE49-F238E27FC236}">
                      <a16:creationId xmlns:a16="http://schemas.microsoft.com/office/drawing/2014/main" id="{F4C27021-AC31-AF96-2799-A722A7BF9A92}"/>
                    </a:ext>
                  </a:extLst>
                </p:cNvPr>
                <p:cNvPicPr/>
                <p:nvPr/>
              </p:nvPicPr>
              <p:blipFill>
                <a:blip r:embed="rId9"/>
                <a:stretch>
                  <a:fillRect/>
                </a:stretch>
              </p:blipFill>
              <p:spPr>
                <a:xfrm>
                  <a:off x="3398987" y="2749036"/>
                  <a:ext cx="1769400" cy="11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墨迹 8">
                  <a:extLst>
                    <a:ext uri="{FF2B5EF4-FFF2-40B4-BE49-F238E27FC236}">
                      <a16:creationId xmlns:a16="http://schemas.microsoft.com/office/drawing/2014/main" id="{7289156B-5158-1485-9273-18676AC70EF1}"/>
                    </a:ext>
                  </a:extLst>
                </p14:cNvPr>
                <p14:cNvContentPartPr/>
                <p14:nvPr/>
              </p14:nvContentPartPr>
              <p14:xfrm>
                <a:off x="1599707" y="2731036"/>
                <a:ext cx="1443240" cy="77400"/>
              </p14:xfrm>
            </p:contentPart>
          </mc:Choice>
          <mc:Fallback xmlns="">
            <p:pic>
              <p:nvPicPr>
                <p:cNvPr id="9" name="墨迹 8">
                  <a:extLst>
                    <a:ext uri="{FF2B5EF4-FFF2-40B4-BE49-F238E27FC236}">
                      <a16:creationId xmlns:a16="http://schemas.microsoft.com/office/drawing/2014/main" id="{7289156B-5158-1485-9273-18676AC70EF1}"/>
                    </a:ext>
                  </a:extLst>
                </p:cNvPr>
                <p:cNvPicPr/>
                <p:nvPr/>
              </p:nvPicPr>
              <p:blipFill>
                <a:blip r:embed="rId11"/>
                <a:stretch>
                  <a:fillRect/>
                </a:stretch>
              </p:blipFill>
              <p:spPr>
                <a:xfrm>
                  <a:off x="1581707" y="2713036"/>
                  <a:ext cx="1478880" cy="113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0" name="墨迹 9">
                <a:extLst>
                  <a:ext uri="{FF2B5EF4-FFF2-40B4-BE49-F238E27FC236}">
                    <a16:creationId xmlns:a16="http://schemas.microsoft.com/office/drawing/2014/main" id="{FD79DEFC-0FC9-09ED-E6C5-856FD8511B89}"/>
                  </a:ext>
                </a:extLst>
              </p14:cNvPr>
              <p14:cNvContentPartPr/>
              <p14:nvPr/>
            </p14:nvContentPartPr>
            <p14:xfrm>
              <a:off x="2538587" y="3175996"/>
              <a:ext cx="1365840" cy="67320"/>
            </p14:xfrm>
          </p:contentPart>
        </mc:Choice>
        <mc:Fallback xmlns="">
          <p:pic>
            <p:nvPicPr>
              <p:cNvPr id="10" name="墨迹 9">
                <a:extLst>
                  <a:ext uri="{FF2B5EF4-FFF2-40B4-BE49-F238E27FC236}">
                    <a16:creationId xmlns:a16="http://schemas.microsoft.com/office/drawing/2014/main" id="{FD79DEFC-0FC9-09ED-E6C5-856FD8511B89}"/>
                  </a:ext>
                </a:extLst>
              </p:cNvPr>
              <p:cNvPicPr/>
              <p:nvPr/>
            </p:nvPicPr>
            <p:blipFill>
              <a:blip r:embed="rId13"/>
              <a:stretch>
                <a:fillRect/>
              </a:stretch>
            </p:blipFill>
            <p:spPr>
              <a:xfrm>
                <a:off x="2520587" y="3158356"/>
                <a:ext cx="1401480" cy="102960"/>
              </a:xfrm>
              <a:prstGeom prst="rect">
                <a:avLst/>
              </a:prstGeom>
            </p:spPr>
          </p:pic>
        </mc:Fallback>
      </mc:AlternateContent>
      <p:grpSp>
        <p:nvGrpSpPr>
          <p:cNvPr id="13" name="组合 12">
            <a:extLst>
              <a:ext uri="{FF2B5EF4-FFF2-40B4-BE49-F238E27FC236}">
                <a16:creationId xmlns:a16="http://schemas.microsoft.com/office/drawing/2014/main" id="{F100FA7C-0786-B4C9-B108-669A112A3356}"/>
              </a:ext>
            </a:extLst>
          </p:cNvPr>
          <p:cNvGrpSpPr/>
          <p:nvPr/>
        </p:nvGrpSpPr>
        <p:grpSpPr>
          <a:xfrm>
            <a:off x="3044027" y="3675316"/>
            <a:ext cx="4725360" cy="169920"/>
            <a:chOff x="3044027" y="3675316"/>
            <a:chExt cx="4725360" cy="169920"/>
          </a:xfrm>
        </p:grpSpPr>
        <mc:AlternateContent xmlns:mc="http://schemas.openxmlformats.org/markup-compatibility/2006" xmlns:p14="http://schemas.microsoft.com/office/powerpoint/2010/main">
          <mc:Choice Requires="p14">
            <p:contentPart p14:bwMode="auto" r:id="rId14">
              <p14:nvContentPartPr>
                <p14:cNvPr id="5" name="墨迹 4">
                  <a:extLst>
                    <a:ext uri="{FF2B5EF4-FFF2-40B4-BE49-F238E27FC236}">
                      <a16:creationId xmlns:a16="http://schemas.microsoft.com/office/drawing/2014/main" id="{D748CCAA-D3BF-8379-4BCE-AD5CDFD0D6BF}"/>
                    </a:ext>
                  </a:extLst>
                </p14:cNvPr>
                <p14:cNvContentPartPr/>
                <p14:nvPr/>
              </p14:nvContentPartPr>
              <p14:xfrm>
                <a:off x="3044027" y="3675316"/>
                <a:ext cx="2388240" cy="61200"/>
              </p14:xfrm>
            </p:contentPart>
          </mc:Choice>
          <mc:Fallback xmlns="">
            <p:pic>
              <p:nvPicPr>
                <p:cNvPr id="5" name="墨迹 4">
                  <a:extLst>
                    <a:ext uri="{FF2B5EF4-FFF2-40B4-BE49-F238E27FC236}">
                      <a16:creationId xmlns:a16="http://schemas.microsoft.com/office/drawing/2014/main" id="{D748CCAA-D3BF-8379-4BCE-AD5CDFD0D6BF}"/>
                    </a:ext>
                  </a:extLst>
                </p:cNvPr>
                <p:cNvPicPr/>
                <p:nvPr/>
              </p:nvPicPr>
              <p:blipFill>
                <a:blip r:embed="rId15"/>
                <a:stretch>
                  <a:fillRect/>
                </a:stretch>
              </p:blipFill>
              <p:spPr>
                <a:xfrm>
                  <a:off x="3026027" y="3657316"/>
                  <a:ext cx="242388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6" name="墨迹 5">
                  <a:extLst>
                    <a:ext uri="{FF2B5EF4-FFF2-40B4-BE49-F238E27FC236}">
                      <a16:creationId xmlns:a16="http://schemas.microsoft.com/office/drawing/2014/main" id="{ECA8043F-7CE5-E983-84C6-6961162403CE}"/>
                    </a:ext>
                  </a:extLst>
                </p14:cNvPr>
                <p14:cNvContentPartPr/>
                <p14:nvPr/>
              </p14:nvContentPartPr>
              <p14:xfrm>
                <a:off x="5660867" y="3705556"/>
                <a:ext cx="2108520" cy="43200"/>
              </p14:xfrm>
            </p:contentPart>
          </mc:Choice>
          <mc:Fallback xmlns="">
            <p:pic>
              <p:nvPicPr>
                <p:cNvPr id="6" name="墨迹 5">
                  <a:extLst>
                    <a:ext uri="{FF2B5EF4-FFF2-40B4-BE49-F238E27FC236}">
                      <a16:creationId xmlns:a16="http://schemas.microsoft.com/office/drawing/2014/main" id="{ECA8043F-7CE5-E983-84C6-6961162403CE}"/>
                    </a:ext>
                  </a:extLst>
                </p:cNvPr>
                <p:cNvPicPr/>
                <p:nvPr/>
              </p:nvPicPr>
              <p:blipFill>
                <a:blip r:embed="rId17"/>
                <a:stretch>
                  <a:fillRect/>
                </a:stretch>
              </p:blipFill>
              <p:spPr>
                <a:xfrm>
                  <a:off x="5642867" y="3687556"/>
                  <a:ext cx="214416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2" name="墨迹 11">
                  <a:extLst>
                    <a:ext uri="{FF2B5EF4-FFF2-40B4-BE49-F238E27FC236}">
                      <a16:creationId xmlns:a16="http://schemas.microsoft.com/office/drawing/2014/main" id="{88ADCEDB-548C-4B7B-3F65-2A894E20CBE0}"/>
                    </a:ext>
                  </a:extLst>
                </p14:cNvPr>
                <p14:cNvContentPartPr/>
                <p14:nvPr/>
              </p14:nvContentPartPr>
              <p14:xfrm>
                <a:off x="4161467" y="3723556"/>
                <a:ext cx="256320" cy="121680"/>
              </p14:xfrm>
            </p:contentPart>
          </mc:Choice>
          <mc:Fallback xmlns="">
            <p:pic>
              <p:nvPicPr>
                <p:cNvPr id="12" name="墨迹 11">
                  <a:extLst>
                    <a:ext uri="{FF2B5EF4-FFF2-40B4-BE49-F238E27FC236}">
                      <a16:creationId xmlns:a16="http://schemas.microsoft.com/office/drawing/2014/main" id="{88ADCEDB-548C-4B7B-3F65-2A894E20CBE0}"/>
                    </a:ext>
                  </a:extLst>
                </p:cNvPr>
                <p:cNvPicPr/>
                <p:nvPr/>
              </p:nvPicPr>
              <p:blipFill>
                <a:blip r:embed="rId19"/>
                <a:stretch>
                  <a:fillRect/>
                </a:stretch>
              </p:blipFill>
              <p:spPr>
                <a:xfrm>
                  <a:off x="4143827" y="3705556"/>
                  <a:ext cx="291960" cy="157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
            <p14:nvContentPartPr>
              <p14:cNvPr id="14" name="墨迹 13">
                <a:extLst>
                  <a:ext uri="{FF2B5EF4-FFF2-40B4-BE49-F238E27FC236}">
                    <a16:creationId xmlns:a16="http://schemas.microsoft.com/office/drawing/2014/main" id="{47646BC8-A309-4F95-246D-86111C3417C0}"/>
                  </a:ext>
                </a:extLst>
              </p14:cNvPr>
              <p14:cNvContentPartPr/>
              <p14:nvPr/>
            </p14:nvContentPartPr>
            <p14:xfrm>
              <a:off x="1419347" y="3356356"/>
              <a:ext cx="6257160" cy="96480"/>
            </p14:xfrm>
          </p:contentPart>
        </mc:Choice>
        <mc:Fallback xmlns="">
          <p:pic>
            <p:nvPicPr>
              <p:cNvPr id="14" name="墨迹 13">
                <a:extLst>
                  <a:ext uri="{FF2B5EF4-FFF2-40B4-BE49-F238E27FC236}">
                    <a16:creationId xmlns:a16="http://schemas.microsoft.com/office/drawing/2014/main" id="{47646BC8-A309-4F95-246D-86111C3417C0}"/>
                  </a:ext>
                </a:extLst>
              </p:cNvPr>
              <p:cNvPicPr/>
              <p:nvPr/>
            </p:nvPicPr>
            <p:blipFill>
              <a:blip r:embed="rId21"/>
              <a:stretch>
                <a:fillRect/>
              </a:stretch>
            </p:blipFill>
            <p:spPr>
              <a:xfrm>
                <a:off x="1365707" y="3248716"/>
                <a:ext cx="6364800" cy="312120"/>
              </a:xfrm>
              <a:prstGeom prst="rect">
                <a:avLst/>
              </a:prstGeom>
            </p:spPr>
          </p:pic>
        </mc:Fallback>
      </mc:AlternateContent>
      <p:grpSp>
        <p:nvGrpSpPr>
          <p:cNvPr id="23" name="组合 22">
            <a:extLst>
              <a:ext uri="{FF2B5EF4-FFF2-40B4-BE49-F238E27FC236}">
                <a16:creationId xmlns:a16="http://schemas.microsoft.com/office/drawing/2014/main" id="{9AD3F289-29B8-B656-8DC5-57412128C005}"/>
              </a:ext>
            </a:extLst>
          </p:cNvPr>
          <p:cNvGrpSpPr/>
          <p:nvPr/>
        </p:nvGrpSpPr>
        <p:grpSpPr>
          <a:xfrm>
            <a:off x="597326" y="1030078"/>
            <a:ext cx="294120" cy="201600"/>
            <a:chOff x="597326" y="1030078"/>
            <a:chExt cx="294120" cy="201600"/>
          </a:xfrm>
        </p:grpSpPr>
        <mc:AlternateContent xmlns:mc="http://schemas.openxmlformats.org/markup-compatibility/2006" xmlns:p14="http://schemas.microsoft.com/office/powerpoint/2010/main">
          <mc:Choice Requires="p14">
            <p:contentPart p14:bwMode="auto" r:id="rId22">
              <p14:nvContentPartPr>
                <p14:cNvPr id="21" name="墨迹 20">
                  <a:extLst>
                    <a:ext uri="{FF2B5EF4-FFF2-40B4-BE49-F238E27FC236}">
                      <a16:creationId xmlns:a16="http://schemas.microsoft.com/office/drawing/2014/main" id="{C0872F91-98C7-E207-AA4A-0223EB53EB49}"/>
                    </a:ext>
                  </a:extLst>
                </p14:cNvPr>
                <p14:cNvContentPartPr/>
                <p14:nvPr/>
              </p14:nvContentPartPr>
              <p14:xfrm>
                <a:off x="597326" y="1030078"/>
                <a:ext cx="220320" cy="201600"/>
              </p14:xfrm>
            </p:contentPart>
          </mc:Choice>
          <mc:Fallback xmlns="">
            <p:pic>
              <p:nvPicPr>
                <p:cNvPr id="21" name="墨迹 20">
                  <a:extLst>
                    <a:ext uri="{FF2B5EF4-FFF2-40B4-BE49-F238E27FC236}">
                      <a16:creationId xmlns:a16="http://schemas.microsoft.com/office/drawing/2014/main" id="{C0872F91-98C7-E207-AA4A-0223EB53EB49}"/>
                    </a:ext>
                  </a:extLst>
                </p:cNvPr>
                <p:cNvPicPr/>
                <p:nvPr/>
              </p:nvPicPr>
              <p:blipFill>
                <a:blip r:embed="rId23"/>
                <a:stretch>
                  <a:fillRect/>
                </a:stretch>
              </p:blipFill>
              <p:spPr>
                <a:xfrm>
                  <a:off x="579686" y="1012438"/>
                  <a:ext cx="2559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2" name="墨迹 21">
                  <a:extLst>
                    <a:ext uri="{FF2B5EF4-FFF2-40B4-BE49-F238E27FC236}">
                      <a16:creationId xmlns:a16="http://schemas.microsoft.com/office/drawing/2014/main" id="{D0C7C5DB-8548-56E1-631E-EBA071EF6177}"/>
                    </a:ext>
                  </a:extLst>
                </p14:cNvPr>
                <p14:cNvContentPartPr/>
                <p14:nvPr/>
              </p14:nvContentPartPr>
              <p14:xfrm>
                <a:off x="724046" y="1156798"/>
                <a:ext cx="167400" cy="53640"/>
              </p14:xfrm>
            </p:contentPart>
          </mc:Choice>
          <mc:Fallback xmlns="">
            <p:pic>
              <p:nvPicPr>
                <p:cNvPr id="22" name="墨迹 21">
                  <a:extLst>
                    <a:ext uri="{FF2B5EF4-FFF2-40B4-BE49-F238E27FC236}">
                      <a16:creationId xmlns:a16="http://schemas.microsoft.com/office/drawing/2014/main" id="{D0C7C5DB-8548-56E1-631E-EBA071EF6177}"/>
                    </a:ext>
                  </a:extLst>
                </p:cNvPr>
                <p:cNvPicPr/>
                <p:nvPr/>
              </p:nvPicPr>
              <p:blipFill>
                <a:blip r:embed="rId25"/>
                <a:stretch>
                  <a:fillRect/>
                </a:stretch>
              </p:blipFill>
              <p:spPr>
                <a:xfrm>
                  <a:off x="706406" y="1139158"/>
                  <a:ext cx="203040" cy="89280"/>
                </a:xfrm>
                <a:prstGeom prst="rect">
                  <a:avLst/>
                </a:prstGeom>
              </p:spPr>
            </p:pic>
          </mc:Fallback>
        </mc:AlternateContent>
      </p:grpSp>
      <p:grpSp>
        <p:nvGrpSpPr>
          <p:cNvPr id="25" name="组合 24">
            <a:extLst>
              <a:ext uri="{FF2B5EF4-FFF2-40B4-BE49-F238E27FC236}">
                <a16:creationId xmlns:a16="http://schemas.microsoft.com/office/drawing/2014/main" id="{9AF95228-101A-7E9F-6B1A-5F59C21C45D9}"/>
              </a:ext>
            </a:extLst>
          </p:cNvPr>
          <p:cNvGrpSpPr/>
          <p:nvPr/>
        </p:nvGrpSpPr>
        <p:grpSpPr>
          <a:xfrm>
            <a:off x="2162246" y="3186118"/>
            <a:ext cx="5356440" cy="562320"/>
            <a:chOff x="2162246" y="3186118"/>
            <a:chExt cx="5356440" cy="562320"/>
          </a:xfrm>
        </p:grpSpPr>
        <mc:AlternateContent xmlns:mc="http://schemas.openxmlformats.org/markup-compatibility/2006" xmlns:p14="http://schemas.microsoft.com/office/powerpoint/2010/main">
          <mc:Choice Requires="p14">
            <p:contentPart p14:bwMode="auto" r:id="rId26">
              <p14:nvContentPartPr>
                <p14:cNvPr id="15" name="墨迹 14">
                  <a:extLst>
                    <a:ext uri="{FF2B5EF4-FFF2-40B4-BE49-F238E27FC236}">
                      <a16:creationId xmlns:a16="http://schemas.microsoft.com/office/drawing/2014/main" id="{2A49E040-0EEA-0533-2AE5-208F8F807F69}"/>
                    </a:ext>
                  </a:extLst>
                </p14:cNvPr>
                <p14:cNvContentPartPr/>
                <p14:nvPr/>
              </p14:nvContentPartPr>
              <p14:xfrm>
                <a:off x="2162246" y="3186118"/>
                <a:ext cx="990000" cy="471960"/>
              </p14:xfrm>
            </p:contentPart>
          </mc:Choice>
          <mc:Fallback xmlns="">
            <p:pic>
              <p:nvPicPr>
                <p:cNvPr id="15" name="墨迹 14">
                  <a:extLst>
                    <a:ext uri="{FF2B5EF4-FFF2-40B4-BE49-F238E27FC236}">
                      <a16:creationId xmlns:a16="http://schemas.microsoft.com/office/drawing/2014/main" id="{2A49E040-0EEA-0533-2AE5-208F8F807F69}"/>
                    </a:ext>
                  </a:extLst>
                </p:cNvPr>
                <p:cNvPicPr/>
                <p:nvPr/>
              </p:nvPicPr>
              <p:blipFill>
                <a:blip r:embed="rId27"/>
                <a:stretch>
                  <a:fillRect/>
                </a:stretch>
              </p:blipFill>
              <p:spPr>
                <a:xfrm>
                  <a:off x="2144246" y="3168118"/>
                  <a:ext cx="1025640" cy="507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墨迹 15">
                  <a:extLst>
                    <a:ext uri="{FF2B5EF4-FFF2-40B4-BE49-F238E27FC236}">
                      <a16:creationId xmlns:a16="http://schemas.microsoft.com/office/drawing/2014/main" id="{6008ED8A-2C48-544E-D128-491D6F349BE4}"/>
                    </a:ext>
                  </a:extLst>
                </p14:cNvPr>
                <p14:cNvContentPartPr/>
                <p14:nvPr/>
              </p14:nvContentPartPr>
              <p14:xfrm>
                <a:off x="3358526" y="3662758"/>
                <a:ext cx="1843920" cy="85680"/>
              </p14:xfrm>
            </p:contentPart>
          </mc:Choice>
          <mc:Fallback xmlns="">
            <p:pic>
              <p:nvPicPr>
                <p:cNvPr id="16" name="墨迹 15">
                  <a:extLst>
                    <a:ext uri="{FF2B5EF4-FFF2-40B4-BE49-F238E27FC236}">
                      <a16:creationId xmlns:a16="http://schemas.microsoft.com/office/drawing/2014/main" id="{6008ED8A-2C48-544E-D128-491D6F349BE4}"/>
                    </a:ext>
                  </a:extLst>
                </p:cNvPr>
                <p:cNvPicPr/>
                <p:nvPr/>
              </p:nvPicPr>
              <p:blipFill>
                <a:blip r:embed="rId29"/>
                <a:stretch>
                  <a:fillRect/>
                </a:stretch>
              </p:blipFill>
              <p:spPr>
                <a:xfrm>
                  <a:off x="3340886" y="3644758"/>
                  <a:ext cx="1879560" cy="121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墨迹 16">
                  <a:extLst>
                    <a:ext uri="{FF2B5EF4-FFF2-40B4-BE49-F238E27FC236}">
                      <a16:creationId xmlns:a16="http://schemas.microsoft.com/office/drawing/2014/main" id="{CB04B47F-1CB9-482D-84F9-5DB302DADE80}"/>
                    </a:ext>
                  </a:extLst>
                </p14:cNvPr>
                <p14:cNvContentPartPr/>
                <p14:nvPr/>
              </p14:nvContentPartPr>
              <p14:xfrm>
                <a:off x="3575966" y="3684358"/>
                <a:ext cx="1117440" cy="37080"/>
              </p14:xfrm>
            </p:contentPart>
          </mc:Choice>
          <mc:Fallback xmlns="">
            <p:pic>
              <p:nvPicPr>
                <p:cNvPr id="17" name="墨迹 16">
                  <a:extLst>
                    <a:ext uri="{FF2B5EF4-FFF2-40B4-BE49-F238E27FC236}">
                      <a16:creationId xmlns:a16="http://schemas.microsoft.com/office/drawing/2014/main" id="{CB04B47F-1CB9-482D-84F9-5DB302DADE80}"/>
                    </a:ext>
                  </a:extLst>
                </p:cNvPr>
                <p:cNvPicPr/>
                <p:nvPr/>
              </p:nvPicPr>
              <p:blipFill>
                <a:blip r:embed="rId31"/>
                <a:stretch>
                  <a:fillRect/>
                </a:stretch>
              </p:blipFill>
              <p:spPr>
                <a:xfrm>
                  <a:off x="3557966" y="3666358"/>
                  <a:ext cx="115308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墨迹 17">
                  <a:extLst>
                    <a:ext uri="{FF2B5EF4-FFF2-40B4-BE49-F238E27FC236}">
                      <a16:creationId xmlns:a16="http://schemas.microsoft.com/office/drawing/2014/main" id="{00BB8FD8-CE1D-B5F5-4A2B-2FC1BBDD1F29}"/>
                    </a:ext>
                  </a:extLst>
                </p14:cNvPr>
                <p14:cNvContentPartPr/>
                <p14:nvPr/>
              </p14:nvContentPartPr>
              <p14:xfrm>
                <a:off x="5640206" y="3665998"/>
                <a:ext cx="1878480" cy="46080"/>
              </p14:xfrm>
            </p:contentPart>
          </mc:Choice>
          <mc:Fallback xmlns="">
            <p:pic>
              <p:nvPicPr>
                <p:cNvPr id="18" name="墨迹 17">
                  <a:extLst>
                    <a:ext uri="{FF2B5EF4-FFF2-40B4-BE49-F238E27FC236}">
                      <a16:creationId xmlns:a16="http://schemas.microsoft.com/office/drawing/2014/main" id="{00BB8FD8-CE1D-B5F5-4A2B-2FC1BBDD1F29}"/>
                    </a:ext>
                  </a:extLst>
                </p:cNvPr>
                <p:cNvPicPr/>
                <p:nvPr/>
              </p:nvPicPr>
              <p:blipFill>
                <a:blip r:embed="rId33"/>
                <a:stretch>
                  <a:fillRect/>
                </a:stretch>
              </p:blipFill>
              <p:spPr>
                <a:xfrm>
                  <a:off x="5622206" y="3647998"/>
                  <a:ext cx="191412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墨迹 19">
                  <a:extLst>
                    <a:ext uri="{FF2B5EF4-FFF2-40B4-BE49-F238E27FC236}">
                      <a16:creationId xmlns:a16="http://schemas.microsoft.com/office/drawing/2014/main" id="{CE560768-A9B1-1290-F5E3-E8C391B22BA6}"/>
                    </a:ext>
                  </a:extLst>
                </p14:cNvPr>
                <p14:cNvContentPartPr/>
                <p14:nvPr/>
              </p14:nvContentPartPr>
              <p14:xfrm>
                <a:off x="5296046" y="3657358"/>
                <a:ext cx="1946520" cy="64080"/>
              </p14:xfrm>
            </p:contentPart>
          </mc:Choice>
          <mc:Fallback xmlns="">
            <p:pic>
              <p:nvPicPr>
                <p:cNvPr id="20" name="墨迹 19">
                  <a:extLst>
                    <a:ext uri="{FF2B5EF4-FFF2-40B4-BE49-F238E27FC236}">
                      <a16:creationId xmlns:a16="http://schemas.microsoft.com/office/drawing/2014/main" id="{CE560768-A9B1-1290-F5E3-E8C391B22BA6}"/>
                    </a:ext>
                  </a:extLst>
                </p:cNvPr>
                <p:cNvPicPr/>
                <p:nvPr/>
              </p:nvPicPr>
              <p:blipFill>
                <a:blip r:embed="rId35"/>
                <a:stretch>
                  <a:fillRect/>
                </a:stretch>
              </p:blipFill>
              <p:spPr>
                <a:xfrm>
                  <a:off x="5278046" y="3639358"/>
                  <a:ext cx="198216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4" name="墨迹 23">
                  <a:extLst>
                    <a:ext uri="{FF2B5EF4-FFF2-40B4-BE49-F238E27FC236}">
                      <a16:creationId xmlns:a16="http://schemas.microsoft.com/office/drawing/2014/main" id="{264C19B6-A4B3-01E0-1A7D-D627805E2DC4}"/>
                    </a:ext>
                  </a:extLst>
                </p14:cNvPr>
                <p14:cNvContentPartPr/>
                <p14:nvPr/>
              </p14:nvContentPartPr>
              <p14:xfrm>
                <a:off x="3874406" y="3592918"/>
                <a:ext cx="3594600" cy="37800"/>
              </p14:xfrm>
            </p:contentPart>
          </mc:Choice>
          <mc:Fallback xmlns="">
            <p:pic>
              <p:nvPicPr>
                <p:cNvPr id="24" name="墨迹 23">
                  <a:extLst>
                    <a:ext uri="{FF2B5EF4-FFF2-40B4-BE49-F238E27FC236}">
                      <a16:creationId xmlns:a16="http://schemas.microsoft.com/office/drawing/2014/main" id="{264C19B6-A4B3-01E0-1A7D-D627805E2DC4}"/>
                    </a:ext>
                  </a:extLst>
                </p:cNvPr>
                <p:cNvPicPr/>
                <p:nvPr/>
              </p:nvPicPr>
              <p:blipFill>
                <a:blip r:embed="rId37"/>
                <a:stretch>
                  <a:fillRect/>
                </a:stretch>
              </p:blipFill>
              <p:spPr>
                <a:xfrm>
                  <a:off x="3856766" y="3575278"/>
                  <a:ext cx="3630240" cy="73440"/>
                </a:xfrm>
                <a:prstGeom prst="rect">
                  <a:avLst/>
                </a:prstGeom>
              </p:spPr>
            </p:pic>
          </mc:Fallback>
        </mc:AlternateContent>
      </p:grpSp>
    </p:spTree>
  </p:cSld>
  <p:clrMapOvr>
    <a:masterClrMapping/>
  </p:clrMapOvr>
  <p:transition spd="med">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ext Box 4"/>
          <p:cNvSpPr txBox="1"/>
          <p:nvPr/>
        </p:nvSpPr>
        <p:spPr>
          <a:xfrm>
            <a:off x="395605" y="1772920"/>
            <a:ext cx="7620000" cy="4251325"/>
          </a:xfrm>
          <a:prstGeom prst="rect">
            <a:avLst/>
          </a:prstGeom>
          <a:noFill/>
          <a:ln w="9525">
            <a:noFill/>
          </a:ln>
        </p:spPr>
        <p:txBody>
          <a:bodyPr anchor="t" anchorCtr="0">
            <a:spAutoFit/>
          </a:bodyPr>
          <a:lstStyle/>
          <a:p>
            <a:pPr algn="just">
              <a:lnSpc>
                <a:spcPct val="130000"/>
              </a:lnSpc>
              <a:spcBef>
                <a:spcPct val="20000"/>
              </a:spcBef>
            </a:pPr>
            <a:r>
              <a:rPr lang="en-US" altLang="zh-CN" sz="2400" b="1" dirty="0">
                <a:solidFill>
                  <a:srgbClr val="FF3300"/>
                </a:solidFill>
                <a:latin typeface="Times New Roman" panose="02020603050405020304" pitchFamily="18" charset="0"/>
                <a:ea typeface="宋体" panose="02010600030101010101" pitchFamily="2" charset="-122"/>
              </a:rPr>
              <a:t>DAC0832</a:t>
            </a:r>
            <a:r>
              <a:rPr lang="zh-CN" altLang="en-US" sz="2400" b="1" dirty="0">
                <a:solidFill>
                  <a:srgbClr val="FF3300"/>
                </a:solidFill>
                <a:latin typeface="Times New Roman" panose="02020603050405020304" pitchFamily="18" charset="0"/>
                <a:ea typeface="宋体" panose="02010600030101010101" pitchFamily="2" charset="-122"/>
              </a:rPr>
              <a:t>：</a:t>
            </a:r>
          </a:p>
          <a:p>
            <a:pPr algn="just">
              <a:lnSpc>
                <a:spcPct val="130000"/>
              </a:lnSpc>
              <a:spcBef>
                <a:spcPct val="20000"/>
              </a:spcBef>
            </a:pPr>
            <a:r>
              <a:rPr lang="en-US" altLang="zh-CN" sz="2400" b="1" dirty="0">
                <a:solidFill>
                  <a:schemeClr val="tx2"/>
                </a:solidFill>
                <a:latin typeface="Times New Roman" panose="02020603050405020304" pitchFamily="18" charset="0"/>
                <a:ea typeface="宋体" panose="02010600030101010101" pitchFamily="2" charset="-122"/>
              </a:rPr>
              <a:t>        8</a:t>
            </a:r>
            <a:r>
              <a:rPr lang="zh-CN" altLang="en-US" sz="2400" b="1" dirty="0">
                <a:solidFill>
                  <a:schemeClr val="tx2"/>
                </a:solidFill>
                <a:latin typeface="Times New Roman" panose="02020603050405020304" pitchFamily="18" charset="0"/>
                <a:ea typeface="宋体" panose="02010600030101010101" pitchFamily="2" charset="-122"/>
              </a:rPr>
              <a:t>位</a:t>
            </a:r>
            <a:r>
              <a:rPr lang="en-US" altLang="zh-CN" sz="2400" b="1" dirty="0">
                <a:solidFill>
                  <a:schemeClr val="tx2"/>
                </a:solidFill>
                <a:latin typeface="Times New Roman" panose="02020603050405020304" pitchFamily="18" charset="0"/>
                <a:ea typeface="宋体" panose="02010600030101010101" pitchFamily="2" charset="-122"/>
              </a:rPr>
              <a:t>D/A</a:t>
            </a:r>
            <a:r>
              <a:rPr lang="zh-CN" altLang="en-US" sz="2400" b="1" dirty="0">
                <a:solidFill>
                  <a:schemeClr val="tx2"/>
                </a:solidFill>
                <a:latin typeface="Times New Roman" panose="02020603050405020304" pitchFamily="18" charset="0"/>
                <a:ea typeface="宋体" panose="02010600030101010101" pitchFamily="2" charset="-122"/>
              </a:rPr>
              <a:t>转换器</a:t>
            </a:r>
            <a:r>
              <a:rPr lang="en-US" altLang="zh-CN" sz="2400" b="1" dirty="0">
                <a:solidFill>
                  <a:schemeClr val="tx2"/>
                </a:solidFill>
                <a:latin typeface="Times New Roman" panose="02020603050405020304" pitchFamily="18" charset="0"/>
                <a:ea typeface="宋体" panose="02010600030101010101" pitchFamily="2" charset="-122"/>
              </a:rPr>
              <a:t>, </a:t>
            </a:r>
            <a:r>
              <a:rPr lang="zh-CN" altLang="en-US" sz="2400" b="1" dirty="0">
                <a:solidFill>
                  <a:schemeClr val="tx2"/>
                </a:solidFill>
                <a:latin typeface="Times New Roman" panose="02020603050405020304" pitchFamily="18" charset="0"/>
                <a:ea typeface="宋体" panose="02010600030101010101" pitchFamily="2" charset="-122"/>
              </a:rPr>
              <a:t>单电源供电。</a:t>
            </a:r>
          </a:p>
          <a:p>
            <a:pPr algn="just">
              <a:lnSpc>
                <a:spcPct val="130000"/>
              </a:lnSpc>
              <a:spcBef>
                <a:spcPct val="20000"/>
              </a:spcBef>
            </a:pPr>
            <a:r>
              <a:rPr lang="en-US" altLang="zh-CN" sz="2400" b="1" dirty="0">
                <a:solidFill>
                  <a:schemeClr val="tx2"/>
                </a:solidFill>
                <a:latin typeface="Times New Roman" panose="02020603050405020304" pitchFamily="18" charset="0"/>
                <a:ea typeface="宋体" panose="02010600030101010101" pitchFamily="2" charset="-122"/>
              </a:rPr>
              <a:t>        </a:t>
            </a:r>
            <a:r>
              <a:rPr lang="zh-CN" altLang="en-US" sz="2400" b="1" dirty="0">
                <a:solidFill>
                  <a:schemeClr val="tx2"/>
                </a:solidFill>
                <a:latin typeface="Times New Roman" panose="02020603050405020304" pitchFamily="18" charset="0"/>
                <a:ea typeface="宋体" panose="02010600030101010101" pitchFamily="2" charset="-122"/>
              </a:rPr>
              <a:t>工作电压范围：</a:t>
            </a:r>
            <a:r>
              <a:rPr lang="en-US" altLang="zh-CN" sz="2400" b="1" dirty="0">
                <a:solidFill>
                  <a:schemeClr val="tx2"/>
                </a:solidFill>
                <a:latin typeface="Times New Roman" panose="02020603050405020304" pitchFamily="18" charset="0"/>
                <a:ea typeface="宋体" panose="02010600030101010101" pitchFamily="2" charset="-122"/>
              </a:rPr>
              <a:t>+5~+15V</a:t>
            </a:r>
            <a:r>
              <a:rPr lang="zh-CN" altLang="en-US" sz="2400" b="1" dirty="0">
                <a:solidFill>
                  <a:schemeClr val="tx2"/>
                </a:solidFill>
                <a:latin typeface="Times New Roman" panose="02020603050405020304" pitchFamily="18" charset="0"/>
                <a:ea typeface="宋体" panose="02010600030101010101" pitchFamily="2" charset="-122"/>
              </a:rPr>
              <a:t>；</a:t>
            </a:r>
            <a:endParaRPr lang="en-US" altLang="zh-CN" sz="2400" b="1" dirty="0">
              <a:solidFill>
                <a:schemeClr val="tx2"/>
              </a:solidFill>
              <a:latin typeface="Times New Roman" panose="02020603050405020304" pitchFamily="18" charset="0"/>
              <a:ea typeface="宋体" panose="02010600030101010101" pitchFamily="2" charset="-122"/>
            </a:endParaRPr>
          </a:p>
          <a:p>
            <a:pPr algn="just">
              <a:lnSpc>
                <a:spcPct val="130000"/>
              </a:lnSpc>
              <a:spcBef>
                <a:spcPct val="20000"/>
              </a:spcBef>
            </a:pPr>
            <a:r>
              <a:rPr lang="en-US" altLang="zh-CN" sz="2400" b="1" dirty="0">
                <a:solidFill>
                  <a:schemeClr val="tx2"/>
                </a:solidFill>
                <a:latin typeface="Times New Roman" panose="02020603050405020304" pitchFamily="18" charset="0"/>
                <a:ea typeface="宋体" panose="02010600030101010101" pitchFamily="2" charset="-122"/>
              </a:rPr>
              <a:t>        </a:t>
            </a:r>
            <a:r>
              <a:rPr lang="zh-CN" altLang="en-US" sz="2400" b="1" dirty="0">
                <a:solidFill>
                  <a:schemeClr val="tx2"/>
                </a:solidFill>
                <a:latin typeface="Times New Roman" panose="02020603050405020304" pitchFamily="18" charset="0"/>
                <a:ea typeface="宋体" panose="02010600030101010101" pitchFamily="2" charset="-122"/>
              </a:rPr>
              <a:t>基准电压范围：</a:t>
            </a:r>
            <a:r>
              <a:rPr lang="en-US" altLang="zh-CN" sz="2400" b="1" dirty="0">
                <a:solidFill>
                  <a:schemeClr val="tx2"/>
                </a:solidFill>
                <a:latin typeface="Times New Roman" panose="02020603050405020304" pitchFamily="18" charset="0"/>
                <a:ea typeface="宋体" panose="02010600030101010101" pitchFamily="2" charset="-122"/>
              </a:rPr>
              <a:t>±10V</a:t>
            </a:r>
            <a:r>
              <a:rPr lang="zh-CN" altLang="en-US" sz="2400" b="1" dirty="0">
                <a:solidFill>
                  <a:schemeClr val="tx2"/>
                </a:solidFill>
                <a:latin typeface="Times New Roman" panose="02020603050405020304" pitchFamily="18" charset="0"/>
                <a:ea typeface="宋体" panose="02010600030101010101" pitchFamily="2" charset="-122"/>
              </a:rPr>
              <a:t>；</a:t>
            </a:r>
          </a:p>
          <a:p>
            <a:pPr algn="just">
              <a:lnSpc>
                <a:spcPct val="130000"/>
              </a:lnSpc>
              <a:spcBef>
                <a:spcPct val="20000"/>
              </a:spcBef>
            </a:pPr>
            <a:r>
              <a:rPr lang="en-US" altLang="zh-CN" sz="2400" b="1" dirty="0">
                <a:solidFill>
                  <a:schemeClr val="tx2"/>
                </a:solidFill>
                <a:latin typeface="Times New Roman" panose="02020603050405020304" pitchFamily="18" charset="0"/>
                <a:ea typeface="宋体" panose="02010600030101010101" pitchFamily="2" charset="-122"/>
              </a:rPr>
              <a:t>        </a:t>
            </a:r>
            <a:r>
              <a:rPr lang="zh-CN" altLang="en-US" sz="2400" b="1" dirty="0">
                <a:solidFill>
                  <a:schemeClr val="tx2"/>
                </a:solidFill>
                <a:latin typeface="Times New Roman" panose="02020603050405020304" pitchFamily="18" charset="0"/>
                <a:ea typeface="宋体" panose="02010600030101010101" pitchFamily="2" charset="-122"/>
              </a:rPr>
              <a:t>电流建立时间：</a:t>
            </a:r>
            <a:r>
              <a:rPr lang="en-US" altLang="zh-CN" sz="2400" b="1" dirty="0">
                <a:solidFill>
                  <a:schemeClr val="tx2"/>
                </a:solidFill>
                <a:latin typeface="Times New Roman" panose="02020603050405020304" pitchFamily="18" charset="0"/>
                <a:ea typeface="宋体" panose="02010600030101010101" pitchFamily="2" charset="-122"/>
              </a:rPr>
              <a:t>1μs</a:t>
            </a:r>
            <a:r>
              <a:rPr lang="zh-CN" altLang="en-US" sz="2400" b="1" dirty="0">
                <a:solidFill>
                  <a:schemeClr val="tx2"/>
                </a:solidFill>
                <a:latin typeface="Times New Roman" panose="02020603050405020304" pitchFamily="18" charset="0"/>
                <a:ea typeface="宋体" panose="02010600030101010101" pitchFamily="2" charset="-122"/>
              </a:rPr>
              <a:t>；</a:t>
            </a:r>
          </a:p>
          <a:p>
            <a:pPr algn="just">
              <a:lnSpc>
                <a:spcPct val="130000"/>
              </a:lnSpc>
              <a:spcBef>
                <a:spcPct val="20000"/>
              </a:spcBef>
            </a:pPr>
            <a:r>
              <a:rPr lang="en-US" altLang="zh-CN" sz="2400" b="1" dirty="0">
                <a:solidFill>
                  <a:schemeClr val="tx2"/>
                </a:solidFill>
                <a:latin typeface="Times New Roman" panose="02020603050405020304" pitchFamily="18" charset="0"/>
                <a:ea typeface="宋体" panose="02010600030101010101" pitchFamily="2" charset="-122"/>
              </a:rPr>
              <a:t>        CMOS</a:t>
            </a:r>
            <a:r>
              <a:rPr lang="zh-CN" altLang="en-US" sz="2400" b="1" dirty="0">
                <a:solidFill>
                  <a:schemeClr val="tx2"/>
                </a:solidFill>
                <a:latin typeface="Times New Roman" panose="02020603050405020304" pitchFamily="18" charset="0"/>
                <a:ea typeface="宋体" panose="02010600030101010101" pitchFamily="2" charset="-122"/>
              </a:rPr>
              <a:t>工艺</a:t>
            </a:r>
            <a:r>
              <a:rPr lang="en-US" altLang="zh-CN" sz="2400" b="1" dirty="0">
                <a:solidFill>
                  <a:schemeClr val="tx2"/>
                </a:solidFill>
                <a:latin typeface="Times New Roman" panose="02020603050405020304" pitchFamily="18" charset="0"/>
                <a:ea typeface="宋体" panose="02010600030101010101" pitchFamily="2" charset="-122"/>
              </a:rPr>
              <a:t>, </a:t>
            </a:r>
            <a:r>
              <a:rPr lang="zh-CN" altLang="en-US" sz="2400" b="1" dirty="0">
                <a:solidFill>
                  <a:schemeClr val="tx2"/>
                </a:solidFill>
                <a:latin typeface="Times New Roman" panose="02020603050405020304" pitchFamily="18" charset="0"/>
                <a:ea typeface="宋体" panose="02010600030101010101" pitchFamily="2" charset="-122"/>
              </a:rPr>
              <a:t>低功耗</a:t>
            </a:r>
            <a:r>
              <a:rPr lang="en-US" altLang="zh-CN" sz="2400" b="1" dirty="0">
                <a:solidFill>
                  <a:schemeClr val="tx2"/>
                </a:solidFill>
                <a:latin typeface="Times New Roman" panose="02020603050405020304" pitchFamily="18" charset="0"/>
                <a:ea typeface="宋体" panose="02010600030101010101" pitchFamily="2" charset="-122"/>
              </a:rPr>
              <a:t> 20mW</a:t>
            </a:r>
            <a:r>
              <a:rPr lang="zh-CN" altLang="en-US" sz="2400" b="1" dirty="0">
                <a:solidFill>
                  <a:schemeClr val="tx2"/>
                </a:solidFill>
                <a:latin typeface="Times New Roman" panose="02020603050405020304" pitchFamily="18" charset="0"/>
                <a:ea typeface="宋体" panose="02010600030101010101" pitchFamily="2" charset="-122"/>
              </a:rPr>
              <a:t>。</a:t>
            </a:r>
          </a:p>
          <a:p>
            <a:pPr eaLnBrk="0" hangingPunct="0">
              <a:lnSpc>
                <a:spcPct val="115000"/>
              </a:lnSpc>
              <a:spcBef>
                <a:spcPct val="20000"/>
              </a:spcBef>
              <a:buClr>
                <a:schemeClr val="folHlink"/>
              </a:buClr>
              <a:buSzPct val="60000"/>
            </a:pPr>
            <a:endParaRPr lang="zh-CN" altLang="en-US" b="1" dirty="0">
              <a:latin typeface="Times New Roman" panose="02020603050405020304" pitchFamily="18" charset="0"/>
              <a:ea typeface="宋体" panose="02010600030101010101" pitchFamily="2" charset="-122"/>
            </a:endParaRPr>
          </a:p>
          <a:p>
            <a:pPr eaLnBrk="0" hangingPunct="0">
              <a:lnSpc>
                <a:spcPct val="115000"/>
              </a:lnSpc>
              <a:spcBef>
                <a:spcPct val="20000"/>
              </a:spcBef>
              <a:buClr>
                <a:schemeClr val="folHlink"/>
              </a:buClr>
              <a:buSzPct val="60000"/>
            </a:pPr>
            <a:r>
              <a:rPr lang="zh-CN" altLang="en-US" sz="2400" b="1" dirty="0">
                <a:latin typeface="Times New Roman" panose="02020603050405020304" pitchFamily="18" charset="0"/>
                <a:ea typeface="宋体" panose="02010600030101010101" pitchFamily="2" charset="-122"/>
              </a:rPr>
              <a:t>   　</a:t>
            </a:r>
          </a:p>
        </p:txBody>
      </p:sp>
      <p:sp>
        <p:nvSpPr>
          <p:cNvPr id="100" name="文本框 99"/>
          <p:cNvSpPr txBox="1"/>
          <p:nvPr/>
        </p:nvSpPr>
        <p:spPr>
          <a:xfrm>
            <a:off x="1586865" y="908685"/>
            <a:ext cx="5969635" cy="491490"/>
          </a:xfrm>
          <a:prstGeom prst="rect">
            <a:avLst/>
          </a:prstGeom>
          <a:noFill/>
          <a:ln w="9525">
            <a:noFill/>
          </a:ln>
        </p:spPr>
        <p:txBody>
          <a:bodyPr wrap="square">
            <a:spAutoFit/>
          </a:bodyPr>
          <a:lstStyle/>
          <a:p>
            <a:pPr algn="ctr"/>
            <a:r>
              <a:rPr lang="en-US" sz="2600" b="1">
                <a:solidFill>
                  <a:srgbClr val="FF0000"/>
                </a:solidFill>
                <a:latin typeface="Times New Roman" panose="02020603050405020304" pitchFamily="18" charset="0"/>
                <a:ea typeface="黑体" panose="02010609060101010101" pitchFamily="49" charset="-122"/>
              </a:rPr>
              <a:t>10.2  8</a:t>
            </a:r>
            <a:r>
              <a:rPr lang="zh-CN" sz="2600" b="1">
                <a:solidFill>
                  <a:srgbClr val="FF0000"/>
                </a:solidFill>
                <a:ea typeface="黑体" panose="02010609060101010101" pitchFamily="49" charset="-122"/>
              </a:rPr>
              <a:t>位并行</a:t>
            </a:r>
            <a:r>
              <a:rPr lang="en-US" sz="2600" b="1">
                <a:solidFill>
                  <a:srgbClr val="FF0000"/>
                </a:solidFill>
                <a:latin typeface="Times New Roman" panose="02020603050405020304" pitchFamily="18" charset="0"/>
                <a:ea typeface="黑体" panose="02010609060101010101" pitchFamily="49" charset="-122"/>
              </a:rPr>
              <a:t>DAC0832</a:t>
            </a:r>
            <a:r>
              <a:rPr lang="zh-CN" sz="2600" b="1">
                <a:solidFill>
                  <a:srgbClr val="FF0000"/>
                </a:solidFill>
                <a:ea typeface="黑体" panose="02010609060101010101" pitchFamily="49" charset="-122"/>
              </a:rPr>
              <a:t>及其接口技术</a:t>
            </a:r>
            <a:endParaRPr lang="zh-CN" altLang="en-US" sz="2600" b="1">
              <a:solidFill>
                <a:srgbClr val="FF0000"/>
              </a:solidFill>
              <a:ea typeface="黑体" panose="02010609060101010101" pitchFamily="49" charset="-122"/>
            </a:endParaRPr>
          </a:p>
        </p:txBody>
      </p:sp>
    </p:spTree>
  </p:cSld>
  <p:clrMapOvr>
    <a:masterClrMapping/>
  </p:clrMapOvr>
  <p:transition spd="med">
    <p:zoom/>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p:nvPr/>
        </p:nvSpPr>
        <p:spPr>
          <a:xfrm>
            <a:off x="2324100" y="1819275"/>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grpSp>
        <p:nvGrpSpPr>
          <p:cNvPr id="2" name="组合 1"/>
          <p:cNvGrpSpPr/>
          <p:nvPr/>
        </p:nvGrpSpPr>
        <p:grpSpPr>
          <a:xfrm>
            <a:off x="755650" y="981075"/>
            <a:ext cx="7403465" cy="5866130"/>
            <a:chOff x="1501" y="1184"/>
            <a:chExt cx="11659" cy="9238"/>
          </a:xfrm>
        </p:grpSpPr>
        <p:sp>
          <p:nvSpPr>
            <p:cNvPr id="19457" name="Text Box 2"/>
            <p:cNvSpPr txBox="1"/>
            <p:nvPr/>
          </p:nvSpPr>
          <p:spPr>
            <a:xfrm>
              <a:off x="2862" y="9794"/>
              <a:ext cx="9360" cy="628"/>
            </a:xfrm>
            <a:prstGeom prst="rect">
              <a:avLst/>
            </a:prstGeom>
            <a:noFill/>
            <a:ln w="9525">
              <a:noFill/>
            </a:ln>
          </p:spPr>
          <p:txBody>
            <a:bodyPr anchor="t" anchorCtr="0">
              <a:spAutoFit/>
            </a:bodyPr>
            <a:lstStyle/>
            <a:p>
              <a:pPr algn="just">
                <a:spcBef>
                  <a:spcPct val="50000"/>
                </a:spcBef>
              </a:pPr>
              <a:r>
                <a:rPr lang="en-US" altLang="zh-CN" b="1" dirty="0">
                  <a:latin typeface="Times New Roman" panose="02020603050405020304" pitchFamily="18" charset="0"/>
                  <a:ea typeface="宋体" panose="02010600030101010101" pitchFamily="2" charset="-122"/>
                </a:rPr>
                <a:t>            </a:t>
              </a:r>
              <a:r>
                <a:rPr lang="zh-CN" altLang="en-US" b="1" dirty="0">
                  <a:latin typeface="Times New Roman" panose="02020603050405020304" pitchFamily="18" charset="0"/>
                  <a:ea typeface="宋体" panose="02010600030101010101" pitchFamily="2" charset="-122"/>
                </a:rPr>
                <a:t>图</a:t>
              </a:r>
              <a:r>
                <a:rPr lang="en-US" altLang="zh-CN" b="1" dirty="0">
                  <a:latin typeface="Times New Roman" panose="02020603050405020304" pitchFamily="18" charset="0"/>
                  <a:ea typeface="宋体" panose="02010600030101010101" pitchFamily="2" charset="-122"/>
                </a:rPr>
                <a:t>10-1  DAC0832</a:t>
              </a:r>
              <a:r>
                <a:rPr lang="zh-CN" altLang="en-US" b="1" dirty="0">
                  <a:latin typeface="Times New Roman" panose="02020603050405020304" pitchFamily="18" charset="0"/>
                  <a:ea typeface="宋体" panose="02010600030101010101" pitchFamily="2" charset="-122"/>
                </a:rPr>
                <a:t>内部结构框图</a:t>
              </a:r>
            </a:p>
          </p:txBody>
        </p:sp>
        <p:pic>
          <p:nvPicPr>
            <p:cNvPr id="19460" name="Picture 11"/>
            <p:cNvPicPr>
              <a:picLocks noChangeAspect="1"/>
            </p:cNvPicPr>
            <p:nvPr/>
          </p:nvPicPr>
          <p:blipFill>
            <a:blip r:embed="rId2"/>
            <a:stretch>
              <a:fillRect/>
            </a:stretch>
          </p:blipFill>
          <p:spPr>
            <a:xfrm>
              <a:off x="1955" y="1410"/>
              <a:ext cx="11205" cy="8293"/>
            </a:xfrm>
            <a:prstGeom prst="rect">
              <a:avLst/>
            </a:prstGeom>
            <a:noFill/>
            <a:ln w="9525">
              <a:noFill/>
            </a:ln>
          </p:spPr>
        </p:pic>
        <p:grpSp>
          <p:nvGrpSpPr>
            <p:cNvPr id="4" name="组合 3"/>
            <p:cNvGrpSpPr/>
            <p:nvPr/>
          </p:nvGrpSpPr>
          <p:grpSpPr>
            <a:xfrm>
              <a:off x="3725" y="5863"/>
              <a:ext cx="2350" cy="2445"/>
              <a:chOff x="3725" y="5863"/>
              <a:chExt cx="2349" cy="2444"/>
            </a:xfrm>
          </p:grpSpPr>
          <p:sp>
            <p:nvSpPr>
              <p:cNvPr id="19462" name="文本框 1"/>
              <p:cNvSpPr txBox="1"/>
              <p:nvPr/>
            </p:nvSpPr>
            <p:spPr>
              <a:xfrm>
                <a:off x="3725" y="6063"/>
                <a:ext cx="951" cy="2244"/>
              </a:xfrm>
              <a:prstGeom prst="rect">
                <a:avLst/>
              </a:prstGeom>
              <a:noFill/>
              <a:ln w="9525">
                <a:noFill/>
              </a:ln>
            </p:spPr>
            <p:txBody>
              <a:bodyPr wrap="square" anchor="t" anchorCtr="0">
                <a:spAutoFit/>
              </a:bodyPr>
              <a:lstStyle/>
              <a:p>
                <a:r>
                  <a:rPr lang="en-US" altLang="zh-CN">
                    <a:solidFill>
                      <a:srgbClr val="FF0000"/>
                    </a:solidFill>
                    <a:latin typeface="Times New Roman" panose="02020603050405020304" pitchFamily="18" charset="0"/>
                    <a:ea typeface="宋体" panose="02010600030101010101" pitchFamily="2" charset="-122"/>
                  </a:rPr>
                  <a:t>1</a:t>
                </a:r>
              </a:p>
              <a:p>
                <a:endParaRPr lang="en-US" altLang="zh-CN">
                  <a:solidFill>
                    <a:srgbClr val="FF0000"/>
                  </a:solidFill>
                  <a:latin typeface="Times New Roman" panose="02020603050405020304" pitchFamily="18" charset="0"/>
                  <a:ea typeface="宋体" panose="02010600030101010101" pitchFamily="2" charset="-122"/>
                </a:endParaRPr>
              </a:p>
              <a:p>
                <a:pPr>
                  <a:spcBef>
                    <a:spcPts val="800"/>
                  </a:spcBef>
                </a:pPr>
                <a:r>
                  <a:rPr lang="en-US" altLang="zh-CN">
                    <a:solidFill>
                      <a:srgbClr val="FF0000"/>
                    </a:solidFill>
                    <a:latin typeface="Times New Roman" panose="02020603050405020304" pitchFamily="18" charset="0"/>
                    <a:ea typeface="宋体" panose="02010600030101010101" pitchFamily="2" charset="-122"/>
                  </a:rPr>
                  <a:t>0</a:t>
                </a:r>
              </a:p>
              <a:p>
                <a:r>
                  <a:rPr lang="en-US" altLang="zh-CN">
                    <a:solidFill>
                      <a:srgbClr val="FF0000"/>
                    </a:solidFill>
                    <a:latin typeface="Times New Roman" panose="02020603050405020304" pitchFamily="18" charset="0"/>
                    <a:ea typeface="宋体" panose="02010600030101010101" pitchFamily="2" charset="-122"/>
                  </a:rPr>
                  <a:t>0</a:t>
                </a:r>
              </a:p>
            </p:txBody>
          </p:sp>
          <p:sp>
            <p:nvSpPr>
              <p:cNvPr id="19463" name="文本框 2"/>
              <p:cNvSpPr txBox="1"/>
              <p:nvPr/>
            </p:nvSpPr>
            <p:spPr>
              <a:xfrm>
                <a:off x="5124" y="5863"/>
                <a:ext cx="951" cy="628"/>
              </a:xfrm>
              <a:prstGeom prst="rect">
                <a:avLst/>
              </a:prstGeom>
              <a:noFill/>
              <a:ln w="9525">
                <a:noFill/>
              </a:ln>
            </p:spPr>
            <p:txBody>
              <a:bodyPr wrap="square" anchor="t" anchorCtr="0">
                <a:spAutoFit/>
              </a:bodyPr>
              <a:lstStyle/>
              <a:p>
                <a:r>
                  <a:rPr lang="en-US" altLang="zh-CN">
                    <a:solidFill>
                      <a:srgbClr val="FF0000"/>
                    </a:solidFill>
                    <a:latin typeface="Times New Roman" panose="02020603050405020304" pitchFamily="18" charset="0"/>
                    <a:ea typeface="宋体" panose="02010600030101010101" pitchFamily="2" charset="-122"/>
                  </a:rPr>
                  <a:t>1</a:t>
                </a:r>
              </a:p>
            </p:txBody>
          </p:sp>
        </p:grpSp>
        <p:sp>
          <p:nvSpPr>
            <p:cNvPr id="19459" name="Text Box 9"/>
            <p:cNvSpPr txBox="1"/>
            <p:nvPr/>
          </p:nvSpPr>
          <p:spPr>
            <a:xfrm>
              <a:off x="1501" y="1184"/>
              <a:ext cx="3402" cy="625"/>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1</a:t>
              </a:r>
              <a:r>
                <a:rPr lang="zh-CN" altLang="en-US" b="1" dirty="0">
                  <a:latin typeface="Times New Roman" panose="02020603050405020304" pitchFamily="18" charset="0"/>
                  <a:ea typeface="宋体" panose="02010600030101010101" pitchFamily="2" charset="-122"/>
                </a:rPr>
                <a:t>）内部结构</a:t>
              </a:r>
            </a:p>
          </p:txBody>
        </p:sp>
      </p:grpSp>
      <p:sp>
        <p:nvSpPr>
          <p:cNvPr id="3" name="文本框 2"/>
          <p:cNvSpPr txBox="1"/>
          <p:nvPr/>
        </p:nvSpPr>
        <p:spPr>
          <a:xfrm>
            <a:off x="179705" y="548640"/>
            <a:ext cx="5201285" cy="460375"/>
          </a:xfrm>
          <a:prstGeom prst="rect">
            <a:avLst/>
          </a:prstGeom>
          <a:noFill/>
        </p:spPr>
        <p:txBody>
          <a:bodyPr wrap="none" rtlCol="0" anchor="t">
            <a:spAutoFit/>
          </a:bodyPr>
          <a:lstStyle/>
          <a:p>
            <a:r>
              <a:rPr lang="en-US" altLang="zh-CN" sz="2400" b="1" dirty="0">
                <a:solidFill>
                  <a:srgbClr val="FF0000"/>
                </a:solidFill>
                <a:sym typeface="+mn-ea"/>
              </a:rPr>
              <a:t>1</a:t>
            </a:r>
            <a:r>
              <a:rPr lang="zh-CN" altLang="en-US" sz="2400" b="1" dirty="0">
                <a:solidFill>
                  <a:srgbClr val="FF0000"/>
                </a:solidFill>
                <a:sym typeface="+mn-ea"/>
              </a:rPr>
              <a:t>）</a:t>
            </a:r>
            <a:r>
              <a:rPr lang="en-US" altLang="zh-CN" sz="2400" b="1" dirty="0">
                <a:solidFill>
                  <a:srgbClr val="FF0000"/>
                </a:solidFill>
                <a:sym typeface="+mn-ea"/>
              </a:rPr>
              <a:t>DAC0832</a:t>
            </a:r>
            <a:r>
              <a:rPr lang="zh-CN" altLang="en-US" sz="2400" b="1" dirty="0">
                <a:solidFill>
                  <a:srgbClr val="FF0000"/>
                </a:solidFill>
                <a:sym typeface="+mn-ea"/>
              </a:rPr>
              <a:t>的内部结构及引脚特性   </a:t>
            </a:r>
          </a:p>
        </p:txBody>
      </p:sp>
      <mc:AlternateContent xmlns:mc="http://schemas.openxmlformats.org/markup-compatibility/2006" xmlns:p14="http://schemas.microsoft.com/office/powerpoint/2010/main">
        <mc:Choice Requires="p14">
          <p:contentPart p14:bwMode="auto" r:id="rId3">
            <p14:nvContentPartPr>
              <p14:cNvPr id="5" name="墨迹 4">
                <a:extLst>
                  <a:ext uri="{FF2B5EF4-FFF2-40B4-BE49-F238E27FC236}">
                    <a16:creationId xmlns:a16="http://schemas.microsoft.com/office/drawing/2014/main" id="{CCA236B8-55CE-0352-4A34-76599AE960E6}"/>
                  </a:ext>
                </a:extLst>
              </p14:cNvPr>
              <p14:cNvContentPartPr/>
              <p14:nvPr/>
            </p14:nvContentPartPr>
            <p14:xfrm>
              <a:off x="781787" y="944555"/>
              <a:ext cx="559440" cy="36720"/>
            </p14:xfrm>
          </p:contentPart>
        </mc:Choice>
        <mc:Fallback xmlns="">
          <p:pic>
            <p:nvPicPr>
              <p:cNvPr id="5" name="墨迹 4">
                <a:extLst>
                  <a:ext uri="{FF2B5EF4-FFF2-40B4-BE49-F238E27FC236}">
                    <a16:creationId xmlns:a16="http://schemas.microsoft.com/office/drawing/2014/main" id="{CCA236B8-55CE-0352-4A34-76599AE960E6}"/>
                  </a:ext>
                </a:extLst>
              </p:cNvPr>
              <p:cNvPicPr/>
              <p:nvPr/>
            </p:nvPicPr>
            <p:blipFill>
              <a:blip r:embed="rId4"/>
              <a:stretch>
                <a:fillRect/>
              </a:stretch>
            </p:blipFill>
            <p:spPr>
              <a:xfrm>
                <a:off x="763787" y="926555"/>
                <a:ext cx="59508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墨迹 5">
                <a:extLst>
                  <a:ext uri="{FF2B5EF4-FFF2-40B4-BE49-F238E27FC236}">
                    <a16:creationId xmlns:a16="http://schemas.microsoft.com/office/drawing/2014/main" id="{0A64728F-49C5-E80D-4DB0-6E816635935E}"/>
                  </a:ext>
                </a:extLst>
              </p14:cNvPr>
              <p14:cNvContentPartPr/>
              <p14:nvPr/>
            </p14:nvContentPartPr>
            <p14:xfrm>
              <a:off x="4060667" y="3964235"/>
              <a:ext cx="360" cy="360"/>
            </p14:xfrm>
          </p:contentPart>
        </mc:Choice>
        <mc:Fallback xmlns="">
          <p:pic>
            <p:nvPicPr>
              <p:cNvPr id="6" name="墨迹 5">
                <a:extLst>
                  <a:ext uri="{FF2B5EF4-FFF2-40B4-BE49-F238E27FC236}">
                    <a16:creationId xmlns:a16="http://schemas.microsoft.com/office/drawing/2014/main" id="{0A64728F-49C5-E80D-4DB0-6E816635935E}"/>
                  </a:ext>
                </a:extLst>
              </p:cNvPr>
              <p:cNvPicPr/>
              <p:nvPr/>
            </p:nvPicPr>
            <p:blipFill>
              <a:blip r:embed="rId6"/>
              <a:stretch>
                <a:fillRect/>
              </a:stretch>
            </p:blipFill>
            <p:spPr>
              <a:xfrm>
                <a:off x="4042667" y="3946235"/>
                <a:ext cx="36000" cy="36000"/>
              </a:xfrm>
              <a:prstGeom prst="rect">
                <a:avLst/>
              </a:prstGeom>
            </p:spPr>
          </p:pic>
        </mc:Fallback>
      </mc:AlternateContent>
      <p:grpSp>
        <p:nvGrpSpPr>
          <p:cNvPr id="17" name="组合 16">
            <a:extLst>
              <a:ext uri="{FF2B5EF4-FFF2-40B4-BE49-F238E27FC236}">
                <a16:creationId xmlns:a16="http://schemas.microsoft.com/office/drawing/2014/main" id="{90B9D504-F60B-2EFE-CE83-0875F4ADFB0E}"/>
              </a:ext>
            </a:extLst>
          </p:cNvPr>
          <p:cNvGrpSpPr/>
          <p:nvPr/>
        </p:nvGrpSpPr>
        <p:grpSpPr>
          <a:xfrm>
            <a:off x="778406" y="387745"/>
            <a:ext cx="374760" cy="255600"/>
            <a:chOff x="778406" y="387745"/>
            <a:chExt cx="374760" cy="255600"/>
          </a:xfrm>
        </p:grpSpPr>
        <mc:AlternateContent xmlns:mc="http://schemas.openxmlformats.org/markup-compatibility/2006" xmlns:p14="http://schemas.microsoft.com/office/powerpoint/2010/main">
          <mc:Choice Requires="p14">
            <p:contentPart p14:bwMode="auto" r:id="rId7">
              <p14:nvContentPartPr>
                <p14:cNvPr id="10" name="墨迹 9">
                  <a:extLst>
                    <a:ext uri="{FF2B5EF4-FFF2-40B4-BE49-F238E27FC236}">
                      <a16:creationId xmlns:a16="http://schemas.microsoft.com/office/drawing/2014/main" id="{29A2BE84-90BA-AEFA-CAAC-03DDBBB0FD7C}"/>
                    </a:ext>
                  </a:extLst>
                </p14:cNvPr>
                <p14:cNvContentPartPr/>
                <p14:nvPr/>
              </p14:nvContentPartPr>
              <p14:xfrm>
                <a:off x="778406" y="387745"/>
                <a:ext cx="374760" cy="255600"/>
              </p14:xfrm>
            </p:contentPart>
          </mc:Choice>
          <mc:Fallback xmlns="">
            <p:pic>
              <p:nvPicPr>
                <p:cNvPr id="10" name="墨迹 9">
                  <a:extLst>
                    <a:ext uri="{FF2B5EF4-FFF2-40B4-BE49-F238E27FC236}">
                      <a16:creationId xmlns:a16="http://schemas.microsoft.com/office/drawing/2014/main" id="{29A2BE84-90BA-AEFA-CAAC-03DDBBB0FD7C}"/>
                    </a:ext>
                  </a:extLst>
                </p:cNvPr>
                <p:cNvPicPr/>
                <p:nvPr/>
              </p:nvPicPr>
              <p:blipFill>
                <a:blip r:embed="rId8"/>
                <a:stretch>
                  <a:fillRect/>
                </a:stretch>
              </p:blipFill>
              <p:spPr>
                <a:xfrm>
                  <a:off x="760766" y="369745"/>
                  <a:ext cx="41040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3" name="墨迹 12">
                  <a:extLst>
                    <a:ext uri="{FF2B5EF4-FFF2-40B4-BE49-F238E27FC236}">
                      <a16:creationId xmlns:a16="http://schemas.microsoft.com/office/drawing/2014/main" id="{FE08211C-331C-E85E-A821-402066E85C14}"/>
                    </a:ext>
                  </a:extLst>
                </p14:cNvPr>
                <p14:cNvContentPartPr/>
                <p14:nvPr/>
              </p14:nvContentPartPr>
              <p14:xfrm>
                <a:off x="959486" y="533905"/>
                <a:ext cx="183600" cy="37800"/>
              </p14:xfrm>
            </p:contentPart>
          </mc:Choice>
          <mc:Fallback xmlns="">
            <p:pic>
              <p:nvPicPr>
                <p:cNvPr id="13" name="墨迹 12">
                  <a:extLst>
                    <a:ext uri="{FF2B5EF4-FFF2-40B4-BE49-F238E27FC236}">
                      <a16:creationId xmlns:a16="http://schemas.microsoft.com/office/drawing/2014/main" id="{FE08211C-331C-E85E-A821-402066E85C14}"/>
                    </a:ext>
                  </a:extLst>
                </p:cNvPr>
                <p:cNvPicPr/>
                <p:nvPr/>
              </p:nvPicPr>
              <p:blipFill>
                <a:blip r:embed="rId10"/>
                <a:stretch>
                  <a:fillRect/>
                </a:stretch>
              </p:blipFill>
              <p:spPr>
                <a:xfrm>
                  <a:off x="941846" y="516265"/>
                  <a:ext cx="219240" cy="73440"/>
                </a:xfrm>
                <a:prstGeom prst="rect">
                  <a:avLst/>
                </a:prstGeom>
              </p:spPr>
            </p:pic>
          </mc:Fallback>
        </mc:AlternateContent>
      </p:grpSp>
      <p:grpSp>
        <p:nvGrpSpPr>
          <p:cNvPr id="19483" name="组合 19482">
            <a:extLst>
              <a:ext uri="{FF2B5EF4-FFF2-40B4-BE49-F238E27FC236}">
                <a16:creationId xmlns:a16="http://schemas.microsoft.com/office/drawing/2014/main" id="{8573FE35-019C-938D-1703-ECBD57343A0B}"/>
              </a:ext>
            </a:extLst>
          </p:cNvPr>
          <p:cNvGrpSpPr/>
          <p:nvPr/>
        </p:nvGrpSpPr>
        <p:grpSpPr>
          <a:xfrm>
            <a:off x="378446" y="2362705"/>
            <a:ext cx="1019520" cy="408960"/>
            <a:chOff x="378446" y="2362705"/>
            <a:chExt cx="1019520" cy="408960"/>
          </a:xfrm>
        </p:grpSpPr>
        <mc:AlternateContent xmlns:mc="http://schemas.openxmlformats.org/markup-compatibility/2006" xmlns:p14="http://schemas.microsoft.com/office/powerpoint/2010/main">
          <mc:Choice Requires="p14">
            <p:contentPart p14:bwMode="auto" r:id="rId11">
              <p14:nvContentPartPr>
                <p14:cNvPr id="23" name="墨迹 22">
                  <a:extLst>
                    <a:ext uri="{FF2B5EF4-FFF2-40B4-BE49-F238E27FC236}">
                      <a16:creationId xmlns:a16="http://schemas.microsoft.com/office/drawing/2014/main" id="{3CF58415-421E-1577-937C-9A0955E21055}"/>
                    </a:ext>
                  </a:extLst>
                </p14:cNvPr>
                <p14:cNvContentPartPr/>
                <p14:nvPr/>
              </p14:nvContentPartPr>
              <p14:xfrm>
                <a:off x="378446" y="2441905"/>
                <a:ext cx="218160" cy="329760"/>
              </p14:xfrm>
            </p:contentPart>
          </mc:Choice>
          <mc:Fallback xmlns="">
            <p:pic>
              <p:nvPicPr>
                <p:cNvPr id="23" name="墨迹 22">
                  <a:extLst>
                    <a:ext uri="{FF2B5EF4-FFF2-40B4-BE49-F238E27FC236}">
                      <a16:creationId xmlns:a16="http://schemas.microsoft.com/office/drawing/2014/main" id="{3CF58415-421E-1577-937C-9A0955E21055}"/>
                    </a:ext>
                  </a:extLst>
                </p:cNvPr>
                <p:cNvPicPr/>
                <p:nvPr/>
              </p:nvPicPr>
              <p:blipFill>
                <a:blip r:embed="rId12"/>
                <a:stretch>
                  <a:fillRect/>
                </a:stretch>
              </p:blipFill>
              <p:spPr>
                <a:xfrm>
                  <a:off x="360446" y="2424265"/>
                  <a:ext cx="253800" cy="3654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40" name="墨迹 39">
                  <a:extLst>
                    <a:ext uri="{FF2B5EF4-FFF2-40B4-BE49-F238E27FC236}">
                      <a16:creationId xmlns:a16="http://schemas.microsoft.com/office/drawing/2014/main" id="{BFF3AA5F-B84C-9DB5-CA55-8CD6755325DA}"/>
                    </a:ext>
                  </a:extLst>
                </p14:cNvPr>
                <p14:cNvContentPartPr/>
                <p14:nvPr/>
              </p14:nvContentPartPr>
              <p14:xfrm>
                <a:off x="552686" y="2362705"/>
                <a:ext cx="180720" cy="73800"/>
              </p14:xfrm>
            </p:contentPart>
          </mc:Choice>
          <mc:Fallback xmlns="">
            <p:pic>
              <p:nvPicPr>
                <p:cNvPr id="40" name="墨迹 39">
                  <a:extLst>
                    <a:ext uri="{FF2B5EF4-FFF2-40B4-BE49-F238E27FC236}">
                      <a16:creationId xmlns:a16="http://schemas.microsoft.com/office/drawing/2014/main" id="{BFF3AA5F-B84C-9DB5-CA55-8CD6755325DA}"/>
                    </a:ext>
                  </a:extLst>
                </p:cNvPr>
                <p:cNvPicPr/>
                <p:nvPr/>
              </p:nvPicPr>
              <p:blipFill>
                <a:blip r:embed="rId14"/>
                <a:stretch>
                  <a:fillRect/>
                </a:stretch>
              </p:blipFill>
              <p:spPr>
                <a:xfrm>
                  <a:off x="535046" y="2345065"/>
                  <a:ext cx="2163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8" name="墨迹 47">
                  <a:extLst>
                    <a:ext uri="{FF2B5EF4-FFF2-40B4-BE49-F238E27FC236}">
                      <a16:creationId xmlns:a16="http://schemas.microsoft.com/office/drawing/2014/main" id="{FBA8DD23-5305-567E-C231-3ECD430AAB2C}"/>
                    </a:ext>
                  </a:extLst>
                </p14:cNvPr>
                <p14:cNvContentPartPr/>
                <p14:nvPr/>
              </p14:nvContentPartPr>
              <p14:xfrm>
                <a:off x="696686" y="2471425"/>
                <a:ext cx="18720" cy="286560"/>
              </p14:xfrm>
            </p:contentPart>
          </mc:Choice>
          <mc:Fallback xmlns="">
            <p:pic>
              <p:nvPicPr>
                <p:cNvPr id="48" name="墨迹 47">
                  <a:extLst>
                    <a:ext uri="{FF2B5EF4-FFF2-40B4-BE49-F238E27FC236}">
                      <a16:creationId xmlns:a16="http://schemas.microsoft.com/office/drawing/2014/main" id="{FBA8DD23-5305-567E-C231-3ECD430AAB2C}"/>
                    </a:ext>
                  </a:extLst>
                </p:cNvPr>
                <p:cNvPicPr/>
                <p:nvPr/>
              </p:nvPicPr>
              <p:blipFill>
                <a:blip r:embed="rId16"/>
                <a:stretch>
                  <a:fillRect/>
                </a:stretch>
              </p:blipFill>
              <p:spPr>
                <a:xfrm>
                  <a:off x="679046" y="2453425"/>
                  <a:ext cx="5436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9478" name="墨迹 19477">
                  <a:extLst>
                    <a:ext uri="{FF2B5EF4-FFF2-40B4-BE49-F238E27FC236}">
                      <a16:creationId xmlns:a16="http://schemas.microsoft.com/office/drawing/2014/main" id="{F92180C3-6C47-D582-308F-44AD803457AF}"/>
                    </a:ext>
                  </a:extLst>
                </p14:cNvPr>
                <p14:cNvContentPartPr/>
                <p14:nvPr/>
              </p14:nvContentPartPr>
              <p14:xfrm>
                <a:off x="841766" y="2444425"/>
                <a:ext cx="360" cy="52560"/>
              </p14:xfrm>
            </p:contentPart>
          </mc:Choice>
          <mc:Fallback xmlns="">
            <p:pic>
              <p:nvPicPr>
                <p:cNvPr id="19478" name="墨迹 19477">
                  <a:extLst>
                    <a:ext uri="{FF2B5EF4-FFF2-40B4-BE49-F238E27FC236}">
                      <a16:creationId xmlns:a16="http://schemas.microsoft.com/office/drawing/2014/main" id="{F92180C3-6C47-D582-308F-44AD803457AF}"/>
                    </a:ext>
                  </a:extLst>
                </p:cNvPr>
                <p:cNvPicPr/>
                <p:nvPr/>
              </p:nvPicPr>
              <p:blipFill>
                <a:blip r:embed="rId18"/>
                <a:stretch>
                  <a:fillRect/>
                </a:stretch>
              </p:blipFill>
              <p:spPr>
                <a:xfrm>
                  <a:off x="824126" y="2426425"/>
                  <a:ext cx="360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9479" name="墨迹 19478">
                  <a:extLst>
                    <a:ext uri="{FF2B5EF4-FFF2-40B4-BE49-F238E27FC236}">
                      <a16:creationId xmlns:a16="http://schemas.microsoft.com/office/drawing/2014/main" id="{5A8A4410-3090-1381-1D05-52C228BCB0E4}"/>
                    </a:ext>
                  </a:extLst>
                </p14:cNvPr>
                <p14:cNvContentPartPr/>
                <p14:nvPr/>
              </p14:nvContentPartPr>
              <p14:xfrm>
                <a:off x="742406" y="2517865"/>
                <a:ext cx="243360" cy="35280"/>
              </p14:xfrm>
            </p:contentPart>
          </mc:Choice>
          <mc:Fallback xmlns="">
            <p:pic>
              <p:nvPicPr>
                <p:cNvPr id="19479" name="墨迹 19478">
                  <a:extLst>
                    <a:ext uri="{FF2B5EF4-FFF2-40B4-BE49-F238E27FC236}">
                      <a16:creationId xmlns:a16="http://schemas.microsoft.com/office/drawing/2014/main" id="{5A8A4410-3090-1381-1D05-52C228BCB0E4}"/>
                    </a:ext>
                  </a:extLst>
                </p:cNvPr>
                <p:cNvPicPr/>
                <p:nvPr/>
              </p:nvPicPr>
              <p:blipFill>
                <a:blip r:embed="rId20"/>
                <a:stretch>
                  <a:fillRect/>
                </a:stretch>
              </p:blipFill>
              <p:spPr>
                <a:xfrm>
                  <a:off x="724406" y="2499865"/>
                  <a:ext cx="27900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480" name="墨迹 19479">
                  <a:extLst>
                    <a:ext uri="{FF2B5EF4-FFF2-40B4-BE49-F238E27FC236}">
                      <a16:creationId xmlns:a16="http://schemas.microsoft.com/office/drawing/2014/main" id="{198B4008-DDC7-A88A-501B-CEAAF4C69BD1}"/>
                    </a:ext>
                  </a:extLst>
                </p14:cNvPr>
                <p14:cNvContentPartPr/>
                <p14:nvPr/>
              </p14:nvContentPartPr>
              <p14:xfrm>
                <a:off x="807566" y="2589145"/>
                <a:ext cx="45360" cy="69480"/>
              </p14:xfrm>
            </p:contentPart>
          </mc:Choice>
          <mc:Fallback xmlns="">
            <p:pic>
              <p:nvPicPr>
                <p:cNvPr id="19480" name="墨迹 19479">
                  <a:extLst>
                    <a:ext uri="{FF2B5EF4-FFF2-40B4-BE49-F238E27FC236}">
                      <a16:creationId xmlns:a16="http://schemas.microsoft.com/office/drawing/2014/main" id="{198B4008-DDC7-A88A-501B-CEAAF4C69BD1}"/>
                    </a:ext>
                  </a:extLst>
                </p:cNvPr>
                <p:cNvPicPr/>
                <p:nvPr/>
              </p:nvPicPr>
              <p:blipFill>
                <a:blip r:embed="rId22"/>
                <a:stretch>
                  <a:fillRect/>
                </a:stretch>
              </p:blipFill>
              <p:spPr>
                <a:xfrm>
                  <a:off x="789566" y="2571145"/>
                  <a:ext cx="810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9481" name="墨迹 19480">
                  <a:extLst>
                    <a:ext uri="{FF2B5EF4-FFF2-40B4-BE49-F238E27FC236}">
                      <a16:creationId xmlns:a16="http://schemas.microsoft.com/office/drawing/2014/main" id="{BD3A52C6-7273-D10D-ADC8-3EB0FC797BE8}"/>
                    </a:ext>
                  </a:extLst>
                </p14:cNvPr>
                <p14:cNvContentPartPr/>
                <p14:nvPr/>
              </p14:nvContentPartPr>
              <p14:xfrm>
                <a:off x="809006" y="2607145"/>
                <a:ext cx="123840" cy="93240"/>
              </p14:xfrm>
            </p:contentPart>
          </mc:Choice>
          <mc:Fallback xmlns="">
            <p:pic>
              <p:nvPicPr>
                <p:cNvPr id="19481" name="墨迹 19480">
                  <a:extLst>
                    <a:ext uri="{FF2B5EF4-FFF2-40B4-BE49-F238E27FC236}">
                      <a16:creationId xmlns:a16="http://schemas.microsoft.com/office/drawing/2014/main" id="{BD3A52C6-7273-D10D-ADC8-3EB0FC797BE8}"/>
                    </a:ext>
                  </a:extLst>
                </p:cNvPr>
                <p:cNvPicPr/>
                <p:nvPr/>
              </p:nvPicPr>
              <p:blipFill>
                <a:blip r:embed="rId24"/>
                <a:stretch>
                  <a:fillRect/>
                </a:stretch>
              </p:blipFill>
              <p:spPr>
                <a:xfrm>
                  <a:off x="791006" y="2589505"/>
                  <a:ext cx="159480" cy="1288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9482" name="墨迹 19481">
                  <a:extLst>
                    <a:ext uri="{FF2B5EF4-FFF2-40B4-BE49-F238E27FC236}">
                      <a16:creationId xmlns:a16="http://schemas.microsoft.com/office/drawing/2014/main" id="{F6A1DFBE-5A91-4072-0215-2F9BB9B660A2}"/>
                    </a:ext>
                  </a:extLst>
                </p14:cNvPr>
                <p14:cNvContentPartPr/>
                <p14:nvPr/>
              </p14:nvContentPartPr>
              <p14:xfrm>
                <a:off x="796766" y="2706865"/>
                <a:ext cx="601200" cy="3960"/>
              </p14:xfrm>
            </p:contentPart>
          </mc:Choice>
          <mc:Fallback xmlns="">
            <p:pic>
              <p:nvPicPr>
                <p:cNvPr id="19482" name="墨迹 19481">
                  <a:extLst>
                    <a:ext uri="{FF2B5EF4-FFF2-40B4-BE49-F238E27FC236}">
                      <a16:creationId xmlns:a16="http://schemas.microsoft.com/office/drawing/2014/main" id="{F6A1DFBE-5A91-4072-0215-2F9BB9B660A2}"/>
                    </a:ext>
                  </a:extLst>
                </p:cNvPr>
                <p:cNvPicPr/>
                <p:nvPr/>
              </p:nvPicPr>
              <p:blipFill>
                <a:blip r:embed="rId26"/>
                <a:stretch>
                  <a:fillRect/>
                </a:stretch>
              </p:blipFill>
              <p:spPr>
                <a:xfrm>
                  <a:off x="778766" y="2688865"/>
                  <a:ext cx="636840" cy="39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7">
            <p14:nvContentPartPr>
              <p14:cNvPr id="19484" name="墨迹 19483">
                <a:extLst>
                  <a:ext uri="{FF2B5EF4-FFF2-40B4-BE49-F238E27FC236}">
                    <a16:creationId xmlns:a16="http://schemas.microsoft.com/office/drawing/2014/main" id="{2CF35C32-BACF-5273-CFE9-578D74E9708B}"/>
                  </a:ext>
                </a:extLst>
              </p14:cNvPr>
              <p14:cNvContentPartPr/>
              <p14:nvPr/>
            </p14:nvContentPartPr>
            <p14:xfrm>
              <a:off x="7577726" y="2212225"/>
              <a:ext cx="282600" cy="60480"/>
            </p14:xfrm>
          </p:contentPart>
        </mc:Choice>
        <mc:Fallback xmlns="">
          <p:pic>
            <p:nvPicPr>
              <p:cNvPr id="19484" name="墨迹 19483">
                <a:extLst>
                  <a:ext uri="{FF2B5EF4-FFF2-40B4-BE49-F238E27FC236}">
                    <a16:creationId xmlns:a16="http://schemas.microsoft.com/office/drawing/2014/main" id="{2CF35C32-BACF-5273-CFE9-578D74E9708B}"/>
                  </a:ext>
                </a:extLst>
              </p:cNvPr>
              <p:cNvPicPr/>
              <p:nvPr/>
            </p:nvPicPr>
            <p:blipFill>
              <a:blip r:embed="rId28"/>
              <a:stretch>
                <a:fillRect/>
              </a:stretch>
            </p:blipFill>
            <p:spPr>
              <a:xfrm>
                <a:off x="7559726" y="2194225"/>
                <a:ext cx="31824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485" name="墨迹 19484">
                <a:extLst>
                  <a:ext uri="{FF2B5EF4-FFF2-40B4-BE49-F238E27FC236}">
                    <a16:creationId xmlns:a16="http://schemas.microsoft.com/office/drawing/2014/main" id="{C2513F4C-BF49-889E-EA74-233EEE0A6C84}"/>
                  </a:ext>
                </a:extLst>
              </p14:cNvPr>
              <p14:cNvContentPartPr/>
              <p14:nvPr/>
            </p14:nvContentPartPr>
            <p14:xfrm>
              <a:off x="7550726" y="2724865"/>
              <a:ext cx="279360" cy="360"/>
            </p14:xfrm>
          </p:contentPart>
        </mc:Choice>
        <mc:Fallback xmlns="">
          <p:pic>
            <p:nvPicPr>
              <p:cNvPr id="19485" name="墨迹 19484">
                <a:extLst>
                  <a:ext uri="{FF2B5EF4-FFF2-40B4-BE49-F238E27FC236}">
                    <a16:creationId xmlns:a16="http://schemas.microsoft.com/office/drawing/2014/main" id="{C2513F4C-BF49-889E-EA74-233EEE0A6C84}"/>
                  </a:ext>
                </a:extLst>
              </p:cNvPr>
              <p:cNvPicPr/>
              <p:nvPr/>
            </p:nvPicPr>
            <p:blipFill>
              <a:blip r:embed="rId30"/>
              <a:stretch>
                <a:fillRect/>
              </a:stretch>
            </p:blipFill>
            <p:spPr>
              <a:xfrm>
                <a:off x="7532726" y="2707225"/>
                <a:ext cx="315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9486" name="墨迹 19485">
                <a:extLst>
                  <a:ext uri="{FF2B5EF4-FFF2-40B4-BE49-F238E27FC236}">
                    <a16:creationId xmlns:a16="http://schemas.microsoft.com/office/drawing/2014/main" id="{4702589E-DA65-1D18-6CF1-6B4D1568CA51}"/>
                  </a:ext>
                </a:extLst>
              </p14:cNvPr>
              <p14:cNvContentPartPr/>
              <p14:nvPr/>
            </p14:nvContentPartPr>
            <p14:xfrm>
              <a:off x="7514366" y="3159385"/>
              <a:ext cx="243360" cy="360"/>
            </p14:xfrm>
          </p:contentPart>
        </mc:Choice>
        <mc:Fallback xmlns="">
          <p:pic>
            <p:nvPicPr>
              <p:cNvPr id="19486" name="墨迹 19485">
                <a:extLst>
                  <a:ext uri="{FF2B5EF4-FFF2-40B4-BE49-F238E27FC236}">
                    <a16:creationId xmlns:a16="http://schemas.microsoft.com/office/drawing/2014/main" id="{4702589E-DA65-1D18-6CF1-6B4D1568CA51}"/>
                  </a:ext>
                </a:extLst>
              </p:cNvPr>
              <p:cNvPicPr/>
              <p:nvPr/>
            </p:nvPicPr>
            <p:blipFill>
              <a:blip r:embed="rId32"/>
              <a:stretch>
                <a:fillRect/>
              </a:stretch>
            </p:blipFill>
            <p:spPr>
              <a:xfrm>
                <a:off x="7496366" y="3141745"/>
                <a:ext cx="279000" cy="36000"/>
              </a:xfrm>
              <a:prstGeom prst="rect">
                <a:avLst/>
              </a:prstGeom>
            </p:spPr>
          </p:pic>
        </mc:Fallback>
      </mc:AlternateContent>
    </p:spTree>
  </p:cSld>
  <p:clrMapOvr>
    <a:masterClrMapping/>
  </p:clrMapOvr>
  <p:transition spd="med">
    <p:zo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ext Box 2"/>
          <p:cNvSpPr txBox="1"/>
          <p:nvPr/>
        </p:nvSpPr>
        <p:spPr>
          <a:xfrm>
            <a:off x="4876800" y="6096000"/>
            <a:ext cx="3581400" cy="398780"/>
          </a:xfrm>
          <a:prstGeom prst="rect">
            <a:avLst/>
          </a:prstGeom>
          <a:noFill/>
          <a:ln w="9525">
            <a:noFill/>
          </a:ln>
        </p:spPr>
        <p:txBody>
          <a:bodyPr anchor="t" anchorCtr="0">
            <a:spAutoFit/>
          </a:bodyPr>
          <a:lstStyle/>
          <a:p>
            <a:pPr algn="ctr">
              <a:spcBef>
                <a:spcPct val="50000"/>
              </a:spcBef>
            </a:pPr>
            <a:r>
              <a:rPr lang="zh-CN" altLang="en-US" b="1" dirty="0">
                <a:latin typeface="Times New Roman" panose="02020603050405020304" pitchFamily="18" charset="0"/>
                <a:ea typeface="宋体" panose="02010600030101010101" pitchFamily="2" charset="-122"/>
              </a:rPr>
              <a:t>图</a:t>
            </a:r>
            <a:r>
              <a:rPr lang="en-US" altLang="zh-CN" b="1" dirty="0">
                <a:latin typeface="Times New Roman" panose="02020603050405020304" pitchFamily="18" charset="0"/>
                <a:ea typeface="宋体" panose="02010600030101010101" pitchFamily="2" charset="-122"/>
              </a:rPr>
              <a:t>10-2   DAC0832</a:t>
            </a:r>
            <a:r>
              <a:rPr lang="zh-CN" altLang="en-US" b="1" dirty="0">
                <a:latin typeface="Times New Roman" panose="02020603050405020304" pitchFamily="18" charset="0"/>
                <a:ea typeface="宋体" panose="02010600030101010101" pitchFamily="2" charset="-122"/>
              </a:rPr>
              <a:t>引脚图</a:t>
            </a:r>
          </a:p>
        </p:txBody>
      </p:sp>
      <p:sp>
        <p:nvSpPr>
          <p:cNvPr id="21507" name="Text Box 4"/>
          <p:cNvSpPr txBox="1"/>
          <p:nvPr/>
        </p:nvSpPr>
        <p:spPr>
          <a:xfrm>
            <a:off x="250825" y="1052513"/>
            <a:ext cx="3505200" cy="396875"/>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黑体" panose="02010609060101010101" pitchFamily="49" charset="-122"/>
              </a:rPr>
              <a:t>（</a:t>
            </a:r>
            <a:r>
              <a:rPr lang="en-US" altLang="zh-CN" b="1" dirty="0">
                <a:latin typeface="Times New Roman" panose="02020603050405020304" pitchFamily="18" charset="0"/>
                <a:ea typeface="黑体" panose="02010609060101010101" pitchFamily="49" charset="-122"/>
              </a:rPr>
              <a:t>2</a:t>
            </a:r>
            <a:r>
              <a:rPr lang="zh-CN" altLang="en-US" b="1" dirty="0">
                <a:latin typeface="Times New Roman" panose="02020603050405020304" pitchFamily="18" charset="0"/>
                <a:ea typeface="黑体" panose="02010609060101010101" pitchFamily="49" charset="-122"/>
              </a:rPr>
              <a:t>）</a:t>
            </a:r>
            <a:r>
              <a:rPr lang="en-US" altLang="zh-CN" b="1" dirty="0">
                <a:latin typeface="Times New Roman" panose="02020603050405020304" pitchFamily="18" charset="0"/>
                <a:ea typeface="黑体" panose="02010609060101010101" pitchFamily="49" charset="-122"/>
              </a:rPr>
              <a:t>DAC0832</a:t>
            </a:r>
            <a:r>
              <a:rPr lang="zh-CN" altLang="en-US" b="1" dirty="0">
                <a:latin typeface="Times New Roman" panose="02020603050405020304" pitchFamily="18" charset="0"/>
                <a:ea typeface="黑体" panose="02010609060101010101" pitchFamily="49" charset="-122"/>
              </a:rPr>
              <a:t>引脚功能</a:t>
            </a:r>
            <a:r>
              <a:rPr lang="zh-CN" altLang="en-US" dirty="0">
                <a:latin typeface="Times New Roman" panose="02020603050405020304" pitchFamily="18" charset="0"/>
                <a:ea typeface="宋体" panose="02010600030101010101" pitchFamily="2" charset="-122"/>
              </a:rPr>
              <a:t> </a:t>
            </a:r>
          </a:p>
        </p:txBody>
      </p:sp>
      <p:sp>
        <p:nvSpPr>
          <p:cNvPr id="21508" name="Text Box 5"/>
          <p:cNvSpPr txBox="1"/>
          <p:nvPr/>
        </p:nvSpPr>
        <p:spPr>
          <a:xfrm>
            <a:off x="381000" y="1752600"/>
            <a:ext cx="4343400" cy="3690938"/>
          </a:xfrm>
          <a:prstGeom prst="rect">
            <a:avLst/>
          </a:prstGeom>
          <a:noFill/>
          <a:ln w="9525">
            <a:noFill/>
          </a:ln>
        </p:spPr>
        <p:txBody>
          <a:bodyPr anchor="t" anchorCtr="0">
            <a:spAutoFit/>
          </a:bodyPr>
          <a:lstStyle/>
          <a:p>
            <a:pPr algn="just">
              <a:lnSpc>
                <a:spcPct val="140000"/>
              </a:lnSpc>
              <a:spcBef>
                <a:spcPct val="50000"/>
              </a:spcBef>
            </a:pPr>
            <a:r>
              <a:rPr lang="en-US" altLang="zh-CN" b="1" dirty="0">
                <a:solidFill>
                  <a:schemeClr val="tx2"/>
                </a:solidFill>
                <a:latin typeface="Times New Roman" panose="02020603050405020304" pitchFamily="18" charset="0"/>
                <a:ea typeface="宋体" panose="02010600030101010101" pitchFamily="2" charset="-122"/>
              </a:rPr>
              <a:t> I</a:t>
            </a:r>
            <a:r>
              <a:rPr lang="en-US" altLang="zh-CN" b="1" baseline="-30000" dirty="0">
                <a:solidFill>
                  <a:schemeClr val="tx2"/>
                </a:solidFill>
                <a:latin typeface="Times New Roman" panose="02020603050405020304" pitchFamily="18" charset="0"/>
                <a:ea typeface="宋体" panose="02010600030101010101" pitchFamily="2" charset="-122"/>
              </a:rPr>
              <a:t>OUT1</a:t>
            </a:r>
            <a:r>
              <a:rPr lang="zh-CN" altLang="en-US" b="1" dirty="0">
                <a:solidFill>
                  <a:schemeClr val="tx2"/>
                </a:solidFill>
                <a:latin typeface="Times New Roman" panose="02020603050405020304" pitchFamily="18" charset="0"/>
                <a:ea typeface="宋体" panose="02010600030101010101" pitchFamily="2" charset="-122"/>
              </a:rPr>
              <a:t>：</a:t>
            </a:r>
            <a:r>
              <a:rPr lang="en-US" altLang="zh-CN" b="1" dirty="0">
                <a:solidFill>
                  <a:schemeClr val="tx2"/>
                </a:solidFill>
                <a:latin typeface="Times New Roman" panose="02020603050405020304" pitchFamily="18" charset="0"/>
                <a:ea typeface="宋体" panose="02010600030101010101" pitchFamily="2" charset="-122"/>
              </a:rPr>
              <a:t>DAC</a:t>
            </a:r>
            <a:r>
              <a:rPr lang="zh-CN" altLang="en-US" b="1" dirty="0">
                <a:solidFill>
                  <a:schemeClr val="tx2"/>
                </a:solidFill>
                <a:latin typeface="Times New Roman" panose="02020603050405020304" pitchFamily="18" charset="0"/>
                <a:ea typeface="宋体" panose="02010600030101010101" pitchFamily="2" charset="-122"/>
              </a:rPr>
              <a:t>电流输出</a:t>
            </a:r>
            <a:r>
              <a:rPr lang="en-US" altLang="zh-CN" b="1" dirty="0">
                <a:solidFill>
                  <a:schemeClr val="tx2"/>
                </a:solidFill>
                <a:latin typeface="Times New Roman" panose="02020603050405020304" pitchFamily="18" charset="0"/>
                <a:ea typeface="宋体" panose="02010600030101010101" pitchFamily="2" charset="-122"/>
              </a:rPr>
              <a:t>1</a:t>
            </a:r>
            <a:r>
              <a:rPr lang="zh-CN" altLang="en-US" b="1" dirty="0">
                <a:solidFill>
                  <a:schemeClr val="tx2"/>
                </a:solidFill>
                <a:latin typeface="Times New Roman" panose="02020603050405020304" pitchFamily="18" charset="0"/>
                <a:ea typeface="宋体" panose="02010600030101010101" pitchFamily="2" charset="-122"/>
              </a:rPr>
              <a:t>。</a:t>
            </a:r>
          </a:p>
          <a:p>
            <a:pPr algn="just">
              <a:lnSpc>
                <a:spcPct val="140000"/>
              </a:lnSpc>
              <a:spcBef>
                <a:spcPct val="50000"/>
              </a:spcBef>
            </a:pPr>
            <a:r>
              <a:rPr lang="zh-CN" altLang="en-US" b="1" dirty="0">
                <a:solidFill>
                  <a:schemeClr val="tx2"/>
                </a:solidFill>
                <a:latin typeface="Times New Roman" panose="02020603050405020304" pitchFamily="18" charset="0"/>
                <a:ea typeface="宋体" panose="02010600030101010101" pitchFamily="2" charset="-122"/>
              </a:rPr>
              <a:t>当</a:t>
            </a:r>
            <a:r>
              <a:rPr lang="en-US" altLang="zh-CN" b="1" dirty="0">
                <a:solidFill>
                  <a:schemeClr val="tx2"/>
                </a:solidFill>
                <a:latin typeface="Times New Roman" panose="02020603050405020304" pitchFamily="18" charset="0"/>
                <a:ea typeface="宋体" panose="02010600030101010101" pitchFamily="2" charset="-122"/>
              </a:rPr>
              <a:t>DAC</a:t>
            </a:r>
            <a:r>
              <a:rPr lang="zh-CN" altLang="en-US" b="1" dirty="0">
                <a:solidFill>
                  <a:schemeClr val="tx2"/>
                </a:solidFill>
                <a:latin typeface="Times New Roman" panose="02020603050405020304" pitchFamily="18" charset="0"/>
                <a:ea typeface="宋体" panose="02010600030101010101" pitchFamily="2" charset="-122"/>
              </a:rPr>
              <a:t>寄存器中的内容为全</a:t>
            </a:r>
            <a:r>
              <a:rPr lang="en-US" altLang="zh-CN" b="1" dirty="0">
                <a:solidFill>
                  <a:schemeClr val="tx2"/>
                </a:solidFill>
                <a:latin typeface="Times New Roman" panose="02020603050405020304" pitchFamily="18" charset="0"/>
                <a:ea typeface="宋体" panose="02010600030101010101" pitchFamily="2" charset="-122"/>
              </a:rPr>
              <a:t>1</a:t>
            </a:r>
            <a:r>
              <a:rPr lang="zh-CN" altLang="en-US" b="1" dirty="0">
                <a:solidFill>
                  <a:schemeClr val="tx2"/>
                </a:solidFill>
                <a:latin typeface="Times New Roman" panose="02020603050405020304" pitchFamily="18" charset="0"/>
                <a:ea typeface="宋体" panose="02010600030101010101" pitchFamily="2" charset="-122"/>
              </a:rPr>
              <a:t>时，</a:t>
            </a:r>
            <a:r>
              <a:rPr lang="en-US" altLang="zh-CN" b="1" dirty="0">
                <a:solidFill>
                  <a:schemeClr val="tx2"/>
                </a:solidFill>
                <a:latin typeface="Times New Roman" panose="02020603050405020304" pitchFamily="18" charset="0"/>
                <a:ea typeface="宋体" panose="02010600030101010101" pitchFamily="2" charset="-122"/>
              </a:rPr>
              <a:t>I</a:t>
            </a:r>
            <a:r>
              <a:rPr lang="en-US" altLang="zh-CN" b="1" baseline="-30000" dirty="0">
                <a:solidFill>
                  <a:schemeClr val="tx2"/>
                </a:solidFill>
                <a:latin typeface="Times New Roman" panose="02020603050405020304" pitchFamily="18" charset="0"/>
                <a:ea typeface="宋体" panose="02010600030101010101" pitchFamily="2" charset="-122"/>
              </a:rPr>
              <a:t>OUT1</a:t>
            </a:r>
            <a:r>
              <a:rPr lang="zh-CN" altLang="en-US" b="1" dirty="0">
                <a:solidFill>
                  <a:schemeClr val="tx2"/>
                </a:solidFill>
                <a:latin typeface="Times New Roman" panose="02020603050405020304" pitchFamily="18" charset="0"/>
                <a:ea typeface="宋体" panose="02010600030101010101" pitchFamily="2" charset="-122"/>
              </a:rPr>
              <a:t>为最大值；当</a:t>
            </a:r>
            <a:r>
              <a:rPr lang="en-US" altLang="zh-CN" b="1" dirty="0">
                <a:solidFill>
                  <a:schemeClr val="tx2"/>
                </a:solidFill>
                <a:latin typeface="Times New Roman" panose="02020603050405020304" pitchFamily="18" charset="0"/>
                <a:ea typeface="宋体" panose="02010600030101010101" pitchFamily="2" charset="-122"/>
              </a:rPr>
              <a:t>DAC</a:t>
            </a:r>
            <a:r>
              <a:rPr lang="zh-CN" altLang="en-US" b="1" dirty="0">
                <a:solidFill>
                  <a:schemeClr val="tx2"/>
                </a:solidFill>
                <a:latin typeface="Times New Roman" panose="02020603050405020304" pitchFamily="18" charset="0"/>
                <a:ea typeface="宋体" panose="02010600030101010101" pitchFamily="2" charset="-122"/>
              </a:rPr>
              <a:t>寄存器内容为全</a:t>
            </a:r>
            <a:r>
              <a:rPr lang="en-US" altLang="zh-CN" b="1" dirty="0">
                <a:solidFill>
                  <a:schemeClr val="tx2"/>
                </a:solidFill>
                <a:latin typeface="Times New Roman" panose="02020603050405020304" pitchFamily="18" charset="0"/>
                <a:ea typeface="宋体" panose="02010600030101010101" pitchFamily="2" charset="-122"/>
              </a:rPr>
              <a:t>0</a:t>
            </a:r>
            <a:r>
              <a:rPr lang="zh-CN" altLang="en-US" b="1" dirty="0">
                <a:solidFill>
                  <a:schemeClr val="tx2"/>
                </a:solidFill>
                <a:latin typeface="Times New Roman" panose="02020603050405020304" pitchFamily="18" charset="0"/>
                <a:ea typeface="宋体" panose="02010600030101010101" pitchFamily="2" charset="-122"/>
              </a:rPr>
              <a:t>时，</a:t>
            </a:r>
            <a:r>
              <a:rPr lang="en-US" altLang="zh-CN" b="1" dirty="0">
                <a:solidFill>
                  <a:schemeClr val="tx2"/>
                </a:solidFill>
                <a:latin typeface="Times New Roman" panose="02020603050405020304" pitchFamily="18" charset="0"/>
                <a:ea typeface="宋体" panose="02010600030101010101" pitchFamily="2" charset="-122"/>
              </a:rPr>
              <a:t>I</a:t>
            </a:r>
            <a:r>
              <a:rPr lang="en-US" altLang="zh-CN" b="1" baseline="-30000" dirty="0">
                <a:solidFill>
                  <a:schemeClr val="tx2"/>
                </a:solidFill>
                <a:latin typeface="Times New Roman" panose="02020603050405020304" pitchFamily="18" charset="0"/>
                <a:ea typeface="宋体" panose="02010600030101010101" pitchFamily="2" charset="-122"/>
              </a:rPr>
              <a:t>OUT1</a:t>
            </a:r>
            <a:r>
              <a:rPr lang="zh-CN" altLang="en-US" b="1" dirty="0">
                <a:solidFill>
                  <a:schemeClr val="tx2"/>
                </a:solidFill>
                <a:latin typeface="Times New Roman" panose="02020603050405020304" pitchFamily="18" charset="0"/>
                <a:ea typeface="宋体" panose="02010600030101010101" pitchFamily="2" charset="-122"/>
              </a:rPr>
              <a:t>为</a:t>
            </a:r>
            <a:r>
              <a:rPr lang="en-US" altLang="zh-CN" b="1" dirty="0">
                <a:solidFill>
                  <a:schemeClr val="tx2"/>
                </a:solidFill>
                <a:latin typeface="Times New Roman" panose="02020603050405020304" pitchFamily="18" charset="0"/>
                <a:ea typeface="宋体" panose="02010600030101010101" pitchFamily="2" charset="-122"/>
              </a:rPr>
              <a:t>0</a:t>
            </a:r>
            <a:r>
              <a:rPr lang="zh-CN" altLang="en-US" b="1" dirty="0">
                <a:solidFill>
                  <a:schemeClr val="tx2"/>
                </a:solidFill>
                <a:latin typeface="Times New Roman" panose="02020603050405020304" pitchFamily="18" charset="0"/>
                <a:ea typeface="宋体" panose="02010600030101010101" pitchFamily="2" charset="-122"/>
              </a:rPr>
              <a:t>。</a:t>
            </a:r>
          </a:p>
          <a:p>
            <a:pPr>
              <a:lnSpc>
                <a:spcPct val="140000"/>
              </a:lnSpc>
              <a:spcBef>
                <a:spcPct val="50000"/>
              </a:spcBef>
            </a:pPr>
            <a:r>
              <a:rPr lang="en-US" altLang="zh-CN" b="1" dirty="0">
                <a:solidFill>
                  <a:schemeClr val="tx2"/>
                </a:solidFill>
                <a:latin typeface="Times New Roman" panose="02020603050405020304" pitchFamily="18" charset="0"/>
                <a:ea typeface="宋体" panose="02010600030101010101" pitchFamily="2" charset="-122"/>
              </a:rPr>
              <a:t>• I</a:t>
            </a:r>
            <a:r>
              <a:rPr lang="en-US" altLang="zh-CN" b="1" baseline="-30000" dirty="0">
                <a:solidFill>
                  <a:schemeClr val="tx2"/>
                </a:solidFill>
                <a:latin typeface="Times New Roman" panose="02020603050405020304" pitchFamily="18" charset="0"/>
                <a:ea typeface="宋体" panose="02010600030101010101" pitchFamily="2" charset="-122"/>
              </a:rPr>
              <a:t>OUT2</a:t>
            </a:r>
            <a:r>
              <a:rPr lang="zh-CN" altLang="en-US" b="1" dirty="0">
                <a:solidFill>
                  <a:schemeClr val="tx2"/>
                </a:solidFill>
                <a:latin typeface="宋体" panose="02010600030101010101" pitchFamily="2" charset="-122"/>
                <a:ea typeface="宋体" panose="02010600030101010101" pitchFamily="2" charset="-122"/>
              </a:rPr>
              <a:t>：</a:t>
            </a:r>
            <a:r>
              <a:rPr lang="en-US" altLang="zh-CN" b="1" dirty="0">
                <a:solidFill>
                  <a:schemeClr val="tx2"/>
                </a:solidFill>
                <a:latin typeface="Times New Roman" panose="02020603050405020304" pitchFamily="18" charset="0"/>
                <a:ea typeface="宋体" panose="02010600030101010101" pitchFamily="2" charset="-122"/>
              </a:rPr>
              <a:t>DAC</a:t>
            </a:r>
            <a:r>
              <a:rPr lang="zh-CN" altLang="en-US" b="1" dirty="0">
                <a:solidFill>
                  <a:schemeClr val="tx2"/>
                </a:solidFill>
                <a:latin typeface="宋体" panose="02010600030101010101" pitchFamily="2" charset="-122"/>
                <a:ea typeface="宋体" panose="02010600030101010101" pitchFamily="2" charset="-122"/>
              </a:rPr>
              <a:t>电流输出</a:t>
            </a:r>
            <a:r>
              <a:rPr lang="en-US" altLang="zh-CN" b="1" dirty="0">
                <a:solidFill>
                  <a:schemeClr val="tx2"/>
                </a:solidFill>
                <a:latin typeface="Times New Roman" panose="02020603050405020304" pitchFamily="18" charset="0"/>
                <a:ea typeface="宋体" panose="02010600030101010101" pitchFamily="2" charset="-122"/>
              </a:rPr>
              <a:t>2</a:t>
            </a:r>
            <a:r>
              <a:rPr lang="zh-CN" altLang="en-US" b="1" dirty="0">
                <a:solidFill>
                  <a:schemeClr val="tx2"/>
                </a:solidFill>
                <a:latin typeface="宋体" panose="02010600030101010101" pitchFamily="2" charset="-122"/>
                <a:ea typeface="宋体" panose="02010600030101010101" pitchFamily="2" charset="-122"/>
              </a:rPr>
              <a:t>。  </a:t>
            </a:r>
          </a:p>
          <a:p>
            <a:pPr>
              <a:lnSpc>
                <a:spcPct val="140000"/>
              </a:lnSpc>
              <a:spcBef>
                <a:spcPct val="50000"/>
              </a:spcBef>
            </a:pPr>
            <a:r>
              <a:rPr lang="zh-CN" altLang="en-US" b="1" dirty="0">
                <a:solidFill>
                  <a:srgbClr val="FF3300"/>
                </a:solidFill>
                <a:latin typeface="宋体" panose="02010600030101010101" pitchFamily="2" charset="-122"/>
                <a:ea typeface="宋体" panose="02010600030101010101" pitchFamily="2" charset="-122"/>
              </a:rPr>
              <a:t>    </a:t>
            </a:r>
            <a:r>
              <a:rPr lang="en-US" altLang="zh-CN" b="1" dirty="0">
                <a:solidFill>
                  <a:srgbClr val="FF3300"/>
                </a:solidFill>
                <a:latin typeface="Times New Roman" panose="02020603050405020304" pitchFamily="18" charset="0"/>
                <a:ea typeface="宋体" panose="02010600030101010101" pitchFamily="2" charset="-122"/>
              </a:rPr>
              <a:t>I</a:t>
            </a:r>
            <a:r>
              <a:rPr lang="en-US" altLang="zh-CN" b="1" baseline="-30000" dirty="0">
                <a:solidFill>
                  <a:srgbClr val="FF3300"/>
                </a:solidFill>
                <a:latin typeface="Times New Roman" panose="02020603050405020304" pitchFamily="18" charset="0"/>
                <a:ea typeface="宋体" panose="02010600030101010101" pitchFamily="2" charset="-122"/>
              </a:rPr>
              <a:t>OUT1</a:t>
            </a:r>
            <a:r>
              <a:rPr lang="en-US" altLang="zh-CN" b="1" dirty="0">
                <a:solidFill>
                  <a:srgbClr val="FF3300"/>
                </a:solidFill>
                <a:latin typeface="Times New Roman" panose="02020603050405020304" pitchFamily="18" charset="0"/>
                <a:ea typeface="宋体" panose="02010600030101010101" pitchFamily="2" charset="-122"/>
              </a:rPr>
              <a:t>+I</a:t>
            </a:r>
            <a:r>
              <a:rPr lang="en-US" altLang="zh-CN" b="1" baseline="-30000" dirty="0">
                <a:solidFill>
                  <a:srgbClr val="FF3300"/>
                </a:solidFill>
                <a:latin typeface="Times New Roman" panose="02020603050405020304" pitchFamily="18" charset="0"/>
                <a:ea typeface="宋体" panose="02010600030101010101" pitchFamily="2" charset="-122"/>
              </a:rPr>
              <a:t>OUT2</a:t>
            </a:r>
            <a:r>
              <a:rPr lang="zh-CN" altLang="en-US" b="1" dirty="0">
                <a:solidFill>
                  <a:srgbClr val="FF3300"/>
                </a:solidFill>
                <a:latin typeface="宋体" panose="02010600030101010101" pitchFamily="2" charset="-122"/>
                <a:ea typeface="宋体" panose="02010600030101010101" pitchFamily="2" charset="-122"/>
              </a:rPr>
              <a:t>＝常数。</a:t>
            </a:r>
          </a:p>
          <a:p>
            <a:pPr>
              <a:lnSpc>
                <a:spcPct val="140000"/>
              </a:lnSpc>
              <a:spcBef>
                <a:spcPct val="50000"/>
              </a:spcBef>
            </a:pPr>
            <a:r>
              <a:rPr lang="zh-CN" altLang="en-US" b="1" dirty="0">
                <a:solidFill>
                  <a:schemeClr val="tx2"/>
                </a:solidFill>
                <a:latin typeface="宋体" panose="02010600030101010101" pitchFamily="2" charset="-122"/>
                <a:ea typeface="宋体" panose="02010600030101010101" pitchFamily="2" charset="-122"/>
              </a:rPr>
              <a:t>   </a:t>
            </a:r>
            <a:r>
              <a:rPr lang="zh-CN" altLang="en-US" b="1" dirty="0">
                <a:solidFill>
                  <a:schemeClr val="accent2"/>
                </a:solidFill>
                <a:latin typeface="宋体" panose="02010600030101010101" pitchFamily="2" charset="-122"/>
                <a:ea typeface="宋体" panose="02010600030101010101" pitchFamily="2" charset="-122"/>
              </a:rPr>
              <a:t>单极性输出时，</a:t>
            </a:r>
            <a:r>
              <a:rPr lang="en-US" altLang="zh-CN" b="1" dirty="0">
                <a:solidFill>
                  <a:schemeClr val="accent2"/>
                </a:solidFill>
                <a:latin typeface="Times New Roman" panose="02020603050405020304" pitchFamily="18" charset="0"/>
                <a:ea typeface="宋体" panose="02010600030101010101" pitchFamily="2" charset="-122"/>
              </a:rPr>
              <a:t>I</a:t>
            </a:r>
            <a:r>
              <a:rPr lang="en-US" altLang="zh-CN" b="1" baseline="-30000" dirty="0">
                <a:solidFill>
                  <a:schemeClr val="accent2"/>
                </a:solidFill>
                <a:latin typeface="Times New Roman" panose="02020603050405020304" pitchFamily="18" charset="0"/>
                <a:ea typeface="宋体" panose="02010600030101010101" pitchFamily="2" charset="-122"/>
              </a:rPr>
              <a:t>OUT2</a:t>
            </a:r>
            <a:r>
              <a:rPr lang="zh-CN" altLang="en-US" b="1" dirty="0">
                <a:solidFill>
                  <a:schemeClr val="accent2"/>
                </a:solidFill>
                <a:latin typeface="宋体" panose="02010600030101010101" pitchFamily="2" charset="-122"/>
                <a:ea typeface="宋体" panose="02010600030101010101" pitchFamily="2" charset="-122"/>
              </a:rPr>
              <a:t>通常接地。</a:t>
            </a:r>
            <a:r>
              <a:rPr lang="zh-CN" altLang="en-US" b="1" dirty="0">
                <a:solidFill>
                  <a:schemeClr val="tx2"/>
                </a:solidFill>
                <a:latin typeface="Times New Roman" panose="02020603050405020304" pitchFamily="18" charset="0"/>
                <a:ea typeface="宋体" panose="02010600030101010101" pitchFamily="2" charset="-122"/>
              </a:rPr>
              <a:t> </a:t>
            </a:r>
          </a:p>
        </p:txBody>
      </p:sp>
      <p:pic>
        <p:nvPicPr>
          <p:cNvPr id="2" name="图片 101" descr="11T2"/>
          <p:cNvPicPr>
            <a:picLocks noChangeAspect="1"/>
          </p:cNvPicPr>
          <p:nvPr/>
        </p:nvPicPr>
        <p:blipFill>
          <a:blip r:embed="rId2"/>
          <a:stretch>
            <a:fillRect/>
          </a:stretch>
        </p:blipFill>
        <p:spPr>
          <a:xfrm>
            <a:off x="5076190" y="1268730"/>
            <a:ext cx="3599180" cy="4057650"/>
          </a:xfrm>
          <a:prstGeom prst="rect">
            <a:avLst/>
          </a:prstGeom>
          <a:noFill/>
          <a:ln w="9525">
            <a:noFill/>
          </a:ln>
        </p:spPr>
      </p:pic>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1B9819C5-E1B1-EBC2-AE7F-DE29817C5970}"/>
                  </a:ext>
                </a:extLst>
              </p14:cNvPr>
              <p14:cNvContentPartPr/>
              <p14:nvPr/>
            </p14:nvContentPartPr>
            <p14:xfrm>
              <a:off x="8491766" y="3096118"/>
              <a:ext cx="360" cy="360"/>
            </p14:xfrm>
          </p:contentPart>
        </mc:Choice>
        <mc:Fallback xmlns="">
          <p:pic>
            <p:nvPicPr>
              <p:cNvPr id="3" name="墨迹 2">
                <a:extLst>
                  <a:ext uri="{FF2B5EF4-FFF2-40B4-BE49-F238E27FC236}">
                    <a16:creationId xmlns:a16="http://schemas.microsoft.com/office/drawing/2014/main" id="{1B9819C5-E1B1-EBC2-AE7F-DE29817C5970}"/>
                  </a:ext>
                </a:extLst>
              </p:cNvPr>
              <p:cNvPicPr/>
              <p:nvPr/>
            </p:nvPicPr>
            <p:blipFill>
              <a:blip r:embed="rId4"/>
              <a:stretch>
                <a:fillRect/>
              </a:stretch>
            </p:blipFill>
            <p:spPr>
              <a:xfrm>
                <a:off x="8474126" y="307811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6C5223A6-E631-5E8B-D420-9820A4E6FA71}"/>
                  </a:ext>
                </a:extLst>
              </p14:cNvPr>
              <p14:cNvContentPartPr/>
              <p14:nvPr/>
            </p14:nvContentPartPr>
            <p14:xfrm>
              <a:off x="6690326" y="2715958"/>
              <a:ext cx="360" cy="360"/>
            </p14:xfrm>
          </p:contentPart>
        </mc:Choice>
        <mc:Fallback xmlns="">
          <p:pic>
            <p:nvPicPr>
              <p:cNvPr id="4" name="墨迹 3">
                <a:extLst>
                  <a:ext uri="{FF2B5EF4-FFF2-40B4-BE49-F238E27FC236}">
                    <a16:creationId xmlns:a16="http://schemas.microsoft.com/office/drawing/2014/main" id="{6C5223A6-E631-5E8B-D420-9820A4E6FA71}"/>
                  </a:ext>
                </a:extLst>
              </p:cNvPr>
              <p:cNvPicPr/>
              <p:nvPr/>
            </p:nvPicPr>
            <p:blipFill>
              <a:blip r:embed="rId4"/>
              <a:stretch>
                <a:fillRect/>
              </a:stretch>
            </p:blipFill>
            <p:spPr>
              <a:xfrm>
                <a:off x="6672686" y="2697958"/>
                <a:ext cx="36000" cy="36000"/>
              </a:xfrm>
              <a:prstGeom prst="rect">
                <a:avLst/>
              </a:prstGeom>
            </p:spPr>
          </p:pic>
        </mc:Fallback>
      </mc:AlternateContent>
    </p:spTree>
  </p:cSld>
  <p:clrMapOvr>
    <a:masterClrMapping/>
  </p:clrMapOvr>
  <p:transition spd="med">
    <p:zo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ext Box 2"/>
          <p:cNvSpPr txBox="1"/>
          <p:nvPr/>
        </p:nvSpPr>
        <p:spPr>
          <a:xfrm>
            <a:off x="4962525" y="6019800"/>
            <a:ext cx="3581400" cy="398780"/>
          </a:xfrm>
          <a:prstGeom prst="rect">
            <a:avLst/>
          </a:prstGeom>
          <a:noFill/>
          <a:ln w="9525">
            <a:noFill/>
          </a:ln>
        </p:spPr>
        <p:txBody>
          <a:bodyPr anchor="t" anchorCtr="0">
            <a:spAutoFit/>
          </a:bodyPr>
          <a:lstStyle/>
          <a:p>
            <a:pPr algn="ctr">
              <a:spcBef>
                <a:spcPct val="50000"/>
              </a:spcBef>
            </a:pPr>
            <a:r>
              <a:rPr lang="zh-CN" altLang="en-US" b="1" dirty="0">
                <a:latin typeface="Times New Roman" panose="02020603050405020304" pitchFamily="18" charset="0"/>
                <a:ea typeface="宋体" panose="02010600030101010101" pitchFamily="2" charset="-122"/>
              </a:rPr>
              <a:t>图</a:t>
            </a:r>
            <a:r>
              <a:rPr lang="en-US" altLang="zh-CN" b="1" dirty="0">
                <a:latin typeface="Times New Roman" panose="02020603050405020304" pitchFamily="18" charset="0"/>
                <a:ea typeface="宋体" panose="02010600030101010101" pitchFamily="2" charset="-122"/>
              </a:rPr>
              <a:t>10-2   DAC0832</a:t>
            </a:r>
            <a:r>
              <a:rPr lang="zh-CN" altLang="en-US" b="1" dirty="0">
                <a:latin typeface="Times New Roman" panose="02020603050405020304" pitchFamily="18" charset="0"/>
                <a:ea typeface="宋体" panose="02010600030101010101" pitchFamily="2" charset="-122"/>
              </a:rPr>
              <a:t>引脚图</a:t>
            </a:r>
          </a:p>
        </p:txBody>
      </p:sp>
      <p:sp>
        <p:nvSpPr>
          <p:cNvPr id="22531" name="Text Box 4"/>
          <p:cNvSpPr txBox="1"/>
          <p:nvPr/>
        </p:nvSpPr>
        <p:spPr>
          <a:xfrm>
            <a:off x="152400" y="1066800"/>
            <a:ext cx="4648200" cy="4392613"/>
          </a:xfrm>
          <a:prstGeom prst="rect">
            <a:avLst/>
          </a:prstGeom>
          <a:noFill/>
          <a:ln w="9525">
            <a:noFill/>
          </a:ln>
        </p:spPr>
        <p:txBody>
          <a:bodyPr anchor="t" anchorCtr="0">
            <a:spAutoFit/>
          </a:bodyPr>
          <a:lstStyle/>
          <a:p>
            <a:pPr algn="just">
              <a:lnSpc>
                <a:spcPct val="140000"/>
              </a:lnSpc>
              <a:spcBef>
                <a:spcPct val="50000"/>
              </a:spcBef>
            </a:pPr>
            <a:r>
              <a:rPr lang="en-US" altLang="zh-CN" b="1" dirty="0">
                <a:latin typeface="Times New Roman" panose="02020603050405020304" pitchFamily="18" charset="0"/>
                <a:ea typeface="宋体" panose="02010600030101010101" pitchFamily="2" charset="-122"/>
              </a:rPr>
              <a:t>ILE</a:t>
            </a:r>
            <a:r>
              <a:rPr lang="zh-CN" altLang="en-US" b="1" dirty="0">
                <a:latin typeface="Times New Roman" panose="02020603050405020304" pitchFamily="18" charset="0"/>
                <a:ea typeface="宋体" panose="02010600030101010101" pitchFamily="2" charset="-122"/>
              </a:rPr>
              <a:t>：数据输入锁存允许信号，高电平有效。</a:t>
            </a:r>
          </a:p>
          <a:p>
            <a:pPr>
              <a:lnSpc>
                <a:spcPct val="140000"/>
              </a:lnSpc>
              <a:spcBef>
                <a:spcPct val="50000"/>
              </a:spcBef>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/WR1</a:t>
            </a:r>
            <a:r>
              <a:rPr lang="zh-CN" altLang="en-US" b="1" dirty="0">
                <a:latin typeface="宋体" panose="02010600030101010101" pitchFamily="2" charset="-122"/>
                <a:ea typeface="宋体" panose="02010600030101010101" pitchFamily="2" charset="-122"/>
              </a:rPr>
              <a:t>：输入寄存器的写选通输入端，负脉冲有效。</a:t>
            </a:r>
          </a:p>
          <a:p>
            <a:pPr>
              <a:lnSpc>
                <a:spcPct val="140000"/>
              </a:lnSpc>
              <a:spcBef>
                <a:spcPct val="50000"/>
              </a:spcBef>
            </a:pPr>
            <a:r>
              <a:rPr lang="zh-CN" altLang="en-US" b="1" dirty="0">
                <a:latin typeface="宋体" panose="02010600030101010101" pitchFamily="2" charset="-122"/>
                <a:ea typeface="宋体" panose="02010600030101010101" pitchFamily="2" charset="-122"/>
              </a:rPr>
              <a:t>  当</a:t>
            </a:r>
            <a:r>
              <a:rPr lang="en-US" altLang="zh-CN"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CS</a:t>
            </a:r>
            <a:r>
              <a:rPr lang="zh-CN" altLang="en-US"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0</a:t>
            </a:r>
            <a:r>
              <a:rPr lang="zh-CN" altLang="en-US"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ILE</a:t>
            </a:r>
            <a:r>
              <a:rPr lang="zh-CN" altLang="en-US"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/WR1</a:t>
            </a:r>
            <a:r>
              <a:rPr lang="zh-CN" altLang="en-US" b="1" dirty="0">
                <a:latin typeface="宋体" panose="02010600030101010101" pitchFamily="2" charset="-122"/>
                <a:ea typeface="宋体" panose="02010600030101010101" pitchFamily="2" charset="-122"/>
              </a:rPr>
              <a:t>有效时，</a:t>
            </a:r>
            <a:r>
              <a:rPr lang="en-US" altLang="zh-CN" b="1" dirty="0">
                <a:latin typeface="Times New Roman" panose="02020603050405020304" pitchFamily="18" charset="0"/>
                <a:ea typeface="宋体" panose="02010600030101010101" pitchFamily="2" charset="-122"/>
              </a:rPr>
              <a:t>D0</a:t>
            </a:r>
            <a:r>
              <a:rPr lang="zh-CN" altLang="en-US"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D7</a:t>
            </a:r>
            <a:r>
              <a:rPr lang="zh-CN" altLang="en-US" b="1" dirty="0">
                <a:latin typeface="宋体" panose="02010600030101010101" pitchFamily="2" charset="-122"/>
                <a:ea typeface="宋体" panose="02010600030101010101" pitchFamily="2" charset="-122"/>
              </a:rPr>
              <a:t>被传送到输入寄存器。否则，输入锁存器中的数字被锁存。</a:t>
            </a:r>
          </a:p>
          <a:p>
            <a:pPr>
              <a:lnSpc>
                <a:spcPct val="140000"/>
              </a:lnSpc>
              <a:spcBef>
                <a:spcPct val="50000"/>
              </a:spcBef>
            </a:pPr>
            <a:r>
              <a:rPr lang="zh-CN" altLang="en-US" b="1" dirty="0">
                <a:latin typeface="宋体" panose="02010600030101010101" pitchFamily="2" charset="-122"/>
                <a:ea typeface="宋体" panose="02010600030101010101" pitchFamily="2" charset="-122"/>
              </a:rPr>
              <a:t>  </a:t>
            </a:r>
            <a:r>
              <a:rPr lang="en-US" altLang="zh-CN"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CS</a:t>
            </a:r>
            <a:r>
              <a:rPr lang="zh-CN" altLang="en-US"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ILE</a:t>
            </a:r>
            <a:r>
              <a:rPr lang="zh-CN" altLang="en-US" b="1" dirty="0">
                <a:latin typeface="宋体" panose="02010600030101010101" pitchFamily="2" charset="-122"/>
                <a:ea typeface="宋体" panose="02010600030101010101" pitchFamily="2" charset="-122"/>
              </a:rPr>
              <a:t>和</a:t>
            </a:r>
            <a:r>
              <a:rPr lang="en-US" altLang="zh-CN" b="1" dirty="0">
                <a:latin typeface="宋体" panose="02010600030101010101" pitchFamily="2" charset="-122"/>
                <a:ea typeface="宋体" panose="02010600030101010101" pitchFamily="2" charset="-122"/>
              </a:rPr>
              <a:t>/WR1</a:t>
            </a:r>
            <a:r>
              <a:rPr lang="zh-CN" altLang="en-US" b="1" dirty="0">
                <a:latin typeface="宋体" panose="02010600030101010101" pitchFamily="2" charset="-122"/>
                <a:ea typeface="宋体" panose="02010600030101010101" pitchFamily="2" charset="-122"/>
              </a:rPr>
              <a:t>构成第一级输入锁存。</a:t>
            </a:r>
            <a:r>
              <a:rPr lang="zh-CN" altLang="en-US" b="1" dirty="0">
                <a:latin typeface="Times New Roman" panose="02020603050405020304" pitchFamily="18" charset="0"/>
                <a:ea typeface="宋体" panose="02010600030101010101" pitchFamily="2" charset="-122"/>
              </a:rPr>
              <a:t> </a:t>
            </a:r>
          </a:p>
        </p:txBody>
      </p:sp>
      <p:pic>
        <p:nvPicPr>
          <p:cNvPr id="2" name="图片 101" descr="11T2"/>
          <p:cNvPicPr>
            <a:picLocks noChangeAspect="1"/>
          </p:cNvPicPr>
          <p:nvPr/>
        </p:nvPicPr>
        <p:blipFill>
          <a:blip r:embed="rId2"/>
          <a:stretch>
            <a:fillRect/>
          </a:stretch>
        </p:blipFill>
        <p:spPr>
          <a:xfrm>
            <a:off x="5292090" y="1124585"/>
            <a:ext cx="3589655" cy="4046855"/>
          </a:xfrm>
          <a:prstGeom prst="rect">
            <a:avLst/>
          </a:prstGeom>
          <a:noFill/>
          <a:ln w="9525">
            <a:noFill/>
          </a:ln>
        </p:spPr>
      </p:pic>
      <mc:AlternateContent xmlns:mc="http://schemas.openxmlformats.org/markup-compatibility/2006" xmlns:p14="http://schemas.microsoft.com/office/powerpoint/2010/main">
        <mc:Choice Requires="p14">
          <p:contentPart p14:bwMode="auto" r:id="rId3">
            <p14:nvContentPartPr>
              <p14:cNvPr id="9" name="墨迹 8">
                <a:extLst>
                  <a:ext uri="{FF2B5EF4-FFF2-40B4-BE49-F238E27FC236}">
                    <a16:creationId xmlns:a16="http://schemas.microsoft.com/office/drawing/2014/main" id="{8BB30758-A0ED-345F-19C4-2A0DF75B42A2}"/>
                  </a:ext>
                </a:extLst>
              </p14:cNvPr>
              <p14:cNvContentPartPr/>
              <p14:nvPr/>
            </p14:nvContentPartPr>
            <p14:xfrm>
              <a:off x="8825267" y="1822396"/>
              <a:ext cx="6120" cy="30240"/>
            </p14:xfrm>
          </p:contentPart>
        </mc:Choice>
        <mc:Fallback xmlns="">
          <p:pic>
            <p:nvPicPr>
              <p:cNvPr id="9" name="墨迹 8">
                <a:extLst>
                  <a:ext uri="{FF2B5EF4-FFF2-40B4-BE49-F238E27FC236}">
                    <a16:creationId xmlns:a16="http://schemas.microsoft.com/office/drawing/2014/main" id="{8BB30758-A0ED-345F-19C4-2A0DF75B42A2}"/>
                  </a:ext>
                </a:extLst>
              </p:cNvPr>
              <p:cNvPicPr/>
              <p:nvPr/>
            </p:nvPicPr>
            <p:blipFill>
              <a:blip r:embed="rId12"/>
              <a:stretch>
                <a:fillRect/>
              </a:stretch>
            </p:blipFill>
            <p:spPr>
              <a:xfrm>
                <a:off x="8807627" y="1804396"/>
                <a:ext cx="4176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墨迹 9">
                <a:extLst>
                  <a:ext uri="{FF2B5EF4-FFF2-40B4-BE49-F238E27FC236}">
                    <a16:creationId xmlns:a16="http://schemas.microsoft.com/office/drawing/2014/main" id="{DFF67F16-0E09-BF6B-22A2-CC27528EBD5F}"/>
                  </a:ext>
                </a:extLst>
              </p14:cNvPr>
              <p14:cNvContentPartPr/>
              <p14:nvPr/>
            </p14:nvContentPartPr>
            <p14:xfrm>
              <a:off x="8731307" y="1751836"/>
              <a:ext cx="268920" cy="304200"/>
            </p14:xfrm>
          </p:contentPart>
        </mc:Choice>
        <mc:Fallback xmlns="">
          <p:pic>
            <p:nvPicPr>
              <p:cNvPr id="10" name="墨迹 9">
                <a:extLst>
                  <a:ext uri="{FF2B5EF4-FFF2-40B4-BE49-F238E27FC236}">
                    <a16:creationId xmlns:a16="http://schemas.microsoft.com/office/drawing/2014/main" id="{DFF67F16-0E09-BF6B-22A2-CC27528EBD5F}"/>
                  </a:ext>
                </a:extLst>
              </p:cNvPr>
              <p:cNvPicPr/>
              <p:nvPr/>
            </p:nvPicPr>
            <p:blipFill>
              <a:blip r:embed="rId14"/>
              <a:stretch>
                <a:fillRect/>
              </a:stretch>
            </p:blipFill>
            <p:spPr>
              <a:xfrm>
                <a:off x="8713307" y="1734196"/>
                <a:ext cx="30456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7" name="墨迹 26">
                <a:extLst>
                  <a:ext uri="{FF2B5EF4-FFF2-40B4-BE49-F238E27FC236}">
                    <a16:creationId xmlns:a16="http://schemas.microsoft.com/office/drawing/2014/main" id="{BBCDDB40-B38E-AE72-302A-BCD838E7616B}"/>
                  </a:ext>
                </a:extLst>
              </p14:cNvPr>
              <p14:cNvContentPartPr/>
              <p14:nvPr/>
            </p14:nvContentPartPr>
            <p14:xfrm>
              <a:off x="3001547" y="5546596"/>
              <a:ext cx="2880" cy="360"/>
            </p14:xfrm>
          </p:contentPart>
        </mc:Choice>
        <mc:Fallback xmlns="">
          <p:pic>
            <p:nvPicPr>
              <p:cNvPr id="27" name="墨迹 26">
                <a:extLst>
                  <a:ext uri="{FF2B5EF4-FFF2-40B4-BE49-F238E27FC236}">
                    <a16:creationId xmlns:a16="http://schemas.microsoft.com/office/drawing/2014/main" id="{BBCDDB40-B38E-AE72-302A-BCD838E7616B}"/>
                  </a:ext>
                </a:extLst>
              </p:cNvPr>
              <p:cNvPicPr/>
              <p:nvPr/>
            </p:nvPicPr>
            <p:blipFill>
              <a:blip r:embed="rId16"/>
              <a:stretch>
                <a:fillRect/>
              </a:stretch>
            </p:blipFill>
            <p:spPr>
              <a:xfrm>
                <a:off x="2980976" y="5528596"/>
                <a:ext cx="43611"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8" name="墨迹 7">
                <a:extLst>
                  <a:ext uri="{FF2B5EF4-FFF2-40B4-BE49-F238E27FC236}">
                    <a16:creationId xmlns:a16="http://schemas.microsoft.com/office/drawing/2014/main" id="{38254226-5208-7C33-31CD-80AA76BF46A8}"/>
                  </a:ext>
                </a:extLst>
              </p14:cNvPr>
              <p14:cNvContentPartPr/>
              <p14:nvPr/>
            </p14:nvContentPartPr>
            <p14:xfrm>
              <a:off x="7478006" y="4442518"/>
              <a:ext cx="132840" cy="59040"/>
            </p14:xfrm>
          </p:contentPart>
        </mc:Choice>
        <mc:Fallback xmlns="">
          <p:pic>
            <p:nvPicPr>
              <p:cNvPr id="8" name="墨迹 7">
                <a:extLst>
                  <a:ext uri="{FF2B5EF4-FFF2-40B4-BE49-F238E27FC236}">
                    <a16:creationId xmlns:a16="http://schemas.microsoft.com/office/drawing/2014/main" id="{38254226-5208-7C33-31CD-80AA76BF46A8}"/>
                  </a:ext>
                </a:extLst>
              </p:cNvPr>
              <p:cNvPicPr/>
              <p:nvPr/>
            </p:nvPicPr>
            <p:blipFill>
              <a:blip r:embed="rId18"/>
              <a:stretch>
                <a:fillRect/>
              </a:stretch>
            </p:blipFill>
            <p:spPr>
              <a:xfrm>
                <a:off x="7460366" y="4424878"/>
                <a:ext cx="16848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48" name="墨迹 47">
                <a:extLst>
                  <a:ext uri="{FF2B5EF4-FFF2-40B4-BE49-F238E27FC236}">
                    <a16:creationId xmlns:a16="http://schemas.microsoft.com/office/drawing/2014/main" id="{23D4FA78-865E-C284-6FCA-16AAE4885118}"/>
                  </a:ext>
                </a:extLst>
              </p14:cNvPr>
              <p14:cNvContentPartPr/>
              <p14:nvPr/>
            </p14:nvContentPartPr>
            <p14:xfrm>
              <a:off x="7414646" y="4798918"/>
              <a:ext cx="173160" cy="88920"/>
            </p14:xfrm>
          </p:contentPart>
        </mc:Choice>
        <mc:Fallback xmlns="">
          <p:pic>
            <p:nvPicPr>
              <p:cNvPr id="48" name="墨迹 47">
                <a:extLst>
                  <a:ext uri="{FF2B5EF4-FFF2-40B4-BE49-F238E27FC236}">
                    <a16:creationId xmlns:a16="http://schemas.microsoft.com/office/drawing/2014/main" id="{23D4FA78-865E-C284-6FCA-16AAE4885118}"/>
                  </a:ext>
                </a:extLst>
              </p:cNvPr>
              <p:cNvPicPr/>
              <p:nvPr/>
            </p:nvPicPr>
            <p:blipFill>
              <a:blip r:embed="rId20"/>
              <a:stretch>
                <a:fillRect/>
              </a:stretch>
            </p:blipFill>
            <p:spPr>
              <a:xfrm>
                <a:off x="7397006" y="4781278"/>
                <a:ext cx="20880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9" name="墨迹 48">
                <a:extLst>
                  <a:ext uri="{FF2B5EF4-FFF2-40B4-BE49-F238E27FC236}">
                    <a16:creationId xmlns:a16="http://schemas.microsoft.com/office/drawing/2014/main" id="{29E53D41-4C23-322C-0D5A-F0FC2DD0863B}"/>
                  </a:ext>
                </a:extLst>
              </p14:cNvPr>
              <p14:cNvContentPartPr/>
              <p14:nvPr/>
            </p14:nvContentPartPr>
            <p14:xfrm>
              <a:off x="7641086" y="2924038"/>
              <a:ext cx="201960" cy="95040"/>
            </p14:xfrm>
          </p:contentPart>
        </mc:Choice>
        <mc:Fallback xmlns="">
          <p:pic>
            <p:nvPicPr>
              <p:cNvPr id="49" name="墨迹 48">
                <a:extLst>
                  <a:ext uri="{FF2B5EF4-FFF2-40B4-BE49-F238E27FC236}">
                    <a16:creationId xmlns:a16="http://schemas.microsoft.com/office/drawing/2014/main" id="{29E53D41-4C23-322C-0D5A-F0FC2DD0863B}"/>
                  </a:ext>
                </a:extLst>
              </p:cNvPr>
              <p:cNvPicPr/>
              <p:nvPr/>
            </p:nvPicPr>
            <p:blipFill>
              <a:blip r:embed="rId22"/>
              <a:stretch>
                <a:fillRect/>
              </a:stretch>
            </p:blipFill>
            <p:spPr>
              <a:xfrm>
                <a:off x="7623086" y="2906038"/>
                <a:ext cx="237600" cy="130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0" name="墨迹 49">
                <a:extLst>
                  <a:ext uri="{FF2B5EF4-FFF2-40B4-BE49-F238E27FC236}">
                    <a16:creationId xmlns:a16="http://schemas.microsoft.com/office/drawing/2014/main" id="{558ECFE7-4002-B83E-AB20-A66C1C1AE8BB}"/>
                  </a:ext>
                </a:extLst>
              </p14:cNvPr>
              <p14:cNvContentPartPr/>
              <p14:nvPr/>
            </p14:nvContentPartPr>
            <p14:xfrm>
              <a:off x="7740446" y="3295198"/>
              <a:ext cx="122760" cy="67680"/>
            </p14:xfrm>
          </p:contentPart>
        </mc:Choice>
        <mc:Fallback xmlns="">
          <p:pic>
            <p:nvPicPr>
              <p:cNvPr id="50" name="墨迹 49">
                <a:extLst>
                  <a:ext uri="{FF2B5EF4-FFF2-40B4-BE49-F238E27FC236}">
                    <a16:creationId xmlns:a16="http://schemas.microsoft.com/office/drawing/2014/main" id="{558ECFE7-4002-B83E-AB20-A66C1C1AE8BB}"/>
                  </a:ext>
                </a:extLst>
              </p:cNvPr>
              <p:cNvPicPr/>
              <p:nvPr/>
            </p:nvPicPr>
            <p:blipFill>
              <a:blip r:embed="rId24"/>
              <a:stretch>
                <a:fillRect/>
              </a:stretch>
            </p:blipFill>
            <p:spPr>
              <a:xfrm>
                <a:off x="7722806" y="3277558"/>
                <a:ext cx="15840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51" name="墨迹 50">
                <a:extLst>
                  <a:ext uri="{FF2B5EF4-FFF2-40B4-BE49-F238E27FC236}">
                    <a16:creationId xmlns:a16="http://schemas.microsoft.com/office/drawing/2014/main" id="{4D113919-B87D-C6EE-265B-073CF7D7F282}"/>
                  </a:ext>
                </a:extLst>
              </p14:cNvPr>
              <p14:cNvContentPartPr/>
              <p14:nvPr/>
            </p14:nvContentPartPr>
            <p14:xfrm>
              <a:off x="7767806" y="3648358"/>
              <a:ext cx="185760" cy="107640"/>
            </p14:xfrm>
          </p:contentPart>
        </mc:Choice>
        <mc:Fallback xmlns="">
          <p:pic>
            <p:nvPicPr>
              <p:cNvPr id="51" name="墨迹 50">
                <a:extLst>
                  <a:ext uri="{FF2B5EF4-FFF2-40B4-BE49-F238E27FC236}">
                    <a16:creationId xmlns:a16="http://schemas.microsoft.com/office/drawing/2014/main" id="{4D113919-B87D-C6EE-265B-073CF7D7F282}"/>
                  </a:ext>
                </a:extLst>
              </p:cNvPr>
              <p:cNvPicPr/>
              <p:nvPr/>
            </p:nvPicPr>
            <p:blipFill>
              <a:blip r:embed="rId26"/>
              <a:stretch>
                <a:fillRect/>
              </a:stretch>
            </p:blipFill>
            <p:spPr>
              <a:xfrm>
                <a:off x="7750166" y="3630358"/>
                <a:ext cx="22140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2" name="墨迹 51">
                <a:extLst>
                  <a:ext uri="{FF2B5EF4-FFF2-40B4-BE49-F238E27FC236}">
                    <a16:creationId xmlns:a16="http://schemas.microsoft.com/office/drawing/2014/main" id="{F4444C1E-C4C1-EFC9-2988-6B4101535BDC}"/>
                  </a:ext>
                </a:extLst>
              </p14:cNvPr>
              <p14:cNvContentPartPr/>
              <p14:nvPr/>
            </p14:nvContentPartPr>
            <p14:xfrm>
              <a:off x="7749806" y="3983518"/>
              <a:ext cx="153000" cy="113760"/>
            </p14:xfrm>
          </p:contentPart>
        </mc:Choice>
        <mc:Fallback xmlns="">
          <p:pic>
            <p:nvPicPr>
              <p:cNvPr id="52" name="墨迹 51">
                <a:extLst>
                  <a:ext uri="{FF2B5EF4-FFF2-40B4-BE49-F238E27FC236}">
                    <a16:creationId xmlns:a16="http://schemas.microsoft.com/office/drawing/2014/main" id="{F4444C1E-C4C1-EFC9-2988-6B4101535BDC}"/>
                  </a:ext>
                </a:extLst>
              </p:cNvPr>
              <p:cNvPicPr/>
              <p:nvPr/>
            </p:nvPicPr>
            <p:blipFill>
              <a:blip r:embed="rId28"/>
              <a:stretch>
                <a:fillRect/>
              </a:stretch>
            </p:blipFill>
            <p:spPr>
              <a:xfrm>
                <a:off x="7731806" y="3965518"/>
                <a:ext cx="188640" cy="1494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53" name="墨迹 52">
                <a:extLst>
                  <a:ext uri="{FF2B5EF4-FFF2-40B4-BE49-F238E27FC236}">
                    <a16:creationId xmlns:a16="http://schemas.microsoft.com/office/drawing/2014/main" id="{17156AC0-3C7C-1910-6FEF-296E9A21898F}"/>
                  </a:ext>
                </a:extLst>
              </p14:cNvPr>
              <p14:cNvContentPartPr/>
              <p14:nvPr/>
            </p14:nvContentPartPr>
            <p14:xfrm>
              <a:off x="6355166" y="2598238"/>
              <a:ext cx="354960" cy="131040"/>
            </p14:xfrm>
          </p:contentPart>
        </mc:Choice>
        <mc:Fallback xmlns="">
          <p:pic>
            <p:nvPicPr>
              <p:cNvPr id="53" name="墨迹 52">
                <a:extLst>
                  <a:ext uri="{FF2B5EF4-FFF2-40B4-BE49-F238E27FC236}">
                    <a16:creationId xmlns:a16="http://schemas.microsoft.com/office/drawing/2014/main" id="{17156AC0-3C7C-1910-6FEF-296E9A21898F}"/>
                  </a:ext>
                </a:extLst>
              </p:cNvPr>
              <p:cNvPicPr/>
              <p:nvPr/>
            </p:nvPicPr>
            <p:blipFill>
              <a:blip r:embed="rId30"/>
              <a:stretch>
                <a:fillRect/>
              </a:stretch>
            </p:blipFill>
            <p:spPr>
              <a:xfrm>
                <a:off x="6337526" y="2580238"/>
                <a:ext cx="39060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54" name="墨迹 53">
                <a:extLst>
                  <a:ext uri="{FF2B5EF4-FFF2-40B4-BE49-F238E27FC236}">
                    <a16:creationId xmlns:a16="http://schemas.microsoft.com/office/drawing/2014/main" id="{1380378C-72CD-7BA7-7719-3287C3A0C7D7}"/>
                  </a:ext>
                </a:extLst>
              </p14:cNvPr>
              <p14:cNvContentPartPr/>
              <p14:nvPr/>
            </p14:nvContentPartPr>
            <p14:xfrm>
              <a:off x="6391526" y="3005758"/>
              <a:ext cx="79920" cy="55440"/>
            </p14:xfrm>
          </p:contentPart>
        </mc:Choice>
        <mc:Fallback xmlns="">
          <p:pic>
            <p:nvPicPr>
              <p:cNvPr id="54" name="墨迹 53">
                <a:extLst>
                  <a:ext uri="{FF2B5EF4-FFF2-40B4-BE49-F238E27FC236}">
                    <a16:creationId xmlns:a16="http://schemas.microsoft.com/office/drawing/2014/main" id="{1380378C-72CD-7BA7-7719-3287C3A0C7D7}"/>
                  </a:ext>
                </a:extLst>
              </p:cNvPr>
              <p:cNvPicPr/>
              <p:nvPr/>
            </p:nvPicPr>
            <p:blipFill>
              <a:blip r:embed="rId32"/>
              <a:stretch>
                <a:fillRect/>
              </a:stretch>
            </p:blipFill>
            <p:spPr>
              <a:xfrm>
                <a:off x="6373886" y="2987758"/>
                <a:ext cx="11556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55" name="墨迹 54">
                <a:extLst>
                  <a:ext uri="{FF2B5EF4-FFF2-40B4-BE49-F238E27FC236}">
                    <a16:creationId xmlns:a16="http://schemas.microsoft.com/office/drawing/2014/main" id="{B0403CDD-C86F-8F35-5B34-7928C3C8EE88}"/>
                  </a:ext>
                </a:extLst>
              </p14:cNvPr>
              <p14:cNvContentPartPr/>
              <p14:nvPr/>
            </p14:nvContentPartPr>
            <p14:xfrm>
              <a:off x="6373526" y="3349558"/>
              <a:ext cx="164520" cy="80280"/>
            </p14:xfrm>
          </p:contentPart>
        </mc:Choice>
        <mc:Fallback xmlns="">
          <p:pic>
            <p:nvPicPr>
              <p:cNvPr id="55" name="墨迹 54">
                <a:extLst>
                  <a:ext uri="{FF2B5EF4-FFF2-40B4-BE49-F238E27FC236}">
                    <a16:creationId xmlns:a16="http://schemas.microsoft.com/office/drawing/2014/main" id="{B0403CDD-C86F-8F35-5B34-7928C3C8EE88}"/>
                  </a:ext>
                </a:extLst>
              </p:cNvPr>
              <p:cNvPicPr/>
              <p:nvPr/>
            </p:nvPicPr>
            <p:blipFill>
              <a:blip r:embed="rId34"/>
              <a:stretch>
                <a:fillRect/>
              </a:stretch>
            </p:blipFill>
            <p:spPr>
              <a:xfrm>
                <a:off x="6355526" y="3331918"/>
                <a:ext cx="200160" cy="115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56" name="墨迹 55">
                <a:extLst>
                  <a:ext uri="{FF2B5EF4-FFF2-40B4-BE49-F238E27FC236}">
                    <a16:creationId xmlns:a16="http://schemas.microsoft.com/office/drawing/2014/main" id="{347268F1-4608-ADCD-26F4-3517D93F3A11}"/>
                  </a:ext>
                </a:extLst>
              </p14:cNvPr>
              <p14:cNvContentPartPr/>
              <p14:nvPr/>
            </p14:nvContentPartPr>
            <p14:xfrm>
              <a:off x="6292166" y="3720718"/>
              <a:ext cx="208080" cy="121320"/>
            </p14:xfrm>
          </p:contentPart>
        </mc:Choice>
        <mc:Fallback xmlns="">
          <p:pic>
            <p:nvPicPr>
              <p:cNvPr id="56" name="墨迹 55">
                <a:extLst>
                  <a:ext uri="{FF2B5EF4-FFF2-40B4-BE49-F238E27FC236}">
                    <a16:creationId xmlns:a16="http://schemas.microsoft.com/office/drawing/2014/main" id="{347268F1-4608-ADCD-26F4-3517D93F3A11}"/>
                  </a:ext>
                </a:extLst>
              </p:cNvPr>
              <p:cNvPicPr/>
              <p:nvPr/>
            </p:nvPicPr>
            <p:blipFill>
              <a:blip r:embed="rId36"/>
              <a:stretch>
                <a:fillRect/>
              </a:stretch>
            </p:blipFill>
            <p:spPr>
              <a:xfrm>
                <a:off x="6274166" y="3703078"/>
                <a:ext cx="2437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57" name="墨迹 56">
                <a:extLst>
                  <a:ext uri="{FF2B5EF4-FFF2-40B4-BE49-F238E27FC236}">
                    <a16:creationId xmlns:a16="http://schemas.microsoft.com/office/drawing/2014/main" id="{F0D3F84A-F63A-5AA2-978A-770E7C98B627}"/>
                  </a:ext>
                </a:extLst>
              </p14:cNvPr>
              <p14:cNvContentPartPr/>
              <p14:nvPr/>
            </p14:nvContentPartPr>
            <p14:xfrm>
              <a:off x="7695446" y="4409038"/>
              <a:ext cx="151200" cy="74880"/>
            </p14:xfrm>
          </p:contentPart>
        </mc:Choice>
        <mc:Fallback xmlns="">
          <p:pic>
            <p:nvPicPr>
              <p:cNvPr id="57" name="墨迹 56">
                <a:extLst>
                  <a:ext uri="{FF2B5EF4-FFF2-40B4-BE49-F238E27FC236}">
                    <a16:creationId xmlns:a16="http://schemas.microsoft.com/office/drawing/2014/main" id="{F0D3F84A-F63A-5AA2-978A-770E7C98B627}"/>
                  </a:ext>
                </a:extLst>
              </p:cNvPr>
              <p:cNvPicPr/>
              <p:nvPr/>
            </p:nvPicPr>
            <p:blipFill>
              <a:blip r:embed="rId38"/>
              <a:stretch>
                <a:fillRect/>
              </a:stretch>
            </p:blipFill>
            <p:spPr>
              <a:xfrm>
                <a:off x="7677446" y="4391038"/>
                <a:ext cx="186840" cy="11052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58" name="墨迹 57">
                <a:extLst>
                  <a:ext uri="{FF2B5EF4-FFF2-40B4-BE49-F238E27FC236}">
                    <a16:creationId xmlns:a16="http://schemas.microsoft.com/office/drawing/2014/main" id="{EE85C7A7-EE3A-0FFC-7CC6-E3382597D2AC}"/>
                  </a:ext>
                </a:extLst>
              </p14:cNvPr>
              <p14:cNvContentPartPr/>
              <p14:nvPr/>
            </p14:nvContentPartPr>
            <p14:xfrm>
              <a:off x="7686086" y="4771198"/>
              <a:ext cx="189360" cy="82080"/>
            </p14:xfrm>
          </p:contentPart>
        </mc:Choice>
        <mc:Fallback xmlns="">
          <p:pic>
            <p:nvPicPr>
              <p:cNvPr id="58" name="墨迹 57">
                <a:extLst>
                  <a:ext uri="{FF2B5EF4-FFF2-40B4-BE49-F238E27FC236}">
                    <a16:creationId xmlns:a16="http://schemas.microsoft.com/office/drawing/2014/main" id="{EE85C7A7-EE3A-0FFC-7CC6-E3382597D2AC}"/>
                  </a:ext>
                </a:extLst>
              </p:cNvPr>
              <p:cNvPicPr/>
              <p:nvPr/>
            </p:nvPicPr>
            <p:blipFill>
              <a:blip r:embed="rId40"/>
              <a:stretch>
                <a:fillRect/>
              </a:stretch>
            </p:blipFill>
            <p:spPr>
              <a:xfrm>
                <a:off x="7668086" y="4753198"/>
                <a:ext cx="22500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59" name="墨迹 58">
                <a:extLst>
                  <a:ext uri="{FF2B5EF4-FFF2-40B4-BE49-F238E27FC236}">
                    <a16:creationId xmlns:a16="http://schemas.microsoft.com/office/drawing/2014/main" id="{F0BABDDF-2E48-CF97-7980-867EA1F64082}"/>
                  </a:ext>
                </a:extLst>
              </p14:cNvPr>
              <p14:cNvContentPartPr/>
              <p14:nvPr/>
            </p14:nvContentPartPr>
            <p14:xfrm>
              <a:off x="7613726" y="1349038"/>
              <a:ext cx="215640" cy="191880"/>
            </p14:xfrm>
          </p:contentPart>
        </mc:Choice>
        <mc:Fallback xmlns="">
          <p:pic>
            <p:nvPicPr>
              <p:cNvPr id="59" name="墨迹 58">
                <a:extLst>
                  <a:ext uri="{FF2B5EF4-FFF2-40B4-BE49-F238E27FC236}">
                    <a16:creationId xmlns:a16="http://schemas.microsoft.com/office/drawing/2014/main" id="{F0BABDDF-2E48-CF97-7980-867EA1F64082}"/>
                  </a:ext>
                </a:extLst>
              </p:cNvPr>
              <p:cNvPicPr/>
              <p:nvPr/>
            </p:nvPicPr>
            <p:blipFill>
              <a:blip r:embed="rId42"/>
              <a:stretch>
                <a:fillRect/>
              </a:stretch>
            </p:blipFill>
            <p:spPr>
              <a:xfrm>
                <a:off x="7596086" y="1331038"/>
                <a:ext cx="2512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60" name="墨迹 59">
                <a:extLst>
                  <a:ext uri="{FF2B5EF4-FFF2-40B4-BE49-F238E27FC236}">
                    <a16:creationId xmlns:a16="http://schemas.microsoft.com/office/drawing/2014/main" id="{4040A713-C970-C9DD-8685-540B6DEEBE0D}"/>
                  </a:ext>
                </a:extLst>
              </p14:cNvPr>
              <p14:cNvContentPartPr/>
              <p14:nvPr/>
            </p14:nvContentPartPr>
            <p14:xfrm>
              <a:off x="6319166" y="4798198"/>
              <a:ext cx="262800" cy="144360"/>
            </p14:xfrm>
          </p:contentPart>
        </mc:Choice>
        <mc:Fallback xmlns="">
          <p:pic>
            <p:nvPicPr>
              <p:cNvPr id="60" name="墨迹 59">
                <a:extLst>
                  <a:ext uri="{FF2B5EF4-FFF2-40B4-BE49-F238E27FC236}">
                    <a16:creationId xmlns:a16="http://schemas.microsoft.com/office/drawing/2014/main" id="{4040A713-C970-C9DD-8685-540B6DEEBE0D}"/>
                  </a:ext>
                </a:extLst>
              </p:cNvPr>
              <p:cNvPicPr/>
              <p:nvPr/>
            </p:nvPicPr>
            <p:blipFill>
              <a:blip r:embed="rId44"/>
              <a:stretch>
                <a:fillRect/>
              </a:stretch>
            </p:blipFill>
            <p:spPr>
              <a:xfrm>
                <a:off x="6301166" y="4780198"/>
                <a:ext cx="29844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61" name="墨迹 60">
                <a:extLst>
                  <a:ext uri="{FF2B5EF4-FFF2-40B4-BE49-F238E27FC236}">
                    <a16:creationId xmlns:a16="http://schemas.microsoft.com/office/drawing/2014/main" id="{F7B47473-FF92-8CE2-6FA0-64790F52CD07}"/>
                  </a:ext>
                </a:extLst>
              </p14:cNvPr>
              <p14:cNvContentPartPr/>
              <p14:nvPr/>
            </p14:nvContentPartPr>
            <p14:xfrm>
              <a:off x="977486" y="1548118"/>
              <a:ext cx="1933920" cy="9720"/>
            </p14:xfrm>
          </p:contentPart>
        </mc:Choice>
        <mc:Fallback xmlns="">
          <p:pic>
            <p:nvPicPr>
              <p:cNvPr id="61" name="墨迹 60">
                <a:extLst>
                  <a:ext uri="{FF2B5EF4-FFF2-40B4-BE49-F238E27FC236}">
                    <a16:creationId xmlns:a16="http://schemas.microsoft.com/office/drawing/2014/main" id="{F7B47473-FF92-8CE2-6FA0-64790F52CD07}"/>
                  </a:ext>
                </a:extLst>
              </p:cNvPr>
              <p:cNvPicPr/>
              <p:nvPr/>
            </p:nvPicPr>
            <p:blipFill>
              <a:blip r:embed="rId46"/>
              <a:stretch>
                <a:fillRect/>
              </a:stretch>
            </p:blipFill>
            <p:spPr>
              <a:xfrm>
                <a:off x="959846" y="1530118"/>
                <a:ext cx="19695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62" name="墨迹 61">
                <a:extLst>
                  <a:ext uri="{FF2B5EF4-FFF2-40B4-BE49-F238E27FC236}">
                    <a16:creationId xmlns:a16="http://schemas.microsoft.com/office/drawing/2014/main" id="{959CA1CB-FCBD-ED14-D8E8-53C195416E6A}"/>
                  </a:ext>
                </a:extLst>
              </p14:cNvPr>
              <p14:cNvContentPartPr/>
              <p14:nvPr/>
            </p14:nvContentPartPr>
            <p14:xfrm>
              <a:off x="253166" y="2009638"/>
              <a:ext cx="807480" cy="88200"/>
            </p14:xfrm>
          </p:contentPart>
        </mc:Choice>
        <mc:Fallback xmlns="">
          <p:pic>
            <p:nvPicPr>
              <p:cNvPr id="62" name="墨迹 61">
                <a:extLst>
                  <a:ext uri="{FF2B5EF4-FFF2-40B4-BE49-F238E27FC236}">
                    <a16:creationId xmlns:a16="http://schemas.microsoft.com/office/drawing/2014/main" id="{959CA1CB-FCBD-ED14-D8E8-53C195416E6A}"/>
                  </a:ext>
                </a:extLst>
              </p:cNvPr>
              <p:cNvPicPr/>
              <p:nvPr/>
            </p:nvPicPr>
            <p:blipFill>
              <a:blip r:embed="rId48"/>
              <a:stretch>
                <a:fillRect/>
              </a:stretch>
            </p:blipFill>
            <p:spPr>
              <a:xfrm>
                <a:off x="235526" y="1991998"/>
                <a:ext cx="84312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63" name="墨迹 62">
                <a:extLst>
                  <a:ext uri="{FF2B5EF4-FFF2-40B4-BE49-F238E27FC236}">
                    <a16:creationId xmlns:a16="http://schemas.microsoft.com/office/drawing/2014/main" id="{D1AFEA5E-AF7D-8842-1DC6-B1881FBF8750}"/>
                  </a:ext>
                </a:extLst>
              </p14:cNvPr>
              <p14:cNvContentPartPr/>
              <p14:nvPr/>
            </p14:nvContentPartPr>
            <p14:xfrm>
              <a:off x="5495126" y="2063998"/>
              <a:ext cx="2453400" cy="9720"/>
            </p14:xfrm>
          </p:contentPart>
        </mc:Choice>
        <mc:Fallback xmlns="">
          <p:pic>
            <p:nvPicPr>
              <p:cNvPr id="63" name="墨迹 62">
                <a:extLst>
                  <a:ext uri="{FF2B5EF4-FFF2-40B4-BE49-F238E27FC236}">
                    <a16:creationId xmlns:a16="http://schemas.microsoft.com/office/drawing/2014/main" id="{D1AFEA5E-AF7D-8842-1DC6-B1881FBF8750}"/>
                  </a:ext>
                </a:extLst>
              </p:cNvPr>
              <p:cNvPicPr/>
              <p:nvPr/>
            </p:nvPicPr>
            <p:blipFill>
              <a:blip r:embed="rId50"/>
              <a:stretch>
                <a:fillRect/>
              </a:stretch>
            </p:blipFill>
            <p:spPr>
              <a:xfrm>
                <a:off x="5477126" y="2046358"/>
                <a:ext cx="24890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22528" name="墨迹 22527">
                <a:extLst>
                  <a:ext uri="{FF2B5EF4-FFF2-40B4-BE49-F238E27FC236}">
                    <a16:creationId xmlns:a16="http://schemas.microsoft.com/office/drawing/2014/main" id="{D10026D6-0B8D-3F6E-3D55-416F85F7F699}"/>
                  </a:ext>
                </a:extLst>
              </p14:cNvPr>
              <p14:cNvContentPartPr/>
              <p14:nvPr/>
            </p14:nvContentPartPr>
            <p14:xfrm>
              <a:off x="5739926" y="3847438"/>
              <a:ext cx="360" cy="360"/>
            </p14:xfrm>
          </p:contentPart>
        </mc:Choice>
        <mc:Fallback xmlns="">
          <p:pic>
            <p:nvPicPr>
              <p:cNvPr id="22528" name="墨迹 22527">
                <a:extLst>
                  <a:ext uri="{FF2B5EF4-FFF2-40B4-BE49-F238E27FC236}">
                    <a16:creationId xmlns:a16="http://schemas.microsoft.com/office/drawing/2014/main" id="{D10026D6-0B8D-3F6E-3D55-416F85F7F699}"/>
                  </a:ext>
                </a:extLst>
              </p:cNvPr>
              <p:cNvPicPr/>
              <p:nvPr/>
            </p:nvPicPr>
            <p:blipFill>
              <a:blip r:embed="rId52"/>
              <a:stretch>
                <a:fillRect/>
              </a:stretch>
            </p:blipFill>
            <p:spPr>
              <a:xfrm>
                <a:off x="5721926" y="3829798"/>
                <a:ext cx="36000" cy="36000"/>
              </a:xfrm>
              <a:prstGeom prst="rect">
                <a:avLst/>
              </a:prstGeom>
            </p:spPr>
          </p:pic>
        </mc:Fallback>
      </mc:AlternateContent>
      <p:grpSp>
        <p:nvGrpSpPr>
          <p:cNvPr id="22534" name="组合 22533">
            <a:extLst>
              <a:ext uri="{FF2B5EF4-FFF2-40B4-BE49-F238E27FC236}">
                <a16:creationId xmlns:a16="http://schemas.microsoft.com/office/drawing/2014/main" id="{B6192663-7538-CFFA-D5C5-D20A437DE961}"/>
              </a:ext>
            </a:extLst>
          </p:cNvPr>
          <p:cNvGrpSpPr/>
          <p:nvPr/>
        </p:nvGrpSpPr>
        <p:grpSpPr>
          <a:xfrm>
            <a:off x="135446" y="2405998"/>
            <a:ext cx="4192560" cy="646200"/>
            <a:chOff x="135446" y="2405998"/>
            <a:chExt cx="4192560" cy="646200"/>
          </a:xfrm>
        </p:grpSpPr>
        <mc:AlternateContent xmlns:mc="http://schemas.openxmlformats.org/markup-compatibility/2006" xmlns:p14="http://schemas.microsoft.com/office/powerpoint/2010/main">
          <mc:Choice Requires="p14">
            <p:contentPart p14:bwMode="auto" r:id="rId53">
              <p14:nvContentPartPr>
                <p14:cNvPr id="22530" name="墨迹 22529">
                  <a:extLst>
                    <a:ext uri="{FF2B5EF4-FFF2-40B4-BE49-F238E27FC236}">
                      <a16:creationId xmlns:a16="http://schemas.microsoft.com/office/drawing/2014/main" id="{BD5CFE21-5B2B-DDEF-83D4-A4DD5C00DF8E}"/>
                    </a:ext>
                  </a:extLst>
                </p14:cNvPr>
                <p14:cNvContentPartPr/>
                <p14:nvPr/>
              </p14:nvContentPartPr>
              <p14:xfrm>
                <a:off x="1285286" y="2571238"/>
                <a:ext cx="1321200" cy="46080"/>
              </p14:xfrm>
            </p:contentPart>
          </mc:Choice>
          <mc:Fallback xmlns="">
            <p:pic>
              <p:nvPicPr>
                <p:cNvPr id="22530" name="墨迹 22529">
                  <a:extLst>
                    <a:ext uri="{FF2B5EF4-FFF2-40B4-BE49-F238E27FC236}">
                      <a16:creationId xmlns:a16="http://schemas.microsoft.com/office/drawing/2014/main" id="{BD5CFE21-5B2B-DDEF-83D4-A4DD5C00DF8E}"/>
                    </a:ext>
                  </a:extLst>
                </p:cNvPr>
                <p:cNvPicPr/>
                <p:nvPr/>
              </p:nvPicPr>
              <p:blipFill>
                <a:blip r:embed="rId54"/>
                <a:stretch>
                  <a:fillRect/>
                </a:stretch>
              </p:blipFill>
              <p:spPr>
                <a:xfrm>
                  <a:off x="1267286" y="2553238"/>
                  <a:ext cx="135684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22532" name="墨迹 22531">
                  <a:extLst>
                    <a:ext uri="{FF2B5EF4-FFF2-40B4-BE49-F238E27FC236}">
                      <a16:creationId xmlns:a16="http://schemas.microsoft.com/office/drawing/2014/main" id="{0B2B07DA-D90D-DEBD-6F97-77F9DAD03C00}"/>
                    </a:ext>
                  </a:extLst>
                </p14:cNvPr>
                <p14:cNvContentPartPr/>
                <p14:nvPr/>
              </p14:nvContentPartPr>
              <p14:xfrm>
                <a:off x="3041726" y="2569078"/>
                <a:ext cx="1286280" cy="29880"/>
              </p14:xfrm>
            </p:contentPart>
          </mc:Choice>
          <mc:Fallback xmlns="">
            <p:pic>
              <p:nvPicPr>
                <p:cNvPr id="22532" name="墨迹 22531">
                  <a:extLst>
                    <a:ext uri="{FF2B5EF4-FFF2-40B4-BE49-F238E27FC236}">
                      <a16:creationId xmlns:a16="http://schemas.microsoft.com/office/drawing/2014/main" id="{0B2B07DA-D90D-DEBD-6F97-77F9DAD03C00}"/>
                    </a:ext>
                  </a:extLst>
                </p:cNvPr>
                <p:cNvPicPr/>
                <p:nvPr/>
              </p:nvPicPr>
              <p:blipFill>
                <a:blip r:embed="rId56"/>
                <a:stretch>
                  <a:fillRect/>
                </a:stretch>
              </p:blipFill>
              <p:spPr>
                <a:xfrm>
                  <a:off x="3023726" y="2551438"/>
                  <a:ext cx="132192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22533" name="墨迹 22532">
                  <a:extLst>
                    <a:ext uri="{FF2B5EF4-FFF2-40B4-BE49-F238E27FC236}">
                      <a16:creationId xmlns:a16="http://schemas.microsoft.com/office/drawing/2014/main" id="{313D8EBE-9CD7-09B9-A9FB-C11304568214}"/>
                    </a:ext>
                  </a:extLst>
                </p14:cNvPr>
                <p14:cNvContentPartPr/>
                <p14:nvPr/>
              </p14:nvContentPartPr>
              <p14:xfrm>
                <a:off x="135446" y="2405998"/>
                <a:ext cx="1873800" cy="646200"/>
              </p14:xfrm>
            </p:contentPart>
          </mc:Choice>
          <mc:Fallback xmlns="">
            <p:pic>
              <p:nvPicPr>
                <p:cNvPr id="22533" name="墨迹 22532">
                  <a:extLst>
                    <a:ext uri="{FF2B5EF4-FFF2-40B4-BE49-F238E27FC236}">
                      <a16:creationId xmlns:a16="http://schemas.microsoft.com/office/drawing/2014/main" id="{313D8EBE-9CD7-09B9-A9FB-C11304568214}"/>
                    </a:ext>
                  </a:extLst>
                </p:cNvPr>
                <p:cNvPicPr/>
                <p:nvPr/>
              </p:nvPicPr>
              <p:blipFill>
                <a:blip r:embed="rId58"/>
                <a:stretch>
                  <a:fillRect/>
                </a:stretch>
              </p:blipFill>
              <p:spPr>
                <a:xfrm>
                  <a:off x="117806" y="2387998"/>
                  <a:ext cx="1909440" cy="681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9">
            <p14:nvContentPartPr>
              <p14:cNvPr id="22535" name="墨迹 22534">
                <a:extLst>
                  <a:ext uri="{FF2B5EF4-FFF2-40B4-BE49-F238E27FC236}">
                    <a16:creationId xmlns:a16="http://schemas.microsoft.com/office/drawing/2014/main" id="{F0EC6760-3C24-1ED7-3EB0-9FA345B432FF}"/>
                  </a:ext>
                </a:extLst>
              </p14:cNvPr>
              <p14:cNvContentPartPr/>
              <p14:nvPr/>
            </p14:nvContentPartPr>
            <p14:xfrm>
              <a:off x="7414646" y="3077758"/>
              <a:ext cx="360" cy="360"/>
            </p14:xfrm>
          </p:contentPart>
        </mc:Choice>
        <mc:Fallback xmlns="">
          <p:pic>
            <p:nvPicPr>
              <p:cNvPr id="22535" name="墨迹 22534">
                <a:extLst>
                  <a:ext uri="{FF2B5EF4-FFF2-40B4-BE49-F238E27FC236}">
                    <a16:creationId xmlns:a16="http://schemas.microsoft.com/office/drawing/2014/main" id="{F0EC6760-3C24-1ED7-3EB0-9FA345B432FF}"/>
                  </a:ext>
                </a:extLst>
              </p:cNvPr>
              <p:cNvPicPr/>
              <p:nvPr/>
            </p:nvPicPr>
            <p:blipFill>
              <a:blip r:embed="rId52"/>
              <a:stretch>
                <a:fillRect/>
              </a:stretch>
            </p:blipFill>
            <p:spPr>
              <a:xfrm>
                <a:off x="7397006" y="3060118"/>
                <a:ext cx="36000" cy="36000"/>
              </a:xfrm>
              <a:prstGeom prst="rect">
                <a:avLst/>
              </a:prstGeom>
            </p:spPr>
          </p:pic>
        </mc:Fallback>
      </mc:AlternateContent>
    </p:spTree>
  </p:cSld>
  <p:clrMapOvr>
    <a:masterClrMapping/>
  </p:clrMapOvr>
  <p:transition spd="med">
    <p:zo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ext Box 2"/>
          <p:cNvSpPr txBox="1"/>
          <p:nvPr/>
        </p:nvSpPr>
        <p:spPr>
          <a:xfrm>
            <a:off x="5038725" y="5867400"/>
            <a:ext cx="3581400" cy="398780"/>
          </a:xfrm>
          <a:prstGeom prst="rect">
            <a:avLst/>
          </a:prstGeom>
          <a:noFill/>
          <a:ln w="9525">
            <a:noFill/>
          </a:ln>
        </p:spPr>
        <p:txBody>
          <a:bodyPr anchor="t" anchorCtr="0">
            <a:spAutoFit/>
          </a:bodyPr>
          <a:lstStyle/>
          <a:p>
            <a:pPr algn="ctr">
              <a:spcBef>
                <a:spcPct val="50000"/>
              </a:spcBef>
            </a:pPr>
            <a:r>
              <a:rPr lang="zh-CN" altLang="en-US" b="1" dirty="0">
                <a:latin typeface="Times New Roman" panose="02020603050405020304" pitchFamily="18" charset="0"/>
                <a:ea typeface="宋体" panose="02010600030101010101" pitchFamily="2" charset="-122"/>
              </a:rPr>
              <a:t>图</a:t>
            </a:r>
            <a:r>
              <a:rPr lang="en-US" altLang="zh-CN" b="1" dirty="0">
                <a:latin typeface="Times New Roman" panose="02020603050405020304" pitchFamily="18" charset="0"/>
                <a:ea typeface="宋体" panose="02010600030101010101" pitchFamily="2" charset="-122"/>
              </a:rPr>
              <a:t>10-2   DAC0832</a:t>
            </a:r>
            <a:r>
              <a:rPr lang="zh-CN" altLang="en-US" b="1" dirty="0">
                <a:latin typeface="Times New Roman" panose="02020603050405020304" pitchFamily="18" charset="0"/>
                <a:ea typeface="宋体" panose="02010600030101010101" pitchFamily="2" charset="-122"/>
              </a:rPr>
              <a:t>引脚图</a:t>
            </a:r>
          </a:p>
        </p:txBody>
      </p:sp>
      <p:sp>
        <p:nvSpPr>
          <p:cNvPr id="23555" name="Text Box 4"/>
          <p:cNvSpPr txBox="1"/>
          <p:nvPr/>
        </p:nvSpPr>
        <p:spPr>
          <a:xfrm>
            <a:off x="323850" y="1268413"/>
            <a:ext cx="4419600" cy="3813175"/>
          </a:xfrm>
          <a:prstGeom prst="rect">
            <a:avLst/>
          </a:prstGeom>
          <a:noFill/>
          <a:ln w="9525">
            <a:noFill/>
          </a:ln>
        </p:spPr>
        <p:txBody>
          <a:bodyPr anchor="t" anchorCtr="0">
            <a:spAutoFit/>
          </a:bodyPr>
          <a:lstStyle/>
          <a:p>
            <a:pPr algn="just">
              <a:lnSpc>
                <a:spcPct val="140000"/>
              </a:lnSpc>
              <a:spcBef>
                <a:spcPct val="50000"/>
              </a:spcBef>
            </a:pPr>
            <a:r>
              <a:rPr lang="en-US" altLang="zh-CN" b="1" dirty="0">
                <a:latin typeface="Times New Roman" panose="02020603050405020304" pitchFamily="18" charset="0"/>
                <a:ea typeface="宋体" panose="02010600030101010101" pitchFamily="2" charset="-122"/>
              </a:rPr>
              <a:t> /WR2</a:t>
            </a: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DAC</a:t>
            </a:r>
            <a:r>
              <a:rPr lang="zh-CN" altLang="en-US" b="1" dirty="0">
                <a:latin typeface="Times New Roman" panose="02020603050405020304" pitchFamily="18" charset="0"/>
                <a:ea typeface="宋体" panose="02010600030101010101" pitchFamily="2" charset="-122"/>
              </a:rPr>
              <a:t>寄存器写选通输入端，负脉冲有效。</a:t>
            </a:r>
          </a:p>
          <a:p>
            <a:pPr algn="just">
              <a:lnSpc>
                <a:spcPct val="140000"/>
              </a:lnSpc>
              <a:spcBef>
                <a:spcPct val="50000"/>
              </a:spcBef>
            </a:pPr>
            <a:r>
              <a:rPr lang="zh-CN" altLang="en-US" b="1" dirty="0">
                <a:latin typeface="Times New Roman" panose="02020603050405020304" pitchFamily="18" charset="0"/>
                <a:ea typeface="宋体" panose="02010600030101010101" pitchFamily="2" charset="-122"/>
              </a:rPr>
              <a:t>当</a:t>
            </a:r>
            <a:r>
              <a:rPr lang="en-US" altLang="zh-CN" b="1" dirty="0">
                <a:latin typeface="Times New Roman" panose="02020603050405020304" pitchFamily="18" charset="0"/>
                <a:ea typeface="宋体" panose="02010600030101010101" pitchFamily="2" charset="-122"/>
              </a:rPr>
              <a:t>/XREF</a:t>
            </a:r>
            <a:r>
              <a:rPr lang="zh-CN" altLang="en-US" b="1" dirty="0">
                <a:latin typeface="Times New Roman" panose="02020603050405020304" pitchFamily="18" charset="0"/>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0</a:t>
            </a:r>
            <a:r>
              <a:rPr lang="zh-CN" altLang="en-US" b="1" dirty="0">
                <a:latin typeface="Times New Roman" panose="02020603050405020304" pitchFamily="18" charset="0"/>
                <a:ea typeface="宋体" panose="02010600030101010101" pitchFamily="2" charset="-122"/>
              </a:rPr>
              <a:t>且</a:t>
            </a:r>
            <a:r>
              <a:rPr lang="en-US" altLang="zh-CN" b="1" dirty="0">
                <a:latin typeface="Times New Roman" panose="02020603050405020304" pitchFamily="18" charset="0"/>
                <a:ea typeface="宋体" panose="02010600030101010101" pitchFamily="2" charset="-122"/>
              </a:rPr>
              <a:t>/WR2</a:t>
            </a:r>
            <a:r>
              <a:rPr lang="zh-CN" altLang="en-US" b="1" dirty="0">
                <a:latin typeface="Times New Roman" panose="02020603050405020304" pitchFamily="18" charset="0"/>
                <a:ea typeface="宋体" panose="02010600030101010101" pitchFamily="2" charset="-122"/>
              </a:rPr>
              <a:t>有效时，输入寄存器的数据被传送到</a:t>
            </a:r>
            <a:r>
              <a:rPr lang="en-US" altLang="zh-CN" b="1" dirty="0">
                <a:latin typeface="Times New Roman" panose="02020603050405020304" pitchFamily="18" charset="0"/>
                <a:ea typeface="宋体" panose="02010600030101010101" pitchFamily="2" charset="-122"/>
              </a:rPr>
              <a:t>DAC</a:t>
            </a:r>
            <a:r>
              <a:rPr lang="zh-CN" altLang="en-US" b="1" dirty="0">
                <a:latin typeface="Times New Roman" panose="02020603050405020304" pitchFamily="18" charset="0"/>
                <a:ea typeface="宋体" panose="02010600030101010101" pitchFamily="2" charset="-122"/>
              </a:rPr>
              <a:t>寄存器中进行转换。</a:t>
            </a:r>
          </a:p>
          <a:p>
            <a:pPr>
              <a:lnSpc>
                <a:spcPct val="140000"/>
              </a:lnSpc>
              <a:spcBef>
                <a:spcPct val="50000"/>
              </a:spcBef>
            </a:pPr>
            <a:r>
              <a:rPr lang="en-US" altLang="zh-CN"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rPr>
              <a:t>XFER</a:t>
            </a:r>
            <a:r>
              <a:rPr lang="zh-CN" altLang="en-US" b="1" dirty="0">
                <a:latin typeface="宋体" panose="02010600030101010101" pitchFamily="2" charset="-122"/>
                <a:ea typeface="宋体" panose="02010600030101010101" pitchFamily="2" charset="-122"/>
              </a:rPr>
              <a:t>：数据传送控制信号，低电平有效。与</a:t>
            </a:r>
            <a:r>
              <a:rPr lang="en-US" altLang="zh-CN" b="1" dirty="0">
                <a:latin typeface="宋体" panose="02010600030101010101" pitchFamily="2" charset="-122"/>
                <a:ea typeface="宋体" panose="02010600030101010101" pitchFamily="2" charset="-122"/>
              </a:rPr>
              <a:t>/WR2</a:t>
            </a:r>
            <a:r>
              <a:rPr lang="zh-CN" altLang="en-US" b="1" dirty="0">
                <a:latin typeface="宋体" panose="02010600030101010101" pitchFamily="2" charset="-122"/>
                <a:ea typeface="宋体" panose="02010600030101010101" pitchFamily="2" charset="-122"/>
              </a:rPr>
              <a:t>配合使用，构成第二级锁存。</a:t>
            </a:r>
            <a:r>
              <a:rPr lang="zh-CN" altLang="en-US" b="1" dirty="0">
                <a:latin typeface="Times New Roman" panose="02020603050405020304" pitchFamily="18" charset="0"/>
                <a:ea typeface="宋体" panose="02010600030101010101" pitchFamily="2" charset="-122"/>
              </a:rPr>
              <a:t> </a:t>
            </a:r>
          </a:p>
        </p:txBody>
      </p:sp>
      <p:pic>
        <p:nvPicPr>
          <p:cNvPr id="2" name="图片 101" descr="11T2"/>
          <p:cNvPicPr>
            <a:picLocks noChangeAspect="1"/>
          </p:cNvPicPr>
          <p:nvPr/>
        </p:nvPicPr>
        <p:blipFill>
          <a:blip r:embed="rId2"/>
          <a:stretch>
            <a:fillRect/>
          </a:stretch>
        </p:blipFill>
        <p:spPr>
          <a:xfrm>
            <a:off x="5364480" y="1484630"/>
            <a:ext cx="3485515" cy="3930015"/>
          </a:xfrm>
          <a:prstGeom prst="rect">
            <a:avLst/>
          </a:prstGeom>
          <a:noFill/>
          <a:ln w="9525">
            <a:noFill/>
          </a:ln>
        </p:spPr>
      </p:pic>
      <mc:AlternateContent xmlns:mc="http://schemas.openxmlformats.org/markup-compatibility/2006" xmlns:p14="http://schemas.microsoft.com/office/powerpoint/2010/main">
        <mc:Choice Requires="p14">
          <p:contentPart p14:bwMode="auto" r:id="rId3">
            <p14:nvContentPartPr>
              <p14:cNvPr id="3" name="墨迹 2">
                <a:extLst>
                  <a:ext uri="{FF2B5EF4-FFF2-40B4-BE49-F238E27FC236}">
                    <a16:creationId xmlns:a16="http://schemas.microsoft.com/office/drawing/2014/main" id="{CB9EF203-930E-91D7-A32F-97A1032E0C4C}"/>
                  </a:ext>
                </a:extLst>
              </p14:cNvPr>
              <p14:cNvContentPartPr/>
              <p14:nvPr/>
            </p14:nvContentPartPr>
            <p14:xfrm>
              <a:off x="1564067" y="1724836"/>
              <a:ext cx="2670480" cy="50400"/>
            </p14:xfrm>
          </p:contentPart>
        </mc:Choice>
        <mc:Fallback xmlns="">
          <p:pic>
            <p:nvPicPr>
              <p:cNvPr id="3" name="墨迹 2">
                <a:extLst>
                  <a:ext uri="{FF2B5EF4-FFF2-40B4-BE49-F238E27FC236}">
                    <a16:creationId xmlns:a16="http://schemas.microsoft.com/office/drawing/2014/main" id="{CB9EF203-930E-91D7-A32F-97A1032E0C4C}"/>
                  </a:ext>
                </a:extLst>
              </p:cNvPr>
              <p:cNvPicPr/>
              <p:nvPr/>
            </p:nvPicPr>
            <p:blipFill>
              <a:blip r:embed="rId4"/>
              <a:stretch>
                <a:fillRect/>
              </a:stretch>
            </p:blipFill>
            <p:spPr>
              <a:xfrm>
                <a:off x="1546427" y="1707196"/>
                <a:ext cx="2706120" cy="860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A884C293-2684-4D98-6F91-F3A9A0EE454C}"/>
                  </a:ext>
                </a:extLst>
              </p14:cNvPr>
              <p14:cNvContentPartPr/>
              <p14:nvPr/>
            </p14:nvContentPartPr>
            <p14:xfrm>
              <a:off x="589187" y="2147476"/>
              <a:ext cx="1126800" cy="24120"/>
            </p14:xfrm>
          </p:contentPart>
        </mc:Choice>
        <mc:Fallback xmlns="">
          <p:pic>
            <p:nvPicPr>
              <p:cNvPr id="4" name="墨迹 3">
                <a:extLst>
                  <a:ext uri="{FF2B5EF4-FFF2-40B4-BE49-F238E27FC236}">
                    <a16:creationId xmlns:a16="http://schemas.microsoft.com/office/drawing/2014/main" id="{A884C293-2684-4D98-6F91-F3A9A0EE454C}"/>
                  </a:ext>
                </a:extLst>
              </p:cNvPr>
              <p:cNvPicPr/>
              <p:nvPr/>
            </p:nvPicPr>
            <p:blipFill>
              <a:blip r:embed="rId6"/>
              <a:stretch>
                <a:fillRect/>
              </a:stretch>
            </p:blipFill>
            <p:spPr>
              <a:xfrm>
                <a:off x="571547" y="2129836"/>
                <a:ext cx="116244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墨迹 4">
                <a:extLst>
                  <a:ext uri="{FF2B5EF4-FFF2-40B4-BE49-F238E27FC236}">
                    <a16:creationId xmlns:a16="http://schemas.microsoft.com/office/drawing/2014/main" id="{9D739EB0-17DB-D3B6-D608-F229E8F65FB9}"/>
                  </a:ext>
                </a:extLst>
              </p14:cNvPr>
              <p14:cNvContentPartPr/>
              <p14:nvPr/>
            </p14:nvContentPartPr>
            <p14:xfrm>
              <a:off x="8319827" y="3116236"/>
              <a:ext cx="523080" cy="12600"/>
            </p14:xfrm>
          </p:contentPart>
        </mc:Choice>
        <mc:Fallback xmlns="">
          <p:pic>
            <p:nvPicPr>
              <p:cNvPr id="5" name="墨迹 4">
                <a:extLst>
                  <a:ext uri="{FF2B5EF4-FFF2-40B4-BE49-F238E27FC236}">
                    <a16:creationId xmlns:a16="http://schemas.microsoft.com/office/drawing/2014/main" id="{9D739EB0-17DB-D3B6-D608-F229E8F65FB9}"/>
                  </a:ext>
                </a:extLst>
              </p:cNvPr>
              <p:cNvPicPr/>
              <p:nvPr/>
            </p:nvPicPr>
            <p:blipFill>
              <a:blip r:embed="rId8"/>
              <a:stretch>
                <a:fillRect/>
              </a:stretch>
            </p:blipFill>
            <p:spPr>
              <a:xfrm>
                <a:off x="8301827" y="3098236"/>
                <a:ext cx="55872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墨迹 5">
                <a:extLst>
                  <a:ext uri="{FF2B5EF4-FFF2-40B4-BE49-F238E27FC236}">
                    <a16:creationId xmlns:a16="http://schemas.microsoft.com/office/drawing/2014/main" id="{6A7860FE-3227-0DF6-8DBB-97ADB66FE6B9}"/>
                  </a:ext>
                </a:extLst>
              </p14:cNvPr>
              <p14:cNvContentPartPr/>
              <p14:nvPr/>
            </p14:nvContentPartPr>
            <p14:xfrm>
              <a:off x="8271587" y="2724556"/>
              <a:ext cx="306360" cy="18720"/>
            </p14:xfrm>
          </p:contentPart>
        </mc:Choice>
        <mc:Fallback xmlns="">
          <p:pic>
            <p:nvPicPr>
              <p:cNvPr id="6" name="墨迹 5">
                <a:extLst>
                  <a:ext uri="{FF2B5EF4-FFF2-40B4-BE49-F238E27FC236}">
                    <a16:creationId xmlns:a16="http://schemas.microsoft.com/office/drawing/2014/main" id="{6A7860FE-3227-0DF6-8DBB-97ADB66FE6B9}"/>
                  </a:ext>
                </a:extLst>
              </p:cNvPr>
              <p:cNvPicPr/>
              <p:nvPr/>
            </p:nvPicPr>
            <p:blipFill>
              <a:blip r:embed="rId10"/>
              <a:stretch>
                <a:fillRect/>
              </a:stretch>
            </p:blipFill>
            <p:spPr>
              <a:xfrm>
                <a:off x="8253587" y="2706916"/>
                <a:ext cx="342000" cy="54360"/>
              </a:xfrm>
              <a:prstGeom prst="rect">
                <a:avLst/>
              </a:prstGeom>
            </p:spPr>
          </p:pic>
        </mc:Fallback>
      </mc:AlternateContent>
      <p:grpSp>
        <p:nvGrpSpPr>
          <p:cNvPr id="9" name="组合 8">
            <a:extLst>
              <a:ext uri="{FF2B5EF4-FFF2-40B4-BE49-F238E27FC236}">
                <a16:creationId xmlns:a16="http://schemas.microsoft.com/office/drawing/2014/main" id="{277C3CB4-E2FC-275A-8C75-4337DC720A7F}"/>
              </a:ext>
            </a:extLst>
          </p:cNvPr>
          <p:cNvGrpSpPr/>
          <p:nvPr/>
        </p:nvGrpSpPr>
        <p:grpSpPr>
          <a:xfrm>
            <a:off x="739667" y="2706196"/>
            <a:ext cx="2219400" cy="79200"/>
            <a:chOff x="739667" y="2706196"/>
            <a:chExt cx="2219400" cy="79200"/>
          </a:xfrm>
        </p:grpSpPr>
        <mc:AlternateContent xmlns:mc="http://schemas.openxmlformats.org/markup-compatibility/2006" xmlns:p14="http://schemas.microsoft.com/office/powerpoint/2010/main">
          <mc:Choice Requires="p14">
            <p:contentPart p14:bwMode="auto" r:id="rId11">
              <p14:nvContentPartPr>
                <p14:cNvPr id="7" name="墨迹 6">
                  <a:extLst>
                    <a:ext uri="{FF2B5EF4-FFF2-40B4-BE49-F238E27FC236}">
                      <a16:creationId xmlns:a16="http://schemas.microsoft.com/office/drawing/2014/main" id="{AA17A47E-B57F-1B8B-38DF-75A23E63EC8A}"/>
                    </a:ext>
                  </a:extLst>
                </p14:cNvPr>
                <p14:cNvContentPartPr/>
                <p14:nvPr/>
              </p14:nvContentPartPr>
              <p14:xfrm>
                <a:off x="739667" y="2754796"/>
                <a:ext cx="1137600" cy="30600"/>
              </p14:xfrm>
            </p:contentPart>
          </mc:Choice>
          <mc:Fallback xmlns="">
            <p:pic>
              <p:nvPicPr>
                <p:cNvPr id="7" name="墨迹 6">
                  <a:extLst>
                    <a:ext uri="{FF2B5EF4-FFF2-40B4-BE49-F238E27FC236}">
                      <a16:creationId xmlns:a16="http://schemas.microsoft.com/office/drawing/2014/main" id="{AA17A47E-B57F-1B8B-38DF-75A23E63EC8A}"/>
                    </a:ext>
                  </a:extLst>
                </p:cNvPr>
                <p:cNvPicPr/>
                <p:nvPr/>
              </p:nvPicPr>
              <p:blipFill>
                <a:blip r:embed="rId12"/>
                <a:stretch>
                  <a:fillRect/>
                </a:stretch>
              </p:blipFill>
              <p:spPr>
                <a:xfrm>
                  <a:off x="722027" y="2737156"/>
                  <a:ext cx="1173240" cy="662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墨迹 7">
                  <a:extLst>
                    <a:ext uri="{FF2B5EF4-FFF2-40B4-BE49-F238E27FC236}">
                      <a16:creationId xmlns:a16="http://schemas.microsoft.com/office/drawing/2014/main" id="{3D4DE1AA-5198-A193-6D48-959DE6A34AFD}"/>
                    </a:ext>
                  </a:extLst>
                </p14:cNvPr>
                <p14:cNvContentPartPr/>
                <p14:nvPr/>
              </p14:nvContentPartPr>
              <p14:xfrm>
                <a:off x="2153387" y="2706196"/>
                <a:ext cx="805680" cy="31320"/>
              </p14:xfrm>
            </p:contentPart>
          </mc:Choice>
          <mc:Fallback xmlns="">
            <p:pic>
              <p:nvPicPr>
                <p:cNvPr id="8" name="墨迹 7">
                  <a:extLst>
                    <a:ext uri="{FF2B5EF4-FFF2-40B4-BE49-F238E27FC236}">
                      <a16:creationId xmlns:a16="http://schemas.microsoft.com/office/drawing/2014/main" id="{3D4DE1AA-5198-A193-6D48-959DE6A34AFD}"/>
                    </a:ext>
                  </a:extLst>
                </p:cNvPr>
                <p:cNvPicPr/>
                <p:nvPr/>
              </p:nvPicPr>
              <p:blipFill>
                <a:blip r:embed="rId14"/>
                <a:stretch>
                  <a:fillRect/>
                </a:stretch>
              </p:blipFill>
              <p:spPr>
                <a:xfrm>
                  <a:off x="2135747" y="2688556"/>
                  <a:ext cx="841320" cy="66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10" name="墨迹 9">
                <a:extLst>
                  <a:ext uri="{FF2B5EF4-FFF2-40B4-BE49-F238E27FC236}">
                    <a16:creationId xmlns:a16="http://schemas.microsoft.com/office/drawing/2014/main" id="{A00CA520-DEB6-78CB-FC53-4BCD194CA056}"/>
                  </a:ext>
                </a:extLst>
              </p14:cNvPr>
              <p14:cNvContentPartPr/>
              <p14:nvPr/>
            </p14:nvContentPartPr>
            <p14:xfrm>
              <a:off x="1311347" y="3201196"/>
              <a:ext cx="3037680" cy="47880"/>
            </p14:xfrm>
          </p:contentPart>
        </mc:Choice>
        <mc:Fallback xmlns="">
          <p:pic>
            <p:nvPicPr>
              <p:cNvPr id="10" name="墨迹 9">
                <a:extLst>
                  <a:ext uri="{FF2B5EF4-FFF2-40B4-BE49-F238E27FC236}">
                    <a16:creationId xmlns:a16="http://schemas.microsoft.com/office/drawing/2014/main" id="{A00CA520-DEB6-78CB-FC53-4BCD194CA056}"/>
                  </a:ext>
                </a:extLst>
              </p:cNvPr>
              <p:cNvPicPr/>
              <p:nvPr/>
            </p:nvPicPr>
            <p:blipFill>
              <a:blip r:embed="rId16"/>
              <a:stretch>
                <a:fillRect/>
              </a:stretch>
            </p:blipFill>
            <p:spPr>
              <a:xfrm>
                <a:off x="1293707" y="3183556"/>
                <a:ext cx="307332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墨迹 10">
                <a:extLst>
                  <a:ext uri="{FF2B5EF4-FFF2-40B4-BE49-F238E27FC236}">
                    <a16:creationId xmlns:a16="http://schemas.microsoft.com/office/drawing/2014/main" id="{1C2B8D3F-DCAE-FA2F-4C11-C00ACF4703BA}"/>
                  </a:ext>
                </a:extLst>
              </p14:cNvPr>
              <p14:cNvContentPartPr/>
              <p14:nvPr/>
            </p14:nvContentPartPr>
            <p14:xfrm>
              <a:off x="583067" y="3574516"/>
              <a:ext cx="669240" cy="87480"/>
            </p14:xfrm>
          </p:contentPart>
        </mc:Choice>
        <mc:Fallback xmlns="">
          <p:pic>
            <p:nvPicPr>
              <p:cNvPr id="11" name="墨迹 10">
                <a:extLst>
                  <a:ext uri="{FF2B5EF4-FFF2-40B4-BE49-F238E27FC236}">
                    <a16:creationId xmlns:a16="http://schemas.microsoft.com/office/drawing/2014/main" id="{1C2B8D3F-DCAE-FA2F-4C11-C00ACF4703BA}"/>
                  </a:ext>
                </a:extLst>
              </p:cNvPr>
              <p:cNvPicPr/>
              <p:nvPr/>
            </p:nvPicPr>
            <p:blipFill>
              <a:blip r:embed="rId18"/>
              <a:stretch>
                <a:fillRect/>
              </a:stretch>
            </p:blipFill>
            <p:spPr>
              <a:xfrm>
                <a:off x="565427" y="3556516"/>
                <a:ext cx="70488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墨迹 11">
                <a:extLst>
                  <a:ext uri="{FF2B5EF4-FFF2-40B4-BE49-F238E27FC236}">
                    <a16:creationId xmlns:a16="http://schemas.microsoft.com/office/drawing/2014/main" id="{B28577BB-4F0D-1780-DC6B-32CE0C1E3757}"/>
                  </a:ext>
                </a:extLst>
              </p14:cNvPr>
              <p14:cNvContentPartPr/>
              <p14:nvPr/>
            </p14:nvContentPartPr>
            <p14:xfrm>
              <a:off x="553187" y="4564876"/>
              <a:ext cx="251640" cy="19440"/>
            </p14:xfrm>
          </p:contentPart>
        </mc:Choice>
        <mc:Fallback xmlns="">
          <p:pic>
            <p:nvPicPr>
              <p:cNvPr id="12" name="墨迹 11">
                <a:extLst>
                  <a:ext uri="{FF2B5EF4-FFF2-40B4-BE49-F238E27FC236}">
                    <a16:creationId xmlns:a16="http://schemas.microsoft.com/office/drawing/2014/main" id="{B28577BB-4F0D-1780-DC6B-32CE0C1E3757}"/>
                  </a:ext>
                </a:extLst>
              </p:cNvPr>
              <p:cNvPicPr/>
              <p:nvPr/>
            </p:nvPicPr>
            <p:blipFill>
              <a:blip r:embed="rId20"/>
              <a:stretch>
                <a:fillRect/>
              </a:stretch>
            </p:blipFill>
            <p:spPr>
              <a:xfrm>
                <a:off x="535547" y="4546876"/>
                <a:ext cx="287280" cy="550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墨迹 12">
                <a:extLst>
                  <a:ext uri="{FF2B5EF4-FFF2-40B4-BE49-F238E27FC236}">
                    <a16:creationId xmlns:a16="http://schemas.microsoft.com/office/drawing/2014/main" id="{52BDD6C8-0998-BC7B-73BA-03956DC7B3A8}"/>
                  </a:ext>
                </a:extLst>
              </p14:cNvPr>
              <p14:cNvContentPartPr/>
              <p14:nvPr/>
            </p14:nvContentPartPr>
            <p14:xfrm>
              <a:off x="3440747" y="4595836"/>
              <a:ext cx="890640" cy="55800"/>
            </p14:xfrm>
          </p:contentPart>
        </mc:Choice>
        <mc:Fallback xmlns="">
          <p:pic>
            <p:nvPicPr>
              <p:cNvPr id="13" name="墨迹 12">
                <a:extLst>
                  <a:ext uri="{FF2B5EF4-FFF2-40B4-BE49-F238E27FC236}">
                    <a16:creationId xmlns:a16="http://schemas.microsoft.com/office/drawing/2014/main" id="{52BDD6C8-0998-BC7B-73BA-03956DC7B3A8}"/>
                  </a:ext>
                </a:extLst>
              </p:cNvPr>
              <p:cNvPicPr/>
              <p:nvPr/>
            </p:nvPicPr>
            <p:blipFill>
              <a:blip r:embed="rId22"/>
              <a:stretch>
                <a:fillRect/>
              </a:stretch>
            </p:blipFill>
            <p:spPr>
              <a:xfrm>
                <a:off x="3423107" y="4577836"/>
                <a:ext cx="926280" cy="91440"/>
              </a:xfrm>
              <a:prstGeom prst="rect">
                <a:avLst/>
              </a:prstGeom>
            </p:spPr>
          </p:pic>
        </mc:Fallback>
      </mc:AlternateContent>
      <p:grpSp>
        <p:nvGrpSpPr>
          <p:cNvPr id="27" name="组合 26">
            <a:extLst>
              <a:ext uri="{FF2B5EF4-FFF2-40B4-BE49-F238E27FC236}">
                <a16:creationId xmlns:a16="http://schemas.microsoft.com/office/drawing/2014/main" id="{F4BF5AD9-A41D-3A88-2575-C060BC3D3F38}"/>
              </a:ext>
            </a:extLst>
          </p:cNvPr>
          <p:cNvGrpSpPr/>
          <p:nvPr/>
        </p:nvGrpSpPr>
        <p:grpSpPr>
          <a:xfrm>
            <a:off x="1353467" y="5251396"/>
            <a:ext cx="751320" cy="318960"/>
            <a:chOff x="1353467" y="5251396"/>
            <a:chExt cx="751320" cy="318960"/>
          </a:xfrm>
        </p:grpSpPr>
        <mc:AlternateContent xmlns:mc="http://schemas.openxmlformats.org/markup-compatibility/2006" xmlns:p14="http://schemas.microsoft.com/office/powerpoint/2010/main">
          <mc:Choice Requires="p14">
            <p:contentPart p14:bwMode="auto" r:id="rId23">
              <p14:nvContentPartPr>
                <p14:cNvPr id="14" name="墨迹 13">
                  <a:extLst>
                    <a:ext uri="{FF2B5EF4-FFF2-40B4-BE49-F238E27FC236}">
                      <a16:creationId xmlns:a16="http://schemas.microsoft.com/office/drawing/2014/main" id="{B84B07AB-2E48-BE7D-3A62-75E909A6C9B0}"/>
                    </a:ext>
                  </a:extLst>
                </p14:cNvPr>
                <p14:cNvContentPartPr/>
                <p14:nvPr/>
              </p14:nvContentPartPr>
              <p14:xfrm>
                <a:off x="1353467" y="5251396"/>
                <a:ext cx="154080" cy="244080"/>
              </p14:xfrm>
            </p:contentPart>
          </mc:Choice>
          <mc:Fallback xmlns="">
            <p:pic>
              <p:nvPicPr>
                <p:cNvPr id="14" name="墨迹 13">
                  <a:extLst>
                    <a:ext uri="{FF2B5EF4-FFF2-40B4-BE49-F238E27FC236}">
                      <a16:creationId xmlns:a16="http://schemas.microsoft.com/office/drawing/2014/main" id="{B84B07AB-2E48-BE7D-3A62-75E909A6C9B0}"/>
                    </a:ext>
                  </a:extLst>
                </p:cNvPr>
                <p:cNvPicPr/>
                <p:nvPr/>
              </p:nvPicPr>
              <p:blipFill>
                <a:blip r:embed="rId24"/>
                <a:stretch>
                  <a:fillRect/>
                </a:stretch>
              </p:blipFill>
              <p:spPr>
                <a:xfrm>
                  <a:off x="1335467" y="5233756"/>
                  <a:ext cx="18972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墨迹 14">
                  <a:extLst>
                    <a:ext uri="{FF2B5EF4-FFF2-40B4-BE49-F238E27FC236}">
                      <a16:creationId xmlns:a16="http://schemas.microsoft.com/office/drawing/2014/main" id="{E9B4E720-A209-4C92-680F-CA27B4D6C403}"/>
                    </a:ext>
                  </a:extLst>
                </p14:cNvPr>
                <p14:cNvContentPartPr/>
                <p14:nvPr/>
              </p14:nvContentPartPr>
              <p14:xfrm>
                <a:off x="1361387" y="5317636"/>
                <a:ext cx="142560" cy="129240"/>
              </p14:xfrm>
            </p:contentPart>
          </mc:Choice>
          <mc:Fallback xmlns="">
            <p:pic>
              <p:nvPicPr>
                <p:cNvPr id="15" name="墨迹 14">
                  <a:extLst>
                    <a:ext uri="{FF2B5EF4-FFF2-40B4-BE49-F238E27FC236}">
                      <a16:creationId xmlns:a16="http://schemas.microsoft.com/office/drawing/2014/main" id="{E9B4E720-A209-4C92-680F-CA27B4D6C403}"/>
                    </a:ext>
                  </a:extLst>
                </p:cNvPr>
                <p:cNvPicPr/>
                <p:nvPr/>
              </p:nvPicPr>
              <p:blipFill>
                <a:blip r:embed="rId26"/>
                <a:stretch>
                  <a:fillRect/>
                </a:stretch>
              </p:blipFill>
              <p:spPr>
                <a:xfrm>
                  <a:off x="1343747" y="5299996"/>
                  <a:ext cx="178200" cy="1648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墨迹 15">
                  <a:extLst>
                    <a:ext uri="{FF2B5EF4-FFF2-40B4-BE49-F238E27FC236}">
                      <a16:creationId xmlns:a16="http://schemas.microsoft.com/office/drawing/2014/main" id="{23309784-020D-C173-6D87-A2A73A875A71}"/>
                    </a:ext>
                  </a:extLst>
                </p14:cNvPr>
                <p14:cNvContentPartPr/>
                <p14:nvPr/>
              </p14:nvContentPartPr>
              <p14:xfrm>
                <a:off x="1557947" y="5281276"/>
                <a:ext cx="216720" cy="48960"/>
              </p14:xfrm>
            </p:contentPart>
          </mc:Choice>
          <mc:Fallback xmlns="">
            <p:pic>
              <p:nvPicPr>
                <p:cNvPr id="16" name="墨迹 15">
                  <a:extLst>
                    <a:ext uri="{FF2B5EF4-FFF2-40B4-BE49-F238E27FC236}">
                      <a16:creationId xmlns:a16="http://schemas.microsoft.com/office/drawing/2014/main" id="{23309784-020D-C173-6D87-A2A73A875A71}"/>
                    </a:ext>
                  </a:extLst>
                </p:cNvPr>
                <p:cNvPicPr/>
                <p:nvPr/>
              </p:nvPicPr>
              <p:blipFill>
                <a:blip r:embed="rId28"/>
                <a:stretch>
                  <a:fillRect/>
                </a:stretch>
              </p:blipFill>
              <p:spPr>
                <a:xfrm>
                  <a:off x="1539947" y="5263636"/>
                  <a:ext cx="2523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墨迹 16">
                  <a:extLst>
                    <a:ext uri="{FF2B5EF4-FFF2-40B4-BE49-F238E27FC236}">
                      <a16:creationId xmlns:a16="http://schemas.microsoft.com/office/drawing/2014/main" id="{89751943-FDC2-A5D9-0E7C-118D27D9C12F}"/>
                    </a:ext>
                  </a:extLst>
                </p14:cNvPr>
                <p14:cNvContentPartPr/>
                <p14:nvPr/>
              </p14:nvContentPartPr>
              <p14:xfrm>
                <a:off x="1624187" y="5299636"/>
                <a:ext cx="10440" cy="270720"/>
              </p14:xfrm>
            </p:contentPart>
          </mc:Choice>
          <mc:Fallback xmlns="">
            <p:pic>
              <p:nvPicPr>
                <p:cNvPr id="17" name="墨迹 16">
                  <a:extLst>
                    <a:ext uri="{FF2B5EF4-FFF2-40B4-BE49-F238E27FC236}">
                      <a16:creationId xmlns:a16="http://schemas.microsoft.com/office/drawing/2014/main" id="{89751943-FDC2-A5D9-0E7C-118D27D9C12F}"/>
                    </a:ext>
                  </a:extLst>
                </p:cNvPr>
                <p:cNvPicPr/>
                <p:nvPr/>
              </p:nvPicPr>
              <p:blipFill>
                <a:blip r:embed="rId30"/>
                <a:stretch>
                  <a:fillRect/>
                </a:stretch>
              </p:blipFill>
              <p:spPr>
                <a:xfrm>
                  <a:off x="1606187" y="5281636"/>
                  <a:ext cx="46080" cy="3063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 name="墨迹 17">
                  <a:extLst>
                    <a:ext uri="{FF2B5EF4-FFF2-40B4-BE49-F238E27FC236}">
                      <a16:creationId xmlns:a16="http://schemas.microsoft.com/office/drawing/2014/main" id="{C3B0B567-D23D-B2DF-89E5-43D2210890E1}"/>
                    </a:ext>
                  </a:extLst>
                </p14:cNvPr>
                <p14:cNvContentPartPr/>
                <p14:nvPr/>
              </p14:nvContentPartPr>
              <p14:xfrm>
                <a:off x="1665947" y="5437156"/>
                <a:ext cx="75240" cy="55800"/>
              </p14:xfrm>
            </p:contentPart>
          </mc:Choice>
          <mc:Fallback xmlns="">
            <p:pic>
              <p:nvPicPr>
                <p:cNvPr id="18" name="墨迹 17">
                  <a:extLst>
                    <a:ext uri="{FF2B5EF4-FFF2-40B4-BE49-F238E27FC236}">
                      <a16:creationId xmlns:a16="http://schemas.microsoft.com/office/drawing/2014/main" id="{C3B0B567-D23D-B2DF-89E5-43D2210890E1}"/>
                    </a:ext>
                  </a:extLst>
                </p:cNvPr>
                <p:cNvPicPr/>
                <p:nvPr/>
              </p:nvPicPr>
              <p:blipFill>
                <a:blip r:embed="rId32"/>
                <a:stretch>
                  <a:fillRect/>
                </a:stretch>
              </p:blipFill>
              <p:spPr>
                <a:xfrm>
                  <a:off x="1648307" y="5419156"/>
                  <a:ext cx="11088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9" name="墨迹 18">
                  <a:extLst>
                    <a:ext uri="{FF2B5EF4-FFF2-40B4-BE49-F238E27FC236}">
                      <a16:creationId xmlns:a16="http://schemas.microsoft.com/office/drawing/2014/main" id="{4173B2E3-C973-C2E9-0589-F2F83FE73CD8}"/>
                    </a:ext>
                  </a:extLst>
                </p14:cNvPr>
                <p14:cNvContentPartPr/>
                <p14:nvPr/>
              </p14:nvContentPartPr>
              <p14:xfrm>
                <a:off x="1822547" y="5317276"/>
                <a:ext cx="54360" cy="42840"/>
              </p14:xfrm>
            </p:contentPart>
          </mc:Choice>
          <mc:Fallback xmlns="">
            <p:pic>
              <p:nvPicPr>
                <p:cNvPr id="19" name="墨迹 18">
                  <a:extLst>
                    <a:ext uri="{FF2B5EF4-FFF2-40B4-BE49-F238E27FC236}">
                      <a16:creationId xmlns:a16="http://schemas.microsoft.com/office/drawing/2014/main" id="{4173B2E3-C973-C2E9-0589-F2F83FE73CD8}"/>
                    </a:ext>
                  </a:extLst>
                </p:cNvPr>
                <p:cNvPicPr/>
                <p:nvPr/>
              </p:nvPicPr>
              <p:blipFill>
                <a:blip r:embed="rId34"/>
                <a:stretch>
                  <a:fillRect/>
                </a:stretch>
              </p:blipFill>
              <p:spPr>
                <a:xfrm>
                  <a:off x="1804907" y="5299636"/>
                  <a:ext cx="900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0" name="墨迹 19">
                  <a:extLst>
                    <a:ext uri="{FF2B5EF4-FFF2-40B4-BE49-F238E27FC236}">
                      <a16:creationId xmlns:a16="http://schemas.microsoft.com/office/drawing/2014/main" id="{CEFB98F5-2F99-F6D6-A221-ADE9E24685DE}"/>
                    </a:ext>
                  </a:extLst>
                </p14:cNvPr>
                <p14:cNvContentPartPr/>
                <p14:nvPr/>
              </p14:nvContentPartPr>
              <p14:xfrm>
                <a:off x="1822547" y="5360116"/>
                <a:ext cx="2880" cy="144360"/>
              </p14:xfrm>
            </p:contentPart>
          </mc:Choice>
          <mc:Fallback xmlns="">
            <p:pic>
              <p:nvPicPr>
                <p:cNvPr id="20" name="墨迹 19">
                  <a:extLst>
                    <a:ext uri="{FF2B5EF4-FFF2-40B4-BE49-F238E27FC236}">
                      <a16:creationId xmlns:a16="http://schemas.microsoft.com/office/drawing/2014/main" id="{CEFB98F5-2F99-F6D6-A221-ADE9E24685DE}"/>
                    </a:ext>
                  </a:extLst>
                </p:cNvPr>
                <p:cNvPicPr/>
                <p:nvPr/>
              </p:nvPicPr>
              <p:blipFill>
                <a:blip r:embed="rId36"/>
                <a:stretch>
                  <a:fillRect/>
                </a:stretch>
              </p:blipFill>
              <p:spPr>
                <a:xfrm>
                  <a:off x="1804907" y="5342116"/>
                  <a:ext cx="385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1" name="墨迹 20">
                  <a:extLst>
                    <a:ext uri="{FF2B5EF4-FFF2-40B4-BE49-F238E27FC236}">
                      <a16:creationId xmlns:a16="http://schemas.microsoft.com/office/drawing/2014/main" id="{4D042666-AD4C-F28E-11FA-A3B08105FC85}"/>
                    </a:ext>
                  </a:extLst>
                </p14:cNvPr>
                <p14:cNvContentPartPr/>
                <p14:nvPr/>
              </p14:nvContentPartPr>
              <p14:xfrm>
                <a:off x="1906787" y="5421316"/>
                <a:ext cx="17640" cy="5040"/>
              </p14:xfrm>
            </p:contentPart>
          </mc:Choice>
          <mc:Fallback xmlns="">
            <p:pic>
              <p:nvPicPr>
                <p:cNvPr id="21" name="墨迹 20">
                  <a:extLst>
                    <a:ext uri="{FF2B5EF4-FFF2-40B4-BE49-F238E27FC236}">
                      <a16:creationId xmlns:a16="http://schemas.microsoft.com/office/drawing/2014/main" id="{4D042666-AD4C-F28E-11FA-A3B08105FC85}"/>
                    </a:ext>
                  </a:extLst>
                </p:cNvPr>
                <p:cNvPicPr/>
                <p:nvPr/>
              </p:nvPicPr>
              <p:blipFill>
                <a:blip r:embed="rId38"/>
                <a:stretch>
                  <a:fillRect/>
                </a:stretch>
              </p:blipFill>
              <p:spPr>
                <a:xfrm>
                  <a:off x="1889147" y="5403316"/>
                  <a:ext cx="5328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2" name="墨迹 21">
                  <a:extLst>
                    <a:ext uri="{FF2B5EF4-FFF2-40B4-BE49-F238E27FC236}">
                      <a16:creationId xmlns:a16="http://schemas.microsoft.com/office/drawing/2014/main" id="{FAE415FF-DFC0-D1EE-9DD0-7AE49F59232E}"/>
                    </a:ext>
                  </a:extLst>
                </p14:cNvPr>
                <p14:cNvContentPartPr/>
                <p14:nvPr/>
              </p14:nvContentPartPr>
              <p14:xfrm>
                <a:off x="1822547" y="5528236"/>
                <a:ext cx="84240" cy="24480"/>
              </p14:xfrm>
            </p:contentPart>
          </mc:Choice>
          <mc:Fallback xmlns="">
            <p:pic>
              <p:nvPicPr>
                <p:cNvPr id="22" name="墨迹 21">
                  <a:extLst>
                    <a:ext uri="{FF2B5EF4-FFF2-40B4-BE49-F238E27FC236}">
                      <a16:creationId xmlns:a16="http://schemas.microsoft.com/office/drawing/2014/main" id="{FAE415FF-DFC0-D1EE-9DD0-7AE49F59232E}"/>
                    </a:ext>
                  </a:extLst>
                </p:cNvPr>
                <p:cNvPicPr/>
                <p:nvPr/>
              </p:nvPicPr>
              <p:blipFill>
                <a:blip r:embed="rId40"/>
                <a:stretch>
                  <a:fillRect/>
                </a:stretch>
              </p:blipFill>
              <p:spPr>
                <a:xfrm>
                  <a:off x="1804907" y="5510236"/>
                  <a:ext cx="119880" cy="601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3" name="墨迹 22">
                  <a:extLst>
                    <a:ext uri="{FF2B5EF4-FFF2-40B4-BE49-F238E27FC236}">
                      <a16:creationId xmlns:a16="http://schemas.microsoft.com/office/drawing/2014/main" id="{7DC4F778-0F0E-A12D-87CE-15835D10E360}"/>
                    </a:ext>
                  </a:extLst>
                </p14:cNvPr>
                <p14:cNvContentPartPr/>
                <p14:nvPr/>
              </p14:nvContentPartPr>
              <p14:xfrm>
                <a:off x="1852787" y="5413036"/>
                <a:ext cx="144000" cy="19080"/>
              </p14:xfrm>
            </p:contentPart>
          </mc:Choice>
          <mc:Fallback xmlns="">
            <p:pic>
              <p:nvPicPr>
                <p:cNvPr id="23" name="墨迹 22">
                  <a:extLst>
                    <a:ext uri="{FF2B5EF4-FFF2-40B4-BE49-F238E27FC236}">
                      <a16:creationId xmlns:a16="http://schemas.microsoft.com/office/drawing/2014/main" id="{7DC4F778-0F0E-A12D-87CE-15835D10E360}"/>
                    </a:ext>
                  </a:extLst>
                </p:cNvPr>
                <p:cNvPicPr/>
                <p:nvPr/>
              </p:nvPicPr>
              <p:blipFill>
                <a:blip r:embed="rId42"/>
                <a:stretch>
                  <a:fillRect/>
                </a:stretch>
              </p:blipFill>
              <p:spPr>
                <a:xfrm>
                  <a:off x="1834787" y="5395396"/>
                  <a:ext cx="1796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4" name="墨迹 23">
                  <a:extLst>
                    <a:ext uri="{FF2B5EF4-FFF2-40B4-BE49-F238E27FC236}">
                      <a16:creationId xmlns:a16="http://schemas.microsoft.com/office/drawing/2014/main" id="{6757E81E-43AF-1082-261A-E394F235D22C}"/>
                    </a:ext>
                  </a:extLst>
                </p14:cNvPr>
                <p14:cNvContentPartPr/>
                <p14:nvPr/>
              </p14:nvContentPartPr>
              <p14:xfrm>
                <a:off x="1991027" y="5347876"/>
                <a:ext cx="18720" cy="192960"/>
              </p14:xfrm>
            </p:contentPart>
          </mc:Choice>
          <mc:Fallback xmlns="">
            <p:pic>
              <p:nvPicPr>
                <p:cNvPr id="24" name="墨迹 23">
                  <a:extLst>
                    <a:ext uri="{FF2B5EF4-FFF2-40B4-BE49-F238E27FC236}">
                      <a16:creationId xmlns:a16="http://schemas.microsoft.com/office/drawing/2014/main" id="{6757E81E-43AF-1082-261A-E394F235D22C}"/>
                    </a:ext>
                  </a:extLst>
                </p:cNvPr>
                <p:cNvPicPr/>
                <p:nvPr/>
              </p:nvPicPr>
              <p:blipFill>
                <a:blip r:embed="rId44"/>
                <a:stretch>
                  <a:fillRect/>
                </a:stretch>
              </p:blipFill>
              <p:spPr>
                <a:xfrm>
                  <a:off x="1973027" y="5330236"/>
                  <a:ext cx="54360" cy="228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5" name="墨迹 24">
                  <a:extLst>
                    <a:ext uri="{FF2B5EF4-FFF2-40B4-BE49-F238E27FC236}">
                      <a16:creationId xmlns:a16="http://schemas.microsoft.com/office/drawing/2014/main" id="{ED703ABA-2C10-51B8-BBCF-D6499B201520}"/>
                    </a:ext>
                  </a:extLst>
                </p14:cNvPr>
                <p14:cNvContentPartPr/>
                <p14:nvPr/>
              </p14:nvContentPartPr>
              <p14:xfrm>
                <a:off x="2009027" y="5368756"/>
                <a:ext cx="95760" cy="147600"/>
              </p14:xfrm>
            </p:contentPart>
          </mc:Choice>
          <mc:Fallback xmlns="">
            <p:pic>
              <p:nvPicPr>
                <p:cNvPr id="25" name="墨迹 24">
                  <a:extLst>
                    <a:ext uri="{FF2B5EF4-FFF2-40B4-BE49-F238E27FC236}">
                      <a16:creationId xmlns:a16="http://schemas.microsoft.com/office/drawing/2014/main" id="{ED703ABA-2C10-51B8-BBCF-D6499B201520}"/>
                    </a:ext>
                  </a:extLst>
                </p:cNvPr>
                <p:cNvPicPr/>
                <p:nvPr/>
              </p:nvPicPr>
              <p:blipFill>
                <a:blip r:embed="rId46"/>
                <a:stretch>
                  <a:fillRect/>
                </a:stretch>
              </p:blipFill>
              <p:spPr>
                <a:xfrm>
                  <a:off x="1991387" y="5350756"/>
                  <a:ext cx="131400" cy="183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7">
            <p14:nvContentPartPr>
              <p14:cNvPr id="26" name="墨迹 25">
                <a:extLst>
                  <a:ext uri="{FF2B5EF4-FFF2-40B4-BE49-F238E27FC236}">
                    <a16:creationId xmlns:a16="http://schemas.microsoft.com/office/drawing/2014/main" id="{089B3935-50BC-8468-C437-3578FD4EE2E7}"/>
                  </a:ext>
                </a:extLst>
              </p14:cNvPr>
              <p14:cNvContentPartPr/>
              <p14:nvPr/>
            </p14:nvContentPartPr>
            <p14:xfrm>
              <a:off x="1347347" y="5100916"/>
              <a:ext cx="651600" cy="12960"/>
            </p14:xfrm>
          </p:contentPart>
        </mc:Choice>
        <mc:Fallback xmlns="">
          <p:pic>
            <p:nvPicPr>
              <p:cNvPr id="26" name="墨迹 25">
                <a:extLst>
                  <a:ext uri="{FF2B5EF4-FFF2-40B4-BE49-F238E27FC236}">
                    <a16:creationId xmlns:a16="http://schemas.microsoft.com/office/drawing/2014/main" id="{089B3935-50BC-8468-C437-3578FD4EE2E7}"/>
                  </a:ext>
                </a:extLst>
              </p:cNvPr>
              <p:cNvPicPr/>
              <p:nvPr/>
            </p:nvPicPr>
            <p:blipFill>
              <a:blip r:embed="rId48"/>
              <a:stretch>
                <a:fillRect/>
              </a:stretch>
            </p:blipFill>
            <p:spPr>
              <a:xfrm>
                <a:off x="1329707" y="5083276"/>
                <a:ext cx="687240" cy="48600"/>
              </a:xfrm>
              <a:prstGeom prst="rect">
                <a:avLst/>
              </a:prstGeom>
            </p:spPr>
          </p:pic>
        </mc:Fallback>
      </mc:AlternateContent>
      <p:grpSp>
        <p:nvGrpSpPr>
          <p:cNvPr id="36" name="组合 35">
            <a:extLst>
              <a:ext uri="{FF2B5EF4-FFF2-40B4-BE49-F238E27FC236}">
                <a16:creationId xmlns:a16="http://schemas.microsoft.com/office/drawing/2014/main" id="{EA4CDA8F-22D4-657E-FB71-1AD038801A91}"/>
              </a:ext>
            </a:extLst>
          </p:cNvPr>
          <p:cNvGrpSpPr/>
          <p:nvPr/>
        </p:nvGrpSpPr>
        <p:grpSpPr>
          <a:xfrm>
            <a:off x="1622027" y="5697076"/>
            <a:ext cx="309960" cy="307440"/>
            <a:chOff x="1622027" y="5697076"/>
            <a:chExt cx="309960" cy="307440"/>
          </a:xfrm>
        </p:grpSpPr>
        <mc:AlternateContent xmlns:mc="http://schemas.openxmlformats.org/markup-compatibility/2006" xmlns:p14="http://schemas.microsoft.com/office/powerpoint/2010/main">
          <mc:Choice Requires="p14">
            <p:contentPart p14:bwMode="auto" r:id="rId49">
              <p14:nvContentPartPr>
                <p14:cNvPr id="33" name="墨迹 32">
                  <a:extLst>
                    <a:ext uri="{FF2B5EF4-FFF2-40B4-BE49-F238E27FC236}">
                      <a16:creationId xmlns:a16="http://schemas.microsoft.com/office/drawing/2014/main" id="{1B30DCE9-C0B0-8F77-0159-66A35D4597E3}"/>
                    </a:ext>
                  </a:extLst>
                </p14:cNvPr>
                <p14:cNvContentPartPr/>
                <p14:nvPr/>
              </p14:nvContentPartPr>
              <p14:xfrm>
                <a:off x="1622027" y="5726956"/>
                <a:ext cx="32400" cy="98640"/>
              </p14:xfrm>
            </p:contentPart>
          </mc:Choice>
          <mc:Fallback xmlns="">
            <p:pic>
              <p:nvPicPr>
                <p:cNvPr id="33" name="墨迹 32">
                  <a:extLst>
                    <a:ext uri="{FF2B5EF4-FFF2-40B4-BE49-F238E27FC236}">
                      <a16:creationId xmlns:a16="http://schemas.microsoft.com/office/drawing/2014/main" id="{1B30DCE9-C0B0-8F77-0159-66A35D4597E3}"/>
                    </a:ext>
                  </a:extLst>
                </p:cNvPr>
                <p:cNvPicPr/>
                <p:nvPr/>
              </p:nvPicPr>
              <p:blipFill>
                <a:blip r:embed="rId50"/>
                <a:stretch>
                  <a:fillRect/>
                </a:stretch>
              </p:blipFill>
              <p:spPr>
                <a:xfrm>
                  <a:off x="1604387" y="5708956"/>
                  <a:ext cx="680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4" name="墨迹 33">
                  <a:extLst>
                    <a:ext uri="{FF2B5EF4-FFF2-40B4-BE49-F238E27FC236}">
                      <a16:creationId xmlns:a16="http://schemas.microsoft.com/office/drawing/2014/main" id="{F8701FA7-F709-B96B-5E1A-3AED436304C8}"/>
                    </a:ext>
                  </a:extLst>
                </p14:cNvPr>
                <p14:cNvContentPartPr/>
                <p14:nvPr/>
              </p14:nvContentPartPr>
              <p14:xfrm>
                <a:off x="1780427" y="5697076"/>
                <a:ext cx="6840" cy="108000"/>
              </p14:xfrm>
            </p:contentPart>
          </mc:Choice>
          <mc:Fallback xmlns="">
            <p:pic>
              <p:nvPicPr>
                <p:cNvPr id="34" name="墨迹 33">
                  <a:extLst>
                    <a:ext uri="{FF2B5EF4-FFF2-40B4-BE49-F238E27FC236}">
                      <a16:creationId xmlns:a16="http://schemas.microsoft.com/office/drawing/2014/main" id="{F8701FA7-F709-B96B-5E1A-3AED436304C8}"/>
                    </a:ext>
                  </a:extLst>
                </p:cNvPr>
                <p:cNvPicPr/>
                <p:nvPr/>
              </p:nvPicPr>
              <p:blipFill>
                <a:blip r:embed="rId52"/>
                <a:stretch>
                  <a:fillRect/>
                </a:stretch>
              </p:blipFill>
              <p:spPr>
                <a:xfrm>
                  <a:off x="1762787" y="5679076"/>
                  <a:ext cx="424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5" name="墨迹 34">
                  <a:extLst>
                    <a:ext uri="{FF2B5EF4-FFF2-40B4-BE49-F238E27FC236}">
                      <a16:creationId xmlns:a16="http://schemas.microsoft.com/office/drawing/2014/main" id="{078248F4-88C6-C0EA-1FAD-E8B8B071DC62}"/>
                    </a:ext>
                  </a:extLst>
                </p14:cNvPr>
                <p14:cNvContentPartPr/>
                <p14:nvPr/>
              </p14:nvContentPartPr>
              <p14:xfrm>
                <a:off x="1701947" y="5822716"/>
                <a:ext cx="230040" cy="181800"/>
              </p14:xfrm>
            </p:contentPart>
          </mc:Choice>
          <mc:Fallback xmlns="">
            <p:pic>
              <p:nvPicPr>
                <p:cNvPr id="35" name="墨迹 34">
                  <a:extLst>
                    <a:ext uri="{FF2B5EF4-FFF2-40B4-BE49-F238E27FC236}">
                      <a16:creationId xmlns:a16="http://schemas.microsoft.com/office/drawing/2014/main" id="{078248F4-88C6-C0EA-1FAD-E8B8B071DC62}"/>
                    </a:ext>
                  </a:extLst>
                </p:cNvPr>
                <p:cNvPicPr/>
                <p:nvPr/>
              </p:nvPicPr>
              <p:blipFill>
                <a:blip r:embed="rId54"/>
                <a:stretch>
                  <a:fillRect/>
                </a:stretch>
              </p:blipFill>
              <p:spPr>
                <a:xfrm>
                  <a:off x="1684307" y="5805076"/>
                  <a:ext cx="265680" cy="217440"/>
                </a:xfrm>
                <a:prstGeom prst="rect">
                  <a:avLst/>
                </a:prstGeom>
              </p:spPr>
            </p:pic>
          </mc:Fallback>
        </mc:AlternateContent>
      </p:grpSp>
      <p:grpSp>
        <p:nvGrpSpPr>
          <p:cNvPr id="42" name="组合 41">
            <a:extLst>
              <a:ext uri="{FF2B5EF4-FFF2-40B4-BE49-F238E27FC236}">
                <a16:creationId xmlns:a16="http://schemas.microsoft.com/office/drawing/2014/main" id="{BF7B3976-6487-1CD2-2092-A676C011D3AC}"/>
              </a:ext>
            </a:extLst>
          </p:cNvPr>
          <p:cNvGrpSpPr/>
          <p:nvPr/>
        </p:nvGrpSpPr>
        <p:grpSpPr>
          <a:xfrm>
            <a:off x="2977787" y="5049076"/>
            <a:ext cx="759600" cy="954720"/>
            <a:chOff x="2977787" y="5049076"/>
            <a:chExt cx="759600" cy="954720"/>
          </a:xfrm>
        </p:grpSpPr>
        <mc:AlternateContent xmlns:mc="http://schemas.openxmlformats.org/markup-compatibility/2006" xmlns:p14="http://schemas.microsoft.com/office/powerpoint/2010/main">
          <mc:Choice Requires="p14">
            <p:contentPart p14:bwMode="auto" r:id="rId55">
              <p14:nvContentPartPr>
                <p14:cNvPr id="28" name="墨迹 27">
                  <a:extLst>
                    <a:ext uri="{FF2B5EF4-FFF2-40B4-BE49-F238E27FC236}">
                      <a16:creationId xmlns:a16="http://schemas.microsoft.com/office/drawing/2014/main" id="{1A74BE6F-799A-4692-8787-6E1DA6BD0E02}"/>
                    </a:ext>
                  </a:extLst>
                </p14:cNvPr>
                <p14:cNvContentPartPr/>
                <p14:nvPr/>
              </p14:nvContentPartPr>
              <p14:xfrm>
                <a:off x="2989667" y="5198476"/>
                <a:ext cx="354240" cy="238680"/>
              </p14:xfrm>
            </p:contentPart>
          </mc:Choice>
          <mc:Fallback xmlns="">
            <p:pic>
              <p:nvPicPr>
                <p:cNvPr id="28" name="墨迹 27">
                  <a:extLst>
                    <a:ext uri="{FF2B5EF4-FFF2-40B4-BE49-F238E27FC236}">
                      <a16:creationId xmlns:a16="http://schemas.microsoft.com/office/drawing/2014/main" id="{1A74BE6F-799A-4692-8787-6E1DA6BD0E02}"/>
                    </a:ext>
                  </a:extLst>
                </p:cNvPr>
                <p:cNvPicPr/>
                <p:nvPr/>
              </p:nvPicPr>
              <p:blipFill>
                <a:blip r:embed="rId56"/>
                <a:stretch>
                  <a:fillRect/>
                </a:stretch>
              </p:blipFill>
              <p:spPr>
                <a:xfrm>
                  <a:off x="2971667" y="5180836"/>
                  <a:ext cx="38988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29" name="墨迹 28">
                  <a:extLst>
                    <a:ext uri="{FF2B5EF4-FFF2-40B4-BE49-F238E27FC236}">
                      <a16:creationId xmlns:a16="http://schemas.microsoft.com/office/drawing/2014/main" id="{D0851D89-5A31-0282-4535-50E432395E7F}"/>
                    </a:ext>
                  </a:extLst>
                </p14:cNvPr>
                <p14:cNvContentPartPr/>
                <p14:nvPr/>
              </p14:nvContentPartPr>
              <p14:xfrm>
                <a:off x="3368747" y="5119276"/>
                <a:ext cx="24840" cy="358200"/>
              </p14:xfrm>
            </p:contentPart>
          </mc:Choice>
          <mc:Fallback xmlns="">
            <p:pic>
              <p:nvPicPr>
                <p:cNvPr id="29" name="墨迹 28">
                  <a:extLst>
                    <a:ext uri="{FF2B5EF4-FFF2-40B4-BE49-F238E27FC236}">
                      <a16:creationId xmlns:a16="http://schemas.microsoft.com/office/drawing/2014/main" id="{D0851D89-5A31-0282-4535-50E432395E7F}"/>
                    </a:ext>
                  </a:extLst>
                </p:cNvPr>
                <p:cNvPicPr/>
                <p:nvPr/>
              </p:nvPicPr>
              <p:blipFill>
                <a:blip r:embed="rId58"/>
                <a:stretch>
                  <a:fillRect/>
                </a:stretch>
              </p:blipFill>
              <p:spPr>
                <a:xfrm>
                  <a:off x="3350747" y="5101276"/>
                  <a:ext cx="60480" cy="39384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0" name="墨迹 29">
                  <a:extLst>
                    <a:ext uri="{FF2B5EF4-FFF2-40B4-BE49-F238E27FC236}">
                      <a16:creationId xmlns:a16="http://schemas.microsoft.com/office/drawing/2014/main" id="{1490203E-6CDD-7CA8-F65B-B1CA900A17C7}"/>
                    </a:ext>
                  </a:extLst>
                </p14:cNvPr>
                <p14:cNvContentPartPr/>
                <p14:nvPr/>
              </p14:nvContentPartPr>
              <p14:xfrm>
                <a:off x="3336347" y="5263636"/>
                <a:ext cx="160560" cy="176040"/>
              </p14:xfrm>
            </p:contentPart>
          </mc:Choice>
          <mc:Fallback xmlns="">
            <p:pic>
              <p:nvPicPr>
                <p:cNvPr id="30" name="墨迹 29">
                  <a:extLst>
                    <a:ext uri="{FF2B5EF4-FFF2-40B4-BE49-F238E27FC236}">
                      <a16:creationId xmlns:a16="http://schemas.microsoft.com/office/drawing/2014/main" id="{1490203E-6CDD-7CA8-F65B-B1CA900A17C7}"/>
                    </a:ext>
                  </a:extLst>
                </p:cNvPr>
                <p:cNvPicPr/>
                <p:nvPr/>
              </p:nvPicPr>
              <p:blipFill>
                <a:blip r:embed="rId60"/>
                <a:stretch>
                  <a:fillRect/>
                </a:stretch>
              </p:blipFill>
              <p:spPr>
                <a:xfrm>
                  <a:off x="3318347" y="5245636"/>
                  <a:ext cx="19620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1" name="墨迹 30">
                  <a:extLst>
                    <a:ext uri="{FF2B5EF4-FFF2-40B4-BE49-F238E27FC236}">
                      <a16:creationId xmlns:a16="http://schemas.microsoft.com/office/drawing/2014/main" id="{302A0BB7-E0BB-0E85-746F-5426B625EFCF}"/>
                    </a:ext>
                  </a:extLst>
                </p14:cNvPr>
                <p14:cNvContentPartPr/>
                <p14:nvPr/>
              </p14:nvContentPartPr>
              <p14:xfrm>
                <a:off x="3512027" y="5389636"/>
                <a:ext cx="225360" cy="158040"/>
              </p14:xfrm>
            </p:contentPart>
          </mc:Choice>
          <mc:Fallback xmlns="">
            <p:pic>
              <p:nvPicPr>
                <p:cNvPr id="31" name="墨迹 30">
                  <a:extLst>
                    <a:ext uri="{FF2B5EF4-FFF2-40B4-BE49-F238E27FC236}">
                      <a16:creationId xmlns:a16="http://schemas.microsoft.com/office/drawing/2014/main" id="{302A0BB7-E0BB-0E85-746F-5426B625EFCF}"/>
                    </a:ext>
                  </a:extLst>
                </p:cNvPr>
                <p:cNvPicPr/>
                <p:nvPr/>
              </p:nvPicPr>
              <p:blipFill>
                <a:blip r:embed="rId62"/>
                <a:stretch>
                  <a:fillRect/>
                </a:stretch>
              </p:blipFill>
              <p:spPr>
                <a:xfrm>
                  <a:off x="3494387" y="5371636"/>
                  <a:ext cx="261000" cy="19368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2" name="墨迹 31">
                  <a:extLst>
                    <a:ext uri="{FF2B5EF4-FFF2-40B4-BE49-F238E27FC236}">
                      <a16:creationId xmlns:a16="http://schemas.microsoft.com/office/drawing/2014/main" id="{E85F013F-0306-B318-46BD-75287365629B}"/>
                    </a:ext>
                  </a:extLst>
                </p14:cNvPr>
                <p14:cNvContentPartPr/>
                <p14:nvPr/>
              </p14:nvContentPartPr>
              <p14:xfrm>
                <a:off x="2977787" y="5049076"/>
                <a:ext cx="630360" cy="10440"/>
              </p14:xfrm>
            </p:contentPart>
          </mc:Choice>
          <mc:Fallback xmlns="">
            <p:pic>
              <p:nvPicPr>
                <p:cNvPr id="32" name="墨迹 31">
                  <a:extLst>
                    <a:ext uri="{FF2B5EF4-FFF2-40B4-BE49-F238E27FC236}">
                      <a16:creationId xmlns:a16="http://schemas.microsoft.com/office/drawing/2014/main" id="{E85F013F-0306-B318-46BD-75287365629B}"/>
                    </a:ext>
                  </a:extLst>
                </p:cNvPr>
                <p:cNvPicPr/>
                <p:nvPr/>
              </p:nvPicPr>
              <p:blipFill>
                <a:blip r:embed="rId64"/>
                <a:stretch>
                  <a:fillRect/>
                </a:stretch>
              </p:blipFill>
              <p:spPr>
                <a:xfrm>
                  <a:off x="2959787" y="5031436"/>
                  <a:ext cx="6660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8" name="墨迹 37">
                  <a:extLst>
                    <a:ext uri="{FF2B5EF4-FFF2-40B4-BE49-F238E27FC236}">
                      <a16:creationId xmlns:a16="http://schemas.microsoft.com/office/drawing/2014/main" id="{97F40A48-61E5-BD57-E17F-CC5F19B2FE5D}"/>
                    </a:ext>
                  </a:extLst>
                </p14:cNvPr>
                <p14:cNvContentPartPr/>
                <p14:nvPr/>
              </p14:nvContentPartPr>
              <p14:xfrm>
                <a:off x="3271907" y="5624716"/>
                <a:ext cx="18720" cy="144720"/>
              </p14:xfrm>
            </p:contentPart>
          </mc:Choice>
          <mc:Fallback xmlns="">
            <p:pic>
              <p:nvPicPr>
                <p:cNvPr id="38" name="墨迹 37">
                  <a:extLst>
                    <a:ext uri="{FF2B5EF4-FFF2-40B4-BE49-F238E27FC236}">
                      <a16:creationId xmlns:a16="http://schemas.microsoft.com/office/drawing/2014/main" id="{97F40A48-61E5-BD57-E17F-CC5F19B2FE5D}"/>
                    </a:ext>
                  </a:extLst>
                </p:cNvPr>
                <p:cNvPicPr/>
                <p:nvPr/>
              </p:nvPicPr>
              <p:blipFill>
                <a:blip r:embed="rId66"/>
                <a:stretch>
                  <a:fillRect/>
                </a:stretch>
              </p:blipFill>
              <p:spPr>
                <a:xfrm>
                  <a:off x="3254267" y="5606716"/>
                  <a:ext cx="54360" cy="1803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9" name="墨迹 38">
                  <a:extLst>
                    <a:ext uri="{FF2B5EF4-FFF2-40B4-BE49-F238E27FC236}">
                      <a16:creationId xmlns:a16="http://schemas.microsoft.com/office/drawing/2014/main" id="{44DD7FB8-4F32-5C7B-B794-F4EEB23F75C8}"/>
                    </a:ext>
                  </a:extLst>
                </p14:cNvPr>
                <p14:cNvContentPartPr/>
                <p14:nvPr/>
              </p14:nvContentPartPr>
              <p14:xfrm>
                <a:off x="3325547" y="5618596"/>
                <a:ext cx="92160" cy="234720"/>
              </p14:xfrm>
            </p:contentPart>
          </mc:Choice>
          <mc:Fallback xmlns="">
            <p:pic>
              <p:nvPicPr>
                <p:cNvPr id="39" name="墨迹 38">
                  <a:extLst>
                    <a:ext uri="{FF2B5EF4-FFF2-40B4-BE49-F238E27FC236}">
                      <a16:creationId xmlns:a16="http://schemas.microsoft.com/office/drawing/2014/main" id="{44DD7FB8-4F32-5C7B-B794-F4EEB23F75C8}"/>
                    </a:ext>
                  </a:extLst>
                </p:cNvPr>
                <p:cNvPicPr/>
                <p:nvPr/>
              </p:nvPicPr>
              <p:blipFill>
                <a:blip r:embed="rId68"/>
                <a:stretch>
                  <a:fillRect/>
                </a:stretch>
              </p:blipFill>
              <p:spPr>
                <a:xfrm>
                  <a:off x="3307547" y="5600596"/>
                  <a:ext cx="127800" cy="27036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0" name="墨迹 39">
                  <a:extLst>
                    <a:ext uri="{FF2B5EF4-FFF2-40B4-BE49-F238E27FC236}">
                      <a16:creationId xmlns:a16="http://schemas.microsoft.com/office/drawing/2014/main" id="{5ECDB6AF-ABD4-28FC-E20B-E73AADFFE618}"/>
                    </a:ext>
                  </a:extLst>
                </p14:cNvPr>
                <p14:cNvContentPartPr/>
                <p14:nvPr/>
              </p14:nvContentPartPr>
              <p14:xfrm>
                <a:off x="3264707" y="5827036"/>
                <a:ext cx="145440" cy="176760"/>
              </p14:xfrm>
            </p:contentPart>
          </mc:Choice>
          <mc:Fallback xmlns="">
            <p:pic>
              <p:nvPicPr>
                <p:cNvPr id="40" name="墨迹 39">
                  <a:extLst>
                    <a:ext uri="{FF2B5EF4-FFF2-40B4-BE49-F238E27FC236}">
                      <a16:creationId xmlns:a16="http://schemas.microsoft.com/office/drawing/2014/main" id="{5ECDB6AF-ABD4-28FC-E20B-E73AADFFE618}"/>
                    </a:ext>
                  </a:extLst>
                </p:cNvPr>
                <p:cNvPicPr/>
                <p:nvPr/>
              </p:nvPicPr>
              <p:blipFill>
                <a:blip r:embed="rId70"/>
                <a:stretch>
                  <a:fillRect/>
                </a:stretch>
              </p:blipFill>
              <p:spPr>
                <a:xfrm>
                  <a:off x="3247067" y="5809036"/>
                  <a:ext cx="181080" cy="212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1">
            <p14:nvContentPartPr>
              <p14:cNvPr id="41" name="墨迹 40">
                <a:extLst>
                  <a:ext uri="{FF2B5EF4-FFF2-40B4-BE49-F238E27FC236}">
                    <a16:creationId xmlns:a16="http://schemas.microsoft.com/office/drawing/2014/main" id="{4E0C296B-7B79-1273-F850-84720F5DE910}"/>
                  </a:ext>
                </a:extLst>
              </p14:cNvPr>
              <p14:cNvContentPartPr/>
              <p14:nvPr/>
            </p14:nvContentPartPr>
            <p14:xfrm>
              <a:off x="1154747" y="6153916"/>
              <a:ext cx="2095200" cy="55440"/>
            </p14:xfrm>
          </p:contentPart>
        </mc:Choice>
        <mc:Fallback xmlns="">
          <p:pic>
            <p:nvPicPr>
              <p:cNvPr id="41" name="墨迹 40">
                <a:extLst>
                  <a:ext uri="{FF2B5EF4-FFF2-40B4-BE49-F238E27FC236}">
                    <a16:creationId xmlns:a16="http://schemas.microsoft.com/office/drawing/2014/main" id="{4E0C296B-7B79-1273-F850-84720F5DE910}"/>
                  </a:ext>
                </a:extLst>
              </p:cNvPr>
              <p:cNvPicPr/>
              <p:nvPr/>
            </p:nvPicPr>
            <p:blipFill>
              <a:blip r:embed="rId72"/>
              <a:stretch>
                <a:fillRect/>
              </a:stretch>
            </p:blipFill>
            <p:spPr>
              <a:xfrm>
                <a:off x="1137107" y="6136276"/>
                <a:ext cx="213084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3" name="墨迹 42">
                <a:extLst>
                  <a:ext uri="{FF2B5EF4-FFF2-40B4-BE49-F238E27FC236}">
                    <a16:creationId xmlns:a16="http://schemas.microsoft.com/office/drawing/2014/main" id="{71773622-FBBA-7ECD-B930-64CBB3F235A0}"/>
                  </a:ext>
                </a:extLst>
              </p14:cNvPr>
              <p14:cNvContentPartPr/>
              <p14:nvPr/>
            </p14:nvContentPartPr>
            <p14:xfrm>
              <a:off x="5597840" y="2367040"/>
              <a:ext cx="243720" cy="20880"/>
            </p14:xfrm>
          </p:contentPart>
        </mc:Choice>
        <mc:Fallback xmlns="">
          <p:pic>
            <p:nvPicPr>
              <p:cNvPr id="43" name="墨迹 42">
                <a:extLst>
                  <a:ext uri="{FF2B5EF4-FFF2-40B4-BE49-F238E27FC236}">
                    <a16:creationId xmlns:a16="http://schemas.microsoft.com/office/drawing/2014/main" id="{71773622-FBBA-7ECD-B930-64CBB3F235A0}"/>
                  </a:ext>
                </a:extLst>
              </p:cNvPr>
              <p:cNvPicPr/>
              <p:nvPr/>
            </p:nvPicPr>
            <p:blipFill>
              <a:blip r:embed="rId74"/>
              <a:stretch>
                <a:fillRect/>
              </a:stretch>
            </p:blipFill>
            <p:spPr>
              <a:xfrm>
                <a:off x="5580200" y="2349040"/>
                <a:ext cx="279360" cy="565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44" name="墨迹 43">
                <a:extLst>
                  <a:ext uri="{FF2B5EF4-FFF2-40B4-BE49-F238E27FC236}">
                    <a16:creationId xmlns:a16="http://schemas.microsoft.com/office/drawing/2014/main" id="{A5B0F558-794D-7BCB-3E48-402B4117DB00}"/>
                  </a:ext>
                </a:extLst>
              </p14:cNvPr>
              <p14:cNvContentPartPr/>
              <p14:nvPr/>
            </p14:nvContentPartPr>
            <p14:xfrm>
              <a:off x="5811320" y="2001280"/>
              <a:ext cx="226800" cy="10800"/>
            </p14:xfrm>
          </p:contentPart>
        </mc:Choice>
        <mc:Fallback xmlns="">
          <p:pic>
            <p:nvPicPr>
              <p:cNvPr id="44" name="墨迹 43">
                <a:extLst>
                  <a:ext uri="{FF2B5EF4-FFF2-40B4-BE49-F238E27FC236}">
                    <a16:creationId xmlns:a16="http://schemas.microsoft.com/office/drawing/2014/main" id="{A5B0F558-794D-7BCB-3E48-402B4117DB00}"/>
                  </a:ext>
                </a:extLst>
              </p:cNvPr>
              <p:cNvPicPr/>
              <p:nvPr/>
            </p:nvPicPr>
            <p:blipFill>
              <a:blip r:embed="rId76"/>
              <a:stretch>
                <a:fillRect/>
              </a:stretch>
            </p:blipFill>
            <p:spPr>
              <a:xfrm>
                <a:off x="5793680" y="1983280"/>
                <a:ext cx="26244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5" name="墨迹 44">
                <a:extLst>
                  <a:ext uri="{FF2B5EF4-FFF2-40B4-BE49-F238E27FC236}">
                    <a16:creationId xmlns:a16="http://schemas.microsoft.com/office/drawing/2014/main" id="{51C9149D-B2D7-176B-1DB5-A1353FAD39AB}"/>
                  </a:ext>
                </a:extLst>
              </p14:cNvPr>
              <p14:cNvContentPartPr/>
              <p14:nvPr/>
            </p14:nvContentPartPr>
            <p14:xfrm>
              <a:off x="8290640" y="2301880"/>
              <a:ext cx="249480" cy="9360"/>
            </p14:xfrm>
          </p:contentPart>
        </mc:Choice>
        <mc:Fallback xmlns="">
          <p:pic>
            <p:nvPicPr>
              <p:cNvPr id="45" name="墨迹 44">
                <a:extLst>
                  <a:ext uri="{FF2B5EF4-FFF2-40B4-BE49-F238E27FC236}">
                    <a16:creationId xmlns:a16="http://schemas.microsoft.com/office/drawing/2014/main" id="{51C9149D-B2D7-176B-1DB5-A1353FAD39AB}"/>
                  </a:ext>
                </a:extLst>
              </p:cNvPr>
              <p:cNvPicPr/>
              <p:nvPr/>
            </p:nvPicPr>
            <p:blipFill>
              <a:blip r:embed="rId78"/>
              <a:stretch>
                <a:fillRect/>
              </a:stretch>
            </p:blipFill>
            <p:spPr>
              <a:xfrm>
                <a:off x="8272640" y="2284240"/>
                <a:ext cx="28512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37" name="墨迹 36">
                <a:extLst>
                  <a:ext uri="{FF2B5EF4-FFF2-40B4-BE49-F238E27FC236}">
                    <a16:creationId xmlns:a16="http://schemas.microsoft.com/office/drawing/2014/main" id="{45702DD4-1C36-56DA-BA53-81C3AF279A06}"/>
                  </a:ext>
                </a:extLst>
              </p14:cNvPr>
              <p14:cNvContentPartPr/>
              <p14:nvPr/>
            </p14:nvContentPartPr>
            <p14:xfrm>
              <a:off x="195206" y="1077238"/>
              <a:ext cx="3960" cy="360"/>
            </p14:xfrm>
          </p:contentPart>
        </mc:Choice>
        <mc:Fallback xmlns="">
          <p:pic>
            <p:nvPicPr>
              <p:cNvPr id="37" name="墨迹 36">
                <a:extLst>
                  <a:ext uri="{FF2B5EF4-FFF2-40B4-BE49-F238E27FC236}">
                    <a16:creationId xmlns:a16="http://schemas.microsoft.com/office/drawing/2014/main" id="{45702DD4-1C36-56DA-BA53-81C3AF279A06}"/>
                  </a:ext>
                </a:extLst>
              </p:cNvPr>
              <p:cNvPicPr/>
              <p:nvPr/>
            </p:nvPicPr>
            <p:blipFill>
              <a:blip r:embed="rId80"/>
              <a:stretch>
                <a:fillRect/>
              </a:stretch>
            </p:blipFill>
            <p:spPr>
              <a:xfrm>
                <a:off x="177566" y="1059238"/>
                <a:ext cx="39600" cy="36000"/>
              </a:xfrm>
              <a:prstGeom prst="rect">
                <a:avLst/>
              </a:prstGeom>
            </p:spPr>
          </p:pic>
        </mc:Fallback>
      </mc:AlternateContent>
    </p:spTree>
  </p:cSld>
  <p:clrMapOvr>
    <a:masterClrMapping/>
  </p:clrMapOvr>
  <p:transition spd="med">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ext Box 2"/>
          <p:cNvSpPr txBox="1"/>
          <p:nvPr/>
        </p:nvSpPr>
        <p:spPr>
          <a:xfrm>
            <a:off x="1187450" y="1268413"/>
            <a:ext cx="5689600" cy="457200"/>
          </a:xfrm>
          <a:prstGeom prst="rect">
            <a:avLst/>
          </a:prstGeom>
          <a:noFill/>
          <a:ln w="9525">
            <a:noFill/>
          </a:ln>
        </p:spPr>
        <p:txBody>
          <a:bodyPr anchor="t" anchorCtr="0">
            <a:spAutoFit/>
          </a:bodyPr>
          <a:lstStyle/>
          <a:p>
            <a:pPr>
              <a:spcBef>
                <a:spcPct val="50000"/>
              </a:spcBef>
            </a:pPr>
            <a:endParaRPr lang="zh-CN" altLang="zh-CN" sz="2400" dirty="0">
              <a:latin typeface="Tahoma" panose="020B0604030504040204" pitchFamily="34" charset="0"/>
              <a:ea typeface="宋体" panose="02010600030101010101" pitchFamily="2" charset="-122"/>
            </a:endParaRPr>
          </a:p>
        </p:txBody>
      </p:sp>
      <p:sp>
        <p:nvSpPr>
          <p:cNvPr id="313347" name="Rectangle 3"/>
          <p:cNvSpPr>
            <a:spLocks noGrp="1"/>
          </p:cNvSpPr>
          <p:nvPr>
            <p:ph/>
          </p:nvPr>
        </p:nvSpPr>
        <p:spPr>
          <a:xfrm>
            <a:off x="-8275" y="177868"/>
            <a:ext cx="7993062" cy="4321175"/>
          </a:xfrm>
        </p:spPr>
        <p:txBody>
          <a:bodyPr vert="horz" wrap="square" lIns="91440" tIns="45720" rIns="91440" bIns="45720" anchor="t" anchorCtr="0"/>
          <a:lstStyle/>
          <a:p>
            <a:pPr algn="just" eaLnBrk="1" hangingPunct="1">
              <a:buNone/>
            </a:pPr>
            <a:r>
              <a:rPr lang="zh-CN" altLang="en-US" b="1" dirty="0">
                <a:solidFill>
                  <a:schemeClr val="accent2"/>
                </a:solidFill>
              </a:rPr>
              <a:t>（</a:t>
            </a:r>
            <a:r>
              <a:rPr lang="en-US" altLang="zh-CN" b="1" dirty="0">
                <a:solidFill>
                  <a:schemeClr val="accent2"/>
                </a:solidFill>
                <a:latin typeface="楷体_GB2312" panose="02010609030101010101" pitchFamily="49" charset="-122"/>
                <a:ea typeface="楷体_GB2312" panose="02010609030101010101" pitchFamily="49" charset="-122"/>
              </a:rPr>
              <a:t>3</a:t>
            </a:r>
            <a:r>
              <a:rPr lang="zh-CN" altLang="en-US" b="1" dirty="0">
                <a:solidFill>
                  <a:schemeClr val="accent2"/>
                </a:solidFill>
                <a:latin typeface="楷体_GB2312" panose="02010609030101010101" pitchFamily="49" charset="-122"/>
                <a:ea typeface="楷体_GB2312" panose="02010609030101010101" pitchFamily="49" charset="-122"/>
              </a:rPr>
              <a:t>）</a:t>
            </a:r>
            <a:r>
              <a:rPr lang="en-US" altLang="zh-CN" b="1" dirty="0">
                <a:solidFill>
                  <a:schemeClr val="accent2"/>
                </a:solidFill>
                <a:latin typeface="楷体_GB2312" panose="02010609030101010101" pitchFamily="49" charset="-122"/>
                <a:ea typeface="楷体_GB2312" panose="02010609030101010101" pitchFamily="49" charset="-122"/>
              </a:rPr>
              <a:t>D/A</a:t>
            </a:r>
            <a:r>
              <a:rPr lang="zh-CN" altLang="en-US" b="1" dirty="0">
                <a:solidFill>
                  <a:schemeClr val="accent2"/>
                </a:solidFill>
                <a:latin typeface="楷体_GB2312" panose="02010609030101010101" pitchFamily="49" charset="-122"/>
                <a:ea typeface="楷体_GB2312" panose="02010609030101010101" pitchFamily="49" charset="-122"/>
              </a:rPr>
              <a:t>转换器的输出电路</a:t>
            </a:r>
          </a:p>
          <a:p>
            <a:pPr algn="just" eaLnBrk="1" hangingPunct="1">
              <a:buNone/>
            </a:pPr>
            <a:r>
              <a:rPr lang="zh-CN" altLang="en-US" b="1" dirty="0">
                <a:solidFill>
                  <a:schemeClr val="tx2"/>
                </a:solidFill>
                <a:latin typeface="楷体_GB2312" panose="02010609030101010101" pitchFamily="49" charset="-122"/>
                <a:ea typeface="楷体_GB2312" panose="02010609030101010101" pitchFamily="49" charset="-122"/>
              </a:rPr>
              <a:t>① 单极性输出</a:t>
            </a:r>
          </a:p>
          <a:p>
            <a:pPr algn="just" eaLnBrk="1" hangingPunct="1">
              <a:buNone/>
            </a:pPr>
            <a:endParaRPr lang="en-US" altLang="zh-CN" b="1" dirty="0">
              <a:solidFill>
                <a:schemeClr val="tx2"/>
              </a:solidFill>
              <a:latin typeface="楷体_GB2312" panose="02010609030101010101" pitchFamily="49" charset="-122"/>
              <a:ea typeface="楷体_GB2312" panose="02010609030101010101" pitchFamily="49" charset="-122"/>
            </a:endParaRPr>
          </a:p>
        </p:txBody>
      </p:sp>
      <p:pic>
        <p:nvPicPr>
          <p:cNvPr id="313348" name="Picture 4" descr="S)LF0D3RZ07FJ96698N12XK"/>
          <p:cNvPicPr>
            <a:picLocks noChangeAspect="1"/>
          </p:cNvPicPr>
          <p:nvPr/>
        </p:nvPicPr>
        <p:blipFill>
          <a:blip r:embed="rId2"/>
          <a:stretch>
            <a:fillRect/>
          </a:stretch>
        </p:blipFill>
        <p:spPr>
          <a:xfrm>
            <a:off x="179512" y="1321594"/>
            <a:ext cx="3168650" cy="808037"/>
          </a:xfrm>
          <a:prstGeom prst="rect">
            <a:avLst/>
          </a:prstGeom>
          <a:solidFill>
            <a:srgbClr val="CCFFFF"/>
          </a:solidFill>
          <a:ln w="9525">
            <a:noFill/>
          </a:ln>
        </p:spPr>
      </p:pic>
      <p:pic>
        <p:nvPicPr>
          <p:cNvPr id="2" name="图片 1"/>
          <p:cNvPicPr>
            <a:picLocks noChangeAspect="1"/>
          </p:cNvPicPr>
          <p:nvPr/>
        </p:nvPicPr>
        <p:blipFill>
          <a:blip r:embed="rId3"/>
          <a:stretch>
            <a:fillRect/>
          </a:stretch>
        </p:blipFill>
        <p:spPr>
          <a:xfrm>
            <a:off x="5364088" y="177868"/>
            <a:ext cx="3684838" cy="3249540"/>
          </a:xfrm>
          <a:prstGeom prst="rect">
            <a:avLst/>
          </a:prstGeom>
        </p:spPr>
      </p:pic>
      <p:pic>
        <p:nvPicPr>
          <p:cNvPr id="26634" name="图片 26633" descr="图形用户界面, 文本, 应用程序, 电子邮件&#10;&#10;AI 生成的内容可能不正确。">
            <a:extLst>
              <a:ext uri="{FF2B5EF4-FFF2-40B4-BE49-F238E27FC236}">
                <a16:creationId xmlns:a16="http://schemas.microsoft.com/office/drawing/2014/main" id="{4CF70D91-39C5-9DD7-CCC0-EE253DC58F5B}"/>
              </a:ext>
            </a:extLst>
          </p:cNvPr>
          <p:cNvPicPr>
            <a:picLocks noChangeAspect="1"/>
          </p:cNvPicPr>
          <p:nvPr/>
        </p:nvPicPr>
        <p:blipFill>
          <a:blip r:embed="rId4"/>
          <a:stretch>
            <a:fillRect/>
          </a:stretch>
        </p:blipFill>
        <p:spPr>
          <a:xfrm>
            <a:off x="150159" y="2338455"/>
            <a:ext cx="5112449" cy="4135681"/>
          </a:xfrm>
          <a:prstGeom prst="rect">
            <a:avLst/>
          </a:prstGeom>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3347"/>
                                        </p:tgtEl>
                                        <p:attrNameLst>
                                          <p:attrName>style.visibility</p:attrName>
                                        </p:attrNameLst>
                                      </p:cBhvr>
                                      <p:to>
                                        <p:strVal val="visible"/>
                                      </p:to>
                                    </p:set>
                                    <p:anim calcmode="lin" valueType="num">
                                      <p:cBhvr additive="base">
                                        <p:cTn id="7" dur="500" fill="hold"/>
                                        <p:tgtEl>
                                          <p:spTgt spid="313347"/>
                                        </p:tgtEl>
                                        <p:attrNameLst>
                                          <p:attrName>ppt_x</p:attrName>
                                        </p:attrNameLst>
                                      </p:cBhvr>
                                      <p:tavLst>
                                        <p:tav tm="0">
                                          <p:val>
                                            <p:strVal val="#ppt_x"/>
                                          </p:val>
                                        </p:tav>
                                        <p:tav tm="100000">
                                          <p:val>
                                            <p:strVal val="#ppt_x"/>
                                          </p:val>
                                        </p:tav>
                                      </p:tavLst>
                                    </p:anim>
                                    <p:anim calcmode="lin" valueType="num">
                                      <p:cBhvr additive="base">
                                        <p:cTn id="8" dur="500" fill="hold"/>
                                        <p:tgtEl>
                                          <p:spTgt spid="3133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nodeType="clickEffect">
                                  <p:stCondLst>
                                    <p:cond delay="0"/>
                                  </p:stCondLst>
                                  <p:childTnLst>
                                    <p:set>
                                      <p:cBhvr>
                                        <p:cTn id="12" dur="1" fill="hold">
                                          <p:stCondLst>
                                            <p:cond delay="0"/>
                                          </p:stCondLst>
                                        </p:cTn>
                                        <p:tgtEl>
                                          <p:spTgt spid="313348"/>
                                        </p:tgtEl>
                                        <p:attrNameLst>
                                          <p:attrName>style.visibility</p:attrName>
                                        </p:attrNameLst>
                                      </p:cBhvr>
                                      <p:to>
                                        <p:strVal val="visible"/>
                                      </p:to>
                                    </p:set>
                                    <p:animEffect transition="in" filter="checkerboard(across)">
                                      <p:cBhvr>
                                        <p:cTn id="13" dur="500"/>
                                        <p:tgtEl>
                                          <p:spTgt spid="313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4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Rectangle 2"/>
          <p:cNvSpPr>
            <a:spLocks noGrp="1"/>
          </p:cNvSpPr>
          <p:nvPr>
            <p:ph/>
          </p:nvPr>
        </p:nvSpPr>
        <p:spPr>
          <a:xfrm>
            <a:off x="35496" y="126892"/>
            <a:ext cx="7548562" cy="4659313"/>
          </a:xfrm>
        </p:spPr>
        <p:txBody>
          <a:bodyPr vert="horz" wrap="square" lIns="91440" tIns="45720" rIns="91440" bIns="45720" anchor="t" anchorCtr="0"/>
          <a:lstStyle/>
          <a:p>
            <a:pPr algn="just" eaLnBrk="1" hangingPunct="1">
              <a:buNone/>
            </a:pPr>
            <a:r>
              <a:rPr lang="en-US" altLang="zh-CN" b="1" dirty="0">
                <a:solidFill>
                  <a:schemeClr val="accent2"/>
                </a:solidFill>
                <a:latin typeface="楷体_GB2312" panose="02010609030101010101" pitchFamily="49" charset="-122"/>
                <a:ea typeface="楷体_GB2312" panose="02010609030101010101" pitchFamily="49" charset="-122"/>
              </a:rPr>
              <a:t>②</a:t>
            </a:r>
            <a:r>
              <a:rPr lang="zh-CN" altLang="en-US" b="1" dirty="0">
                <a:solidFill>
                  <a:schemeClr val="accent2"/>
                </a:solidFill>
                <a:latin typeface="楷体_GB2312" panose="02010609030101010101" pitchFamily="49" charset="-122"/>
                <a:ea typeface="楷体_GB2312" panose="02010609030101010101" pitchFamily="49" charset="-122"/>
              </a:rPr>
              <a:t>双极性输出</a:t>
            </a:r>
          </a:p>
          <a:p>
            <a:pPr algn="just" eaLnBrk="1" hangingPunct="1">
              <a:buNone/>
            </a:pPr>
            <a:r>
              <a:rPr lang="zh-CN" altLang="en-US" b="1" dirty="0">
                <a:latin typeface="楷体_GB2312" panose="02010609030101010101" pitchFamily="49" charset="-122"/>
                <a:ea typeface="楷体_GB2312" panose="02010609030101010101" pitchFamily="49" charset="-122"/>
              </a:rPr>
              <a:t>          </a:t>
            </a:r>
          </a:p>
          <a:p>
            <a:pPr algn="just" eaLnBrk="1" hangingPunct="1">
              <a:buNone/>
            </a:pPr>
            <a:r>
              <a:rPr lang="zh-CN" altLang="en-US" b="1" dirty="0">
                <a:latin typeface="楷体_GB2312" panose="02010609030101010101" pitchFamily="49" charset="-122"/>
                <a:ea typeface="楷体_GB2312" panose="02010609030101010101" pitchFamily="49" charset="-122"/>
              </a:rPr>
              <a:t>              </a:t>
            </a:r>
          </a:p>
        </p:txBody>
      </p:sp>
      <p:pic>
        <p:nvPicPr>
          <p:cNvPr id="314372" name="Picture 4"/>
          <p:cNvPicPr>
            <a:picLocks noChangeAspect="1"/>
          </p:cNvPicPr>
          <p:nvPr/>
        </p:nvPicPr>
        <p:blipFill>
          <a:blip r:embed="rId2"/>
          <a:stretch>
            <a:fillRect/>
          </a:stretch>
        </p:blipFill>
        <p:spPr>
          <a:xfrm>
            <a:off x="35496" y="692696"/>
            <a:ext cx="3276600" cy="857250"/>
          </a:xfrm>
          <a:prstGeom prst="rect">
            <a:avLst/>
          </a:prstGeom>
          <a:noFill/>
          <a:ln w="9525">
            <a:noFill/>
          </a:ln>
        </p:spPr>
      </p:pic>
      <p:sp>
        <p:nvSpPr>
          <p:cNvPr id="314377" name="Rectangle 9"/>
          <p:cNvSpPr/>
          <p:nvPr/>
        </p:nvSpPr>
        <p:spPr>
          <a:xfrm>
            <a:off x="197793" y="1701103"/>
            <a:ext cx="2952006" cy="991362"/>
          </a:xfrm>
          <a:prstGeom prst="rect">
            <a:avLst/>
          </a:prstGeom>
          <a:noFill/>
          <a:ln w="9525">
            <a:noFill/>
          </a:ln>
        </p:spPr>
        <p:txBody>
          <a:bodyPr wrap="square" anchor="t" anchorCtr="0">
            <a:spAutoFit/>
          </a:bodyPr>
          <a:lstStyle/>
          <a:p>
            <a:pPr>
              <a:lnSpc>
                <a:spcPct val="145000"/>
              </a:lnSpc>
            </a:pPr>
            <a:r>
              <a:rPr lang="zh-CN" altLang="en-US" sz="1400" b="1" dirty="0">
                <a:latin typeface="宋体" panose="02010600030101010101" pitchFamily="2" charset="-122"/>
                <a:ea typeface="宋体" panose="02010600030101010101" pitchFamily="2" charset="-122"/>
              </a:rPr>
              <a:t>当</a:t>
            </a:r>
            <a:r>
              <a:rPr lang="en-US" altLang="zh-CN" sz="1400" b="1" dirty="0">
                <a:ea typeface="宋体" panose="02010600030101010101" pitchFamily="2" charset="-122"/>
              </a:rPr>
              <a:t>D</a:t>
            </a:r>
            <a:r>
              <a:rPr lang="zh-CN" altLang="en-US" sz="1400" b="1" dirty="0">
                <a:latin typeface="宋体" panose="02010600030101010101" pitchFamily="2" charset="-122"/>
                <a:ea typeface="宋体" panose="02010600030101010101" pitchFamily="2" charset="-122"/>
              </a:rPr>
              <a:t>＝</a:t>
            </a:r>
            <a:r>
              <a:rPr lang="en-US" altLang="zh-CN" sz="1400" b="1" dirty="0">
                <a:ea typeface="宋体" panose="02010600030101010101" pitchFamily="2" charset="-122"/>
              </a:rPr>
              <a:t>0</a:t>
            </a:r>
            <a:r>
              <a:rPr lang="zh-CN" altLang="en-US" sz="1400" b="1" dirty="0">
                <a:latin typeface="宋体" panose="02010600030101010101" pitchFamily="2" charset="-122"/>
                <a:ea typeface="宋体" panose="02010600030101010101" pitchFamily="2" charset="-122"/>
              </a:rPr>
              <a:t>， </a:t>
            </a:r>
            <a:r>
              <a:rPr lang="en-US" altLang="zh-CN" sz="1400" b="1" dirty="0">
                <a:ea typeface="宋体" panose="02010600030101010101" pitchFamily="2" charset="-122"/>
              </a:rPr>
              <a:t>V</a:t>
            </a:r>
            <a:r>
              <a:rPr lang="en-US" altLang="zh-CN" sz="1400" b="1" baseline="-30000" dirty="0">
                <a:ea typeface="宋体" panose="02010600030101010101" pitchFamily="2" charset="-122"/>
              </a:rPr>
              <a:t>OUT2</a:t>
            </a:r>
            <a:r>
              <a:rPr lang="en-US" altLang="zh-CN" sz="1400" b="1" dirty="0">
                <a:ea typeface="宋体" panose="02010600030101010101" pitchFamily="2" charset="-122"/>
              </a:rPr>
              <a:t>= </a:t>
            </a:r>
            <a:r>
              <a:rPr lang="zh-CN" altLang="en-US" sz="1400" b="1" dirty="0">
                <a:latin typeface="宋体" panose="02010600030101010101" pitchFamily="2" charset="-122"/>
                <a:ea typeface="宋体" panose="02010600030101010101" pitchFamily="2" charset="-122"/>
              </a:rPr>
              <a:t>－</a:t>
            </a:r>
            <a:r>
              <a:rPr lang="en-US" altLang="zh-CN" sz="1400" b="1" dirty="0">
                <a:ea typeface="宋体" panose="02010600030101010101" pitchFamily="2" charset="-122"/>
              </a:rPr>
              <a:t>V</a:t>
            </a:r>
            <a:r>
              <a:rPr lang="en-US" altLang="zh-CN" sz="1400" b="1" baseline="-30000" dirty="0">
                <a:ea typeface="宋体" panose="02010600030101010101" pitchFamily="2" charset="-122"/>
              </a:rPr>
              <a:t>REF</a:t>
            </a:r>
            <a:endParaRPr lang="en-US" altLang="zh-CN" sz="1400" b="1" dirty="0">
              <a:latin typeface="宋体" panose="02010600030101010101" pitchFamily="2" charset="-122"/>
              <a:ea typeface="宋体" panose="02010600030101010101" pitchFamily="2" charset="-122"/>
            </a:endParaRPr>
          </a:p>
          <a:p>
            <a:pPr>
              <a:lnSpc>
                <a:spcPct val="145000"/>
              </a:lnSpc>
            </a:pPr>
            <a:r>
              <a:rPr lang="zh-CN" altLang="en-US" sz="1400" b="1" dirty="0">
                <a:latin typeface="宋体" panose="02010600030101010101" pitchFamily="2" charset="-122"/>
                <a:ea typeface="宋体" panose="02010600030101010101" pitchFamily="2" charset="-122"/>
              </a:rPr>
              <a:t>当</a:t>
            </a:r>
            <a:r>
              <a:rPr lang="en-US" altLang="zh-CN" sz="1400" b="1" dirty="0">
                <a:ea typeface="宋体" panose="02010600030101010101" pitchFamily="2" charset="-122"/>
              </a:rPr>
              <a:t>D</a:t>
            </a:r>
            <a:r>
              <a:rPr lang="zh-CN" altLang="en-US" sz="1400" b="1" dirty="0">
                <a:latin typeface="宋体" panose="02010600030101010101" pitchFamily="2" charset="-122"/>
                <a:ea typeface="宋体" panose="02010600030101010101" pitchFamily="2" charset="-122"/>
              </a:rPr>
              <a:t>＝</a:t>
            </a:r>
            <a:r>
              <a:rPr lang="en-US" altLang="zh-CN" sz="1400" b="1" dirty="0">
                <a:ea typeface="宋体" panose="02010600030101010101" pitchFamily="2" charset="-122"/>
              </a:rPr>
              <a:t>80H</a:t>
            </a:r>
            <a:r>
              <a:rPr lang="zh-CN" altLang="en-US" sz="1400" b="1" dirty="0">
                <a:latin typeface="宋体" panose="02010600030101010101" pitchFamily="2" charset="-122"/>
                <a:ea typeface="宋体" panose="02010600030101010101" pitchFamily="2" charset="-122"/>
              </a:rPr>
              <a:t>， </a:t>
            </a:r>
            <a:r>
              <a:rPr lang="en-US" altLang="zh-CN" sz="1400" b="1" dirty="0">
                <a:ea typeface="宋体" panose="02010600030101010101" pitchFamily="2" charset="-122"/>
              </a:rPr>
              <a:t>V</a:t>
            </a:r>
            <a:r>
              <a:rPr lang="en-US" altLang="zh-CN" sz="1400" b="1" baseline="-30000" dirty="0">
                <a:ea typeface="宋体" panose="02010600030101010101" pitchFamily="2" charset="-122"/>
              </a:rPr>
              <a:t>OUT2</a:t>
            </a:r>
            <a:r>
              <a:rPr lang="en-US" altLang="zh-CN" sz="1400" b="1" dirty="0">
                <a:ea typeface="宋体" panose="02010600030101010101" pitchFamily="2" charset="-122"/>
              </a:rPr>
              <a:t>= </a:t>
            </a:r>
            <a:r>
              <a:rPr lang="en-US" altLang="zh-CN" sz="1400" b="1" dirty="0">
                <a:latin typeface="宋体" panose="02010600030101010101" pitchFamily="2" charset="-122"/>
                <a:ea typeface="宋体" panose="02010600030101010101" pitchFamily="2" charset="-122"/>
              </a:rPr>
              <a:t>0</a:t>
            </a:r>
            <a:endParaRPr lang="en-US" altLang="zh-CN" sz="1400" b="1" dirty="0">
              <a:ea typeface="宋体" panose="02010600030101010101" pitchFamily="2" charset="-122"/>
            </a:endParaRPr>
          </a:p>
          <a:p>
            <a:pPr>
              <a:lnSpc>
                <a:spcPct val="145000"/>
              </a:lnSpc>
            </a:pPr>
            <a:r>
              <a:rPr lang="zh-CN" altLang="en-US" sz="1400" b="1" dirty="0">
                <a:latin typeface="宋体" panose="02010600030101010101" pitchFamily="2" charset="-122"/>
                <a:ea typeface="宋体" panose="02010600030101010101" pitchFamily="2" charset="-122"/>
              </a:rPr>
              <a:t>当</a:t>
            </a:r>
            <a:r>
              <a:rPr lang="en-US" altLang="zh-CN" sz="1400" b="1" dirty="0">
                <a:ea typeface="宋体" panose="02010600030101010101" pitchFamily="2" charset="-122"/>
              </a:rPr>
              <a:t>D</a:t>
            </a:r>
            <a:r>
              <a:rPr lang="zh-CN" altLang="en-US" sz="1400" b="1" dirty="0">
                <a:latin typeface="宋体" panose="02010600030101010101" pitchFamily="2" charset="-122"/>
                <a:ea typeface="宋体" panose="02010600030101010101" pitchFamily="2" charset="-122"/>
              </a:rPr>
              <a:t>＝</a:t>
            </a:r>
            <a:r>
              <a:rPr lang="en-US" altLang="zh-CN" sz="1400" b="1" dirty="0">
                <a:ea typeface="宋体" panose="02010600030101010101" pitchFamily="2" charset="-122"/>
              </a:rPr>
              <a:t>0FFH</a:t>
            </a:r>
            <a:r>
              <a:rPr lang="zh-CN" altLang="en-US" sz="1400" b="1" dirty="0">
                <a:latin typeface="宋体" panose="02010600030101010101" pitchFamily="2" charset="-122"/>
                <a:ea typeface="宋体" panose="02010600030101010101" pitchFamily="2" charset="-122"/>
              </a:rPr>
              <a:t>， </a:t>
            </a:r>
            <a:r>
              <a:rPr lang="en-US" altLang="zh-CN" sz="1400" b="1" dirty="0">
                <a:ea typeface="宋体" panose="02010600030101010101" pitchFamily="2" charset="-122"/>
              </a:rPr>
              <a:t>V</a:t>
            </a:r>
            <a:r>
              <a:rPr lang="en-US" altLang="zh-CN" sz="1400" b="1" baseline="-30000" dirty="0">
                <a:ea typeface="宋体" panose="02010600030101010101" pitchFamily="2" charset="-122"/>
              </a:rPr>
              <a:t>OUT2</a:t>
            </a:r>
            <a:r>
              <a:rPr lang="en-US" altLang="zh-CN" sz="1400" b="1" dirty="0">
                <a:ea typeface="宋体" panose="02010600030101010101" pitchFamily="2" charset="-122"/>
              </a:rPr>
              <a:t>= 127V</a:t>
            </a:r>
            <a:r>
              <a:rPr lang="en-US" altLang="zh-CN" sz="1400" b="1" baseline="-30000" dirty="0">
                <a:ea typeface="宋体" panose="02010600030101010101" pitchFamily="2" charset="-122"/>
              </a:rPr>
              <a:t>REF</a:t>
            </a:r>
            <a:r>
              <a:rPr lang="en-US" altLang="zh-CN" sz="1400" b="1" dirty="0">
                <a:ea typeface="宋体" panose="02010600030101010101" pitchFamily="2" charset="-122"/>
              </a:rPr>
              <a:t>/128</a:t>
            </a:r>
            <a:r>
              <a:rPr lang="zh-CN" altLang="en-US" sz="1400" b="1" dirty="0">
                <a:latin typeface="宋体" panose="02010600030101010101" pitchFamily="2" charset="-122"/>
                <a:ea typeface="宋体" panose="02010600030101010101" pitchFamily="2" charset="-122"/>
              </a:rPr>
              <a:t>。</a:t>
            </a:r>
            <a:r>
              <a:rPr lang="zh-CN" altLang="en-US" sz="1400" b="1" dirty="0">
                <a:ea typeface="宋体" panose="02010600030101010101" pitchFamily="2" charset="-122"/>
              </a:rPr>
              <a:t> </a:t>
            </a:r>
          </a:p>
        </p:txBody>
      </p:sp>
      <p:pic>
        <p:nvPicPr>
          <p:cNvPr id="2" name="图片 1"/>
          <p:cNvPicPr>
            <a:picLocks noChangeAspect="1"/>
          </p:cNvPicPr>
          <p:nvPr/>
        </p:nvPicPr>
        <p:blipFill>
          <a:blip r:embed="rId3"/>
          <a:stretch>
            <a:fillRect/>
          </a:stretch>
        </p:blipFill>
        <p:spPr>
          <a:xfrm>
            <a:off x="3347864" y="161925"/>
            <a:ext cx="2961056" cy="2107116"/>
          </a:xfrm>
          <a:prstGeom prst="rect">
            <a:avLst/>
          </a:prstGeom>
        </p:spPr>
      </p:pic>
      <p:pic>
        <p:nvPicPr>
          <p:cNvPr id="5" name="图片 4" descr="图形用户界面, 文本, 应用程序, 电子邮件&#10;&#10;AI 生成的内容可能不正确。">
            <a:extLst>
              <a:ext uri="{FF2B5EF4-FFF2-40B4-BE49-F238E27FC236}">
                <a16:creationId xmlns:a16="http://schemas.microsoft.com/office/drawing/2014/main" id="{8452C408-8797-7B26-6741-37AB9C6B1606}"/>
              </a:ext>
            </a:extLst>
          </p:cNvPr>
          <p:cNvPicPr>
            <a:picLocks noChangeAspect="1"/>
          </p:cNvPicPr>
          <p:nvPr/>
        </p:nvPicPr>
        <p:blipFill>
          <a:blip r:embed="rId4"/>
          <a:stretch>
            <a:fillRect/>
          </a:stretch>
        </p:blipFill>
        <p:spPr>
          <a:xfrm>
            <a:off x="197793" y="2845788"/>
            <a:ext cx="4478103" cy="3642190"/>
          </a:xfrm>
          <a:prstGeom prst="rect">
            <a:avLst/>
          </a:prstGeom>
        </p:spPr>
      </p:pic>
      <p:pic>
        <p:nvPicPr>
          <p:cNvPr id="7" name="图片 6" descr="文本&#10;&#10;AI 生成的内容可能不正确。">
            <a:extLst>
              <a:ext uri="{FF2B5EF4-FFF2-40B4-BE49-F238E27FC236}">
                <a16:creationId xmlns:a16="http://schemas.microsoft.com/office/drawing/2014/main" id="{A0A372FD-C006-0FA8-6566-57A9BDEC472D}"/>
              </a:ext>
            </a:extLst>
          </p:cNvPr>
          <p:cNvPicPr>
            <a:picLocks noChangeAspect="1"/>
          </p:cNvPicPr>
          <p:nvPr/>
        </p:nvPicPr>
        <p:blipFill>
          <a:blip r:embed="rId5"/>
          <a:stretch>
            <a:fillRect/>
          </a:stretch>
        </p:blipFill>
        <p:spPr>
          <a:xfrm>
            <a:off x="4697436" y="2845788"/>
            <a:ext cx="4428571" cy="3400000"/>
          </a:xfrm>
          <a:prstGeom prst="rect">
            <a:avLst/>
          </a:prstGeom>
        </p:spPr>
      </p:pic>
      <mc:AlternateContent xmlns:mc="http://schemas.openxmlformats.org/markup-compatibility/2006" xmlns:p14="http://schemas.microsoft.com/office/powerpoint/2010/main">
        <mc:Choice Requires="p14">
          <p:contentPart p14:bwMode="auto" r:id="rId6">
            <p14:nvContentPartPr>
              <p14:cNvPr id="8" name="墨迹 7">
                <a:extLst>
                  <a:ext uri="{FF2B5EF4-FFF2-40B4-BE49-F238E27FC236}">
                    <a16:creationId xmlns:a16="http://schemas.microsoft.com/office/drawing/2014/main" id="{6C74AAF1-D38B-D78E-D1EA-BBE0D644C88C}"/>
                  </a:ext>
                </a:extLst>
              </p14:cNvPr>
              <p14:cNvContentPartPr/>
              <p14:nvPr/>
            </p14:nvContentPartPr>
            <p14:xfrm>
              <a:off x="794027" y="2327836"/>
              <a:ext cx="261720" cy="36720"/>
            </p14:xfrm>
          </p:contentPart>
        </mc:Choice>
        <mc:Fallback xmlns="">
          <p:pic>
            <p:nvPicPr>
              <p:cNvPr id="8" name="墨迹 7">
                <a:extLst>
                  <a:ext uri="{FF2B5EF4-FFF2-40B4-BE49-F238E27FC236}">
                    <a16:creationId xmlns:a16="http://schemas.microsoft.com/office/drawing/2014/main" id="{6C74AAF1-D38B-D78E-D1EA-BBE0D644C88C}"/>
                  </a:ext>
                </a:extLst>
              </p:cNvPr>
              <p:cNvPicPr/>
              <p:nvPr/>
            </p:nvPicPr>
            <p:blipFill>
              <a:blip r:embed="rId7"/>
              <a:stretch>
                <a:fillRect/>
              </a:stretch>
            </p:blipFill>
            <p:spPr>
              <a:xfrm>
                <a:off x="776027" y="2309836"/>
                <a:ext cx="297360" cy="723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 name="墨迹 8">
                <a:extLst>
                  <a:ext uri="{FF2B5EF4-FFF2-40B4-BE49-F238E27FC236}">
                    <a16:creationId xmlns:a16="http://schemas.microsoft.com/office/drawing/2014/main" id="{3D0AA9C3-449D-D6B5-06DC-96DBE8135E51}"/>
                  </a:ext>
                </a:extLst>
              </p14:cNvPr>
              <p14:cNvContentPartPr/>
              <p14:nvPr/>
            </p14:nvContentPartPr>
            <p14:xfrm>
              <a:off x="1937027" y="2351596"/>
              <a:ext cx="102240" cy="24840"/>
            </p14:xfrm>
          </p:contentPart>
        </mc:Choice>
        <mc:Fallback xmlns="">
          <p:pic>
            <p:nvPicPr>
              <p:cNvPr id="9" name="墨迹 8">
                <a:extLst>
                  <a:ext uri="{FF2B5EF4-FFF2-40B4-BE49-F238E27FC236}">
                    <a16:creationId xmlns:a16="http://schemas.microsoft.com/office/drawing/2014/main" id="{3D0AA9C3-449D-D6B5-06DC-96DBE8135E51}"/>
                  </a:ext>
                </a:extLst>
              </p:cNvPr>
              <p:cNvPicPr/>
              <p:nvPr/>
            </p:nvPicPr>
            <p:blipFill>
              <a:blip r:embed="rId9"/>
              <a:stretch>
                <a:fillRect/>
              </a:stretch>
            </p:blipFill>
            <p:spPr>
              <a:xfrm>
                <a:off x="1919027" y="2333956"/>
                <a:ext cx="137880" cy="60480"/>
              </a:xfrm>
              <a:prstGeom prst="rect">
                <a:avLst/>
              </a:prstGeom>
            </p:spPr>
          </p:pic>
        </mc:Fallback>
      </mc:AlternateContent>
      <p:grpSp>
        <p:nvGrpSpPr>
          <p:cNvPr id="12" name="组合 11">
            <a:extLst>
              <a:ext uri="{FF2B5EF4-FFF2-40B4-BE49-F238E27FC236}">
                <a16:creationId xmlns:a16="http://schemas.microsoft.com/office/drawing/2014/main" id="{45A4BABE-ED4E-0917-1352-376D56DF3279}"/>
              </a:ext>
            </a:extLst>
          </p:cNvPr>
          <p:cNvGrpSpPr/>
          <p:nvPr/>
        </p:nvGrpSpPr>
        <p:grpSpPr>
          <a:xfrm>
            <a:off x="787907" y="2652556"/>
            <a:ext cx="542160" cy="198000"/>
            <a:chOff x="787907" y="2652556"/>
            <a:chExt cx="542160" cy="198000"/>
          </a:xfrm>
        </p:grpSpPr>
        <mc:AlternateContent xmlns:mc="http://schemas.openxmlformats.org/markup-compatibility/2006" xmlns:p14="http://schemas.microsoft.com/office/powerpoint/2010/main">
          <mc:Choice Requires="p14">
            <p:contentPart p14:bwMode="auto" r:id="rId10">
              <p14:nvContentPartPr>
                <p14:cNvPr id="10" name="墨迹 9">
                  <a:extLst>
                    <a:ext uri="{FF2B5EF4-FFF2-40B4-BE49-F238E27FC236}">
                      <a16:creationId xmlns:a16="http://schemas.microsoft.com/office/drawing/2014/main" id="{78F840C9-D9A3-EE1D-58BC-42F80828CA3A}"/>
                    </a:ext>
                  </a:extLst>
                </p14:cNvPr>
                <p14:cNvContentPartPr/>
                <p14:nvPr/>
              </p14:nvContentPartPr>
              <p14:xfrm>
                <a:off x="787907" y="2652556"/>
                <a:ext cx="542160" cy="12960"/>
              </p14:xfrm>
            </p:contentPart>
          </mc:Choice>
          <mc:Fallback xmlns="">
            <p:pic>
              <p:nvPicPr>
                <p:cNvPr id="10" name="墨迹 9">
                  <a:extLst>
                    <a:ext uri="{FF2B5EF4-FFF2-40B4-BE49-F238E27FC236}">
                      <a16:creationId xmlns:a16="http://schemas.microsoft.com/office/drawing/2014/main" id="{78F840C9-D9A3-EE1D-58BC-42F80828CA3A}"/>
                    </a:ext>
                  </a:extLst>
                </p:cNvPr>
                <p:cNvPicPr/>
                <p:nvPr/>
              </p:nvPicPr>
              <p:blipFill>
                <a:blip r:embed="rId11"/>
                <a:stretch>
                  <a:fillRect/>
                </a:stretch>
              </p:blipFill>
              <p:spPr>
                <a:xfrm>
                  <a:off x="769907" y="2634556"/>
                  <a:ext cx="5778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墨迹 10">
                  <a:extLst>
                    <a:ext uri="{FF2B5EF4-FFF2-40B4-BE49-F238E27FC236}">
                      <a16:creationId xmlns:a16="http://schemas.microsoft.com/office/drawing/2014/main" id="{67151BD4-4D46-831D-8EE7-174821E6BE5B}"/>
                    </a:ext>
                  </a:extLst>
                </p14:cNvPr>
                <p14:cNvContentPartPr/>
                <p14:nvPr/>
              </p14:nvContentPartPr>
              <p14:xfrm>
                <a:off x="822107" y="2724916"/>
                <a:ext cx="176400" cy="125640"/>
              </p14:xfrm>
            </p:contentPart>
          </mc:Choice>
          <mc:Fallback xmlns="">
            <p:pic>
              <p:nvPicPr>
                <p:cNvPr id="11" name="墨迹 10">
                  <a:extLst>
                    <a:ext uri="{FF2B5EF4-FFF2-40B4-BE49-F238E27FC236}">
                      <a16:creationId xmlns:a16="http://schemas.microsoft.com/office/drawing/2014/main" id="{67151BD4-4D46-831D-8EE7-174821E6BE5B}"/>
                    </a:ext>
                  </a:extLst>
                </p:cNvPr>
                <p:cNvPicPr/>
                <p:nvPr/>
              </p:nvPicPr>
              <p:blipFill>
                <a:blip r:embed="rId13"/>
                <a:stretch>
                  <a:fillRect/>
                </a:stretch>
              </p:blipFill>
              <p:spPr>
                <a:xfrm>
                  <a:off x="804107" y="2707276"/>
                  <a:ext cx="212040" cy="161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314399" name="墨迹 314398">
                <a:extLst>
                  <a:ext uri="{FF2B5EF4-FFF2-40B4-BE49-F238E27FC236}">
                    <a16:creationId xmlns:a16="http://schemas.microsoft.com/office/drawing/2014/main" id="{D7EBE7AD-C8F9-997A-1707-E9E1261E50FC}"/>
                  </a:ext>
                </a:extLst>
              </p14:cNvPr>
              <p14:cNvContentPartPr/>
              <p14:nvPr/>
            </p14:nvContentPartPr>
            <p14:xfrm>
              <a:off x="425101" y="3460814"/>
              <a:ext cx="1918800" cy="64440"/>
            </p14:xfrm>
          </p:contentPart>
        </mc:Choice>
        <mc:Fallback xmlns="">
          <p:pic>
            <p:nvPicPr>
              <p:cNvPr id="314399" name="墨迹 314398">
                <a:extLst>
                  <a:ext uri="{FF2B5EF4-FFF2-40B4-BE49-F238E27FC236}">
                    <a16:creationId xmlns:a16="http://schemas.microsoft.com/office/drawing/2014/main" id="{D7EBE7AD-C8F9-997A-1707-E9E1261E50FC}"/>
                  </a:ext>
                </a:extLst>
              </p:cNvPr>
              <p:cNvPicPr/>
              <p:nvPr/>
            </p:nvPicPr>
            <p:blipFill>
              <a:blip r:embed="rId15"/>
              <a:stretch>
                <a:fillRect/>
              </a:stretch>
            </p:blipFill>
            <p:spPr>
              <a:xfrm>
                <a:off x="407461" y="3443174"/>
                <a:ext cx="195444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14400" name="墨迹 314399">
                <a:extLst>
                  <a:ext uri="{FF2B5EF4-FFF2-40B4-BE49-F238E27FC236}">
                    <a16:creationId xmlns:a16="http://schemas.microsoft.com/office/drawing/2014/main" id="{251BF764-1647-5014-02F7-2AA71A8CF5DB}"/>
                  </a:ext>
                </a:extLst>
              </p14:cNvPr>
              <p14:cNvContentPartPr/>
              <p14:nvPr/>
            </p14:nvContentPartPr>
            <p14:xfrm>
              <a:off x="403861" y="4454908"/>
              <a:ext cx="961920" cy="97560"/>
            </p14:xfrm>
          </p:contentPart>
        </mc:Choice>
        <mc:Fallback xmlns="">
          <p:pic>
            <p:nvPicPr>
              <p:cNvPr id="314400" name="墨迹 314399">
                <a:extLst>
                  <a:ext uri="{FF2B5EF4-FFF2-40B4-BE49-F238E27FC236}">
                    <a16:creationId xmlns:a16="http://schemas.microsoft.com/office/drawing/2014/main" id="{251BF764-1647-5014-02F7-2AA71A8CF5DB}"/>
                  </a:ext>
                </a:extLst>
              </p:cNvPr>
              <p:cNvPicPr/>
              <p:nvPr/>
            </p:nvPicPr>
            <p:blipFill>
              <a:blip r:embed="rId17"/>
              <a:stretch>
                <a:fillRect/>
              </a:stretch>
            </p:blipFill>
            <p:spPr>
              <a:xfrm>
                <a:off x="385861" y="4436908"/>
                <a:ext cx="99756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14443" name="墨迹 314442">
                <a:extLst>
                  <a:ext uri="{FF2B5EF4-FFF2-40B4-BE49-F238E27FC236}">
                    <a16:creationId xmlns:a16="http://schemas.microsoft.com/office/drawing/2014/main" id="{E63C7C60-3084-D481-BB68-CFC481E216CC}"/>
                  </a:ext>
                </a:extLst>
              </p14:cNvPr>
              <p14:cNvContentPartPr/>
              <p14:nvPr/>
            </p14:nvContentPartPr>
            <p14:xfrm>
              <a:off x="5430901" y="2157932"/>
              <a:ext cx="2520" cy="2520"/>
            </p14:xfrm>
          </p:contentPart>
        </mc:Choice>
        <mc:Fallback xmlns="">
          <p:pic>
            <p:nvPicPr>
              <p:cNvPr id="314443" name="墨迹 314442">
                <a:extLst>
                  <a:ext uri="{FF2B5EF4-FFF2-40B4-BE49-F238E27FC236}">
                    <a16:creationId xmlns:a16="http://schemas.microsoft.com/office/drawing/2014/main" id="{E63C7C60-3084-D481-BB68-CFC481E216CC}"/>
                  </a:ext>
                </a:extLst>
              </p:cNvPr>
              <p:cNvPicPr/>
              <p:nvPr/>
            </p:nvPicPr>
            <p:blipFill>
              <a:blip r:embed="rId19"/>
              <a:stretch>
                <a:fillRect/>
              </a:stretch>
            </p:blipFill>
            <p:spPr>
              <a:xfrm>
                <a:off x="5412901" y="2140292"/>
                <a:ext cx="38160" cy="3816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14370"/>
                                        </p:tgtEl>
                                        <p:attrNameLst>
                                          <p:attrName>style.visibility</p:attrName>
                                        </p:attrNameLst>
                                      </p:cBhvr>
                                      <p:to>
                                        <p:strVal val="visible"/>
                                      </p:to>
                                    </p:set>
                                    <p:animEffect transition="in" filter="box(in)">
                                      <p:cBhvr>
                                        <p:cTn id="7" dur="500"/>
                                        <p:tgtEl>
                                          <p:spTgt spid="314370"/>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14372"/>
                                        </p:tgtEl>
                                        <p:attrNameLst>
                                          <p:attrName>style.visibility</p:attrName>
                                        </p:attrNameLst>
                                      </p:cBhvr>
                                      <p:to>
                                        <p:strVal val="visible"/>
                                      </p:to>
                                    </p:set>
                                    <p:animEffect transition="in" filter="box(in)">
                                      <p:cBhvr>
                                        <p:cTn id="12" dur="500"/>
                                        <p:tgtEl>
                                          <p:spTgt spid="314372"/>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14377"/>
                                        </p:tgtEl>
                                        <p:attrNameLst>
                                          <p:attrName>style.visibility</p:attrName>
                                        </p:attrNameLst>
                                      </p:cBhvr>
                                      <p:to>
                                        <p:strVal val="visible"/>
                                      </p:to>
                                    </p:set>
                                    <p:animEffect transition="in" filter="diamond(in)">
                                      <p:cBhvr>
                                        <p:cTn id="17" dur="2000"/>
                                        <p:tgtEl>
                                          <p:spTgt spid="314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0" grpId="0"/>
      <p:bldP spid="31437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ext Box 3"/>
          <p:cNvSpPr txBox="1"/>
          <p:nvPr/>
        </p:nvSpPr>
        <p:spPr>
          <a:xfrm>
            <a:off x="381000" y="609600"/>
            <a:ext cx="8153400" cy="2784475"/>
          </a:xfrm>
          <a:prstGeom prst="rect">
            <a:avLst/>
          </a:prstGeom>
          <a:noFill/>
          <a:ln w="9525">
            <a:noFill/>
          </a:ln>
        </p:spPr>
        <p:txBody>
          <a:bodyPr anchor="t" anchorCtr="0">
            <a:spAutoFit/>
          </a:bodyPr>
          <a:lstStyle/>
          <a:p>
            <a:pPr algn="just">
              <a:lnSpc>
                <a:spcPct val="130000"/>
              </a:lnSpc>
              <a:spcBef>
                <a:spcPct val="20000"/>
              </a:spcBef>
            </a:pPr>
            <a:r>
              <a:rPr lang="en-US" altLang="zh-CN" sz="2400" b="1" dirty="0">
                <a:solidFill>
                  <a:srgbClr val="FF6600"/>
                </a:solidFill>
                <a:latin typeface="Times New Roman" panose="02020603050405020304" pitchFamily="18" charset="0"/>
                <a:ea typeface="宋体" panose="02010600030101010101" pitchFamily="2" charset="-122"/>
              </a:rPr>
              <a:t>10.1.3 DAC0832</a:t>
            </a:r>
            <a:r>
              <a:rPr lang="zh-CN" altLang="en-US" sz="2400" b="1" dirty="0">
                <a:solidFill>
                  <a:srgbClr val="FF6600"/>
                </a:solidFill>
                <a:latin typeface="Times New Roman" panose="02020603050405020304" pitchFamily="18" charset="0"/>
                <a:ea typeface="宋体" panose="02010600030101010101" pitchFamily="2" charset="-122"/>
              </a:rPr>
              <a:t>与</a:t>
            </a:r>
            <a:r>
              <a:rPr lang="en-US" altLang="zh-CN" sz="2400" b="1" dirty="0">
                <a:solidFill>
                  <a:srgbClr val="FF6600"/>
                </a:solidFill>
                <a:latin typeface="Times New Roman" panose="02020603050405020304" pitchFamily="18" charset="0"/>
                <a:ea typeface="宋体" panose="02010600030101010101" pitchFamily="2" charset="-122"/>
              </a:rPr>
              <a:t>MCS-51</a:t>
            </a:r>
            <a:r>
              <a:rPr lang="zh-CN" altLang="en-US" sz="2400" b="1" dirty="0">
                <a:solidFill>
                  <a:srgbClr val="FF6600"/>
                </a:solidFill>
                <a:latin typeface="Times New Roman" panose="02020603050405020304" pitchFamily="18" charset="0"/>
                <a:ea typeface="宋体" panose="02010600030101010101" pitchFamily="2" charset="-122"/>
              </a:rPr>
              <a:t>单片机的接口</a:t>
            </a:r>
          </a:p>
          <a:p>
            <a:pPr algn="just">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p>
          <a:p>
            <a:pPr algn="just">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MCS-51</a:t>
            </a:r>
            <a:r>
              <a:rPr lang="zh-CN" altLang="en-US" sz="2400" b="1" dirty="0">
                <a:latin typeface="Times New Roman" panose="02020603050405020304" pitchFamily="18" charset="0"/>
                <a:ea typeface="宋体" panose="02010600030101010101" pitchFamily="2" charset="-122"/>
              </a:rPr>
              <a:t>单片机与</a:t>
            </a:r>
            <a:r>
              <a:rPr lang="en-US" altLang="zh-CN" sz="2400" b="1" dirty="0">
                <a:latin typeface="Times New Roman" panose="02020603050405020304" pitchFamily="18" charset="0"/>
                <a:ea typeface="宋体" panose="02010600030101010101" pitchFamily="2" charset="-122"/>
              </a:rPr>
              <a:t>DAC0832</a:t>
            </a:r>
            <a:r>
              <a:rPr lang="zh-CN" altLang="en-US" sz="2400" b="1" dirty="0">
                <a:latin typeface="Times New Roman" panose="02020603050405020304" pitchFamily="18" charset="0"/>
                <a:ea typeface="宋体" panose="02010600030101010101" pitchFamily="2" charset="-122"/>
              </a:rPr>
              <a:t>的接口有</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种连接方式，即</a:t>
            </a:r>
          </a:p>
          <a:p>
            <a:pPr algn="just">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直通方式、单缓冲方式</a:t>
            </a:r>
            <a:r>
              <a:rPr lang="en-US" altLang="zh-CN" sz="2400" b="1" dirty="0">
                <a:solidFill>
                  <a:schemeClr val="accent2"/>
                </a:solidFill>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及</a:t>
            </a:r>
            <a:r>
              <a:rPr lang="en-US" altLang="zh-CN" sz="2400" b="1" dirty="0">
                <a:solidFill>
                  <a:schemeClr val="accent2"/>
                </a:solidFill>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宋体" panose="02010600030101010101" pitchFamily="2" charset="-122"/>
              </a:rPr>
              <a:t>双缓冲方式</a:t>
            </a:r>
            <a:r>
              <a:rPr lang="zh-CN" altLang="en-US" sz="2400" b="1" dirty="0">
                <a:latin typeface="Times New Roman" panose="02020603050405020304" pitchFamily="18" charset="0"/>
                <a:ea typeface="宋体" panose="02010600030101010101" pitchFamily="2" charset="-122"/>
              </a:rPr>
              <a:t>。</a:t>
            </a:r>
          </a:p>
          <a:p>
            <a:pPr algn="just">
              <a:lnSpc>
                <a:spcPct val="130000"/>
              </a:lnSpc>
              <a:spcBef>
                <a:spcPct val="20000"/>
              </a:spcBef>
            </a:pPr>
            <a:endParaRPr lang="en-US" altLang="zh-CN" sz="2400" b="1" dirty="0">
              <a:latin typeface="Times New Roman" panose="02020603050405020304" pitchFamily="18" charset="0"/>
              <a:ea typeface="宋体" panose="02010600030101010101" pitchFamily="2" charset="-122"/>
            </a:endParaRP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9FBDC225-7724-1BE1-27F1-868F315D0064}"/>
                  </a:ext>
                </a:extLst>
              </p14:cNvPr>
              <p14:cNvContentPartPr/>
              <p14:nvPr/>
            </p14:nvContentPartPr>
            <p14:xfrm>
              <a:off x="583760" y="1106760"/>
              <a:ext cx="4912200" cy="149040"/>
            </p14:xfrm>
          </p:contentPart>
        </mc:Choice>
        <mc:Fallback xmlns="">
          <p:pic>
            <p:nvPicPr>
              <p:cNvPr id="2" name="墨迹 1">
                <a:extLst>
                  <a:ext uri="{FF2B5EF4-FFF2-40B4-BE49-F238E27FC236}">
                    <a16:creationId xmlns:a16="http://schemas.microsoft.com/office/drawing/2014/main" id="{9FBDC225-7724-1BE1-27F1-868F315D0064}"/>
                  </a:ext>
                </a:extLst>
              </p:cNvPr>
              <p:cNvPicPr/>
              <p:nvPr/>
            </p:nvPicPr>
            <p:blipFill>
              <a:blip r:embed="rId3"/>
              <a:stretch>
                <a:fillRect/>
              </a:stretch>
            </p:blipFill>
            <p:spPr>
              <a:xfrm>
                <a:off x="566120" y="1088760"/>
                <a:ext cx="494784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631891F6-E4E2-D073-6CB2-B68D8403C2FD}"/>
                  </a:ext>
                </a:extLst>
              </p14:cNvPr>
              <p14:cNvContentPartPr/>
              <p14:nvPr/>
            </p14:nvContentPartPr>
            <p14:xfrm>
              <a:off x="1031240" y="2123040"/>
              <a:ext cx="6148800" cy="77400"/>
            </p14:xfrm>
          </p:contentPart>
        </mc:Choice>
        <mc:Fallback xmlns="">
          <p:pic>
            <p:nvPicPr>
              <p:cNvPr id="3" name="墨迹 2">
                <a:extLst>
                  <a:ext uri="{FF2B5EF4-FFF2-40B4-BE49-F238E27FC236}">
                    <a16:creationId xmlns:a16="http://schemas.microsoft.com/office/drawing/2014/main" id="{631891F6-E4E2-D073-6CB2-B68D8403C2FD}"/>
                  </a:ext>
                </a:extLst>
              </p:cNvPr>
              <p:cNvPicPr/>
              <p:nvPr/>
            </p:nvPicPr>
            <p:blipFill>
              <a:blip r:embed="rId5"/>
              <a:stretch>
                <a:fillRect/>
              </a:stretch>
            </p:blipFill>
            <p:spPr>
              <a:xfrm>
                <a:off x="1013240" y="2105400"/>
                <a:ext cx="6184440" cy="113040"/>
              </a:xfrm>
              <a:prstGeom prst="rect">
                <a:avLst/>
              </a:prstGeom>
            </p:spPr>
          </p:pic>
        </mc:Fallback>
      </mc:AlternateContent>
      <p:grpSp>
        <p:nvGrpSpPr>
          <p:cNvPr id="8" name="组合 7">
            <a:extLst>
              <a:ext uri="{FF2B5EF4-FFF2-40B4-BE49-F238E27FC236}">
                <a16:creationId xmlns:a16="http://schemas.microsoft.com/office/drawing/2014/main" id="{E29004FD-0543-5A71-573B-F5FF86D1AFEB}"/>
              </a:ext>
            </a:extLst>
          </p:cNvPr>
          <p:cNvGrpSpPr/>
          <p:nvPr/>
        </p:nvGrpSpPr>
        <p:grpSpPr>
          <a:xfrm>
            <a:off x="1190360" y="2707320"/>
            <a:ext cx="4835880" cy="132840"/>
            <a:chOff x="1190360" y="2707320"/>
            <a:chExt cx="4835880" cy="132840"/>
          </a:xfrm>
        </p:grpSpPr>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6788A371-4496-9F61-9301-F67D97E7E91B}"/>
                    </a:ext>
                  </a:extLst>
                </p14:cNvPr>
                <p14:cNvContentPartPr/>
                <p14:nvPr/>
              </p14:nvContentPartPr>
              <p14:xfrm>
                <a:off x="1190360" y="2768520"/>
                <a:ext cx="730440" cy="20520"/>
              </p14:xfrm>
            </p:contentPart>
          </mc:Choice>
          <mc:Fallback xmlns="">
            <p:pic>
              <p:nvPicPr>
                <p:cNvPr id="4" name="墨迹 3">
                  <a:extLst>
                    <a:ext uri="{FF2B5EF4-FFF2-40B4-BE49-F238E27FC236}">
                      <a16:creationId xmlns:a16="http://schemas.microsoft.com/office/drawing/2014/main" id="{6788A371-4496-9F61-9301-F67D97E7E91B}"/>
                    </a:ext>
                  </a:extLst>
                </p:cNvPr>
                <p:cNvPicPr/>
                <p:nvPr/>
              </p:nvPicPr>
              <p:blipFill>
                <a:blip r:embed="rId7"/>
                <a:stretch>
                  <a:fillRect/>
                </a:stretch>
              </p:blipFill>
              <p:spPr>
                <a:xfrm>
                  <a:off x="1172360" y="2750520"/>
                  <a:ext cx="766080" cy="561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48DDAC9D-8E6E-4596-C676-AE3635B6BABC}"/>
                    </a:ext>
                  </a:extLst>
                </p14:cNvPr>
                <p14:cNvContentPartPr/>
                <p14:nvPr/>
              </p14:nvContentPartPr>
              <p14:xfrm>
                <a:off x="2844560" y="2808120"/>
                <a:ext cx="1207080" cy="32040"/>
              </p14:xfrm>
            </p:contentPart>
          </mc:Choice>
          <mc:Fallback xmlns="">
            <p:pic>
              <p:nvPicPr>
                <p:cNvPr id="5" name="墨迹 4">
                  <a:extLst>
                    <a:ext uri="{FF2B5EF4-FFF2-40B4-BE49-F238E27FC236}">
                      <a16:creationId xmlns:a16="http://schemas.microsoft.com/office/drawing/2014/main" id="{48DDAC9D-8E6E-4596-C676-AE3635B6BABC}"/>
                    </a:ext>
                  </a:extLst>
                </p:cNvPr>
                <p:cNvPicPr/>
                <p:nvPr/>
              </p:nvPicPr>
              <p:blipFill>
                <a:blip r:embed="rId9"/>
                <a:stretch>
                  <a:fillRect/>
                </a:stretch>
              </p:blipFill>
              <p:spPr>
                <a:xfrm>
                  <a:off x="2826920" y="2790120"/>
                  <a:ext cx="1242720" cy="676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7" name="墨迹 6">
                  <a:extLst>
                    <a:ext uri="{FF2B5EF4-FFF2-40B4-BE49-F238E27FC236}">
                      <a16:creationId xmlns:a16="http://schemas.microsoft.com/office/drawing/2014/main" id="{C02934F6-56CE-2AE9-8174-280102784C67}"/>
                    </a:ext>
                  </a:extLst>
                </p14:cNvPr>
                <p14:cNvContentPartPr/>
                <p14:nvPr/>
              </p14:nvContentPartPr>
              <p14:xfrm>
                <a:off x="4633040" y="2707320"/>
                <a:ext cx="1393200" cy="77040"/>
              </p14:xfrm>
            </p:contentPart>
          </mc:Choice>
          <mc:Fallback xmlns="">
            <p:pic>
              <p:nvPicPr>
                <p:cNvPr id="7" name="墨迹 6">
                  <a:extLst>
                    <a:ext uri="{FF2B5EF4-FFF2-40B4-BE49-F238E27FC236}">
                      <a16:creationId xmlns:a16="http://schemas.microsoft.com/office/drawing/2014/main" id="{C02934F6-56CE-2AE9-8174-280102784C67}"/>
                    </a:ext>
                  </a:extLst>
                </p:cNvPr>
                <p:cNvPicPr/>
                <p:nvPr/>
              </p:nvPicPr>
              <p:blipFill>
                <a:blip r:embed="rId11"/>
                <a:stretch>
                  <a:fillRect/>
                </a:stretch>
              </p:blipFill>
              <p:spPr>
                <a:xfrm>
                  <a:off x="4615040" y="2689680"/>
                  <a:ext cx="1428840" cy="112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9" name="墨迹 8">
                <a:extLst>
                  <a:ext uri="{FF2B5EF4-FFF2-40B4-BE49-F238E27FC236}">
                    <a16:creationId xmlns:a16="http://schemas.microsoft.com/office/drawing/2014/main" id="{8714814F-F233-6558-1250-C14331FC0409}"/>
                  </a:ext>
                </a:extLst>
              </p14:cNvPr>
              <p14:cNvContentPartPr/>
              <p14:nvPr/>
            </p14:nvContentPartPr>
            <p14:xfrm>
              <a:off x="389720" y="1818840"/>
              <a:ext cx="471240" cy="244800"/>
            </p14:xfrm>
          </p:contentPart>
        </mc:Choice>
        <mc:Fallback xmlns="">
          <p:pic>
            <p:nvPicPr>
              <p:cNvPr id="9" name="墨迹 8">
                <a:extLst>
                  <a:ext uri="{FF2B5EF4-FFF2-40B4-BE49-F238E27FC236}">
                    <a16:creationId xmlns:a16="http://schemas.microsoft.com/office/drawing/2014/main" id="{8714814F-F233-6558-1250-C14331FC0409}"/>
                  </a:ext>
                </a:extLst>
              </p:cNvPr>
              <p:cNvPicPr/>
              <p:nvPr/>
            </p:nvPicPr>
            <p:blipFill>
              <a:blip r:embed="rId13"/>
              <a:stretch>
                <a:fillRect/>
              </a:stretch>
            </p:blipFill>
            <p:spPr>
              <a:xfrm>
                <a:off x="371720" y="1800840"/>
                <a:ext cx="506880" cy="280440"/>
              </a:xfrm>
              <a:prstGeom prst="rect">
                <a:avLst/>
              </a:prstGeom>
            </p:spPr>
          </p:pic>
        </mc:Fallback>
      </mc:AlternateContent>
      <p:grpSp>
        <p:nvGrpSpPr>
          <p:cNvPr id="16" name="组合 15">
            <a:extLst>
              <a:ext uri="{FF2B5EF4-FFF2-40B4-BE49-F238E27FC236}">
                <a16:creationId xmlns:a16="http://schemas.microsoft.com/office/drawing/2014/main" id="{3C7C87BD-8A15-0994-3DBE-C1CB85E86E48}"/>
              </a:ext>
            </a:extLst>
          </p:cNvPr>
          <p:cNvGrpSpPr/>
          <p:nvPr/>
        </p:nvGrpSpPr>
        <p:grpSpPr>
          <a:xfrm>
            <a:off x="388640" y="1782840"/>
            <a:ext cx="489600" cy="280080"/>
            <a:chOff x="388640" y="1782840"/>
            <a:chExt cx="489600" cy="280080"/>
          </a:xfrm>
        </p:grpSpPr>
        <mc:AlternateContent xmlns:mc="http://schemas.openxmlformats.org/markup-compatibility/2006" xmlns:p14="http://schemas.microsoft.com/office/powerpoint/2010/main">
          <mc:Choice Requires="p14">
            <p:contentPart p14:bwMode="auto" r:id="rId14">
              <p14:nvContentPartPr>
                <p14:cNvPr id="10" name="墨迹 9">
                  <a:extLst>
                    <a:ext uri="{FF2B5EF4-FFF2-40B4-BE49-F238E27FC236}">
                      <a16:creationId xmlns:a16="http://schemas.microsoft.com/office/drawing/2014/main" id="{B75ECF83-5418-A9CA-B740-6FC69DE7B95D}"/>
                    </a:ext>
                  </a:extLst>
                </p14:cNvPr>
                <p14:cNvContentPartPr/>
                <p14:nvPr/>
              </p14:nvContentPartPr>
              <p14:xfrm>
                <a:off x="517880" y="1784640"/>
                <a:ext cx="169200" cy="115560"/>
              </p14:xfrm>
            </p:contentPart>
          </mc:Choice>
          <mc:Fallback xmlns="">
            <p:pic>
              <p:nvPicPr>
                <p:cNvPr id="10" name="墨迹 9">
                  <a:extLst>
                    <a:ext uri="{FF2B5EF4-FFF2-40B4-BE49-F238E27FC236}">
                      <a16:creationId xmlns:a16="http://schemas.microsoft.com/office/drawing/2014/main" id="{B75ECF83-5418-A9CA-B740-6FC69DE7B95D}"/>
                    </a:ext>
                  </a:extLst>
                </p:cNvPr>
                <p:cNvPicPr/>
                <p:nvPr/>
              </p:nvPicPr>
              <p:blipFill>
                <a:blip r:embed="rId15"/>
                <a:stretch>
                  <a:fillRect/>
                </a:stretch>
              </p:blipFill>
              <p:spPr>
                <a:xfrm>
                  <a:off x="500240" y="1766640"/>
                  <a:ext cx="204840" cy="1512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 name="墨迹 10">
                  <a:extLst>
                    <a:ext uri="{FF2B5EF4-FFF2-40B4-BE49-F238E27FC236}">
                      <a16:creationId xmlns:a16="http://schemas.microsoft.com/office/drawing/2014/main" id="{86BFFC02-D116-2C86-38BF-B7965885B0C1}"/>
                    </a:ext>
                  </a:extLst>
                </p14:cNvPr>
                <p14:cNvContentPartPr/>
                <p14:nvPr/>
              </p14:nvContentPartPr>
              <p14:xfrm>
                <a:off x="690680" y="1782840"/>
                <a:ext cx="104400" cy="251640"/>
              </p14:xfrm>
            </p:contentPart>
          </mc:Choice>
          <mc:Fallback xmlns="">
            <p:pic>
              <p:nvPicPr>
                <p:cNvPr id="11" name="墨迹 10">
                  <a:extLst>
                    <a:ext uri="{FF2B5EF4-FFF2-40B4-BE49-F238E27FC236}">
                      <a16:creationId xmlns:a16="http://schemas.microsoft.com/office/drawing/2014/main" id="{86BFFC02-D116-2C86-38BF-B7965885B0C1}"/>
                    </a:ext>
                  </a:extLst>
                </p:cNvPr>
                <p:cNvPicPr/>
                <p:nvPr/>
              </p:nvPicPr>
              <p:blipFill>
                <a:blip r:embed="rId17"/>
                <a:stretch>
                  <a:fillRect/>
                </a:stretch>
              </p:blipFill>
              <p:spPr>
                <a:xfrm>
                  <a:off x="673040" y="1765200"/>
                  <a:ext cx="14004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墨迹 12">
                  <a:extLst>
                    <a:ext uri="{FF2B5EF4-FFF2-40B4-BE49-F238E27FC236}">
                      <a16:creationId xmlns:a16="http://schemas.microsoft.com/office/drawing/2014/main" id="{B159A6E4-891D-0106-FD67-5EFEA4647106}"/>
                    </a:ext>
                  </a:extLst>
                </p14:cNvPr>
                <p14:cNvContentPartPr/>
                <p14:nvPr/>
              </p14:nvContentPartPr>
              <p14:xfrm>
                <a:off x="396200" y="1960320"/>
                <a:ext cx="482040" cy="102600"/>
              </p14:xfrm>
            </p:contentPart>
          </mc:Choice>
          <mc:Fallback xmlns="">
            <p:pic>
              <p:nvPicPr>
                <p:cNvPr id="13" name="墨迹 12">
                  <a:extLst>
                    <a:ext uri="{FF2B5EF4-FFF2-40B4-BE49-F238E27FC236}">
                      <a16:creationId xmlns:a16="http://schemas.microsoft.com/office/drawing/2014/main" id="{B159A6E4-891D-0106-FD67-5EFEA4647106}"/>
                    </a:ext>
                  </a:extLst>
                </p:cNvPr>
                <p:cNvPicPr/>
                <p:nvPr/>
              </p:nvPicPr>
              <p:blipFill>
                <a:blip r:embed="rId19"/>
                <a:stretch>
                  <a:fillRect/>
                </a:stretch>
              </p:blipFill>
              <p:spPr>
                <a:xfrm>
                  <a:off x="378200" y="1942320"/>
                  <a:ext cx="517680" cy="138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4" name="墨迹 13">
                  <a:extLst>
                    <a:ext uri="{FF2B5EF4-FFF2-40B4-BE49-F238E27FC236}">
                      <a16:creationId xmlns:a16="http://schemas.microsoft.com/office/drawing/2014/main" id="{C6C4C186-82CB-D548-62DB-CFAA2354CE11}"/>
                    </a:ext>
                  </a:extLst>
                </p14:cNvPr>
                <p14:cNvContentPartPr/>
                <p14:nvPr/>
              </p14:nvContentPartPr>
              <p14:xfrm>
                <a:off x="388640" y="1798320"/>
                <a:ext cx="317520" cy="214200"/>
              </p14:xfrm>
            </p:contentPart>
          </mc:Choice>
          <mc:Fallback xmlns="">
            <p:pic>
              <p:nvPicPr>
                <p:cNvPr id="14" name="墨迹 13">
                  <a:extLst>
                    <a:ext uri="{FF2B5EF4-FFF2-40B4-BE49-F238E27FC236}">
                      <a16:creationId xmlns:a16="http://schemas.microsoft.com/office/drawing/2014/main" id="{C6C4C186-82CB-D548-62DB-CFAA2354CE11}"/>
                    </a:ext>
                  </a:extLst>
                </p:cNvPr>
                <p:cNvPicPr/>
                <p:nvPr/>
              </p:nvPicPr>
              <p:blipFill>
                <a:blip r:embed="rId21"/>
                <a:stretch>
                  <a:fillRect/>
                </a:stretch>
              </p:blipFill>
              <p:spPr>
                <a:xfrm>
                  <a:off x="371000" y="1780320"/>
                  <a:ext cx="35316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5" name="墨迹 14">
                  <a:extLst>
                    <a:ext uri="{FF2B5EF4-FFF2-40B4-BE49-F238E27FC236}">
                      <a16:creationId xmlns:a16="http://schemas.microsoft.com/office/drawing/2014/main" id="{9B79712F-E4FD-373B-B85C-DD1E59E03225}"/>
                    </a:ext>
                  </a:extLst>
                </p14:cNvPr>
                <p14:cNvContentPartPr/>
                <p14:nvPr/>
              </p14:nvContentPartPr>
              <p14:xfrm>
                <a:off x="690680" y="1808400"/>
                <a:ext cx="130680" cy="219960"/>
              </p14:xfrm>
            </p:contentPart>
          </mc:Choice>
          <mc:Fallback xmlns="">
            <p:pic>
              <p:nvPicPr>
                <p:cNvPr id="15" name="墨迹 14">
                  <a:extLst>
                    <a:ext uri="{FF2B5EF4-FFF2-40B4-BE49-F238E27FC236}">
                      <a16:creationId xmlns:a16="http://schemas.microsoft.com/office/drawing/2014/main" id="{9B79712F-E4FD-373B-B85C-DD1E59E03225}"/>
                    </a:ext>
                  </a:extLst>
                </p:cNvPr>
                <p:cNvPicPr/>
                <p:nvPr/>
              </p:nvPicPr>
              <p:blipFill>
                <a:blip r:embed="rId23"/>
                <a:stretch>
                  <a:fillRect/>
                </a:stretch>
              </p:blipFill>
              <p:spPr>
                <a:xfrm>
                  <a:off x="673040" y="1790400"/>
                  <a:ext cx="166320" cy="255600"/>
                </a:xfrm>
                <a:prstGeom prst="rect">
                  <a:avLst/>
                </a:prstGeom>
              </p:spPr>
            </p:pic>
          </mc:Fallback>
        </mc:AlternateContent>
      </p:grpSp>
    </p:spTree>
  </p:cSld>
  <p:clrMapOvr>
    <a:masterClrMapping/>
  </p:clrMapOvr>
  <p:transition spd="med">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p:cNvSpPr>
          <p:nvPr>
            <p:ph/>
          </p:nvPr>
        </p:nvSpPr>
        <p:spPr>
          <a:xfrm>
            <a:off x="323850" y="1484630"/>
            <a:ext cx="8280400" cy="4824413"/>
          </a:xfrm>
        </p:spPr>
        <p:txBody>
          <a:bodyPr vert="horz" wrap="square" lIns="91440" tIns="45720" rIns="91440" bIns="45720" anchor="t" anchorCtr="0"/>
          <a:lstStyle/>
          <a:p>
            <a:pPr algn="just" eaLnBrk="1" hangingPunct="1">
              <a:buNone/>
            </a:pPr>
            <a:r>
              <a:rPr lang="en-US" altLang="zh-CN" b="1" dirty="0">
                <a:solidFill>
                  <a:srgbClr val="3333FF"/>
                </a:solidFill>
                <a:latin typeface="楷体_GB2312" panose="02010609030101010101" pitchFamily="49" charset="-122"/>
                <a:ea typeface="楷体_GB2312" panose="02010609030101010101" pitchFamily="49" charset="-122"/>
              </a:rPr>
              <a:t>   </a:t>
            </a:r>
            <a:r>
              <a:rPr lang="zh-CN" altLang="en-US" b="1" dirty="0">
                <a:solidFill>
                  <a:srgbClr val="3333FF"/>
                </a:solidFill>
                <a:latin typeface="楷体_GB2312" panose="02010609030101010101" pitchFamily="49" charset="-122"/>
                <a:ea typeface="楷体_GB2312" panose="02010609030101010101" pitchFamily="49" charset="-122"/>
              </a:rPr>
              <a:t>对</a:t>
            </a:r>
            <a:r>
              <a:rPr lang="en-US" altLang="zh-CN" b="1" dirty="0">
                <a:solidFill>
                  <a:srgbClr val="3333FF"/>
                </a:solidFill>
                <a:latin typeface="楷体_GB2312" panose="02010609030101010101" pitchFamily="49" charset="-122"/>
                <a:ea typeface="楷体_GB2312" panose="02010609030101010101" pitchFamily="49" charset="-122"/>
              </a:rPr>
              <a:t>DAC0832</a:t>
            </a:r>
            <a:r>
              <a:rPr lang="zh-CN" altLang="en-US" b="1" dirty="0">
                <a:solidFill>
                  <a:srgbClr val="3333FF"/>
                </a:solidFill>
                <a:latin typeface="楷体_GB2312" panose="02010609030101010101" pitchFamily="49" charset="-122"/>
                <a:ea typeface="楷体_GB2312" panose="02010609030101010101" pitchFamily="49" charset="-122"/>
              </a:rPr>
              <a:t>的编程方法有两种：</a:t>
            </a:r>
          </a:p>
          <a:p>
            <a:pPr algn="just" eaLnBrk="1" hangingPunct="1">
              <a:buNone/>
            </a:pPr>
            <a:r>
              <a:rPr lang="en-US" altLang="zh-CN" b="1" dirty="0">
                <a:latin typeface="楷体_GB2312" panose="02010609030101010101" pitchFamily="49" charset="-122"/>
                <a:ea typeface="楷体_GB2312" panose="02010609030101010101" pitchFamily="49" charset="-122"/>
              </a:rPr>
              <a:t>   1</a:t>
            </a:r>
            <a:r>
              <a:rPr lang="zh-CN" altLang="en-US" b="1" dirty="0">
                <a:latin typeface="楷体_GB2312" panose="02010609030101010101" pitchFamily="49" charset="-122"/>
                <a:ea typeface="楷体_GB2312" panose="02010609030101010101" pitchFamily="49" charset="-122"/>
              </a:rPr>
              <a:t>）基于地址的编程方法</a:t>
            </a:r>
          </a:p>
          <a:p>
            <a:pPr algn="just" eaLnBrk="1" hangingPunct="1">
              <a:buNone/>
            </a:pPr>
            <a:r>
              <a:rPr lang="zh-CN" altLang="en-US" b="1" dirty="0">
                <a:latin typeface="楷体_GB2312" panose="02010609030101010101" pitchFamily="49" charset="-122"/>
                <a:ea typeface="楷体_GB2312" panose="02010609030101010101" pitchFamily="49" charset="-122"/>
              </a:rPr>
              <a:t> </a:t>
            </a:r>
            <a:r>
              <a:rPr lang="en-US" altLang="zh-CN" b="1" dirty="0">
                <a:latin typeface="楷体_GB2312" panose="02010609030101010101" pitchFamily="49" charset="-122"/>
                <a:ea typeface="楷体_GB2312" panose="02010609030101010101" pitchFamily="49" charset="-122"/>
              </a:rPr>
              <a:t>  2</a:t>
            </a:r>
            <a:r>
              <a:rPr lang="zh-CN" altLang="en-US" b="1" dirty="0">
                <a:latin typeface="楷体_GB2312" panose="02010609030101010101" pitchFamily="49" charset="-122"/>
                <a:ea typeface="楷体_GB2312" panose="02010609030101010101" pitchFamily="49" charset="-122"/>
              </a:rPr>
              <a:t>）</a:t>
            </a:r>
            <a:r>
              <a:rPr lang="zh-CN" altLang="en-US" b="1" dirty="0">
                <a:solidFill>
                  <a:srgbClr val="FF3300"/>
                </a:solidFill>
                <a:latin typeface="楷体_GB2312" panose="02010609030101010101" pitchFamily="49" charset="-122"/>
                <a:ea typeface="楷体_GB2312" panose="02010609030101010101" pitchFamily="49" charset="-122"/>
              </a:rPr>
              <a:t>基于时序的编程方法</a:t>
            </a:r>
          </a:p>
          <a:p>
            <a:pPr eaLnBrk="1" hangingPunct="1">
              <a:buNone/>
            </a:pPr>
            <a:r>
              <a:rPr lang="zh-CN" altLang="en-US" b="1" dirty="0">
                <a:latin typeface="楷体_GB2312" panose="02010609030101010101" pitchFamily="49" charset="-122"/>
                <a:ea typeface="楷体_GB2312" panose="02010609030101010101" pitchFamily="49" charset="-122"/>
              </a:rPr>
              <a:t>       </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F2B43097-D971-663F-2808-A784F1085AB1}"/>
                  </a:ext>
                </a:extLst>
              </p14:cNvPr>
              <p14:cNvContentPartPr/>
              <p14:nvPr/>
            </p14:nvContentPartPr>
            <p14:xfrm>
              <a:off x="1227107" y="1467796"/>
              <a:ext cx="4182480" cy="583560"/>
            </p14:xfrm>
          </p:contentPart>
        </mc:Choice>
        <mc:Fallback xmlns="">
          <p:pic>
            <p:nvPicPr>
              <p:cNvPr id="2" name="墨迹 1">
                <a:extLst>
                  <a:ext uri="{FF2B5EF4-FFF2-40B4-BE49-F238E27FC236}">
                    <a16:creationId xmlns:a16="http://schemas.microsoft.com/office/drawing/2014/main" id="{F2B43097-D971-663F-2808-A784F1085AB1}"/>
                  </a:ext>
                </a:extLst>
              </p:cNvPr>
              <p:cNvPicPr/>
              <p:nvPr/>
            </p:nvPicPr>
            <p:blipFill>
              <a:blip r:embed="rId3"/>
              <a:stretch>
                <a:fillRect/>
              </a:stretch>
            </p:blipFill>
            <p:spPr>
              <a:xfrm>
                <a:off x="1209467" y="1449796"/>
                <a:ext cx="4218120" cy="619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D537B25F-191E-F1F3-B6B2-4ED66EAA1EDE}"/>
                  </a:ext>
                </a:extLst>
              </p14:cNvPr>
              <p14:cNvContentPartPr/>
              <p14:nvPr/>
            </p14:nvContentPartPr>
            <p14:xfrm>
              <a:off x="2117387" y="2562556"/>
              <a:ext cx="1692720" cy="68040"/>
            </p14:xfrm>
          </p:contentPart>
        </mc:Choice>
        <mc:Fallback xmlns="">
          <p:pic>
            <p:nvPicPr>
              <p:cNvPr id="3" name="墨迹 2">
                <a:extLst>
                  <a:ext uri="{FF2B5EF4-FFF2-40B4-BE49-F238E27FC236}">
                    <a16:creationId xmlns:a16="http://schemas.microsoft.com/office/drawing/2014/main" id="{D537B25F-191E-F1F3-B6B2-4ED66EAA1EDE}"/>
                  </a:ext>
                </a:extLst>
              </p:cNvPr>
              <p:cNvPicPr/>
              <p:nvPr/>
            </p:nvPicPr>
            <p:blipFill>
              <a:blip r:embed="rId5"/>
              <a:stretch>
                <a:fillRect/>
              </a:stretch>
            </p:blipFill>
            <p:spPr>
              <a:xfrm>
                <a:off x="2099387" y="2544916"/>
                <a:ext cx="1728360" cy="103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1072C8CA-1E67-E2F2-DE1A-D9FE973F0786}"/>
                  </a:ext>
                </a:extLst>
              </p14:cNvPr>
              <p14:cNvContentPartPr/>
              <p14:nvPr/>
            </p14:nvContentPartPr>
            <p14:xfrm>
              <a:off x="2171387" y="3211636"/>
              <a:ext cx="1466280" cy="37440"/>
            </p14:xfrm>
          </p:contentPart>
        </mc:Choice>
        <mc:Fallback xmlns="">
          <p:pic>
            <p:nvPicPr>
              <p:cNvPr id="4" name="墨迹 3">
                <a:extLst>
                  <a:ext uri="{FF2B5EF4-FFF2-40B4-BE49-F238E27FC236}">
                    <a16:creationId xmlns:a16="http://schemas.microsoft.com/office/drawing/2014/main" id="{1072C8CA-1E67-E2F2-DE1A-D9FE973F0786}"/>
                  </a:ext>
                </a:extLst>
              </p:cNvPr>
              <p:cNvPicPr/>
              <p:nvPr/>
            </p:nvPicPr>
            <p:blipFill>
              <a:blip r:embed="rId7"/>
              <a:stretch>
                <a:fillRect/>
              </a:stretch>
            </p:blipFill>
            <p:spPr>
              <a:xfrm>
                <a:off x="2153747" y="3193636"/>
                <a:ext cx="150192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DBE33456-8C76-7E91-2998-F37B91C5A0C5}"/>
                  </a:ext>
                </a:extLst>
              </p14:cNvPr>
              <p14:cNvContentPartPr/>
              <p14:nvPr/>
            </p14:nvContentPartPr>
            <p14:xfrm>
              <a:off x="301187" y="2815276"/>
              <a:ext cx="291240" cy="187560"/>
            </p14:xfrm>
          </p:contentPart>
        </mc:Choice>
        <mc:Fallback xmlns="">
          <p:pic>
            <p:nvPicPr>
              <p:cNvPr id="5" name="墨迹 4">
                <a:extLst>
                  <a:ext uri="{FF2B5EF4-FFF2-40B4-BE49-F238E27FC236}">
                    <a16:creationId xmlns:a16="http://schemas.microsoft.com/office/drawing/2014/main" id="{DBE33456-8C76-7E91-2998-F37B91C5A0C5}"/>
                  </a:ext>
                </a:extLst>
              </p:cNvPr>
              <p:cNvPicPr/>
              <p:nvPr/>
            </p:nvPicPr>
            <p:blipFill>
              <a:blip r:embed="rId9"/>
              <a:stretch>
                <a:fillRect/>
              </a:stretch>
            </p:blipFill>
            <p:spPr>
              <a:xfrm>
                <a:off x="283547" y="2797636"/>
                <a:ext cx="326880" cy="223200"/>
              </a:xfrm>
              <a:prstGeom prst="rect">
                <a:avLst/>
              </a:prstGeom>
            </p:spPr>
          </p:pic>
        </mc:Fallback>
      </mc:AlternateContent>
      <p:grpSp>
        <p:nvGrpSpPr>
          <p:cNvPr id="8" name="组合 7">
            <a:extLst>
              <a:ext uri="{FF2B5EF4-FFF2-40B4-BE49-F238E27FC236}">
                <a16:creationId xmlns:a16="http://schemas.microsoft.com/office/drawing/2014/main" id="{CD383704-98F7-25FC-FB4B-8F770C568890}"/>
              </a:ext>
            </a:extLst>
          </p:cNvPr>
          <p:cNvGrpSpPr/>
          <p:nvPr/>
        </p:nvGrpSpPr>
        <p:grpSpPr>
          <a:xfrm>
            <a:off x="1371467" y="3132076"/>
            <a:ext cx="4170240" cy="225720"/>
            <a:chOff x="1371467" y="3132076"/>
            <a:chExt cx="4170240" cy="225720"/>
          </a:xfrm>
        </p:grpSpPr>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A148BCB4-C63C-666C-1AB4-2D7F58B8DC96}"/>
                    </a:ext>
                  </a:extLst>
                </p14:cNvPr>
                <p14:cNvContentPartPr/>
                <p14:nvPr/>
              </p14:nvContentPartPr>
              <p14:xfrm>
                <a:off x="1371467" y="3132076"/>
                <a:ext cx="3951000" cy="135720"/>
              </p14:xfrm>
            </p:contentPart>
          </mc:Choice>
          <mc:Fallback xmlns="">
            <p:pic>
              <p:nvPicPr>
                <p:cNvPr id="6" name="墨迹 5">
                  <a:extLst>
                    <a:ext uri="{FF2B5EF4-FFF2-40B4-BE49-F238E27FC236}">
                      <a16:creationId xmlns:a16="http://schemas.microsoft.com/office/drawing/2014/main" id="{A148BCB4-C63C-666C-1AB4-2D7F58B8DC96}"/>
                    </a:ext>
                  </a:extLst>
                </p:cNvPr>
                <p:cNvPicPr/>
                <p:nvPr/>
              </p:nvPicPr>
              <p:blipFill>
                <a:blip r:embed="rId11"/>
                <a:stretch>
                  <a:fillRect/>
                </a:stretch>
              </p:blipFill>
              <p:spPr>
                <a:xfrm>
                  <a:off x="1353467" y="3114436"/>
                  <a:ext cx="398664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7" name="墨迹 6">
                  <a:extLst>
                    <a:ext uri="{FF2B5EF4-FFF2-40B4-BE49-F238E27FC236}">
                      <a16:creationId xmlns:a16="http://schemas.microsoft.com/office/drawing/2014/main" id="{AE5F76F9-61B7-D105-9DEA-CFA9EB2B6499}"/>
                    </a:ext>
                  </a:extLst>
                </p14:cNvPr>
                <p14:cNvContentPartPr/>
                <p14:nvPr/>
              </p14:nvContentPartPr>
              <p14:xfrm>
                <a:off x="5318507" y="3236116"/>
                <a:ext cx="223200" cy="121680"/>
              </p14:xfrm>
            </p:contentPart>
          </mc:Choice>
          <mc:Fallback xmlns="">
            <p:pic>
              <p:nvPicPr>
                <p:cNvPr id="7" name="墨迹 6">
                  <a:extLst>
                    <a:ext uri="{FF2B5EF4-FFF2-40B4-BE49-F238E27FC236}">
                      <a16:creationId xmlns:a16="http://schemas.microsoft.com/office/drawing/2014/main" id="{AE5F76F9-61B7-D105-9DEA-CFA9EB2B6499}"/>
                    </a:ext>
                  </a:extLst>
                </p:cNvPr>
                <p:cNvPicPr/>
                <p:nvPr/>
              </p:nvPicPr>
              <p:blipFill>
                <a:blip r:embed="rId13"/>
                <a:stretch>
                  <a:fillRect/>
                </a:stretch>
              </p:blipFill>
              <p:spPr>
                <a:xfrm>
                  <a:off x="5300507" y="3218476"/>
                  <a:ext cx="258840" cy="157320"/>
                </a:xfrm>
                <a:prstGeom prst="rect">
                  <a:avLst/>
                </a:prstGeom>
              </p:spPr>
            </p:pic>
          </mc:Fallback>
        </mc:AlternateContent>
      </p:grpSp>
    </p:spTree>
  </p:cSld>
  <p:clrMapOvr>
    <a:masterClrMapping/>
  </p:clrMapOvr>
  <p:transition spd="med">
    <p:zo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stretch>
            <a:fillRect/>
          </a:stretch>
        </p:blipFill>
        <p:spPr>
          <a:xfrm>
            <a:off x="3239770" y="836295"/>
            <a:ext cx="5904230" cy="2755900"/>
          </a:xfrm>
          <a:prstGeom prst="rect">
            <a:avLst/>
          </a:prstGeom>
        </p:spPr>
      </p:pic>
      <p:sp>
        <p:nvSpPr>
          <p:cNvPr id="31746" name="Text Box 4"/>
          <p:cNvSpPr txBox="1"/>
          <p:nvPr/>
        </p:nvSpPr>
        <p:spPr>
          <a:xfrm>
            <a:off x="533400" y="685800"/>
            <a:ext cx="3657600" cy="396875"/>
          </a:xfrm>
          <a:prstGeom prst="rect">
            <a:avLst/>
          </a:prstGeom>
          <a:noFill/>
          <a:ln w="9525">
            <a:noFill/>
          </a:ln>
        </p:spPr>
        <p:txBody>
          <a:bodyPr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27652" name="Text Box 7"/>
          <p:cNvSpPr txBox="1"/>
          <p:nvPr/>
        </p:nvSpPr>
        <p:spPr>
          <a:xfrm>
            <a:off x="2483483" y="2564765"/>
            <a:ext cx="838200" cy="396875"/>
          </a:xfrm>
          <a:prstGeom prst="rect">
            <a:avLst/>
          </a:prstGeom>
          <a:noFill/>
          <a:ln w="9525">
            <a:noFill/>
          </a:ln>
        </p:spPr>
        <p:txBody>
          <a:bodyPr anchor="t">
            <a:spAutoFit/>
            <a:scene3d>
              <a:camera prst="orthographicFront"/>
              <a:lightRig rig="threePt" dir="t"/>
            </a:scene3d>
          </a:bodyPr>
          <a:lstStyle/>
          <a:p>
            <a:pPr algn="r">
              <a:spcBef>
                <a:spcPct val="50000"/>
              </a:spcBef>
            </a:pPr>
            <a:r>
              <a:rPr lang="en-US" altLang="zh-CN" b="1" noProof="1">
                <a:solidFill>
                  <a:srgbClr val="FF0000"/>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cs typeface="+mn-cs"/>
              </a:rPr>
              <a:t>P2.6</a:t>
            </a:r>
            <a:endParaRPr lang="en-US" altLang="zh-CN" b="1" noProof="1">
              <a:solidFill>
                <a:srgbClr val="FF0000"/>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endParaRPr>
          </a:p>
        </p:txBody>
      </p:sp>
      <p:sp>
        <p:nvSpPr>
          <p:cNvPr id="2" name="文本框 1"/>
          <p:cNvSpPr txBox="1"/>
          <p:nvPr/>
        </p:nvSpPr>
        <p:spPr>
          <a:xfrm>
            <a:off x="395605" y="3644900"/>
            <a:ext cx="7483475" cy="460375"/>
          </a:xfrm>
          <a:prstGeom prst="rect">
            <a:avLst/>
          </a:prstGeom>
          <a:noFill/>
          <a:ln w="9525">
            <a:noFill/>
          </a:ln>
        </p:spPr>
        <p:txBody>
          <a:bodyPr wrap="square" anchor="t" anchorCtr="0">
            <a:spAutoFit/>
          </a:bodyPr>
          <a:lstStyle/>
          <a:p>
            <a:r>
              <a:rPr lang="en-US" altLang="zh-CN" sz="2400" b="1" dirty="0">
                <a:latin typeface="Times New Roman" panose="02020603050405020304" pitchFamily="18" charset="0"/>
                <a:ea typeface="宋体" panose="02010600030101010101" pitchFamily="2" charset="-122"/>
              </a:rPr>
              <a:t>DAC0832</a:t>
            </a:r>
            <a:r>
              <a:rPr lang="zh-CN" altLang="zh-CN" sz="2400" b="1" dirty="0">
                <a:latin typeface="Times New Roman" panose="02020603050405020304" pitchFamily="18" charset="0"/>
                <a:ea typeface="宋体" panose="02010600030101010101" pitchFamily="2" charset="-122"/>
              </a:rPr>
              <a:t>的地址：</a:t>
            </a:r>
            <a:r>
              <a:rPr lang="en-US" altLang="zh-CN" sz="2400" b="1" dirty="0">
                <a:latin typeface="Times New Roman" panose="02020603050405020304" pitchFamily="18" charset="0"/>
                <a:ea typeface="宋体" panose="02010600030101010101" pitchFamily="2" charset="-122"/>
              </a:rPr>
              <a:t>1</a:t>
            </a:r>
            <a:r>
              <a:rPr lang="en-US" altLang="zh-CN" sz="2400" b="1" dirty="0">
                <a:solidFill>
                  <a:srgbClr val="FF0000"/>
                </a:solidFill>
                <a:latin typeface="Times New Roman" panose="02020603050405020304" pitchFamily="18" charset="0"/>
                <a:ea typeface="宋体" panose="02010600030101010101" pitchFamily="2" charset="-122"/>
              </a:rPr>
              <a:t>0</a:t>
            </a:r>
            <a:r>
              <a:rPr lang="en-US" altLang="zh-CN" sz="2400" b="1" dirty="0">
                <a:latin typeface="Times New Roman" panose="02020603050405020304" pitchFamily="18" charset="0"/>
                <a:ea typeface="宋体" panose="02010600030101010101" pitchFamily="2" charset="-122"/>
              </a:rPr>
              <a:t>11 1111 1111 1111</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0BFFFH</a:t>
            </a:r>
            <a:r>
              <a:rPr lang="zh-CN" altLang="en-US" sz="2400" b="1" dirty="0">
                <a:latin typeface="Times New Roman" panose="02020603050405020304" pitchFamily="18" charset="0"/>
                <a:ea typeface="宋体" panose="02010600030101010101" pitchFamily="2" charset="-122"/>
              </a:rPr>
              <a:t>）</a:t>
            </a:r>
          </a:p>
        </p:txBody>
      </p:sp>
      <p:sp>
        <p:nvSpPr>
          <p:cNvPr id="32769" name="Text Box 2"/>
          <p:cNvSpPr txBox="1"/>
          <p:nvPr/>
        </p:nvSpPr>
        <p:spPr>
          <a:xfrm>
            <a:off x="635" y="4157345"/>
            <a:ext cx="9144000" cy="1308100"/>
          </a:xfrm>
          <a:prstGeom prst="rect">
            <a:avLst/>
          </a:prstGeom>
          <a:noFill/>
          <a:ln w="9525">
            <a:noFill/>
          </a:ln>
        </p:spPr>
        <p:txBody>
          <a:bodyPr anchor="t" anchorCtr="0">
            <a:spAutoFit/>
          </a:bodyPr>
          <a:lstStyle/>
          <a:p>
            <a:pPr algn="just">
              <a:lnSpc>
                <a:spcPct val="110000"/>
              </a:lnSpc>
            </a:pPr>
            <a:r>
              <a:rPr lang="zh-CN" altLang="en-US" sz="2400" b="1" dirty="0">
                <a:solidFill>
                  <a:srgbClr val="FF6600"/>
                </a:solidFill>
                <a:latin typeface="Times New Roman" panose="02020603050405020304" pitchFamily="18" charset="0"/>
                <a:ea typeface="宋体" panose="02010600030101010101" pitchFamily="2" charset="-122"/>
              </a:rPr>
              <a:t>         </a:t>
            </a:r>
            <a:r>
              <a:rPr lang="en-US" altLang="zh-CN" sz="2400" b="1" dirty="0">
                <a:solidFill>
                  <a:srgbClr val="FF6600"/>
                </a:solidFill>
                <a:latin typeface="Times New Roman" panose="02020603050405020304" pitchFamily="18" charset="0"/>
                <a:ea typeface="宋体" panose="02010600030101010101" pitchFamily="2" charset="-122"/>
              </a:rPr>
              <a:t>MOV   DPTR</a:t>
            </a: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#0BFFFH   </a:t>
            </a:r>
            <a:r>
              <a:rPr lang="zh-CN" altLang="en-US" sz="2400" b="1" dirty="0">
                <a:solidFill>
                  <a:srgbClr val="FF6600"/>
                </a:solidFill>
                <a:latin typeface="Times New Roman" panose="02020603050405020304" pitchFamily="18" charset="0"/>
                <a:ea typeface="宋体" panose="02010600030101010101" pitchFamily="2" charset="-122"/>
              </a:rPr>
              <a:t>；送端口地址，假设为</a:t>
            </a:r>
            <a:r>
              <a:rPr lang="en-US" altLang="zh-CN" sz="2400" b="1" dirty="0">
                <a:solidFill>
                  <a:srgbClr val="FF6600"/>
                </a:solidFill>
                <a:latin typeface="Times New Roman" panose="02020603050405020304" pitchFamily="18" charset="0"/>
                <a:ea typeface="宋体" panose="02010600030101010101" pitchFamily="2" charset="-122"/>
              </a:rPr>
              <a:t>0BFFFH</a:t>
            </a:r>
          </a:p>
          <a:p>
            <a:pPr algn="just">
              <a:lnSpc>
                <a:spcPct val="110000"/>
              </a:lnSpc>
            </a:pPr>
            <a:r>
              <a:rPr lang="en-US" altLang="zh-CN" sz="2400" b="1" dirty="0">
                <a:solidFill>
                  <a:srgbClr val="FF6600"/>
                </a:solidFill>
                <a:latin typeface="Times New Roman" panose="02020603050405020304" pitchFamily="18" charset="0"/>
                <a:ea typeface="宋体" panose="02010600030101010101" pitchFamily="2" charset="-122"/>
              </a:rPr>
              <a:t>         MOV   A</a:t>
            </a: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#data	         </a:t>
            </a:r>
            <a:r>
              <a:rPr lang="zh-CN" altLang="en-US" sz="2400" b="1" dirty="0">
                <a:solidFill>
                  <a:srgbClr val="FF6600"/>
                </a:solidFill>
                <a:latin typeface="Times New Roman" panose="02020603050405020304" pitchFamily="18" charset="0"/>
                <a:ea typeface="宋体" panose="02010600030101010101" pitchFamily="2" charset="-122"/>
              </a:rPr>
              <a:t>；送欲转换的数据</a:t>
            </a:r>
          </a:p>
          <a:p>
            <a:pPr algn="just">
              <a:lnSpc>
                <a:spcPct val="110000"/>
              </a:lnSpc>
            </a:pPr>
            <a:r>
              <a:rPr lang="zh-CN" altLang="en-US" sz="2400" b="1" dirty="0">
                <a:solidFill>
                  <a:srgbClr val="FF6600"/>
                </a:solidFill>
                <a:latin typeface="Times New Roman" panose="02020603050405020304" pitchFamily="18" charset="0"/>
                <a:ea typeface="宋体" panose="02010600030101010101" pitchFamily="2" charset="-122"/>
              </a:rPr>
              <a:t>         </a:t>
            </a:r>
            <a:r>
              <a:rPr lang="en-US" altLang="zh-CN" sz="2400" b="1" dirty="0">
                <a:solidFill>
                  <a:srgbClr val="FF6600"/>
                </a:solidFill>
                <a:latin typeface="Times New Roman" panose="02020603050405020304" pitchFamily="18" charset="0"/>
                <a:ea typeface="宋体" panose="02010600030101010101" pitchFamily="2" charset="-122"/>
              </a:rPr>
              <a:t>MOVX  @DPTR</a:t>
            </a:r>
            <a:r>
              <a:rPr lang="zh-CN" altLang="en-US" sz="2400" b="1" dirty="0">
                <a:solidFill>
                  <a:srgbClr val="FF6600"/>
                </a:solidFill>
                <a:latin typeface="Times New Roman" panose="02020603050405020304" pitchFamily="18" charset="0"/>
                <a:ea typeface="宋体" panose="02010600030101010101" pitchFamily="2" charset="-122"/>
              </a:rPr>
              <a:t>，</a:t>
            </a:r>
            <a:r>
              <a:rPr lang="en-US" altLang="zh-CN" sz="2400" b="1" dirty="0">
                <a:solidFill>
                  <a:srgbClr val="FF6600"/>
                </a:solidFill>
                <a:latin typeface="Times New Roman" panose="02020603050405020304" pitchFamily="18" charset="0"/>
                <a:ea typeface="宋体" panose="02010600030101010101" pitchFamily="2" charset="-122"/>
              </a:rPr>
              <a:t>A	         </a:t>
            </a:r>
            <a:r>
              <a:rPr lang="zh-CN" altLang="en-US" sz="2400" b="1" dirty="0">
                <a:solidFill>
                  <a:srgbClr val="FF6600"/>
                </a:solidFill>
                <a:latin typeface="Times New Roman" panose="02020603050405020304" pitchFamily="18" charset="0"/>
                <a:ea typeface="宋体" panose="02010600030101010101" pitchFamily="2" charset="-122"/>
              </a:rPr>
              <a:t>；写数据至端口，</a:t>
            </a:r>
            <a:r>
              <a:rPr lang="en-US" altLang="zh-CN" sz="2400" b="1" dirty="0">
                <a:solidFill>
                  <a:srgbClr val="FF6600"/>
                </a:solidFill>
                <a:latin typeface="Times New Roman" panose="02020603050405020304" pitchFamily="18" charset="0"/>
                <a:ea typeface="宋体" panose="02010600030101010101" pitchFamily="2" charset="-122"/>
              </a:rPr>
              <a:t>/WR</a:t>
            </a:r>
            <a:r>
              <a:rPr lang="zh-CN" altLang="zh-CN" sz="2400" b="1" dirty="0">
                <a:solidFill>
                  <a:srgbClr val="FF6600"/>
                </a:solidFill>
                <a:latin typeface="Times New Roman" panose="02020603050405020304" pitchFamily="18" charset="0"/>
                <a:ea typeface="宋体" panose="02010600030101010101" pitchFamily="2" charset="-122"/>
              </a:rPr>
              <a:t>变低</a:t>
            </a:r>
          </a:p>
        </p:txBody>
      </p:sp>
      <p:sp>
        <p:nvSpPr>
          <p:cNvPr id="15367" name="Rectangle 2"/>
          <p:cNvSpPr/>
          <p:nvPr/>
        </p:nvSpPr>
        <p:spPr>
          <a:xfrm>
            <a:off x="682943" y="5516563"/>
            <a:ext cx="6445250" cy="1250950"/>
          </a:xfrm>
          <a:prstGeom prst="rect">
            <a:avLst/>
          </a:prstGeom>
          <a:solidFill>
            <a:srgbClr val="FFFFCC"/>
          </a:solidFill>
          <a:ln w="9525">
            <a:noFill/>
          </a:ln>
        </p:spPr>
        <p:txBody>
          <a:bodyPr anchor="t" anchorCtr="0"/>
          <a:lstStyle/>
          <a:p>
            <a:pPr marL="342900" indent="-342900" algn="just">
              <a:lnSpc>
                <a:spcPct val="125000"/>
              </a:lnSpc>
              <a:spcBef>
                <a:spcPct val="20000"/>
              </a:spcBef>
            </a:pPr>
            <a:r>
              <a:rPr lang="en-US" altLang="zh-CN" sz="2400" b="1" dirty="0">
                <a:ea typeface="楷体_GB2312" panose="02010609030101010101" pitchFamily="49" charset="-122"/>
                <a:cs typeface="Times New Roman" panose="02020603050405020304" pitchFamily="18" charset="0"/>
              </a:rPr>
              <a:t>unsigned char a=data</a:t>
            </a:r>
            <a:r>
              <a:rPr lang="zh-CN" altLang="en-US" sz="2400" b="1" dirty="0">
                <a:ea typeface="楷体_GB2312" panose="02010609030101010101" pitchFamily="49" charset="-122"/>
                <a:cs typeface="Times New Roman" panose="02020603050405020304" pitchFamily="18" charset="0"/>
              </a:rPr>
              <a:t>；</a:t>
            </a:r>
          </a:p>
          <a:p>
            <a:pPr marL="342900" indent="-342900" algn="just">
              <a:lnSpc>
                <a:spcPct val="125000"/>
              </a:lnSpc>
              <a:spcBef>
                <a:spcPct val="20000"/>
              </a:spcBef>
            </a:pPr>
            <a:r>
              <a:rPr lang="en-US" altLang="zh-CN" sz="2400" b="1" dirty="0">
                <a:ea typeface="楷体_GB2312" panose="02010609030101010101" pitchFamily="49" charset="-122"/>
                <a:cs typeface="Times New Roman" panose="02020603050405020304" pitchFamily="18" charset="0"/>
              </a:rPr>
              <a:t>XBYTE[0xbfff]=a</a:t>
            </a:r>
            <a:r>
              <a:rPr lang="zh-CN" altLang="en-US" sz="2400" b="1" dirty="0">
                <a:ea typeface="楷体_GB2312" panose="02010609030101010101" pitchFamily="49" charset="-122"/>
                <a:cs typeface="Times New Roman" panose="02020603050405020304" pitchFamily="18" charset="0"/>
              </a:rPr>
              <a:t>；   </a:t>
            </a:r>
            <a:r>
              <a:rPr lang="en-US" altLang="zh-CN" sz="2400" b="1" dirty="0">
                <a:ea typeface="楷体_GB2312" panose="02010609030101010101" pitchFamily="49" charset="-122"/>
                <a:cs typeface="Times New Roman" panose="02020603050405020304" pitchFamily="18" charset="0"/>
              </a:rPr>
              <a:t>//</a:t>
            </a:r>
            <a:r>
              <a:rPr lang="zh-CN" altLang="en-US" sz="2400" b="1" dirty="0">
                <a:ea typeface="楷体_GB2312" panose="02010609030101010101" pitchFamily="49" charset="-122"/>
                <a:cs typeface="Times New Roman" panose="02020603050405020304" pitchFamily="18" charset="0"/>
              </a:rPr>
              <a:t>写数据</a:t>
            </a:r>
          </a:p>
        </p:txBody>
      </p:sp>
      <p:sp>
        <p:nvSpPr>
          <p:cNvPr id="36865" name="Text Box 2"/>
          <p:cNvSpPr txBox="1"/>
          <p:nvPr/>
        </p:nvSpPr>
        <p:spPr>
          <a:xfrm>
            <a:off x="179705" y="548640"/>
            <a:ext cx="4041775" cy="607695"/>
          </a:xfrm>
          <a:prstGeom prst="rect">
            <a:avLst/>
          </a:prstGeom>
          <a:noFill/>
          <a:ln w="9525">
            <a:noFill/>
          </a:ln>
        </p:spPr>
        <p:txBody>
          <a:bodyPr wrap="square" anchor="t" anchorCtr="0">
            <a:spAutoFit/>
          </a:bodyPr>
          <a:lstStyle/>
          <a:p>
            <a:pPr algn="just">
              <a:lnSpc>
                <a:spcPct val="140000"/>
              </a:lnSpc>
              <a:spcBef>
                <a:spcPct val="50000"/>
              </a:spcBef>
            </a:pPr>
            <a:r>
              <a:rPr lang="en-US" altLang="zh-CN" sz="2400" b="1" dirty="0">
                <a:solidFill>
                  <a:schemeClr val="tx1">
                    <a:lumMod val="60000"/>
                    <a:lumOff val="40000"/>
                  </a:schemeClr>
                </a:solidFill>
                <a:latin typeface="楷体_GB2312" panose="02010609030101010101" pitchFamily="49" charset="-122"/>
                <a:ea typeface="楷体_GB2312" panose="02010609030101010101" pitchFamily="49" charset="-122"/>
                <a:sym typeface="+mn-ea"/>
              </a:rPr>
              <a:t>1</a:t>
            </a:r>
            <a:r>
              <a:rPr lang="zh-CN" altLang="en-US" sz="2400" b="1" dirty="0">
                <a:solidFill>
                  <a:schemeClr val="tx1">
                    <a:lumMod val="60000"/>
                    <a:lumOff val="40000"/>
                  </a:schemeClr>
                </a:solidFill>
                <a:latin typeface="楷体_GB2312" panose="02010609030101010101" pitchFamily="49" charset="-122"/>
                <a:ea typeface="楷体_GB2312" panose="02010609030101010101" pitchFamily="49" charset="-122"/>
                <a:sym typeface="+mn-ea"/>
              </a:rPr>
              <a:t>）基于地址的编程方法</a:t>
            </a:r>
            <a:r>
              <a:rPr lang="en-US" altLang="zh-CN" sz="2400" b="1" dirty="0">
                <a:solidFill>
                  <a:schemeClr val="tx1">
                    <a:lumMod val="60000"/>
                    <a:lumOff val="40000"/>
                  </a:schemeClr>
                </a:solidFill>
                <a:latin typeface="Times New Roman" panose="02020603050405020304" pitchFamily="18" charset="0"/>
                <a:ea typeface="宋体" panose="02010600030101010101" pitchFamily="2" charset="-122"/>
              </a:rPr>
              <a:t>       </a:t>
            </a:r>
          </a:p>
        </p:txBody>
      </p:sp>
      <mc:AlternateContent xmlns:mc="http://schemas.openxmlformats.org/markup-compatibility/2006" xmlns:p14="http://schemas.microsoft.com/office/powerpoint/2010/main">
        <mc:Choice Requires="p14">
          <p:contentPart p14:bwMode="auto" r:id="rId3">
            <p14:nvContentPartPr>
              <p14:cNvPr id="23" name="墨迹 22">
                <a:extLst>
                  <a:ext uri="{FF2B5EF4-FFF2-40B4-BE49-F238E27FC236}">
                    <a16:creationId xmlns:a16="http://schemas.microsoft.com/office/drawing/2014/main" id="{24C90BBF-8C6F-7203-D60E-C283501299A8}"/>
                  </a:ext>
                </a:extLst>
              </p14:cNvPr>
              <p14:cNvContentPartPr/>
              <p14:nvPr/>
            </p14:nvContentPartPr>
            <p14:xfrm>
              <a:off x="4946560" y="920280"/>
              <a:ext cx="360" cy="360"/>
            </p14:xfrm>
          </p:contentPart>
        </mc:Choice>
        <mc:Fallback xmlns="">
          <p:pic>
            <p:nvPicPr>
              <p:cNvPr id="23" name="墨迹 22">
                <a:extLst>
                  <a:ext uri="{FF2B5EF4-FFF2-40B4-BE49-F238E27FC236}">
                    <a16:creationId xmlns:a16="http://schemas.microsoft.com/office/drawing/2014/main" id="{24C90BBF-8C6F-7203-D60E-C283501299A8}"/>
                  </a:ext>
                </a:extLst>
              </p:cNvPr>
              <p:cNvPicPr/>
              <p:nvPr/>
            </p:nvPicPr>
            <p:blipFill>
              <a:blip r:embed="rId28"/>
              <a:stretch>
                <a:fillRect/>
              </a:stretch>
            </p:blipFill>
            <p:spPr>
              <a:xfrm>
                <a:off x="4928920" y="90264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8" name="墨迹 27">
                <a:extLst>
                  <a:ext uri="{FF2B5EF4-FFF2-40B4-BE49-F238E27FC236}">
                    <a16:creationId xmlns:a16="http://schemas.microsoft.com/office/drawing/2014/main" id="{98449417-6CE5-E609-FEF9-B275228658DE}"/>
                  </a:ext>
                </a:extLst>
              </p14:cNvPr>
              <p14:cNvContentPartPr/>
              <p14:nvPr/>
            </p14:nvContentPartPr>
            <p14:xfrm>
              <a:off x="3174640" y="4042200"/>
              <a:ext cx="360" cy="2880"/>
            </p14:xfrm>
          </p:contentPart>
        </mc:Choice>
        <mc:Fallback xmlns="">
          <p:pic>
            <p:nvPicPr>
              <p:cNvPr id="28" name="墨迹 27">
                <a:extLst>
                  <a:ext uri="{FF2B5EF4-FFF2-40B4-BE49-F238E27FC236}">
                    <a16:creationId xmlns:a16="http://schemas.microsoft.com/office/drawing/2014/main" id="{98449417-6CE5-E609-FEF9-B275228658DE}"/>
                  </a:ext>
                </a:extLst>
              </p:cNvPr>
              <p:cNvPicPr/>
              <p:nvPr/>
            </p:nvPicPr>
            <p:blipFill>
              <a:blip r:embed="rId42"/>
              <a:stretch>
                <a:fillRect/>
              </a:stretch>
            </p:blipFill>
            <p:spPr>
              <a:xfrm>
                <a:off x="3157000" y="4024560"/>
                <a:ext cx="3600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9" name="墨迹 28">
                <a:extLst>
                  <a:ext uri="{FF2B5EF4-FFF2-40B4-BE49-F238E27FC236}">
                    <a16:creationId xmlns:a16="http://schemas.microsoft.com/office/drawing/2014/main" id="{CB6AFA49-F9C4-2C75-7B2C-50D7EA4CD747}"/>
                  </a:ext>
                </a:extLst>
              </p14:cNvPr>
              <p14:cNvContentPartPr/>
              <p14:nvPr/>
            </p14:nvContentPartPr>
            <p14:xfrm>
              <a:off x="3174640" y="4038240"/>
              <a:ext cx="360" cy="360"/>
            </p14:xfrm>
          </p:contentPart>
        </mc:Choice>
        <mc:Fallback xmlns="">
          <p:pic>
            <p:nvPicPr>
              <p:cNvPr id="29" name="墨迹 28">
                <a:extLst>
                  <a:ext uri="{FF2B5EF4-FFF2-40B4-BE49-F238E27FC236}">
                    <a16:creationId xmlns:a16="http://schemas.microsoft.com/office/drawing/2014/main" id="{CB6AFA49-F9C4-2C75-7B2C-50D7EA4CD747}"/>
                  </a:ext>
                </a:extLst>
              </p:cNvPr>
              <p:cNvPicPr/>
              <p:nvPr/>
            </p:nvPicPr>
            <p:blipFill>
              <a:blip r:embed="rId28"/>
              <a:stretch>
                <a:fillRect/>
              </a:stretch>
            </p:blipFill>
            <p:spPr>
              <a:xfrm>
                <a:off x="3157000" y="4020600"/>
                <a:ext cx="36000" cy="3600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6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5367"/>
                                        </p:tgtEl>
                                        <p:attrNameLst>
                                          <p:attrName>style.visibility</p:attrName>
                                        </p:attrNameLst>
                                      </p:cBhvr>
                                      <p:to>
                                        <p:strVal val="visible"/>
                                      </p:to>
                                    </p:set>
                                    <p:animEffect transition="in" filter="checkerboard(across)">
                                      <p:cBhvr>
                                        <p:cTn id="15" dur="500"/>
                                        <p:tgtEl>
                                          <p:spTgt spid="1536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1" nodeType="clickEffect">
                                  <p:stCondLst>
                                    <p:cond delay="0"/>
                                  </p:stCondLst>
                                  <p:childTnLst>
                                    <p:set>
                                      <p:cBhvr>
                                        <p:cTn id="19" dur="1" fill="hold">
                                          <p:stCondLst>
                                            <p:cond delay="0"/>
                                          </p:stCondLst>
                                        </p:cTn>
                                        <p:tgtEl>
                                          <p:spTgt spid="153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2769" grpId="0"/>
      <p:bldP spid="15367" grpId="0" bldLvl="0" animBg="1"/>
      <p:bldP spid="15367" grpId="1"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文本框 99"/>
          <p:cNvSpPr txBox="1"/>
          <p:nvPr/>
        </p:nvSpPr>
        <p:spPr>
          <a:xfrm>
            <a:off x="0" y="548640"/>
            <a:ext cx="8869680" cy="1529715"/>
          </a:xfrm>
          <a:prstGeom prst="rect">
            <a:avLst/>
          </a:prstGeom>
          <a:noFill/>
          <a:ln w="9525">
            <a:noFill/>
          </a:ln>
        </p:spPr>
        <p:txBody>
          <a:bodyPr wrap="square">
            <a:spAutoFit/>
          </a:bodyPr>
          <a:lstStyle/>
          <a:p>
            <a:pPr indent="269875" algn="just">
              <a:lnSpc>
                <a:spcPct val="130000"/>
              </a:lnSpc>
            </a:pPr>
            <a:r>
              <a:rPr lang="zh-CN" altLang="en-US" sz="2400" b="1" dirty="0">
                <a:latin typeface="Times New Roman" panose="02020603050405020304" pitchFamily="18" charset="0"/>
              </a:rPr>
              <a:t>例</a:t>
            </a:r>
            <a:r>
              <a:rPr lang="en-US" altLang="zh-CN" sz="2400" b="1" dirty="0">
                <a:latin typeface="Times New Roman" panose="02020603050405020304" pitchFamily="18" charset="0"/>
              </a:rPr>
              <a:t>10-1  </a:t>
            </a:r>
            <a:r>
              <a:rPr lang="en-US" sz="2400" b="1" dirty="0">
                <a:latin typeface="Times New Roman" panose="02020603050405020304" pitchFamily="18" charset="0"/>
              </a:rPr>
              <a:t>DAC0832</a:t>
            </a:r>
            <a:r>
              <a:rPr lang="zh-CN" sz="2400" b="1" dirty="0">
                <a:ea typeface="宋体" panose="02010600030101010101" pitchFamily="2" charset="-122"/>
              </a:rPr>
              <a:t>与</a:t>
            </a:r>
            <a:r>
              <a:rPr lang="en-US" sz="2400" b="1" dirty="0">
                <a:latin typeface="Times New Roman" panose="02020603050405020304" pitchFamily="18" charset="0"/>
              </a:rPr>
              <a:t>89C51</a:t>
            </a:r>
            <a:r>
              <a:rPr lang="zh-CN" sz="2400" b="1" dirty="0">
                <a:ea typeface="宋体" panose="02010600030101010101" pitchFamily="2" charset="-122"/>
              </a:rPr>
              <a:t>的接口如图</a:t>
            </a:r>
            <a:r>
              <a:rPr lang="en-US" altLang="zh-CN" sz="2400" b="1" dirty="0">
                <a:ea typeface="宋体" panose="02010600030101010101" pitchFamily="2" charset="-122"/>
              </a:rPr>
              <a:t>10-5</a:t>
            </a:r>
            <a:r>
              <a:rPr lang="zh-CN" sz="2400" b="1" dirty="0">
                <a:ea typeface="宋体" panose="02010600030101010101" pitchFamily="2" charset="-122"/>
              </a:rPr>
              <a:t>所示，编程使</a:t>
            </a:r>
            <a:r>
              <a:rPr lang="en-US" sz="2400" b="1" dirty="0">
                <a:latin typeface="Times New Roman" panose="02020603050405020304" pitchFamily="18" charset="0"/>
              </a:rPr>
              <a:t>DAC0832</a:t>
            </a:r>
            <a:r>
              <a:rPr lang="zh-CN" sz="2400" b="1" dirty="0">
                <a:ea typeface="宋体" panose="02010600030101010101" pitchFamily="2" charset="-122"/>
              </a:rPr>
              <a:t>输出一个电压在</a:t>
            </a:r>
            <a:r>
              <a:rPr lang="en-US" sz="2400" b="1" dirty="0">
                <a:latin typeface="Times New Roman" panose="02020603050405020304" pitchFamily="18" charset="0"/>
              </a:rPr>
              <a:t>0</a:t>
            </a:r>
            <a:r>
              <a:rPr lang="zh-CN" sz="2400" b="1" dirty="0">
                <a:ea typeface="宋体" panose="02010600030101010101" pitchFamily="2" charset="-122"/>
              </a:rPr>
              <a:t>～</a:t>
            </a:r>
            <a:r>
              <a:rPr lang="en-US" sz="2400" b="1" dirty="0">
                <a:latin typeface="Times New Roman" panose="02020603050405020304" pitchFamily="18" charset="0"/>
              </a:rPr>
              <a:t>-</a:t>
            </a:r>
            <a:r>
              <a:rPr lang="en-US" sz="2400" b="1" baseline="-25000" dirty="0">
                <a:latin typeface="Times New Roman" panose="02020603050405020304" pitchFamily="18" charset="0"/>
              </a:rPr>
              <a:t> </a:t>
            </a:r>
            <a:r>
              <a:rPr lang="en-US" sz="2400" b="1" dirty="0">
                <a:latin typeface="Times New Roman" panose="02020603050405020304" pitchFamily="18" charset="0"/>
              </a:rPr>
              <a:t>5 V</a:t>
            </a:r>
            <a:r>
              <a:rPr lang="zh-CN" sz="2400" b="1" dirty="0">
                <a:ea typeface="宋体" panose="02010600030101010101" pitchFamily="2" charset="-122"/>
              </a:rPr>
              <a:t>的三角波</a:t>
            </a:r>
            <a:r>
              <a:rPr lang="en-US" sz="2400" b="1" dirty="0">
                <a:latin typeface="Times New Roman" panose="02020603050405020304" pitchFamily="18" charset="0"/>
              </a:rPr>
              <a:t>(</a:t>
            </a:r>
            <a:r>
              <a:rPr lang="zh-CN" sz="2400" b="1" dirty="0">
                <a:ea typeface="宋体" panose="02010600030101010101" pitchFamily="2" charset="-122"/>
              </a:rPr>
              <a:t>频率任意</a:t>
            </a:r>
            <a:r>
              <a:rPr lang="en-US" sz="2400" b="1" dirty="0">
                <a:latin typeface="Times New Roman" panose="02020603050405020304" pitchFamily="18" charset="0"/>
              </a:rPr>
              <a:t>)</a:t>
            </a:r>
            <a:r>
              <a:rPr lang="zh-CN" sz="2400" b="1" dirty="0">
                <a:ea typeface="宋体" panose="02010600030101010101" pitchFamily="2" charset="-122"/>
              </a:rPr>
              <a:t>，如图</a:t>
            </a:r>
            <a:r>
              <a:rPr lang="en-US" sz="2400" b="1" dirty="0">
                <a:latin typeface="Times New Roman" panose="02020603050405020304" pitchFamily="18" charset="0"/>
              </a:rPr>
              <a:t>10-6</a:t>
            </a:r>
            <a:r>
              <a:rPr lang="zh-CN" sz="2400" b="1" dirty="0">
                <a:ea typeface="宋体" panose="02010600030101010101" pitchFamily="2" charset="-122"/>
              </a:rPr>
              <a:t>所示，并在</a:t>
            </a:r>
            <a:r>
              <a:rPr lang="en-US" sz="2400" b="1" dirty="0">
                <a:latin typeface="Times New Roman" panose="02020603050405020304" pitchFamily="18" charset="0"/>
              </a:rPr>
              <a:t>Proteus</a:t>
            </a:r>
            <a:r>
              <a:rPr lang="zh-CN" sz="2400" b="1" dirty="0">
                <a:ea typeface="宋体" panose="02010600030101010101" pitchFamily="2" charset="-122"/>
              </a:rPr>
              <a:t>下仿真（假设</a:t>
            </a:r>
            <a:r>
              <a:rPr lang="en-US" sz="2400" b="1" i="1" dirty="0" err="1">
                <a:latin typeface="Times New Roman" panose="02020603050405020304" pitchFamily="18" charset="0"/>
              </a:rPr>
              <a:t>f</a:t>
            </a:r>
            <a:r>
              <a:rPr lang="en-US" sz="2400" b="1" baseline="-25000" dirty="0" err="1">
                <a:latin typeface="Times New Roman" panose="02020603050405020304" pitchFamily="18" charset="0"/>
              </a:rPr>
              <a:t>OSC</a:t>
            </a:r>
            <a:r>
              <a:rPr lang="en-US" sz="2400" b="1" dirty="0">
                <a:latin typeface="Times New Roman" panose="02020603050405020304" pitchFamily="18" charset="0"/>
              </a:rPr>
              <a:t>=11.059 2 MHz</a:t>
            </a:r>
            <a:r>
              <a:rPr lang="zh-CN" sz="2400" b="1" dirty="0">
                <a:ea typeface="宋体" panose="02010600030101010101" pitchFamily="2" charset="-122"/>
              </a:rPr>
              <a:t>）。</a:t>
            </a:r>
            <a:endParaRPr lang="zh-CN" altLang="en-US" sz="2400" b="1" dirty="0"/>
          </a:p>
        </p:txBody>
      </p:sp>
      <p:pic>
        <p:nvPicPr>
          <p:cNvPr id="6" name="图片 -2147482511" descr="图10-5"/>
          <p:cNvPicPr>
            <a:picLocks noChangeAspect="1"/>
          </p:cNvPicPr>
          <p:nvPr/>
        </p:nvPicPr>
        <p:blipFill>
          <a:blip r:embed="rId2"/>
          <a:srcRect t="3756"/>
          <a:stretch>
            <a:fillRect/>
          </a:stretch>
        </p:blipFill>
        <p:spPr>
          <a:xfrm>
            <a:off x="0" y="2061796"/>
            <a:ext cx="7623810" cy="4702810"/>
          </a:xfrm>
          <a:prstGeom prst="rect">
            <a:avLst/>
          </a:prstGeom>
          <a:noFill/>
          <a:ln w="9525">
            <a:noFill/>
          </a:ln>
        </p:spPr>
      </p:pic>
      <p:pic>
        <p:nvPicPr>
          <p:cNvPr id="7" name="图片 6"/>
          <p:cNvPicPr>
            <a:picLocks noChangeAspect="1"/>
          </p:cNvPicPr>
          <p:nvPr/>
        </p:nvPicPr>
        <p:blipFill>
          <a:blip r:embed="rId3"/>
          <a:stretch>
            <a:fillRect/>
          </a:stretch>
        </p:blipFill>
        <p:spPr>
          <a:xfrm>
            <a:off x="6588760" y="1700530"/>
            <a:ext cx="2437130" cy="1922780"/>
          </a:xfrm>
          <a:prstGeom prst="rect">
            <a:avLst/>
          </a:prstGeom>
        </p:spPr>
      </p:pic>
      <p:sp>
        <p:nvSpPr>
          <p:cNvPr id="8" name="文本框 7"/>
          <p:cNvSpPr txBox="1"/>
          <p:nvPr/>
        </p:nvSpPr>
        <p:spPr>
          <a:xfrm>
            <a:off x="3000375" y="6243320"/>
            <a:ext cx="1283970" cy="429895"/>
          </a:xfrm>
          <a:prstGeom prst="rect">
            <a:avLst/>
          </a:prstGeom>
          <a:noFill/>
        </p:spPr>
        <p:txBody>
          <a:bodyPr wrap="square" rtlCol="0">
            <a:spAutoFit/>
          </a:bodyPr>
          <a:lstStyle/>
          <a:p>
            <a:r>
              <a:rPr lang="zh-CN" altLang="en-US" sz="2200"/>
              <a:t>图</a:t>
            </a:r>
            <a:r>
              <a:rPr lang="en-US" altLang="zh-CN" sz="2200"/>
              <a:t>10-5</a:t>
            </a:r>
          </a:p>
        </p:txBody>
      </p:sp>
      <mc:AlternateContent xmlns:mc="http://schemas.openxmlformats.org/markup-compatibility/2006" xmlns:p14="http://schemas.microsoft.com/office/powerpoint/2010/main">
        <mc:Choice Requires="p14">
          <p:contentPart p14:bwMode="auto" r:id="rId4">
            <p14:nvContentPartPr>
              <p14:cNvPr id="58" name="墨迹 57">
                <a:extLst>
                  <a:ext uri="{FF2B5EF4-FFF2-40B4-BE49-F238E27FC236}">
                    <a16:creationId xmlns:a16="http://schemas.microsoft.com/office/drawing/2014/main" id="{CFA66C37-4EBA-528F-D23D-2AAD357D4AAC}"/>
                  </a:ext>
                </a:extLst>
              </p14:cNvPr>
              <p14:cNvContentPartPr/>
              <p14:nvPr/>
            </p14:nvContentPartPr>
            <p14:xfrm>
              <a:off x="2647600" y="4495440"/>
              <a:ext cx="360" cy="360"/>
            </p14:xfrm>
          </p:contentPart>
        </mc:Choice>
        <mc:Fallback xmlns="">
          <p:pic>
            <p:nvPicPr>
              <p:cNvPr id="58" name="墨迹 57">
                <a:extLst>
                  <a:ext uri="{FF2B5EF4-FFF2-40B4-BE49-F238E27FC236}">
                    <a16:creationId xmlns:a16="http://schemas.microsoft.com/office/drawing/2014/main" id="{CFA66C37-4EBA-528F-D23D-2AAD357D4AAC}"/>
                  </a:ext>
                </a:extLst>
              </p:cNvPr>
              <p:cNvPicPr/>
              <p:nvPr/>
            </p:nvPicPr>
            <p:blipFill>
              <a:blip r:embed="rId39"/>
              <a:stretch>
                <a:fillRect/>
              </a:stretch>
            </p:blipFill>
            <p:spPr>
              <a:xfrm>
                <a:off x="2629960" y="447780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93" name="墨迹 92">
                <a:extLst>
                  <a:ext uri="{FF2B5EF4-FFF2-40B4-BE49-F238E27FC236}">
                    <a16:creationId xmlns:a16="http://schemas.microsoft.com/office/drawing/2014/main" id="{E8C3AEA6-2E01-5FC0-6F90-0F01D4C03837}"/>
                  </a:ext>
                </a:extLst>
              </p14:cNvPr>
              <p14:cNvContentPartPr/>
              <p14:nvPr/>
            </p14:nvContentPartPr>
            <p14:xfrm>
              <a:off x="1149280" y="2844480"/>
              <a:ext cx="360" cy="360"/>
            </p14:xfrm>
          </p:contentPart>
        </mc:Choice>
        <mc:Fallback xmlns="">
          <p:pic>
            <p:nvPicPr>
              <p:cNvPr id="93" name="墨迹 92">
                <a:extLst>
                  <a:ext uri="{FF2B5EF4-FFF2-40B4-BE49-F238E27FC236}">
                    <a16:creationId xmlns:a16="http://schemas.microsoft.com/office/drawing/2014/main" id="{E8C3AEA6-2E01-5FC0-6F90-0F01D4C03837}"/>
                  </a:ext>
                </a:extLst>
              </p:cNvPr>
              <p:cNvPicPr/>
              <p:nvPr/>
            </p:nvPicPr>
            <p:blipFill>
              <a:blip r:embed="rId39"/>
              <a:stretch>
                <a:fillRect/>
              </a:stretch>
            </p:blipFill>
            <p:spPr>
              <a:xfrm>
                <a:off x="1131640" y="282684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97" name="墨迹 96">
                <a:extLst>
                  <a:ext uri="{FF2B5EF4-FFF2-40B4-BE49-F238E27FC236}">
                    <a16:creationId xmlns:a16="http://schemas.microsoft.com/office/drawing/2014/main" id="{20339F28-0B66-14AA-9540-218ED3086309}"/>
                  </a:ext>
                </a:extLst>
              </p14:cNvPr>
              <p14:cNvContentPartPr/>
              <p14:nvPr/>
            </p14:nvContentPartPr>
            <p14:xfrm>
              <a:off x="2863600" y="3720720"/>
              <a:ext cx="360" cy="360"/>
            </p14:xfrm>
          </p:contentPart>
        </mc:Choice>
        <mc:Fallback xmlns="">
          <p:pic>
            <p:nvPicPr>
              <p:cNvPr id="97" name="墨迹 96">
                <a:extLst>
                  <a:ext uri="{FF2B5EF4-FFF2-40B4-BE49-F238E27FC236}">
                    <a16:creationId xmlns:a16="http://schemas.microsoft.com/office/drawing/2014/main" id="{20339F28-0B66-14AA-9540-218ED3086309}"/>
                  </a:ext>
                </a:extLst>
              </p:cNvPr>
              <p:cNvPicPr/>
              <p:nvPr/>
            </p:nvPicPr>
            <p:blipFill>
              <a:blip r:embed="rId39"/>
              <a:stretch>
                <a:fillRect/>
              </a:stretch>
            </p:blipFill>
            <p:spPr>
              <a:xfrm>
                <a:off x="2845960" y="370308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84" name="墨迹 83">
                <a:extLst>
                  <a:ext uri="{FF2B5EF4-FFF2-40B4-BE49-F238E27FC236}">
                    <a16:creationId xmlns:a16="http://schemas.microsoft.com/office/drawing/2014/main" id="{21193983-CFFB-465F-467C-E82778108E66}"/>
                  </a:ext>
                </a:extLst>
              </p14:cNvPr>
              <p14:cNvContentPartPr/>
              <p14:nvPr/>
            </p14:nvContentPartPr>
            <p14:xfrm>
              <a:off x="2806286" y="6038398"/>
              <a:ext cx="360" cy="360"/>
            </p14:xfrm>
          </p:contentPart>
        </mc:Choice>
        <mc:Fallback xmlns="">
          <p:pic>
            <p:nvPicPr>
              <p:cNvPr id="84" name="墨迹 83">
                <a:extLst>
                  <a:ext uri="{FF2B5EF4-FFF2-40B4-BE49-F238E27FC236}">
                    <a16:creationId xmlns:a16="http://schemas.microsoft.com/office/drawing/2014/main" id="{21193983-CFFB-465F-467C-E82778108E66}"/>
                  </a:ext>
                </a:extLst>
              </p:cNvPr>
              <p:cNvPicPr/>
              <p:nvPr/>
            </p:nvPicPr>
            <p:blipFill>
              <a:blip r:embed="rId43"/>
              <a:stretch>
                <a:fillRect/>
              </a:stretch>
            </p:blipFill>
            <p:spPr>
              <a:xfrm>
                <a:off x="2788286" y="6020758"/>
                <a:ext cx="36000" cy="36000"/>
              </a:xfrm>
              <a:prstGeom prst="rect">
                <a:avLst/>
              </a:prstGeom>
            </p:spPr>
          </p:pic>
        </mc:Fallback>
      </mc:AlternateContent>
    </p:spTree>
  </p:cSld>
  <p:clrMapOvr>
    <a:masterClrMapping/>
  </p:clrMapOvr>
  <p:transition spd="med">
    <p:zoom/>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35560" y="836295"/>
            <a:ext cx="7667625" cy="3276600"/>
            <a:chOff x="-511" y="3472"/>
            <a:chExt cx="12075" cy="5160"/>
          </a:xfrm>
        </p:grpSpPr>
        <p:pic>
          <p:nvPicPr>
            <p:cNvPr id="4" name="图片 3"/>
            <p:cNvPicPr>
              <a:picLocks noChangeAspect="1"/>
            </p:cNvPicPr>
            <p:nvPr/>
          </p:nvPicPr>
          <p:blipFill>
            <a:blip r:embed="rId2"/>
            <a:stretch>
              <a:fillRect/>
            </a:stretch>
          </p:blipFill>
          <p:spPr>
            <a:xfrm>
              <a:off x="510" y="3472"/>
              <a:ext cx="11055" cy="5160"/>
            </a:xfrm>
            <a:prstGeom prst="rect">
              <a:avLst/>
            </a:prstGeom>
          </p:spPr>
        </p:pic>
        <p:sp>
          <p:nvSpPr>
            <p:cNvPr id="27652" name="Text Box 7"/>
            <p:cNvSpPr txBox="1"/>
            <p:nvPr/>
          </p:nvSpPr>
          <p:spPr>
            <a:xfrm>
              <a:off x="-511" y="6761"/>
              <a:ext cx="1320" cy="625"/>
            </a:xfrm>
            <a:prstGeom prst="rect">
              <a:avLst/>
            </a:prstGeom>
            <a:noFill/>
            <a:ln w="9525">
              <a:noFill/>
            </a:ln>
          </p:spPr>
          <p:txBody>
            <a:bodyPr anchor="t">
              <a:spAutoFit/>
              <a:scene3d>
                <a:camera prst="orthographicFront"/>
                <a:lightRig rig="threePt" dir="t"/>
              </a:scene3d>
            </a:bodyPr>
            <a:lstStyle/>
            <a:p>
              <a:pPr algn="r">
                <a:spcBef>
                  <a:spcPct val="50000"/>
                </a:spcBef>
              </a:pPr>
              <a:r>
                <a:rPr lang="en-US" altLang="zh-CN" b="1" noProof="1">
                  <a:solidFill>
                    <a:srgbClr val="FF0000"/>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cs typeface="+mn-cs"/>
                </a:rPr>
                <a:t>P2.6</a:t>
              </a:r>
              <a:endParaRPr lang="en-US" altLang="zh-CN" b="1" noProof="1">
                <a:solidFill>
                  <a:srgbClr val="FF0000"/>
                </a:solidFill>
                <a:effectLst>
                  <a:outerShdw blurRad="38100" dist="25400" dir="5400000" algn="ctr" rotWithShape="0">
                    <a:srgbClr val="6E747A">
                      <a:alpha val="43000"/>
                    </a:srgbClr>
                  </a:outerShdw>
                </a:effectLst>
                <a:latin typeface="Times New Roman" panose="02020603050405020304" pitchFamily="18" charset="0"/>
                <a:ea typeface="宋体" panose="02010600030101010101" pitchFamily="2" charset="-122"/>
              </a:endParaRPr>
            </a:p>
          </p:txBody>
        </p:sp>
      </p:grpSp>
      <p:sp>
        <p:nvSpPr>
          <p:cNvPr id="6" name="文本框 5"/>
          <p:cNvSpPr txBox="1"/>
          <p:nvPr/>
        </p:nvSpPr>
        <p:spPr>
          <a:xfrm>
            <a:off x="323850" y="4293235"/>
            <a:ext cx="4169410" cy="460375"/>
          </a:xfrm>
          <a:prstGeom prst="rect">
            <a:avLst/>
          </a:prstGeom>
          <a:noFill/>
        </p:spPr>
        <p:txBody>
          <a:bodyPr wrap="square" rtlCol="0" anchor="t">
            <a:spAutoFit/>
          </a:bodyPr>
          <a:lstStyle/>
          <a:p>
            <a:r>
              <a:rPr lang="en-US" altLang="zh-CN" sz="2400" b="1" dirty="0">
                <a:solidFill>
                  <a:srgbClr val="FF6600"/>
                </a:solidFill>
                <a:sym typeface="+mn-ea"/>
              </a:rPr>
              <a:t>DAC0832</a:t>
            </a:r>
            <a:r>
              <a:rPr lang="zh-CN" altLang="en-US" sz="2400" b="1" dirty="0">
                <a:solidFill>
                  <a:srgbClr val="FF6600"/>
                </a:solidFill>
                <a:sym typeface="+mn-ea"/>
              </a:rPr>
              <a:t>的地址：</a:t>
            </a:r>
            <a:r>
              <a:rPr lang="en-US" altLang="zh-CN" sz="2400" b="1" dirty="0">
                <a:solidFill>
                  <a:srgbClr val="FF6600"/>
                </a:solidFill>
                <a:sym typeface="+mn-ea"/>
              </a:rPr>
              <a:t>0BFFFH</a:t>
            </a:r>
            <a:endParaRPr lang="zh-CN" altLang="en-US" sz="2400"/>
          </a:p>
        </p:txBody>
      </p:sp>
      <p:sp>
        <p:nvSpPr>
          <p:cNvPr id="15367" name="Rectangle 2"/>
          <p:cNvSpPr/>
          <p:nvPr/>
        </p:nvSpPr>
        <p:spPr>
          <a:xfrm>
            <a:off x="1115378" y="5228908"/>
            <a:ext cx="6445250" cy="1250950"/>
          </a:xfrm>
          <a:prstGeom prst="rect">
            <a:avLst/>
          </a:prstGeom>
          <a:solidFill>
            <a:srgbClr val="FFFFCC"/>
          </a:solidFill>
          <a:ln w="9525">
            <a:noFill/>
          </a:ln>
        </p:spPr>
        <p:txBody>
          <a:bodyPr anchor="t" anchorCtr="0"/>
          <a:lstStyle/>
          <a:p>
            <a:pPr marL="342900" indent="-342900" algn="just">
              <a:lnSpc>
                <a:spcPct val="125000"/>
              </a:lnSpc>
              <a:spcBef>
                <a:spcPct val="20000"/>
              </a:spcBef>
            </a:pPr>
            <a:r>
              <a:rPr lang="en-US" altLang="zh-CN" sz="2400" b="1" dirty="0">
                <a:ea typeface="楷体_GB2312" panose="02010609030101010101" pitchFamily="49" charset="-122"/>
                <a:cs typeface="Times New Roman" panose="02020603050405020304" pitchFamily="18" charset="0"/>
              </a:rPr>
              <a:t>unsigned char a=data</a:t>
            </a:r>
            <a:r>
              <a:rPr lang="zh-CN" altLang="en-US" sz="2400" b="1" dirty="0">
                <a:ea typeface="楷体_GB2312" panose="02010609030101010101" pitchFamily="49" charset="-122"/>
                <a:cs typeface="Times New Roman" panose="02020603050405020304" pitchFamily="18" charset="0"/>
              </a:rPr>
              <a:t>；</a:t>
            </a:r>
          </a:p>
          <a:p>
            <a:pPr marL="342900" indent="-342900" algn="just">
              <a:lnSpc>
                <a:spcPct val="125000"/>
              </a:lnSpc>
              <a:spcBef>
                <a:spcPct val="20000"/>
              </a:spcBef>
            </a:pPr>
            <a:r>
              <a:rPr lang="en-US" altLang="zh-CN" sz="2400" b="1" dirty="0">
                <a:ea typeface="楷体_GB2312" panose="02010609030101010101" pitchFamily="49" charset="-122"/>
                <a:cs typeface="Times New Roman" panose="02020603050405020304" pitchFamily="18" charset="0"/>
              </a:rPr>
              <a:t>XBYTE[0xbfff]=a</a:t>
            </a:r>
            <a:r>
              <a:rPr lang="zh-CN" altLang="en-US" sz="2400" b="1" dirty="0">
                <a:ea typeface="楷体_GB2312" panose="02010609030101010101" pitchFamily="49" charset="-122"/>
                <a:cs typeface="Times New Roman" panose="02020603050405020304" pitchFamily="18" charset="0"/>
              </a:rPr>
              <a:t>；   </a:t>
            </a:r>
            <a:r>
              <a:rPr lang="en-US" altLang="zh-CN" sz="2400" b="1" dirty="0">
                <a:ea typeface="楷体_GB2312" panose="02010609030101010101" pitchFamily="49" charset="-122"/>
                <a:cs typeface="Times New Roman" panose="02020603050405020304" pitchFamily="18" charset="0"/>
              </a:rPr>
              <a:t>//</a:t>
            </a:r>
            <a:r>
              <a:rPr lang="zh-CN" altLang="en-US" sz="2400" b="1" dirty="0">
                <a:ea typeface="楷体_GB2312" panose="02010609030101010101" pitchFamily="49" charset="-122"/>
                <a:cs typeface="Times New Roman" panose="02020603050405020304" pitchFamily="18" charset="0"/>
              </a:rPr>
              <a:t>写数据</a:t>
            </a:r>
          </a:p>
        </p:txBody>
      </p:sp>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5B0D94F6-4FE6-CF04-B072-60C505DF1222}"/>
                  </a:ext>
                </a:extLst>
              </p14:cNvPr>
              <p14:cNvContentPartPr/>
              <p14:nvPr/>
            </p14:nvContentPartPr>
            <p14:xfrm>
              <a:off x="2888006" y="4725118"/>
              <a:ext cx="289440" cy="10080"/>
            </p14:xfrm>
          </p:contentPart>
        </mc:Choice>
        <mc:Fallback xmlns="">
          <p:pic>
            <p:nvPicPr>
              <p:cNvPr id="2" name="墨迹 1">
                <a:extLst>
                  <a:ext uri="{FF2B5EF4-FFF2-40B4-BE49-F238E27FC236}">
                    <a16:creationId xmlns:a16="http://schemas.microsoft.com/office/drawing/2014/main" id="{5B0D94F6-4FE6-CF04-B072-60C505DF1222}"/>
                  </a:ext>
                </a:extLst>
              </p:cNvPr>
              <p:cNvPicPr/>
              <p:nvPr/>
            </p:nvPicPr>
            <p:blipFill>
              <a:blip r:embed="rId4"/>
              <a:stretch>
                <a:fillRect/>
              </a:stretch>
            </p:blipFill>
            <p:spPr>
              <a:xfrm>
                <a:off x="2870366" y="4707478"/>
                <a:ext cx="325080" cy="4572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367"/>
                                        </p:tgtEl>
                                        <p:attrNameLst>
                                          <p:attrName>style.visibility</p:attrName>
                                        </p:attrNameLst>
                                      </p:cBhvr>
                                      <p:to>
                                        <p:strVal val="visible"/>
                                      </p:to>
                                    </p:set>
                                    <p:animEffect transition="in" filter="checkerboard(across)">
                                      <p:cBhvr>
                                        <p:cTn id="7" dur="500"/>
                                        <p:tgtEl>
                                          <p:spTgt spid="15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7" grpId="0"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3348" name="Picture 4" descr="S)LF0D3RZ07FJ96698N12XK"/>
          <p:cNvPicPr>
            <a:picLocks noChangeAspect="1"/>
          </p:cNvPicPr>
          <p:nvPr/>
        </p:nvPicPr>
        <p:blipFill>
          <a:blip r:embed="rId2"/>
          <a:stretch>
            <a:fillRect/>
          </a:stretch>
        </p:blipFill>
        <p:spPr>
          <a:xfrm>
            <a:off x="1403668" y="4292918"/>
            <a:ext cx="3168650" cy="808037"/>
          </a:xfrm>
          <a:prstGeom prst="rect">
            <a:avLst/>
          </a:prstGeom>
          <a:solidFill>
            <a:srgbClr val="CCFFFF"/>
          </a:solidFill>
          <a:ln w="9525">
            <a:noFill/>
          </a:ln>
        </p:spPr>
      </p:pic>
      <p:sp>
        <p:nvSpPr>
          <p:cNvPr id="2" name="文本框 1"/>
          <p:cNvSpPr txBox="1"/>
          <p:nvPr/>
        </p:nvSpPr>
        <p:spPr>
          <a:xfrm>
            <a:off x="1487805" y="5337493"/>
            <a:ext cx="5508625" cy="460375"/>
          </a:xfrm>
          <a:prstGeom prst="rect">
            <a:avLst/>
          </a:prstGeom>
          <a:noFill/>
          <a:ln w="9525">
            <a:noFill/>
          </a:ln>
        </p:spPr>
        <p:txBody>
          <a:bodyPr wrap="square" anchor="t" anchorCtr="0">
            <a:spAutoFit/>
          </a:bodyPr>
          <a:lstStyle/>
          <a:p>
            <a:r>
              <a:rPr lang="en-US" altLang="zh-CN" sz="2400">
                <a:solidFill>
                  <a:srgbClr val="FF0000"/>
                </a:solidFill>
                <a:latin typeface="Times New Roman" panose="02020603050405020304" pitchFamily="18" charset="0"/>
                <a:ea typeface="宋体" panose="02010600030101010101" pitchFamily="2" charset="-122"/>
              </a:rPr>
              <a:t>D=0~255</a:t>
            </a:r>
            <a:r>
              <a:rPr lang="zh-CN" altLang="en-US" sz="2400">
                <a:solidFill>
                  <a:srgbClr val="FF0000"/>
                </a:solidFill>
                <a:latin typeface="Times New Roman" panose="02020603050405020304" pitchFamily="18" charset="0"/>
                <a:ea typeface="宋体" panose="02010600030101010101" pitchFamily="2" charset="-122"/>
              </a:rPr>
              <a:t>， </a:t>
            </a:r>
            <a:r>
              <a:rPr lang="en-US" altLang="zh-CN" sz="2400">
                <a:solidFill>
                  <a:srgbClr val="FF0000"/>
                </a:solidFill>
                <a:latin typeface="Times New Roman" panose="02020603050405020304" pitchFamily="18" charset="0"/>
                <a:ea typeface="宋体" panose="02010600030101010101" pitchFamily="2" charset="-122"/>
              </a:rPr>
              <a:t>V</a:t>
            </a:r>
            <a:r>
              <a:rPr lang="en-US" altLang="zh-CN" sz="2400" baseline="-25000">
                <a:solidFill>
                  <a:srgbClr val="FF0000"/>
                </a:solidFill>
                <a:latin typeface="Times New Roman" panose="02020603050405020304" pitchFamily="18" charset="0"/>
                <a:ea typeface="宋体" panose="02010600030101010101" pitchFamily="2" charset="-122"/>
              </a:rPr>
              <a:t>OUT</a:t>
            </a:r>
            <a:r>
              <a:rPr lang="en-US" altLang="zh-CN" sz="2400">
                <a:solidFill>
                  <a:srgbClr val="FF0000"/>
                </a:solidFill>
                <a:latin typeface="Times New Roman" panose="02020603050405020304" pitchFamily="18" charset="0"/>
                <a:ea typeface="宋体" panose="02010600030101010101" pitchFamily="2" charset="-122"/>
              </a:rPr>
              <a:t>=0~-255/256*V</a:t>
            </a:r>
            <a:r>
              <a:rPr lang="en-US" altLang="zh-CN" sz="2400" baseline="-25000">
                <a:solidFill>
                  <a:srgbClr val="FF0000"/>
                </a:solidFill>
                <a:latin typeface="Times New Roman" panose="02020603050405020304" pitchFamily="18" charset="0"/>
                <a:ea typeface="宋体" panose="02010600030101010101" pitchFamily="2" charset="-122"/>
              </a:rPr>
              <a:t>REF</a:t>
            </a:r>
          </a:p>
        </p:txBody>
      </p:sp>
      <p:pic>
        <p:nvPicPr>
          <p:cNvPr id="14" name="图片 13"/>
          <p:cNvPicPr>
            <a:picLocks noChangeAspect="1"/>
          </p:cNvPicPr>
          <p:nvPr/>
        </p:nvPicPr>
        <p:blipFill>
          <a:blip r:embed="rId3"/>
          <a:stretch>
            <a:fillRect/>
          </a:stretch>
        </p:blipFill>
        <p:spPr>
          <a:xfrm>
            <a:off x="1043940" y="1124585"/>
            <a:ext cx="4065270" cy="2462530"/>
          </a:xfrm>
          <a:prstGeom prst="rect">
            <a:avLst/>
          </a:prstGeom>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13348"/>
                                        </p:tgtEl>
                                        <p:attrNameLst>
                                          <p:attrName>style.visibility</p:attrName>
                                        </p:attrNameLst>
                                      </p:cBhvr>
                                      <p:to>
                                        <p:strVal val="visible"/>
                                      </p:to>
                                    </p:set>
                                    <p:animEffect transition="in" filter="checkerboard(across)">
                                      <p:cBhvr>
                                        <p:cTn id="7" dur="500"/>
                                        <p:tgtEl>
                                          <p:spTgt spid="31334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ext Box 4"/>
          <p:cNvSpPr txBox="1"/>
          <p:nvPr/>
        </p:nvSpPr>
        <p:spPr>
          <a:xfrm>
            <a:off x="755650" y="836613"/>
            <a:ext cx="5111750" cy="396875"/>
          </a:xfrm>
          <a:prstGeom prst="rect">
            <a:avLst/>
          </a:prstGeom>
          <a:noFill/>
          <a:ln w="9525">
            <a:noFill/>
          </a:ln>
        </p:spPr>
        <p:txBody>
          <a:bodyPr anchor="t" anchorCtr="0">
            <a:spAutoFit/>
          </a:bodyPr>
          <a:lstStyle/>
          <a:p>
            <a:pPr>
              <a:spcBef>
                <a:spcPct val="50000"/>
              </a:spcBef>
            </a:pPr>
            <a:endParaRPr lang="zh-CN" altLang="zh-CN" dirty="0">
              <a:latin typeface="Times New Roman" panose="02020603050405020304" pitchFamily="18" charset="0"/>
              <a:ea typeface="宋体" panose="02010600030101010101" pitchFamily="2" charset="-122"/>
            </a:endParaRPr>
          </a:p>
        </p:txBody>
      </p:sp>
      <p:sp>
        <p:nvSpPr>
          <p:cNvPr id="27" name="文本框 26"/>
          <p:cNvSpPr txBox="1"/>
          <p:nvPr/>
        </p:nvSpPr>
        <p:spPr>
          <a:xfrm>
            <a:off x="349885" y="6236970"/>
            <a:ext cx="5923280" cy="460375"/>
          </a:xfrm>
          <a:prstGeom prst="rect">
            <a:avLst/>
          </a:prstGeom>
          <a:noFill/>
        </p:spPr>
        <p:txBody>
          <a:bodyPr wrap="square" rtlCol="0">
            <a:spAutoFit/>
          </a:bodyPr>
          <a:lstStyle/>
          <a:p>
            <a:r>
              <a:rPr lang="zh-CN" altLang="en-US" sz="2400" b="1">
                <a:solidFill>
                  <a:srgbClr val="FF0000"/>
                </a:solidFill>
              </a:rPr>
              <a:t>如果要求波形的周期，该如何编程？</a:t>
            </a:r>
          </a:p>
        </p:txBody>
      </p:sp>
      <p:pic>
        <p:nvPicPr>
          <p:cNvPr id="28" name="图片 27"/>
          <p:cNvPicPr>
            <a:picLocks noChangeAspect="1"/>
          </p:cNvPicPr>
          <p:nvPr/>
        </p:nvPicPr>
        <p:blipFill>
          <a:blip r:embed="rId2"/>
          <a:stretch>
            <a:fillRect/>
          </a:stretch>
        </p:blipFill>
        <p:spPr>
          <a:xfrm>
            <a:off x="35560" y="710565"/>
            <a:ext cx="9108440" cy="5436235"/>
          </a:xfrm>
          <a:prstGeom prst="rect">
            <a:avLst/>
          </a:prstGeom>
        </p:spPr>
      </p:pic>
    </p:spTree>
  </p:cSld>
  <p:clrMapOvr>
    <a:masterClrMapping/>
  </p:clrMapOvr>
  <p:transition spd="med">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850" name="Rectangle 2"/>
          <p:cNvSpPr>
            <a:spLocks noGrp="1"/>
          </p:cNvSpPr>
          <p:nvPr>
            <p:ph idx="4294967295"/>
          </p:nvPr>
        </p:nvSpPr>
        <p:spPr>
          <a:xfrm>
            <a:off x="34925" y="765175"/>
            <a:ext cx="9109075" cy="5218113"/>
          </a:xfrm>
        </p:spPr>
        <p:txBody>
          <a:bodyPr vert="horz" wrap="square" lIns="91440" tIns="45720" rIns="91440" bIns="45720" anchor="t" anchorCtr="0"/>
          <a:lstStyle/>
          <a:p>
            <a:pPr eaLnBrk="1" hangingPunct="1">
              <a:buNone/>
            </a:pPr>
            <a:r>
              <a:rPr lang="en-US" altLang="zh-CN" b="1" dirty="0">
                <a:latin typeface="Times New Roman" panose="02020603050405020304" pitchFamily="18" charset="0"/>
                <a:cs typeface="Times New Roman" panose="02020603050405020304" pitchFamily="18" charset="0"/>
              </a:rPr>
              <a:t>    </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例</a:t>
            </a:r>
            <a:r>
              <a:rPr lang="en-US" altLang="zh-CN" b="1" dirty="0">
                <a:latin typeface="Times New Roman" panose="02020603050405020304" pitchFamily="18" charset="0"/>
                <a:ea typeface="楷体_GB2312" panose="02010609030101010101" pitchFamily="49" charset="-122"/>
                <a:cs typeface="Times New Roman" panose="02020603050405020304" pitchFamily="18" charset="0"/>
              </a:rPr>
              <a:t>10-2  </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假设</a:t>
            </a:r>
            <a:r>
              <a:rPr lang="en-US" altLang="zh-CN" b="1" dirty="0">
                <a:latin typeface="Times New Roman" panose="02020603050405020304" pitchFamily="18" charset="0"/>
                <a:ea typeface="楷体_GB2312" panose="02010609030101010101" pitchFamily="49" charset="-122"/>
                <a:cs typeface="Times New Roman" panose="02020603050405020304" pitchFamily="18" charset="0"/>
              </a:rPr>
              <a:t>DAC0832</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的</a:t>
            </a:r>
            <a:r>
              <a:rPr lang="en-US" altLang="zh-CN" b="1" dirty="0">
                <a:latin typeface="Times New Roman" panose="02020603050405020304" pitchFamily="18" charset="0"/>
                <a:ea typeface="楷体_GB2312" panose="02010609030101010101" pitchFamily="49" charset="-122"/>
                <a:cs typeface="Times New Roman" panose="02020603050405020304" pitchFamily="18" charset="0"/>
              </a:rPr>
              <a:t>DAC</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寄存器直通，引脚</a:t>
            </a:r>
            <a:r>
              <a:rPr lang="en-US" altLang="zh-CN" b="1" dirty="0">
                <a:latin typeface="Times New Roman" panose="02020603050405020304" pitchFamily="18" charset="0"/>
                <a:ea typeface="楷体_GB2312" panose="02010609030101010101" pitchFamily="49" charset="-122"/>
                <a:cs typeface="Times New Roman" panose="02020603050405020304" pitchFamily="18" charset="0"/>
              </a:rPr>
              <a:t>CS</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接至</a:t>
            </a:r>
            <a:r>
              <a:rPr lang="en-US" altLang="zh-CN" b="1" dirty="0">
                <a:latin typeface="Times New Roman" panose="02020603050405020304" pitchFamily="18" charset="0"/>
                <a:ea typeface="楷体_GB2312" panose="02010609030101010101" pitchFamily="49" charset="-122"/>
                <a:cs typeface="Times New Roman" panose="02020603050405020304" pitchFamily="18" charset="0"/>
              </a:rPr>
              <a:t>89C51</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单片机的</a:t>
            </a:r>
            <a:r>
              <a:rPr lang="en-US" altLang="zh-CN" b="1" dirty="0">
                <a:latin typeface="Times New Roman" panose="02020603050405020304" pitchFamily="18" charset="0"/>
                <a:ea typeface="楷体_GB2312" panose="02010609030101010101" pitchFamily="49" charset="-122"/>
                <a:cs typeface="Times New Roman" panose="02020603050405020304" pitchFamily="18" charset="0"/>
              </a:rPr>
              <a:t>P2.6</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引脚，</a:t>
            </a:r>
            <a:r>
              <a:rPr lang="en-US" altLang="zh-CN" b="1" dirty="0">
                <a:latin typeface="Times New Roman" panose="02020603050405020304" pitchFamily="18" charset="0"/>
                <a:ea typeface="楷体_GB2312" panose="02010609030101010101" pitchFamily="49" charset="-122"/>
                <a:cs typeface="Times New Roman" panose="02020603050405020304" pitchFamily="18" charset="0"/>
              </a:rPr>
              <a:t>ILE</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接于</a:t>
            </a:r>
            <a:r>
              <a:rPr lang="en-US" altLang="zh-CN" b="1" dirty="0">
                <a:latin typeface="Times New Roman" panose="02020603050405020304" pitchFamily="18" charset="0"/>
                <a:ea typeface="楷体_GB2312" panose="02010609030101010101" pitchFamily="49" charset="-122"/>
                <a:cs typeface="Times New Roman" panose="02020603050405020304" pitchFamily="18" charset="0"/>
              </a:rPr>
              <a:t>+5V</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，编程输出如图</a:t>
            </a:r>
            <a:r>
              <a:rPr lang="en-US" altLang="zh-CN" b="1" dirty="0">
                <a:latin typeface="Times New Roman" panose="02020603050405020304" pitchFamily="18" charset="0"/>
                <a:ea typeface="楷体_GB2312" panose="02010609030101010101" pitchFamily="49" charset="-122"/>
                <a:cs typeface="Times New Roman" panose="02020603050405020304" pitchFamily="18" charset="0"/>
              </a:rPr>
              <a:t>10-7</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所示的正弦波（频率任意），并在</a:t>
            </a:r>
            <a:r>
              <a:rPr lang="en-US" altLang="zh-CN" b="1" dirty="0">
                <a:latin typeface="Times New Roman" panose="02020603050405020304" pitchFamily="18" charset="0"/>
                <a:ea typeface="楷体_GB2312" panose="02010609030101010101" pitchFamily="49" charset="-122"/>
                <a:cs typeface="Times New Roman" panose="02020603050405020304" pitchFamily="18" charset="0"/>
              </a:rPr>
              <a:t>Proteus</a:t>
            </a:r>
            <a:r>
              <a:rPr lang="zh-CN" altLang="en-US" b="1" dirty="0">
                <a:latin typeface="Times New Roman" panose="02020603050405020304" pitchFamily="18" charset="0"/>
                <a:ea typeface="楷体_GB2312" panose="02010609030101010101" pitchFamily="49" charset="-122"/>
                <a:cs typeface="Times New Roman" panose="02020603050405020304" pitchFamily="18" charset="0"/>
              </a:rPr>
              <a:t>下仿真。</a:t>
            </a:r>
          </a:p>
          <a:p>
            <a:pPr eaLnBrk="1" hangingPunct="1">
              <a:buNone/>
            </a:pPr>
            <a:endParaRPr lang="en-US" altLang="zh-CN" b="1" dirty="0">
              <a:latin typeface="Times New Roman" panose="02020603050405020304" pitchFamily="18" charset="0"/>
              <a:ea typeface="楷体_GB2312" panose="02010609030101010101" pitchFamily="49" charset="-122"/>
              <a:cs typeface="Times New Roman" panose="02020603050405020304" pitchFamily="18" charset="0"/>
            </a:endParaRPr>
          </a:p>
        </p:txBody>
      </p:sp>
      <p:sp>
        <p:nvSpPr>
          <p:cNvPr id="45058" name="Rectangle 3"/>
          <p:cNvSpPr/>
          <p:nvPr/>
        </p:nvSpPr>
        <p:spPr>
          <a:xfrm>
            <a:off x="0" y="2453323"/>
            <a:ext cx="309880" cy="398780"/>
          </a:xfrm>
          <a:prstGeom prst="rect">
            <a:avLst/>
          </a:prstGeom>
          <a:noFill/>
          <a:ln w="9525">
            <a:noFill/>
          </a:ln>
        </p:spPr>
        <p:txBody>
          <a:bodyPr wrap="none" anchor="ctr" anchorCtr="0">
            <a:spAutoFit/>
          </a:bodyPr>
          <a:lstStyle/>
          <a:p>
            <a:endParaRPr lang="zh-CN" altLang="en-US" dirty="0">
              <a:latin typeface="Times New Roman" panose="02020603050405020304" pitchFamily="18" charset="0"/>
              <a:ea typeface="宋体" panose="02010600030101010101" pitchFamily="2" charset="-122"/>
            </a:endParaRPr>
          </a:p>
        </p:txBody>
      </p:sp>
      <p:graphicFrame>
        <p:nvGraphicFramePr>
          <p:cNvPr id="334852" name="Object 4"/>
          <p:cNvGraphicFramePr>
            <a:graphicFrameLocks/>
          </p:cNvGraphicFramePr>
          <p:nvPr/>
        </p:nvGraphicFramePr>
        <p:xfrm>
          <a:off x="898843" y="2780665"/>
          <a:ext cx="5400675" cy="2592388"/>
        </p:xfrm>
        <a:graphic>
          <a:graphicData uri="http://schemas.openxmlformats.org/presentationml/2006/ole">
            <mc:AlternateContent xmlns:mc="http://schemas.openxmlformats.org/markup-compatibility/2006">
              <mc:Choice xmlns:v="urn:schemas-microsoft-com:vml" Requires="v">
                <p:oleObj r:id="rId2" imgW="4847539" imgH="1344562" progId="">
                  <p:embed/>
                </p:oleObj>
              </mc:Choice>
              <mc:Fallback>
                <p:oleObj r:id="rId2" imgW="4847539" imgH="1344562" progId="">
                  <p:embed/>
                  <p:pic>
                    <p:nvPicPr>
                      <p:cNvPr id="0" name="图片 3091"/>
                      <p:cNvPicPr>
                        <a:picLocks noChangeArrowheads="1"/>
                      </p:cNvPicPr>
                      <p:nvPr/>
                    </p:nvPicPr>
                    <p:blipFill>
                      <a:blip r:embed="rId3">
                        <a:extLst>
                          <a:ext uri="{28A0092B-C50C-407E-A947-70E740481C1C}">
                            <a14:useLocalDpi xmlns:a14="http://schemas.microsoft.com/office/drawing/2010/main" val="0"/>
                          </a:ext>
                        </a:extLst>
                      </a:blip>
                      <a:srcRect l="51241" r="1245"/>
                      <a:stretch>
                        <a:fillRect/>
                      </a:stretch>
                    </p:blipFill>
                    <p:spPr bwMode="auto">
                      <a:xfrm>
                        <a:off x="898843" y="2780665"/>
                        <a:ext cx="5400675" cy="2592388"/>
                      </a:xfrm>
                      <a:prstGeom prst="rect">
                        <a:avLst/>
                      </a:prstGeom>
                      <a:solidFill>
                        <a:srgbClr val="CCFFFF"/>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34853" name="Rectangle 5"/>
          <p:cNvSpPr/>
          <p:nvPr/>
        </p:nvSpPr>
        <p:spPr>
          <a:xfrm>
            <a:off x="1308100" y="5849938"/>
            <a:ext cx="3803650" cy="460375"/>
          </a:xfrm>
          <a:prstGeom prst="rect">
            <a:avLst/>
          </a:prstGeom>
          <a:noFill/>
          <a:ln w="9525">
            <a:noFill/>
          </a:ln>
        </p:spPr>
        <p:txBody>
          <a:bodyPr wrap="none" anchor="ctr" anchorCtr="0">
            <a:spAutoFit/>
          </a:bodyPr>
          <a:lstStyle/>
          <a:p>
            <a:pPr eaLnBrk="0" hangingPunct="0"/>
            <a:r>
              <a:rPr lang="zh-CN" altLang="en-US" sz="2400" b="1" dirty="0">
                <a:latin typeface="宋体" panose="02010600030101010101" pitchFamily="2" charset="-122"/>
                <a:ea typeface="宋体" panose="02010600030101010101" pitchFamily="2" charset="-122"/>
              </a:rPr>
              <a:t>图</a:t>
            </a:r>
            <a:r>
              <a:rPr lang="en-US" altLang="zh-CN" sz="2400" b="1" dirty="0">
                <a:latin typeface="宋体" panose="02010600030101010101" pitchFamily="2" charset="-122"/>
                <a:ea typeface="宋体" panose="02010600030101010101" pitchFamily="2" charset="-122"/>
              </a:rPr>
              <a:t>10-7 </a:t>
            </a:r>
            <a:r>
              <a:rPr lang="zh-CN" altLang="en-US" sz="2400" b="1" dirty="0">
                <a:latin typeface="宋体" panose="02010600030101010101" pitchFamily="2" charset="-122"/>
                <a:ea typeface="宋体" panose="02010600030101010101" pitchFamily="2" charset="-122"/>
              </a:rPr>
              <a:t>例</a:t>
            </a:r>
            <a:r>
              <a:rPr lang="en-US" altLang="zh-CN" sz="2400" b="1" dirty="0">
                <a:latin typeface="宋体" panose="02010600030101010101" pitchFamily="2" charset="-122"/>
                <a:ea typeface="宋体" panose="02010600030101010101" pitchFamily="2" charset="-122"/>
              </a:rPr>
              <a:t>10-2</a:t>
            </a:r>
            <a:r>
              <a:rPr lang="zh-CN" altLang="en-US" sz="2400" b="1" dirty="0">
                <a:latin typeface="宋体" panose="02010600030101010101" pitchFamily="2" charset="-122"/>
                <a:ea typeface="宋体" panose="02010600030101010101" pitchFamily="2" charset="-122"/>
              </a:rPr>
              <a:t>输出波形图</a:t>
            </a:r>
            <a:r>
              <a:rPr lang="zh-CN" altLang="en-US" sz="2400" dirty="0">
                <a:latin typeface="Tahoma" panose="020B0604030504040204" pitchFamily="34" charset="0"/>
                <a:ea typeface="宋体" panose="02010600030101010101" pitchFamily="2" charset="-122"/>
              </a:rPr>
              <a:t> </a:t>
            </a:r>
          </a:p>
        </p:txBody>
      </p:sp>
      <p:sp>
        <p:nvSpPr>
          <p:cNvPr id="45061" name="Line 6"/>
          <p:cNvSpPr/>
          <p:nvPr/>
        </p:nvSpPr>
        <p:spPr>
          <a:xfrm>
            <a:off x="6803708" y="765175"/>
            <a:ext cx="360362" cy="0"/>
          </a:xfrm>
          <a:prstGeom prst="line">
            <a:avLst/>
          </a:prstGeom>
          <a:ln w="9525" cap="flat" cmpd="sng">
            <a:solidFill>
              <a:schemeClr val="tx1"/>
            </a:solidFill>
            <a:prstDash val="solid"/>
            <a:round/>
            <a:headEnd type="none" w="med" len="med"/>
            <a:tailEnd type="none" w="med" len="med"/>
          </a:ln>
        </p:spPr>
      </p:sp>
      <p:sp>
        <p:nvSpPr>
          <p:cNvPr id="334855" name="Rectangle 7"/>
          <p:cNvSpPr/>
          <p:nvPr/>
        </p:nvSpPr>
        <p:spPr>
          <a:xfrm>
            <a:off x="6732905" y="3284855"/>
            <a:ext cx="1449705" cy="1198880"/>
          </a:xfrm>
          <a:prstGeom prst="rect">
            <a:avLst/>
          </a:prstGeom>
          <a:noFill/>
          <a:ln w="9525">
            <a:noFill/>
          </a:ln>
        </p:spPr>
        <p:txBody>
          <a:bodyPr wrap="square" anchor="t" anchorCtr="0">
            <a:spAutoFit/>
          </a:bodyPr>
          <a:lstStyle/>
          <a:p>
            <a:r>
              <a:rPr lang="zh-CN" altLang="en-US" sz="2400" b="1" dirty="0">
                <a:solidFill>
                  <a:srgbClr val="FF3300"/>
                </a:solidFill>
                <a:latin typeface="Times New Roman" panose="02020603050405020304" pitchFamily="18" charset="0"/>
                <a:ea typeface="宋体" panose="02010600030101010101" pitchFamily="2" charset="-122"/>
              </a:rPr>
              <a:t>输出端必需采用双极性输出</a:t>
            </a:r>
          </a:p>
        </p:txBody>
      </p:sp>
      <p:pic>
        <p:nvPicPr>
          <p:cNvPr id="314372" name="Picture 4"/>
          <p:cNvPicPr>
            <a:picLocks noChangeAspect="1"/>
          </p:cNvPicPr>
          <p:nvPr/>
        </p:nvPicPr>
        <p:blipFill>
          <a:blip r:embed="rId4"/>
          <a:stretch>
            <a:fillRect/>
          </a:stretch>
        </p:blipFill>
        <p:spPr>
          <a:xfrm>
            <a:off x="5607050" y="5535613"/>
            <a:ext cx="3276600" cy="857250"/>
          </a:xfrm>
          <a:prstGeom prst="rect">
            <a:avLst/>
          </a:prstGeom>
          <a:noFill/>
          <a:ln w="9525">
            <a:noFill/>
          </a:ln>
        </p:spPr>
      </p:pic>
      <p:grpSp>
        <p:nvGrpSpPr>
          <p:cNvPr id="10" name="组合 9">
            <a:extLst>
              <a:ext uri="{FF2B5EF4-FFF2-40B4-BE49-F238E27FC236}">
                <a16:creationId xmlns:a16="http://schemas.microsoft.com/office/drawing/2014/main" id="{C10C7B6D-9350-DED2-F22A-E61E2FC8C56C}"/>
              </a:ext>
            </a:extLst>
          </p:cNvPr>
          <p:cNvGrpSpPr/>
          <p:nvPr/>
        </p:nvGrpSpPr>
        <p:grpSpPr>
          <a:xfrm>
            <a:off x="488680" y="756480"/>
            <a:ext cx="8492760" cy="1035000"/>
            <a:chOff x="488680" y="756480"/>
            <a:chExt cx="8492760" cy="1035000"/>
          </a:xfrm>
        </p:grpSpPr>
        <mc:AlternateContent xmlns:mc="http://schemas.openxmlformats.org/markup-compatibility/2006" xmlns:p14="http://schemas.microsoft.com/office/powerpoint/2010/main">
          <mc:Choice Requires="p14">
            <p:contentPart p14:bwMode="auto" r:id="rId5">
              <p14:nvContentPartPr>
                <p14:cNvPr id="2" name="墨迹 1">
                  <a:extLst>
                    <a:ext uri="{FF2B5EF4-FFF2-40B4-BE49-F238E27FC236}">
                      <a16:creationId xmlns:a16="http://schemas.microsoft.com/office/drawing/2014/main" id="{377DA682-4146-3C10-9C17-51379FEB0262}"/>
                    </a:ext>
                  </a:extLst>
                </p14:cNvPr>
                <p14:cNvContentPartPr/>
                <p14:nvPr/>
              </p14:nvContentPartPr>
              <p14:xfrm>
                <a:off x="2755600" y="1142040"/>
                <a:ext cx="5100120" cy="191520"/>
              </p14:xfrm>
            </p:contentPart>
          </mc:Choice>
          <mc:Fallback xmlns="">
            <p:pic>
              <p:nvPicPr>
                <p:cNvPr id="2" name="墨迹 1">
                  <a:extLst>
                    <a:ext uri="{FF2B5EF4-FFF2-40B4-BE49-F238E27FC236}">
                      <a16:creationId xmlns:a16="http://schemas.microsoft.com/office/drawing/2014/main" id="{377DA682-4146-3C10-9C17-51379FEB0262}"/>
                    </a:ext>
                  </a:extLst>
                </p:cNvPr>
                <p:cNvPicPr/>
                <p:nvPr/>
              </p:nvPicPr>
              <p:blipFill>
                <a:blip r:embed="rId6"/>
                <a:stretch>
                  <a:fillRect/>
                </a:stretch>
              </p:blipFill>
              <p:spPr>
                <a:xfrm>
                  <a:off x="2737960" y="1124040"/>
                  <a:ext cx="5135760" cy="2271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墨迹 2">
                  <a:extLst>
                    <a:ext uri="{FF2B5EF4-FFF2-40B4-BE49-F238E27FC236}">
                      <a16:creationId xmlns:a16="http://schemas.microsoft.com/office/drawing/2014/main" id="{ED0E3017-B3CF-68CA-7B4D-4AEFE5A8E154}"/>
                    </a:ext>
                  </a:extLst>
                </p14:cNvPr>
                <p14:cNvContentPartPr/>
                <p14:nvPr/>
              </p14:nvContentPartPr>
              <p14:xfrm>
                <a:off x="8184760" y="1256880"/>
                <a:ext cx="796680" cy="33120"/>
              </p14:xfrm>
            </p:contentPart>
          </mc:Choice>
          <mc:Fallback xmlns="">
            <p:pic>
              <p:nvPicPr>
                <p:cNvPr id="3" name="墨迹 2">
                  <a:extLst>
                    <a:ext uri="{FF2B5EF4-FFF2-40B4-BE49-F238E27FC236}">
                      <a16:creationId xmlns:a16="http://schemas.microsoft.com/office/drawing/2014/main" id="{ED0E3017-B3CF-68CA-7B4D-4AEFE5A8E154}"/>
                    </a:ext>
                  </a:extLst>
                </p:cNvPr>
                <p:cNvPicPr/>
                <p:nvPr/>
              </p:nvPicPr>
              <p:blipFill>
                <a:blip r:embed="rId8"/>
                <a:stretch>
                  <a:fillRect/>
                </a:stretch>
              </p:blipFill>
              <p:spPr>
                <a:xfrm>
                  <a:off x="8167120" y="1239240"/>
                  <a:ext cx="83232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墨迹 3">
                  <a:extLst>
                    <a:ext uri="{FF2B5EF4-FFF2-40B4-BE49-F238E27FC236}">
                      <a16:creationId xmlns:a16="http://schemas.microsoft.com/office/drawing/2014/main" id="{27138488-82AD-A913-80E6-BE73D08FFD15}"/>
                    </a:ext>
                  </a:extLst>
                </p14:cNvPr>
                <p14:cNvContentPartPr/>
                <p14:nvPr/>
              </p14:nvContentPartPr>
              <p14:xfrm>
                <a:off x="6735760" y="756480"/>
                <a:ext cx="1108080" cy="621720"/>
              </p14:xfrm>
            </p:contentPart>
          </mc:Choice>
          <mc:Fallback xmlns="">
            <p:pic>
              <p:nvPicPr>
                <p:cNvPr id="4" name="墨迹 3">
                  <a:extLst>
                    <a:ext uri="{FF2B5EF4-FFF2-40B4-BE49-F238E27FC236}">
                      <a16:creationId xmlns:a16="http://schemas.microsoft.com/office/drawing/2014/main" id="{27138488-82AD-A913-80E6-BE73D08FFD15}"/>
                    </a:ext>
                  </a:extLst>
                </p:cNvPr>
                <p:cNvPicPr/>
                <p:nvPr/>
              </p:nvPicPr>
              <p:blipFill>
                <a:blip r:embed="rId10"/>
                <a:stretch>
                  <a:fillRect/>
                </a:stretch>
              </p:blipFill>
              <p:spPr>
                <a:xfrm>
                  <a:off x="6717760" y="738840"/>
                  <a:ext cx="1143720" cy="6573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 name="墨迹 5">
                  <a:extLst>
                    <a:ext uri="{FF2B5EF4-FFF2-40B4-BE49-F238E27FC236}">
                      <a16:creationId xmlns:a16="http://schemas.microsoft.com/office/drawing/2014/main" id="{48E30DE0-0EF7-57E4-C132-0CEB7EB7354E}"/>
                    </a:ext>
                  </a:extLst>
                </p14:cNvPr>
                <p14:cNvContentPartPr/>
                <p14:nvPr/>
              </p14:nvContentPartPr>
              <p14:xfrm>
                <a:off x="488680" y="1758360"/>
                <a:ext cx="399600" cy="33120"/>
              </p14:xfrm>
            </p:contentPart>
          </mc:Choice>
          <mc:Fallback xmlns="">
            <p:pic>
              <p:nvPicPr>
                <p:cNvPr id="6" name="墨迹 5">
                  <a:extLst>
                    <a:ext uri="{FF2B5EF4-FFF2-40B4-BE49-F238E27FC236}">
                      <a16:creationId xmlns:a16="http://schemas.microsoft.com/office/drawing/2014/main" id="{48E30DE0-0EF7-57E4-C132-0CEB7EB7354E}"/>
                    </a:ext>
                  </a:extLst>
                </p:cNvPr>
                <p:cNvPicPr/>
                <p:nvPr/>
              </p:nvPicPr>
              <p:blipFill>
                <a:blip r:embed="rId12"/>
                <a:stretch>
                  <a:fillRect/>
                </a:stretch>
              </p:blipFill>
              <p:spPr>
                <a:xfrm>
                  <a:off x="471040" y="1740720"/>
                  <a:ext cx="43524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 name="墨迹 6">
                  <a:extLst>
                    <a:ext uri="{FF2B5EF4-FFF2-40B4-BE49-F238E27FC236}">
                      <a16:creationId xmlns:a16="http://schemas.microsoft.com/office/drawing/2014/main" id="{C37845CC-3379-65BA-2E1F-DF06A6DEABBB}"/>
                    </a:ext>
                  </a:extLst>
                </p14:cNvPr>
                <p14:cNvContentPartPr/>
                <p14:nvPr/>
              </p14:nvContentPartPr>
              <p14:xfrm>
                <a:off x="1517560" y="1713720"/>
                <a:ext cx="1724040" cy="14040"/>
              </p14:xfrm>
            </p:contentPart>
          </mc:Choice>
          <mc:Fallback xmlns="">
            <p:pic>
              <p:nvPicPr>
                <p:cNvPr id="7" name="墨迹 6">
                  <a:extLst>
                    <a:ext uri="{FF2B5EF4-FFF2-40B4-BE49-F238E27FC236}">
                      <a16:creationId xmlns:a16="http://schemas.microsoft.com/office/drawing/2014/main" id="{C37845CC-3379-65BA-2E1F-DF06A6DEABBB}"/>
                    </a:ext>
                  </a:extLst>
                </p:cNvPr>
                <p:cNvPicPr/>
                <p:nvPr/>
              </p:nvPicPr>
              <p:blipFill>
                <a:blip r:embed="rId14"/>
                <a:stretch>
                  <a:fillRect/>
                </a:stretch>
              </p:blipFill>
              <p:spPr>
                <a:xfrm>
                  <a:off x="1499920" y="1695720"/>
                  <a:ext cx="175968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墨迹 8">
                  <a:extLst>
                    <a:ext uri="{FF2B5EF4-FFF2-40B4-BE49-F238E27FC236}">
                      <a16:creationId xmlns:a16="http://schemas.microsoft.com/office/drawing/2014/main" id="{3E1757AE-BFD4-2E03-988A-6BFECB8511F0}"/>
                    </a:ext>
                  </a:extLst>
                </p14:cNvPr>
                <p14:cNvContentPartPr/>
                <p14:nvPr/>
              </p14:nvContentPartPr>
              <p14:xfrm>
                <a:off x="3943240" y="1128720"/>
                <a:ext cx="2045520" cy="586440"/>
              </p14:xfrm>
            </p:contentPart>
          </mc:Choice>
          <mc:Fallback xmlns="">
            <p:pic>
              <p:nvPicPr>
                <p:cNvPr id="9" name="墨迹 8">
                  <a:extLst>
                    <a:ext uri="{FF2B5EF4-FFF2-40B4-BE49-F238E27FC236}">
                      <a16:creationId xmlns:a16="http://schemas.microsoft.com/office/drawing/2014/main" id="{3E1757AE-BFD4-2E03-988A-6BFECB8511F0}"/>
                    </a:ext>
                  </a:extLst>
                </p:cNvPr>
                <p:cNvPicPr/>
                <p:nvPr/>
              </p:nvPicPr>
              <p:blipFill>
                <a:blip r:embed="rId16"/>
                <a:stretch>
                  <a:fillRect/>
                </a:stretch>
              </p:blipFill>
              <p:spPr>
                <a:xfrm>
                  <a:off x="3925600" y="1110720"/>
                  <a:ext cx="2081160" cy="622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11" name="墨迹 10">
                <a:extLst>
                  <a:ext uri="{FF2B5EF4-FFF2-40B4-BE49-F238E27FC236}">
                    <a16:creationId xmlns:a16="http://schemas.microsoft.com/office/drawing/2014/main" id="{AB7EB93F-F118-0732-E8AC-B240D61FE729}"/>
                  </a:ext>
                </a:extLst>
              </p14:cNvPr>
              <p14:cNvContentPartPr/>
              <p14:nvPr/>
            </p14:nvContentPartPr>
            <p14:xfrm>
              <a:off x="6476920" y="1771320"/>
              <a:ext cx="2677680" cy="172440"/>
            </p14:xfrm>
          </p:contentPart>
        </mc:Choice>
        <mc:Fallback xmlns="">
          <p:pic>
            <p:nvPicPr>
              <p:cNvPr id="11" name="墨迹 10">
                <a:extLst>
                  <a:ext uri="{FF2B5EF4-FFF2-40B4-BE49-F238E27FC236}">
                    <a16:creationId xmlns:a16="http://schemas.microsoft.com/office/drawing/2014/main" id="{AB7EB93F-F118-0732-E8AC-B240D61FE729}"/>
                  </a:ext>
                </a:extLst>
              </p:cNvPr>
              <p:cNvPicPr/>
              <p:nvPr/>
            </p:nvPicPr>
            <p:blipFill>
              <a:blip r:embed="rId18"/>
              <a:stretch>
                <a:fillRect/>
              </a:stretch>
            </p:blipFill>
            <p:spPr>
              <a:xfrm>
                <a:off x="6459280" y="1753680"/>
                <a:ext cx="2713320" cy="208080"/>
              </a:xfrm>
              <a:prstGeom prst="rect">
                <a:avLst/>
              </a:prstGeom>
            </p:spPr>
          </p:pic>
        </mc:Fallback>
      </mc:AlternateContent>
      <p:grpSp>
        <p:nvGrpSpPr>
          <p:cNvPr id="14" name="组合 13">
            <a:extLst>
              <a:ext uri="{FF2B5EF4-FFF2-40B4-BE49-F238E27FC236}">
                <a16:creationId xmlns:a16="http://schemas.microsoft.com/office/drawing/2014/main" id="{C6C2F5C1-31F9-A2EE-7D0B-7454578F96D0}"/>
              </a:ext>
            </a:extLst>
          </p:cNvPr>
          <p:cNvGrpSpPr/>
          <p:nvPr/>
        </p:nvGrpSpPr>
        <p:grpSpPr>
          <a:xfrm>
            <a:off x="1384000" y="2285400"/>
            <a:ext cx="6343200" cy="90360"/>
            <a:chOff x="1384000" y="2285400"/>
            <a:chExt cx="6343200" cy="90360"/>
          </a:xfrm>
        </p:grpSpPr>
        <mc:AlternateContent xmlns:mc="http://schemas.openxmlformats.org/markup-compatibility/2006" xmlns:p14="http://schemas.microsoft.com/office/powerpoint/2010/main">
          <mc:Choice Requires="p14">
            <p:contentPart p14:bwMode="auto" r:id="rId19">
              <p14:nvContentPartPr>
                <p14:cNvPr id="12" name="墨迹 11">
                  <a:extLst>
                    <a:ext uri="{FF2B5EF4-FFF2-40B4-BE49-F238E27FC236}">
                      <a16:creationId xmlns:a16="http://schemas.microsoft.com/office/drawing/2014/main" id="{FD72E12E-54E4-5683-9533-7623C270FF55}"/>
                    </a:ext>
                  </a:extLst>
                </p14:cNvPr>
                <p14:cNvContentPartPr/>
                <p14:nvPr/>
              </p14:nvContentPartPr>
              <p14:xfrm>
                <a:off x="1384000" y="2285400"/>
                <a:ext cx="4500000" cy="90360"/>
              </p14:xfrm>
            </p:contentPart>
          </mc:Choice>
          <mc:Fallback xmlns="">
            <p:pic>
              <p:nvPicPr>
                <p:cNvPr id="12" name="墨迹 11">
                  <a:extLst>
                    <a:ext uri="{FF2B5EF4-FFF2-40B4-BE49-F238E27FC236}">
                      <a16:creationId xmlns:a16="http://schemas.microsoft.com/office/drawing/2014/main" id="{FD72E12E-54E4-5683-9533-7623C270FF55}"/>
                    </a:ext>
                  </a:extLst>
                </p:cNvPr>
                <p:cNvPicPr/>
                <p:nvPr/>
              </p:nvPicPr>
              <p:blipFill>
                <a:blip r:embed="rId20"/>
                <a:stretch>
                  <a:fillRect/>
                </a:stretch>
              </p:blipFill>
              <p:spPr>
                <a:xfrm>
                  <a:off x="1366360" y="2267760"/>
                  <a:ext cx="45356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墨迹 12">
                  <a:extLst>
                    <a:ext uri="{FF2B5EF4-FFF2-40B4-BE49-F238E27FC236}">
                      <a16:creationId xmlns:a16="http://schemas.microsoft.com/office/drawing/2014/main" id="{AAB80A82-CAF8-CEBA-AA60-7059660B0A27}"/>
                    </a:ext>
                  </a:extLst>
                </p14:cNvPr>
                <p14:cNvContentPartPr/>
                <p14:nvPr/>
              </p14:nvContentPartPr>
              <p14:xfrm>
                <a:off x="6571960" y="2304480"/>
                <a:ext cx="1155240" cy="32760"/>
              </p14:xfrm>
            </p:contentPart>
          </mc:Choice>
          <mc:Fallback xmlns="">
            <p:pic>
              <p:nvPicPr>
                <p:cNvPr id="13" name="墨迹 12">
                  <a:extLst>
                    <a:ext uri="{FF2B5EF4-FFF2-40B4-BE49-F238E27FC236}">
                      <a16:creationId xmlns:a16="http://schemas.microsoft.com/office/drawing/2014/main" id="{AAB80A82-CAF8-CEBA-AA60-7059660B0A27}"/>
                    </a:ext>
                  </a:extLst>
                </p:cNvPr>
                <p:cNvPicPr/>
                <p:nvPr/>
              </p:nvPicPr>
              <p:blipFill>
                <a:blip r:embed="rId22"/>
                <a:stretch>
                  <a:fillRect/>
                </a:stretch>
              </p:blipFill>
              <p:spPr>
                <a:xfrm>
                  <a:off x="6554320" y="2286480"/>
                  <a:ext cx="1190880" cy="68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15" name="墨迹 14">
                <a:extLst>
                  <a:ext uri="{FF2B5EF4-FFF2-40B4-BE49-F238E27FC236}">
                    <a16:creationId xmlns:a16="http://schemas.microsoft.com/office/drawing/2014/main" id="{72171D01-1748-EB0F-2CD4-7CF5FB528978}"/>
                  </a:ext>
                </a:extLst>
              </p14:cNvPr>
              <p14:cNvContentPartPr/>
              <p14:nvPr/>
            </p14:nvContentPartPr>
            <p14:xfrm>
              <a:off x="1092040" y="2742960"/>
              <a:ext cx="1950120" cy="159480"/>
            </p14:xfrm>
          </p:contentPart>
        </mc:Choice>
        <mc:Fallback xmlns="">
          <p:pic>
            <p:nvPicPr>
              <p:cNvPr id="15" name="墨迹 14">
                <a:extLst>
                  <a:ext uri="{FF2B5EF4-FFF2-40B4-BE49-F238E27FC236}">
                    <a16:creationId xmlns:a16="http://schemas.microsoft.com/office/drawing/2014/main" id="{72171D01-1748-EB0F-2CD4-7CF5FB528978}"/>
                  </a:ext>
                </a:extLst>
              </p:cNvPr>
              <p:cNvPicPr/>
              <p:nvPr/>
            </p:nvPicPr>
            <p:blipFill>
              <a:blip r:embed="rId24"/>
              <a:stretch>
                <a:fillRect/>
              </a:stretch>
            </p:blipFill>
            <p:spPr>
              <a:xfrm>
                <a:off x="1074400" y="2725320"/>
                <a:ext cx="1985760" cy="1951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墨迹 15">
                <a:extLst>
                  <a:ext uri="{FF2B5EF4-FFF2-40B4-BE49-F238E27FC236}">
                    <a16:creationId xmlns:a16="http://schemas.microsoft.com/office/drawing/2014/main" id="{2F3C2CD2-88F0-E0D4-4323-FBE83104EF9B}"/>
                  </a:ext>
                </a:extLst>
              </p14:cNvPr>
              <p14:cNvContentPartPr/>
              <p14:nvPr/>
            </p14:nvContentPartPr>
            <p14:xfrm>
              <a:off x="6056800" y="5619000"/>
              <a:ext cx="2637000" cy="833400"/>
            </p14:xfrm>
          </p:contentPart>
        </mc:Choice>
        <mc:Fallback xmlns="">
          <p:pic>
            <p:nvPicPr>
              <p:cNvPr id="16" name="墨迹 15">
                <a:extLst>
                  <a:ext uri="{FF2B5EF4-FFF2-40B4-BE49-F238E27FC236}">
                    <a16:creationId xmlns:a16="http://schemas.microsoft.com/office/drawing/2014/main" id="{2F3C2CD2-88F0-E0D4-4323-FBE83104EF9B}"/>
                  </a:ext>
                </a:extLst>
              </p:cNvPr>
              <p:cNvPicPr/>
              <p:nvPr/>
            </p:nvPicPr>
            <p:blipFill>
              <a:blip r:embed="rId26"/>
              <a:stretch>
                <a:fillRect/>
              </a:stretch>
            </p:blipFill>
            <p:spPr>
              <a:xfrm>
                <a:off x="6038800" y="5601360"/>
                <a:ext cx="2672640" cy="869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7" name="墨迹 16">
                <a:extLst>
                  <a:ext uri="{FF2B5EF4-FFF2-40B4-BE49-F238E27FC236}">
                    <a16:creationId xmlns:a16="http://schemas.microsoft.com/office/drawing/2014/main" id="{451C100F-7AAC-6556-D90E-45ECE6BF9C26}"/>
                  </a:ext>
                </a:extLst>
              </p14:cNvPr>
              <p14:cNvContentPartPr/>
              <p14:nvPr/>
            </p14:nvContentPartPr>
            <p14:xfrm>
              <a:off x="7039960" y="4571760"/>
              <a:ext cx="238680" cy="362520"/>
            </p14:xfrm>
          </p:contentPart>
        </mc:Choice>
        <mc:Fallback xmlns="">
          <p:pic>
            <p:nvPicPr>
              <p:cNvPr id="17" name="墨迹 16">
                <a:extLst>
                  <a:ext uri="{FF2B5EF4-FFF2-40B4-BE49-F238E27FC236}">
                    <a16:creationId xmlns:a16="http://schemas.microsoft.com/office/drawing/2014/main" id="{451C100F-7AAC-6556-D90E-45ECE6BF9C26}"/>
                  </a:ext>
                </a:extLst>
              </p:cNvPr>
              <p:cNvPicPr/>
              <p:nvPr/>
            </p:nvPicPr>
            <p:blipFill>
              <a:blip r:embed="rId28"/>
              <a:stretch>
                <a:fillRect/>
              </a:stretch>
            </p:blipFill>
            <p:spPr>
              <a:xfrm>
                <a:off x="7021960" y="4554120"/>
                <a:ext cx="27432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8" name="墨迹 17">
                <a:extLst>
                  <a:ext uri="{FF2B5EF4-FFF2-40B4-BE49-F238E27FC236}">
                    <a16:creationId xmlns:a16="http://schemas.microsoft.com/office/drawing/2014/main" id="{E81BBD5D-FFCB-36C2-F7E1-AABEEB604871}"/>
                  </a:ext>
                </a:extLst>
              </p14:cNvPr>
              <p14:cNvContentPartPr/>
              <p14:nvPr/>
            </p14:nvContentPartPr>
            <p14:xfrm>
              <a:off x="7473400" y="4685880"/>
              <a:ext cx="236520" cy="237240"/>
            </p14:xfrm>
          </p:contentPart>
        </mc:Choice>
        <mc:Fallback xmlns="">
          <p:pic>
            <p:nvPicPr>
              <p:cNvPr id="18" name="墨迹 17">
                <a:extLst>
                  <a:ext uri="{FF2B5EF4-FFF2-40B4-BE49-F238E27FC236}">
                    <a16:creationId xmlns:a16="http://schemas.microsoft.com/office/drawing/2014/main" id="{E81BBD5D-FFCB-36C2-F7E1-AABEEB604871}"/>
                  </a:ext>
                </a:extLst>
              </p:cNvPr>
              <p:cNvPicPr/>
              <p:nvPr/>
            </p:nvPicPr>
            <p:blipFill>
              <a:blip r:embed="rId30"/>
              <a:stretch>
                <a:fillRect/>
              </a:stretch>
            </p:blipFill>
            <p:spPr>
              <a:xfrm>
                <a:off x="7455400" y="4668240"/>
                <a:ext cx="272160" cy="27288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4850"/>
                                        </p:tgtEl>
                                        <p:attrNameLst>
                                          <p:attrName>style.visibility</p:attrName>
                                        </p:attrNameLst>
                                      </p:cBhvr>
                                      <p:to>
                                        <p:strVal val="visible"/>
                                      </p:to>
                                    </p:set>
                                    <p:anim calcmode="lin" valueType="num">
                                      <p:cBhvr>
                                        <p:cTn id="7" dur="500" fill="hold"/>
                                        <p:tgtEl>
                                          <p:spTgt spid="334850"/>
                                        </p:tgtEl>
                                        <p:attrNameLst>
                                          <p:attrName>ppt_x</p:attrName>
                                        </p:attrNameLst>
                                      </p:cBhvr>
                                      <p:tavLst>
                                        <p:tav tm="0">
                                          <p:val>
                                            <p:strVal val="#ppt_x"/>
                                          </p:val>
                                        </p:tav>
                                        <p:tav tm="100000">
                                          <p:val>
                                            <p:strVal val="#ppt_x"/>
                                          </p:val>
                                        </p:tav>
                                      </p:tavLst>
                                    </p:anim>
                                    <p:anim calcmode="lin" valueType="num">
                                      <p:cBhvr>
                                        <p:cTn id="8" dur="500" fill="hold"/>
                                        <p:tgtEl>
                                          <p:spTgt spid="33485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4852"/>
                                        </p:tgtEl>
                                        <p:attrNameLst>
                                          <p:attrName>style.visibility</p:attrName>
                                        </p:attrNameLst>
                                      </p:cBhvr>
                                      <p:to>
                                        <p:strVal val="visible"/>
                                      </p:to>
                                    </p:set>
                                    <p:anim calcmode="lin" valueType="num">
                                      <p:cBhvr>
                                        <p:cTn id="11" dur="500" fill="hold"/>
                                        <p:tgtEl>
                                          <p:spTgt spid="334852"/>
                                        </p:tgtEl>
                                        <p:attrNameLst>
                                          <p:attrName>ppt_x</p:attrName>
                                        </p:attrNameLst>
                                      </p:cBhvr>
                                      <p:tavLst>
                                        <p:tav tm="0">
                                          <p:val>
                                            <p:strVal val="#ppt_x"/>
                                          </p:val>
                                        </p:tav>
                                        <p:tav tm="100000">
                                          <p:val>
                                            <p:strVal val="#ppt_x"/>
                                          </p:val>
                                        </p:tav>
                                      </p:tavLst>
                                    </p:anim>
                                    <p:anim calcmode="lin" valueType="num">
                                      <p:cBhvr>
                                        <p:cTn id="12" dur="500" fill="hold"/>
                                        <p:tgtEl>
                                          <p:spTgt spid="33485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34853"/>
                                        </p:tgtEl>
                                        <p:attrNameLst>
                                          <p:attrName>style.visibility</p:attrName>
                                        </p:attrNameLst>
                                      </p:cBhvr>
                                      <p:to>
                                        <p:strVal val="visible"/>
                                      </p:to>
                                    </p:set>
                                    <p:anim calcmode="lin" valueType="num">
                                      <p:cBhvr>
                                        <p:cTn id="15" dur="500" fill="hold"/>
                                        <p:tgtEl>
                                          <p:spTgt spid="334853"/>
                                        </p:tgtEl>
                                        <p:attrNameLst>
                                          <p:attrName>ppt_x</p:attrName>
                                        </p:attrNameLst>
                                      </p:cBhvr>
                                      <p:tavLst>
                                        <p:tav tm="0">
                                          <p:val>
                                            <p:strVal val="#ppt_x"/>
                                          </p:val>
                                        </p:tav>
                                        <p:tav tm="100000">
                                          <p:val>
                                            <p:strVal val="#ppt_x"/>
                                          </p:val>
                                        </p:tav>
                                      </p:tavLst>
                                    </p:anim>
                                    <p:anim calcmode="lin" valueType="num">
                                      <p:cBhvr>
                                        <p:cTn id="16" dur="500" fill="hold"/>
                                        <p:tgtEl>
                                          <p:spTgt spid="334853"/>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34855"/>
                                        </p:tgtEl>
                                        <p:attrNameLst>
                                          <p:attrName>style.visibility</p:attrName>
                                        </p:attrNameLst>
                                      </p:cBhvr>
                                      <p:to>
                                        <p:strVal val="visible"/>
                                      </p:to>
                                    </p:set>
                                    <p:animEffect transition="in" filter="box(in)">
                                      <p:cBhvr>
                                        <p:cTn id="21" dur="500"/>
                                        <p:tgtEl>
                                          <p:spTgt spid="334855"/>
                                        </p:tgtEl>
                                      </p:cBhvr>
                                    </p:animEffec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314372"/>
                                        </p:tgtEl>
                                        <p:attrNameLst>
                                          <p:attrName>style.visibility</p:attrName>
                                        </p:attrNameLst>
                                      </p:cBhvr>
                                      <p:to>
                                        <p:strVal val="visible"/>
                                      </p:to>
                                    </p:set>
                                    <p:animEffect transition="in" filter="box(in)">
                                      <p:cBhvr>
                                        <p:cTn id="26" dur="500"/>
                                        <p:tgtEl>
                                          <p:spTgt spid="3143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0" grpId="0"/>
      <p:bldP spid="334853" grpId="0"/>
      <p:bldP spid="33485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5" name="Picture 4"/>
          <p:cNvPicPr>
            <a:picLocks noChangeAspect="1"/>
          </p:cNvPicPr>
          <p:nvPr/>
        </p:nvPicPr>
        <p:blipFill>
          <a:blip r:embed="rId2"/>
          <a:stretch>
            <a:fillRect/>
          </a:stretch>
        </p:blipFill>
        <p:spPr>
          <a:xfrm>
            <a:off x="1979613" y="692150"/>
            <a:ext cx="5832475" cy="5788025"/>
          </a:xfrm>
          <a:prstGeom prst="rect">
            <a:avLst/>
          </a:prstGeom>
          <a:noFill/>
          <a:ln w="9525">
            <a:noFill/>
          </a:ln>
        </p:spPr>
      </p:pic>
    </p:spTree>
  </p:cSld>
  <p:clrMapOvr>
    <a:masterClrMapping/>
  </p:clrMapOvr>
  <p:transition spd="med">
    <p:zo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ext Box 4"/>
          <p:cNvSpPr txBox="1"/>
          <p:nvPr/>
        </p:nvSpPr>
        <p:spPr>
          <a:xfrm>
            <a:off x="468313" y="836613"/>
            <a:ext cx="8280400" cy="3708400"/>
          </a:xfrm>
          <a:prstGeom prst="rect">
            <a:avLst/>
          </a:prstGeom>
          <a:noFill/>
          <a:ln w="9525">
            <a:noFill/>
          </a:ln>
        </p:spPr>
        <p:txBody>
          <a:bodyPr anchor="t" anchorCtr="0">
            <a:spAutoFit/>
          </a:bodyPr>
          <a:lstStyle/>
          <a:p>
            <a:pPr>
              <a:lnSpc>
                <a:spcPct val="120000"/>
              </a:lnSpc>
              <a:spcBef>
                <a:spcPct val="50000"/>
              </a:spcBef>
            </a:pPr>
            <a:r>
              <a:rPr lang="en-US" altLang="zh-CN" sz="2400" b="1" dirty="0">
                <a:solidFill>
                  <a:schemeClr val="tx2"/>
                </a:solidFill>
                <a:latin typeface="Times New Roman" panose="02020603050405020304" pitchFamily="18" charset="0"/>
                <a:ea typeface="宋体" panose="02010600030101010101" pitchFamily="2" charset="-122"/>
              </a:rPr>
              <a:t>#include &lt;absacc.h&gt;</a:t>
            </a:r>
          </a:p>
          <a:p>
            <a:pPr>
              <a:lnSpc>
                <a:spcPct val="135000"/>
              </a:lnSpc>
              <a:spcBef>
                <a:spcPct val="50000"/>
              </a:spcBef>
            </a:pPr>
            <a:r>
              <a:rPr lang="en-US" altLang="zh-CN" sz="2400" b="1" dirty="0">
                <a:solidFill>
                  <a:schemeClr val="tx2"/>
                </a:solidFill>
                <a:latin typeface="Times New Roman" panose="02020603050405020304" pitchFamily="18" charset="0"/>
                <a:ea typeface="宋体" panose="02010600030101010101" pitchFamily="2" charset="-122"/>
              </a:rPr>
              <a:t>unsigned char code sintable[] ={</a:t>
            </a:r>
            <a:r>
              <a:rPr lang="en-US" altLang="en-US" sz="2400" b="1" dirty="0">
                <a:solidFill>
                  <a:schemeClr val="tx2"/>
                </a:solidFill>
                <a:latin typeface="Times New Roman" panose="02020603050405020304" pitchFamily="18" charset="0"/>
                <a:ea typeface="宋体" panose="02010600030101010101" pitchFamily="2" charset="-122"/>
              </a:rPr>
              <a:t>0x80,0x90,0x9f,0xaf,0xbd,0xcb,0xd7,0xe2,0xec,0xf3,0xf9,0xfd,0xff,0xff,0xfd,0xf9,0xf3,0xec,0xe2,0xd7,0xcb,0xbd,0xaf,0xa0,0x90,0x80,0x70,0x60,0x51,0x42,0x34,0x28,0x1d,0x14,0xc,0x6,0x2,0x0,0x0,0x2,0x6,0xc,0x13,0x1d,0x28,0x34,0x42,0x50,0x5f,0x6f</a:t>
            </a:r>
            <a:r>
              <a:rPr lang="en-US" altLang="zh-CN" sz="2400" b="1" dirty="0">
                <a:solidFill>
                  <a:schemeClr val="tx2"/>
                </a:solidFill>
                <a:latin typeface="Times New Roman" panose="02020603050405020304" pitchFamily="18" charset="0"/>
                <a:ea typeface="宋体" panose="02010600030101010101" pitchFamily="2" charset="-122"/>
              </a:rPr>
              <a:t>}</a:t>
            </a:r>
          </a:p>
        </p:txBody>
      </p:sp>
      <p:sp>
        <p:nvSpPr>
          <p:cNvPr id="48130" name="Text Box 5"/>
          <p:cNvSpPr txBox="1"/>
          <p:nvPr/>
        </p:nvSpPr>
        <p:spPr>
          <a:xfrm>
            <a:off x="6443663" y="4508500"/>
            <a:ext cx="1655762" cy="460375"/>
          </a:xfrm>
          <a:prstGeom prst="rect">
            <a:avLst/>
          </a:prstGeom>
          <a:noFill/>
          <a:ln w="9525">
            <a:noFill/>
          </a:ln>
        </p:spPr>
        <p:txBody>
          <a:bodyPr anchor="t" anchorCtr="0">
            <a:spAutoFit/>
          </a:bodyPr>
          <a:lstStyle/>
          <a:p>
            <a:pPr>
              <a:spcBef>
                <a:spcPct val="50000"/>
              </a:spcBef>
            </a:pPr>
            <a:r>
              <a:rPr lang="en-US" altLang="zh-CN" sz="2400" b="1" dirty="0">
                <a:solidFill>
                  <a:srgbClr val="FF3300"/>
                </a:solidFill>
                <a:latin typeface="Times New Roman" panose="02020603050405020304" pitchFamily="18" charset="0"/>
                <a:ea typeface="宋体" panose="02010600030101010101" pitchFamily="2" charset="-122"/>
              </a:rPr>
              <a:t>50</a:t>
            </a:r>
            <a:r>
              <a:rPr lang="zh-CN" altLang="en-US" sz="2400" b="1" dirty="0">
                <a:solidFill>
                  <a:srgbClr val="FF3300"/>
                </a:solidFill>
                <a:latin typeface="Times New Roman" panose="02020603050405020304" pitchFamily="18" charset="0"/>
                <a:ea typeface="宋体" panose="02010600030101010101" pitchFamily="2" charset="-122"/>
              </a:rPr>
              <a:t>个点</a:t>
            </a:r>
          </a:p>
        </p:txBody>
      </p:sp>
    </p:spTree>
  </p:cSld>
  <p:clrMapOvr>
    <a:masterClrMapping/>
  </p:clrMapOvr>
  <p:transition spd="med">
    <p:zo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ext Box 4"/>
          <p:cNvSpPr txBox="1"/>
          <p:nvPr/>
        </p:nvSpPr>
        <p:spPr>
          <a:xfrm>
            <a:off x="4067944" y="980728"/>
            <a:ext cx="5003800" cy="5220970"/>
          </a:xfrm>
          <a:prstGeom prst="rect">
            <a:avLst/>
          </a:prstGeom>
          <a:solidFill>
            <a:srgbClr val="CCECFF"/>
          </a:solidFill>
          <a:ln w="9525">
            <a:noFill/>
          </a:ln>
        </p:spPr>
        <p:txBody>
          <a:bodyPr anchor="t" anchorCtr="0">
            <a:spAutoFit/>
          </a:bodyPr>
          <a:lstStyle/>
          <a:p>
            <a:pPr>
              <a:lnSpc>
                <a:spcPct val="130000"/>
              </a:lnSpc>
              <a:spcBef>
                <a:spcPct val="50000"/>
              </a:spcBef>
            </a:pPr>
            <a:r>
              <a:rPr lang="en-US" altLang="zh-CN" sz="2400" b="1" dirty="0">
                <a:latin typeface="Times New Roman" panose="02020603050405020304" pitchFamily="18" charset="0"/>
                <a:ea typeface="宋体" panose="02010600030101010101" pitchFamily="2" charset="-122"/>
              </a:rPr>
              <a:t>main( )</a:t>
            </a:r>
          </a:p>
          <a:p>
            <a:pPr>
              <a:lnSpc>
                <a:spcPct val="130000"/>
              </a:lnSpc>
              <a:spcBef>
                <a:spcPct val="50000"/>
              </a:spcBef>
            </a:pPr>
            <a:r>
              <a:rPr lang="en-US" altLang="zh-CN" sz="2400" b="1" dirty="0">
                <a:latin typeface="Times New Roman" panose="02020603050405020304" pitchFamily="18" charset="0"/>
                <a:ea typeface="宋体" panose="02010600030101010101" pitchFamily="2" charset="-122"/>
              </a:rPr>
              <a:t>{ unsigned char k;</a:t>
            </a:r>
          </a:p>
          <a:p>
            <a:pPr>
              <a:lnSpc>
                <a:spcPct val="130000"/>
              </a:lnSpc>
              <a:spcBef>
                <a:spcPct val="50000"/>
              </a:spcBef>
            </a:pPr>
            <a:r>
              <a:rPr lang="en-US" altLang="zh-CN" sz="2400" b="1" dirty="0">
                <a:latin typeface="Times New Roman" panose="02020603050405020304" pitchFamily="18" charset="0"/>
                <a:ea typeface="宋体" panose="02010600030101010101" pitchFamily="2" charset="-122"/>
              </a:rPr>
              <a:t>  while(1)</a:t>
            </a:r>
          </a:p>
          <a:p>
            <a:pPr>
              <a:lnSpc>
                <a:spcPct val="130000"/>
              </a:lnSpc>
              <a:spcBef>
                <a:spcPct val="50000"/>
              </a:spcBef>
            </a:pPr>
            <a:r>
              <a:rPr lang="en-US" altLang="zh-CN" sz="2400" b="1" dirty="0">
                <a:latin typeface="Times New Roman" panose="02020603050405020304" pitchFamily="18" charset="0"/>
                <a:ea typeface="宋体" panose="02010600030101010101" pitchFamily="2" charset="-122"/>
              </a:rPr>
              <a:t>   {   for (k=0;k&lt;50; i++)</a:t>
            </a:r>
          </a:p>
          <a:p>
            <a:pPr>
              <a:lnSpc>
                <a:spcPct val="130000"/>
              </a:lnSpc>
              <a:spcBef>
                <a:spcPct val="50000"/>
              </a:spcBef>
            </a:pPr>
            <a:r>
              <a:rPr lang="en-US" altLang="zh-CN" sz="2400" b="1" dirty="0">
                <a:latin typeface="Times New Roman" panose="02020603050405020304" pitchFamily="18" charset="0"/>
                <a:ea typeface="宋体" panose="02010600030101010101" pitchFamily="2" charset="-122"/>
              </a:rPr>
              <a:t>          { </a:t>
            </a:r>
            <a:r>
              <a:rPr lang="en-US" altLang="zh-CN" sz="2400" b="1" dirty="0">
                <a:solidFill>
                  <a:srgbClr val="FF0000"/>
                </a:solidFill>
                <a:latin typeface="Times New Roman" panose="02020603050405020304" pitchFamily="18" charset="0"/>
                <a:ea typeface="宋体" panose="02010600030101010101" pitchFamily="2" charset="-122"/>
              </a:rPr>
              <a:t>XBYTE[0xbfff]=sintable[k]</a:t>
            </a:r>
            <a:r>
              <a:rPr lang="en-US" altLang="zh-CN" sz="2400" b="1" dirty="0">
                <a:latin typeface="Times New Roman" panose="02020603050405020304" pitchFamily="18" charset="0"/>
                <a:ea typeface="宋体" panose="02010600030101010101" pitchFamily="2" charset="-122"/>
              </a:rPr>
              <a:t>; </a:t>
            </a:r>
          </a:p>
          <a:p>
            <a:pPr>
              <a:lnSpc>
                <a:spcPct val="130000"/>
              </a:lnSpc>
              <a:spcBef>
                <a:spcPct val="50000"/>
              </a:spcBef>
            </a:pPr>
            <a:r>
              <a:rPr lang="en-US" altLang="zh-CN" sz="2400" b="1" dirty="0">
                <a:latin typeface="Times New Roman" panose="02020603050405020304" pitchFamily="18" charset="0"/>
                <a:ea typeface="宋体" panose="02010600030101010101" pitchFamily="2" charset="-122"/>
              </a:rPr>
              <a:t>              delayms(1);       }</a:t>
            </a:r>
          </a:p>
          <a:p>
            <a:pPr>
              <a:lnSpc>
                <a:spcPct val="130000"/>
              </a:lnSpc>
              <a:spcBef>
                <a:spcPct val="50000"/>
              </a:spcBef>
            </a:pPr>
            <a:r>
              <a:rPr lang="en-US" altLang="zh-CN" sz="2400" b="1" dirty="0">
                <a:latin typeface="Times New Roman" panose="02020603050405020304" pitchFamily="18" charset="0"/>
                <a:ea typeface="宋体" panose="02010600030101010101" pitchFamily="2" charset="-122"/>
              </a:rPr>
              <a:t>      }</a:t>
            </a:r>
          </a:p>
          <a:p>
            <a:pPr>
              <a:lnSpc>
                <a:spcPct val="130000"/>
              </a:lnSpc>
              <a:spcBef>
                <a:spcPct val="50000"/>
              </a:spcBef>
            </a:pPr>
            <a:r>
              <a:rPr lang="en-US" altLang="zh-CN" sz="2400" b="1" dirty="0">
                <a:latin typeface="Times New Roman" panose="02020603050405020304" pitchFamily="18" charset="0"/>
                <a:ea typeface="宋体" panose="02010600030101010101" pitchFamily="2" charset="-122"/>
              </a:rPr>
              <a:t>}</a:t>
            </a:r>
          </a:p>
        </p:txBody>
      </p:sp>
      <p:sp>
        <p:nvSpPr>
          <p:cNvPr id="49154" name="Rectangle 5"/>
          <p:cNvSpPr/>
          <p:nvPr/>
        </p:nvSpPr>
        <p:spPr>
          <a:xfrm>
            <a:off x="323850" y="620713"/>
            <a:ext cx="4572000" cy="2489200"/>
          </a:xfrm>
          <a:prstGeom prst="rect">
            <a:avLst/>
          </a:prstGeom>
          <a:noFill/>
          <a:ln w="9525">
            <a:noFill/>
          </a:ln>
        </p:spPr>
        <p:txBody>
          <a:bodyPr anchor="t" anchorCtr="0">
            <a:spAutoFit/>
          </a:bodyPr>
          <a:lstStyle/>
          <a:p>
            <a:pPr>
              <a:lnSpc>
                <a:spcPct val="130000"/>
              </a:lnSpc>
            </a:pPr>
            <a:r>
              <a:rPr lang="en-US" altLang="zh-CN" sz="2400" b="1" dirty="0">
                <a:solidFill>
                  <a:schemeClr val="accent2"/>
                </a:solidFill>
                <a:latin typeface="Times New Roman" panose="02020603050405020304" pitchFamily="18" charset="0"/>
                <a:ea typeface="宋体" panose="02010600030101010101" pitchFamily="2" charset="-122"/>
              </a:rPr>
              <a:t>void delayms(char xms)	</a:t>
            </a:r>
          </a:p>
          <a:p>
            <a:pPr>
              <a:lnSpc>
                <a:spcPct val="130000"/>
              </a:lnSpc>
            </a:pPr>
            <a:r>
              <a:rPr lang="en-US" altLang="zh-CN" sz="2400" b="1" dirty="0">
                <a:solidFill>
                  <a:schemeClr val="accent2"/>
                </a:solidFill>
                <a:latin typeface="Times New Roman" panose="02020603050405020304" pitchFamily="18" charset="0"/>
                <a:ea typeface="宋体" panose="02010600030101010101" pitchFamily="2" charset="-122"/>
              </a:rPr>
              <a:t>{char i, j;</a:t>
            </a:r>
          </a:p>
          <a:p>
            <a:pPr>
              <a:lnSpc>
                <a:spcPct val="130000"/>
              </a:lnSpc>
            </a:pPr>
            <a:r>
              <a:rPr lang="en-US" altLang="zh-CN" sz="2400" b="1" dirty="0">
                <a:solidFill>
                  <a:schemeClr val="accent2"/>
                </a:solidFill>
                <a:latin typeface="Times New Roman" panose="02020603050405020304" pitchFamily="18" charset="0"/>
                <a:ea typeface="宋体" panose="02010600030101010101" pitchFamily="2" charset="-122"/>
              </a:rPr>
              <a:t>       for(i=xms;i&gt;0;i--)</a:t>
            </a:r>
          </a:p>
          <a:p>
            <a:pPr>
              <a:lnSpc>
                <a:spcPct val="130000"/>
              </a:lnSpc>
            </a:pPr>
            <a:r>
              <a:rPr lang="en-US" altLang="zh-CN" sz="2400" b="1" dirty="0">
                <a:solidFill>
                  <a:schemeClr val="accent2"/>
                </a:solidFill>
                <a:latin typeface="Times New Roman" panose="02020603050405020304" pitchFamily="18" charset="0"/>
                <a:ea typeface="宋体" panose="02010600030101010101" pitchFamily="2" charset="-122"/>
              </a:rPr>
              <a:t>          for(j=115;j&gt;0;j--);</a:t>
            </a:r>
          </a:p>
          <a:p>
            <a:pPr>
              <a:lnSpc>
                <a:spcPct val="130000"/>
              </a:lnSpc>
            </a:pPr>
            <a:r>
              <a:rPr lang="en-US" altLang="zh-CN" sz="2400" b="1" dirty="0">
                <a:solidFill>
                  <a:schemeClr val="accent2"/>
                </a:solidFill>
                <a:latin typeface="Times New Roman" panose="02020603050405020304" pitchFamily="18" charset="0"/>
                <a:ea typeface="宋体" panose="02010600030101010101" pitchFamily="2" charset="-122"/>
              </a:rPr>
              <a:t>}</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914A8822-CC4E-EF44-DBD2-2C0BC558CC41}"/>
                  </a:ext>
                </a:extLst>
              </p14:cNvPr>
              <p14:cNvContentPartPr/>
              <p14:nvPr/>
            </p14:nvContentPartPr>
            <p14:xfrm>
              <a:off x="6375040" y="2711280"/>
              <a:ext cx="360" cy="360"/>
            </p14:xfrm>
          </p:contentPart>
        </mc:Choice>
        <mc:Fallback xmlns="">
          <p:pic>
            <p:nvPicPr>
              <p:cNvPr id="2" name="墨迹 1">
                <a:extLst>
                  <a:ext uri="{FF2B5EF4-FFF2-40B4-BE49-F238E27FC236}">
                    <a16:creationId xmlns:a16="http://schemas.microsoft.com/office/drawing/2014/main" id="{914A8822-CC4E-EF44-DBD2-2C0BC558CC41}"/>
                  </a:ext>
                </a:extLst>
              </p:cNvPr>
              <p:cNvPicPr/>
              <p:nvPr/>
            </p:nvPicPr>
            <p:blipFill>
              <a:blip r:embed="rId3"/>
              <a:stretch>
                <a:fillRect/>
              </a:stretch>
            </p:blipFill>
            <p:spPr>
              <a:xfrm>
                <a:off x="6357400" y="269364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08578AFF-1AFD-7473-EB00-A28B846E0914}"/>
                  </a:ext>
                </a:extLst>
              </p14:cNvPr>
              <p14:cNvContentPartPr/>
              <p14:nvPr/>
            </p14:nvContentPartPr>
            <p14:xfrm>
              <a:off x="5867080" y="3022320"/>
              <a:ext cx="360" cy="360"/>
            </p14:xfrm>
          </p:contentPart>
        </mc:Choice>
        <mc:Fallback xmlns="">
          <p:pic>
            <p:nvPicPr>
              <p:cNvPr id="3" name="墨迹 2">
                <a:extLst>
                  <a:ext uri="{FF2B5EF4-FFF2-40B4-BE49-F238E27FC236}">
                    <a16:creationId xmlns:a16="http://schemas.microsoft.com/office/drawing/2014/main" id="{08578AFF-1AFD-7473-EB00-A28B846E0914}"/>
                  </a:ext>
                </a:extLst>
              </p:cNvPr>
              <p:cNvPicPr/>
              <p:nvPr/>
            </p:nvPicPr>
            <p:blipFill>
              <a:blip r:embed="rId3"/>
              <a:stretch>
                <a:fillRect/>
              </a:stretch>
            </p:blipFill>
            <p:spPr>
              <a:xfrm>
                <a:off x="5849440" y="3004680"/>
                <a:ext cx="36000" cy="36000"/>
              </a:xfrm>
              <a:prstGeom prst="rect">
                <a:avLst/>
              </a:prstGeom>
            </p:spPr>
          </p:pic>
        </mc:Fallback>
      </mc:AlternateContent>
    </p:spTree>
  </p:cSld>
  <p:clrMapOvr>
    <a:masterClrMapping/>
  </p:clrMapOvr>
  <p:transition spd="med">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5"/>
          <p:cNvPicPr>
            <a:picLocks noChangeAspect="1"/>
          </p:cNvPicPr>
          <p:nvPr/>
        </p:nvPicPr>
        <p:blipFill>
          <a:blip r:embed="rId2"/>
          <a:stretch>
            <a:fillRect/>
          </a:stretch>
        </p:blipFill>
        <p:spPr>
          <a:xfrm>
            <a:off x="285750" y="765175"/>
            <a:ext cx="8858250" cy="5710238"/>
          </a:xfrm>
          <a:prstGeom prst="rect">
            <a:avLst/>
          </a:prstGeom>
          <a:noFill/>
          <a:ln w="9525">
            <a:noFill/>
          </a:ln>
        </p:spPr>
      </p:pic>
    </p:spTree>
  </p:cSld>
  <p:clrMapOvr>
    <a:masterClrMapping/>
  </p:clrMapOvr>
  <p:transition spd="med">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p:nvPr/>
        </p:nvSpPr>
        <p:spPr>
          <a:xfrm>
            <a:off x="1912144" y="6284913"/>
            <a:ext cx="4781550" cy="460375"/>
          </a:xfrm>
          <a:prstGeom prst="rect">
            <a:avLst/>
          </a:prstGeom>
          <a:noFill/>
          <a:ln w="9525">
            <a:noFill/>
          </a:ln>
        </p:spPr>
        <p:txBody>
          <a:bodyPr wrap="none" anchor="ctr" anchorCtr="0">
            <a:spAutoFit/>
          </a:bodyPr>
          <a:lstStyle/>
          <a:p>
            <a:pPr algn="ctr" eaLnBrk="0" hangingPunct="0"/>
            <a:r>
              <a:rPr lang="zh-CN" altLang="en-US" sz="2400" b="1" dirty="0">
                <a:latin typeface="宋体" panose="02010600030101010101" pitchFamily="2" charset="-122"/>
                <a:ea typeface="宋体" panose="02010600030101010101" pitchFamily="2" charset="-122"/>
              </a:rPr>
              <a:t>图</a:t>
            </a:r>
            <a:r>
              <a:rPr lang="en-US" altLang="zh-CN" sz="2400" b="1" dirty="0">
                <a:latin typeface="宋体" panose="02010600030101010101" pitchFamily="2" charset="-122"/>
                <a:ea typeface="宋体" panose="02010600030101010101" pitchFamily="2" charset="-122"/>
              </a:rPr>
              <a:t>10-6 DAC0832</a:t>
            </a:r>
            <a:r>
              <a:rPr lang="zh-CN" altLang="en-US" sz="2400" b="1" dirty="0">
                <a:latin typeface="宋体" panose="02010600030101010101" pitchFamily="2" charset="-122"/>
                <a:ea typeface="宋体" panose="02010600030101010101" pitchFamily="2" charset="-122"/>
              </a:rPr>
              <a:t>芯片的操作时序图</a:t>
            </a:r>
          </a:p>
        </p:txBody>
      </p:sp>
      <p:sp>
        <p:nvSpPr>
          <p:cNvPr id="56322" name="Text Box 11"/>
          <p:cNvSpPr txBox="1"/>
          <p:nvPr/>
        </p:nvSpPr>
        <p:spPr>
          <a:xfrm>
            <a:off x="398463" y="1582738"/>
            <a:ext cx="1150937" cy="396875"/>
          </a:xfrm>
          <a:prstGeom prst="rect">
            <a:avLst/>
          </a:prstGeom>
          <a:noFill/>
          <a:ln w="9525">
            <a:noFill/>
          </a:ln>
        </p:spPr>
        <p:txBody>
          <a:bodyPr anchor="t" anchorCtr="0">
            <a:spAutoFit/>
          </a:bodyPr>
          <a:lstStyle/>
          <a:p>
            <a:pPr>
              <a:spcBef>
                <a:spcPct val="50000"/>
              </a:spcBef>
            </a:pPr>
            <a:r>
              <a:rPr lang="zh-CN" altLang="en-US" b="1" dirty="0">
                <a:solidFill>
                  <a:srgbClr val="3333FF"/>
                </a:solidFill>
                <a:latin typeface="Times New Roman" panose="02020603050405020304" pitchFamily="18" charset="0"/>
                <a:ea typeface="宋体" panose="02010600030101010101" pitchFamily="2" charset="-122"/>
              </a:rPr>
              <a:t>（</a:t>
            </a:r>
            <a:r>
              <a:rPr lang="en-US" altLang="zh-CN" b="1" dirty="0">
                <a:solidFill>
                  <a:srgbClr val="3333FF"/>
                </a:solidFill>
                <a:latin typeface="Times New Roman" panose="02020603050405020304" pitchFamily="18" charset="0"/>
                <a:ea typeface="宋体" panose="02010600030101010101" pitchFamily="2" charset="-122"/>
              </a:rPr>
              <a:t>1</a:t>
            </a:r>
            <a:r>
              <a:rPr lang="zh-CN" altLang="en-US" b="1" dirty="0">
                <a:solidFill>
                  <a:srgbClr val="3333FF"/>
                </a:solidFill>
                <a:latin typeface="Times New Roman" panose="02020603050405020304" pitchFamily="18" charset="0"/>
                <a:ea typeface="宋体" panose="02010600030101010101" pitchFamily="2" charset="-122"/>
              </a:rPr>
              <a:t>）</a:t>
            </a:r>
          </a:p>
        </p:txBody>
      </p:sp>
      <p:sp>
        <p:nvSpPr>
          <p:cNvPr id="56323" name="Text Box 12"/>
          <p:cNvSpPr txBox="1"/>
          <p:nvPr/>
        </p:nvSpPr>
        <p:spPr>
          <a:xfrm>
            <a:off x="395288" y="4149090"/>
            <a:ext cx="1150937" cy="396875"/>
          </a:xfrm>
          <a:prstGeom prst="rect">
            <a:avLst/>
          </a:prstGeom>
          <a:noFill/>
          <a:ln w="9525">
            <a:noFill/>
          </a:ln>
        </p:spPr>
        <p:txBody>
          <a:bodyPr anchor="t" anchorCtr="0">
            <a:spAutoFit/>
          </a:bodyPr>
          <a:lstStyle/>
          <a:p>
            <a:pPr>
              <a:spcBef>
                <a:spcPct val="50000"/>
              </a:spcBef>
            </a:pPr>
            <a:r>
              <a:rPr lang="zh-CN" altLang="en-US" b="1" dirty="0">
                <a:solidFill>
                  <a:srgbClr val="3333FF"/>
                </a:solidFill>
                <a:latin typeface="Times New Roman" panose="02020603050405020304" pitchFamily="18" charset="0"/>
                <a:ea typeface="宋体" panose="02010600030101010101" pitchFamily="2" charset="-122"/>
              </a:rPr>
              <a:t>（</a:t>
            </a:r>
            <a:r>
              <a:rPr lang="en-US" altLang="zh-CN" b="1" dirty="0">
                <a:solidFill>
                  <a:srgbClr val="3333FF"/>
                </a:solidFill>
                <a:latin typeface="Times New Roman" panose="02020603050405020304" pitchFamily="18" charset="0"/>
                <a:ea typeface="宋体" panose="02010600030101010101" pitchFamily="2" charset="-122"/>
              </a:rPr>
              <a:t>2</a:t>
            </a:r>
            <a:r>
              <a:rPr lang="zh-CN" altLang="en-US" b="1" dirty="0">
                <a:solidFill>
                  <a:srgbClr val="3333FF"/>
                </a:solidFill>
                <a:latin typeface="Times New Roman" panose="02020603050405020304" pitchFamily="18" charset="0"/>
                <a:ea typeface="宋体" panose="02010600030101010101" pitchFamily="2" charset="-122"/>
              </a:rPr>
              <a:t>）</a:t>
            </a:r>
          </a:p>
        </p:txBody>
      </p:sp>
      <p:sp>
        <p:nvSpPr>
          <p:cNvPr id="56324" name="Text Box 13"/>
          <p:cNvSpPr txBox="1"/>
          <p:nvPr/>
        </p:nvSpPr>
        <p:spPr>
          <a:xfrm>
            <a:off x="398463" y="2816225"/>
            <a:ext cx="1150937" cy="396875"/>
          </a:xfrm>
          <a:prstGeom prst="rect">
            <a:avLst/>
          </a:prstGeom>
          <a:noFill/>
          <a:ln w="9525">
            <a:noFill/>
          </a:ln>
        </p:spPr>
        <p:txBody>
          <a:bodyPr anchor="t" anchorCtr="0">
            <a:spAutoFit/>
          </a:bodyPr>
          <a:lstStyle/>
          <a:p>
            <a:pPr>
              <a:spcBef>
                <a:spcPct val="50000"/>
              </a:spcBef>
            </a:pPr>
            <a:r>
              <a:rPr lang="zh-CN" altLang="en-US" b="1" dirty="0">
                <a:solidFill>
                  <a:srgbClr val="3333FF"/>
                </a:solidFill>
                <a:latin typeface="Times New Roman" panose="02020603050405020304" pitchFamily="18" charset="0"/>
                <a:ea typeface="宋体" panose="02010600030101010101" pitchFamily="2" charset="-122"/>
              </a:rPr>
              <a:t>（</a:t>
            </a:r>
            <a:r>
              <a:rPr lang="en-US" altLang="zh-CN" b="1" dirty="0">
                <a:solidFill>
                  <a:srgbClr val="3333FF"/>
                </a:solidFill>
                <a:latin typeface="Times New Roman" panose="02020603050405020304" pitchFamily="18" charset="0"/>
                <a:ea typeface="宋体" panose="02010600030101010101" pitchFamily="2" charset="-122"/>
              </a:rPr>
              <a:t>3</a:t>
            </a:r>
            <a:r>
              <a:rPr lang="zh-CN" altLang="en-US" b="1" dirty="0">
                <a:solidFill>
                  <a:srgbClr val="3333FF"/>
                </a:solidFill>
                <a:latin typeface="Times New Roman" panose="02020603050405020304" pitchFamily="18" charset="0"/>
                <a:ea typeface="宋体" panose="02010600030101010101" pitchFamily="2" charset="-122"/>
              </a:rPr>
              <a:t>）</a:t>
            </a:r>
          </a:p>
        </p:txBody>
      </p:sp>
      <p:sp>
        <p:nvSpPr>
          <p:cNvPr id="56325" name="文本框 1"/>
          <p:cNvSpPr txBox="1"/>
          <p:nvPr/>
        </p:nvSpPr>
        <p:spPr>
          <a:xfrm>
            <a:off x="671513" y="517525"/>
            <a:ext cx="3703637" cy="460375"/>
          </a:xfrm>
          <a:prstGeom prst="rect">
            <a:avLst/>
          </a:prstGeom>
          <a:noFill/>
          <a:ln w="9525">
            <a:noFill/>
          </a:ln>
        </p:spPr>
        <p:txBody>
          <a:bodyPr wrap="none" anchor="t" anchorCtr="0">
            <a:spAutoFit/>
          </a:bodyPr>
          <a:lstStyle/>
          <a:p>
            <a:r>
              <a:rPr lang="zh-CN" altLang="en-US" sz="2400" b="1" dirty="0">
                <a:solidFill>
                  <a:srgbClr val="FF3300"/>
                </a:solidFill>
                <a:latin typeface="楷体_GB2312" panose="02010609030101010101" pitchFamily="49" charset="-122"/>
                <a:ea typeface="楷体_GB2312" panose="02010609030101010101" pitchFamily="49" charset="-122"/>
              </a:rPr>
              <a:t>（</a:t>
            </a:r>
            <a:r>
              <a:rPr lang="en-US" altLang="zh-CN" sz="2400" b="1" dirty="0">
                <a:solidFill>
                  <a:srgbClr val="FF3300"/>
                </a:solidFill>
                <a:latin typeface="楷体_GB2312" panose="02010609030101010101" pitchFamily="49" charset="-122"/>
                <a:ea typeface="楷体_GB2312" panose="02010609030101010101" pitchFamily="49" charset="-122"/>
              </a:rPr>
              <a:t>2</a:t>
            </a:r>
            <a:r>
              <a:rPr lang="zh-CN" altLang="en-US" sz="2400" b="1" dirty="0">
                <a:solidFill>
                  <a:srgbClr val="FF3300"/>
                </a:solidFill>
                <a:latin typeface="楷体_GB2312" panose="02010609030101010101" pitchFamily="49" charset="-122"/>
                <a:ea typeface="楷体_GB2312" panose="02010609030101010101" pitchFamily="49" charset="-122"/>
              </a:rPr>
              <a:t>）基于时序的编程方法</a:t>
            </a:r>
            <a:endParaRPr lang="zh-CN" altLang="en-US" sz="2400">
              <a:latin typeface="Times New Roman" panose="02020603050405020304" pitchFamily="18" charset="0"/>
              <a:ea typeface="宋体" panose="02010600030101010101" pitchFamily="2" charset="-122"/>
            </a:endParaRPr>
          </a:p>
        </p:txBody>
      </p:sp>
      <p:pic>
        <p:nvPicPr>
          <p:cNvPr id="56326" name="图片 2"/>
          <p:cNvPicPr>
            <a:picLocks noChangeAspect="1"/>
          </p:cNvPicPr>
          <p:nvPr/>
        </p:nvPicPr>
        <p:blipFill>
          <a:blip r:embed="rId3"/>
          <a:stretch>
            <a:fillRect/>
          </a:stretch>
        </p:blipFill>
        <p:spPr>
          <a:xfrm>
            <a:off x="1115616" y="1092200"/>
            <a:ext cx="7791450" cy="4673600"/>
          </a:xfrm>
          <a:prstGeom prst="rect">
            <a:avLst/>
          </a:prstGeom>
          <a:noFill/>
          <a:ln w="9525">
            <a:noFill/>
          </a:ln>
        </p:spPr>
      </p:pic>
      <mc:AlternateContent xmlns:mc="http://schemas.openxmlformats.org/markup-compatibility/2006" xmlns:p14="http://schemas.microsoft.com/office/powerpoint/2010/main">
        <mc:Choice Requires="p14">
          <p:contentPart p14:bwMode="auto" r:id="rId4">
            <p14:nvContentPartPr>
              <p14:cNvPr id="17" name="墨迹 16">
                <a:extLst>
                  <a:ext uri="{FF2B5EF4-FFF2-40B4-BE49-F238E27FC236}">
                    <a16:creationId xmlns:a16="http://schemas.microsoft.com/office/drawing/2014/main" id="{B503E0D6-D2CA-BFCB-0069-171140B28344}"/>
                  </a:ext>
                </a:extLst>
              </p14:cNvPr>
              <p14:cNvContentPartPr/>
              <p14:nvPr/>
            </p14:nvContentPartPr>
            <p14:xfrm>
              <a:off x="3871526" y="2181718"/>
              <a:ext cx="360" cy="2110680"/>
            </p14:xfrm>
          </p:contentPart>
        </mc:Choice>
        <mc:Fallback xmlns="">
          <p:pic>
            <p:nvPicPr>
              <p:cNvPr id="17" name="墨迹 16">
                <a:extLst>
                  <a:ext uri="{FF2B5EF4-FFF2-40B4-BE49-F238E27FC236}">
                    <a16:creationId xmlns:a16="http://schemas.microsoft.com/office/drawing/2014/main" id="{B503E0D6-D2CA-BFCB-0069-171140B28344}"/>
                  </a:ext>
                </a:extLst>
              </p:cNvPr>
              <p:cNvPicPr/>
              <p:nvPr/>
            </p:nvPicPr>
            <p:blipFill>
              <a:blip r:embed="rId5"/>
              <a:stretch>
                <a:fillRect/>
              </a:stretch>
            </p:blipFill>
            <p:spPr>
              <a:xfrm>
                <a:off x="3853886" y="2164078"/>
                <a:ext cx="36000" cy="2146320"/>
              </a:xfrm>
              <a:prstGeom prst="rect">
                <a:avLst/>
              </a:prstGeom>
            </p:spPr>
          </p:pic>
        </mc:Fallback>
      </mc:AlternateContent>
      <p:grpSp>
        <p:nvGrpSpPr>
          <p:cNvPr id="32" name="组合 31">
            <a:extLst>
              <a:ext uri="{FF2B5EF4-FFF2-40B4-BE49-F238E27FC236}">
                <a16:creationId xmlns:a16="http://schemas.microsoft.com/office/drawing/2014/main" id="{E369899E-6361-0D3F-A546-29103DE8EC1F}"/>
              </a:ext>
            </a:extLst>
          </p:cNvPr>
          <p:cNvGrpSpPr/>
          <p:nvPr/>
        </p:nvGrpSpPr>
        <p:grpSpPr>
          <a:xfrm>
            <a:off x="3874406" y="4281958"/>
            <a:ext cx="82800" cy="9720"/>
            <a:chOff x="3874406" y="4281958"/>
            <a:chExt cx="82800" cy="9720"/>
          </a:xfrm>
        </p:grpSpPr>
        <mc:AlternateContent xmlns:mc="http://schemas.openxmlformats.org/markup-compatibility/2006" xmlns:p14="http://schemas.microsoft.com/office/powerpoint/2010/main">
          <mc:Choice Requires="p14">
            <p:contentPart p14:bwMode="auto" r:id="rId6">
              <p14:nvContentPartPr>
                <p14:cNvPr id="29" name="墨迹 28">
                  <a:extLst>
                    <a:ext uri="{FF2B5EF4-FFF2-40B4-BE49-F238E27FC236}">
                      <a16:creationId xmlns:a16="http://schemas.microsoft.com/office/drawing/2014/main" id="{4FCF8838-3659-1E2A-625C-E039CE9F20B9}"/>
                    </a:ext>
                  </a:extLst>
                </p14:cNvPr>
                <p14:cNvContentPartPr/>
                <p14:nvPr/>
              </p14:nvContentPartPr>
              <p14:xfrm>
                <a:off x="3874406" y="4291318"/>
                <a:ext cx="33840" cy="360"/>
              </p14:xfrm>
            </p:contentPart>
          </mc:Choice>
          <mc:Fallback xmlns="">
            <p:pic>
              <p:nvPicPr>
                <p:cNvPr id="29" name="墨迹 28">
                  <a:extLst>
                    <a:ext uri="{FF2B5EF4-FFF2-40B4-BE49-F238E27FC236}">
                      <a16:creationId xmlns:a16="http://schemas.microsoft.com/office/drawing/2014/main" id="{4FCF8838-3659-1E2A-625C-E039CE9F20B9}"/>
                    </a:ext>
                  </a:extLst>
                </p:cNvPr>
                <p:cNvPicPr/>
                <p:nvPr/>
              </p:nvPicPr>
              <p:blipFill>
                <a:blip r:embed="rId7"/>
                <a:stretch>
                  <a:fillRect/>
                </a:stretch>
              </p:blipFill>
              <p:spPr>
                <a:xfrm>
                  <a:off x="3856766" y="4273318"/>
                  <a:ext cx="694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0" name="墨迹 29">
                  <a:extLst>
                    <a:ext uri="{FF2B5EF4-FFF2-40B4-BE49-F238E27FC236}">
                      <a16:creationId xmlns:a16="http://schemas.microsoft.com/office/drawing/2014/main" id="{F32C5C33-53A6-3417-E5A7-06ECB05B4787}"/>
                    </a:ext>
                  </a:extLst>
                </p14:cNvPr>
                <p14:cNvContentPartPr/>
                <p14:nvPr/>
              </p14:nvContentPartPr>
              <p14:xfrm>
                <a:off x="3938126" y="4285558"/>
                <a:ext cx="19080" cy="6120"/>
              </p14:xfrm>
            </p:contentPart>
          </mc:Choice>
          <mc:Fallback xmlns="">
            <p:pic>
              <p:nvPicPr>
                <p:cNvPr id="30" name="墨迹 29">
                  <a:extLst>
                    <a:ext uri="{FF2B5EF4-FFF2-40B4-BE49-F238E27FC236}">
                      <a16:creationId xmlns:a16="http://schemas.microsoft.com/office/drawing/2014/main" id="{F32C5C33-53A6-3417-E5A7-06ECB05B4787}"/>
                    </a:ext>
                  </a:extLst>
                </p:cNvPr>
                <p:cNvPicPr/>
                <p:nvPr/>
              </p:nvPicPr>
              <p:blipFill>
                <a:blip r:embed="rId9"/>
                <a:stretch>
                  <a:fillRect/>
                </a:stretch>
              </p:blipFill>
              <p:spPr>
                <a:xfrm>
                  <a:off x="3920486" y="4267918"/>
                  <a:ext cx="547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31" name="墨迹 30">
                  <a:extLst>
                    <a:ext uri="{FF2B5EF4-FFF2-40B4-BE49-F238E27FC236}">
                      <a16:creationId xmlns:a16="http://schemas.microsoft.com/office/drawing/2014/main" id="{2779EB02-3EE5-7400-2FBF-EAF00062FAC4}"/>
                    </a:ext>
                  </a:extLst>
                </p14:cNvPr>
                <p14:cNvContentPartPr/>
                <p14:nvPr/>
              </p14:nvContentPartPr>
              <p14:xfrm>
                <a:off x="3947126" y="4281958"/>
                <a:ext cx="360" cy="360"/>
              </p14:xfrm>
            </p:contentPart>
          </mc:Choice>
          <mc:Fallback xmlns="">
            <p:pic>
              <p:nvPicPr>
                <p:cNvPr id="31" name="墨迹 30">
                  <a:extLst>
                    <a:ext uri="{FF2B5EF4-FFF2-40B4-BE49-F238E27FC236}">
                      <a16:creationId xmlns:a16="http://schemas.microsoft.com/office/drawing/2014/main" id="{2779EB02-3EE5-7400-2FBF-EAF00062FAC4}"/>
                    </a:ext>
                  </a:extLst>
                </p:cNvPr>
                <p:cNvPicPr/>
                <p:nvPr/>
              </p:nvPicPr>
              <p:blipFill>
                <a:blip r:embed="rId11"/>
                <a:stretch>
                  <a:fillRect/>
                </a:stretch>
              </p:blipFill>
              <p:spPr>
                <a:xfrm>
                  <a:off x="3929126" y="4264318"/>
                  <a:ext cx="36000" cy="36000"/>
                </a:xfrm>
                <a:prstGeom prst="rect">
                  <a:avLst/>
                </a:prstGeom>
              </p:spPr>
            </p:pic>
          </mc:Fallback>
        </mc:AlternateContent>
      </p:grpSp>
    </p:spTree>
  </p:cSld>
  <p:clrMapOvr>
    <a:masterClrMapping/>
  </p:clrMapOvr>
  <p:transition spd="med">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69" name="Picture 4"/>
          <p:cNvPicPr>
            <a:picLocks noChangeAspect="1"/>
          </p:cNvPicPr>
          <p:nvPr/>
        </p:nvPicPr>
        <p:blipFill>
          <a:blip r:embed="rId2"/>
          <a:srcRect l="27737" t="24640" r="8530" b="26730"/>
          <a:stretch>
            <a:fillRect/>
          </a:stretch>
        </p:blipFill>
        <p:spPr>
          <a:xfrm>
            <a:off x="-7194" y="743585"/>
            <a:ext cx="9144000" cy="5370830"/>
          </a:xfrm>
          <a:prstGeom prst="rect">
            <a:avLst/>
          </a:prstGeom>
          <a:noFill/>
          <a:ln w="9525">
            <a:noFill/>
          </a:ln>
        </p:spPr>
      </p:pic>
    </p:spTree>
  </p:cSld>
  <p:clrMapOvr>
    <a:masterClrMapping/>
  </p:clrMapOvr>
  <p:transition spd="med">
    <p:zo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p:nvPr>
        </p:nvSpPr>
        <p:spPr>
          <a:xfrm>
            <a:off x="0" y="712788"/>
            <a:ext cx="4081463" cy="5903912"/>
          </a:xfrm>
        </p:spPr>
        <p:txBody>
          <a:bodyPr vert="horz" wrap="square" lIns="91440" tIns="45720" rIns="91440" bIns="45720" anchor="t" anchorCtr="0">
            <a:normAutofit fontScale="92500" lnSpcReduction="20000"/>
          </a:bodyPr>
          <a:lstStyle/>
          <a:p>
            <a:pPr algn="just" eaLnBrk="1" hangingPunct="1">
              <a:buNone/>
            </a:pPr>
            <a:r>
              <a:rPr lang="en-US" altLang="zh-CN" b="1" dirty="0">
                <a:solidFill>
                  <a:srgbClr val="000000"/>
                </a:solidFill>
              </a:rPr>
              <a:t>#include &lt;reg51.h&gt;</a:t>
            </a:r>
          </a:p>
          <a:p>
            <a:pPr algn="just" eaLnBrk="1" hangingPunct="1">
              <a:buNone/>
            </a:pPr>
            <a:r>
              <a:rPr lang="en-US" altLang="zh-CN" b="1" dirty="0">
                <a:solidFill>
                  <a:srgbClr val="000000"/>
                </a:solidFill>
              </a:rPr>
              <a:t>#define uchar unsigned char</a:t>
            </a:r>
          </a:p>
          <a:p>
            <a:pPr algn="just" eaLnBrk="1" hangingPunct="1">
              <a:buNone/>
            </a:pPr>
            <a:r>
              <a:rPr lang="en-US" altLang="zh-CN" b="1" dirty="0">
                <a:solidFill>
                  <a:srgbClr val="000000"/>
                </a:solidFill>
              </a:rPr>
              <a:t>#define uint unsigned int</a:t>
            </a:r>
          </a:p>
          <a:p>
            <a:pPr algn="just" eaLnBrk="1" hangingPunct="1">
              <a:buNone/>
            </a:pPr>
            <a:r>
              <a:rPr lang="en-US" altLang="zh-CN" b="1" dirty="0">
                <a:solidFill>
                  <a:srgbClr val="FF3300"/>
                </a:solidFill>
              </a:rPr>
              <a:t>sbit daccs=P3^0;</a:t>
            </a:r>
          </a:p>
          <a:p>
            <a:pPr algn="just" eaLnBrk="1" hangingPunct="1">
              <a:buNone/>
            </a:pPr>
            <a:r>
              <a:rPr lang="en-US" altLang="zh-CN" b="1" dirty="0">
                <a:solidFill>
                  <a:srgbClr val="FF3300"/>
                </a:solidFill>
              </a:rPr>
              <a:t>sbit dacwr=P3^1;	</a:t>
            </a:r>
            <a:endParaRPr lang="zh-CN" altLang="en-US" b="1" dirty="0">
              <a:solidFill>
                <a:srgbClr val="FF3300"/>
              </a:solidFill>
            </a:endParaRPr>
          </a:p>
          <a:p>
            <a:pPr algn="just" eaLnBrk="1" hangingPunct="1">
              <a:buNone/>
            </a:pPr>
            <a:r>
              <a:rPr lang="en-US" altLang="zh-CN" b="1" dirty="0">
                <a:solidFill>
                  <a:schemeClr val="accent2"/>
                </a:solidFill>
              </a:rPr>
              <a:t>void delayms(uint xms)	</a:t>
            </a:r>
          </a:p>
          <a:p>
            <a:pPr algn="just" eaLnBrk="1" hangingPunct="1">
              <a:buNone/>
            </a:pPr>
            <a:r>
              <a:rPr lang="en-US" altLang="zh-CN" b="1" dirty="0">
                <a:solidFill>
                  <a:schemeClr val="accent2"/>
                </a:solidFill>
              </a:rPr>
              <a:t>{	uint i, j;</a:t>
            </a:r>
          </a:p>
          <a:p>
            <a:pPr algn="just" eaLnBrk="1" hangingPunct="1">
              <a:buNone/>
            </a:pPr>
            <a:r>
              <a:rPr lang="en-US" altLang="zh-CN" b="1" dirty="0">
                <a:solidFill>
                  <a:schemeClr val="accent2"/>
                </a:solidFill>
              </a:rPr>
              <a:t>	       for(i=xms;i&gt;0;i--)</a:t>
            </a:r>
          </a:p>
          <a:p>
            <a:pPr algn="just" eaLnBrk="1" hangingPunct="1">
              <a:buNone/>
            </a:pPr>
            <a:r>
              <a:rPr lang="en-US" altLang="zh-CN" b="1" dirty="0">
                <a:solidFill>
                  <a:schemeClr val="accent2"/>
                </a:solidFill>
              </a:rPr>
              <a:t>	          for(j=115;j&gt;0;j--);   }</a:t>
            </a:r>
            <a:endParaRPr lang="en-US" altLang="zh-CN" b="1" dirty="0">
              <a:solidFill>
                <a:schemeClr val="accent2"/>
              </a:solidFill>
              <a:ea typeface="Times New Roman" panose="02020603050405020304" pitchFamily="18" charset="0"/>
            </a:endParaRPr>
          </a:p>
        </p:txBody>
      </p:sp>
      <p:sp>
        <p:nvSpPr>
          <p:cNvPr id="40961" name="Text Box 4"/>
          <p:cNvSpPr txBox="1"/>
          <p:nvPr/>
        </p:nvSpPr>
        <p:spPr>
          <a:xfrm>
            <a:off x="4437063" y="619125"/>
            <a:ext cx="4319587" cy="6369685"/>
          </a:xfrm>
          <a:prstGeom prst="rect">
            <a:avLst/>
          </a:prstGeom>
          <a:noFill/>
          <a:ln w="9525">
            <a:noFill/>
          </a:ln>
        </p:spPr>
        <p:txBody>
          <a:bodyPr anchor="t" anchorCtr="0">
            <a:spAutoFit/>
          </a:bodyPr>
          <a:lstStyle/>
          <a:p>
            <a:r>
              <a:rPr lang="en-US" altLang="zh-CN" sz="2400" b="1" dirty="0">
                <a:solidFill>
                  <a:schemeClr val="tx2"/>
                </a:solidFill>
                <a:latin typeface="Times New Roman" panose="02020603050405020304" pitchFamily="18" charset="0"/>
                <a:ea typeface="宋体" panose="02010600030101010101" pitchFamily="2" charset="-122"/>
              </a:rPr>
              <a:t>void main()</a:t>
            </a:r>
          </a:p>
          <a:p>
            <a:r>
              <a:rPr lang="en-US" altLang="zh-CN" sz="2400" b="1" dirty="0">
                <a:solidFill>
                  <a:schemeClr val="tx2"/>
                </a:solidFill>
                <a:latin typeface="Times New Roman" panose="02020603050405020304" pitchFamily="18" charset="0"/>
                <a:ea typeface="宋体" panose="02010600030101010101" pitchFamily="2" charset="-122"/>
              </a:rPr>
              <a:t>{	unsigned char a;</a:t>
            </a:r>
          </a:p>
          <a:p>
            <a:r>
              <a:rPr lang="en-US" altLang="zh-CN" sz="2400" b="1" dirty="0">
                <a:solidFill>
                  <a:schemeClr val="tx2"/>
                </a:solidFill>
                <a:latin typeface="Times New Roman" panose="02020603050405020304" pitchFamily="18" charset="0"/>
                <a:ea typeface="宋体" panose="02010600030101010101" pitchFamily="2" charset="-122"/>
              </a:rPr>
              <a:t>          </a:t>
            </a:r>
            <a:r>
              <a:rPr lang="en-US" altLang="zh-CN" sz="2400" b="1" dirty="0">
                <a:solidFill>
                  <a:srgbClr val="FF0000"/>
                </a:solidFill>
                <a:latin typeface="Times New Roman" panose="02020603050405020304" pitchFamily="18" charset="0"/>
                <a:ea typeface="宋体" panose="02010600030101010101" pitchFamily="2" charset="-122"/>
              </a:rPr>
              <a:t>  daccs=0;</a:t>
            </a:r>
          </a:p>
          <a:p>
            <a:r>
              <a:rPr lang="en-US" altLang="zh-CN" sz="2400" b="1" dirty="0">
                <a:latin typeface="Times New Roman" panose="02020603050405020304" pitchFamily="18" charset="0"/>
                <a:ea typeface="宋体" panose="02010600030101010101" pitchFamily="2" charset="-122"/>
              </a:rPr>
              <a:t>	while(1)</a:t>
            </a:r>
          </a:p>
          <a:p>
            <a:r>
              <a:rPr lang="en-US" altLang="zh-CN" sz="2400" b="1" dirty="0">
                <a:latin typeface="Times New Roman" panose="02020603050405020304" pitchFamily="18" charset="0"/>
                <a:ea typeface="宋体" panose="02010600030101010101" pitchFamily="2" charset="-122"/>
              </a:rPr>
              <a:t>	{ for(a=0;a&lt;255;a++)</a:t>
            </a:r>
          </a:p>
          <a:p>
            <a:r>
              <a:rPr lang="en-US" altLang="zh-CN" sz="2400" b="1" dirty="0">
                <a:latin typeface="Times New Roman" panose="02020603050405020304" pitchFamily="18" charset="0"/>
                <a:ea typeface="宋体" panose="02010600030101010101" pitchFamily="2" charset="-122"/>
              </a:rPr>
              <a:t>		{     P0=a; </a:t>
            </a:r>
          </a:p>
          <a:p>
            <a:r>
              <a:rPr lang="en-US" altLang="zh-CN" sz="2400" b="1" dirty="0">
                <a:latin typeface="Times New Roman" panose="02020603050405020304" pitchFamily="18" charset="0"/>
                <a:ea typeface="宋体" panose="02010600030101010101" pitchFamily="2" charset="-122"/>
              </a:rPr>
              <a:t>	                  dacwr=0;</a:t>
            </a:r>
          </a:p>
          <a:p>
            <a:r>
              <a:rPr lang="en-US" altLang="zh-CN" sz="2400" b="1" dirty="0">
                <a:latin typeface="Times New Roman" panose="02020603050405020304" pitchFamily="18" charset="0"/>
                <a:ea typeface="宋体" panose="02010600030101010101" pitchFamily="2" charset="-122"/>
              </a:rPr>
              <a:t>		      delayms(1);</a:t>
            </a:r>
          </a:p>
          <a:p>
            <a:r>
              <a:rPr lang="en-US" altLang="zh-CN" sz="2400" b="1" dirty="0">
                <a:latin typeface="Times New Roman" panose="02020603050405020304" pitchFamily="18" charset="0"/>
                <a:ea typeface="宋体" panose="02010600030101010101" pitchFamily="2" charset="-122"/>
              </a:rPr>
              <a:t>                              dacwr=1;    }</a:t>
            </a:r>
          </a:p>
          <a:p>
            <a:r>
              <a:rPr lang="en-US" altLang="zh-CN" sz="2400" b="1" dirty="0">
                <a:latin typeface="Times New Roman" panose="02020603050405020304" pitchFamily="18" charset="0"/>
                <a:ea typeface="宋体" panose="02010600030101010101" pitchFamily="2" charset="-122"/>
              </a:rPr>
              <a:t>		</a:t>
            </a:r>
          </a:p>
          <a:p>
            <a:r>
              <a:rPr lang="en-US" altLang="zh-CN" sz="2400" b="1" dirty="0">
                <a:latin typeface="Times New Roman" panose="02020603050405020304" pitchFamily="18" charset="0"/>
                <a:ea typeface="宋体" panose="02010600030101010101" pitchFamily="2" charset="-122"/>
              </a:rPr>
              <a:t>	  </a:t>
            </a:r>
            <a:r>
              <a:rPr lang="en-US" altLang="zh-CN" sz="2400" b="1" dirty="0">
                <a:solidFill>
                  <a:srgbClr val="FF3300"/>
                </a:solidFill>
                <a:latin typeface="Times New Roman" panose="02020603050405020304" pitchFamily="18" charset="0"/>
                <a:ea typeface="宋体" panose="02010600030101010101" pitchFamily="2" charset="-122"/>
              </a:rPr>
              <a:t>for(a=255;a&gt;0;a--)</a:t>
            </a:r>
          </a:p>
          <a:p>
            <a:r>
              <a:rPr lang="en-US" altLang="zh-CN" sz="2400" b="1" dirty="0">
                <a:solidFill>
                  <a:srgbClr val="FF3300"/>
                </a:solidFill>
                <a:latin typeface="Times New Roman" panose="02020603050405020304" pitchFamily="18" charset="0"/>
                <a:ea typeface="宋体" panose="02010600030101010101" pitchFamily="2" charset="-122"/>
              </a:rPr>
              <a:t>		{ P0=a;</a:t>
            </a:r>
          </a:p>
          <a:p>
            <a:r>
              <a:rPr lang="en-US" altLang="zh-CN" sz="2400" b="1" dirty="0">
                <a:solidFill>
                  <a:srgbClr val="FF3300"/>
                </a:solidFill>
                <a:latin typeface="Times New Roman" panose="02020603050405020304" pitchFamily="18" charset="0"/>
                <a:ea typeface="宋体" panose="02010600030101010101" pitchFamily="2" charset="-122"/>
              </a:rPr>
              <a:t>                          dacwr=0;</a:t>
            </a:r>
          </a:p>
          <a:p>
            <a:r>
              <a:rPr lang="en-US" altLang="zh-CN" sz="2400" b="1" dirty="0">
                <a:solidFill>
                  <a:srgbClr val="FF3300"/>
                </a:solidFill>
                <a:latin typeface="Times New Roman" panose="02020603050405020304" pitchFamily="18" charset="0"/>
                <a:ea typeface="宋体" panose="02010600030101010101" pitchFamily="2" charset="-122"/>
              </a:rPr>
              <a:t>		  delayms(1);</a:t>
            </a:r>
          </a:p>
          <a:p>
            <a:r>
              <a:rPr lang="en-US" altLang="zh-CN" sz="2400" b="1" dirty="0">
                <a:solidFill>
                  <a:srgbClr val="FF3300"/>
                </a:solidFill>
                <a:latin typeface="Times New Roman" panose="02020603050405020304" pitchFamily="18" charset="0"/>
                <a:ea typeface="宋体" panose="02010600030101010101" pitchFamily="2" charset="-122"/>
              </a:rPr>
              <a:t>                          dacwr=1;       }</a:t>
            </a:r>
          </a:p>
          <a:p>
            <a:r>
              <a:rPr lang="en-US" altLang="zh-CN" sz="2400" b="1" dirty="0">
                <a:latin typeface="Times New Roman" panose="02020603050405020304" pitchFamily="18" charset="0"/>
                <a:ea typeface="宋体" panose="02010600030101010101" pitchFamily="2" charset="-122"/>
              </a:rPr>
              <a:t>             }</a:t>
            </a:r>
          </a:p>
          <a:p>
            <a:r>
              <a:rPr lang="en-US" altLang="zh-CN" sz="2400" b="1" dirty="0">
                <a:latin typeface="Times New Roman" panose="02020603050405020304" pitchFamily="18" charset="0"/>
                <a:ea typeface="宋体" panose="02010600030101010101" pitchFamily="2" charset="-122"/>
              </a:rPr>
              <a:t>}</a:t>
            </a:r>
          </a:p>
        </p:txBody>
      </p:sp>
      <mc:AlternateContent xmlns:mc="http://schemas.openxmlformats.org/markup-compatibility/2006" xmlns:p14="http://schemas.microsoft.com/office/powerpoint/2010/main">
        <mc:Choice Requires="p14">
          <p:contentPart p14:bwMode="auto" r:id="rId2">
            <p14:nvContentPartPr>
              <p14:cNvPr id="41023" name="墨迹 41022">
                <a:extLst>
                  <a:ext uri="{FF2B5EF4-FFF2-40B4-BE49-F238E27FC236}">
                    <a16:creationId xmlns:a16="http://schemas.microsoft.com/office/drawing/2014/main" id="{843BB917-E562-B771-94FE-7DA004AE57ED}"/>
                  </a:ext>
                </a:extLst>
              </p14:cNvPr>
              <p14:cNvContentPartPr/>
              <p14:nvPr/>
            </p14:nvContentPartPr>
            <p14:xfrm>
              <a:off x="4762230" y="425280"/>
              <a:ext cx="360" cy="360"/>
            </p14:xfrm>
          </p:contentPart>
        </mc:Choice>
        <mc:Fallback xmlns="">
          <p:pic>
            <p:nvPicPr>
              <p:cNvPr id="41023" name="墨迹 41022">
                <a:extLst>
                  <a:ext uri="{FF2B5EF4-FFF2-40B4-BE49-F238E27FC236}">
                    <a16:creationId xmlns:a16="http://schemas.microsoft.com/office/drawing/2014/main" id="{843BB917-E562-B771-94FE-7DA004AE57ED}"/>
                  </a:ext>
                </a:extLst>
              </p:cNvPr>
              <p:cNvPicPr/>
              <p:nvPr/>
            </p:nvPicPr>
            <p:blipFill>
              <a:blip r:embed="rId3"/>
              <a:stretch>
                <a:fillRect/>
              </a:stretch>
            </p:blipFill>
            <p:spPr>
              <a:xfrm>
                <a:off x="4744590" y="407640"/>
                <a:ext cx="36000" cy="3600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p:cNvSpPr>
          <p:nvPr>
            <p:ph/>
          </p:nvPr>
        </p:nvSpPr>
        <p:spPr>
          <a:xfrm>
            <a:off x="179388" y="692150"/>
            <a:ext cx="8604250" cy="5761038"/>
          </a:xfrm>
        </p:spPr>
        <p:txBody>
          <a:bodyPr vert="horz" wrap="square" lIns="91440" tIns="45720" rIns="91440" bIns="45720" anchor="t" anchorCtr="0">
            <a:normAutofit fontScale="92500"/>
          </a:bodyPr>
          <a:lstStyle/>
          <a:p>
            <a:pPr algn="just" eaLnBrk="1" hangingPunct="1">
              <a:spcBef>
                <a:spcPct val="0"/>
              </a:spcBef>
              <a:buNone/>
            </a:pPr>
            <a:r>
              <a:rPr lang="en-US" altLang="zh-CN" b="1" dirty="0">
                <a:solidFill>
                  <a:srgbClr val="000000"/>
                </a:solidFill>
              </a:rPr>
              <a:t>void main()</a:t>
            </a:r>
          </a:p>
          <a:p>
            <a:pPr algn="just" eaLnBrk="1" hangingPunct="1">
              <a:spcBef>
                <a:spcPct val="0"/>
              </a:spcBef>
              <a:buNone/>
            </a:pPr>
            <a:r>
              <a:rPr lang="en-US" altLang="zh-CN" b="1" dirty="0">
                <a:solidFill>
                  <a:srgbClr val="000000"/>
                </a:solidFill>
              </a:rPr>
              <a:t>{	unsigned char a;</a:t>
            </a:r>
          </a:p>
          <a:p>
            <a:pPr algn="just" eaLnBrk="1" hangingPunct="1">
              <a:spcBef>
                <a:spcPct val="0"/>
              </a:spcBef>
              <a:buNone/>
            </a:pPr>
            <a:r>
              <a:rPr lang="en-US" altLang="zh-CN" b="1" dirty="0">
                <a:solidFill>
                  <a:srgbClr val="000000"/>
                </a:solidFill>
              </a:rPr>
              <a:t>	      </a:t>
            </a:r>
            <a:r>
              <a:rPr lang="en-US" altLang="zh-CN" b="1" dirty="0">
                <a:solidFill>
                  <a:srgbClr val="FF3300"/>
                </a:solidFill>
              </a:rPr>
              <a:t>daccs=0;				//</a:t>
            </a:r>
            <a:r>
              <a:rPr lang="zh-CN" altLang="en-US" b="1" dirty="0">
                <a:solidFill>
                  <a:srgbClr val="FF3300"/>
                </a:solidFill>
              </a:rPr>
              <a:t>拉低	</a:t>
            </a:r>
            <a:r>
              <a:rPr lang="en-US" altLang="zh-CN" b="1" dirty="0">
                <a:solidFill>
                  <a:srgbClr val="FF3300"/>
                </a:solidFill>
              </a:rPr>
              <a:t>CS</a:t>
            </a:r>
          </a:p>
          <a:p>
            <a:pPr algn="just" eaLnBrk="1" hangingPunct="1">
              <a:spcBef>
                <a:spcPct val="0"/>
              </a:spcBef>
              <a:buNone/>
            </a:pPr>
            <a:r>
              <a:rPr lang="en-US" altLang="zh-CN" b="1" dirty="0">
                <a:solidFill>
                  <a:srgbClr val="FF3300"/>
                </a:solidFill>
              </a:rPr>
              <a:t>          dacwr=0;				//</a:t>
            </a:r>
            <a:r>
              <a:rPr lang="zh-CN" altLang="en-US" b="1" dirty="0">
                <a:solidFill>
                  <a:srgbClr val="FF3300"/>
                </a:solidFill>
              </a:rPr>
              <a:t>拉低</a:t>
            </a:r>
            <a:r>
              <a:rPr lang="en-US" altLang="zh-CN" b="1" dirty="0">
                <a:solidFill>
                  <a:srgbClr val="FF3300"/>
                </a:solidFill>
              </a:rPr>
              <a:t>WR</a:t>
            </a:r>
          </a:p>
          <a:p>
            <a:pPr algn="just" eaLnBrk="1" hangingPunct="1">
              <a:spcBef>
                <a:spcPct val="0"/>
              </a:spcBef>
              <a:buNone/>
            </a:pPr>
            <a:r>
              <a:rPr lang="en-US" altLang="zh-CN" b="1" dirty="0">
                <a:solidFill>
                  <a:srgbClr val="000000"/>
                </a:solidFill>
              </a:rPr>
              <a:t>          while(1)</a:t>
            </a:r>
          </a:p>
          <a:p>
            <a:pPr algn="just" eaLnBrk="1" hangingPunct="1">
              <a:spcBef>
                <a:spcPct val="0"/>
              </a:spcBef>
              <a:buNone/>
            </a:pPr>
            <a:r>
              <a:rPr lang="en-US" altLang="zh-CN" b="1" dirty="0">
                <a:solidFill>
                  <a:srgbClr val="000000"/>
                </a:solidFill>
              </a:rPr>
              <a:t>	       { </a:t>
            </a:r>
            <a:r>
              <a:rPr lang="en-US" altLang="zh-CN" b="1" dirty="0">
                <a:solidFill>
                  <a:schemeClr val="accent2"/>
                </a:solidFill>
              </a:rPr>
              <a:t>for (a=0;a&lt;255;a++)</a:t>
            </a:r>
          </a:p>
          <a:p>
            <a:pPr algn="just" eaLnBrk="1" hangingPunct="1">
              <a:spcBef>
                <a:spcPct val="0"/>
              </a:spcBef>
              <a:buNone/>
            </a:pPr>
            <a:r>
              <a:rPr lang="en-US" altLang="zh-CN" b="1" dirty="0">
                <a:solidFill>
                  <a:schemeClr val="accent2"/>
                </a:solidFill>
              </a:rPr>
              <a:t>		        {	P0=a;				//</a:t>
            </a:r>
            <a:r>
              <a:rPr lang="zh-CN" altLang="en-US" b="1" dirty="0">
                <a:solidFill>
                  <a:schemeClr val="accent2"/>
                </a:solidFill>
              </a:rPr>
              <a:t>输出数据</a:t>
            </a:r>
          </a:p>
          <a:p>
            <a:pPr algn="just" eaLnBrk="1" hangingPunct="1">
              <a:spcBef>
                <a:spcPct val="0"/>
              </a:spcBef>
              <a:buNone/>
            </a:pPr>
            <a:r>
              <a:rPr lang="zh-CN" altLang="en-US" b="1" dirty="0">
                <a:solidFill>
                  <a:schemeClr val="accent2"/>
                </a:solidFill>
              </a:rPr>
              <a:t>			</a:t>
            </a:r>
            <a:r>
              <a:rPr lang="en-US" altLang="zh-CN" b="1" dirty="0">
                <a:solidFill>
                  <a:schemeClr val="accent2"/>
                </a:solidFill>
              </a:rPr>
              <a:t>delayms(1); }	</a:t>
            </a:r>
            <a:r>
              <a:rPr lang="en-US" altLang="zh-CN" b="1" dirty="0">
                <a:solidFill>
                  <a:srgbClr val="000000"/>
                </a:solidFill>
              </a:rPr>
              <a:t>		//</a:t>
            </a:r>
            <a:r>
              <a:rPr lang="zh-CN" altLang="en-US" b="1" dirty="0">
                <a:solidFill>
                  <a:srgbClr val="000000"/>
                </a:solidFill>
              </a:rPr>
              <a:t>延时</a:t>
            </a:r>
            <a:r>
              <a:rPr lang="en-US" altLang="zh-CN" b="1" dirty="0">
                <a:solidFill>
                  <a:srgbClr val="000000"/>
                </a:solidFill>
              </a:rPr>
              <a:t>1ms</a:t>
            </a:r>
          </a:p>
          <a:p>
            <a:pPr algn="just" eaLnBrk="1" hangingPunct="1">
              <a:spcBef>
                <a:spcPct val="0"/>
              </a:spcBef>
              <a:buNone/>
            </a:pPr>
            <a:r>
              <a:rPr lang="en-US" altLang="zh-CN" b="1" dirty="0">
                <a:solidFill>
                  <a:srgbClr val="000000"/>
                </a:solidFill>
              </a:rPr>
              <a:t>	</a:t>
            </a:r>
            <a:r>
              <a:rPr lang="en-US" altLang="zh-CN" b="1" dirty="0">
                <a:solidFill>
                  <a:srgbClr val="FF3300"/>
                </a:solidFill>
              </a:rPr>
              <a:t>	    for(a=255;a&gt;0;a--)</a:t>
            </a:r>
          </a:p>
          <a:p>
            <a:pPr algn="just" eaLnBrk="1" hangingPunct="1">
              <a:spcBef>
                <a:spcPct val="0"/>
              </a:spcBef>
              <a:buNone/>
            </a:pPr>
            <a:r>
              <a:rPr lang="en-US" altLang="zh-CN" b="1" dirty="0">
                <a:solidFill>
                  <a:srgbClr val="FF3300"/>
                </a:solidFill>
              </a:rPr>
              <a:t>		    {	P0=a;</a:t>
            </a:r>
          </a:p>
          <a:p>
            <a:pPr algn="just" eaLnBrk="1" hangingPunct="1">
              <a:spcBef>
                <a:spcPct val="0"/>
              </a:spcBef>
              <a:buNone/>
            </a:pPr>
            <a:r>
              <a:rPr lang="en-US" altLang="zh-CN" b="1" dirty="0">
                <a:solidFill>
                  <a:srgbClr val="FF3300"/>
                </a:solidFill>
              </a:rPr>
              <a:t>			delayms(1); }</a:t>
            </a:r>
            <a:r>
              <a:rPr lang="en-US" altLang="zh-CN" b="1" dirty="0">
                <a:solidFill>
                  <a:srgbClr val="000000"/>
                </a:solidFill>
              </a:rPr>
              <a:t>    }</a:t>
            </a:r>
          </a:p>
          <a:p>
            <a:pPr algn="just" eaLnBrk="1" hangingPunct="1">
              <a:spcBef>
                <a:spcPct val="0"/>
              </a:spcBef>
              <a:buNone/>
            </a:pPr>
            <a:r>
              <a:rPr lang="en-US" altLang="zh-CN" b="1" dirty="0">
                <a:solidFill>
                  <a:srgbClr val="000000"/>
                </a:solidFill>
              </a:rPr>
              <a:t>}	</a:t>
            </a:r>
            <a:endParaRPr lang="en-US" altLang="zh-CN" b="1" dirty="0">
              <a:solidFill>
                <a:srgbClr val="000000"/>
              </a:solidFill>
              <a:ea typeface="Times New Roman" panose="02020603050405020304" pitchFamily="18" charset="0"/>
            </a:endParaRPr>
          </a:p>
        </p:txBody>
      </p:sp>
      <p:sp>
        <p:nvSpPr>
          <p:cNvPr id="60418" name="文本框 1"/>
          <p:cNvSpPr txBox="1"/>
          <p:nvPr/>
        </p:nvSpPr>
        <p:spPr>
          <a:xfrm>
            <a:off x="60325" y="417513"/>
            <a:ext cx="2063750" cy="398462"/>
          </a:xfrm>
          <a:prstGeom prst="rect">
            <a:avLst/>
          </a:prstGeom>
          <a:noFill/>
          <a:ln w="9525">
            <a:noFill/>
          </a:ln>
        </p:spPr>
        <p:txBody>
          <a:bodyPr wrap="square" anchor="t" anchorCtr="0">
            <a:spAutoFit/>
          </a:bodyPr>
          <a:lstStyle/>
          <a:p>
            <a:r>
              <a:rPr lang="zh-CN" altLang="en-US" b="1">
                <a:latin typeface="Times New Roman" panose="02020603050405020304" pitchFamily="18" charset="0"/>
                <a:ea typeface="宋体" panose="02010600030101010101" pitchFamily="2" charset="-122"/>
              </a:rPr>
              <a:t>或者：</a:t>
            </a:r>
          </a:p>
        </p:txBody>
      </p:sp>
    </p:spTree>
  </p:cSld>
  <p:clrMapOvr>
    <a:masterClrMapping/>
  </p:clrMapOvr>
  <p:transition spd="med">
    <p:zo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idx="4294967295"/>
          </p:nvPr>
        </p:nvSpPr>
        <p:spPr>
          <a:xfrm>
            <a:off x="0" y="1600200"/>
            <a:ext cx="8229600" cy="3429000"/>
          </a:xfrm>
        </p:spPr>
        <p:txBody>
          <a:bodyPr vert="horz" wrap="square" lIns="91440" tIns="45720" rIns="91440" bIns="45720" anchor="t" anchorCtr="0"/>
          <a:lstStyle/>
          <a:p>
            <a:pPr algn="just" eaLnBrk="1" hangingPunct="1">
              <a:buNone/>
            </a:pPr>
            <a:r>
              <a:rPr lang="en-US" altLang="zh-CN" b="1" dirty="0"/>
              <a:t>            </a:t>
            </a:r>
          </a:p>
        </p:txBody>
      </p:sp>
      <p:sp>
        <p:nvSpPr>
          <p:cNvPr id="69634" name="Text Box 7"/>
          <p:cNvSpPr txBox="1"/>
          <p:nvPr/>
        </p:nvSpPr>
        <p:spPr>
          <a:xfrm>
            <a:off x="539750" y="2348865"/>
            <a:ext cx="7696200" cy="2083435"/>
          </a:xfrm>
          <a:prstGeom prst="rect">
            <a:avLst/>
          </a:prstGeom>
          <a:noFill/>
          <a:ln w="9525">
            <a:noFill/>
          </a:ln>
        </p:spPr>
        <p:txBody>
          <a:bodyPr anchor="t" anchorCtr="0">
            <a:spAutoFit/>
          </a:bodyPr>
          <a:lstStyle/>
          <a:p>
            <a:pPr algn="just">
              <a:lnSpc>
                <a:spcPct val="130000"/>
              </a:lnSpc>
              <a:spcBef>
                <a:spcPct val="20000"/>
              </a:spcBef>
            </a:pPr>
            <a:r>
              <a:rPr lang="en-US" altLang="zh-CN" sz="2400" b="1" dirty="0">
                <a:latin typeface="Times New Roman" panose="02020603050405020304" pitchFamily="18" charset="0"/>
                <a:ea typeface="宋体" panose="02010600030101010101" pitchFamily="2" charset="-122"/>
              </a:rPr>
              <a:t>        </a:t>
            </a:r>
            <a:r>
              <a:rPr lang="en-US" altLang="zh-CN" sz="2400" b="1" dirty="0">
                <a:solidFill>
                  <a:srgbClr val="FF3300"/>
                </a:solidFill>
                <a:sym typeface="+mn-ea"/>
              </a:rPr>
              <a:t>ADC0808/0809</a:t>
            </a:r>
            <a:r>
              <a:rPr lang="zh-CN" altLang="en-US" sz="2400" b="1" dirty="0">
                <a:solidFill>
                  <a:srgbClr val="FF3300"/>
                </a:solidFill>
                <a:sym typeface="+mn-ea"/>
              </a:rPr>
              <a:t>型是</a:t>
            </a:r>
            <a:r>
              <a:rPr lang="en-US" altLang="zh-CN" sz="2400" b="1" dirty="0">
                <a:solidFill>
                  <a:srgbClr val="FF3300"/>
                </a:solidFill>
                <a:sym typeface="+mn-ea"/>
              </a:rPr>
              <a:t>8</a:t>
            </a:r>
            <a:r>
              <a:rPr lang="zh-CN" altLang="en-US" sz="2400" b="1" dirty="0">
                <a:solidFill>
                  <a:srgbClr val="FF3300"/>
                </a:solidFill>
                <a:sym typeface="+mn-ea"/>
              </a:rPr>
              <a:t>位</a:t>
            </a:r>
            <a:r>
              <a:rPr lang="en-US" altLang="zh-CN" sz="2400" b="1" dirty="0">
                <a:solidFill>
                  <a:srgbClr val="FF3300"/>
                </a:solidFill>
                <a:sym typeface="+mn-ea"/>
              </a:rPr>
              <a:t>CMOS</a:t>
            </a:r>
            <a:r>
              <a:rPr lang="zh-CN" altLang="en-US" sz="2400" b="1" dirty="0">
                <a:solidFill>
                  <a:srgbClr val="FF3300"/>
                </a:solidFill>
                <a:sym typeface="+mn-ea"/>
              </a:rPr>
              <a:t>型</a:t>
            </a:r>
            <a:r>
              <a:rPr lang="zh-CN" altLang="en-US" sz="2400" b="1" dirty="0">
                <a:solidFill>
                  <a:srgbClr val="FF6600"/>
                </a:solidFill>
                <a:sym typeface="+mn-ea"/>
              </a:rPr>
              <a:t>逐次逼近式（逐次渐进型）</a:t>
            </a:r>
            <a:r>
              <a:rPr lang="en-US" altLang="zh-CN" sz="2400" b="1" dirty="0">
                <a:solidFill>
                  <a:srgbClr val="FF3300"/>
                </a:solidFill>
                <a:sym typeface="+mn-ea"/>
              </a:rPr>
              <a:t>ADC</a:t>
            </a:r>
            <a:r>
              <a:rPr lang="zh-CN" altLang="en-US" sz="2400" b="1" dirty="0">
                <a:latin typeface="Times New Roman" panose="02020603050405020304" pitchFamily="18" charset="0"/>
                <a:ea typeface="宋体" panose="02010600030101010101" pitchFamily="2" charset="-122"/>
              </a:rPr>
              <a:t>。</a:t>
            </a:r>
          </a:p>
          <a:p>
            <a:pPr algn="just">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逐次逼近式</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转换器是一种速度较快、精度较高的转换器，其转换时间大约在</a:t>
            </a:r>
            <a:r>
              <a:rPr lang="zh-CN" altLang="en-US" sz="2400" b="1" dirty="0">
                <a:solidFill>
                  <a:srgbClr val="FF3300"/>
                </a:solidFill>
                <a:latin typeface="Times New Roman" panose="02020603050405020304" pitchFamily="18" charset="0"/>
                <a:ea typeface="宋体" panose="02010600030101010101" pitchFamily="2" charset="-122"/>
              </a:rPr>
              <a:t>几微秒到几百微秒</a:t>
            </a:r>
            <a:r>
              <a:rPr lang="zh-CN" altLang="en-US" sz="2400" b="1" dirty="0">
                <a:latin typeface="Times New Roman" panose="02020603050405020304" pitchFamily="18" charset="0"/>
                <a:ea typeface="宋体" panose="02010600030101010101" pitchFamily="2" charset="-122"/>
              </a:rPr>
              <a:t>之间。</a:t>
            </a:r>
          </a:p>
        </p:txBody>
      </p:sp>
      <p:sp>
        <p:nvSpPr>
          <p:cNvPr id="251907" name="Text Box 3"/>
          <p:cNvSpPr txBox="1"/>
          <p:nvPr/>
        </p:nvSpPr>
        <p:spPr>
          <a:xfrm>
            <a:off x="1188085" y="1124585"/>
            <a:ext cx="7467600" cy="521970"/>
          </a:xfrm>
          <a:prstGeom prst="rect">
            <a:avLst/>
          </a:prstGeom>
          <a:noFill/>
          <a:ln w="9525">
            <a:noFill/>
          </a:ln>
        </p:spPr>
        <p:txBody>
          <a:bodyPr anchor="t" anchorCtr="0">
            <a:spAutoFit/>
          </a:bodyPr>
          <a:lstStyle/>
          <a:p>
            <a:pPr>
              <a:spcBef>
                <a:spcPct val="50000"/>
              </a:spcBef>
            </a:pPr>
            <a:r>
              <a:rPr lang="en-US" altLang="zh-CN" sz="2800" b="1" dirty="0">
                <a:solidFill>
                  <a:schemeClr val="tx1">
                    <a:lumMod val="60000"/>
                    <a:lumOff val="40000"/>
                  </a:schemeClr>
                </a:solidFill>
                <a:latin typeface="Times New Roman" panose="02020603050405020304" pitchFamily="18" charset="0"/>
                <a:ea typeface="宋体" panose="02010600030101010101" pitchFamily="2" charset="-122"/>
              </a:rPr>
              <a:t>10.4   </a:t>
            </a:r>
            <a:r>
              <a:rPr lang="zh-CN" altLang="en-US" sz="2800" b="1" dirty="0">
                <a:solidFill>
                  <a:schemeClr val="tx1">
                    <a:lumMod val="60000"/>
                    <a:lumOff val="40000"/>
                  </a:schemeClr>
                </a:solidFill>
                <a:latin typeface="Times New Roman" panose="02020603050405020304" pitchFamily="18" charset="0"/>
                <a:ea typeface="宋体" panose="02010600030101010101" pitchFamily="2" charset="-122"/>
              </a:rPr>
              <a:t>并行</a:t>
            </a:r>
            <a:r>
              <a:rPr lang="en-US" altLang="zh-CN" sz="2800" b="1" dirty="0">
                <a:solidFill>
                  <a:schemeClr val="tx1">
                    <a:lumMod val="60000"/>
                    <a:lumOff val="40000"/>
                  </a:schemeClr>
                </a:solidFill>
                <a:latin typeface="Times New Roman" panose="02020603050405020304" pitchFamily="18" charset="0"/>
                <a:ea typeface="宋体" panose="02010600030101010101" pitchFamily="2" charset="-122"/>
              </a:rPr>
              <a:t>ADC0808</a:t>
            </a:r>
            <a:r>
              <a:rPr lang="zh-CN" altLang="en-US" sz="2800" b="1" dirty="0">
                <a:solidFill>
                  <a:schemeClr val="tx1">
                    <a:lumMod val="60000"/>
                    <a:lumOff val="40000"/>
                  </a:schemeClr>
                </a:solidFill>
                <a:latin typeface="Times New Roman" panose="02020603050405020304" pitchFamily="18" charset="0"/>
                <a:ea typeface="宋体" panose="02010600030101010101" pitchFamily="2" charset="-122"/>
              </a:rPr>
              <a:t>（</a:t>
            </a:r>
            <a:r>
              <a:rPr lang="en-US" altLang="zh-CN" sz="2800" b="1" dirty="0">
                <a:solidFill>
                  <a:schemeClr val="tx1">
                    <a:lumMod val="60000"/>
                    <a:lumOff val="40000"/>
                  </a:schemeClr>
                </a:solidFill>
                <a:latin typeface="Times New Roman" panose="02020603050405020304" pitchFamily="18" charset="0"/>
                <a:ea typeface="宋体" panose="02010600030101010101" pitchFamily="2" charset="-122"/>
              </a:rPr>
              <a:t>0809</a:t>
            </a:r>
            <a:r>
              <a:rPr lang="zh-CN" altLang="en-US" sz="2800" b="1" dirty="0">
                <a:solidFill>
                  <a:schemeClr val="tx1">
                    <a:lumMod val="60000"/>
                    <a:lumOff val="40000"/>
                  </a:schemeClr>
                </a:solidFill>
                <a:latin typeface="Times New Roman" panose="02020603050405020304" pitchFamily="18" charset="0"/>
                <a:ea typeface="宋体" panose="02010600030101010101" pitchFamily="2" charset="-122"/>
              </a:rPr>
              <a:t>）及接口技术</a:t>
            </a:r>
            <a:r>
              <a:rPr lang="zh-CN" altLang="en-US" b="1" dirty="0">
                <a:solidFill>
                  <a:schemeClr val="tx1">
                    <a:lumMod val="60000"/>
                    <a:lumOff val="40000"/>
                  </a:schemeClr>
                </a:solidFill>
                <a:latin typeface="Times New Roman" panose="02020603050405020304" pitchFamily="18" charset="0"/>
                <a:ea typeface="宋体" panose="02010600030101010101" pitchFamily="2" charset="-122"/>
              </a:rPr>
              <a:t> </a:t>
            </a:r>
          </a:p>
        </p:txBody>
      </p:sp>
      <p:grpSp>
        <p:nvGrpSpPr>
          <p:cNvPr id="50" name="组合 49">
            <a:extLst>
              <a:ext uri="{FF2B5EF4-FFF2-40B4-BE49-F238E27FC236}">
                <a16:creationId xmlns:a16="http://schemas.microsoft.com/office/drawing/2014/main" id="{67197C29-A59F-BBC9-1D00-983AD40C2923}"/>
              </a:ext>
            </a:extLst>
          </p:cNvPr>
          <p:cNvGrpSpPr/>
          <p:nvPr/>
        </p:nvGrpSpPr>
        <p:grpSpPr>
          <a:xfrm>
            <a:off x="2356427" y="384916"/>
            <a:ext cx="2655360" cy="892800"/>
            <a:chOff x="2356427" y="384916"/>
            <a:chExt cx="2655360" cy="892800"/>
          </a:xfrm>
        </p:grpSpPr>
        <mc:AlternateContent xmlns:mc="http://schemas.openxmlformats.org/markup-compatibility/2006" xmlns:p14="http://schemas.microsoft.com/office/powerpoint/2010/main">
          <mc:Choice Requires="p14">
            <p:contentPart p14:bwMode="auto" r:id="rId2">
              <p14:nvContentPartPr>
                <p14:cNvPr id="8" name="墨迹 7">
                  <a:extLst>
                    <a:ext uri="{FF2B5EF4-FFF2-40B4-BE49-F238E27FC236}">
                      <a16:creationId xmlns:a16="http://schemas.microsoft.com/office/drawing/2014/main" id="{8801B5EB-D5CA-8657-3897-4C84B8EBFAB3}"/>
                    </a:ext>
                  </a:extLst>
                </p14:cNvPr>
                <p14:cNvContentPartPr/>
                <p14:nvPr/>
              </p14:nvContentPartPr>
              <p14:xfrm>
                <a:off x="2442467" y="563476"/>
                <a:ext cx="200520" cy="189000"/>
              </p14:xfrm>
            </p:contentPart>
          </mc:Choice>
          <mc:Fallback xmlns="">
            <p:pic>
              <p:nvPicPr>
                <p:cNvPr id="8" name="墨迹 7">
                  <a:extLst>
                    <a:ext uri="{FF2B5EF4-FFF2-40B4-BE49-F238E27FC236}">
                      <a16:creationId xmlns:a16="http://schemas.microsoft.com/office/drawing/2014/main" id="{8801B5EB-D5CA-8657-3897-4C84B8EBFAB3}"/>
                    </a:ext>
                  </a:extLst>
                </p:cNvPr>
                <p:cNvPicPr/>
                <p:nvPr/>
              </p:nvPicPr>
              <p:blipFill>
                <a:blip r:embed="rId3"/>
                <a:stretch>
                  <a:fillRect/>
                </a:stretch>
              </p:blipFill>
              <p:spPr>
                <a:xfrm>
                  <a:off x="2424467" y="545476"/>
                  <a:ext cx="23616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墨迹 8">
                  <a:extLst>
                    <a:ext uri="{FF2B5EF4-FFF2-40B4-BE49-F238E27FC236}">
                      <a16:creationId xmlns:a16="http://schemas.microsoft.com/office/drawing/2014/main" id="{40F5DFAB-7151-F4B6-3F2D-7D0A82D27AAB}"/>
                    </a:ext>
                  </a:extLst>
                </p14:cNvPr>
                <p14:cNvContentPartPr/>
                <p14:nvPr/>
              </p14:nvContentPartPr>
              <p14:xfrm>
                <a:off x="2454347" y="384916"/>
                <a:ext cx="42840" cy="721080"/>
              </p14:xfrm>
            </p:contentPart>
          </mc:Choice>
          <mc:Fallback xmlns="">
            <p:pic>
              <p:nvPicPr>
                <p:cNvPr id="9" name="墨迹 8">
                  <a:extLst>
                    <a:ext uri="{FF2B5EF4-FFF2-40B4-BE49-F238E27FC236}">
                      <a16:creationId xmlns:a16="http://schemas.microsoft.com/office/drawing/2014/main" id="{40F5DFAB-7151-F4B6-3F2D-7D0A82D27AAB}"/>
                    </a:ext>
                  </a:extLst>
                </p:cNvPr>
                <p:cNvPicPr/>
                <p:nvPr/>
              </p:nvPicPr>
              <p:blipFill>
                <a:blip r:embed="rId5"/>
                <a:stretch>
                  <a:fillRect/>
                </a:stretch>
              </p:blipFill>
              <p:spPr>
                <a:xfrm>
                  <a:off x="2436347" y="367276"/>
                  <a:ext cx="78480" cy="7567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墨迹 9">
                  <a:extLst>
                    <a:ext uri="{FF2B5EF4-FFF2-40B4-BE49-F238E27FC236}">
                      <a16:creationId xmlns:a16="http://schemas.microsoft.com/office/drawing/2014/main" id="{9B243A24-7C38-D700-4EBB-00CECD00F07B}"/>
                    </a:ext>
                  </a:extLst>
                </p14:cNvPr>
                <p14:cNvContentPartPr/>
                <p14:nvPr/>
              </p14:nvContentPartPr>
              <p14:xfrm>
                <a:off x="2356427" y="793876"/>
                <a:ext cx="176040" cy="199080"/>
              </p14:xfrm>
            </p:contentPart>
          </mc:Choice>
          <mc:Fallback xmlns="">
            <p:pic>
              <p:nvPicPr>
                <p:cNvPr id="10" name="墨迹 9">
                  <a:extLst>
                    <a:ext uri="{FF2B5EF4-FFF2-40B4-BE49-F238E27FC236}">
                      <a16:creationId xmlns:a16="http://schemas.microsoft.com/office/drawing/2014/main" id="{9B243A24-7C38-D700-4EBB-00CECD00F07B}"/>
                    </a:ext>
                  </a:extLst>
                </p:cNvPr>
                <p:cNvPicPr/>
                <p:nvPr/>
              </p:nvPicPr>
              <p:blipFill>
                <a:blip r:embed="rId7"/>
                <a:stretch>
                  <a:fillRect/>
                </a:stretch>
              </p:blipFill>
              <p:spPr>
                <a:xfrm>
                  <a:off x="2338787" y="776236"/>
                  <a:ext cx="21168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墨迹 10">
                  <a:extLst>
                    <a:ext uri="{FF2B5EF4-FFF2-40B4-BE49-F238E27FC236}">
                      <a16:creationId xmlns:a16="http://schemas.microsoft.com/office/drawing/2014/main" id="{D0CE008E-9E1A-0619-D326-413F74125B70}"/>
                    </a:ext>
                  </a:extLst>
                </p14:cNvPr>
                <p14:cNvContentPartPr/>
                <p14:nvPr/>
              </p14:nvContentPartPr>
              <p14:xfrm>
                <a:off x="2454347" y="805756"/>
                <a:ext cx="164520" cy="89280"/>
              </p14:xfrm>
            </p:contentPart>
          </mc:Choice>
          <mc:Fallback xmlns="">
            <p:pic>
              <p:nvPicPr>
                <p:cNvPr id="11" name="墨迹 10">
                  <a:extLst>
                    <a:ext uri="{FF2B5EF4-FFF2-40B4-BE49-F238E27FC236}">
                      <a16:creationId xmlns:a16="http://schemas.microsoft.com/office/drawing/2014/main" id="{D0CE008E-9E1A-0619-D326-413F74125B70}"/>
                    </a:ext>
                  </a:extLst>
                </p:cNvPr>
                <p:cNvPicPr/>
                <p:nvPr/>
              </p:nvPicPr>
              <p:blipFill>
                <a:blip r:embed="rId9"/>
                <a:stretch>
                  <a:fillRect/>
                </a:stretch>
              </p:blipFill>
              <p:spPr>
                <a:xfrm>
                  <a:off x="2436347" y="788116"/>
                  <a:ext cx="200160" cy="124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墨迹 11">
                  <a:extLst>
                    <a:ext uri="{FF2B5EF4-FFF2-40B4-BE49-F238E27FC236}">
                      <a16:creationId xmlns:a16="http://schemas.microsoft.com/office/drawing/2014/main" id="{68D2F17D-9CBB-73C1-75D8-B3668172BC3A}"/>
                    </a:ext>
                  </a:extLst>
                </p14:cNvPr>
                <p14:cNvContentPartPr/>
                <p14:nvPr/>
              </p14:nvContentPartPr>
              <p14:xfrm>
                <a:off x="2652707" y="463396"/>
                <a:ext cx="181800" cy="216720"/>
              </p14:xfrm>
            </p:contentPart>
          </mc:Choice>
          <mc:Fallback xmlns="">
            <p:pic>
              <p:nvPicPr>
                <p:cNvPr id="12" name="墨迹 11">
                  <a:extLst>
                    <a:ext uri="{FF2B5EF4-FFF2-40B4-BE49-F238E27FC236}">
                      <a16:creationId xmlns:a16="http://schemas.microsoft.com/office/drawing/2014/main" id="{68D2F17D-9CBB-73C1-75D8-B3668172BC3A}"/>
                    </a:ext>
                  </a:extLst>
                </p:cNvPr>
                <p:cNvPicPr/>
                <p:nvPr/>
              </p:nvPicPr>
              <p:blipFill>
                <a:blip r:embed="rId11"/>
                <a:stretch>
                  <a:fillRect/>
                </a:stretch>
              </p:blipFill>
              <p:spPr>
                <a:xfrm>
                  <a:off x="2635067" y="445396"/>
                  <a:ext cx="21744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3" name="墨迹 12">
                  <a:extLst>
                    <a:ext uri="{FF2B5EF4-FFF2-40B4-BE49-F238E27FC236}">
                      <a16:creationId xmlns:a16="http://schemas.microsoft.com/office/drawing/2014/main" id="{61BC103B-E338-1372-7C88-D25808F23BB5}"/>
                    </a:ext>
                  </a:extLst>
                </p14:cNvPr>
                <p14:cNvContentPartPr/>
                <p14:nvPr/>
              </p14:nvContentPartPr>
              <p14:xfrm>
                <a:off x="2669627" y="486796"/>
                <a:ext cx="55800" cy="254160"/>
              </p14:xfrm>
            </p:contentPart>
          </mc:Choice>
          <mc:Fallback xmlns="">
            <p:pic>
              <p:nvPicPr>
                <p:cNvPr id="13" name="墨迹 12">
                  <a:extLst>
                    <a:ext uri="{FF2B5EF4-FFF2-40B4-BE49-F238E27FC236}">
                      <a16:creationId xmlns:a16="http://schemas.microsoft.com/office/drawing/2014/main" id="{61BC103B-E338-1372-7C88-D25808F23BB5}"/>
                    </a:ext>
                  </a:extLst>
                </p:cNvPr>
                <p:cNvPicPr/>
                <p:nvPr/>
              </p:nvPicPr>
              <p:blipFill>
                <a:blip r:embed="rId13"/>
                <a:stretch>
                  <a:fillRect/>
                </a:stretch>
              </p:blipFill>
              <p:spPr>
                <a:xfrm>
                  <a:off x="2651987" y="469156"/>
                  <a:ext cx="91440" cy="2898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4" name="墨迹 13">
                  <a:extLst>
                    <a:ext uri="{FF2B5EF4-FFF2-40B4-BE49-F238E27FC236}">
                      <a16:creationId xmlns:a16="http://schemas.microsoft.com/office/drawing/2014/main" id="{70A365FC-514E-5F52-C794-45661034E885}"/>
                    </a:ext>
                  </a:extLst>
                </p14:cNvPr>
                <p14:cNvContentPartPr/>
                <p14:nvPr/>
              </p14:nvContentPartPr>
              <p14:xfrm>
                <a:off x="2725427" y="492916"/>
                <a:ext cx="90000" cy="198000"/>
              </p14:xfrm>
            </p:contentPart>
          </mc:Choice>
          <mc:Fallback xmlns="">
            <p:pic>
              <p:nvPicPr>
                <p:cNvPr id="14" name="墨迹 13">
                  <a:extLst>
                    <a:ext uri="{FF2B5EF4-FFF2-40B4-BE49-F238E27FC236}">
                      <a16:creationId xmlns:a16="http://schemas.microsoft.com/office/drawing/2014/main" id="{70A365FC-514E-5F52-C794-45661034E885}"/>
                    </a:ext>
                  </a:extLst>
                </p:cNvPr>
                <p:cNvPicPr/>
                <p:nvPr/>
              </p:nvPicPr>
              <p:blipFill>
                <a:blip r:embed="rId15"/>
                <a:stretch>
                  <a:fillRect/>
                </a:stretch>
              </p:blipFill>
              <p:spPr>
                <a:xfrm>
                  <a:off x="2707787" y="475276"/>
                  <a:ext cx="1256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5" name="墨迹 14">
                  <a:extLst>
                    <a:ext uri="{FF2B5EF4-FFF2-40B4-BE49-F238E27FC236}">
                      <a16:creationId xmlns:a16="http://schemas.microsoft.com/office/drawing/2014/main" id="{4C854F24-58E3-B485-53BD-FC2A23582B4E}"/>
                    </a:ext>
                  </a:extLst>
                </p14:cNvPr>
                <p14:cNvContentPartPr/>
                <p14:nvPr/>
              </p14:nvContentPartPr>
              <p14:xfrm>
                <a:off x="2707067" y="703516"/>
                <a:ext cx="360" cy="162360"/>
              </p14:xfrm>
            </p:contentPart>
          </mc:Choice>
          <mc:Fallback xmlns="">
            <p:pic>
              <p:nvPicPr>
                <p:cNvPr id="15" name="墨迹 14">
                  <a:extLst>
                    <a:ext uri="{FF2B5EF4-FFF2-40B4-BE49-F238E27FC236}">
                      <a16:creationId xmlns:a16="http://schemas.microsoft.com/office/drawing/2014/main" id="{4C854F24-58E3-B485-53BD-FC2A23582B4E}"/>
                    </a:ext>
                  </a:extLst>
                </p:cNvPr>
                <p:cNvPicPr/>
                <p:nvPr/>
              </p:nvPicPr>
              <p:blipFill>
                <a:blip r:embed="rId17"/>
                <a:stretch>
                  <a:fillRect/>
                </a:stretch>
              </p:blipFill>
              <p:spPr>
                <a:xfrm>
                  <a:off x="2689067" y="685876"/>
                  <a:ext cx="3600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 name="墨迹 15">
                  <a:extLst>
                    <a:ext uri="{FF2B5EF4-FFF2-40B4-BE49-F238E27FC236}">
                      <a16:creationId xmlns:a16="http://schemas.microsoft.com/office/drawing/2014/main" id="{2081CA3B-4A93-B7B2-C9E1-ABEC84508CD6}"/>
                    </a:ext>
                  </a:extLst>
                </p14:cNvPr>
                <p14:cNvContentPartPr/>
                <p14:nvPr/>
              </p14:nvContentPartPr>
              <p14:xfrm>
                <a:off x="2689427" y="703516"/>
                <a:ext cx="161640" cy="206280"/>
              </p14:xfrm>
            </p:contentPart>
          </mc:Choice>
          <mc:Fallback xmlns="">
            <p:pic>
              <p:nvPicPr>
                <p:cNvPr id="16" name="墨迹 15">
                  <a:extLst>
                    <a:ext uri="{FF2B5EF4-FFF2-40B4-BE49-F238E27FC236}">
                      <a16:creationId xmlns:a16="http://schemas.microsoft.com/office/drawing/2014/main" id="{2081CA3B-4A93-B7B2-C9E1-ABEC84508CD6}"/>
                    </a:ext>
                  </a:extLst>
                </p:cNvPr>
                <p:cNvPicPr/>
                <p:nvPr/>
              </p:nvPicPr>
              <p:blipFill>
                <a:blip r:embed="rId19"/>
                <a:stretch>
                  <a:fillRect/>
                </a:stretch>
              </p:blipFill>
              <p:spPr>
                <a:xfrm>
                  <a:off x="2671787" y="685516"/>
                  <a:ext cx="19728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墨迹 16">
                  <a:extLst>
                    <a:ext uri="{FF2B5EF4-FFF2-40B4-BE49-F238E27FC236}">
                      <a16:creationId xmlns:a16="http://schemas.microsoft.com/office/drawing/2014/main" id="{7859FAE5-DCB3-0A6F-FD94-F62CB960FDA4}"/>
                    </a:ext>
                  </a:extLst>
                </p14:cNvPr>
                <p14:cNvContentPartPr/>
                <p14:nvPr/>
              </p14:nvContentPartPr>
              <p14:xfrm>
                <a:off x="2711387" y="805036"/>
                <a:ext cx="72360" cy="83880"/>
              </p14:xfrm>
            </p:contentPart>
          </mc:Choice>
          <mc:Fallback xmlns="">
            <p:pic>
              <p:nvPicPr>
                <p:cNvPr id="17" name="墨迹 16">
                  <a:extLst>
                    <a:ext uri="{FF2B5EF4-FFF2-40B4-BE49-F238E27FC236}">
                      <a16:creationId xmlns:a16="http://schemas.microsoft.com/office/drawing/2014/main" id="{7859FAE5-DCB3-0A6F-FD94-F62CB960FDA4}"/>
                    </a:ext>
                  </a:extLst>
                </p:cNvPr>
                <p:cNvPicPr/>
                <p:nvPr/>
              </p:nvPicPr>
              <p:blipFill>
                <a:blip r:embed="rId21"/>
                <a:stretch>
                  <a:fillRect/>
                </a:stretch>
              </p:blipFill>
              <p:spPr>
                <a:xfrm>
                  <a:off x="2693747" y="787396"/>
                  <a:ext cx="108000" cy="1195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8" name="墨迹 17">
                  <a:extLst>
                    <a:ext uri="{FF2B5EF4-FFF2-40B4-BE49-F238E27FC236}">
                      <a16:creationId xmlns:a16="http://schemas.microsoft.com/office/drawing/2014/main" id="{4C3E5767-DE6D-D0A2-46D1-57BF54360D95}"/>
                    </a:ext>
                  </a:extLst>
                </p14:cNvPr>
                <p14:cNvContentPartPr/>
                <p14:nvPr/>
              </p14:nvContentPartPr>
              <p14:xfrm>
                <a:off x="2664587" y="932476"/>
                <a:ext cx="81000" cy="22680"/>
              </p14:xfrm>
            </p:contentPart>
          </mc:Choice>
          <mc:Fallback xmlns="">
            <p:pic>
              <p:nvPicPr>
                <p:cNvPr id="18" name="墨迹 17">
                  <a:extLst>
                    <a:ext uri="{FF2B5EF4-FFF2-40B4-BE49-F238E27FC236}">
                      <a16:creationId xmlns:a16="http://schemas.microsoft.com/office/drawing/2014/main" id="{4C3E5767-DE6D-D0A2-46D1-57BF54360D95}"/>
                    </a:ext>
                  </a:extLst>
                </p:cNvPr>
                <p:cNvPicPr/>
                <p:nvPr/>
              </p:nvPicPr>
              <p:blipFill>
                <a:blip r:embed="rId23"/>
                <a:stretch>
                  <a:fillRect/>
                </a:stretch>
              </p:blipFill>
              <p:spPr>
                <a:xfrm>
                  <a:off x="2646947" y="914476"/>
                  <a:ext cx="11664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9" name="墨迹 18">
                  <a:extLst>
                    <a:ext uri="{FF2B5EF4-FFF2-40B4-BE49-F238E27FC236}">
                      <a16:creationId xmlns:a16="http://schemas.microsoft.com/office/drawing/2014/main" id="{74B8ED23-6AC6-F12C-606D-EDC11BA5C2A5}"/>
                    </a:ext>
                  </a:extLst>
                </p14:cNvPr>
                <p14:cNvContentPartPr/>
                <p14:nvPr/>
              </p14:nvContentPartPr>
              <p14:xfrm>
                <a:off x="2562707" y="955516"/>
                <a:ext cx="385560" cy="115200"/>
              </p14:xfrm>
            </p:contentPart>
          </mc:Choice>
          <mc:Fallback xmlns="">
            <p:pic>
              <p:nvPicPr>
                <p:cNvPr id="19" name="墨迹 18">
                  <a:extLst>
                    <a:ext uri="{FF2B5EF4-FFF2-40B4-BE49-F238E27FC236}">
                      <a16:creationId xmlns:a16="http://schemas.microsoft.com/office/drawing/2014/main" id="{74B8ED23-6AC6-F12C-606D-EDC11BA5C2A5}"/>
                    </a:ext>
                  </a:extLst>
                </p:cNvPr>
                <p:cNvPicPr/>
                <p:nvPr/>
              </p:nvPicPr>
              <p:blipFill>
                <a:blip r:embed="rId25"/>
                <a:stretch>
                  <a:fillRect/>
                </a:stretch>
              </p:blipFill>
              <p:spPr>
                <a:xfrm>
                  <a:off x="2544707" y="937876"/>
                  <a:ext cx="421200" cy="150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墨迹 19">
                  <a:extLst>
                    <a:ext uri="{FF2B5EF4-FFF2-40B4-BE49-F238E27FC236}">
                      <a16:creationId xmlns:a16="http://schemas.microsoft.com/office/drawing/2014/main" id="{4F16D436-A9A1-0A04-D4C5-57A4A56459C4}"/>
                    </a:ext>
                  </a:extLst>
                </p14:cNvPr>
                <p14:cNvContentPartPr/>
                <p14:nvPr/>
              </p14:nvContentPartPr>
              <p14:xfrm>
                <a:off x="2639747" y="950476"/>
                <a:ext cx="85680" cy="126720"/>
              </p14:xfrm>
            </p:contentPart>
          </mc:Choice>
          <mc:Fallback xmlns="">
            <p:pic>
              <p:nvPicPr>
                <p:cNvPr id="20" name="墨迹 19">
                  <a:extLst>
                    <a:ext uri="{FF2B5EF4-FFF2-40B4-BE49-F238E27FC236}">
                      <a16:creationId xmlns:a16="http://schemas.microsoft.com/office/drawing/2014/main" id="{4F16D436-A9A1-0A04-D4C5-57A4A56459C4}"/>
                    </a:ext>
                  </a:extLst>
                </p:cNvPr>
                <p:cNvPicPr/>
                <p:nvPr/>
              </p:nvPicPr>
              <p:blipFill>
                <a:blip r:embed="rId27"/>
                <a:stretch>
                  <a:fillRect/>
                </a:stretch>
              </p:blipFill>
              <p:spPr>
                <a:xfrm>
                  <a:off x="2622107" y="932476"/>
                  <a:ext cx="12132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墨迹 20">
                  <a:extLst>
                    <a:ext uri="{FF2B5EF4-FFF2-40B4-BE49-F238E27FC236}">
                      <a16:creationId xmlns:a16="http://schemas.microsoft.com/office/drawing/2014/main" id="{8974238B-3BDF-E6A1-E5EF-03D00FD55D0F}"/>
                    </a:ext>
                  </a:extLst>
                </p14:cNvPr>
                <p14:cNvContentPartPr/>
                <p14:nvPr/>
              </p14:nvContentPartPr>
              <p14:xfrm>
                <a:off x="2688707" y="980356"/>
                <a:ext cx="327600" cy="162360"/>
              </p14:xfrm>
            </p:contentPart>
          </mc:Choice>
          <mc:Fallback xmlns="">
            <p:pic>
              <p:nvPicPr>
                <p:cNvPr id="21" name="墨迹 20">
                  <a:extLst>
                    <a:ext uri="{FF2B5EF4-FFF2-40B4-BE49-F238E27FC236}">
                      <a16:creationId xmlns:a16="http://schemas.microsoft.com/office/drawing/2014/main" id="{8974238B-3BDF-E6A1-E5EF-03D00FD55D0F}"/>
                    </a:ext>
                  </a:extLst>
                </p:cNvPr>
                <p:cNvPicPr/>
                <p:nvPr/>
              </p:nvPicPr>
              <p:blipFill>
                <a:blip r:embed="rId29"/>
                <a:stretch>
                  <a:fillRect/>
                </a:stretch>
              </p:blipFill>
              <p:spPr>
                <a:xfrm>
                  <a:off x="2671067" y="962716"/>
                  <a:ext cx="36324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墨迹 21">
                  <a:extLst>
                    <a:ext uri="{FF2B5EF4-FFF2-40B4-BE49-F238E27FC236}">
                      <a16:creationId xmlns:a16="http://schemas.microsoft.com/office/drawing/2014/main" id="{B17A1018-44E8-6987-135F-5B2462FA823D}"/>
                    </a:ext>
                  </a:extLst>
                </p14:cNvPr>
                <p14:cNvContentPartPr/>
                <p14:nvPr/>
              </p14:nvContentPartPr>
              <p14:xfrm>
                <a:off x="3097667" y="486796"/>
                <a:ext cx="83880" cy="88920"/>
              </p14:xfrm>
            </p:contentPart>
          </mc:Choice>
          <mc:Fallback xmlns="">
            <p:pic>
              <p:nvPicPr>
                <p:cNvPr id="22" name="墨迹 21">
                  <a:extLst>
                    <a:ext uri="{FF2B5EF4-FFF2-40B4-BE49-F238E27FC236}">
                      <a16:creationId xmlns:a16="http://schemas.microsoft.com/office/drawing/2014/main" id="{B17A1018-44E8-6987-135F-5B2462FA823D}"/>
                    </a:ext>
                  </a:extLst>
                </p:cNvPr>
                <p:cNvPicPr/>
                <p:nvPr/>
              </p:nvPicPr>
              <p:blipFill>
                <a:blip r:embed="rId31"/>
                <a:stretch>
                  <a:fillRect/>
                </a:stretch>
              </p:blipFill>
              <p:spPr>
                <a:xfrm>
                  <a:off x="3080027" y="469156"/>
                  <a:ext cx="11952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墨迹 22">
                  <a:extLst>
                    <a:ext uri="{FF2B5EF4-FFF2-40B4-BE49-F238E27FC236}">
                      <a16:creationId xmlns:a16="http://schemas.microsoft.com/office/drawing/2014/main" id="{9490B56D-320C-0785-FB0A-681D6D092215}"/>
                    </a:ext>
                  </a:extLst>
                </p14:cNvPr>
                <p14:cNvContentPartPr/>
                <p14:nvPr/>
              </p14:nvContentPartPr>
              <p14:xfrm>
                <a:off x="3280547" y="474916"/>
                <a:ext cx="118080" cy="98640"/>
              </p14:xfrm>
            </p:contentPart>
          </mc:Choice>
          <mc:Fallback xmlns="">
            <p:pic>
              <p:nvPicPr>
                <p:cNvPr id="23" name="墨迹 22">
                  <a:extLst>
                    <a:ext uri="{FF2B5EF4-FFF2-40B4-BE49-F238E27FC236}">
                      <a16:creationId xmlns:a16="http://schemas.microsoft.com/office/drawing/2014/main" id="{9490B56D-320C-0785-FB0A-681D6D092215}"/>
                    </a:ext>
                  </a:extLst>
                </p:cNvPr>
                <p:cNvPicPr/>
                <p:nvPr/>
              </p:nvPicPr>
              <p:blipFill>
                <a:blip r:embed="rId33"/>
                <a:stretch>
                  <a:fillRect/>
                </a:stretch>
              </p:blipFill>
              <p:spPr>
                <a:xfrm>
                  <a:off x="3262907" y="457276"/>
                  <a:ext cx="15372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墨迹 23">
                  <a:extLst>
                    <a:ext uri="{FF2B5EF4-FFF2-40B4-BE49-F238E27FC236}">
                      <a16:creationId xmlns:a16="http://schemas.microsoft.com/office/drawing/2014/main" id="{E73EAE96-B24F-1FE3-10D4-6666ABBDC01E}"/>
                    </a:ext>
                  </a:extLst>
                </p14:cNvPr>
                <p14:cNvContentPartPr/>
                <p14:nvPr/>
              </p14:nvContentPartPr>
              <p14:xfrm>
                <a:off x="3097667" y="548356"/>
                <a:ext cx="284400" cy="77400"/>
              </p14:xfrm>
            </p:contentPart>
          </mc:Choice>
          <mc:Fallback xmlns="">
            <p:pic>
              <p:nvPicPr>
                <p:cNvPr id="24" name="墨迹 23">
                  <a:extLst>
                    <a:ext uri="{FF2B5EF4-FFF2-40B4-BE49-F238E27FC236}">
                      <a16:creationId xmlns:a16="http://schemas.microsoft.com/office/drawing/2014/main" id="{E73EAE96-B24F-1FE3-10D4-6666ABBDC01E}"/>
                    </a:ext>
                  </a:extLst>
                </p:cNvPr>
                <p:cNvPicPr/>
                <p:nvPr/>
              </p:nvPicPr>
              <p:blipFill>
                <a:blip r:embed="rId35"/>
                <a:stretch>
                  <a:fillRect/>
                </a:stretch>
              </p:blipFill>
              <p:spPr>
                <a:xfrm>
                  <a:off x="3080027" y="530356"/>
                  <a:ext cx="320040" cy="1130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5" name="墨迹 24">
                  <a:extLst>
                    <a:ext uri="{FF2B5EF4-FFF2-40B4-BE49-F238E27FC236}">
                      <a16:creationId xmlns:a16="http://schemas.microsoft.com/office/drawing/2014/main" id="{A2CCF50E-67D2-3A5B-F6F9-A2E3970FCB1E}"/>
                    </a:ext>
                  </a:extLst>
                </p14:cNvPr>
                <p14:cNvContentPartPr/>
                <p14:nvPr/>
              </p14:nvContentPartPr>
              <p14:xfrm>
                <a:off x="3236627" y="384916"/>
                <a:ext cx="60480" cy="459720"/>
              </p14:xfrm>
            </p:contentPart>
          </mc:Choice>
          <mc:Fallback xmlns="">
            <p:pic>
              <p:nvPicPr>
                <p:cNvPr id="25" name="墨迹 24">
                  <a:extLst>
                    <a:ext uri="{FF2B5EF4-FFF2-40B4-BE49-F238E27FC236}">
                      <a16:creationId xmlns:a16="http://schemas.microsoft.com/office/drawing/2014/main" id="{A2CCF50E-67D2-3A5B-F6F9-A2E3970FCB1E}"/>
                    </a:ext>
                  </a:extLst>
                </p:cNvPr>
                <p:cNvPicPr/>
                <p:nvPr/>
              </p:nvPicPr>
              <p:blipFill>
                <a:blip r:embed="rId37"/>
                <a:stretch>
                  <a:fillRect/>
                </a:stretch>
              </p:blipFill>
              <p:spPr>
                <a:xfrm>
                  <a:off x="3218987" y="367276"/>
                  <a:ext cx="96120" cy="495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6" name="墨迹 25">
                  <a:extLst>
                    <a:ext uri="{FF2B5EF4-FFF2-40B4-BE49-F238E27FC236}">
                      <a16:creationId xmlns:a16="http://schemas.microsoft.com/office/drawing/2014/main" id="{890DC2EF-A093-0033-4BB7-80D59E4E2EE0}"/>
                    </a:ext>
                  </a:extLst>
                </p14:cNvPr>
                <p14:cNvContentPartPr/>
                <p14:nvPr/>
              </p14:nvContentPartPr>
              <p14:xfrm>
                <a:off x="3032147" y="637276"/>
                <a:ext cx="198000" cy="211680"/>
              </p14:xfrm>
            </p:contentPart>
          </mc:Choice>
          <mc:Fallback xmlns="">
            <p:pic>
              <p:nvPicPr>
                <p:cNvPr id="26" name="墨迹 25">
                  <a:extLst>
                    <a:ext uri="{FF2B5EF4-FFF2-40B4-BE49-F238E27FC236}">
                      <a16:creationId xmlns:a16="http://schemas.microsoft.com/office/drawing/2014/main" id="{890DC2EF-A093-0033-4BB7-80D59E4E2EE0}"/>
                    </a:ext>
                  </a:extLst>
                </p:cNvPr>
                <p:cNvPicPr/>
                <p:nvPr/>
              </p:nvPicPr>
              <p:blipFill>
                <a:blip r:embed="rId39"/>
                <a:stretch>
                  <a:fillRect/>
                </a:stretch>
              </p:blipFill>
              <p:spPr>
                <a:xfrm>
                  <a:off x="3014507" y="619636"/>
                  <a:ext cx="233640" cy="2473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7" name="墨迹 26">
                  <a:extLst>
                    <a:ext uri="{FF2B5EF4-FFF2-40B4-BE49-F238E27FC236}">
                      <a16:creationId xmlns:a16="http://schemas.microsoft.com/office/drawing/2014/main" id="{B1B9C168-8EA5-6745-9EF2-A69A861044F7}"/>
                    </a:ext>
                  </a:extLst>
                </p14:cNvPr>
                <p14:cNvContentPartPr/>
                <p14:nvPr/>
              </p14:nvContentPartPr>
              <p14:xfrm>
                <a:off x="3254267" y="697756"/>
                <a:ext cx="129600" cy="87840"/>
              </p14:xfrm>
            </p:contentPart>
          </mc:Choice>
          <mc:Fallback xmlns="">
            <p:pic>
              <p:nvPicPr>
                <p:cNvPr id="27" name="墨迹 26">
                  <a:extLst>
                    <a:ext uri="{FF2B5EF4-FFF2-40B4-BE49-F238E27FC236}">
                      <a16:creationId xmlns:a16="http://schemas.microsoft.com/office/drawing/2014/main" id="{B1B9C168-8EA5-6745-9EF2-A69A861044F7}"/>
                    </a:ext>
                  </a:extLst>
                </p:cNvPr>
                <p:cNvPicPr/>
                <p:nvPr/>
              </p:nvPicPr>
              <p:blipFill>
                <a:blip r:embed="rId41"/>
                <a:stretch>
                  <a:fillRect/>
                </a:stretch>
              </p:blipFill>
              <p:spPr>
                <a:xfrm>
                  <a:off x="3236627" y="679756"/>
                  <a:ext cx="1652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8" name="墨迹 27">
                  <a:extLst>
                    <a:ext uri="{FF2B5EF4-FFF2-40B4-BE49-F238E27FC236}">
                      <a16:creationId xmlns:a16="http://schemas.microsoft.com/office/drawing/2014/main" id="{CF90B85F-33F4-5F85-865D-9CB0DEC35B5D}"/>
                    </a:ext>
                  </a:extLst>
                </p14:cNvPr>
                <p14:cNvContentPartPr/>
                <p14:nvPr/>
              </p14:nvContentPartPr>
              <p14:xfrm>
                <a:off x="2995787" y="824836"/>
                <a:ext cx="437040" cy="90000"/>
              </p14:xfrm>
            </p:contentPart>
          </mc:Choice>
          <mc:Fallback xmlns="">
            <p:pic>
              <p:nvPicPr>
                <p:cNvPr id="28" name="墨迹 27">
                  <a:extLst>
                    <a:ext uri="{FF2B5EF4-FFF2-40B4-BE49-F238E27FC236}">
                      <a16:creationId xmlns:a16="http://schemas.microsoft.com/office/drawing/2014/main" id="{CF90B85F-33F4-5F85-865D-9CB0DEC35B5D}"/>
                    </a:ext>
                  </a:extLst>
                </p:cNvPr>
                <p:cNvPicPr/>
                <p:nvPr/>
              </p:nvPicPr>
              <p:blipFill>
                <a:blip r:embed="rId43"/>
                <a:stretch>
                  <a:fillRect/>
                </a:stretch>
              </p:blipFill>
              <p:spPr>
                <a:xfrm>
                  <a:off x="2978147" y="806836"/>
                  <a:ext cx="47268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9" name="墨迹 28">
                  <a:extLst>
                    <a:ext uri="{FF2B5EF4-FFF2-40B4-BE49-F238E27FC236}">
                      <a16:creationId xmlns:a16="http://schemas.microsoft.com/office/drawing/2014/main" id="{225126BC-7B0E-E107-51DC-84340F7EA2BF}"/>
                    </a:ext>
                  </a:extLst>
                </p14:cNvPr>
                <p14:cNvContentPartPr/>
                <p14:nvPr/>
              </p14:nvContentPartPr>
              <p14:xfrm>
                <a:off x="3181907" y="781996"/>
                <a:ext cx="245160" cy="307800"/>
              </p14:xfrm>
            </p:contentPart>
          </mc:Choice>
          <mc:Fallback xmlns="">
            <p:pic>
              <p:nvPicPr>
                <p:cNvPr id="29" name="墨迹 28">
                  <a:extLst>
                    <a:ext uri="{FF2B5EF4-FFF2-40B4-BE49-F238E27FC236}">
                      <a16:creationId xmlns:a16="http://schemas.microsoft.com/office/drawing/2014/main" id="{225126BC-7B0E-E107-51DC-84340F7EA2BF}"/>
                    </a:ext>
                  </a:extLst>
                </p:cNvPr>
                <p:cNvPicPr/>
                <p:nvPr/>
              </p:nvPicPr>
              <p:blipFill>
                <a:blip r:embed="rId45"/>
                <a:stretch>
                  <a:fillRect/>
                </a:stretch>
              </p:blipFill>
              <p:spPr>
                <a:xfrm>
                  <a:off x="3163907" y="763996"/>
                  <a:ext cx="280800" cy="343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0" name="墨迹 29">
                  <a:extLst>
                    <a:ext uri="{FF2B5EF4-FFF2-40B4-BE49-F238E27FC236}">
                      <a16:creationId xmlns:a16="http://schemas.microsoft.com/office/drawing/2014/main" id="{1746A15F-525D-DDAF-0494-ADD4E701E504}"/>
                    </a:ext>
                  </a:extLst>
                </p14:cNvPr>
                <p14:cNvContentPartPr/>
                <p14:nvPr/>
              </p14:nvContentPartPr>
              <p14:xfrm>
                <a:off x="3247427" y="889996"/>
                <a:ext cx="67320" cy="114120"/>
              </p14:xfrm>
            </p:contentPart>
          </mc:Choice>
          <mc:Fallback xmlns="">
            <p:pic>
              <p:nvPicPr>
                <p:cNvPr id="30" name="墨迹 29">
                  <a:extLst>
                    <a:ext uri="{FF2B5EF4-FFF2-40B4-BE49-F238E27FC236}">
                      <a16:creationId xmlns:a16="http://schemas.microsoft.com/office/drawing/2014/main" id="{1746A15F-525D-DDAF-0494-ADD4E701E504}"/>
                    </a:ext>
                  </a:extLst>
                </p:cNvPr>
                <p:cNvPicPr/>
                <p:nvPr/>
              </p:nvPicPr>
              <p:blipFill>
                <a:blip r:embed="rId47"/>
                <a:stretch>
                  <a:fillRect/>
                </a:stretch>
              </p:blipFill>
              <p:spPr>
                <a:xfrm>
                  <a:off x="3229787" y="872356"/>
                  <a:ext cx="102960" cy="1497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1" name="墨迹 30">
                  <a:extLst>
                    <a:ext uri="{FF2B5EF4-FFF2-40B4-BE49-F238E27FC236}">
                      <a16:creationId xmlns:a16="http://schemas.microsoft.com/office/drawing/2014/main" id="{0C923D61-6C53-9F8A-5D1E-2D4A1052CBAD}"/>
                    </a:ext>
                  </a:extLst>
                </p14:cNvPr>
                <p14:cNvContentPartPr/>
                <p14:nvPr/>
              </p14:nvContentPartPr>
              <p14:xfrm>
                <a:off x="3344267" y="565276"/>
                <a:ext cx="213120" cy="350280"/>
              </p14:xfrm>
            </p:contentPart>
          </mc:Choice>
          <mc:Fallback xmlns="">
            <p:pic>
              <p:nvPicPr>
                <p:cNvPr id="31" name="墨迹 30">
                  <a:extLst>
                    <a:ext uri="{FF2B5EF4-FFF2-40B4-BE49-F238E27FC236}">
                      <a16:creationId xmlns:a16="http://schemas.microsoft.com/office/drawing/2014/main" id="{0C923D61-6C53-9F8A-5D1E-2D4A1052CBAD}"/>
                    </a:ext>
                  </a:extLst>
                </p:cNvPr>
                <p:cNvPicPr/>
                <p:nvPr/>
              </p:nvPicPr>
              <p:blipFill>
                <a:blip r:embed="rId49"/>
                <a:stretch>
                  <a:fillRect/>
                </a:stretch>
              </p:blipFill>
              <p:spPr>
                <a:xfrm>
                  <a:off x="3326627" y="547636"/>
                  <a:ext cx="248760" cy="38592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2" name="墨迹 31">
                  <a:extLst>
                    <a:ext uri="{FF2B5EF4-FFF2-40B4-BE49-F238E27FC236}">
                      <a16:creationId xmlns:a16="http://schemas.microsoft.com/office/drawing/2014/main" id="{444BEE83-ADC7-4914-46C9-CC2A890F614E}"/>
                    </a:ext>
                  </a:extLst>
                </p14:cNvPr>
                <p14:cNvContentPartPr/>
                <p14:nvPr/>
              </p14:nvContentPartPr>
              <p14:xfrm>
                <a:off x="3320507" y="853996"/>
                <a:ext cx="458280" cy="258840"/>
              </p14:xfrm>
            </p:contentPart>
          </mc:Choice>
          <mc:Fallback xmlns="">
            <p:pic>
              <p:nvPicPr>
                <p:cNvPr id="32" name="墨迹 31">
                  <a:extLst>
                    <a:ext uri="{FF2B5EF4-FFF2-40B4-BE49-F238E27FC236}">
                      <a16:creationId xmlns:a16="http://schemas.microsoft.com/office/drawing/2014/main" id="{444BEE83-ADC7-4914-46C9-CC2A890F614E}"/>
                    </a:ext>
                  </a:extLst>
                </p:cNvPr>
                <p:cNvPicPr/>
                <p:nvPr/>
              </p:nvPicPr>
              <p:blipFill>
                <a:blip r:embed="rId51"/>
                <a:stretch>
                  <a:fillRect/>
                </a:stretch>
              </p:blipFill>
              <p:spPr>
                <a:xfrm>
                  <a:off x="3302867" y="835996"/>
                  <a:ext cx="49392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3" name="墨迹 32">
                  <a:extLst>
                    <a:ext uri="{FF2B5EF4-FFF2-40B4-BE49-F238E27FC236}">
                      <a16:creationId xmlns:a16="http://schemas.microsoft.com/office/drawing/2014/main" id="{3C4C0F18-5C00-B8E9-842D-FA40A8D511AF}"/>
                    </a:ext>
                  </a:extLst>
                </p14:cNvPr>
                <p14:cNvContentPartPr/>
                <p14:nvPr/>
              </p14:nvContentPartPr>
              <p14:xfrm>
                <a:off x="3705707" y="667516"/>
                <a:ext cx="339120" cy="86040"/>
              </p14:xfrm>
            </p:contentPart>
          </mc:Choice>
          <mc:Fallback xmlns="">
            <p:pic>
              <p:nvPicPr>
                <p:cNvPr id="33" name="墨迹 32">
                  <a:extLst>
                    <a:ext uri="{FF2B5EF4-FFF2-40B4-BE49-F238E27FC236}">
                      <a16:creationId xmlns:a16="http://schemas.microsoft.com/office/drawing/2014/main" id="{3C4C0F18-5C00-B8E9-842D-FA40A8D511AF}"/>
                    </a:ext>
                  </a:extLst>
                </p:cNvPr>
                <p:cNvPicPr/>
                <p:nvPr/>
              </p:nvPicPr>
              <p:blipFill>
                <a:blip r:embed="rId53"/>
                <a:stretch>
                  <a:fillRect/>
                </a:stretch>
              </p:blipFill>
              <p:spPr>
                <a:xfrm>
                  <a:off x="3687707" y="649516"/>
                  <a:ext cx="37476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4" name="墨迹 33">
                  <a:extLst>
                    <a:ext uri="{FF2B5EF4-FFF2-40B4-BE49-F238E27FC236}">
                      <a16:creationId xmlns:a16="http://schemas.microsoft.com/office/drawing/2014/main" id="{D57FFA3A-0F0F-FB87-F237-1BA6EDBD739A}"/>
                    </a:ext>
                  </a:extLst>
                </p14:cNvPr>
                <p14:cNvContentPartPr/>
                <p14:nvPr/>
              </p14:nvContentPartPr>
              <p14:xfrm>
                <a:off x="3821627" y="625396"/>
                <a:ext cx="152640" cy="199800"/>
              </p14:xfrm>
            </p:contentPart>
          </mc:Choice>
          <mc:Fallback xmlns="">
            <p:pic>
              <p:nvPicPr>
                <p:cNvPr id="34" name="墨迹 33">
                  <a:extLst>
                    <a:ext uri="{FF2B5EF4-FFF2-40B4-BE49-F238E27FC236}">
                      <a16:creationId xmlns:a16="http://schemas.microsoft.com/office/drawing/2014/main" id="{D57FFA3A-0F0F-FB87-F237-1BA6EDBD739A}"/>
                    </a:ext>
                  </a:extLst>
                </p:cNvPr>
                <p:cNvPicPr/>
                <p:nvPr/>
              </p:nvPicPr>
              <p:blipFill>
                <a:blip r:embed="rId55"/>
                <a:stretch>
                  <a:fillRect/>
                </a:stretch>
              </p:blipFill>
              <p:spPr>
                <a:xfrm>
                  <a:off x="3803627" y="607756"/>
                  <a:ext cx="188280" cy="235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5" name="墨迹 34">
                  <a:extLst>
                    <a:ext uri="{FF2B5EF4-FFF2-40B4-BE49-F238E27FC236}">
                      <a16:creationId xmlns:a16="http://schemas.microsoft.com/office/drawing/2014/main" id="{11302D60-6DEF-BB2A-ECD9-9778D8B53322}"/>
                    </a:ext>
                  </a:extLst>
                </p14:cNvPr>
                <p14:cNvContentPartPr/>
                <p14:nvPr/>
              </p14:nvContentPartPr>
              <p14:xfrm>
                <a:off x="3857267" y="889996"/>
                <a:ext cx="29160" cy="37440"/>
              </p14:xfrm>
            </p:contentPart>
          </mc:Choice>
          <mc:Fallback xmlns="">
            <p:pic>
              <p:nvPicPr>
                <p:cNvPr id="35" name="墨迹 34">
                  <a:extLst>
                    <a:ext uri="{FF2B5EF4-FFF2-40B4-BE49-F238E27FC236}">
                      <a16:creationId xmlns:a16="http://schemas.microsoft.com/office/drawing/2014/main" id="{11302D60-6DEF-BB2A-ECD9-9778D8B53322}"/>
                    </a:ext>
                  </a:extLst>
                </p:cNvPr>
                <p:cNvPicPr/>
                <p:nvPr/>
              </p:nvPicPr>
              <p:blipFill>
                <a:blip r:embed="rId57"/>
                <a:stretch>
                  <a:fillRect/>
                </a:stretch>
              </p:blipFill>
              <p:spPr>
                <a:xfrm>
                  <a:off x="3839627" y="872356"/>
                  <a:ext cx="6480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6" name="墨迹 35">
                  <a:extLst>
                    <a:ext uri="{FF2B5EF4-FFF2-40B4-BE49-F238E27FC236}">
                      <a16:creationId xmlns:a16="http://schemas.microsoft.com/office/drawing/2014/main" id="{F2AC79AF-8254-6EE0-FB38-64874FF1D43E}"/>
                    </a:ext>
                  </a:extLst>
                </p14:cNvPr>
                <p14:cNvContentPartPr/>
                <p14:nvPr/>
              </p14:nvContentPartPr>
              <p14:xfrm>
                <a:off x="3831707" y="818716"/>
                <a:ext cx="169560" cy="107640"/>
              </p14:xfrm>
            </p:contentPart>
          </mc:Choice>
          <mc:Fallback xmlns="">
            <p:pic>
              <p:nvPicPr>
                <p:cNvPr id="36" name="墨迹 35">
                  <a:extLst>
                    <a:ext uri="{FF2B5EF4-FFF2-40B4-BE49-F238E27FC236}">
                      <a16:creationId xmlns:a16="http://schemas.microsoft.com/office/drawing/2014/main" id="{F2AC79AF-8254-6EE0-FB38-64874FF1D43E}"/>
                    </a:ext>
                  </a:extLst>
                </p:cNvPr>
                <p:cNvPicPr/>
                <p:nvPr/>
              </p:nvPicPr>
              <p:blipFill>
                <a:blip r:embed="rId59"/>
                <a:stretch>
                  <a:fillRect/>
                </a:stretch>
              </p:blipFill>
              <p:spPr>
                <a:xfrm>
                  <a:off x="3814067" y="801076"/>
                  <a:ext cx="20520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7" name="墨迹 36">
                  <a:extLst>
                    <a:ext uri="{FF2B5EF4-FFF2-40B4-BE49-F238E27FC236}">
                      <a16:creationId xmlns:a16="http://schemas.microsoft.com/office/drawing/2014/main" id="{9EA2ACDB-1D7C-2BD0-5033-0218F83E9EC0}"/>
                    </a:ext>
                  </a:extLst>
                </p14:cNvPr>
                <p14:cNvContentPartPr/>
                <p14:nvPr/>
              </p14:nvContentPartPr>
              <p14:xfrm>
                <a:off x="3879587" y="697756"/>
                <a:ext cx="49320" cy="520560"/>
              </p14:xfrm>
            </p:contentPart>
          </mc:Choice>
          <mc:Fallback xmlns="">
            <p:pic>
              <p:nvPicPr>
                <p:cNvPr id="37" name="墨迹 36">
                  <a:extLst>
                    <a:ext uri="{FF2B5EF4-FFF2-40B4-BE49-F238E27FC236}">
                      <a16:creationId xmlns:a16="http://schemas.microsoft.com/office/drawing/2014/main" id="{9EA2ACDB-1D7C-2BD0-5033-0218F83E9EC0}"/>
                    </a:ext>
                  </a:extLst>
                </p:cNvPr>
                <p:cNvPicPr/>
                <p:nvPr/>
              </p:nvPicPr>
              <p:blipFill>
                <a:blip r:embed="rId61"/>
                <a:stretch>
                  <a:fillRect/>
                </a:stretch>
              </p:blipFill>
              <p:spPr>
                <a:xfrm>
                  <a:off x="3861587" y="679756"/>
                  <a:ext cx="84960" cy="5562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8" name="墨迹 37">
                  <a:extLst>
                    <a:ext uri="{FF2B5EF4-FFF2-40B4-BE49-F238E27FC236}">
                      <a16:creationId xmlns:a16="http://schemas.microsoft.com/office/drawing/2014/main" id="{3DD46403-1003-8FF6-C546-85C8EA47F207}"/>
                    </a:ext>
                  </a:extLst>
                </p14:cNvPr>
                <p14:cNvContentPartPr/>
                <p14:nvPr/>
              </p14:nvContentPartPr>
              <p14:xfrm>
                <a:off x="3982187" y="734476"/>
                <a:ext cx="199440" cy="35640"/>
              </p14:xfrm>
            </p:contentPart>
          </mc:Choice>
          <mc:Fallback xmlns="">
            <p:pic>
              <p:nvPicPr>
                <p:cNvPr id="38" name="墨迹 37">
                  <a:extLst>
                    <a:ext uri="{FF2B5EF4-FFF2-40B4-BE49-F238E27FC236}">
                      <a16:creationId xmlns:a16="http://schemas.microsoft.com/office/drawing/2014/main" id="{3DD46403-1003-8FF6-C546-85C8EA47F207}"/>
                    </a:ext>
                  </a:extLst>
                </p:cNvPr>
                <p:cNvPicPr/>
                <p:nvPr/>
              </p:nvPicPr>
              <p:blipFill>
                <a:blip r:embed="rId63"/>
                <a:stretch>
                  <a:fillRect/>
                </a:stretch>
              </p:blipFill>
              <p:spPr>
                <a:xfrm>
                  <a:off x="3964187" y="716476"/>
                  <a:ext cx="23508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9" name="墨迹 38">
                  <a:extLst>
                    <a:ext uri="{FF2B5EF4-FFF2-40B4-BE49-F238E27FC236}">
                      <a16:creationId xmlns:a16="http://schemas.microsoft.com/office/drawing/2014/main" id="{3226F5DE-29B9-389E-C9F4-7394C53AA87D}"/>
                    </a:ext>
                  </a:extLst>
                </p14:cNvPr>
                <p14:cNvContentPartPr/>
                <p14:nvPr/>
              </p14:nvContentPartPr>
              <p14:xfrm>
                <a:off x="3910187" y="765076"/>
                <a:ext cx="290880" cy="101160"/>
              </p14:xfrm>
            </p:contentPart>
          </mc:Choice>
          <mc:Fallback xmlns="">
            <p:pic>
              <p:nvPicPr>
                <p:cNvPr id="39" name="墨迹 38">
                  <a:extLst>
                    <a:ext uri="{FF2B5EF4-FFF2-40B4-BE49-F238E27FC236}">
                      <a16:creationId xmlns:a16="http://schemas.microsoft.com/office/drawing/2014/main" id="{3226F5DE-29B9-389E-C9F4-7394C53AA87D}"/>
                    </a:ext>
                  </a:extLst>
                </p:cNvPr>
                <p:cNvPicPr/>
                <p:nvPr/>
              </p:nvPicPr>
              <p:blipFill>
                <a:blip r:embed="rId65"/>
                <a:stretch>
                  <a:fillRect/>
                </a:stretch>
              </p:blipFill>
              <p:spPr>
                <a:xfrm>
                  <a:off x="3892547" y="747076"/>
                  <a:ext cx="3265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0" name="墨迹 39">
                  <a:extLst>
                    <a:ext uri="{FF2B5EF4-FFF2-40B4-BE49-F238E27FC236}">
                      <a16:creationId xmlns:a16="http://schemas.microsoft.com/office/drawing/2014/main" id="{B7F78EE8-3910-F9B4-2F43-C8A74B2B4F00}"/>
                    </a:ext>
                  </a:extLst>
                </p14:cNvPr>
                <p14:cNvContentPartPr/>
                <p14:nvPr/>
              </p14:nvContentPartPr>
              <p14:xfrm>
                <a:off x="4047707" y="667876"/>
                <a:ext cx="223200" cy="415800"/>
              </p14:xfrm>
            </p:contentPart>
          </mc:Choice>
          <mc:Fallback xmlns="">
            <p:pic>
              <p:nvPicPr>
                <p:cNvPr id="40" name="墨迹 39">
                  <a:extLst>
                    <a:ext uri="{FF2B5EF4-FFF2-40B4-BE49-F238E27FC236}">
                      <a16:creationId xmlns:a16="http://schemas.microsoft.com/office/drawing/2014/main" id="{B7F78EE8-3910-F9B4-2F43-C8A74B2B4F00}"/>
                    </a:ext>
                  </a:extLst>
                </p:cNvPr>
                <p:cNvPicPr/>
                <p:nvPr/>
              </p:nvPicPr>
              <p:blipFill>
                <a:blip r:embed="rId67"/>
                <a:stretch>
                  <a:fillRect/>
                </a:stretch>
              </p:blipFill>
              <p:spPr>
                <a:xfrm>
                  <a:off x="4029707" y="649876"/>
                  <a:ext cx="258840" cy="45144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墨迹 40">
                  <a:extLst>
                    <a:ext uri="{FF2B5EF4-FFF2-40B4-BE49-F238E27FC236}">
                      <a16:creationId xmlns:a16="http://schemas.microsoft.com/office/drawing/2014/main" id="{0BD2AB9A-E1EE-EA38-BF84-3AC705BB714E}"/>
                    </a:ext>
                  </a:extLst>
                </p14:cNvPr>
                <p14:cNvContentPartPr/>
                <p14:nvPr/>
              </p14:nvContentPartPr>
              <p14:xfrm>
                <a:off x="4048427" y="1058476"/>
                <a:ext cx="402480" cy="219240"/>
              </p14:xfrm>
            </p:contentPart>
          </mc:Choice>
          <mc:Fallback xmlns="">
            <p:pic>
              <p:nvPicPr>
                <p:cNvPr id="41" name="墨迹 40">
                  <a:extLst>
                    <a:ext uri="{FF2B5EF4-FFF2-40B4-BE49-F238E27FC236}">
                      <a16:creationId xmlns:a16="http://schemas.microsoft.com/office/drawing/2014/main" id="{0BD2AB9A-E1EE-EA38-BF84-3AC705BB714E}"/>
                    </a:ext>
                  </a:extLst>
                </p:cNvPr>
                <p:cNvPicPr/>
                <p:nvPr/>
              </p:nvPicPr>
              <p:blipFill>
                <a:blip r:embed="rId69"/>
                <a:stretch>
                  <a:fillRect/>
                </a:stretch>
              </p:blipFill>
              <p:spPr>
                <a:xfrm>
                  <a:off x="4030427" y="1040836"/>
                  <a:ext cx="43812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墨迹 41">
                  <a:extLst>
                    <a:ext uri="{FF2B5EF4-FFF2-40B4-BE49-F238E27FC236}">
                      <a16:creationId xmlns:a16="http://schemas.microsoft.com/office/drawing/2014/main" id="{96527503-CC80-0618-E484-D44E9E93F416}"/>
                    </a:ext>
                  </a:extLst>
                </p14:cNvPr>
                <p14:cNvContentPartPr/>
                <p14:nvPr/>
              </p14:nvContentPartPr>
              <p14:xfrm>
                <a:off x="4415267" y="577876"/>
                <a:ext cx="115560" cy="180000"/>
              </p14:xfrm>
            </p:contentPart>
          </mc:Choice>
          <mc:Fallback xmlns="">
            <p:pic>
              <p:nvPicPr>
                <p:cNvPr id="42" name="墨迹 41">
                  <a:extLst>
                    <a:ext uri="{FF2B5EF4-FFF2-40B4-BE49-F238E27FC236}">
                      <a16:creationId xmlns:a16="http://schemas.microsoft.com/office/drawing/2014/main" id="{96527503-CC80-0618-E484-D44E9E93F416}"/>
                    </a:ext>
                  </a:extLst>
                </p:cNvPr>
                <p:cNvPicPr/>
                <p:nvPr/>
              </p:nvPicPr>
              <p:blipFill>
                <a:blip r:embed="rId71"/>
                <a:stretch>
                  <a:fillRect/>
                </a:stretch>
              </p:blipFill>
              <p:spPr>
                <a:xfrm>
                  <a:off x="4397627" y="560236"/>
                  <a:ext cx="15120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墨迹 42">
                  <a:extLst>
                    <a:ext uri="{FF2B5EF4-FFF2-40B4-BE49-F238E27FC236}">
                      <a16:creationId xmlns:a16="http://schemas.microsoft.com/office/drawing/2014/main" id="{717E7DB6-9D0B-37EB-953C-40D66D6E46F9}"/>
                    </a:ext>
                  </a:extLst>
                </p14:cNvPr>
                <p14:cNvContentPartPr/>
                <p14:nvPr/>
              </p14:nvContentPartPr>
              <p14:xfrm>
                <a:off x="4377107" y="523156"/>
                <a:ext cx="194040" cy="623160"/>
              </p14:xfrm>
            </p:contentPart>
          </mc:Choice>
          <mc:Fallback xmlns="">
            <p:pic>
              <p:nvPicPr>
                <p:cNvPr id="43" name="墨迹 42">
                  <a:extLst>
                    <a:ext uri="{FF2B5EF4-FFF2-40B4-BE49-F238E27FC236}">
                      <a16:creationId xmlns:a16="http://schemas.microsoft.com/office/drawing/2014/main" id="{717E7DB6-9D0B-37EB-953C-40D66D6E46F9}"/>
                    </a:ext>
                  </a:extLst>
                </p:cNvPr>
                <p:cNvPicPr/>
                <p:nvPr/>
              </p:nvPicPr>
              <p:blipFill>
                <a:blip r:embed="rId73"/>
                <a:stretch>
                  <a:fillRect/>
                </a:stretch>
              </p:blipFill>
              <p:spPr>
                <a:xfrm>
                  <a:off x="4359467" y="505156"/>
                  <a:ext cx="229680" cy="6588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4" name="墨迹 43">
                  <a:extLst>
                    <a:ext uri="{FF2B5EF4-FFF2-40B4-BE49-F238E27FC236}">
                      <a16:creationId xmlns:a16="http://schemas.microsoft.com/office/drawing/2014/main" id="{E1DA5F01-A372-25A9-C572-7E6B70080763}"/>
                    </a:ext>
                  </a:extLst>
                </p14:cNvPr>
                <p14:cNvContentPartPr/>
                <p14:nvPr/>
              </p14:nvContentPartPr>
              <p14:xfrm>
                <a:off x="4577987" y="577156"/>
                <a:ext cx="200520" cy="179280"/>
              </p14:xfrm>
            </p:contentPart>
          </mc:Choice>
          <mc:Fallback xmlns="">
            <p:pic>
              <p:nvPicPr>
                <p:cNvPr id="44" name="墨迹 43">
                  <a:extLst>
                    <a:ext uri="{FF2B5EF4-FFF2-40B4-BE49-F238E27FC236}">
                      <a16:creationId xmlns:a16="http://schemas.microsoft.com/office/drawing/2014/main" id="{E1DA5F01-A372-25A9-C572-7E6B70080763}"/>
                    </a:ext>
                  </a:extLst>
                </p:cNvPr>
                <p:cNvPicPr/>
                <p:nvPr/>
              </p:nvPicPr>
              <p:blipFill>
                <a:blip r:embed="rId75"/>
                <a:stretch>
                  <a:fillRect/>
                </a:stretch>
              </p:blipFill>
              <p:spPr>
                <a:xfrm>
                  <a:off x="4560347" y="559516"/>
                  <a:ext cx="236160" cy="21492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5" name="墨迹 44">
                  <a:extLst>
                    <a:ext uri="{FF2B5EF4-FFF2-40B4-BE49-F238E27FC236}">
                      <a16:creationId xmlns:a16="http://schemas.microsoft.com/office/drawing/2014/main" id="{739BE980-D59C-57B0-6F67-3153FD68ADC5}"/>
                    </a:ext>
                  </a:extLst>
                </p14:cNvPr>
                <p14:cNvContentPartPr/>
                <p14:nvPr/>
              </p14:nvContentPartPr>
              <p14:xfrm>
                <a:off x="4535507" y="787756"/>
                <a:ext cx="14040" cy="108000"/>
              </p14:xfrm>
            </p:contentPart>
          </mc:Choice>
          <mc:Fallback xmlns="">
            <p:pic>
              <p:nvPicPr>
                <p:cNvPr id="45" name="墨迹 44">
                  <a:extLst>
                    <a:ext uri="{FF2B5EF4-FFF2-40B4-BE49-F238E27FC236}">
                      <a16:creationId xmlns:a16="http://schemas.microsoft.com/office/drawing/2014/main" id="{739BE980-D59C-57B0-6F67-3153FD68ADC5}"/>
                    </a:ext>
                  </a:extLst>
                </p:cNvPr>
                <p:cNvPicPr/>
                <p:nvPr/>
              </p:nvPicPr>
              <p:blipFill>
                <a:blip r:embed="rId77"/>
                <a:stretch>
                  <a:fillRect/>
                </a:stretch>
              </p:blipFill>
              <p:spPr>
                <a:xfrm>
                  <a:off x="4517507" y="770116"/>
                  <a:ext cx="4968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6" name="墨迹 45">
                  <a:extLst>
                    <a:ext uri="{FF2B5EF4-FFF2-40B4-BE49-F238E27FC236}">
                      <a16:creationId xmlns:a16="http://schemas.microsoft.com/office/drawing/2014/main" id="{4A7F311C-F8D1-E127-C61D-304C44C801BE}"/>
                    </a:ext>
                  </a:extLst>
                </p14:cNvPr>
                <p14:cNvContentPartPr/>
                <p14:nvPr/>
              </p14:nvContentPartPr>
              <p14:xfrm>
                <a:off x="4613627" y="809356"/>
                <a:ext cx="183960" cy="12960"/>
              </p14:xfrm>
            </p:contentPart>
          </mc:Choice>
          <mc:Fallback xmlns="">
            <p:pic>
              <p:nvPicPr>
                <p:cNvPr id="46" name="墨迹 45">
                  <a:extLst>
                    <a:ext uri="{FF2B5EF4-FFF2-40B4-BE49-F238E27FC236}">
                      <a16:creationId xmlns:a16="http://schemas.microsoft.com/office/drawing/2014/main" id="{4A7F311C-F8D1-E127-C61D-304C44C801BE}"/>
                    </a:ext>
                  </a:extLst>
                </p:cNvPr>
                <p:cNvPicPr/>
                <p:nvPr/>
              </p:nvPicPr>
              <p:blipFill>
                <a:blip r:embed="rId79"/>
                <a:stretch>
                  <a:fillRect/>
                </a:stretch>
              </p:blipFill>
              <p:spPr>
                <a:xfrm>
                  <a:off x="4595987" y="791716"/>
                  <a:ext cx="21960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7" name="墨迹 46">
                  <a:extLst>
                    <a:ext uri="{FF2B5EF4-FFF2-40B4-BE49-F238E27FC236}">
                      <a16:creationId xmlns:a16="http://schemas.microsoft.com/office/drawing/2014/main" id="{8353B1D0-902B-C391-3907-2CBDB295B61A}"/>
                    </a:ext>
                  </a:extLst>
                </p14:cNvPr>
                <p14:cNvContentPartPr/>
                <p14:nvPr/>
              </p14:nvContentPartPr>
              <p14:xfrm>
                <a:off x="4343267" y="867316"/>
                <a:ext cx="417240" cy="101520"/>
              </p14:xfrm>
            </p:contentPart>
          </mc:Choice>
          <mc:Fallback xmlns="">
            <p:pic>
              <p:nvPicPr>
                <p:cNvPr id="47" name="墨迹 46">
                  <a:extLst>
                    <a:ext uri="{FF2B5EF4-FFF2-40B4-BE49-F238E27FC236}">
                      <a16:creationId xmlns:a16="http://schemas.microsoft.com/office/drawing/2014/main" id="{8353B1D0-902B-C391-3907-2CBDB295B61A}"/>
                    </a:ext>
                  </a:extLst>
                </p:cNvPr>
                <p:cNvPicPr/>
                <p:nvPr/>
              </p:nvPicPr>
              <p:blipFill>
                <a:blip r:embed="rId81"/>
                <a:stretch>
                  <a:fillRect/>
                </a:stretch>
              </p:blipFill>
              <p:spPr>
                <a:xfrm>
                  <a:off x="4325627" y="849316"/>
                  <a:ext cx="45288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8" name="墨迹 47">
                  <a:extLst>
                    <a:ext uri="{FF2B5EF4-FFF2-40B4-BE49-F238E27FC236}">
                      <a16:creationId xmlns:a16="http://schemas.microsoft.com/office/drawing/2014/main" id="{79CF62F1-ADDC-B221-C4D6-49E9C13FA2AF}"/>
                    </a:ext>
                  </a:extLst>
                </p14:cNvPr>
                <p14:cNvContentPartPr/>
                <p14:nvPr/>
              </p14:nvContentPartPr>
              <p14:xfrm>
                <a:off x="4553147" y="763996"/>
                <a:ext cx="55080" cy="255240"/>
              </p14:xfrm>
            </p:contentPart>
          </mc:Choice>
          <mc:Fallback xmlns="">
            <p:pic>
              <p:nvPicPr>
                <p:cNvPr id="48" name="墨迹 47">
                  <a:extLst>
                    <a:ext uri="{FF2B5EF4-FFF2-40B4-BE49-F238E27FC236}">
                      <a16:creationId xmlns:a16="http://schemas.microsoft.com/office/drawing/2014/main" id="{79CF62F1-ADDC-B221-C4D6-49E9C13FA2AF}"/>
                    </a:ext>
                  </a:extLst>
                </p:cNvPr>
                <p:cNvPicPr/>
                <p:nvPr/>
              </p:nvPicPr>
              <p:blipFill>
                <a:blip r:embed="rId83"/>
                <a:stretch>
                  <a:fillRect/>
                </a:stretch>
              </p:blipFill>
              <p:spPr>
                <a:xfrm>
                  <a:off x="4535507" y="745996"/>
                  <a:ext cx="90720" cy="290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9" name="墨迹 48">
                  <a:extLst>
                    <a:ext uri="{FF2B5EF4-FFF2-40B4-BE49-F238E27FC236}">
                      <a16:creationId xmlns:a16="http://schemas.microsoft.com/office/drawing/2014/main" id="{E98F572F-8FA3-E330-F56E-8A7FE2DDEF8B}"/>
                    </a:ext>
                  </a:extLst>
                </p14:cNvPr>
                <p14:cNvContentPartPr/>
                <p14:nvPr/>
              </p14:nvContentPartPr>
              <p14:xfrm>
                <a:off x="4583747" y="956236"/>
                <a:ext cx="428040" cy="129600"/>
              </p14:xfrm>
            </p:contentPart>
          </mc:Choice>
          <mc:Fallback xmlns="">
            <p:pic>
              <p:nvPicPr>
                <p:cNvPr id="49" name="墨迹 48">
                  <a:extLst>
                    <a:ext uri="{FF2B5EF4-FFF2-40B4-BE49-F238E27FC236}">
                      <a16:creationId xmlns:a16="http://schemas.microsoft.com/office/drawing/2014/main" id="{E98F572F-8FA3-E330-F56E-8A7FE2DDEF8B}"/>
                    </a:ext>
                  </a:extLst>
                </p:cNvPr>
                <p:cNvPicPr/>
                <p:nvPr/>
              </p:nvPicPr>
              <p:blipFill>
                <a:blip r:embed="rId85"/>
                <a:stretch>
                  <a:fillRect/>
                </a:stretch>
              </p:blipFill>
              <p:spPr>
                <a:xfrm>
                  <a:off x="4566107" y="938596"/>
                  <a:ext cx="463680" cy="165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6">
            <p14:nvContentPartPr>
              <p14:cNvPr id="51" name="墨迹 50">
                <a:extLst>
                  <a:ext uri="{FF2B5EF4-FFF2-40B4-BE49-F238E27FC236}">
                    <a16:creationId xmlns:a16="http://schemas.microsoft.com/office/drawing/2014/main" id="{32D635B2-A307-8F9A-0946-F1ED41A1C408}"/>
                  </a:ext>
                </a:extLst>
              </p14:cNvPr>
              <p14:cNvContentPartPr/>
              <p14:nvPr/>
            </p14:nvContentPartPr>
            <p14:xfrm>
              <a:off x="10310627" y="5185156"/>
              <a:ext cx="360" cy="2880"/>
            </p14:xfrm>
          </p:contentPart>
        </mc:Choice>
        <mc:Fallback xmlns="">
          <p:pic>
            <p:nvPicPr>
              <p:cNvPr id="51" name="墨迹 50">
                <a:extLst>
                  <a:ext uri="{FF2B5EF4-FFF2-40B4-BE49-F238E27FC236}">
                    <a16:creationId xmlns:a16="http://schemas.microsoft.com/office/drawing/2014/main" id="{32D635B2-A307-8F9A-0946-F1ED41A1C408}"/>
                  </a:ext>
                </a:extLst>
              </p:cNvPr>
              <p:cNvPicPr/>
              <p:nvPr/>
            </p:nvPicPr>
            <p:blipFill>
              <a:blip r:embed="rId87"/>
              <a:stretch>
                <a:fillRect/>
              </a:stretch>
            </p:blipFill>
            <p:spPr>
              <a:xfrm>
                <a:off x="10292987" y="5167516"/>
                <a:ext cx="36000" cy="38520"/>
              </a:xfrm>
              <a:prstGeom prst="rect">
                <a:avLst/>
              </a:prstGeom>
            </p:spPr>
          </p:pic>
        </mc:Fallback>
      </mc:AlternateContent>
      <p:grpSp>
        <p:nvGrpSpPr>
          <p:cNvPr id="251947" name="组合 251946">
            <a:extLst>
              <a:ext uri="{FF2B5EF4-FFF2-40B4-BE49-F238E27FC236}">
                <a16:creationId xmlns:a16="http://schemas.microsoft.com/office/drawing/2014/main" id="{3A60479A-72D2-518D-0424-9C472B591EC3}"/>
              </a:ext>
            </a:extLst>
          </p:cNvPr>
          <p:cNvGrpSpPr/>
          <p:nvPr/>
        </p:nvGrpSpPr>
        <p:grpSpPr>
          <a:xfrm>
            <a:off x="1125587" y="5197756"/>
            <a:ext cx="3795480" cy="961200"/>
            <a:chOff x="1125587" y="5197756"/>
            <a:chExt cx="3795480" cy="961200"/>
          </a:xfrm>
        </p:grpSpPr>
        <mc:AlternateContent xmlns:mc="http://schemas.openxmlformats.org/markup-compatibility/2006" xmlns:p14="http://schemas.microsoft.com/office/powerpoint/2010/main">
          <mc:Choice Requires="p14">
            <p:contentPart p14:bwMode="auto" r:id="rId88">
              <p14:nvContentPartPr>
                <p14:cNvPr id="58" name="墨迹 57">
                  <a:extLst>
                    <a:ext uri="{FF2B5EF4-FFF2-40B4-BE49-F238E27FC236}">
                      <a16:creationId xmlns:a16="http://schemas.microsoft.com/office/drawing/2014/main" id="{49577EBC-42B0-7607-C608-2A98CF76FCC2}"/>
                    </a:ext>
                  </a:extLst>
                </p14:cNvPr>
                <p14:cNvContentPartPr/>
                <p14:nvPr/>
              </p14:nvContentPartPr>
              <p14:xfrm>
                <a:off x="1147547" y="5257516"/>
                <a:ext cx="428760" cy="230040"/>
              </p14:xfrm>
            </p:contentPart>
          </mc:Choice>
          <mc:Fallback xmlns="">
            <p:pic>
              <p:nvPicPr>
                <p:cNvPr id="58" name="墨迹 57">
                  <a:extLst>
                    <a:ext uri="{FF2B5EF4-FFF2-40B4-BE49-F238E27FC236}">
                      <a16:creationId xmlns:a16="http://schemas.microsoft.com/office/drawing/2014/main" id="{49577EBC-42B0-7607-C608-2A98CF76FCC2}"/>
                    </a:ext>
                  </a:extLst>
                </p:cNvPr>
                <p:cNvPicPr/>
                <p:nvPr/>
              </p:nvPicPr>
              <p:blipFill>
                <a:blip r:embed="rId89"/>
                <a:stretch>
                  <a:fillRect/>
                </a:stretch>
              </p:blipFill>
              <p:spPr>
                <a:xfrm>
                  <a:off x="1129547" y="5239876"/>
                  <a:ext cx="464400" cy="2656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9" name="墨迹 58">
                  <a:extLst>
                    <a:ext uri="{FF2B5EF4-FFF2-40B4-BE49-F238E27FC236}">
                      <a16:creationId xmlns:a16="http://schemas.microsoft.com/office/drawing/2014/main" id="{486334B3-A36C-0BF7-00C9-8ACB015995B1}"/>
                    </a:ext>
                  </a:extLst>
                </p14:cNvPr>
                <p14:cNvContentPartPr/>
                <p14:nvPr/>
              </p14:nvContentPartPr>
              <p14:xfrm>
                <a:off x="1455707" y="5383876"/>
                <a:ext cx="206640" cy="119880"/>
              </p14:xfrm>
            </p:contentPart>
          </mc:Choice>
          <mc:Fallback xmlns="">
            <p:pic>
              <p:nvPicPr>
                <p:cNvPr id="59" name="墨迹 58">
                  <a:extLst>
                    <a:ext uri="{FF2B5EF4-FFF2-40B4-BE49-F238E27FC236}">
                      <a16:creationId xmlns:a16="http://schemas.microsoft.com/office/drawing/2014/main" id="{486334B3-A36C-0BF7-00C9-8ACB015995B1}"/>
                    </a:ext>
                  </a:extLst>
                </p:cNvPr>
                <p:cNvPicPr/>
                <p:nvPr/>
              </p:nvPicPr>
              <p:blipFill>
                <a:blip r:embed="rId91"/>
                <a:stretch>
                  <a:fillRect/>
                </a:stretch>
              </p:blipFill>
              <p:spPr>
                <a:xfrm>
                  <a:off x="1437707" y="5365876"/>
                  <a:ext cx="2422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0" name="墨迹 59">
                  <a:extLst>
                    <a:ext uri="{FF2B5EF4-FFF2-40B4-BE49-F238E27FC236}">
                      <a16:creationId xmlns:a16="http://schemas.microsoft.com/office/drawing/2014/main" id="{039A3EC3-631B-5BA3-EA2A-C2FCB07D916F}"/>
                    </a:ext>
                  </a:extLst>
                </p14:cNvPr>
                <p14:cNvContentPartPr/>
                <p14:nvPr/>
              </p14:nvContentPartPr>
              <p14:xfrm>
                <a:off x="1220987" y="5548036"/>
                <a:ext cx="206280" cy="52920"/>
              </p14:xfrm>
            </p:contentPart>
          </mc:Choice>
          <mc:Fallback xmlns="">
            <p:pic>
              <p:nvPicPr>
                <p:cNvPr id="60" name="墨迹 59">
                  <a:extLst>
                    <a:ext uri="{FF2B5EF4-FFF2-40B4-BE49-F238E27FC236}">
                      <a16:creationId xmlns:a16="http://schemas.microsoft.com/office/drawing/2014/main" id="{039A3EC3-631B-5BA3-EA2A-C2FCB07D916F}"/>
                    </a:ext>
                  </a:extLst>
                </p:cNvPr>
                <p:cNvPicPr/>
                <p:nvPr/>
              </p:nvPicPr>
              <p:blipFill>
                <a:blip r:embed="rId93"/>
                <a:stretch>
                  <a:fillRect/>
                </a:stretch>
              </p:blipFill>
              <p:spPr>
                <a:xfrm>
                  <a:off x="1202987" y="5530036"/>
                  <a:ext cx="24192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1" name="墨迹 60">
                  <a:extLst>
                    <a:ext uri="{FF2B5EF4-FFF2-40B4-BE49-F238E27FC236}">
                      <a16:creationId xmlns:a16="http://schemas.microsoft.com/office/drawing/2014/main" id="{3E40F7F0-28F0-8A0C-DDDC-D7A2AECFA2E8}"/>
                    </a:ext>
                  </a:extLst>
                </p14:cNvPr>
                <p14:cNvContentPartPr/>
                <p14:nvPr/>
              </p14:nvContentPartPr>
              <p14:xfrm>
                <a:off x="1197227" y="5608516"/>
                <a:ext cx="485280" cy="160560"/>
              </p14:xfrm>
            </p:contentPart>
          </mc:Choice>
          <mc:Fallback xmlns="">
            <p:pic>
              <p:nvPicPr>
                <p:cNvPr id="61" name="墨迹 60">
                  <a:extLst>
                    <a:ext uri="{FF2B5EF4-FFF2-40B4-BE49-F238E27FC236}">
                      <a16:creationId xmlns:a16="http://schemas.microsoft.com/office/drawing/2014/main" id="{3E40F7F0-28F0-8A0C-DDDC-D7A2AECFA2E8}"/>
                    </a:ext>
                  </a:extLst>
                </p:cNvPr>
                <p:cNvPicPr/>
                <p:nvPr/>
              </p:nvPicPr>
              <p:blipFill>
                <a:blip r:embed="rId95"/>
                <a:stretch>
                  <a:fillRect/>
                </a:stretch>
              </p:blipFill>
              <p:spPr>
                <a:xfrm>
                  <a:off x="1179227" y="5590876"/>
                  <a:ext cx="52092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62" name="墨迹 61">
                  <a:extLst>
                    <a:ext uri="{FF2B5EF4-FFF2-40B4-BE49-F238E27FC236}">
                      <a16:creationId xmlns:a16="http://schemas.microsoft.com/office/drawing/2014/main" id="{56B62969-B4F2-215B-984B-4B07B3D5FD89}"/>
                    </a:ext>
                  </a:extLst>
                </p14:cNvPr>
                <p14:cNvContentPartPr/>
                <p14:nvPr/>
              </p14:nvContentPartPr>
              <p14:xfrm>
                <a:off x="1324667" y="5624716"/>
                <a:ext cx="77400" cy="378360"/>
              </p14:xfrm>
            </p:contentPart>
          </mc:Choice>
          <mc:Fallback xmlns="">
            <p:pic>
              <p:nvPicPr>
                <p:cNvPr id="62" name="墨迹 61">
                  <a:extLst>
                    <a:ext uri="{FF2B5EF4-FFF2-40B4-BE49-F238E27FC236}">
                      <a16:creationId xmlns:a16="http://schemas.microsoft.com/office/drawing/2014/main" id="{56B62969-B4F2-215B-984B-4B07B3D5FD89}"/>
                    </a:ext>
                  </a:extLst>
                </p:cNvPr>
                <p:cNvPicPr/>
                <p:nvPr/>
              </p:nvPicPr>
              <p:blipFill>
                <a:blip r:embed="rId97"/>
                <a:stretch>
                  <a:fillRect/>
                </a:stretch>
              </p:blipFill>
              <p:spPr>
                <a:xfrm>
                  <a:off x="1306667" y="5606716"/>
                  <a:ext cx="113040" cy="4140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3" name="墨迹 62">
                  <a:extLst>
                    <a:ext uri="{FF2B5EF4-FFF2-40B4-BE49-F238E27FC236}">
                      <a16:creationId xmlns:a16="http://schemas.microsoft.com/office/drawing/2014/main" id="{CA5D7AFE-9460-B4D0-3E51-C7207EDF0601}"/>
                    </a:ext>
                  </a:extLst>
                </p14:cNvPr>
                <p14:cNvContentPartPr/>
                <p14:nvPr/>
              </p14:nvContentPartPr>
              <p14:xfrm>
                <a:off x="1125587" y="5798956"/>
                <a:ext cx="162000" cy="195840"/>
              </p14:xfrm>
            </p:contentPart>
          </mc:Choice>
          <mc:Fallback xmlns="">
            <p:pic>
              <p:nvPicPr>
                <p:cNvPr id="63" name="墨迹 62">
                  <a:extLst>
                    <a:ext uri="{FF2B5EF4-FFF2-40B4-BE49-F238E27FC236}">
                      <a16:creationId xmlns:a16="http://schemas.microsoft.com/office/drawing/2014/main" id="{CA5D7AFE-9460-B4D0-3E51-C7207EDF0601}"/>
                    </a:ext>
                  </a:extLst>
                </p:cNvPr>
                <p:cNvPicPr/>
                <p:nvPr/>
              </p:nvPicPr>
              <p:blipFill>
                <a:blip r:embed="rId99"/>
                <a:stretch>
                  <a:fillRect/>
                </a:stretch>
              </p:blipFill>
              <p:spPr>
                <a:xfrm>
                  <a:off x="1107587" y="5780956"/>
                  <a:ext cx="1976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251904" name="墨迹 251903">
                  <a:extLst>
                    <a:ext uri="{FF2B5EF4-FFF2-40B4-BE49-F238E27FC236}">
                      <a16:creationId xmlns:a16="http://schemas.microsoft.com/office/drawing/2014/main" id="{F7DCB31D-D5CD-F161-D818-860399765FE9}"/>
                    </a:ext>
                  </a:extLst>
                </p14:cNvPr>
                <p14:cNvContentPartPr/>
                <p14:nvPr/>
              </p14:nvContentPartPr>
              <p14:xfrm>
                <a:off x="1437707" y="5852956"/>
                <a:ext cx="169560" cy="87480"/>
              </p14:xfrm>
            </p:contentPart>
          </mc:Choice>
          <mc:Fallback xmlns="">
            <p:pic>
              <p:nvPicPr>
                <p:cNvPr id="251904" name="墨迹 251903">
                  <a:extLst>
                    <a:ext uri="{FF2B5EF4-FFF2-40B4-BE49-F238E27FC236}">
                      <a16:creationId xmlns:a16="http://schemas.microsoft.com/office/drawing/2014/main" id="{F7DCB31D-D5CD-F161-D818-860399765FE9}"/>
                    </a:ext>
                  </a:extLst>
                </p:cNvPr>
                <p:cNvPicPr/>
                <p:nvPr/>
              </p:nvPicPr>
              <p:blipFill>
                <a:blip r:embed="rId101"/>
                <a:stretch>
                  <a:fillRect/>
                </a:stretch>
              </p:blipFill>
              <p:spPr>
                <a:xfrm>
                  <a:off x="1419707" y="5835316"/>
                  <a:ext cx="205200" cy="12312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251905" name="墨迹 251904">
                  <a:extLst>
                    <a:ext uri="{FF2B5EF4-FFF2-40B4-BE49-F238E27FC236}">
                      <a16:creationId xmlns:a16="http://schemas.microsoft.com/office/drawing/2014/main" id="{D2A07038-AC49-28D2-FD80-DB222FDEBB12}"/>
                    </a:ext>
                  </a:extLst>
                </p14:cNvPr>
                <p14:cNvContentPartPr/>
                <p14:nvPr/>
              </p14:nvContentPartPr>
              <p14:xfrm>
                <a:off x="1660187" y="5287756"/>
                <a:ext cx="121680" cy="166320"/>
              </p14:xfrm>
            </p:contentPart>
          </mc:Choice>
          <mc:Fallback xmlns="">
            <p:pic>
              <p:nvPicPr>
                <p:cNvPr id="251905" name="墨迹 251904">
                  <a:extLst>
                    <a:ext uri="{FF2B5EF4-FFF2-40B4-BE49-F238E27FC236}">
                      <a16:creationId xmlns:a16="http://schemas.microsoft.com/office/drawing/2014/main" id="{D2A07038-AC49-28D2-FD80-DB222FDEBB12}"/>
                    </a:ext>
                  </a:extLst>
                </p:cNvPr>
                <p:cNvPicPr/>
                <p:nvPr/>
              </p:nvPicPr>
              <p:blipFill>
                <a:blip r:embed="rId103"/>
                <a:stretch>
                  <a:fillRect/>
                </a:stretch>
              </p:blipFill>
              <p:spPr>
                <a:xfrm>
                  <a:off x="1642547" y="5269756"/>
                  <a:ext cx="15732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251906" name="墨迹 251905">
                  <a:extLst>
                    <a:ext uri="{FF2B5EF4-FFF2-40B4-BE49-F238E27FC236}">
                      <a16:creationId xmlns:a16="http://schemas.microsoft.com/office/drawing/2014/main" id="{EE632D2D-1FB2-8B95-667E-CBA9BE669243}"/>
                    </a:ext>
                  </a:extLst>
                </p14:cNvPr>
                <p14:cNvContentPartPr/>
                <p14:nvPr/>
              </p14:nvContentPartPr>
              <p14:xfrm>
                <a:off x="1516547" y="5281996"/>
                <a:ext cx="644760" cy="227160"/>
              </p14:xfrm>
            </p:contentPart>
          </mc:Choice>
          <mc:Fallback xmlns="">
            <p:pic>
              <p:nvPicPr>
                <p:cNvPr id="251906" name="墨迹 251905">
                  <a:extLst>
                    <a:ext uri="{FF2B5EF4-FFF2-40B4-BE49-F238E27FC236}">
                      <a16:creationId xmlns:a16="http://schemas.microsoft.com/office/drawing/2014/main" id="{EE632D2D-1FB2-8B95-667E-CBA9BE669243}"/>
                    </a:ext>
                  </a:extLst>
                </p:cNvPr>
                <p:cNvPicPr/>
                <p:nvPr/>
              </p:nvPicPr>
              <p:blipFill>
                <a:blip r:embed="rId105"/>
                <a:stretch>
                  <a:fillRect/>
                </a:stretch>
              </p:blipFill>
              <p:spPr>
                <a:xfrm>
                  <a:off x="1498547" y="5263996"/>
                  <a:ext cx="680400" cy="2628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251908" name="墨迹 251907">
                  <a:extLst>
                    <a:ext uri="{FF2B5EF4-FFF2-40B4-BE49-F238E27FC236}">
                      <a16:creationId xmlns:a16="http://schemas.microsoft.com/office/drawing/2014/main" id="{7E5123CB-E9FF-66A9-22BA-1CB5B4EF2F4A}"/>
                    </a:ext>
                  </a:extLst>
                </p14:cNvPr>
                <p14:cNvContentPartPr/>
                <p14:nvPr/>
              </p14:nvContentPartPr>
              <p14:xfrm>
                <a:off x="1787627" y="5227636"/>
                <a:ext cx="77400" cy="535680"/>
              </p14:xfrm>
            </p:contentPart>
          </mc:Choice>
          <mc:Fallback xmlns="">
            <p:pic>
              <p:nvPicPr>
                <p:cNvPr id="251908" name="墨迹 251907">
                  <a:extLst>
                    <a:ext uri="{FF2B5EF4-FFF2-40B4-BE49-F238E27FC236}">
                      <a16:creationId xmlns:a16="http://schemas.microsoft.com/office/drawing/2014/main" id="{7E5123CB-E9FF-66A9-22BA-1CB5B4EF2F4A}"/>
                    </a:ext>
                  </a:extLst>
                </p:cNvPr>
                <p:cNvPicPr/>
                <p:nvPr/>
              </p:nvPicPr>
              <p:blipFill>
                <a:blip r:embed="rId107"/>
                <a:stretch>
                  <a:fillRect/>
                </a:stretch>
              </p:blipFill>
              <p:spPr>
                <a:xfrm>
                  <a:off x="1769627" y="5209636"/>
                  <a:ext cx="113040" cy="5713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251909" name="墨迹 251908">
                  <a:extLst>
                    <a:ext uri="{FF2B5EF4-FFF2-40B4-BE49-F238E27FC236}">
                      <a16:creationId xmlns:a16="http://schemas.microsoft.com/office/drawing/2014/main" id="{2FA3D42D-EB43-72F9-9111-B249FC534A6A}"/>
                    </a:ext>
                  </a:extLst>
                </p14:cNvPr>
                <p14:cNvContentPartPr/>
                <p14:nvPr/>
              </p14:nvContentPartPr>
              <p14:xfrm>
                <a:off x="1568387" y="5558476"/>
                <a:ext cx="188280" cy="173880"/>
              </p14:xfrm>
            </p:contentPart>
          </mc:Choice>
          <mc:Fallback xmlns="">
            <p:pic>
              <p:nvPicPr>
                <p:cNvPr id="251909" name="墨迹 251908">
                  <a:extLst>
                    <a:ext uri="{FF2B5EF4-FFF2-40B4-BE49-F238E27FC236}">
                      <a16:creationId xmlns:a16="http://schemas.microsoft.com/office/drawing/2014/main" id="{2FA3D42D-EB43-72F9-9111-B249FC534A6A}"/>
                    </a:ext>
                  </a:extLst>
                </p:cNvPr>
                <p:cNvPicPr/>
                <p:nvPr/>
              </p:nvPicPr>
              <p:blipFill>
                <a:blip r:embed="rId109"/>
                <a:stretch>
                  <a:fillRect/>
                </a:stretch>
              </p:blipFill>
              <p:spPr>
                <a:xfrm>
                  <a:off x="1550387" y="5540476"/>
                  <a:ext cx="22392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251910" name="墨迹 251909">
                  <a:extLst>
                    <a:ext uri="{FF2B5EF4-FFF2-40B4-BE49-F238E27FC236}">
                      <a16:creationId xmlns:a16="http://schemas.microsoft.com/office/drawing/2014/main" id="{CF79ABCF-A609-2E13-5E04-83901D699010}"/>
                    </a:ext>
                  </a:extLst>
                </p14:cNvPr>
                <p14:cNvContentPartPr/>
                <p14:nvPr/>
              </p14:nvContentPartPr>
              <p14:xfrm>
                <a:off x="1744427" y="5636596"/>
                <a:ext cx="163440" cy="46800"/>
              </p14:xfrm>
            </p:contentPart>
          </mc:Choice>
          <mc:Fallback xmlns="">
            <p:pic>
              <p:nvPicPr>
                <p:cNvPr id="251910" name="墨迹 251909">
                  <a:extLst>
                    <a:ext uri="{FF2B5EF4-FFF2-40B4-BE49-F238E27FC236}">
                      <a16:creationId xmlns:a16="http://schemas.microsoft.com/office/drawing/2014/main" id="{CF79ABCF-A609-2E13-5E04-83901D699010}"/>
                    </a:ext>
                  </a:extLst>
                </p:cNvPr>
                <p:cNvPicPr/>
                <p:nvPr/>
              </p:nvPicPr>
              <p:blipFill>
                <a:blip r:embed="rId111"/>
                <a:stretch>
                  <a:fillRect/>
                </a:stretch>
              </p:blipFill>
              <p:spPr>
                <a:xfrm>
                  <a:off x="1726787" y="5618596"/>
                  <a:ext cx="199080" cy="8244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251911" name="墨迹 251910">
                  <a:extLst>
                    <a:ext uri="{FF2B5EF4-FFF2-40B4-BE49-F238E27FC236}">
                      <a16:creationId xmlns:a16="http://schemas.microsoft.com/office/drawing/2014/main" id="{42350B68-50E8-D892-43B3-9AB20A3CD031}"/>
                    </a:ext>
                  </a:extLst>
                </p14:cNvPr>
                <p14:cNvContentPartPr/>
                <p14:nvPr/>
              </p14:nvContentPartPr>
              <p14:xfrm>
                <a:off x="1575947" y="5778796"/>
                <a:ext cx="290880" cy="15120"/>
              </p14:xfrm>
            </p:contentPart>
          </mc:Choice>
          <mc:Fallback xmlns="">
            <p:pic>
              <p:nvPicPr>
                <p:cNvPr id="251911" name="墨迹 251910">
                  <a:extLst>
                    <a:ext uri="{FF2B5EF4-FFF2-40B4-BE49-F238E27FC236}">
                      <a16:creationId xmlns:a16="http://schemas.microsoft.com/office/drawing/2014/main" id="{42350B68-50E8-D892-43B3-9AB20A3CD031}"/>
                    </a:ext>
                  </a:extLst>
                </p:cNvPr>
                <p:cNvPicPr/>
                <p:nvPr/>
              </p:nvPicPr>
              <p:blipFill>
                <a:blip r:embed="rId113"/>
                <a:stretch>
                  <a:fillRect/>
                </a:stretch>
              </p:blipFill>
              <p:spPr>
                <a:xfrm>
                  <a:off x="1558307" y="5761156"/>
                  <a:ext cx="326520" cy="5076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251912" name="墨迹 251911">
                  <a:extLst>
                    <a:ext uri="{FF2B5EF4-FFF2-40B4-BE49-F238E27FC236}">
                      <a16:creationId xmlns:a16="http://schemas.microsoft.com/office/drawing/2014/main" id="{117872F2-D68D-D7F9-DC9A-D8B41CC80BED}"/>
                    </a:ext>
                  </a:extLst>
                </p14:cNvPr>
                <p14:cNvContentPartPr/>
                <p14:nvPr/>
              </p14:nvContentPartPr>
              <p14:xfrm>
                <a:off x="1726067" y="5732716"/>
                <a:ext cx="114840" cy="264960"/>
              </p14:xfrm>
            </p:contentPart>
          </mc:Choice>
          <mc:Fallback xmlns="">
            <p:pic>
              <p:nvPicPr>
                <p:cNvPr id="251912" name="墨迹 251911">
                  <a:extLst>
                    <a:ext uri="{FF2B5EF4-FFF2-40B4-BE49-F238E27FC236}">
                      <a16:creationId xmlns:a16="http://schemas.microsoft.com/office/drawing/2014/main" id="{117872F2-D68D-D7F9-DC9A-D8B41CC80BED}"/>
                    </a:ext>
                  </a:extLst>
                </p:cNvPr>
                <p:cNvPicPr/>
                <p:nvPr/>
              </p:nvPicPr>
              <p:blipFill>
                <a:blip r:embed="rId115"/>
                <a:stretch>
                  <a:fillRect/>
                </a:stretch>
              </p:blipFill>
              <p:spPr>
                <a:xfrm>
                  <a:off x="1708427" y="5715076"/>
                  <a:ext cx="15048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251913" name="墨迹 251912">
                  <a:extLst>
                    <a:ext uri="{FF2B5EF4-FFF2-40B4-BE49-F238E27FC236}">
                      <a16:creationId xmlns:a16="http://schemas.microsoft.com/office/drawing/2014/main" id="{C31C8884-BCCB-1039-05AA-5081F9D58259}"/>
                    </a:ext>
                  </a:extLst>
                </p14:cNvPr>
                <p14:cNvContentPartPr/>
                <p14:nvPr/>
              </p14:nvContentPartPr>
              <p14:xfrm>
                <a:off x="1780067" y="5895436"/>
                <a:ext cx="30960" cy="37080"/>
              </p14:xfrm>
            </p:contentPart>
          </mc:Choice>
          <mc:Fallback xmlns="">
            <p:pic>
              <p:nvPicPr>
                <p:cNvPr id="251913" name="墨迹 251912">
                  <a:extLst>
                    <a:ext uri="{FF2B5EF4-FFF2-40B4-BE49-F238E27FC236}">
                      <a16:creationId xmlns:a16="http://schemas.microsoft.com/office/drawing/2014/main" id="{C31C8884-BCCB-1039-05AA-5081F9D58259}"/>
                    </a:ext>
                  </a:extLst>
                </p:cNvPr>
                <p:cNvPicPr/>
                <p:nvPr/>
              </p:nvPicPr>
              <p:blipFill>
                <a:blip r:embed="rId117"/>
                <a:stretch>
                  <a:fillRect/>
                </a:stretch>
              </p:blipFill>
              <p:spPr>
                <a:xfrm>
                  <a:off x="1762427" y="5877436"/>
                  <a:ext cx="6660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251914" name="墨迹 251913">
                  <a:extLst>
                    <a:ext uri="{FF2B5EF4-FFF2-40B4-BE49-F238E27FC236}">
                      <a16:creationId xmlns:a16="http://schemas.microsoft.com/office/drawing/2014/main" id="{AE879E7D-EDF4-1A02-CAF3-31519964BFD5}"/>
                    </a:ext>
                  </a:extLst>
                </p14:cNvPr>
                <p14:cNvContentPartPr/>
                <p14:nvPr/>
              </p14:nvContentPartPr>
              <p14:xfrm>
                <a:off x="1853147" y="5335636"/>
                <a:ext cx="288720" cy="386640"/>
              </p14:xfrm>
            </p:contentPart>
          </mc:Choice>
          <mc:Fallback xmlns="">
            <p:pic>
              <p:nvPicPr>
                <p:cNvPr id="251914" name="墨迹 251913">
                  <a:extLst>
                    <a:ext uri="{FF2B5EF4-FFF2-40B4-BE49-F238E27FC236}">
                      <a16:creationId xmlns:a16="http://schemas.microsoft.com/office/drawing/2014/main" id="{AE879E7D-EDF4-1A02-CAF3-31519964BFD5}"/>
                    </a:ext>
                  </a:extLst>
                </p:cNvPr>
                <p:cNvPicPr/>
                <p:nvPr/>
              </p:nvPicPr>
              <p:blipFill>
                <a:blip r:embed="rId119"/>
                <a:stretch>
                  <a:fillRect/>
                </a:stretch>
              </p:blipFill>
              <p:spPr>
                <a:xfrm>
                  <a:off x="1835507" y="5317996"/>
                  <a:ext cx="324360" cy="4222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251915" name="墨迹 251914">
                  <a:extLst>
                    <a:ext uri="{FF2B5EF4-FFF2-40B4-BE49-F238E27FC236}">
                      <a16:creationId xmlns:a16="http://schemas.microsoft.com/office/drawing/2014/main" id="{8AD9CE94-BD02-9585-C4F9-DDE747293F46}"/>
                    </a:ext>
                  </a:extLst>
                </p14:cNvPr>
                <p14:cNvContentPartPr/>
                <p14:nvPr/>
              </p14:nvContentPartPr>
              <p14:xfrm>
                <a:off x="2045387" y="5499436"/>
                <a:ext cx="133920" cy="59400"/>
              </p14:xfrm>
            </p:contentPart>
          </mc:Choice>
          <mc:Fallback xmlns="">
            <p:pic>
              <p:nvPicPr>
                <p:cNvPr id="251915" name="墨迹 251914">
                  <a:extLst>
                    <a:ext uri="{FF2B5EF4-FFF2-40B4-BE49-F238E27FC236}">
                      <a16:creationId xmlns:a16="http://schemas.microsoft.com/office/drawing/2014/main" id="{8AD9CE94-BD02-9585-C4F9-DDE747293F46}"/>
                    </a:ext>
                  </a:extLst>
                </p:cNvPr>
                <p:cNvPicPr/>
                <p:nvPr/>
              </p:nvPicPr>
              <p:blipFill>
                <a:blip r:embed="rId121"/>
                <a:stretch>
                  <a:fillRect/>
                </a:stretch>
              </p:blipFill>
              <p:spPr>
                <a:xfrm>
                  <a:off x="2027387" y="5481436"/>
                  <a:ext cx="169560" cy="9504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251916" name="墨迹 251915">
                  <a:extLst>
                    <a:ext uri="{FF2B5EF4-FFF2-40B4-BE49-F238E27FC236}">
                      <a16:creationId xmlns:a16="http://schemas.microsoft.com/office/drawing/2014/main" id="{32736914-F6BC-EAE1-85B3-12923B54D2A1}"/>
                    </a:ext>
                  </a:extLst>
                </p14:cNvPr>
                <p14:cNvContentPartPr/>
                <p14:nvPr/>
              </p14:nvContentPartPr>
              <p14:xfrm>
                <a:off x="1776107" y="5528596"/>
                <a:ext cx="389880" cy="364680"/>
              </p14:xfrm>
            </p:contentPart>
          </mc:Choice>
          <mc:Fallback xmlns="">
            <p:pic>
              <p:nvPicPr>
                <p:cNvPr id="251916" name="墨迹 251915">
                  <a:extLst>
                    <a:ext uri="{FF2B5EF4-FFF2-40B4-BE49-F238E27FC236}">
                      <a16:creationId xmlns:a16="http://schemas.microsoft.com/office/drawing/2014/main" id="{32736914-F6BC-EAE1-85B3-12923B54D2A1}"/>
                    </a:ext>
                  </a:extLst>
                </p:cNvPr>
                <p:cNvPicPr/>
                <p:nvPr/>
              </p:nvPicPr>
              <p:blipFill>
                <a:blip r:embed="rId123"/>
                <a:stretch>
                  <a:fillRect/>
                </a:stretch>
              </p:blipFill>
              <p:spPr>
                <a:xfrm>
                  <a:off x="1758107" y="5510596"/>
                  <a:ext cx="425520" cy="40032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251917" name="墨迹 251916">
                  <a:extLst>
                    <a:ext uri="{FF2B5EF4-FFF2-40B4-BE49-F238E27FC236}">
                      <a16:creationId xmlns:a16="http://schemas.microsoft.com/office/drawing/2014/main" id="{745D3704-ED59-4489-A96E-DAC809F44CCC}"/>
                    </a:ext>
                  </a:extLst>
                </p14:cNvPr>
                <p14:cNvContentPartPr/>
                <p14:nvPr/>
              </p14:nvContentPartPr>
              <p14:xfrm>
                <a:off x="1810667" y="5702836"/>
                <a:ext cx="342720" cy="256680"/>
              </p14:xfrm>
            </p:contentPart>
          </mc:Choice>
          <mc:Fallback xmlns="">
            <p:pic>
              <p:nvPicPr>
                <p:cNvPr id="251917" name="墨迹 251916">
                  <a:extLst>
                    <a:ext uri="{FF2B5EF4-FFF2-40B4-BE49-F238E27FC236}">
                      <a16:creationId xmlns:a16="http://schemas.microsoft.com/office/drawing/2014/main" id="{745D3704-ED59-4489-A96E-DAC809F44CCC}"/>
                    </a:ext>
                  </a:extLst>
                </p:cNvPr>
                <p:cNvPicPr/>
                <p:nvPr/>
              </p:nvPicPr>
              <p:blipFill>
                <a:blip r:embed="rId125"/>
                <a:stretch>
                  <a:fillRect/>
                </a:stretch>
              </p:blipFill>
              <p:spPr>
                <a:xfrm>
                  <a:off x="1792667" y="5684836"/>
                  <a:ext cx="378360" cy="29232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251918" name="墨迹 251917">
                  <a:extLst>
                    <a:ext uri="{FF2B5EF4-FFF2-40B4-BE49-F238E27FC236}">
                      <a16:creationId xmlns:a16="http://schemas.microsoft.com/office/drawing/2014/main" id="{1B01D016-B5D4-FC0E-C951-E92070D544E1}"/>
                    </a:ext>
                  </a:extLst>
                </p14:cNvPr>
                <p14:cNvContentPartPr/>
                <p14:nvPr/>
              </p14:nvContentPartPr>
              <p14:xfrm>
                <a:off x="2237627" y="5504116"/>
                <a:ext cx="501480" cy="29880"/>
              </p14:xfrm>
            </p:contentPart>
          </mc:Choice>
          <mc:Fallback xmlns="">
            <p:pic>
              <p:nvPicPr>
                <p:cNvPr id="251918" name="墨迹 251917">
                  <a:extLst>
                    <a:ext uri="{FF2B5EF4-FFF2-40B4-BE49-F238E27FC236}">
                      <a16:creationId xmlns:a16="http://schemas.microsoft.com/office/drawing/2014/main" id="{1B01D016-B5D4-FC0E-C951-E92070D544E1}"/>
                    </a:ext>
                  </a:extLst>
                </p:cNvPr>
                <p:cNvPicPr/>
                <p:nvPr/>
              </p:nvPicPr>
              <p:blipFill>
                <a:blip r:embed="rId127"/>
                <a:stretch>
                  <a:fillRect/>
                </a:stretch>
              </p:blipFill>
              <p:spPr>
                <a:xfrm>
                  <a:off x="2219987" y="5486116"/>
                  <a:ext cx="53712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251919" name="墨迹 251918">
                  <a:extLst>
                    <a:ext uri="{FF2B5EF4-FFF2-40B4-BE49-F238E27FC236}">
                      <a16:creationId xmlns:a16="http://schemas.microsoft.com/office/drawing/2014/main" id="{850544C7-EC31-8D6E-89B2-B11C857C0DBA}"/>
                    </a:ext>
                  </a:extLst>
                </p14:cNvPr>
                <p14:cNvContentPartPr/>
                <p14:nvPr/>
              </p14:nvContentPartPr>
              <p14:xfrm>
                <a:off x="2324387" y="5414116"/>
                <a:ext cx="148320" cy="247680"/>
              </p14:xfrm>
            </p:contentPart>
          </mc:Choice>
          <mc:Fallback xmlns="">
            <p:pic>
              <p:nvPicPr>
                <p:cNvPr id="251919" name="墨迹 251918">
                  <a:extLst>
                    <a:ext uri="{FF2B5EF4-FFF2-40B4-BE49-F238E27FC236}">
                      <a16:creationId xmlns:a16="http://schemas.microsoft.com/office/drawing/2014/main" id="{850544C7-EC31-8D6E-89B2-B11C857C0DBA}"/>
                    </a:ext>
                  </a:extLst>
                </p:cNvPr>
                <p:cNvPicPr/>
                <p:nvPr/>
              </p:nvPicPr>
              <p:blipFill>
                <a:blip r:embed="rId129"/>
                <a:stretch>
                  <a:fillRect/>
                </a:stretch>
              </p:blipFill>
              <p:spPr>
                <a:xfrm>
                  <a:off x="2306387" y="5396476"/>
                  <a:ext cx="18396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251920" name="墨迹 251919">
                  <a:extLst>
                    <a:ext uri="{FF2B5EF4-FFF2-40B4-BE49-F238E27FC236}">
                      <a16:creationId xmlns:a16="http://schemas.microsoft.com/office/drawing/2014/main" id="{1D924651-0BD8-5DAC-8694-B3FD92B2B044}"/>
                    </a:ext>
                  </a:extLst>
                </p14:cNvPr>
                <p14:cNvContentPartPr/>
                <p14:nvPr/>
              </p14:nvContentPartPr>
              <p14:xfrm>
                <a:off x="2231507" y="5715436"/>
                <a:ext cx="261360" cy="96120"/>
              </p14:xfrm>
            </p:contentPart>
          </mc:Choice>
          <mc:Fallback xmlns="">
            <p:pic>
              <p:nvPicPr>
                <p:cNvPr id="251920" name="墨迹 251919">
                  <a:extLst>
                    <a:ext uri="{FF2B5EF4-FFF2-40B4-BE49-F238E27FC236}">
                      <a16:creationId xmlns:a16="http://schemas.microsoft.com/office/drawing/2014/main" id="{1D924651-0BD8-5DAC-8694-B3FD92B2B044}"/>
                    </a:ext>
                  </a:extLst>
                </p:cNvPr>
                <p:cNvPicPr/>
                <p:nvPr/>
              </p:nvPicPr>
              <p:blipFill>
                <a:blip r:embed="rId131"/>
                <a:stretch>
                  <a:fillRect/>
                </a:stretch>
              </p:blipFill>
              <p:spPr>
                <a:xfrm>
                  <a:off x="2213867" y="5697436"/>
                  <a:ext cx="297000" cy="131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251921" name="墨迹 251920">
                  <a:extLst>
                    <a:ext uri="{FF2B5EF4-FFF2-40B4-BE49-F238E27FC236}">
                      <a16:creationId xmlns:a16="http://schemas.microsoft.com/office/drawing/2014/main" id="{C3BDE97D-8FF4-B769-911A-AF270A6BD7C2}"/>
                    </a:ext>
                  </a:extLst>
                </p14:cNvPr>
                <p14:cNvContentPartPr/>
                <p14:nvPr/>
              </p14:nvContentPartPr>
              <p14:xfrm>
                <a:off x="2405747" y="5594476"/>
                <a:ext cx="60480" cy="317520"/>
              </p14:xfrm>
            </p:contentPart>
          </mc:Choice>
          <mc:Fallback xmlns="">
            <p:pic>
              <p:nvPicPr>
                <p:cNvPr id="251921" name="墨迹 251920">
                  <a:extLst>
                    <a:ext uri="{FF2B5EF4-FFF2-40B4-BE49-F238E27FC236}">
                      <a16:creationId xmlns:a16="http://schemas.microsoft.com/office/drawing/2014/main" id="{C3BDE97D-8FF4-B769-911A-AF270A6BD7C2}"/>
                    </a:ext>
                  </a:extLst>
                </p:cNvPr>
                <p:cNvPicPr/>
                <p:nvPr/>
              </p:nvPicPr>
              <p:blipFill>
                <a:blip r:embed="rId133"/>
                <a:stretch>
                  <a:fillRect/>
                </a:stretch>
              </p:blipFill>
              <p:spPr>
                <a:xfrm>
                  <a:off x="2388107" y="5576836"/>
                  <a:ext cx="9612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251922" name="墨迹 251921">
                  <a:extLst>
                    <a:ext uri="{FF2B5EF4-FFF2-40B4-BE49-F238E27FC236}">
                      <a16:creationId xmlns:a16="http://schemas.microsoft.com/office/drawing/2014/main" id="{6390523E-A195-B6C6-BF33-44FED4304802}"/>
                    </a:ext>
                  </a:extLst>
                </p14:cNvPr>
                <p14:cNvContentPartPr/>
                <p14:nvPr/>
              </p14:nvContentPartPr>
              <p14:xfrm>
                <a:off x="2532467" y="5480356"/>
                <a:ext cx="189720" cy="13320"/>
              </p14:xfrm>
            </p:contentPart>
          </mc:Choice>
          <mc:Fallback xmlns="">
            <p:pic>
              <p:nvPicPr>
                <p:cNvPr id="251922" name="墨迹 251921">
                  <a:extLst>
                    <a:ext uri="{FF2B5EF4-FFF2-40B4-BE49-F238E27FC236}">
                      <a16:creationId xmlns:a16="http://schemas.microsoft.com/office/drawing/2014/main" id="{6390523E-A195-B6C6-BF33-44FED4304802}"/>
                    </a:ext>
                  </a:extLst>
                </p:cNvPr>
                <p:cNvPicPr/>
                <p:nvPr/>
              </p:nvPicPr>
              <p:blipFill>
                <a:blip r:embed="rId135"/>
                <a:stretch>
                  <a:fillRect/>
                </a:stretch>
              </p:blipFill>
              <p:spPr>
                <a:xfrm>
                  <a:off x="2514467" y="5462356"/>
                  <a:ext cx="2253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251923" name="墨迹 251922">
                  <a:extLst>
                    <a:ext uri="{FF2B5EF4-FFF2-40B4-BE49-F238E27FC236}">
                      <a16:creationId xmlns:a16="http://schemas.microsoft.com/office/drawing/2014/main" id="{7E15BE21-8DA4-A175-1B93-D8D6F2898625}"/>
                    </a:ext>
                  </a:extLst>
                </p14:cNvPr>
                <p14:cNvContentPartPr/>
                <p14:nvPr/>
              </p14:nvContentPartPr>
              <p14:xfrm>
                <a:off x="2562707" y="5550196"/>
                <a:ext cx="145080" cy="56520"/>
              </p14:xfrm>
            </p:contentPart>
          </mc:Choice>
          <mc:Fallback xmlns="">
            <p:pic>
              <p:nvPicPr>
                <p:cNvPr id="251923" name="墨迹 251922">
                  <a:extLst>
                    <a:ext uri="{FF2B5EF4-FFF2-40B4-BE49-F238E27FC236}">
                      <a16:creationId xmlns:a16="http://schemas.microsoft.com/office/drawing/2014/main" id="{7E15BE21-8DA4-A175-1B93-D8D6F2898625}"/>
                    </a:ext>
                  </a:extLst>
                </p:cNvPr>
                <p:cNvPicPr/>
                <p:nvPr/>
              </p:nvPicPr>
              <p:blipFill>
                <a:blip r:embed="rId137"/>
                <a:stretch>
                  <a:fillRect/>
                </a:stretch>
              </p:blipFill>
              <p:spPr>
                <a:xfrm>
                  <a:off x="2544707" y="5532556"/>
                  <a:ext cx="180720" cy="9216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251924" name="墨迹 251923">
                  <a:extLst>
                    <a:ext uri="{FF2B5EF4-FFF2-40B4-BE49-F238E27FC236}">
                      <a16:creationId xmlns:a16="http://schemas.microsoft.com/office/drawing/2014/main" id="{193C7896-699D-67B7-4DF6-AA170944CAB0}"/>
                    </a:ext>
                  </a:extLst>
                </p14:cNvPr>
                <p14:cNvContentPartPr/>
                <p14:nvPr/>
              </p14:nvContentPartPr>
              <p14:xfrm>
                <a:off x="2597987" y="5401876"/>
                <a:ext cx="49320" cy="396000"/>
              </p14:xfrm>
            </p:contentPart>
          </mc:Choice>
          <mc:Fallback xmlns="">
            <p:pic>
              <p:nvPicPr>
                <p:cNvPr id="251924" name="墨迹 251923">
                  <a:extLst>
                    <a:ext uri="{FF2B5EF4-FFF2-40B4-BE49-F238E27FC236}">
                      <a16:creationId xmlns:a16="http://schemas.microsoft.com/office/drawing/2014/main" id="{193C7896-699D-67B7-4DF6-AA170944CAB0}"/>
                    </a:ext>
                  </a:extLst>
                </p:cNvPr>
                <p:cNvPicPr/>
                <p:nvPr/>
              </p:nvPicPr>
              <p:blipFill>
                <a:blip r:embed="rId139"/>
                <a:stretch>
                  <a:fillRect/>
                </a:stretch>
              </p:blipFill>
              <p:spPr>
                <a:xfrm>
                  <a:off x="2580347" y="5384236"/>
                  <a:ext cx="84960" cy="43164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251925" name="墨迹 251924">
                  <a:extLst>
                    <a:ext uri="{FF2B5EF4-FFF2-40B4-BE49-F238E27FC236}">
                      <a16:creationId xmlns:a16="http://schemas.microsoft.com/office/drawing/2014/main" id="{160A13DD-91D6-4108-08DD-8D4AD6F2C336}"/>
                    </a:ext>
                  </a:extLst>
                </p14:cNvPr>
                <p14:cNvContentPartPr/>
                <p14:nvPr/>
              </p14:nvContentPartPr>
              <p14:xfrm>
                <a:off x="2417987" y="5805076"/>
                <a:ext cx="211680" cy="48960"/>
              </p14:xfrm>
            </p:contentPart>
          </mc:Choice>
          <mc:Fallback xmlns="">
            <p:pic>
              <p:nvPicPr>
                <p:cNvPr id="251925" name="墨迹 251924">
                  <a:extLst>
                    <a:ext uri="{FF2B5EF4-FFF2-40B4-BE49-F238E27FC236}">
                      <a16:creationId xmlns:a16="http://schemas.microsoft.com/office/drawing/2014/main" id="{160A13DD-91D6-4108-08DD-8D4AD6F2C336}"/>
                    </a:ext>
                  </a:extLst>
                </p:cNvPr>
                <p:cNvPicPr/>
                <p:nvPr/>
              </p:nvPicPr>
              <p:blipFill>
                <a:blip r:embed="rId141"/>
                <a:stretch>
                  <a:fillRect/>
                </a:stretch>
              </p:blipFill>
              <p:spPr>
                <a:xfrm>
                  <a:off x="2400347" y="5787076"/>
                  <a:ext cx="24732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251926" name="墨迹 251925">
                  <a:extLst>
                    <a:ext uri="{FF2B5EF4-FFF2-40B4-BE49-F238E27FC236}">
                      <a16:creationId xmlns:a16="http://schemas.microsoft.com/office/drawing/2014/main" id="{7D5C3297-DD6C-6ADB-631D-A33E32B27114}"/>
                    </a:ext>
                  </a:extLst>
                </p14:cNvPr>
                <p14:cNvContentPartPr/>
                <p14:nvPr/>
              </p14:nvContentPartPr>
              <p14:xfrm>
                <a:off x="2748827" y="5474956"/>
                <a:ext cx="278640" cy="156240"/>
              </p14:xfrm>
            </p:contentPart>
          </mc:Choice>
          <mc:Fallback xmlns="">
            <p:pic>
              <p:nvPicPr>
                <p:cNvPr id="251926" name="墨迹 251925">
                  <a:extLst>
                    <a:ext uri="{FF2B5EF4-FFF2-40B4-BE49-F238E27FC236}">
                      <a16:creationId xmlns:a16="http://schemas.microsoft.com/office/drawing/2014/main" id="{7D5C3297-DD6C-6ADB-631D-A33E32B27114}"/>
                    </a:ext>
                  </a:extLst>
                </p:cNvPr>
                <p:cNvPicPr/>
                <p:nvPr/>
              </p:nvPicPr>
              <p:blipFill>
                <a:blip r:embed="rId143"/>
                <a:stretch>
                  <a:fillRect/>
                </a:stretch>
              </p:blipFill>
              <p:spPr>
                <a:xfrm>
                  <a:off x="2731187" y="5456956"/>
                  <a:ext cx="31428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251927" name="墨迹 251926">
                  <a:extLst>
                    <a:ext uri="{FF2B5EF4-FFF2-40B4-BE49-F238E27FC236}">
                      <a16:creationId xmlns:a16="http://schemas.microsoft.com/office/drawing/2014/main" id="{A384FDBD-D6B5-1621-1A4C-D48DAD86F6F1}"/>
                    </a:ext>
                  </a:extLst>
                </p14:cNvPr>
                <p14:cNvContentPartPr/>
                <p14:nvPr/>
              </p14:nvContentPartPr>
              <p14:xfrm>
                <a:off x="2807867" y="5425996"/>
                <a:ext cx="337680" cy="534240"/>
              </p14:xfrm>
            </p:contentPart>
          </mc:Choice>
          <mc:Fallback xmlns="">
            <p:pic>
              <p:nvPicPr>
                <p:cNvPr id="251927" name="墨迹 251926">
                  <a:extLst>
                    <a:ext uri="{FF2B5EF4-FFF2-40B4-BE49-F238E27FC236}">
                      <a16:creationId xmlns:a16="http://schemas.microsoft.com/office/drawing/2014/main" id="{A384FDBD-D6B5-1621-1A4C-D48DAD86F6F1}"/>
                    </a:ext>
                  </a:extLst>
                </p:cNvPr>
                <p:cNvPicPr/>
                <p:nvPr/>
              </p:nvPicPr>
              <p:blipFill>
                <a:blip r:embed="rId145"/>
                <a:stretch>
                  <a:fillRect/>
                </a:stretch>
              </p:blipFill>
              <p:spPr>
                <a:xfrm>
                  <a:off x="2790227" y="5408356"/>
                  <a:ext cx="373320" cy="569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251928" name="墨迹 251927">
                  <a:extLst>
                    <a:ext uri="{FF2B5EF4-FFF2-40B4-BE49-F238E27FC236}">
                      <a16:creationId xmlns:a16="http://schemas.microsoft.com/office/drawing/2014/main" id="{A2EF8B64-58F7-EDDE-274F-63F60AA79238}"/>
                    </a:ext>
                  </a:extLst>
                </p14:cNvPr>
                <p14:cNvContentPartPr/>
                <p14:nvPr/>
              </p14:nvContentPartPr>
              <p14:xfrm>
                <a:off x="2969867" y="5311876"/>
                <a:ext cx="140400" cy="217080"/>
              </p14:xfrm>
            </p:contentPart>
          </mc:Choice>
          <mc:Fallback xmlns="">
            <p:pic>
              <p:nvPicPr>
                <p:cNvPr id="251928" name="墨迹 251927">
                  <a:extLst>
                    <a:ext uri="{FF2B5EF4-FFF2-40B4-BE49-F238E27FC236}">
                      <a16:creationId xmlns:a16="http://schemas.microsoft.com/office/drawing/2014/main" id="{A2EF8B64-58F7-EDDE-274F-63F60AA79238}"/>
                    </a:ext>
                  </a:extLst>
                </p:cNvPr>
                <p:cNvPicPr/>
                <p:nvPr/>
              </p:nvPicPr>
              <p:blipFill>
                <a:blip r:embed="rId147"/>
                <a:stretch>
                  <a:fillRect/>
                </a:stretch>
              </p:blipFill>
              <p:spPr>
                <a:xfrm>
                  <a:off x="2952227" y="5293876"/>
                  <a:ext cx="176040" cy="25272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251929" name="墨迹 251928">
                  <a:extLst>
                    <a:ext uri="{FF2B5EF4-FFF2-40B4-BE49-F238E27FC236}">
                      <a16:creationId xmlns:a16="http://schemas.microsoft.com/office/drawing/2014/main" id="{3C55D619-6119-5C18-E8E6-8E4FD69BF29C}"/>
                    </a:ext>
                  </a:extLst>
                </p14:cNvPr>
                <p14:cNvContentPartPr/>
                <p14:nvPr/>
              </p14:nvContentPartPr>
              <p14:xfrm>
                <a:off x="2923067" y="5534356"/>
                <a:ext cx="25560" cy="180720"/>
              </p14:xfrm>
            </p:contentPart>
          </mc:Choice>
          <mc:Fallback xmlns="">
            <p:pic>
              <p:nvPicPr>
                <p:cNvPr id="251929" name="墨迹 251928">
                  <a:extLst>
                    <a:ext uri="{FF2B5EF4-FFF2-40B4-BE49-F238E27FC236}">
                      <a16:creationId xmlns:a16="http://schemas.microsoft.com/office/drawing/2014/main" id="{3C55D619-6119-5C18-E8E6-8E4FD69BF29C}"/>
                    </a:ext>
                  </a:extLst>
                </p:cNvPr>
                <p:cNvPicPr/>
                <p:nvPr/>
              </p:nvPicPr>
              <p:blipFill>
                <a:blip r:embed="rId149"/>
                <a:stretch>
                  <a:fillRect/>
                </a:stretch>
              </p:blipFill>
              <p:spPr>
                <a:xfrm>
                  <a:off x="2905067" y="5516356"/>
                  <a:ext cx="61200" cy="2163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251930" name="墨迹 251929">
                  <a:extLst>
                    <a:ext uri="{FF2B5EF4-FFF2-40B4-BE49-F238E27FC236}">
                      <a16:creationId xmlns:a16="http://schemas.microsoft.com/office/drawing/2014/main" id="{DD3F06CB-C8D3-E206-2975-F67C2B6C0F23}"/>
                    </a:ext>
                  </a:extLst>
                </p14:cNvPr>
                <p14:cNvContentPartPr/>
                <p14:nvPr/>
              </p14:nvContentPartPr>
              <p14:xfrm>
                <a:off x="3025667" y="5569276"/>
                <a:ext cx="178200" cy="43200"/>
              </p14:xfrm>
            </p:contentPart>
          </mc:Choice>
          <mc:Fallback xmlns="">
            <p:pic>
              <p:nvPicPr>
                <p:cNvPr id="251930" name="墨迹 251929">
                  <a:extLst>
                    <a:ext uri="{FF2B5EF4-FFF2-40B4-BE49-F238E27FC236}">
                      <a16:creationId xmlns:a16="http://schemas.microsoft.com/office/drawing/2014/main" id="{DD3F06CB-C8D3-E206-2975-F67C2B6C0F23}"/>
                    </a:ext>
                  </a:extLst>
                </p:cNvPr>
                <p:cNvPicPr/>
                <p:nvPr/>
              </p:nvPicPr>
              <p:blipFill>
                <a:blip r:embed="rId151"/>
                <a:stretch>
                  <a:fillRect/>
                </a:stretch>
              </p:blipFill>
              <p:spPr>
                <a:xfrm>
                  <a:off x="3008027" y="5551276"/>
                  <a:ext cx="213840" cy="788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251931" name="墨迹 251930">
                  <a:extLst>
                    <a:ext uri="{FF2B5EF4-FFF2-40B4-BE49-F238E27FC236}">
                      <a16:creationId xmlns:a16="http://schemas.microsoft.com/office/drawing/2014/main" id="{3E44F698-058A-6A5E-80F3-11DE1BD84EBD}"/>
                    </a:ext>
                  </a:extLst>
                </p14:cNvPr>
                <p14:cNvContentPartPr/>
                <p14:nvPr/>
              </p14:nvContentPartPr>
              <p14:xfrm>
                <a:off x="2646947" y="5697436"/>
                <a:ext cx="778320" cy="162000"/>
              </p14:xfrm>
            </p:contentPart>
          </mc:Choice>
          <mc:Fallback xmlns="">
            <p:pic>
              <p:nvPicPr>
                <p:cNvPr id="251931" name="墨迹 251930">
                  <a:extLst>
                    <a:ext uri="{FF2B5EF4-FFF2-40B4-BE49-F238E27FC236}">
                      <a16:creationId xmlns:a16="http://schemas.microsoft.com/office/drawing/2014/main" id="{3E44F698-058A-6A5E-80F3-11DE1BD84EBD}"/>
                    </a:ext>
                  </a:extLst>
                </p:cNvPr>
                <p:cNvPicPr/>
                <p:nvPr/>
              </p:nvPicPr>
              <p:blipFill>
                <a:blip r:embed="rId153"/>
                <a:stretch>
                  <a:fillRect/>
                </a:stretch>
              </p:blipFill>
              <p:spPr>
                <a:xfrm>
                  <a:off x="2628947" y="5679796"/>
                  <a:ext cx="813960" cy="1976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251932" name="墨迹 251931">
                  <a:extLst>
                    <a:ext uri="{FF2B5EF4-FFF2-40B4-BE49-F238E27FC236}">
                      <a16:creationId xmlns:a16="http://schemas.microsoft.com/office/drawing/2014/main" id="{100E0431-29C4-E3F0-90E3-96C3F367A9A3}"/>
                    </a:ext>
                  </a:extLst>
                </p14:cNvPr>
                <p14:cNvContentPartPr/>
                <p14:nvPr/>
              </p14:nvContentPartPr>
              <p14:xfrm>
                <a:off x="2937467" y="5582236"/>
                <a:ext cx="22320" cy="383040"/>
              </p14:xfrm>
            </p:contentPart>
          </mc:Choice>
          <mc:Fallback xmlns="">
            <p:pic>
              <p:nvPicPr>
                <p:cNvPr id="251932" name="墨迹 251931">
                  <a:extLst>
                    <a:ext uri="{FF2B5EF4-FFF2-40B4-BE49-F238E27FC236}">
                      <a16:creationId xmlns:a16="http://schemas.microsoft.com/office/drawing/2014/main" id="{100E0431-29C4-E3F0-90E3-96C3F367A9A3}"/>
                    </a:ext>
                  </a:extLst>
                </p:cNvPr>
                <p:cNvPicPr/>
                <p:nvPr/>
              </p:nvPicPr>
              <p:blipFill>
                <a:blip r:embed="rId155"/>
                <a:stretch>
                  <a:fillRect/>
                </a:stretch>
              </p:blipFill>
              <p:spPr>
                <a:xfrm>
                  <a:off x="2919827" y="5564596"/>
                  <a:ext cx="57960" cy="418680"/>
                </a:xfrm>
                <a:prstGeom prst="rect">
                  <a:avLst/>
                </a:prstGeom>
              </p:spPr>
            </p:pic>
          </mc:Fallback>
        </mc:AlternateContent>
        <mc:AlternateContent xmlns:mc="http://schemas.openxmlformats.org/markup-compatibility/2006" xmlns:p14="http://schemas.microsoft.com/office/powerpoint/2010/main">
          <mc:Choice Requires="p14">
            <p:contentPart p14:bwMode="auto" r:id="rId156">
              <p14:nvContentPartPr>
                <p14:cNvPr id="251933" name="墨迹 251932">
                  <a:extLst>
                    <a:ext uri="{FF2B5EF4-FFF2-40B4-BE49-F238E27FC236}">
                      <a16:creationId xmlns:a16="http://schemas.microsoft.com/office/drawing/2014/main" id="{07A47EEC-2B5F-ED35-24E2-E5AF40792089}"/>
                    </a:ext>
                  </a:extLst>
                </p14:cNvPr>
                <p14:cNvContentPartPr/>
                <p14:nvPr/>
              </p14:nvContentPartPr>
              <p14:xfrm>
                <a:off x="2989667" y="5781316"/>
                <a:ext cx="433440" cy="210960"/>
              </p14:xfrm>
            </p:contentPart>
          </mc:Choice>
          <mc:Fallback xmlns="">
            <p:pic>
              <p:nvPicPr>
                <p:cNvPr id="251933" name="墨迹 251932">
                  <a:extLst>
                    <a:ext uri="{FF2B5EF4-FFF2-40B4-BE49-F238E27FC236}">
                      <a16:creationId xmlns:a16="http://schemas.microsoft.com/office/drawing/2014/main" id="{07A47EEC-2B5F-ED35-24E2-E5AF40792089}"/>
                    </a:ext>
                  </a:extLst>
                </p:cNvPr>
                <p:cNvPicPr/>
                <p:nvPr/>
              </p:nvPicPr>
              <p:blipFill>
                <a:blip r:embed="rId157"/>
                <a:stretch>
                  <a:fillRect/>
                </a:stretch>
              </p:blipFill>
              <p:spPr>
                <a:xfrm>
                  <a:off x="2972027" y="5763316"/>
                  <a:ext cx="469080" cy="246600"/>
                </a:xfrm>
                <a:prstGeom prst="rect">
                  <a:avLst/>
                </a:prstGeom>
              </p:spPr>
            </p:pic>
          </mc:Fallback>
        </mc:AlternateContent>
        <mc:AlternateContent xmlns:mc="http://schemas.openxmlformats.org/markup-compatibility/2006" xmlns:p14="http://schemas.microsoft.com/office/powerpoint/2010/main">
          <mc:Choice Requires="p14">
            <p:contentPart p14:bwMode="auto" r:id="rId158">
              <p14:nvContentPartPr>
                <p14:cNvPr id="251934" name="墨迹 251933">
                  <a:extLst>
                    <a:ext uri="{FF2B5EF4-FFF2-40B4-BE49-F238E27FC236}">
                      <a16:creationId xmlns:a16="http://schemas.microsoft.com/office/drawing/2014/main" id="{7025E9E1-C34C-0638-603D-4B5F99CD84E8}"/>
                    </a:ext>
                  </a:extLst>
                </p14:cNvPr>
                <p14:cNvContentPartPr/>
                <p14:nvPr/>
              </p14:nvContentPartPr>
              <p14:xfrm>
                <a:off x="3398627" y="5357956"/>
                <a:ext cx="354240" cy="218880"/>
              </p14:xfrm>
            </p:contentPart>
          </mc:Choice>
          <mc:Fallback xmlns="">
            <p:pic>
              <p:nvPicPr>
                <p:cNvPr id="251934" name="墨迹 251933">
                  <a:extLst>
                    <a:ext uri="{FF2B5EF4-FFF2-40B4-BE49-F238E27FC236}">
                      <a16:creationId xmlns:a16="http://schemas.microsoft.com/office/drawing/2014/main" id="{7025E9E1-C34C-0638-603D-4B5F99CD84E8}"/>
                    </a:ext>
                  </a:extLst>
                </p:cNvPr>
                <p:cNvPicPr/>
                <p:nvPr/>
              </p:nvPicPr>
              <p:blipFill>
                <a:blip r:embed="rId159"/>
                <a:stretch>
                  <a:fillRect/>
                </a:stretch>
              </p:blipFill>
              <p:spPr>
                <a:xfrm>
                  <a:off x="3380627" y="5340316"/>
                  <a:ext cx="389880" cy="2545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251935" name="墨迹 251934">
                  <a:extLst>
                    <a:ext uri="{FF2B5EF4-FFF2-40B4-BE49-F238E27FC236}">
                      <a16:creationId xmlns:a16="http://schemas.microsoft.com/office/drawing/2014/main" id="{E3617F53-E08B-43EE-8D7D-333363ED68FE}"/>
                    </a:ext>
                  </a:extLst>
                </p14:cNvPr>
                <p14:cNvContentPartPr/>
                <p14:nvPr/>
              </p14:nvContentPartPr>
              <p14:xfrm>
                <a:off x="3591227" y="5197756"/>
                <a:ext cx="308520" cy="961200"/>
              </p14:xfrm>
            </p:contentPart>
          </mc:Choice>
          <mc:Fallback xmlns="">
            <p:pic>
              <p:nvPicPr>
                <p:cNvPr id="251935" name="墨迹 251934">
                  <a:extLst>
                    <a:ext uri="{FF2B5EF4-FFF2-40B4-BE49-F238E27FC236}">
                      <a16:creationId xmlns:a16="http://schemas.microsoft.com/office/drawing/2014/main" id="{E3617F53-E08B-43EE-8D7D-333363ED68FE}"/>
                    </a:ext>
                  </a:extLst>
                </p:cNvPr>
                <p:cNvPicPr/>
                <p:nvPr/>
              </p:nvPicPr>
              <p:blipFill>
                <a:blip r:embed="rId161"/>
                <a:stretch>
                  <a:fillRect/>
                </a:stretch>
              </p:blipFill>
              <p:spPr>
                <a:xfrm>
                  <a:off x="3573587" y="5179756"/>
                  <a:ext cx="344160" cy="9968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251936" name="墨迹 251935">
                  <a:extLst>
                    <a:ext uri="{FF2B5EF4-FFF2-40B4-BE49-F238E27FC236}">
                      <a16:creationId xmlns:a16="http://schemas.microsoft.com/office/drawing/2014/main" id="{08546621-1BE3-1035-7074-3D469E2FF28B}"/>
                    </a:ext>
                  </a:extLst>
                </p14:cNvPr>
                <p14:cNvContentPartPr/>
                <p14:nvPr/>
              </p14:nvContentPartPr>
              <p14:xfrm>
                <a:off x="3747467" y="5311876"/>
                <a:ext cx="6840" cy="65520"/>
              </p14:xfrm>
            </p:contentPart>
          </mc:Choice>
          <mc:Fallback xmlns="">
            <p:pic>
              <p:nvPicPr>
                <p:cNvPr id="251936" name="墨迹 251935">
                  <a:extLst>
                    <a:ext uri="{FF2B5EF4-FFF2-40B4-BE49-F238E27FC236}">
                      <a16:creationId xmlns:a16="http://schemas.microsoft.com/office/drawing/2014/main" id="{08546621-1BE3-1035-7074-3D469E2FF28B}"/>
                    </a:ext>
                  </a:extLst>
                </p:cNvPr>
                <p:cNvPicPr/>
                <p:nvPr/>
              </p:nvPicPr>
              <p:blipFill>
                <a:blip r:embed="rId163"/>
                <a:stretch>
                  <a:fillRect/>
                </a:stretch>
              </p:blipFill>
              <p:spPr>
                <a:xfrm>
                  <a:off x="3729827" y="5293876"/>
                  <a:ext cx="4248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251937" name="墨迹 251936">
                  <a:extLst>
                    <a:ext uri="{FF2B5EF4-FFF2-40B4-BE49-F238E27FC236}">
                      <a16:creationId xmlns:a16="http://schemas.microsoft.com/office/drawing/2014/main" id="{39636DC2-99EA-CD08-1E24-723066CF01CF}"/>
                    </a:ext>
                  </a:extLst>
                </p14:cNvPr>
                <p14:cNvContentPartPr/>
                <p14:nvPr/>
              </p14:nvContentPartPr>
              <p14:xfrm>
                <a:off x="3495107" y="5681596"/>
                <a:ext cx="83880" cy="33480"/>
              </p14:xfrm>
            </p:contentPart>
          </mc:Choice>
          <mc:Fallback xmlns="">
            <p:pic>
              <p:nvPicPr>
                <p:cNvPr id="251937" name="墨迹 251936">
                  <a:extLst>
                    <a:ext uri="{FF2B5EF4-FFF2-40B4-BE49-F238E27FC236}">
                      <a16:creationId xmlns:a16="http://schemas.microsoft.com/office/drawing/2014/main" id="{39636DC2-99EA-CD08-1E24-723066CF01CF}"/>
                    </a:ext>
                  </a:extLst>
                </p:cNvPr>
                <p:cNvPicPr/>
                <p:nvPr/>
              </p:nvPicPr>
              <p:blipFill>
                <a:blip r:embed="rId165"/>
                <a:stretch>
                  <a:fillRect/>
                </a:stretch>
              </p:blipFill>
              <p:spPr>
                <a:xfrm>
                  <a:off x="3477467" y="5663596"/>
                  <a:ext cx="11952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66">
              <p14:nvContentPartPr>
                <p14:cNvPr id="251938" name="墨迹 251937">
                  <a:extLst>
                    <a:ext uri="{FF2B5EF4-FFF2-40B4-BE49-F238E27FC236}">
                      <a16:creationId xmlns:a16="http://schemas.microsoft.com/office/drawing/2014/main" id="{FCC2E73D-3D31-85F2-D411-3DE9CF2A1E44}"/>
                    </a:ext>
                  </a:extLst>
                </p14:cNvPr>
                <p14:cNvContentPartPr/>
                <p14:nvPr/>
              </p14:nvContentPartPr>
              <p14:xfrm>
                <a:off x="3510947" y="5726956"/>
                <a:ext cx="44640" cy="141840"/>
              </p14:xfrm>
            </p:contentPart>
          </mc:Choice>
          <mc:Fallback xmlns="">
            <p:pic>
              <p:nvPicPr>
                <p:cNvPr id="251938" name="墨迹 251937">
                  <a:extLst>
                    <a:ext uri="{FF2B5EF4-FFF2-40B4-BE49-F238E27FC236}">
                      <a16:creationId xmlns:a16="http://schemas.microsoft.com/office/drawing/2014/main" id="{FCC2E73D-3D31-85F2-D411-3DE9CF2A1E44}"/>
                    </a:ext>
                  </a:extLst>
                </p:cNvPr>
                <p:cNvPicPr/>
                <p:nvPr/>
              </p:nvPicPr>
              <p:blipFill>
                <a:blip r:embed="rId167"/>
                <a:stretch>
                  <a:fillRect/>
                </a:stretch>
              </p:blipFill>
              <p:spPr>
                <a:xfrm>
                  <a:off x="3492947" y="5708956"/>
                  <a:ext cx="802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251940" name="墨迹 251939">
                  <a:extLst>
                    <a:ext uri="{FF2B5EF4-FFF2-40B4-BE49-F238E27FC236}">
                      <a16:creationId xmlns:a16="http://schemas.microsoft.com/office/drawing/2014/main" id="{59F0FFA8-D317-AFF6-05A7-89FC983EC945}"/>
                    </a:ext>
                  </a:extLst>
                </p14:cNvPr>
                <p14:cNvContentPartPr/>
                <p14:nvPr/>
              </p14:nvContentPartPr>
              <p14:xfrm>
                <a:off x="3302507" y="5799676"/>
                <a:ext cx="325080" cy="144360"/>
              </p14:xfrm>
            </p:contentPart>
          </mc:Choice>
          <mc:Fallback xmlns="">
            <p:pic>
              <p:nvPicPr>
                <p:cNvPr id="251940" name="墨迹 251939">
                  <a:extLst>
                    <a:ext uri="{FF2B5EF4-FFF2-40B4-BE49-F238E27FC236}">
                      <a16:creationId xmlns:a16="http://schemas.microsoft.com/office/drawing/2014/main" id="{59F0FFA8-D317-AFF6-05A7-89FC983EC945}"/>
                    </a:ext>
                  </a:extLst>
                </p:cNvPr>
                <p:cNvPicPr/>
                <p:nvPr/>
              </p:nvPicPr>
              <p:blipFill>
                <a:blip r:embed="rId169"/>
                <a:stretch>
                  <a:fillRect/>
                </a:stretch>
              </p:blipFill>
              <p:spPr>
                <a:xfrm>
                  <a:off x="3284507" y="5781676"/>
                  <a:ext cx="3607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251941" name="墨迹 251940">
                  <a:extLst>
                    <a:ext uri="{FF2B5EF4-FFF2-40B4-BE49-F238E27FC236}">
                      <a16:creationId xmlns:a16="http://schemas.microsoft.com/office/drawing/2014/main" id="{5C8F710B-0EF9-93CC-9E60-67BE6232C376}"/>
                    </a:ext>
                  </a:extLst>
                </p14:cNvPr>
                <p14:cNvContentPartPr/>
                <p14:nvPr/>
              </p14:nvContentPartPr>
              <p14:xfrm>
                <a:off x="3981107" y="5317636"/>
                <a:ext cx="139680" cy="581760"/>
              </p14:xfrm>
            </p:contentPart>
          </mc:Choice>
          <mc:Fallback xmlns="">
            <p:pic>
              <p:nvPicPr>
                <p:cNvPr id="251941" name="墨迹 251940">
                  <a:extLst>
                    <a:ext uri="{FF2B5EF4-FFF2-40B4-BE49-F238E27FC236}">
                      <a16:creationId xmlns:a16="http://schemas.microsoft.com/office/drawing/2014/main" id="{5C8F710B-0EF9-93CC-9E60-67BE6232C376}"/>
                    </a:ext>
                  </a:extLst>
                </p:cNvPr>
                <p:cNvPicPr/>
                <p:nvPr/>
              </p:nvPicPr>
              <p:blipFill>
                <a:blip r:embed="rId171"/>
                <a:stretch>
                  <a:fillRect/>
                </a:stretch>
              </p:blipFill>
              <p:spPr>
                <a:xfrm>
                  <a:off x="3963467" y="5299996"/>
                  <a:ext cx="175320" cy="61740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251942" name="墨迹 251941">
                  <a:extLst>
                    <a:ext uri="{FF2B5EF4-FFF2-40B4-BE49-F238E27FC236}">
                      <a16:creationId xmlns:a16="http://schemas.microsoft.com/office/drawing/2014/main" id="{4BDFD8E5-E850-E5E5-638C-9B32B5B1FDC5}"/>
                    </a:ext>
                  </a:extLst>
                </p14:cNvPr>
                <p14:cNvContentPartPr/>
                <p14:nvPr/>
              </p14:nvContentPartPr>
              <p14:xfrm>
                <a:off x="4090547" y="5425996"/>
                <a:ext cx="106200" cy="445680"/>
              </p14:xfrm>
            </p:contentPart>
          </mc:Choice>
          <mc:Fallback xmlns="">
            <p:pic>
              <p:nvPicPr>
                <p:cNvPr id="251942" name="墨迹 251941">
                  <a:extLst>
                    <a:ext uri="{FF2B5EF4-FFF2-40B4-BE49-F238E27FC236}">
                      <a16:creationId xmlns:a16="http://schemas.microsoft.com/office/drawing/2014/main" id="{4BDFD8E5-E850-E5E5-638C-9B32B5B1FDC5}"/>
                    </a:ext>
                  </a:extLst>
                </p:cNvPr>
                <p:cNvPicPr/>
                <p:nvPr/>
              </p:nvPicPr>
              <p:blipFill>
                <a:blip r:embed="rId173"/>
                <a:stretch>
                  <a:fillRect/>
                </a:stretch>
              </p:blipFill>
              <p:spPr>
                <a:xfrm>
                  <a:off x="4072907" y="5408356"/>
                  <a:ext cx="141840" cy="481320"/>
                </a:xfrm>
                <a:prstGeom prst="rect">
                  <a:avLst/>
                </a:prstGeom>
              </p:spPr>
            </p:pic>
          </mc:Fallback>
        </mc:AlternateContent>
        <mc:AlternateContent xmlns:mc="http://schemas.openxmlformats.org/markup-compatibility/2006" xmlns:p14="http://schemas.microsoft.com/office/powerpoint/2010/main">
          <mc:Choice Requires="p14">
            <p:contentPart p14:bwMode="auto" r:id="rId174">
              <p14:nvContentPartPr>
                <p14:cNvPr id="251943" name="墨迹 251942">
                  <a:extLst>
                    <a:ext uri="{FF2B5EF4-FFF2-40B4-BE49-F238E27FC236}">
                      <a16:creationId xmlns:a16="http://schemas.microsoft.com/office/drawing/2014/main" id="{9E218F2C-687A-86AC-9D19-8D6836466F68}"/>
                    </a:ext>
                  </a:extLst>
                </p14:cNvPr>
                <p14:cNvContentPartPr/>
                <p14:nvPr/>
              </p14:nvContentPartPr>
              <p14:xfrm>
                <a:off x="4036547" y="5713636"/>
                <a:ext cx="185400" cy="37800"/>
              </p14:xfrm>
            </p:contentPart>
          </mc:Choice>
          <mc:Fallback xmlns="">
            <p:pic>
              <p:nvPicPr>
                <p:cNvPr id="251943" name="墨迹 251942">
                  <a:extLst>
                    <a:ext uri="{FF2B5EF4-FFF2-40B4-BE49-F238E27FC236}">
                      <a16:creationId xmlns:a16="http://schemas.microsoft.com/office/drawing/2014/main" id="{9E218F2C-687A-86AC-9D19-8D6836466F68}"/>
                    </a:ext>
                  </a:extLst>
                </p:cNvPr>
                <p:cNvPicPr/>
                <p:nvPr/>
              </p:nvPicPr>
              <p:blipFill>
                <a:blip r:embed="rId175"/>
                <a:stretch>
                  <a:fillRect/>
                </a:stretch>
              </p:blipFill>
              <p:spPr>
                <a:xfrm>
                  <a:off x="4018547" y="5695636"/>
                  <a:ext cx="221040" cy="73440"/>
                </a:xfrm>
                <a:prstGeom prst="rect">
                  <a:avLst/>
                </a:prstGeom>
              </p:spPr>
            </p:pic>
          </mc:Fallback>
        </mc:AlternateContent>
        <mc:AlternateContent xmlns:mc="http://schemas.openxmlformats.org/markup-compatibility/2006" xmlns:p14="http://schemas.microsoft.com/office/powerpoint/2010/main">
          <mc:Choice Requires="p14">
            <p:contentPart p14:bwMode="auto" r:id="rId176">
              <p14:nvContentPartPr>
                <p14:cNvPr id="251944" name="墨迹 251943">
                  <a:extLst>
                    <a:ext uri="{FF2B5EF4-FFF2-40B4-BE49-F238E27FC236}">
                      <a16:creationId xmlns:a16="http://schemas.microsoft.com/office/drawing/2014/main" id="{70E42EED-5914-CECE-CCA4-241519BC7172}"/>
                    </a:ext>
                  </a:extLst>
                </p14:cNvPr>
                <p14:cNvContentPartPr/>
                <p14:nvPr/>
              </p14:nvContentPartPr>
              <p14:xfrm>
                <a:off x="4270907" y="5636596"/>
                <a:ext cx="17280" cy="196200"/>
              </p14:xfrm>
            </p:contentPart>
          </mc:Choice>
          <mc:Fallback xmlns="">
            <p:pic>
              <p:nvPicPr>
                <p:cNvPr id="251944" name="墨迹 251943">
                  <a:extLst>
                    <a:ext uri="{FF2B5EF4-FFF2-40B4-BE49-F238E27FC236}">
                      <a16:creationId xmlns:a16="http://schemas.microsoft.com/office/drawing/2014/main" id="{70E42EED-5914-CECE-CCA4-241519BC7172}"/>
                    </a:ext>
                  </a:extLst>
                </p:cNvPr>
                <p:cNvPicPr/>
                <p:nvPr/>
              </p:nvPicPr>
              <p:blipFill>
                <a:blip r:embed="rId177"/>
                <a:stretch>
                  <a:fillRect/>
                </a:stretch>
              </p:blipFill>
              <p:spPr>
                <a:xfrm>
                  <a:off x="4253267" y="5618596"/>
                  <a:ext cx="52920" cy="23184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251945" name="墨迹 251944">
                  <a:extLst>
                    <a:ext uri="{FF2B5EF4-FFF2-40B4-BE49-F238E27FC236}">
                      <a16:creationId xmlns:a16="http://schemas.microsoft.com/office/drawing/2014/main" id="{7386E549-C47D-361D-8767-73454A914B8B}"/>
                    </a:ext>
                  </a:extLst>
                </p14:cNvPr>
                <p14:cNvContentPartPr/>
                <p14:nvPr/>
              </p14:nvContentPartPr>
              <p14:xfrm>
                <a:off x="4203587" y="5552356"/>
                <a:ext cx="273240" cy="301680"/>
              </p14:xfrm>
            </p:contentPart>
          </mc:Choice>
          <mc:Fallback xmlns="">
            <p:pic>
              <p:nvPicPr>
                <p:cNvPr id="251945" name="墨迹 251944">
                  <a:extLst>
                    <a:ext uri="{FF2B5EF4-FFF2-40B4-BE49-F238E27FC236}">
                      <a16:creationId xmlns:a16="http://schemas.microsoft.com/office/drawing/2014/main" id="{7386E549-C47D-361D-8767-73454A914B8B}"/>
                    </a:ext>
                  </a:extLst>
                </p:cNvPr>
                <p:cNvPicPr/>
                <p:nvPr/>
              </p:nvPicPr>
              <p:blipFill>
                <a:blip r:embed="rId179"/>
                <a:stretch>
                  <a:fillRect/>
                </a:stretch>
              </p:blipFill>
              <p:spPr>
                <a:xfrm>
                  <a:off x="4185587" y="5534356"/>
                  <a:ext cx="308880" cy="33732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251946" name="墨迹 251945">
                  <a:extLst>
                    <a:ext uri="{FF2B5EF4-FFF2-40B4-BE49-F238E27FC236}">
                      <a16:creationId xmlns:a16="http://schemas.microsoft.com/office/drawing/2014/main" id="{1BAE10E3-6103-6B4B-0725-0D235994BD28}"/>
                    </a:ext>
                  </a:extLst>
                </p14:cNvPr>
                <p14:cNvContentPartPr/>
                <p14:nvPr/>
              </p14:nvContentPartPr>
              <p14:xfrm>
                <a:off x="4551707" y="5480356"/>
                <a:ext cx="369360" cy="261000"/>
              </p14:xfrm>
            </p:contentPart>
          </mc:Choice>
          <mc:Fallback xmlns="">
            <p:pic>
              <p:nvPicPr>
                <p:cNvPr id="251946" name="墨迹 251945">
                  <a:extLst>
                    <a:ext uri="{FF2B5EF4-FFF2-40B4-BE49-F238E27FC236}">
                      <a16:creationId xmlns:a16="http://schemas.microsoft.com/office/drawing/2014/main" id="{1BAE10E3-6103-6B4B-0725-0D235994BD28}"/>
                    </a:ext>
                  </a:extLst>
                </p:cNvPr>
                <p:cNvPicPr/>
                <p:nvPr/>
              </p:nvPicPr>
              <p:blipFill>
                <a:blip r:embed="rId181"/>
                <a:stretch>
                  <a:fillRect/>
                </a:stretch>
              </p:blipFill>
              <p:spPr>
                <a:xfrm>
                  <a:off x="4534067" y="5462356"/>
                  <a:ext cx="405000" cy="296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2">
            <p14:nvContentPartPr>
              <p14:cNvPr id="251951" name="墨迹 251950">
                <a:extLst>
                  <a:ext uri="{FF2B5EF4-FFF2-40B4-BE49-F238E27FC236}">
                    <a16:creationId xmlns:a16="http://schemas.microsoft.com/office/drawing/2014/main" id="{025F3868-F65D-C2BA-B505-2B3A067DCEE8}"/>
                  </a:ext>
                </a:extLst>
              </p14:cNvPr>
              <p14:cNvContentPartPr/>
              <p14:nvPr/>
            </p14:nvContentPartPr>
            <p14:xfrm>
              <a:off x="1123720" y="3872640"/>
              <a:ext cx="2165040" cy="64440"/>
            </p14:xfrm>
          </p:contentPart>
        </mc:Choice>
        <mc:Fallback xmlns="">
          <p:pic>
            <p:nvPicPr>
              <p:cNvPr id="251951" name="墨迹 251950">
                <a:extLst>
                  <a:ext uri="{FF2B5EF4-FFF2-40B4-BE49-F238E27FC236}">
                    <a16:creationId xmlns:a16="http://schemas.microsoft.com/office/drawing/2014/main" id="{025F3868-F65D-C2BA-B505-2B3A067DCEE8}"/>
                  </a:ext>
                </a:extLst>
              </p:cNvPr>
              <p:cNvPicPr/>
              <p:nvPr/>
            </p:nvPicPr>
            <p:blipFill>
              <a:blip r:embed="rId183"/>
              <a:stretch>
                <a:fillRect/>
              </a:stretch>
            </p:blipFill>
            <p:spPr>
              <a:xfrm>
                <a:off x="1106080" y="3855000"/>
                <a:ext cx="220068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251952" name="墨迹 251951">
                <a:extLst>
                  <a:ext uri="{FF2B5EF4-FFF2-40B4-BE49-F238E27FC236}">
                    <a16:creationId xmlns:a16="http://schemas.microsoft.com/office/drawing/2014/main" id="{9362505D-E6F8-1A8C-A702-F5C16B5A34BE}"/>
                  </a:ext>
                </a:extLst>
              </p14:cNvPr>
              <p14:cNvContentPartPr/>
              <p14:nvPr/>
            </p14:nvContentPartPr>
            <p14:xfrm>
              <a:off x="1250800" y="2773920"/>
              <a:ext cx="7111440" cy="84240"/>
            </p14:xfrm>
          </p:contentPart>
        </mc:Choice>
        <mc:Fallback xmlns="">
          <p:pic>
            <p:nvPicPr>
              <p:cNvPr id="251952" name="墨迹 251951">
                <a:extLst>
                  <a:ext uri="{FF2B5EF4-FFF2-40B4-BE49-F238E27FC236}">
                    <a16:creationId xmlns:a16="http://schemas.microsoft.com/office/drawing/2014/main" id="{9362505D-E6F8-1A8C-A702-F5C16B5A34BE}"/>
                  </a:ext>
                </a:extLst>
              </p:cNvPr>
              <p:cNvPicPr/>
              <p:nvPr/>
            </p:nvPicPr>
            <p:blipFill>
              <a:blip r:embed="rId185"/>
              <a:stretch>
                <a:fillRect/>
              </a:stretch>
            </p:blipFill>
            <p:spPr>
              <a:xfrm>
                <a:off x="1233160" y="2756280"/>
                <a:ext cx="714708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251953" name="墨迹 251952">
                <a:extLst>
                  <a:ext uri="{FF2B5EF4-FFF2-40B4-BE49-F238E27FC236}">
                    <a16:creationId xmlns:a16="http://schemas.microsoft.com/office/drawing/2014/main" id="{22D1AF3C-7478-406E-64F5-CD88407BB67E}"/>
                  </a:ext>
                </a:extLst>
              </p14:cNvPr>
              <p14:cNvContentPartPr/>
              <p14:nvPr/>
            </p14:nvContentPartPr>
            <p14:xfrm>
              <a:off x="615760" y="3320040"/>
              <a:ext cx="2004480" cy="45360"/>
            </p14:xfrm>
          </p:contentPart>
        </mc:Choice>
        <mc:Fallback xmlns="">
          <p:pic>
            <p:nvPicPr>
              <p:cNvPr id="251953" name="墨迹 251952">
                <a:extLst>
                  <a:ext uri="{FF2B5EF4-FFF2-40B4-BE49-F238E27FC236}">
                    <a16:creationId xmlns:a16="http://schemas.microsoft.com/office/drawing/2014/main" id="{22D1AF3C-7478-406E-64F5-CD88407BB67E}"/>
                  </a:ext>
                </a:extLst>
              </p:cNvPr>
              <p:cNvPicPr/>
              <p:nvPr/>
            </p:nvPicPr>
            <p:blipFill>
              <a:blip r:embed="rId187"/>
              <a:stretch>
                <a:fillRect/>
              </a:stretch>
            </p:blipFill>
            <p:spPr>
              <a:xfrm>
                <a:off x="598120" y="3302400"/>
                <a:ext cx="2040120" cy="8100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251954" name="墨迹 251953">
                <a:extLst>
                  <a:ext uri="{FF2B5EF4-FFF2-40B4-BE49-F238E27FC236}">
                    <a16:creationId xmlns:a16="http://schemas.microsoft.com/office/drawing/2014/main" id="{9A7A44CF-62C1-188E-C01F-418D5C4023C3}"/>
                  </a:ext>
                </a:extLst>
              </p14:cNvPr>
              <p14:cNvContentPartPr/>
              <p14:nvPr/>
            </p14:nvContentPartPr>
            <p14:xfrm>
              <a:off x="3200200" y="3888480"/>
              <a:ext cx="891000" cy="30240"/>
            </p14:xfrm>
          </p:contentPart>
        </mc:Choice>
        <mc:Fallback xmlns="">
          <p:pic>
            <p:nvPicPr>
              <p:cNvPr id="251954" name="墨迹 251953">
                <a:extLst>
                  <a:ext uri="{FF2B5EF4-FFF2-40B4-BE49-F238E27FC236}">
                    <a16:creationId xmlns:a16="http://schemas.microsoft.com/office/drawing/2014/main" id="{9A7A44CF-62C1-188E-C01F-418D5C4023C3}"/>
                  </a:ext>
                </a:extLst>
              </p:cNvPr>
              <p:cNvPicPr/>
              <p:nvPr/>
            </p:nvPicPr>
            <p:blipFill>
              <a:blip r:embed="rId189"/>
              <a:stretch>
                <a:fillRect/>
              </a:stretch>
            </p:blipFill>
            <p:spPr>
              <a:xfrm>
                <a:off x="3182560" y="3870480"/>
                <a:ext cx="9266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251955" name="墨迹 251954">
                <a:extLst>
                  <a:ext uri="{FF2B5EF4-FFF2-40B4-BE49-F238E27FC236}">
                    <a16:creationId xmlns:a16="http://schemas.microsoft.com/office/drawing/2014/main" id="{F98E66ED-3D06-8969-A2AB-B00B2CAF31BC}"/>
                  </a:ext>
                </a:extLst>
              </p14:cNvPr>
              <p14:cNvContentPartPr/>
              <p14:nvPr/>
            </p14:nvContentPartPr>
            <p14:xfrm>
              <a:off x="5181280" y="3821160"/>
              <a:ext cx="1155600" cy="33480"/>
            </p14:xfrm>
          </p:contentPart>
        </mc:Choice>
        <mc:Fallback xmlns="">
          <p:pic>
            <p:nvPicPr>
              <p:cNvPr id="251955" name="墨迹 251954">
                <a:extLst>
                  <a:ext uri="{FF2B5EF4-FFF2-40B4-BE49-F238E27FC236}">
                    <a16:creationId xmlns:a16="http://schemas.microsoft.com/office/drawing/2014/main" id="{F98E66ED-3D06-8969-A2AB-B00B2CAF31BC}"/>
                  </a:ext>
                </a:extLst>
              </p:cNvPr>
              <p:cNvPicPr/>
              <p:nvPr/>
            </p:nvPicPr>
            <p:blipFill>
              <a:blip r:embed="rId191"/>
              <a:stretch>
                <a:fillRect/>
              </a:stretch>
            </p:blipFill>
            <p:spPr>
              <a:xfrm>
                <a:off x="5163640" y="3803520"/>
                <a:ext cx="1191240" cy="6912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251956" name="墨迹 251955">
                <a:extLst>
                  <a:ext uri="{FF2B5EF4-FFF2-40B4-BE49-F238E27FC236}">
                    <a16:creationId xmlns:a16="http://schemas.microsoft.com/office/drawing/2014/main" id="{3BC8660F-1E9E-3D45-A454-DA300B260615}"/>
                  </a:ext>
                </a:extLst>
              </p14:cNvPr>
              <p14:cNvContentPartPr/>
              <p14:nvPr/>
            </p14:nvContentPartPr>
            <p14:xfrm>
              <a:off x="6648280" y="3821880"/>
              <a:ext cx="1072800" cy="13680"/>
            </p14:xfrm>
          </p:contentPart>
        </mc:Choice>
        <mc:Fallback xmlns="">
          <p:pic>
            <p:nvPicPr>
              <p:cNvPr id="251956" name="墨迹 251955">
                <a:extLst>
                  <a:ext uri="{FF2B5EF4-FFF2-40B4-BE49-F238E27FC236}">
                    <a16:creationId xmlns:a16="http://schemas.microsoft.com/office/drawing/2014/main" id="{3BC8660F-1E9E-3D45-A454-DA300B260615}"/>
                  </a:ext>
                </a:extLst>
              </p:cNvPr>
              <p:cNvPicPr/>
              <p:nvPr/>
            </p:nvPicPr>
            <p:blipFill>
              <a:blip r:embed="rId193"/>
              <a:stretch>
                <a:fillRect/>
              </a:stretch>
            </p:blipFill>
            <p:spPr>
              <a:xfrm>
                <a:off x="6630640" y="3804240"/>
                <a:ext cx="1108440" cy="49320"/>
              </a:xfrm>
              <a:prstGeom prst="rect">
                <a:avLst/>
              </a:prstGeom>
            </p:spPr>
          </p:pic>
        </mc:Fallback>
      </mc:AlternateContent>
      <p:grpSp>
        <p:nvGrpSpPr>
          <p:cNvPr id="251959" name="组合 251958">
            <a:extLst>
              <a:ext uri="{FF2B5EF4-FFF2-40B4-BE49-F238E27FC236}">
                <a16:creationId xmlns:a16="http://schemas.microsoft.com/office/drawing/2014/main" id="{11524EE9-B5F1-6DAD-93E8-8FC7FA6DA584}"/>
              </a:ext>
            </a:extLst>
          </p:cNvPr>
          <p:cNvGrpSpPr/>
          <p:nvPr/>
        </p:nvGrpSpPr>
        <p:grpSpPr>
          <a:xfrm>
            <a:off x="7714960" y="3799200"/>
            <a:ext cx="381240" cy="36360"/>
            <a:chOff x="7714960" y="3799200"/>
            <a:chExt cx="381240" cy="36360"/>
          </a:xfrm>
        </p:grpSpPr>
        <mc:AlternateContent xmlns:mc="http://schemas.openxmlformats.org/markup-compatibility/2006" xmlns:p14="http://schemas.microsoft.com/office/powerpoint/2010/main">
          <mc:Choice Requires="p14">
            <p:contentPart p14:bwMode="auto" r:id="rId194">
              <p14:nvContentPartPr>
                <p14:cNvPr id="251957" name="墨迹 251956">
                  <a:extLst>
                    <a:ext uri="{FF2B5EF4-FFF2-40B4-BE49-F238E27FC236}">
                      <a16:creationId xmlns:a16="http://schemas.microsoft.com/office/drawing/2014/main" id="{FAEBE5C5-FF64-23B5-B017-AB271BE63E2E}"/>
                    </a:ext>
                  </a:extLst>
                </p14:cNvPr>
                <p14:cNvContentPartPr/>
                <p14:nvPr/>
              </p14:nvContentPartPr>
              <p14:xfrm>
                <a:off x="7714960" y="3799200"/>
                <a:ext cx="248040" cy="36360"/>
              </p14:xfrm>
            </p:contentPart>
          </mc:Choice>
          <mc:Fallback xmlns="">
            <p:pic>
              <p:nvPicPr>
                <p:cNvPr id="251957" name="墨迹 251956">
                  <a:extLst>
                    <a:ext uri="{FF2B5EF4-FFF2-40B4-BE49-F238E27FC236}">
                      <a16:creationId xmlns:a16="http://schemas.microsoft.com/office/drawing/2014/main" id="{FAEBE5C5-FF64-23B5-B017-AB271BE63E2E}"/>
                    </a:ext>
                  </a:extLst>
                </p:cNvPr>
                <p:cNvPicPr/>
                <p:nvPr/>
              </p:nvPicPr>
              <p:blipFill>
                <a:blip r:embed="rId195"/>
                <a:stretch>
                  <a:fillRect/>
                </a:stretch>
              </p:blipFill>
              <p:spPr>
                <a:xfrm>
                  <a:off x="7697320" y="3781560"/>
                  <a:ext cx="28368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251958" name="墨迹 251957">
                  <a:extLst>
                    <a:ext uri="{FF2B5EF4-FFF2-40B4-BE49-F238E27FC236}">
                      <a16:creationId xmlns:a16="http://schemas.microsoft.com/office/drawing/2014/main" id="{98A900C4-0CC0-E18A-B0FA-E115D81E8C39}"/>
                    </a:ext>
                  </a:extLst>
                </p14:cNvPr>
                <p14:cNvContentPartPr/>
                <p14:nvPr/>
              </p14:nvContentPartPr>
              <p14:xfrm>
                <a:off x="7873720" y="3807120"/>
                <a:ext cx="222480" cy="15840"/>
              </p14:xfrm>
            </p:contentPart>
          </mc:Choice>
          <mc:Fallback xmlns="">
            <p:pic>
              <p:nvPicPr>
                <p:cNvPr id="251958" name="墨迹 251957">
                  <a:extLst>
                    <a:ext uri="{FF2B5EF4-FFF2-40B4-BE49-F238E27FC236}">
                      <a16:creationId xmlns:a16="http://schemas.microsoft.com/office/drawing/2014/main" id="{98A900C4-0CC0-E18A-B0FA-E115D81E8C39}"/>
                    </a:ext>
                  </a:extLst>
                </p:cNvPr>
                <p:cNvPicPr/>
                <p:nvPr/>
              </p:nvPicPr>
              <p:blipFill>
                <a:blip r:embed="rId197"/>
                <a:stretch>
                  <a:fillRect/>
                </a:stretch>
              </p:blipFill>
              <p:spPr>
                <a:xfrm>
                  <a:off x="7856080" y="3789120"/>
                  <a:ext cx="258120" cy="51480"/>
                </a:xfrm>
                <a:prstGeom prst="rect">
                  <a:avLst/>
                </a:prstGeom>
              </p:spPr>
            </p:pic>
          </mc:Fallback>
        </mc:AlternateContent>
      </p:grpSp>
      <p:grpSp>
        <p:nvGrpSpPr>
          <p:cNvPr id="251964" name="组合 251963">
            <a:extLst>
              <a:ext uri="{FF2B5EF4-FFF2-40B4-BE49-F238E27FC236}">
                <a16:creationId xmlns:a16="http://schemas.microsoft.com/office/drawing/2014/main" id="{077C06F8-0F50-4945-FC30-875CBBFF18C4}"/>
              </a:ext>
            </a:extLst>
          </p:cNvPr>
          <p:cNvGrpSpPr/>
          <p:nvPr/>
        </p:nvGrpSpPr>
        <p:grpSpPr>
          <a:xfrm>
            <a:off x="584080" y="4292400"/>
            <a:ext cx="1117080" cy="38520"/>
            <a:chOff x="584080" y="4292400"/>
            <a:chExt cx="1117080" cy="38520"/>
          </a:xfrm>
        </p:grpSpPr>
        <mc:AlternateContent xmlns:mc="http://schemas.openxmlformats.org/markup-compatibility/2006" xmlns:p14="http://schemas.microsoft.com/office/powerpoint/2010/main">
          <mc:Choice Requires="p14">
            <p:contentPart p14:bwMode="auto" r:id="rId198">
              <p14:nvContentPartPr>
                <p14:cNvPr id="251960" name="墨迹 251959">
                  <a:extLst>
                    <a:ext uri="{FF2B5EF4-FFF2-40B4-BE49-F238E27FC236}">
                      <a16:creationId xmlns:a16="http://schemas.microsoft.com/office/drawing/2014/main" id="{2FD88AE9-AE6C-0939-E122-7E197BEB0E59}"/>
                    </a:ext>
                  </a:extLst>
                </p14:cNvPr>
                <p14:cNvContentPartPr/>
                <p14:nvPr/>
              </p14:nvContentPartPr>
              <p14:xfrm>
                <a:off x="584080" y="4292400"/>
                <a:ext cx="837720" cy="38520"/>
              </p14:xfrm>
            </p:contentPart>
          </mc:Choice>
          <mc:Fallback xmlns="">
            <p:pic>
              <p:nvPicPr>
                <p:cNvPr id="251960" name="墨迹 251959">
                  <a:extLst>
                    <a:ext uri="{FF2B5EF4-FFF2-40B4-BE49-F238E27FC236}">
                      <a16:creationId xmlns:a16="http://schemas.microsoft.com/office/drawing/2014/main" id="{2FD88AE9-AE6C-0939-E122-7E197BEB0E59}"/>
                    </a:ext>
                  </a:extLst>
                </p:cNvPr>
                <p:cNvPicPr/>
                <p:nvPr/>
              </p:nvPicPr>
              <p:blipFill>
                <a:blip r:embed="rId199"/>
                <a:stretch>
                  <a:fillRect/>
                </a:stretch>
              </p:blipFill>
              <p:spPr>
                <a:xfrm>
                  <a:off x="566440" y="4274400"/>
                  <a:ext cx="87336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251961" name="墨迹 251960">
                  <a:extLst>
                    <a:ext uri="{FF2B5EF4-FFF2-40B4-BE49-F238E27FC236}">
                      <a16:creationId xmlns:a16="http://schemas.microsoft.com/office/drawing/2014/main" id="{90002649-80EA-4DEF-292F-478B5B0EB580}"/>
                    </a:ext>
                  </a:extLst>
                </p14:cNvPr>
                <p14:cNvContentPartPr/>
                <p14:nvPr/>
              </p14:nvContentPartPr>
              <p14:xfrm>
                <a:off x="1308040" y="4305000"/>
                <a:ext cx="393120" cy="13320"/>
              </p14:xfrm>
            </p:contentPart>
          </mc:Choice>
          <mc:Fallback xmlns="">
            <p:pic>
              <p:nvPicPr>
                <p:cNvPr id="251961" name="墨迹 251960">
                  <a:extLst>
                    <a:ext uri="{FF2B5EF4-FFF2-40B4-BE49-F238E27FC236}">
                      <a16:creationId xmlns:a16="http://schemas.microsoft.com/office/drawing/2014/main" id="{90002649-80EA-4DEF-292F-478B5B0EB580}"/>
                    </a:ext>
                  </a:extLst>
                </p:cNvPr>
                <p:cNvPicPr/>
                <p:nvPr/>
              </p:nvPicPr>
              <p:blipFill>
                <a:blip r:embed="rId201"/>
                <a:stretch>
                  <a:fillRect/>
                </a:stretch>
              </p:blipFill>
              <p:spPr>
                <a:xfrm>
                  <a:off x="1290400" y="4287000"/>
                  <a:ext cx="42876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202">
              <p14:nvContentPartPr>
                <p14:cNvPr id="251963" name="墨迹 251962">
                  <a:extLst>
                    <a:ext uri="{FF2B5EF4-FFF2-40B4-BE49-F238E27FC236}">
                      <a16:creationId xmlns:a16="http://schemas.microsoft.com/office/drawing/2014/main" id="{3E7DC915-9A72-8FA4-675B-C2AE5778AEA0}"/>
                    </a:ext>
                  </a:extLst>
                </p14:cNvPr>
                <p14:cNvContentPartPr/>
                <p14:nvPr/>
              </p14:nvContentPartPr>
              <p14:xfrm>
                <a:off x="1250800" y="4292760"/>
                <a:ext cx="63000" cy="12600"/>
              </p14:xfrm>
            </p:contentPart>
          </mc:Choice>
          <mc:Fallback xmlns="">
            <p:pic>
              <p:nvPicPr>
                <p:cNvPr id="251963" name="墨迹 251962">
                  <a:extLst>
                    <a:ext uri="{FF2B5EF4-FFF2-40B4-BE49-F238E27FC236}">
                      <a16:creationId xmlns:a16="http://schemas.microsoft.com/office/drawing/2014/main" id="{3E7DC915-9A72-8FA4-675B-C2AE5778AEA0}"/>
                    </a:ext>
                  </a:extLst>
                </p:cNvPr>
                <p:cNvPicPr/>
                <p:nvPr/>
              </p:nvPicPr>
              <p:blipFill>
                <a:blip r:embed="rId203"/>
                <a:stretch>
                  <a:fillRect/>
                </a:stretch>
              </p:blipFill>
              <p:spPr>
                <a:xfrm>
                  <a:off x="1233160" y="4275120"/>
                  <a:ext cx="98640" cy="4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04">
            <p14:nvContentPartPr>
              <p14:cNvPr id="251965" name="墨迹 251964">
                <a:extLst>
                  <a:ext uri="{FF2B5EF4-FFF2-40B4-BE49-F238E27FC236}">
                    <a16:creationId xmlns:a16="http://schemas.microsoft.com/office/drawing/2014/main" id="{0EA831E3-C564-72CD-19CB-9A78C8A36977}"/>
                  </a:ext>
                </a:extLst>
              </p14:cNvPr>
              <p14:cNvContentPartPr/>
              <p14:nvPr/>
            </p14:nvContentPartPr>
            <p14:xfrm>
              <a:off x="4343200" y="4304280"/>
              <a:ext cx="2425680" cy="45360"/>
            </p14:xfrm>
          </p:contentPart>
        </mc:Choice>
        <mc:Fallback xmlns="">
          <p:pic>
            <p:nvPicPr>
              <p:cNvPr id="251965" name="墨迹 251964">
                <a:extLst>
                  <a:ext uri="{FF2B5EF4-FFF2-40B4-BE49-F238E27FC236}">
                    <a16:creationId xmlns:a16="http://schemas.microsoft.com/office/drawing/2014/main" id="{0EA831E3-C564-72CD-19CB-9A78C8A36977}"/>
                  </a:ext>
                </a:extLst>
              </p:cNvPr>
              <p:cNvPicPr/>
              <p:nvPr/>
            </p:nvPicPr>
            <p:blipFill>
              <a:blip r:embed="rId205"/>
              <a:stretch>
                <a:fillRect/>
              </a:stretch>
            </p:blipFill>
            <p:spPr>
              <a:xfrm>
                <a:off x="4325560" y="4286640"/>
                <a:ext cx="2461320" cy="8100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1907"/>
                                        </p:tgtEl>
                                        <p:attrNameLst>
                                          <p:attrName>style.visibility</p:attrName>
                                        </p:attrNameLst>
                                      </p:cBhvr>
                                      <p:to>
                                        <p:strVal val="visible"/>
                                      </p:to>
                                    </p:set>
                                    <p:animEffect transition="in" filter="blinds(horizontal)">
                                      <p:cBhvr>
                                        <p:cTn id="7" dur="500"/>
                                        <p:tgtEl>
                                          <p:spTgt spid="251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ext Box 5"/>
          <p:cNvSpPr txBox="1"/>
          <p:nvPr/>
        </p:nvSpPr>
        <p:spPr>
          <a:xfrm>
            <a:off x="304800" y="836295"/>
            <a:ext cx="8534400" cy="5150485"/>
          </a:xfrm>
          <a:prstGeom prst="rect">
            <a:avLst/>
          </a:prstGeom>
          <a:noFill/>
          <a:ln w="9525">
            <a:noFill/>
          </a:ln>
        </p:spPr>
        <p:txBody>
          <a:bodyPr anchor="t" anchorCtr="0">
            <a:spAutoFit/>
          </a:bodyPr>
          <a:lstStyle/>
          <a:p>
            <a:pPr>
              <a:lnSpc>
                <a:spcPct val="135000"/>
              </a:lnSpc>
            </a:pPr>
            <a:r>
              <a:rPr lang="en-US" altLang="zh-CN" sz="2400" b="1" dirty="0">
                <a:solidFill>
                  <a:srgbClr val="FF6600"/>
                </a:solidFill>
                <a:latin typeface="Times New Roman" panose="02020603050405020304" pitchFamily="18" charset="0"/>
                <a:ea typeface="宋体" panose="02010600030101010101" pitchFamily="2" charset="-122"/>
              </a:rPr>
              <a:t>10.4.1  ADC0808</a:t>
            </a:r>
            <a:r>
              <a:rPr lang="zh-CN" altLang="en-US" sz="2400" b="1" dirty="0">
                <a:solidFill>
                  <a:srgbClr val="FF6600"/>
                </a:solidFill>
                <a:latin typeface="Times New Roman" panose="02020603050405020304" pitchFamily="18" charset="0"/>
                <a:ea typeface="宋体" panose="02010600030101010101" pitchFamily="2" charset="-122"/>
              </a:rPr>
              <a:t>和</a:t>
            </a:r>
            <a:r>
              <a:rPr lang="en-US" altLang="zh-CN" sz="2400" b="1" dirty="0">
                <a:solidFill>
                  <a:srgbClr val="FF6600"/>
                </a:solidFill>
                <a:latin typeface="Times New Roman" panose="02020603050405020304" pitchFamily="18" charset="0"/>
                <a:ea typeface="宋体" panose="02010600030101010101" pitchFamily="2" charset="-122"/>
              </a:rPr>
              <a:t>0809</a:t>
            </a:r>
            <a:r>
              <a:rPr lang="zh-CN" altLang="en-US" sz="2400" b="1" dirty="0">
                <a:solidFill>
                  <a:srgbClr val="FF6600"/>
                </a:solidFill>
                <a:latin typeface="Times New Roman" panose="02020603050405020304" pitchFamily="18" charset="0"/>
                <a:ea typeface="宋体" panose="02010600030101010101" pitchFamily="2" charset="-122"/>
              </a:rPr>
              <a:t>简介</a:t>
            </a:r>
          </a:p>
          <a:p>
            <a:pPr>
              <a:lnSpc>
                <a:spcPct val="135000"/>
              </a:lnSpc>
              <a:spcBef>
                <a:spcPts val="600"/>
              </a:spcBef>
            </a:pPr>
            <a:r>
              <a:rPr lang="en-US" altLang="zh-CN" sz="2400" b="1" dirty="0">
                <a:solidFill>
                  <a:schemeClr val="accent2"/>
                </a:solidFill>
                <a:latin typeface="Times New Roman" panose="02020603050405020304" pitchFamily="18" charset="0"/>
                <a:ea typeface="宋体" panose="02010600030101010101" pitchFamily="2" charset="-122"/>
              </a:rPr>
              <a:t>1</a:t>
            </a:r>
            <a:r>
              <a:rPr lang="zh-CN" altLang="en-US" sz="2400" b="1" dirty="0">
                <a:solidFill>
                  <a:schemeClr val="accent2"/>
                </a:solidFill>
                <a:latin typeface="Times New Roman" panose="02020603050405020304" pitchFamily="18" charset="0"/>
                <a:ea typeface="宋体" panose="02010600030101010101" pitchFamily="2" charset="-122"/>
              </a:rPr>
              <a:t>） </a:t>
            </a:r>
            <a:r>
              <a:rPr lang="zh-CN" altLang="en-US" sz="2400" b="1" dirty="0">
                <a:solidFill>
                  <a:schemeClr val="accent2"/>
                </a:solidFill>
                <a:latin typeface="Times New Roman" panose="02020603050405020304" pitchFamily="18" charset="0"/>
                <a:ea typeface="黑体" panose="02010609060101010101" pitchFamily="49" charset="-122"/>
              </a:rPr>
              <a:t>主要技术指标和特性</a:t>
            </a:r>
            <a:endParaRPr lang="zh-CN" altLang="en-US" sz="2400" b="1" dirty="0">
              <a:solidFill>
                <a:schemeClr val="accent2"/>
              </a:solidFill>
              <a:latin typeface="Times New Roman" panose="02020603050405020304" pitchFamily="18" charset="0"/>
              <a:ea typeface="宋体" panose="02010600030101010101" pitchFamily="2" charset="-122"/>
            </a:endParaRPr>
          </a:p>
          <a:p>
            <a:pPr algn="just">
              <a:lnSpc>
                <a:spcPct val="135000"/>
              </a:lnSpc>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分辨率：</a:t>
            </a:r>
            <a:r>
              <a:rPr lang="en-US" altLang="zh-CN" sz="2400" b="1" dirty="0">
                <a:latin typeface="Times New Roman" panose="02020603050405020304" pitchFamily="18" charset="0"/>
                <a:ea typeface="宋体" panose="02010600030101010101" pitchFamily="2" charset="-122"/>
              </a:rPr>
              <a:t>8</a:t>
            </a:r>
            <a:r>
              <a:rPr lang="zh-CN" altLang="en-US" sz="2400" b="1" dirty="0">
                <a:latin typeface="Times New Roman" panose="02020603050405020304" pitchFamily="18" charset="0"/>
                <a:ea typeface="宋体" panose="02010600030101010101" pitchFamily="2" charset="-122"/>
              </a:rPr>
              <a:t>位；</a:t>
            </a:r>
            <a:endParaRPr lang="zh-CN" altLang="en-US" sz="2400" b="1" dirty="0">
              <a:latin typeface="宋体" panose="02010600030101010101" pitchFamily="2" charset="-122"/>
              <a:ea typeface="宋体" panose="02010600030101010101" pitchFamily="2" charset="-122"/>
            </a:endParaRPr>
          </a:p>
          <a:p>
            <a:pPr algn="just">
              <a:lnSpc>
                <a:spcPct val="135000"/>
              </a:lnSpc>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模拟量输入通道：</a:t>
            </a:r>
            <a:r>
              <a:rPr lang="en-US" altLang="zh-CN" sz="2400" b="1" dirty="0">
                <a:latin typeface="Times New Roman" panose="02020603050405020304" pitchFamily="18" charset="0"/>
                <a:ea typeface="宋体" panose="02010600030101010101" pitchFamily="2" charset="-122"/>
              </a:rPr>
              <a:t>8</a:t>
            </a:r>
            <a:r>
              <a:rPr lang="zh-CN" altLang="en-US" sz="2400" b="1" dirty="0">
                <a:latin typeface="Times New Roman" panose="02020603050405020304" pitchFamily="18" charset="0"/>
                <a:ea typeface="宋体" panose="02010600030101010101" pitchFamily="2" charset="-122"/>
              </a:rPr>
              <a:t>路；</a:t>
            </a:r>
            <a:endParaRPr lang="zh-CN" altLang="en-US" sz="2400" b="1" dirty="0">
              <a:latin typeface="宋体" panose="02010600030101010101" pitchFamily="2" charset="-122"/>
              <a:ea typeface="宋体" panose="02010600030101010101" pitchFamily="2" charset="-122"/>
            </a:endParaRPr>
          </a:p>
          <a:p>
            <a:pPr algn="just">
              <a:lnSpc>
                <a:spcPct val="135000"/>
              </a:lnSpc>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转换时间：</a:t>
            </a:r>
            <a:r>
              <a:rPr lang="en-US" altLang="zh-CN" sz="2400" b="1" dirty="0">
                <a:solidFill>
                  <a:srgbClr val="FF3300"/>
                </a:solidFill>
                <a:latin typeface="Times New Roman" panose="02020603050405020304" pitchFamily="18" charset="0"/>
                <a:ea typeface="宋体" panose="02010600030101010101" pitchFamily="2" charset="-122"/>
              </a:rPr>
              <a:t>100μs</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决定采样频率小于</a:t>
            </a:r>
            <a:r>
              <a:rPr lang="en-US" altLang="zh-CN" sz="2400" b="1" dirty="0">
                <a:latin typeface="Times New Roman" panose="02020603050405020304" pitchFamily="18" charset="0"/>
                <a:ea typeface="宋体" panose="02010600030101010101" pitchFamily="2" charset="-122"/>
              </a:rPr>
              <a:t>10kHz)</a:t>
            </a:r>
          </a:p>
          <a:p>
            <a:pPr algn="just">
              <a:lnSpc>
                <a:spcPct val="135000"/>
              </a:lnSpc>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电源：</a:t>
            </a:r>
            <a:r>
              <a:rPr lang="en-US" altLang="zh-CN" sz="2400" b="1" dirty="0">
                <a:latin typeface="Times New Roman" panose="02020603050405020304" pitchFamily="18" charset="0"/>
                <a:ea typeface="宋体" panose="02010600030101010101" pitchFamily="2" charset="-122"/>
              </a:rPr>
              <a:t>+5V</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a:p>
            <a:pPr algn="just">
              <a:lnSpc>
                <a:spcPct val="135000"/>
              </a:lnSpc>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模拟输入电压范围：单极性</a:t>
            </a:r>
            <a:r>
              <a:rPr lang="en-US" altLang="zh-CN" sz="2400" b="1" dirty="0">
                <a:latin typeface="Times New Roman" panose="02020603050405020304" pitchFamily="18" charset="0"/>
                <a:ea typeface="宋体" panose="02010600030101010101" pitchFamily="2" charset="-122"/>
              </a:rPr>
              <a:t>0</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+5V</a:t>
            </a:r>
            <a:r>
              <a:rPr lang="zh-CN" altLang="en-US" sz="2400" b="1" dirty="0">
                <a:latin typeface="Times New Roman" panose="02020603050405020304" pitchFamily="18" charset="0"/>
                <a:ea typeface="宋体" panose="02010600030101010101" pitchFamily="2" charset="-122"/>
              </a:rPr>
              <a:t>，双极性</a:t>
            </a:r>
            <a:r>
              <a:rPr lang="en-US" altLang="zh-CN" sz="2400" b="1" dirty="0">
                <a:latin typeface="Times New Roman" panose="02020603050405020304" pitchFamily="18" charset="0"/>
                <a:ea typeface="宋体" panose="02010600030101010101" pitchFamily="2" charset="-122"/>
              </a:rPr>
              <a:t>±5V</a:t>
            </a:r>
            <a:r>
              <a:rPr lang="zh-CN" altLang="en-US" sz="2400" b="1" dirty="0">
                <a:latin typeface="Times New Roman" panose="02020603050405020304" pitchFamily="18" charset="0"/>
                <a:ea typeface="宋体" panose="02010600030101010101" pitchFamily="2" charset="-122"/>
              </a:rPr>
              <a:t>或</a:t>
            </a:r>
            <a:r>
              <a:rPr lang="en-US" altLang="zh-CN" sz="2400" b="1" dirty="0">
                <a:latin typeface="Times New Roman" panose="02020603050405020304" pitchFamily="18" charset="0"/>
                <a:ea typeface="宋体" panose="02010600030101010101" pitchFamily="2" charset="-122"/>
              </a:rPr>
              <a:t>±10V</a:t>
            </a:r>
            <a:r>
              <a:rPr lang="zh-CN" altLang="en-US" sz="2400" b="1" dirty="0">
                <a:latin typeface="Times New Roman" panose="02020603050405020304" pitchFamily="18" charset="0"/>
                <a:ea typeface="宋体" panose="02010600030101010101" pitchFamily="2" charset="-122"/>
              </a:rPr>
              <a:t>；</a:t>
            </a:r>
            <a:endParaRPr lang="zh-CN" altLang="en-US" sz="2400" b="1" dirty="0">
              <a:latin typeface="宋体" panose="02010600030101010101" pitchFamily="2" charset="-122"/>
              <a:ea typeface="宋体" panose="02010600030101010101" pitchFamily="2" charset="-122"/>
            </a:endParaRPr>
          </a:p>
          <a:p>
            <a:pPr algn="just">
              <a:lnSpc>
                <a:spcPct val="135000"/>
              </a:lnSpc>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具有可控三态输出锁存器；</a:t>
            </a:r>
            <a:endParaRPr lang="zh-CN" altLang="en-US" sz="2400" b="1" dirty="0">
              <a:latin typeface="宋体" panose="02010600030101010101" pitchFamily="2" charset="-122"/>
              <a:ea typeface="宋体" panose="02010600030101010101" pitchFamily="2" charset="-122"/>
            </a:endParaRPr>
          </a:p>
          <a:p>
            <a:pPr algn="just">
              <a:lnSpc>
                <a:spcPct val="135000"/>
              </a:lnSpc>
            </a:pPr>
            <a:r>
              <a:rPr lang="en-US" altLang="zh-CN" sz="2400" b="1" dirty="0">
                <a:solidFill>
                  <a:srgbClr val="3333FF"/>
                </a:solidFill>
                <a:latin typeface="Times New Roman" panose="02020603050405020304" pitchFamily="18" charset="0"/>
                <a:ea typeface="宋体" panose="02010600030101010101" pitchFamily="2" charset="-122"/>
              </a:rPr>
              <a:t>• </a:t>
            </a:r>
            <a:r>
              <a:rPr lang="zh-CN" altLang="en-US" sz="2400" b="1" dirty="0">
                <a:solidFill>
                  <a:srgbClr val="FF0000"/>
                </a:solidFill>
                <a:latin typeface="Times New Roman" panose="02020603050405020304" pitchFamily="18" charset="0"/>
                <a:ea typeface="宋体" panose="02010600030101010101" pitchFamily="2" charset="-122"/>
              </a:rPr>
              <a:t>启动转换控制方式：</a:t>
            </a:r>
            <a:r>
              <a:rPr lang="zh-CN" altLang="en-US" sz="2400" b="1" dirty="0">
                <a:solidFill>
                  <a:schemeClr val="tx1">
                    <a:lumMod val="60000"/>
                    <a:lumOff val="40000"/>
                  </a:schemeClr>
                </a:solidFill>
                <a:latin typeface="Times New Roman" panose="02020603050405020304" pitchFamily="18" charset="0"/>
                <a:ea typeface="宋体" panose="02010600030101010101" pitchFamily="2" charset="-122"/>
              </a:rPr>
              <a:t>正脉冲</a:t>
            </a:r>
            <a:r>
              <a:rPr lang="zh-CN" altLang="en-US" sz="2400" b="1" dirty="0">
                <a:solidFill>
                  <a:srgbClr val="FF0000"/>
                </a:solidFill>
                <a:latin typeface="Times New Roman" panose="02020603050405020304" pitchFamily="18" charset="0"/>
                <a:ea typeface="宋体" panose="02010600030101010101" pitchFamily="2" charset="-122"/>
              </a:rPr>
              <a:t>。上升沿使内部所有寄存器清“</a:t>
            </a:r>
            <a:r>
              <a:rPr lang="en-US" altLang="zh-CN" sz="2400" b="1" dirty="0">
                <a:solidFill>
                  <a:srgbClr val="FF0000"/>
                </a:solidFill>
                <a:latin typeface="Times New Roman" panose="02020603050405020304" pitchFamily="18" charset="0"/>
                <a:ea typeface="宋体" panose="02010600030101010101" pitchFamily="2" charset="-122"/>
              </a:rPr>
              <a:t>0”</a:t>
            </a:r>
            <a:r>
              <a:rPr lang="zh-CN" altLang="en-US" sz="2400" b="1" dirty="0">
                <a:solidFill>
                  <a:srgbClr val="FF0000"/>
                </a:solidFill>
                <a:latin typeface="Times New Roman" panose="02020603050405020304" pitchFamily="18" charset="0"/>
                <a:ea typeface="宋体" panose="02010600030101010101" pitchFamily="2" charset="-122"/>
              </a:rPr>
              <a:t>，下降沿使</a:t>
            </a:r>
            <a:r>
              <a:rPr lang="en-US" altLang="zh-CN" sz="2400" b="1" dirty="0">
                <a:solidFill>
                  <a:srgbClr val="FF0000"/>
                </a:solidFill>
                <a:latin typeface="Times New Roman" panose="02020603050405020304" pitchFamily="18" charset="0"/>
                <a:ea typeface="宋体" panose="02010600030101010101" pitchFamily="2" charset="-122"/>
              </a:rPr>
              <a:t>A/D</a:t>
            </a:r>
            <a:r>
              <a:rPr lang="zh-CN" altLang="en-US" sz="2400" b="1" dirty="0">
                <a:solidFill>
                  <a:srgbClr val="FF0000"/>
                </a:solidFill>
                <a:latin typeface="Times New Roman" panose="02020603050405020304" pitchFamily="18" charset="0"/>
                <a:ea typeface="宋体" panose="02010600030101010101" pitchFamily="2" charset="-122"/>
              </a:rPr>
              <a:t>转换开始；</a:t>
            </a:r>
            <a:endParaRPr lang="zh-CN" altLang="en-US" sz="2400" b="1" dirty="0">
              <a:solidFill>
                <a:srgbClr val="FF0000"/>
              </a:solidFill>
              <a:latin typeface="Times New Roman" panose="02020603050405020304" pitchFamily="18" charset="0"/>
              <a:ea typeface="Times New Roman" panose="02020603050405020304" pitchFamily="18" charset="0"/>
            </a:endParaRPr>
          </a:p>
        </p:txBody>
      </p:sp>
      <mc:AlternateContent xmlns:mc="http://schemas.openxmlformats.org/markup-compatibility/2006" xmlns:p14="http://schemas.microsoft.com/office/powerpoint/2010/main">
        <mc:Choice Requires="p14">
          <p:contentPart p14:bwMode="auto" r:id="rId2">
            <p14:nvContentPartPr>
              <p14:cNvPr id="22" name="墨迹 21">
                <a:extLst>
                  <a:ext uri="{FF2B5EF4-FFF2-40B4-BE49-F238E27FC236}">
                    <a16:creationId xmlns:a16="http://schemas.microsoft.com/office/drawing/2014/main" id="{4BB25B0D-93A3-F925-D8CB-F45CF0024E54}"/>
                  </a:ext>
                </a:extLst>
              </p14:cNvPr>
              <p14:cNvContentPartPr/>
              <p14:nvPr/>
            </p14:nvContentPartPr>
            <p14:xfrm>
              <a:off x="2308406" y="3449278"/>
              <a:ext cx="635040" cy="18360"/>
            </p14:xfrm>
          </p:contentPart>
        </mc:Choice>
        <mc:Fallback xmlns="">
          <p:pic>
            <p:nvPicPr>
              <p:cNvPr id="22" name="墨迹 21">
                <a:extLst>
                  <a:ext uri="{FF2B5EF4-FFF2-40B4-BE49-F238E27FC236}">
                    <a16:creationId xmlns:a16="http://schemas.microsoft.com/office/drawing/2014/main" id="{4BB25B0D-93A3-F925-D8CB-F45CF0024E54}"/>
                  </a:ext>
                </a:extLst>
              </p:cNvPr>
              <p:cNvPicPr/>
              <p:nvPr/>
            </p:nvPicPr>
            <p:blipFill>
              <a:blip r:embed="rId3"/>
              <a:stretch>
                <a:fillRect/>
              </a:stretch>
            </p:blipFill>
            <p:spPr>
              <a:xfrm>
                <a:off x="2290406" y="3431278"/>
                <a:ext cx="67068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3" name="墨迹 32">
                <a:extLst>
                  <a:ext uri="{FF2B5EF4-FFF2-40B4-BE49-F238E27FC236}">
                    <a16:creationId xmlns:a16="http://schemas.microsoft.com/office/drawing/2014/main" id="{5A4BB3F2-9B15-30E6-D12D-8298E507C4CE}"/>
                  </a:ext>
                </a:extLst>
              </p14:cNvPr>
              <p14:cNvContentPartPr/>
              <p14:nvPr/>
            </p14:nvContentPartPr>
            <p14:xfrm>
              <a:off x="1819526" y="3965158"/>
              <a:ext cx="251640" cy="9720"/>
            </p14:xfrm>
          </p:contentPart>
        </mc:Choice>
        <mc:Fallback xmlns="">
          <p:pic>
            <p:nvPicPr>
              <p:cNvPr id="33" name="墨迹 32">
                <a:extLst>
                  <a:ext uri="{FF2B5EF4-FFF2-40B4-BE49-F238E27FC236}">
                    <a16:creationId xmlns:a16="http://schemas.microsoft.com/office/drawing/2014/main" id="{5A4BB3F2-9B15-30E6-D12D-8298E507C4CE}"/>
                  </a:ext>
                </a:extLst>
              </p:cNvPr>
              <p:cNvPicPr/>
              <p:nvPr/>
            </p:nvPicPr>
            <p:blipFill>
              <a:blip r:embed="rId5"/>
              <a:stretch>
                <a:fillRect/>
              </a:stretch>
            </p:blipFill>
            <p:spPr>
              <a:xfrm>
                <a:off x="1801526" y="3947518"/>
                <a:ext cx="287280" cy="45360"/>
              </a:xfrm>
              <a:prstGeom prst="rect">
                <a:avLst/>
              </a:prstGeom>
            </p:spPr>
          </p:pic>
        </mc:Fallback>
      </mc:AlternateContent>
      <p:grpSp>
        <p:nvGrpSpPr>
          <p:cNvPr id="77828" name="组合 77827">
            <a:extLst>
              <a:ext uri="{FF2B5EF4-FFF2-40B4-BE49-F238E27FC236}">
                <a16:creationId xmlns:a16="http://schemas.microsoft.com/office/drawing/2014/main" id="{11BFB493-E6E9-929D-42F7-354121538B9F}"/>
              </a:ext>
            </a:extLst>
          </p:cNvPr>
          <p:cNvGrpSpPr/>
          <p:nvPr/>
        </p:nvGrpSpPr>
        <p:grpSpPr>
          <a:xfrm>
            <a:off x="4146206" y="4381678"/>
            <a:ext cx="3961800" cy="99720"/>
            <a:chOff x="4146206" y="4381678"/>
            <a:chExt cx="3961800" cy="99720"/>
          </a:xfrm>
        </p:grpSpPr>
        <mc:AlternateContent xmlns:mc="http://schemas.openxmlformats.org/markup-compatibility/2006" xmlns:p14="http://schemas.microsoft.com/office/powerpoint/2010/main">
          <mc:Choice Requires="p14">
            <p:contentPart p14:bwMode="auto" r:id="rId6">
              <p14:nvContentPartPr>
                <p14:cNvPr id="39" name="墨迹 38">
                  <a:extLst>
                    <a:ext uri="{FF2B5EF4-FFF2-40B4-BE49-F238E27FC236}">
                      <a16:creationId xmlns:a16="http://schemas.microsoft.com/office/drawing/2014/main" id="{6D1280AC-266E-99AB-3A54-2166CBBEC2A7}"/>
                    </a:ext>
                  </a:extLst>
                </p14:cNvPr>
                <p14:cNvContentPartPr/>
                <p14:nvPr/>
              </p14:nvContentPartPr>
              <p14:xfrm>
                <a:off x="4146206" y="4381678"/>
                <a:ext cx="1380240" cy="46080"/>
              </p14:xfrm>
            </p:contentPart>
          </mc:Choice>
          <mc:Fallback xmlns="">
            <p:pic>
              <p:nvPicPr>
                <p:cNvPr id="39" name="墨迹 38">
                  <a:extLst>
                    <a:ext uri="{FF2B5EF4-FFF2-40B4-BE49-F238E27FC236}">
                      <a16:creationId xmlns:a16="http://schemas.microsoft.com/office/drawing/2014/main" id="{6D1280AC-266E-99AB-3A54-2166CBBEC2A7}"/>
                    </a:ext>
                  </a:extLst>
                </p:cNvPr>
                <p:cNvPicPr/>
                <p:nvPr/>
              </p:nvPicPr>
              <p:blipFill>
                <a:blip r:embed="rId7"/>
                <a:stretch>
                  <a:fillRect/>
                </a:stretch>
              </p:blipFill>
              <p:spPr>
                <a:xfrm>
                  <a:off x="4128566" y="4363678"/>
                  <a:ext cx="1415880" cy="81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0" name="墨迹 49">
                  <a:extLst>
                    <a:ext uri="{FF2B5EF4-FFF2-40B4-BE49-F238E27FC236}">
                      <a16:creationId xmlns:a16="http://schemas.microsoft.com/office/drawing/2014/main" id="{D8BCF0A1-D57F-1927-38C6-248FD3A7DD33}"/>
                    </a:ext>
                  </a:extLst>
                </p14:cNvPr>
                <p14:cNvContentPartPr/>
                <p14:nvPr/>
              </p14:nvContentPartPr>
              <p14:xfrm>
                <a:off x="6554606" y="4444678"/>
                <a:ext cx="1553400" cy="36720"/>
              </p14:xfrm>
            </p:contentPart>
          </mc:Choice>
          <mc:Fallback xmlns="">
            <p:pic>
              <p:nvPicPr>
                <p:cNvPr id="50" name="墨迹 49">
                  <a:extLst>
                    <a:ext uri="{FF2B5EF4-FFF2-40B4-BE49-F238E27FC236}">
                      <a16:creationId xmlns:a16="http://schemas.microsoft.com/office/drawing/2014/main" id="{D8BCF0A1-D57F-1927-38C6-248FD3A7DD33}"/>
                    </a:ext>
                  </a:extLst>
                </p:cNvPr>
                <p:cNvPicPr/>
                <p:nvPr/>
              </p:nvPicPr>
              <p:blipFill>
                <a:blip r:embed="rId9"/>
                <a:stretch>
                  <a:fillRect/>
                </a:stretch>
              </p:blipFill>
              <p:spPr>
                <a:xfrm>
                  <a:off x="6536606" y="4427038"/>
                  <a:ext cx="1589040" cy="72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0">
            <p14:nvContentPartPr>
              <p14:cNvPr id="77901" name="墨迹 77900">
                <a:extLst>
                  <a:ext uri="{FF2B5EF4-FFF2-40B4-BE49-F238E27FC236}">
                    <a16:creationId xmlns:a16="http://schemas.microsoft.com/office/drawing/2014/main" id="{88977365-BFF6-F21C-0353-80AFA462C70B}"/>
                  </a:ext>
                </a:extLst>
              </p14:cNvPr>
              <p14:cNvContentPartPr/>
              <p14:nvPr/>
            </p14:nvContentPartPr>
            <p14:xfrm>
              <a:off x="3974486" y="2897038"/>
              <a:ext cx="360" cy="360"/>
            </p14:xfrm>
          </p:contentPart>
        </mc:Choice>
        <mc:Fallback xmlns="">
          <p:pic>
            <p:nvPicPr>
              <p:cNvPr id="77901" name="墨迹 77900">
                <a:extLst>
                  <a:ext uri="{FF2B5EF4-FFF2-40B4-BE49-F238E27FC236}">
                    <a16:creationId xmlns:a16="http://schemas.microsoft.com/office/drawing/2014/main" id="{88977365-BFF6-F21C-0353-80AFA462C70B}"/>
                  </a:ext>
                </a:extLst>
              </p:cNvPr>
              <p:cNvPicPr/>
              <p:nvPr/>
            </p:nvPicPr>
            <p:blipFill>
              <a:blip r:embed="rId11"/>
              <a:stretch>
                <a:fillRect/>
              </a:stretch>
            </p:blipFill>
            <p:spPr>
              <a:xfrm>
                <a:off x="3956486" y="2879038"/>
                <a:ext cx="36000" cy="36000"/>
              </a:xfrm>
              <a:prstGeom prst="rect">
                <a:avLst/>
              </a:prstGeom>
            </p:spPr>
          </p:pic>
        </mc:Fallback>
      </mc:AlternateContent>
    </p:spTree>
  </p:cSld>
  <p:clrMapOvr>
    <a:masterClrMapping/>
  </p:clrMapOvr>
  <p:transition spd="med">
    <p:zo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图片包含 图表&#10;&#10;AI 生成的内容可能不正确。">
            <a:extLst>
              <a:ext uri="{FF2B5EF4-FFF2-40B4-BE49-F238E27FC236}">
                <a16:creationId xmlns:a16="http://schemas.microsoft.com/office/drawing/2014/main" id="{C2D553CA-B60B-C273-06D5-6BFCB734552A}"/>
              </a:ext>
            </a:extLst>
          </p:cNvPr>
          <p:cNvPicPr>
            <a:picLocks noChangeAspect="1"/>
          </p:cNvPicPr>
          <p:nvPr/>
        </p:nvPicPr>
        <p:blipFill>
          <a:blip r:embed="rId2"/>
          <a:stretch>
            <a:fillRect/>
          </a:stretch>
        </p:blipFill>
        <p:spPr>
          <a:xfrm>
            <a:off x="-24822" y="620688"/>
            <a:ext cx="9144000" cy="4643887"/>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墨迹 3">
                <a:extLst>
                  <a:ext uri="{FF2B5EF4-FFF2-40B4-BE49-F238E27FC236}">
                    <a16:creationId xmlns:a16="http://schemas.microsoft.com/office/drawing/2014/main" id="{02A2C771-A144-C5D0-3AC3-E67CDF6494F3}"/>
                  </a:ext>
                </a:extLst>
              </p14:cNvPr>
              <p14:cNvContentPartPr/>
              <p14:nvPr/>
            </p14:nvContentPartPr>
            <p14:xfrm>
              <a:off x="-1028720" y="1631640"/>
              <a:ext cx="360" cy="360"/>
            </p14:xfrm>
          </p:contentPart>
        </mc:Choice>
        <mc:Fallback xmlns="">
          <p:pic>
            <p:nvPicPr>
              <p:cNvPr id="4" name="墨迹 3">
                <a:extLst>
                  <a:ext uri="{FF2B5EF4-FFF2-40B4-BE49-F238E27FC236}">
                    <a16:creationId xmlns:a16="http://schemas.microsoft.com/office/drawing/2014/main" id="{02A2C771-A144-C5D0-3AC3-E67CDF6494F3}"/>
                  </a:ext>
                </a:extLst>
              </p:cNvPr>
              <p:cNvPicPr/>
              <p:nvPr/>
            </p:nvPicPr>
            <p:blipFill>
              <a:blip r:embed="rId4"/>
              <a:stretch>
                <a:fillRect/>
              </a:stretch>
            </p:blipFill>
            <p:spPr>
              <a:xfrm>
                <a:off x="-1046360" y="1614000"/>
                <a:ext cx="36000" cy="36000"/>
              </a:xfrm>
              <a:prstGeom prst="rect">
                <a:avLst/>
              </a:prstGeom>
            </p:spPr>
          </p:pic>
        </mc:Fallback>
      </mc:AlternateContent>
    </p:spTree>
    <p:extLst>
      <p:ext uri="{BB962C8B-B14F-4D97-AF65-F5344CB8AC3E}">
        <p14:creationId xmlns:p14="http://schemas.microsoft.com/office/powerpoint/2010/main" val="3258276851"/>
      </p:ext>
    </p:extLst>
  </p:cSld>
  <p:clrMapOvr>
    <a:masterClrMapping/>
  </p:clrMapOvr>
  <p:transition spd="med">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ext Box 2"/>
          <p:cNvSpPr txBox="1"/>
          <p:nvPr/>
        </p:nvSpPr>
        <p:spPr>
          <a:xfrm>
            <a:off x="323533" y="621030"/>
            <a:ext cx="4259262" cy="457200"/>
          </a:xfrm>
          <a:prstGeom prst="rect">
            <a:avLst/>
          </a:prstGeom>
          <a:noFill/>
          <a:ln w="9525">
            <a:noFill/>
          </a:ln>
        </p:spPr>
        <p:txBody>
          <a:bodyPr anchor="t" anchorCtr="0">
            <a:spAutoFit/>
          </a:bodyPr>
          <a:lstStyle/>
          <a:p>
            <a:pPr>
              <a:spcBef>
                <a:spcPct val="50000"/>
              </a:spcBef>
            </a:pPr>
            <a:r>
              <a:rPr lang="en-US" altLang="zh-CN" sz="2400" b="1" dirty="0">
                <a:solidFill>
                  <a:schemeClr val="accent2"/>
                </a:solidFill>
                <a:latin typeface="Times New Roman" panose="02020603050405020304" pitchFamily="18" charset="0"/>
                <a:ea typeface="黑体" panose="02010609060101010101" pitchFamily="49" charset="-122"/>
              </a:rPr>
              <a:t>2</a:t>
            </a:r>
            <a:r>
              <a:rPr lang="zh-CN" altLang="en-US" sz="2400" b="1" dirty="0">
                <a:solidFill>
                  <a:schemeClr val="accent2"/>
                </a:solidFill>
                <a:latin typeface="Times New Roman" panose="02020603050405020304" pitchFamily="18" charset="0"/>
                <a:ea typeface="黑体" panose="02010609060101010101" pitchFamily="49" charset="-122"/>
              </a:rPr>
              <a:t>） 内部结构和工作原理</a:t>
            </a:r>
            <a:r>
              <a:rPr lang="zh-CN" altLang="en-US" sz="2400" dirty="0">
                <a:solidFill>
                  <a:srgbClr val="FF6600"/>
                </a:solidFill>
                <a:latin typeface="Times New Roman" panose="02020603050405020304" pitchFamily="18" charset="0"/>
                <a:ea typeface="宋体" panose="02010600030101010101" pitchFamily="2" charset="-122"/>
              </a:rPr>
              <a:t> </a:t>
            </a:r>
          </a:p>
        </p:txBody>
      </p:sp>
      <p:sp>
        <p:nvSpPr>
          <p:cNvPr id="78850" name="Rectangle 4"/>
          <p:cNvSpPr/>
          <p:nvPr/>
        </p:nvSpPr>
        <p:spPr>
          <a:xfrm>
            <a:off x="2809875" y="2114550"/>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sp>
        <p:nvSpPr>
          <p:cNvPr id="78852" name="Text Box 5"/>
          <p:cNvSpPr txBox="1"/>
          <p:nvPr/>
        </p:nvSpPr>
        <p:spPr>
          <a:xfrm>
            <a:off x="900113" y="6237288"/>
            <a:ext cx="4876800" cy="398780"/>
          </a:xfrm>
          <a:prstGeom prst="rect">
            <a:avLst/>
          </a:prstGeom>
          <a:noFill/>
          <a:ln w="9525">
            <a:noFill/>
          </a:ln>
        </p:spPr>
        <p:txBody>
          <a:bodyPr anchor="t" anchorCtr="0">
            <a:spAutoFit/>
          </a:bodyPr>
          <a:lstStyle/>
          <a:p>
            <a:pPr>
              <a:spcBef>
                <a:spcPct val="50000"/>
              </a:spcBef>
            </a:pPr>
            <a:r>
              <a:rPr lang="zh-CN" altLang="en-US" b="1" dirty="0">
                <a:latin typeface="Times New Roman" panose="02020603050405020304" pitchFamily="18" charset="0"/>
                <a:ea typeface="宋体" panose="02010600030101010101" pitchFamily="2" charset="-122"/>
              </a:rPr>
              <a:t>图</a:t>
            </a:r>
            <a:r>
              <a:rPr lang="en-US" altLang="zh-CN" b="1" dirty="0">
                <a:latin typeface="Times New Roman" panose="02020603050405020304" pitchFamily="18" charset="0"/>
                <a:ea typeface="宋体" panose="02010600030101010101" pitchFamily="2" charset="-122"/>
              </a:rPr>
              <a:t>10-15  ADC0809</a:t>
            </a:r>
            <a:r>
              <a:rPr lang="zh-CN" altLang="en-US" b="1" dirty="0">
                <a:latin typeface="Times New Roman" panose="02020603050405020304" pitchFamily="18" charset="0"/>
                <a:ea typeface="宋体" panose="02010600030101010101" pitchFamily="2" charset="-122"/>
              </a:rPr>
              <a:t>的内部逻辑结构图 </a:t>
            </a:r>
          </a:p>
        </p:txBody>
      </p:sp>
      <p:sp>
        <p:nvSpPr>
          <p:cNvPr id="260102" name="Rectangle 6"/>
          <p:cNvSpPr/>
          <p:nvPr/>
        </p:nvSpPr>
        <p:spPr>
          <a:xfrm>
            <a:off x="7091998" y="1340803"/>
            <a:ext cx="2160587" cy="1282700"/>
          </a:xfrm>
          <a:prstGeom prst="rect">
            <a:avLst/>
          </a:prstGeom>
          <a:noFill/>
          <a:ln w="9525">
            <a:noFill/>
          </a:ln>
        </p:spPr>
        <p:txBody>
          <a:bodyPr anchor="t" anchorCtr="0">
            <a:spAutoFit/>
          </a:bodyPr>
          <a:lstStyle/>
          <a:p>
            <a:pPr>
              <a:lnSpc>
                <a:spcPct val="130000"/>
              </a:lnSpc>
            </a:pPr>
            <a:r>
              <a:rPr lang="en-US" altLang="zh-CN" b="1" dirty="0">
                <a:latin typeface="Times New Roman" panose="02020603050405020304" pitchFamily="18" charset="0"/>
                <a:ea typeface="宋体" panose="02010600030101010101" pitchFamily="2" charset="-122"/>
              </a:rPr>
              <a:t>CLK</a:t>
            </a:r>
            <a:r>
              <a:rPr lang="zh-CN" altLang="en-US" b="1" dirty="0">
                <a:latin typeface="Times New Roman" panose="02020603050405020304" pitchFamily="18" charset="0"/>
                <a:ea typeface="宋体" panose="02010600030101010101" pitchFamily="2" charset="-122"/>
              </a:rPr>
              <a:t>允许范围：</a:t>
            </a:r>
            <a:r>
              <a:rPr lang="en-US" altLang="zh-CN" b="1" dirty="0">
                <a:latin typeface="Times New Roman" panose="02020603050405020304" pitchFamily="18" charset="0"/>
                <a:ea typeface="宋体" panose="02010600030101010101" pitchFamily="2" charset="-122"/>
              </a:rPr>
              <a:t>500k~1MHz,</a:t>
            </a:r>
          </a:p>
          <a:p>
            <a:pPr>
              <a:lnSpc>
                <a:spcPct val="130000"/>
              </a:lnSpc>
            </a:pPr>
            <a:r>
              <a:rPr lang="zh-CN" altLang="en-US" b="1" dirty="0">
                <a:latin typeface="Times New Roman" panose="02020603050405020304" pitchFamily="18" charset="0"/>
                <a:ea typeface="宋体" panose="02010600030101010101" pitchFamily="2" charset="-122"/>
              </a:rPr>
              <a:t>典型值为</a:t>
            </a:r>
            <a:r>
              <a:rPr lang="en-US" altLang="zh-CN" b="1" dirty="0">
                <a:latin typeface="Times New Roman" panose="02020603050405020304" pitchFamily="18" charset="0"/>
                <a:ea typeface="宋体" panose="02010600030101010101" pitchFamily="2" charset="-122"/>
              </a:rPr>
              <a:t>640kHz</a:t>
            </a:r>
            <a:r>
              <a:rPr lang="en-US" altLang="zh-CN" dirty="0">
                <a:latin typeface="Times New Roman" panose="02020603050405020304" pitchFamily="18" charset="0"/>
                <a:ea typeface="宋体" panose="02010600030101010101" pitchFamily="2" charset="-122"/>
              </a:rPr>
              <a:t> </a:t>
            </a:r>
          </a:p>
        </p:txBody>
      </p:sp>
      <p:pic>
        <p:nvPicPr>
          <p:cNvPr id="2" name="图片 1"/>
          <p:cNvPicPr>
            <a:picLocks noChangeAspect="1"/>
          </p:cNvPicPr>
          <p:nvPr/>
        </p:nvPicPr>
        <p:blipFill>
          <a:blip r:embed="rId2"/>
          <a:stretch>
            <a:fillRect/>
          </a:stretch>
        </p:blipFill>
        <p:spPr>
          <a:xfrm>
            <a:off x="395605" y="1052830"/>
            <a:ext cx="6667500" cy="501396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墨迹 3">
                <a:extLst>
                  <a:ext uri="{FF2B5EF4-FFF2-40B4-BE49-F238E27FC236}">
                    <a16:creationId xmlns:a16="http://schemas.microsoft.com/office/drawing/2014/main" id="{383B137C-CAC7-C436-F603-51EC016A473D}"/>
                  </a:ext>
                </a:extLst>
              </p14:cNvPr>
              <p14:cNvContentPartPr/>
              <p14:nvPr/>
            </p14:nvContentPartPr>
            <p14:xfrm>
              <a:off x="7480240" y="6083040"/>
              <a:ext cx="360" cy="360"/>
            </p14:xfrm>
          </p:contentPart>
        </mc:Choice>
        <mc:Fallback xmlns="">
          <p:pic>
            <p:nvPicPr>
              <p:cNvPr id="4" name="墨迹 3">
                <a:extLst>
                  <a:ext uri="{FF2B5EF4-FFF2-40B4-BE49-F238E27FC236}">
                    <a16:creationId xmlns:a16="http://schemas.microsoft.com/office/drawing/2014/main" id="{383B137C-CAC7-C436-F603-51EC016A473D}"/>
                  </a:ext>
                </a:extLst>
              </p:cNvPr>
              <p:cNvPicPr/>
              <p:nvPr/>
            </p:nvPicPr>
            <p:blipFill>
              <a:blip r:embed="rId4"/>
              <a:stretch>
                <a:fillRect/>
              </a:stretch>
            </p:blipFill>
            <p:spPr>
              <a:xfrm>
                <a:off x="7462600" y="606540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墨迹 4">
                <a:extLst>
                  <a:ext uri="{FF2B5EF4-FFF2-40B4-BE49-F238E27FC236}">
                    <a16:creationId xmlns:a16="http://schemas.microsoft.com/office/drawing/2014/main" id="{A925C14B-4A32-EFC3-B6CC-AAC2302C4167}"/>
                  </a:ext>
                </a:extLst>
              </p14:cNvPr>
              <p14:cNvContentPartPr/>
              <p14:nvPr/>
            </p14:nvContentPartPr>
            <p14:xfrm>
              <a:off x="342520" y="4323720"/>
              <a:ext cx="154440" cy="717120"/>
            </p14:xfrm>
          </p:contentPart>
        </mc:Choice>
        <mc:Fallback xmlns="">
          <p:pic>
            <p:nvPicPr>
              <p:cNvPr id="5" name="墨迹 4">
                <a:extLst>
                  <a:ext uri="{FF2B5EF4-FFF2-40B4-BE49-F238E27FC236}">
                    <a16:creationId xmlns:a16="http://schemas.microsoft.com/office/drawing/2014/main" id="{A925C14B-4A32-EFC3-B6CC-AAC2302C4167}"/>
                  </a:ext>
                </a:extLst>
              </p:cNvPr>
              <p:cNvPicPr/>
              <p:nvPr/>
            </p:nvPicPr>
            <p:blipFill>
              <a:blip r:embed="rId6"/>
              <a:stretch>
                <a:fillRect/>
              </a:stretch>
            </p:blipFill>
            <p:spPr>
              <a:xfrm>
                <a:off x="324880" y="4306080"/>
                <a:ext cx="190080" cy="752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墨迹 5">
                <a:extLst>
                  <a:ext uri="{FF2B5EF4-FFF2-40B4-BE49-F238E27FC236}">
                    <a16:creationId xmlns:a16="http://schemas.microsoft.com/office/drawing/2014/main" id="{A6390253-6AC1-479A-8DED-8DE2B07C694A}"/>
                  </a:ext>
                </a:extLst>
              </p14:cNvPr>
              <p14:cNvContentPartPr/>
              <p14:nvPr/>
            </p14:nvContentPartPr>
            <p14:xfrm>
              <a:off x="634840" y="5401920"/>
              <a:ext cx="241920" cy="8640"/>
            </p14:xfrm>
          </p:contentPart>
        </mc:Choice>
        <mc:Fallback xmlns="">
          <p:pic>
            <p:nvPicPr>
              <p:cNvPr id="6" name="墨迹 5">
                <a:extLst>
                  <a:ext uri="{FF2B5EF4-FFF2-40B4-BE49-F238E27FC236}">
                    <a16:creationId xmlns:a16="http://schemas.microsoft.com/office/drawing/2014/main" id="{A6390253-6AC1-479A-8DED-8DE2B07C694A}"/>
                  </a:ext>
                </a:extLst>
              </p:cNvPr>
              <p:cNvPicPr/>
              <p:nvPr/>
            </p:nvPicPr>
            <p:blipFill>
              <a:blip r:embed="rId8"/>
              <a:stretch>
                <a:fillRect/>
              </a:stretch>
            </p:blipFill>
            <p:spPr>
              <a:xfrm>
                <a:off x="617200" y="5384280"/>
                <a:ext cx="277560" cy="44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墨迹 6">
                <a:extLst>
                  <a:ext uri="{FF2B5EF4-FFF2-40B4-BE49-F238E27FC236}">
                    <a16:creationId xmlns:a16="http://schemas.microsoft.com/office/drawing/2014/main" id="{A6E6CE9A-AB28-CBD4-C6DD-07528175F4E6}"/>
                  </a:ext>
                </a:extLst>
              </p14:cNvPr>
              <p14:cNvContentPartPr/>
              <p14:nvPr/>
            </p14:nvContentPartPr>
            <p14:xfrm>
              <a:off x="5340040" y="5917440"/>
              <a:ext cx="329760" cy="7560"/>
            </p14:xfrm>
          </p:contentPart>
        </mc:Choice>
        <mc:Fallback xmlns="">
          <p:pic>
            <p:nvPicPr>
              <p:cNvPr id="7" name="墨迹 6">
                <a:extLst>
                  <a:ext uri="{FF2B5EF4-FFF2-40B4-BE49-F238E27FC236}">
                    <a16:creationId xmlns:a16="http://schemas.microsoft.com/office/drawing/2014/main" id="{A6E6CE9A-AB28-CBD4-C6DD-07528175F4E6}"/>
                  </a:ext>
                </a:extLst>
              </p:cNvPr>
              <p:cNvPicPr/>
              <p:nvPr/>
            </p:nvPicPr>
            <p:blipFill>
              <a:blip r:embed="rId10"/>
              <a:stretch>
                <a:fillRect/>
              </a:stretch>
            </p:blipFill>
            <p:spPr>
              <a:xfrm>
                <a:off x="5286400" y="5809440"/>
                <a:ext cx="437400" cy="22320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0102"/>
                                        </p:tgtEl>
                                        <p:attrNameLst>
                                          <p:attrName>style.visibility</p:attrName>
                                        </p:attrNameLst>
                                      </p:cBhvr>
                                      <p:to>
                                        <p:strVal val="visible"/>
                                      </p:to>
                                    </p:set>
                                    <p:animEffect transition="in" filter="box(in)">
                                      <p:cBhvr>
                                        <p:cTn id="7" dur="500"/>
                                        <p:tgtEl>
                                          <p:spTgt spid="26010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xit" presetSubtype="16" fill="hold" grpId="1" nodeType="clickEffect">
                                  <p:stCondLst>
                                    <p:cond delay="0"/>
                                  </p:stCondLst>
                                  <p:childTnLst>
                                    <p:animEffect transition="out" filter="diamond(in)">
                                      <p:cBhvr>
                                        <p:cTn id="11" dur="2000"/>
                                        <p:tgtEl>
                                          <p:spTgt spid="260102"/>
                                        </p:tgtEl>
                                      </p:cBhvr>
                                    </p:animEffect>
                                    <p:set>
                                      <p:cBhvr>
                                        <p:cTn id="12" dur="1" fill="hold">
                                          <p:stCondLst>
                                            <p:cond delay="1999"/>
                                          </p:stCondLst>
                                        </p:cTn>
                                        <p:tgtEl>
                                          <p:spTgt spid="26010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0102" grpId="0"/>
      <p:bldP spid="260102"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图表&#10;&#10;AI 生成的内容可能不正确。">
            <a:extLst>
              <a:ext uri="{FF2B5EF4-FFF2-40B4-BE49-F238E27FC236}">
                <a16:creationId xmlns:a16="http://schemas.microsoft.com/office/drawing/2014/main" id="{E65466E8-9447-91E8-A7B9-835F5AC4382A}"/>
              </a:ext>
            </a:extLst>
          </p:cNvPr>
          <p:cNvPicPr>
            <a:picLocks noChangeAspect="1"/>
          </p:cNvPicPr>
          <p:nvPr/>
        </p:nvPicPr>
        <p:blipFill>
          <a:blip r:embed="rId2"/>
          <a:stretch>
            <a:fillRect/>
          </a:stretch>
        </p:blipFill>
        <p:spPr>
          <a:xfrm>
            <a:off x="1825498" y="261368"/>
            <a:ext cx="5493004" cy="6335264"/>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A5B1C397-1882-CD14-F381-7ED162732821}"/>
                  </a:ext>
                </a:extLst>
              </p14:cNvPr>
              <p14:cNvContentPartPr/>
              <p14:nvPr/>
            </p14:nvContentPartPr>
            <p14:xfrm>
              <a:off x="-489080" y="1066440"/>
              <a:ext cx="360" cy="360"/>
            </p14:xfrm>
          </p:contentPart>
        </mc:Choice>
        <mc:Fallback xmlns="">
          <p:pic>
            <p:nvPicPr>
              <p:cNvPr id="2" name="墨迹 1">
                <a:extLst>
                  <a:ext uri="{FF2B5EF4-FFF2-40B4-BE49-F238E27FC236}">
                    <a16:creationId xmlns:a16="http://schemas.microsoft.com/office/drawing/2014/main" id="{A5B1C397-1882-CD14-F381-7ED162732821}"/>
                  </a:ext>
                </a:extLst>
              </p:cNvPr>
              <p:cNvPicPr/>
              <p:nvPr/>
            </p:nvPicPr>
            <p:blipFill>
              <a:blip r:embed="rId4"/>
              <a:stretch>
                <a:fillRect/>
              </a:stretch>
            </p:blipFill>
            <p:spPr>
              <a:xfrm>
                <a:off x="-506720" y="104880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DFD2166E-AC70-4AAF-A9DE-F9265A8C9EB0}"/>
                  </a:ext>
                </a:extLst>
              </p14:cNvPr>
              <p14:cNvContentPartPr/>
              <p14:nvPr/>
            </p14:nvContentPartPr>
            <p14:xfrm>
              <a:off x="1983040" y="697800"/>
              <a:ext cx="245880" cy="1757880"/>
            </p14:xfrm>
          </p:contentPart>
        </mc:Choice>
        <mc:Fallback xmlns="">
          <p:pic>
            <p:nvPicPr>
              <p:cNvPr id="3" name="墨迹 2">
                <a:extLst>
                  <a:ext uri="{FF2B5EF4-FFF2-40B4-BE49-F238E27FC236}">
                    <a16:creationId xmlns:a16="http://schemas.microsoft.com/office/drawing/2014/main" id="{DFD2166E-AC70-4AAF-A9DE-F9265A8C9EB0}"/>
                  </a:ext>
                </a:extLst>
              </p:cNvPr>
              <p:cNvPicPr/>
              <p:nvPr/>
            </p:nvPicPr>
            <p:blipFill>
              <a:blip r:embed="rId6"/>
              <a:stretch>
                <a:fillRect/>
              </a:stretch>
            </p:blipFill>
            <p:spPr>
              <a:xfrm>
                <a:off x="1965040" y="680160"/>
                <a:ext cx="281520" cy="17935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墨迹 3">
                <a:extLst>
                  <a:ext uri="{FF2B5EF4-FFF2-40B4-BE49-F238E27FC236}">
                    <a16:creationId xmlns:a16="http://schemas.microsoft.com/office/drawing/2014/main" id="{A1B70316-8DDB-CF19-F0C7-1CB32288A711}"/>
                  </a:ext>
                </a:extLst>
              </p14:cNvPr>
              <p14:cNvContentPartPr/>
              <p14:nvPr/>
            </p14:nvContentPartPr>
            <p14:xfrm>
              <a:off x="6826120" y="747840"/>
              <a:ext cx="190800" cy="992520"/>
            </p14:xfrm>
          </p:contentPart>
        </mc:Choice>
        <mc:Fallback xmlns="">
          <p:pic>
            <p:nvPicPr>
              <p:cNvPr id="4" name="墨迹 3">
                <a:extLst>
                  <a:ext uri="{FF2B5EF4-FFF2-40B4-BE49-F238E27FC236}">
                    <a16:creationId xmlns:a16="http://schemas.microsoft.com/office/drawing/2014/main" id="{A1B70316-8DDB-CF19-F0C7-1CB32288A711}"/>
                  </a:ext>
                </a:extLst>
              </p:cNvPr>
              <p:cNvPicPr/>
              <p:nvPr/>
            </p:nvPicPr>
            <p:blipFill>
              <a:blip r:embed="rId8"/>
              <a:stretch>
                <a:fillRect/>
              </a:stretch>
            </p:blipFill>
            <p:spPr>
              <a:xfrm>
                <a:off x="6808480" y="730200"/>
                <a:ext cx="226440" cy="1028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墨迹 5">
                <a:extLst>
                  <a:ext uri="{FF2B5EF4-FFF2-40B4-BE49-F238E27FC236}">
                    <a16:creationId xmlns:a16="http://schemas.microsoft.com/office/drawing/2014/main" id="{CB66EBB1-2736-63C4-0C73-B01AA3FF5524}"/>
                  </a:ext>
                </a:extLst>
              </p14:cNvPr>
              <p14:cNvContentPartPr/>
              <p14:nvPr/>
            </p14:nvContentPartPr>
            <p14:xfrm>
              <a:off x="2349160" y="3663480"/>
              <a:ext cx="295560" cy="22320"/>
            </p14:xfrm>
          </p:contentPart>
        </mc:Choice>
        <mc:Fallback xmlns="">
          <p:pic>
            <p:nvPicPr>
              <p:cNvPr id="6" name="墨迹 5">
                <a:extLst>
                  <a:ext uri="{FF2B5EF4-FFF2-40B4-BE49-F238E27FC236}">
                    <a16:creationId xmlns:a16="http://schemas.microsoft.com/office/drawing/2014/main" id="{CB66EBB1-2736-63C4-0C73-B01AA3FF5524}"/>
                  </a:ext>
                </a:extLst>
              </p:cNvPr>
              <p:cNvPicPr/>
              <p:nvPr/>
            </p:nvPicPr>
            <p:blipFill>
              <a:blip r:embed="rId10"/>
              <a:stretch>
                <a:fillRect/>
              </a:stretch>
            </p:blipFill>
            <p:spPr>
              <a:xfrm>
                <a:off x="2295520" y="3555840"/>
                <a:ext cx="403200" cy="2379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墨迹 6">
                <a:extLst>
                  <a:ext uri="{FF2B5EF4-FFF2-40B4-BE49-F238E27FC236}">
                    <a16:creationId xmlns:a16="http://schemas.microsoft.com/office/drawing/2014/main" id="{23865701-6B27-20FE-D708-0EBD4BBCBB71}"/>
                  </a:ext>
                </a:extLst>
              </p14:cNvPr>
              <p14:cNvContentPartPr/>
              <p14:nvPr/>
            </p14:nvContentPartPr>
            <p14:xfrm>
              <a:off x="6292600" y="3612720"/>
              <a:ext cx="285480" cy="360"/>
            </p14:xfrm>
          </p:contentPart>
        </mc:Choice>
        <mc:Fallback xmlns="">
          <p:pic>
            <p:nvPicPr>
              <p:cNvPr id="7" name="墨迹 6">
                <a:extLst>
                  <a:ext uri="{FF2B5EF4-FFF2-40B4-BE49-F238E27FC236}">
                    <a16:creationId xmlns:a16="http://schemas.microsoft.com/office/drawing/2014/main" id="{23865701-6B27-20FE-D708-0EBD4BBCBB71}"/>
                  </a:ext>
                </a:extLst>
              </p:cNvPr>
              <p:cNvPicPr/>
              <p:nvPr/>
            </p:nvPicPr>
            <p:blipFill>
              <a:blip r:embed="rId12"/>
              <a:stretch>
                <a:fillRect/>
              </a:stretch>
            </p:blipFill>
            <p:spPr>
              <a:xfrm>
                <a:off x="6238960" y="3505080"/>
                <a:ext cx="39312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墨迹 7">
                <a:extLst>
                  <a:ext uri="{FF2B5EF4-FFF2-40B4-BE49-F238E27FC236}">
                    <a16:creationId xmlns:a16="http://schemas.microsoft.com/office/drawing/2014/main" id="{A4AB315E-E7BB-1E12-E01B-022B191A9B4F}"/>
                  </a:ext>
                </a:extLst>
              </p14:cNvPr>
              <p14:cNvContentPartPr/>
              <p14:nvPr/>
            </p14:nvContentPartPr>
            <p14:xfrm>
              <a:off x="6311680" y="4069920"/>
              <a:ext cx="298440" cy="7560"/>
            </p14:xfrm>
          </p:contentPart>
        </mc:Choice>
        <mc:Fallback xmlns="">
          <p:pic>
            <p:nvPicPr>
              <p:cNvPr id="8" name="墨迹 7">
                <a:extLst>
                  <a:ext uri="{FF2B5EF4-FFF2-40B4-BE49-F238E27FC236}">
                    <a16:creationId xmlns:a16="http://schemas.microsoft.com/office/drawing/2014/main" id="{A4AB315E-E7BB-1E12-E01B-022B191A9B4F}"/>
                  </a:ext>
                </a:extLst>
              </p:cNvPr>
              <p:cNvPicPr/>
              <p:nvPr/>
            </p:nvPicPr>
            <p:blipFill>
              <a:blip r:embed="rId14"/>
              <a:stretch>
                <a:fillRect/>
              </a:stretch>
            </p:blipFill>
            <p:spPr>
              <a:xfrm>
                <a:off x="6258040" y="3961920"/>
                <a:ext cx="406080" cy="2232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墨迹 8">
                <a:extLst>
                  <a:ext uri="{FF2B5EF4-FFF2-40B4-BE49-F238E27FC236}">
                    <a16:creationId xmlns:a16="http://schemas.microsoft.com/office/drawing/2014/main" id="{C75CB93D-DBED-0BBF-923E-05D73534AC27}"/>
                  </a:ext>
                </a:extLst>
              </p14:cNvPr>
              <p14:cNvContentPartPr/>
              <p14:nvPr/>
            </p14:nvContentPartPr>
            <p14:xfrm>
              <a:off x="6311680" y="4476360"/>
              <a:ext cx="393480" cy="36360"/>
            </p14:xfrm>
          </p:contentPart>
        </mc:Choice>
        <mc:Fallback xmlns="">
          <p:pic>
            <p:nvPicPr>
              <p:cNvPr id="9" name="墨迹 8">
                <a:extLst>
                  <a:ext uri="{FF2B5EF4-FFF2-40B4-BE49-F238E27FC236}">
                    <a16:creationId xmlns:a16="http://schemas.microsoft.com/office/drawing/2014/main" id="{C75CB93D-DBED-0BBF-923E-05D73534AC27}"/>
                  </a:ext>
                </a:extLst>
              </p:cNvPr>
              <p:cNvPicPr/>
              <p:nvPr/>
            </p:nvPicPr>
            <p:blipFill>
              <a:blip r:embed="rId16"/>
              <a:stretch>
                <a:fillRect/>
              </a:stretch>
            </p:blipFill>
            <p:spPr>
              <a:xfrm>
                <a:off x="6258040" y="4368360"/>
                <a:ext cx="50112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 name="墨迹 9">
                <a:extLst>
                  <a:ext uri="{FF2B5EF4-FFF2-40B4-BE49-F238E27FC236}">
                    <a16:creationId xmlns:a16="http://schemas.microsoft.com/office/drawing/2014/main" id="{136B3ADC-7477-96E0-A231-D5B49AE9BA8A}"/>
                  </a:ext>
                </a:extLst>
              </p14:cNvPr>
              <p14:cNvContentPartPr/>
              <p14:nvPr/>
            </p14:nvContentPartPr>
            <p14:xfrm>
              <a:off x="6235360" y="4876680"/>
              <a:ext cx="483480" cy="25920"/>
            </p14:xfrm>
          </p:contentPart>
        </mc:Choice>
        <mc:Fallback xmlns="">
          <p:pic>
            <p:nvPicPr>
              <p:cNvPr id="10" name="墨迹 9">
                <a:extLst>
                  <a:ext uri="{FF2B5EF4-FFF2-40B4-BE49-F238E27FC236}">
                    <a16:creationId xmlns:a16="http://schemas.microsoft.com/office/drawing/2014/main" id="{136B3ADC-7477-96E0-A231-D5B49AE9BA8A}"/>
                  </a:ext>
                </a:extLst>
              </p:cNvPr>
              <p:cNvPicPr/>
              <p:nvPr/>
            </p:nvPicPr>
            <p:blipFill>
              <a:blip r:embed="rId18"/>
              <a:stretch>
                <a:fillRect/>
              </a:stretch>
            </p:blipFill>
            <p:spPr>
              <a:xfrm>
                <a:off x="6181720" y="4769040"/>
                <a:ext cx="59112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1" name="墨迹 10">
                <a:extLst>
                  <a:ext uri="{FF2B5EF4-FFF2-40B4-BE49-F238E27FC236}">
                    <a16:creationId xmlns:a16="http://schemas.microsoft.com/office/drawing/2014/main" id="{AE4A1DC8-7358-5707-39AA-B13337FCBD9B}"/>
                  </a:ext>
                </a:extLst>
              </p14:cNvPr>
              <p14:cNvContentPartPr/>
              <p14:nvPr/>
            </p14:nvContentPartPr>
            <p14:xfrm>
              <a:off x="6254440" y="5270160"/>
              <a:ext cx="336240" cy="360"/>
            </p14:xfrm>
          </p:contentPart>
        </mc:Choice>
        <mc:Fallback xmlns="">
          <p:pic>
            <p:nvPicPr>
              <p:cNvPr id="11" name="墨迹 10">
                <a:extLst>
                  <a:ext uri="{FF2B5EF4-FFF2-40B4-BE49-F238E27FC236}">
                    <a16:creationId xmlns:a16="http://schemas.microsoft.com/office/drawing/2014/main" id="{AE4A1DC8-7358-5707-39AA-B13337FCBD9B}"/>
                  </a:ext>
                </a:extLst>
              </p:cNvPr>
              <p:cNvPicPr/>
              <p:nvPr/>
            </p:nvPicPr>
            <p:blipFill>
              <a:blip r:embed="rId20"/>
              <a:stretch>
                <a:fillRect/>
              </a:stretch>
            </p:blipFill>
            <p:spPr>
              <a:xfrm>
                <a:off x="6200800" y="5162520"/>
                <a:ext cx="44388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2" name="墨迹 11">
                <a:extLst>
                  <a:ext uri="{FF2B5EF4-FFF2-40B4-BE49-F238E27FC236}">
                    <a16:creationId xmlns:a16="http://schemas.microsoft.com/office/drawing/2014/main" id="{58393213-79DB-23ED-26A2-8FA799813E93}"/>
                  </a:ext>
                </a:extLst>
              </p14:cNvPr>
              <p14:cNvContentPartPr/>
              <p14:nvPr/>
            </p14:nvContentPartPr>
            <p14:xfrm>
              <a:off x="6280000" y="6184560"/>
              <a:ext cx="375120" cy="14040"/>
            </p14:xfrm>
          </p:contentPart>
        </mc:Choice>
        <mc:Fallback xmlns="">
          <p:pic>
            <p:nvPicPr>
              <p:cNvPr id="12" name="墨迹 11">
                <a:extLst>
                  <a:ext uri="{FF2B5EF4-FFF2-40B4-BE49-F238E27FC236}">
                    <a16:creationId xmlns:a16="http://schemas.microsoft.com/office/drawing/2014/main" id="{58393213-79DB-23ED-26A2-8FA799813E93}"/>
                  </a:ext>
                </a:extLst>
              </p:cNvPr>
              <p:cNvPicPr/>
              <p:nvPr/>
            </p:nvPicPr>
            <p:blipFill>
              <a:blip r:embed="rId22"/>
              <a:stretch>
                <a:fillRect/>
              </a:stretch>
            </p:blipFill>
            <p:spPr>
              <a:xfrm>
                <a:off x="6226360" y="6076920"/>
                <a:ext cx="48276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3" name="墨迹 12">
                <a:extLst>
                  <a:ext uri="{FF2B5EF4-FFF2-40B4-BE49-F238E27FC236}">
                    <a16:creationId xmlns:a16="http://schemas.microsoft.com/office/drawing/2014/main" id="{A1077432-3B15-454D-D5C2-720C3E30C52C}"/>
                  </a:ext>
                </a:extLst>
              </p14:cNvPr>
              <p14:cNvContentPartPr/>
              <p14:nvPr/>
            </p14:nvContentPartPr>
            <p14:xfrm>
              <a:off x="2431960" y="6159000"/>
              <a:ext cx="375120" cy="52200"/>
            </p14:xfrm>
          </p:contentPart>
        </mc:Choice>
        <mc:Fallback xmlns="">
          <p:pic>
            <p:nvPicPr>
              <p:cNvPr id="13" name="墨迹 12">
                <a:extLst>
                  <a:ext uri="{FF2B5EF4-FFF2-40B4-BE49-F238E27FC236}">
                    <a16:creationId xmlns:a16="http://schemas.microsoft.com/office/drawing/2014/main" id="{A1077432-3B15-454D-D5C2-720C3E30C52C}"/>
                  </a:ext>
                </a:extLst>
              </p:cNvPr>
              <p:cNvPicPr/>
              <p:nvPr/>
            </p:nvPicPr>
            <p:blipFill>
              <a:blip r:embed="rId24"/>
              <a:stretch>
                <a:fillRect/>
              </a:stretch>
            </p:blipFill>
            <p:spPr>
              <a:xfrm>
                <a:off x="2378320" y="6051000"/>
                <a:ext cx="48276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4" name="墨迹 13">
                <a:extLst>
                  <a:ext uri="{FF2B5EF4-FFF2-40B4-BE49-F238E27FC236}">
                    <a16:creationId xmlns:a16="http://schemas.microsoft.com/office/drawing/2014/main" id="{E55A2D4C-B049-0C23-623C-43315CA1FEA2}"/>
                  </a:ext>
                </a:extLst>
              </p14:cNvPr>
              <p14:cNvContentPartPr/>
              <p14:nvPr/>
            </p14:nvContentPartPr>
            <p14:xfrm>
              <a:off x="9150280" y="2082360"/>
              <a:ext cx="360" cy="360"/>
            </p14:xfrm>
          </p:contentPart>
        </mc:Choice>
        <mc:Fallback xmlns="">
          <p:pic>
            <p:nvPicPr>
              <p:cNvPr id="14" name="墨迹 13">
                <a:extLst>
                  <a:ext uri="{FF2B5EF4-FFF2-40B4-BE49-F238E27FC236}">
                    <a16:creationId xmlns:a16="http://schemas.microsoft.com/office/drawing/2014/main" id="{E55A2D4C-B049-0C23-623C-43315CA1FEA2}"/>
                  </a:ext>
                </a:extLst>
              </p:cNvPr>
              <p:cNvPicPr/>
              <p:nvPr/>
            </p:nvPicPr>
            <p:blipFill>
              <a:blip r:embed="rId4"/>
              <a:stretch>
                <a:fillRect/>
              </a:stretch>
            </p:blipFill>
            <p:spPr>
              <a:xfrm>
                <a:off x="9132640" y="206472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墨迹 14">
                <a:extLst>
                  <a:ext uri="{FF2B5EF4-FFF2-40B4-BE49-F238E27FC236}">
                    <a16:creationId xmlns:a16="http://schemas.microsoft.com/office/drawing/2014/main" id="{BD2028CD-CA6C-599B-EFBD-F2F228634C89}"/>
                  </a:ext>
                </a:extLst>
              </p14:cNvPr>
              <p14:cNvContentPartPr/>
              <p14:nvPr/>
            </p14:nvContentPartPr>
            <p14:xfrm>
              <a:off x="6806680" y="1707960"/>
              <a:ext cx="121320" cy="82800"/>
            </p14:xfrm>
          </p:contentPart>
        </mc:Choice>
        <mc:Fallback xmlns="">
          <p:pic>
            <p:nvPicPr>
              <p:cNvPr id="15" name="墨迹 14">
                <a:extLst>
                  <a:ext uri="{FF2B5EF4-FFF2-40B4-BE49-F238E27FC236}">
                    <a16:creationId xmlns:a16="http://schemas.microsoft.com/office/drawing/2014/main" id="{BD2028CD-CA6C-599B-EFBD-F2F228634C89}"/>
                  </a:ext>
                </a:extLst>
              </p:cNvPr>
              <p:cNvPicPr/>
              <p:nvPr/>
            </p:nvPicPr>
            <p:blipFill>
              <a:blip r:embed="rId27"/>
              <a:stretch>
                <a:fillRect/>
              </a:stretch>
            </p:blipFill>
            <p:spPr>
              <a:xfrm>
                <a:off x="6788680" y="1690320"/>
                <a:ext cx="156960" cy="1184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 name="墨迹 15">
                <a:extLst>
                  <a:ext uri="{FF2B5EF4-FFF2-40B4-BE49-F238E27FC236}">
                    <a16:creationId xmlns:a16="http://schemas.microsoft.com/office/drawing/2014/main" id="{071EDF25-3481-FD2A-9491-6D22916329EF}"/>
                  </a:ext>
                </a:extLst>
              </p14:cNvPr>
              <p14:cNvContentPartPr/>
              <p14:nvPr/>
            </p14:nvContentPartPr>
            <p14:xfrm>
              <a:off x="6751960" y="729840"/>
              <a:ext cx="271800" cy="1125360"/>
            </p14:xfrm>
          </p:contentPart>
        </mc:Choice>
        <mc:Fallback xmlns="">
          <p:pic>
            <p:nvPicPr>
              <p:cNvPr id="16" name="墨迹 15">
                <a:extLst>
                  <a:ext uri="{FF2B5EF4-FFF2-40B4-BE49-F238E27FC236}">
                    <a16:creationId xmlns:a16="http://schemas.microsoft.com/office/drawing/2014/main" id="{071EDF25-3481-FD2A-9491-6D22916329EF}"/>
                  </a:ext>
                </a:extLst>
              </p:cNvPr>
              <p:cNvPicPr/>
              <p:nvPr/>
            </p:nvPicPr>
            <p:blipFill>
              <a:blip r:embed="rId29"/>
              <a:stretch>
                <a:fillRect/>
              </a:stretch>
            </p:blipFill>
            <p:spPr>
              <a:xfrm>
                <a:off x="6733960" y="712200"/>
                <a:ext cx="307440" cy="1161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7" name="墨迹 16">
                <a:extLst>
                  <a:ext uri="{FF2B5EF4-FFF2-40B4-BE49-F238E27FC236}">
                    <a16:creationId xmlns:a16="http://schemas.microsoft.com/office/drawing/2014/main" id="{46A7DE75-929E-DF06-6AC4-2BB5A72C2D21}"/>
                  </a:ext>
                </a:extLst>
              </p14:cNvPr>
              <p14:cNvContentPartPr/>
              <p14:nvPr/>
            </p14:nvContentPartPr>
            <p14:xfrm>
              <a:off x="7175320" y="1968240"/>
              <a:ext cx="239760" cy="983160"/>
            </p14:xfrm>
          </p:contentPart>
        </mc:Choice>
        <mc:Fallback xmlns="">
          <p:pic>
            <p:nvPicPr>
              <p:cNvPr id="17" name="墨迹 16">
                <a:extLst>
                  <a:ext uri="{FF2B5EF4-FFF2-40B4-BE49-F238E27FC236}">
                    <a16:creationId xmlns:a16="http://schemas.microsoft.com/office/drawing/2014/main" id="{46A7DE75-929E-DF06-6AC4-2BB5A72C2D21}"/>
                  </a:ext>
                </a:extLst>
              </p:cNvPr>
              <p:cNvPicPr/>
              <p:nvPr/>
            </p:nvPicPr>
            <p:blipFill>
              <a:blip r:embed="rId31"/>
              <a:stretch>
                <a:fillRect/>
              </a:stretch>
            </p:blipFill>
            <p:spPr>
              <a:xfrm>
                <a:off x="7157680" y="1950240"/>
                <a:ext cx="275400" cy="1018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8" name="墨迹 17">
                <a:extLst>
                  <a:ext uri="{FF2B5EF4-FFF2-40B4-BE49-F238E27FC236}">
                    <a16:creationId xmlns:a16="http://schemas.microsoft.com/office/drawing/2014/main" id="{E15061AF-D7B9-7DF2-D636-C5C3D8516F4D}"/>
                  </a:ext>
                </a:extLst>
              </p14:cNvPr>
              <p14:cNvContentPartPr/>
              <p14:nvPr/>
            </p14:nvContentPartPr>
            <p14:xfrm>
              <a:off x="7550440" y="2478720"/>
              <a:ext cx="160560" cy="246240"/>
            </p14:xfrm>
          </p:contentPart>
        </mc:Choice>
        <mc:Fallback xmlns="">
          <p:pic>
            <p:nvPicPr>
              <p:cNvPr id="18" name="墨迹 17">
                <a:extLst>
                  <a:ext uri="{FF2B5EF4-FFF2-40B4-BE49-F238E27FC236}">
                    <a16:creationId xmlns:a16="http://schemas.microsoft.com/office/drawing/2014/main" id="{E15061AF-D7B9-7DF2-D636-C5C3D8516F4D}"/>
                  </a:ext>
                </a:extLst>
              </p:cNvPr>
              <p:cNvPicPr/>
              <p:nvPr/>
            </p:nvPicPr>
            <p:blipFill>
              <a:blip r:embed="rId33"/>
              <a:stretch>
                <a:fillRect/>
              </a:stretch>
            </p:blipFill>
            <p:spPr>
              <a:xfrm>
                <a:off x="7532800" y="2461080"/>
                <a:ext cx="19620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墨迹 19">
                <a:extLst>
                  <a:ext uri="{FF2B5EF4-FFF2-40B4-BE49-F238E27FC236}">
                    <a16:creationId xmlns:a16="http://schemas.microsoft.com/office/drawing/2014/main" id="{3418EEA2-4F40-734A-988C-EDD27376E03C}"/>
                  </a:ext>
                </a:extLst>
              </p14:cNvPr>
              <p14:cNvContentPartPr/>
              <p14:nvPr/>
            </p14:nvContentPartPr>
            <p14:xfrm>
              <a:off x="8111680" y="1923600"/>
              <a:ext cx="229320" cy="320040"/>
            </p14:xfrm>
          </p:contentPart>
        </mc:Choice>
        <mc:Fallback xmlns="">
          <p:pic>
            <p:nvPicPr>
              <p:cNvPr id="20" name="墨迹 19">
                <a:extLst>
                  <a:ext uri="{FF2B5EF4-FFF2-40B4-BE49-F238E27FC236}">
                    <a16:creationId xmlns:a16="http://schemas.microsoft.com/office/drawing/2014/main" id="{3418EEA2-4F40-734A-988C-EDD27376E03C}"/>
                  </a:ext>
                </a:extLst>
              </p:cNvPr>
              <p:cNvPicPr/>
              <p:nvPr/>
            </p:nvPicPr>
            <p:blipFill>
              <a:blip r:embed="rId35"/>
              <a:stretch>
                <a:fillRect/>
              </a:stretch>
            </p:blipFill>
            <p:spPr>
              <a:xfrm>
                <a:off x="8093680" y="1905960"/>
                <a:ext cx="264960" cy="3556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墨迹 20">
                <a:extLst>
                  <a:ext uri="{FF2B5EF4-FFF2-40B4-BE49-F238E27FC236}">
                    <a16:creationId xmlns:a16="http://schemas.microsoft.com/office/drawing/2014/main" id="{7ECE5722-0EEE-35A0-8161-9A886923324B}"/>
                  </a:ext>
                </a:extLst>
              </p14:cNvPr>
              <p14:cNvContentPartPr/>
              <p14:nvPr/>
            </p14:nvContentPartPr>
            <p14:xfrm>
              <a:off x="8343160" y="1841160"/>
              <a:ext cx="140400" cy="110160"/>
            </p14:xfrm>
          </p:contentPart>
        </mc:Choice>
        <mc:Fallback xmlns="">
          <p:pic>
            <p:nvPicPr>
              <p:cNvPr id="21" name="墨迹 20">
                <a:extLst>
                  <a:ext uri="{FF2B5EF4-FFF2-40B4-BE49-F238E27FC236}">
                    <a16:creationId xmlns:a16="http://schemas.microsoft.com/office/drawing/2014/main" id="{7ECE5722-0EEE-35A0-8161-9A886923324B}"/>
                  </a:ext>
                </a:extLst>
              </p:cNvPr>
              <p:cNvPicPr/>
              <p:nvPr/>
            </p:nvPicPr>
            <p:blipFill>
              <a:blip r:embed="rId37"/>
              <a:stretch>
                <a:fillRect/>
              </a:stretch>
            </p:blipFill>
            <p:spPr>
              <a:xfrm>
                <a:off x="8325160" y="1823520"/>
                <a:ext cx="17604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2" name="墨迹 21">
                <a:extLst>
                  <a:ext uri="{FF2B5EF4-FFF2-40B4-BE49-F238E27FC236}">
                    <a16:creationId xmlns:a16="http://schemas.microsoft.com/office/drawing/2014/main" id="{8AF054D3-4362-EB32-5AA2-5B2E2B95F599}"/>
                  </a:ext>
                </a:extLst>
              </p14:cNvPr>
              <p14:cNvContentPartPr/>
              <p14:nvPr/>
            </p14:nvContentPartPr>
            <p14:xfrm>
              <a:off x="8464480" y="1911000"/>
              <a:ext cx="12960" cy="317160"/>
            </p14:xfrm>
          </p:contentPart>
        </mc:Choice>
        <mc:Fallback xmlns="">
          <p:pic>
            <p:nvPicPr>
              <p:cNvPr id="22" name="墨迹 21">
                <a:extLst>
                  <a:ext uri="{FF2B5EF4-FFF2-40B4-BE49-F238E27FC236}">
                    <a16:creationId xmlns:a16="http://schemas.microsoft.com/office/drawing/2014/main" id="{8AF054D3-4362-EB32-5AA2-5B2E2B95F599}"/>
                  </a:ext>
                </a:extLst>
              </p:cNvPr>
              <p:cNvPicPr/>
              <p:nvPr/>
            </p:nvPicPr>
            <p:blipFill>
              <a:blip r:embed="rId39"/>
              <a:stretch>
                <a:fillRect/>
              </a:stretch>
            </p:blipFill>
            <p:spPr>
              <a:xfrm>
                <a:off x="8446840" y="1893360"/>
                <a:ext cx="48600" cy="35280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3" name="墨迹 22">
                <a:extLst>
                  <a:ext uri="{FF2B5EF4-FFF2-40B4-BE49-F238E27FC236}">
                    <a16:creationId xmlns:a16="http://schemas.microsoft.com/office/drawing/2014/main" id="{CC2020F5-DA01-B52B-054D-5BA76A3784BD}"/>
                  </a:ext>
                </a:extLst>
              </p14:cNvPr>
              <p14:cNvContentPartPr/>
              <p14:nvPr/>
            </p14:nvContentPartPr>
            <p14:xfrm>
              <a:off x="8560240" y="1885800"/>
              <a:ext cx="44640" cy="57240"/>
            </p14:xfrm>
          </p:contentPart>
        </mc:Choice>
        <mc:Fallback xmlns="">
          <p:pic>
            <p:nvPicPr>
              <p:cNvPr id="23" name="墨迹 22">
                <a:extLst>
                  <a:ext uri="{FF2B5EF4-FFF2-40B4-BE49-F238E27FC236}">
                    <a16:creationId xmlns:a16="http://schemas.microsoft.com/office/drawing/2014/main" id="{CC2020F5-DA01-B52B-054D-5BA76A3784BD}"/>
                  </a:ext>
                </a:extLst>
              </p:cNvPr>
              <p:cNvPicPr/>
              <p:nvPr/>
            </p:nvPicPr>
            <p:blipFill>
              <a:blip r:embed="rId41"/>
              <a:stretch>
                <a:fillRect/>
              </a:stretch>
            </p:blipFill>
            <p:spPr>
              <a:xfrm>
                <a:off x="8542240" y="1868160"/>
                <a:ext cx="8028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4" name="墨迹 23">
                <a:extLst>
                  <a:ext uri="{FF2B5EF4-FFF2-40B4-BE49-F238E27FC236}">
                    <a16:creationId xmlns:a16="http://schemas.microsoft.com/office/drawing/2014/main" id="{D8627C15-6D36-352B-320A-DD8AFD43CD1D}"/>
                  </a:ext>
                </a:extLst>
              </p14:cNvPr>
              <p14:cNvContentPartPr/>
              <p14:nvPr/>
            </p14:nvContentPartPr>
            <p14:xfrm>
              <a:off x="8540440" y="1955640"/>
              <a:ext cx="212760" cy="24120"/>
            </p14:xfrm>
          </p:contentPart>
        </mc:Choice>
        <mc:Fallback xmlns="">
          <p:pic>
            <p:nvPicPr>
              <p:cNvPr id="24" name="墨迹 23">
                <a:extLst>
                  <a:ext uri="{FF2B5EF4-FFF2-40B4-BE49-F238E27FC236}">
                    <a16:creationId xmlns:a16="http://schemas.microsoft.com/office/drawing/2014/main" id="{D8627C15-6D36-352B-320A-DD8AFD43CD1D}"/>
                  </a:ext>
                </a:extLst>
              </p:cNvPr>
              <p:cNvPicPr/>
              <p:nvPr/>
            </p:nvPicPr>
            <p:blipFill>
              <a:blip r:embed="rId43"/>
              <a:stretch>
                <a:fillRect/>
              </a:stretch>
            </p:blipFill>
            <p:spPr>
              <a:xfrm>
                <a:off x="8522800" y="1938000"/>
                <a:ext cx="248400" cy="597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5" name="墨迹 24">
                <a:extLst>
                  <a:ext uri="{FF2B5EF4-FFF2-40B4-BE49-F238E27FC236}">
                    <a16:creationId xmlns:a16="http://schemas.microsoft.com/office/drawing/2014/main" id="{4DD0EBD1-CDF8-551D-1D9F-989D0455627B}"/>
                  </a:ext>
                </a:extLst>
              </p14:cNvPr>
              <p14:cNvContentPartPr/>
              <p14:nvPr/>
            </p14:nvContentPartPr>
            <p14:xfrm>
              <a:off x="8572120" y="2057160"/>
              <a:ext cx="37080" cy="77040"/>
            </p14:xfrm>
          </p:contentPart>
        </mc:Choice>
        <mc:Fallback xmlns="">
          <p:pic>
            <p:nvPicPr>
              <p:cNvPr id="25" name="墨迹 24">
                <a:extLst>
                  <a:ext uri="{FF2B5EF4-FFF2-40B4-BE49-F238E27FC236}">
                    <a16:creationId xmlns:a16="http://schemas.microsoft.com/office/drawing/2014/main" id="{4DD0EBD1-CDF8-551D-1D9F-989D0455627B}"/>
                  </a:ext>
                </a:extLst>
              </p:cNvPr>
              <p:cNvPicPr/>
              <p:nvPr/>
            </p:nvPicPr>
            <p:blipFill>
              <a:blip r:embed="rId45"/>
              <a:stretch>
                <a:fillRect/>
              </a:stretch>
            </p:blipFill>
            <p:spPr>
              <a:xfrm>
                <a:off x="8554480" y="2039520"/>
                <a:ext cx="7272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6" name="墨迹 25">
                <a:extLst>
                  <a:ext uri="{FF2B5EF4-FFF2-40B4-BE49-F238E27FC236}">
                    <a16:creationId xmlns:a16="http://schemas.microsoft.com/office/drawing/2014/main" id="{31820FCE-FCE6-5086-5DF8-66A0F8A0DAB0}"/>
                  </a:ext>
                </a:extLst>
              </p14:cNvPr>
              <p14:cNvContentPartPr/>
              <p14:nvPr/>
            </p14:nvContentPartPr>
            <p14:xfrm>
              <a:off x="8505880" y="2025480"/>
              <a:ext cx="200160" cy="176760"/>
            </p14:xfrm>
          </p:contentPart>
        </mc:Choice>
        <mc:Fallback xmlns="">
          <p:pic>
            <p:nvPicPr>
              <p:cNvPr id="26" name="墨迹 25">
                <a:extLst>
                  <a:ext uri="{FF2B5EF4-FFF2-40B4-BE49-F238E27FC236}">
                    <a16:creationId xmlns:a16="http://schemas.microsoft.com/office/drawing/2014/main" id="{31820FCE-FCE6-5086-5DF8-66A0F8A0DAB0}"/>
                  </a:ext>
                </a:extLst>
              </p:cNvPr>
              <p:cNvPicPr/>
              <p:nvPr/>
            </p:nvPicPr>
            <p:blipFill>
              <a:blip r:embed="rId47"/>
              <a:stretch>
                <a:fillRect/>
              </a:stretch>
            </p:blipFill>
            <p:spPr>
              <a:xfrm>
                <a:off x="8487880" y="2007840"/>
                <a:ext cx="23580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27" name="墨迹 26">
                <a:extLst>
                  <a:ext uri="{FF2B5EF4-FFF2-40B4-BE49-F238E27FC236}">
                    <a16:creationId xmlns:a16="http://schemas.microsoft.com/office/drawing/2014/main" id="{D9D1C950-8DFA-3676-2D55-6751CA8747B8}"/>
                  </a:ext>
                </a:extLst>
              </p14:cNvPr>
              <p14:cNvContentPartPr/>
              <p14:nvPr/>
            </p14:nvContentPartPr>
            <p14:xfrm>
              <a:off x="8502280" y="2209440"/>
              <a:ext cx="431280" cy="7560"/>
            </p14:xfrm>
          </p:contentPart>
        </mc:Choice>
        <mc:Fallback xmlns="">
          <p:pic>
            <p:nvPicPr>
              <p:cNvPr id="27" name="墨迹 26">
                <a:extLst>
                  <a:ext uri="{FF2B5EF4-FFF2-40B4-BE49-F238E27FC236}">
                    <a16:creationId xmlns:a16="http://schemas.microsoft.com/office/drawing/2014/main" id="{D9D1C950-8DFA-3676-2D55-6751CA8747B8}"/>
                  </a:ext>
                </a:extLst>
              </p:cNvPr>
              <p:cNvPicPr/>
              <p:nvPr/>
            </p:nvPicPr>
            <p:blipFill>
              <a:blip r:embed="rId49"/>
              <a:stretch>
                <a:fillRect/>
              </a:stretch>
            </p:blipFill>
            <p:spPr>
              <a:xfrm>
                <a:off x="8484640" y="2191800"/>
                <a:ext cx="46692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29" name="墨迹 28">
                <a:extLst>
                  <a:ext uri="{FF2B5EF4-FFF2-40B4-BE49-F238E27FC236}">
                    <a16:creationId xmlns:a16="http://schemas.microsoft.com/office/drawing/2014/main" id="{554EBF07-4F79-D183-35C2-CF12DB9930E0}"/>
                  </a:ext>
                </a:extLst>
              </p14:cNvPr>
              <p14:cNvContentPartPr/>
              <p14:nvPr/>
            </p14:nvContentPartPr>
            <p14:xfrm>
              <a:off x="7778680" y="2558640"/>
              <a:ext cx="88560" cy="360"/>
            </p14:xfrm>
          </p:contentPart>
        </mc:Choice>
        <mc:Fallback xmlns="">
          <p:pic>
            <p:nvPicPr>
              <p:cNvPr id="29" name="墨迹 28">
                <a:extLst>
                  <a:ext uri="{FF2B5EF4-FFF2-40B4-BE49-F238E27FC236}">
                    <a16:creationId xmlns:a16="http://schemas.microsoft.com/office/drawing/2014/main" id="{554EBF07-4F79-D183-35C2-CF12DB9930E0}"/>
                  </a:ext>
                </a:extLst>
              </p:cNvPr>
              <p:cNvPicPr/>
              <p:nvPr/>
            </p:nvPicPr>
            <p:blipFill>
              <a:blip r:embed="rId51"/>
              <a:stretch>
                <a:fillRect/>
              </a:stretch>
            </p:blipFill>
            <p:spPr>
              <a:xfrm>
                <a:off x="7761040" y="2541000"/>
                <a:ext cx="1242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0" name="墨迹 29">
                <a:extLst>
                  <a:ext uri="{FF2B5EF4-FFF2-40B4-BE49-F238E27FC236}">
                    <a16:creationId xmlns:a16="http://schemas.microsoft.com/office/drawing/2014/main" id="{ECFDB9FC-D1B8-66C7-B169-F23CF5EF7C8D}"/>
                  </a:ext>
                </a:extLst>
              </p14:cNvPr>
              <p14:cNvContentPartPr/>
              <p14:nvPr/>
            </p14:nvContentPartPr>
            <p14:xfrm>
              <a:off x="7826560" y="2482680"/>
              <a:ext cx="41400" cy="296640"/>
            </p14:xfrm>
          </p:contentPart>
        </mc:Choice>
        <mc:Fallback xmlns="">
          <p:pic>
            <p:nvPicPr>
              <p:cNvPr id="30" name="墨迹 29">
                <a:extLst>
                  <a:ext uri="{FF2B5EF4-FFF2-40B4-BE49-F238E27FC236}">
                    <a16:creationId xmlns:a16="http://schemas.microsoft.com/office/drawing/2014/main" id="{ECFDB9FC-D1B8-66C7-B169-F23CF5EF7C8D}"/>
                  </a:ext>
                </a:extLst>
              </p:cNvPr>
              <p:cNvPicPr/>
              <p:nvPr/>
            </p:nvPicPr>
            <p:blipFill>
              <a:blip r:embed="rId53"/>
              <a:stretch>
                <a:fillRect/>
              </a:stretch>
            </p:blipFill>
            <p:spPr>
              <a:xfrm>
                <a:off x="7808560" y="2465040"/>
                <a:ext cx="77040" cy="3322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1" name="墨迹 30">
                <a:extLst>
                  <a:ext uri="{FF2B5EF4-FFF2-40B4-BE49-F238E27FC236}">
                    <a16:creationId xmlns:a16="http://schemas.microsoft.com/office/drawing/2014/main" id="{06AD6C11-569D-CF61-4250-9470CDDC32EE}"/>
                  </a:ext>
                </a:extLst>
              </p14:cNvPr>
              <p14:cNvContentPartPr/>
              <p14:nvPr/>
            </p14:nvContentPartPr>
            <p14:xfrm>
              <a:off x="7784800" y="2609760"/>
              <a:ext cx="147960" cy="209520"/>
            </p14:xfrm>
          </p:contentPart>
        </mc:Choice>
        <mc:Fallback xmlns="">
          <p:pic>
            <p:nvPicPr>
              <p:cNvPr id="31" name="墨迹 30">
                <a:extLst>
                  <a:ext uri="{FF2B5EF4-FFF2-40B4-BE49-F238E27FC236}">
                    <a16:creationId xmlns:a16="http://schemas.microsoft.com/office/drawing/2014/main" id="{06AD6C11-569D-CF61-4250-9470CDDC32EE}"/>
                  </a:ext>
                </a:extLst>
              </p:cNvPr>
              <p:cNvPicPr/>
              <p:nvPr/>
            </p:nvPicPr>
            <p:blipFill>
              <a:blip r:embed="rId55"/>
              <a:stretch>
                <a:fillRect/>
              </a:stretch>
            </p:blipFill>
            <p:spPr>
              <a:xfrm>
                <a:off x="7767160" y="2592120"/>
                <a:ext cx="183600" cy="245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2" name="墨迹 31">
                <a:extLst>
                  <a:ext uri="{FF2B5EF4-FFF2-40B4-BE49-F238E27FC236}">
                    <a16:creationId xmlns:a16="http://schemas.microsoft.com/office/drawing/2014/main" id="{B7ED2E7E-698F-DA0E-E086-BBA43BF4C12C}"/>
                  </a:ext>
                </a:extLst>
              </p14:cNvPr>
              <p14:cNvContentPartPr/>
              <p14:nvPr/>
            </p14:nvContentPartPr>
            <p14:xfrm>
              <a:off x="7924480" y="2492760"/>
              <a:ext cx="363240" cy="92520"/>
            </p14:xfrm>
          </p:contentPart>
        </mc:Choice>
        <mc:Fallback xmlns="">
          <p:pic>
            <p:nvPicPr>
              <p:cNvPr id="32" name="墨迹 31">
                <a:extLst>
                  <a:ext uri="{FF2B5EF4-FFF2-40B4-BE49-F238E27FC236}">
                    <a16:creationId xmlns:a16="http://schemas.microsoft.com/office/drawing/2014/main" id="{B7ED2E7E-698F-DA0E-E086-BBA43BF4C12C}"/>
                  </a:ext>
                </a:extLst>
              </p:cNvPr>
              <p:cNvPicPr/>
              <p:nvPr/>
            </p:nvPicPr>
            <p:blipFill>
              <a:blip r:embed="rId57"/>
              <a:stretch>
                <a:fillRect/>
              </a:stretch>
            </p:blipFill>
            <p:spPr>
              <a:xfrm>
                <a:off x="7906840" y="2474760"/>
                <a:ext cx="39888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3" name="墨迹 32">
                <a:extLst>
                  <a:ext uri="{FF2B5EF4-FFF2-40B4-BE49-F238E27FC236}">
                    <a16:creationId xmlns:a16="http://schemas.microsoft.com/office/drawing/2014/main" id="{EFD0A24D-C674-219F-41D4-68A74BB57D88}"/>
                  </a:ext>
                </a:extLst>
              </p14:cNvPr>
              <p14:cNvContentPartPr/>
              <p14:nvPr/>
            </p14:nvContentPartPr>
            <p14:xfrm>
              <a:off x="7975600" y="2418960"/>
              <a:ext cx="63720" cy="244440"/>
            </p14:xfrm>
          </p:contentPart>
        </mc:Choice>
        <mc:Fallback xmlns="">
          <p:pic>
            <p:nvPicPr>
              <p:cNvPr id="33" name="墨迹 32">
                <a:extLst>
                  <a:ext uri="{FF2B5EF4-FFF2-40B4-BE49-F238E27FC236}">
                    <a16:creationId xmlns:a16="http://schemas.microsoft.com/office/drawing/2014/main" id="{EFD0A24D-C674-219F-41D4-68A74BB57D88}"/>
                  </a:ext>
                </a:extLst>
              </p:cNvPr>
              <p:cNvPicPr/>
              <p:nvPr/>
            </p:nvPicPr>
            <p:blipFill>
              <a:blip r:embed="rId59"/>
              <a:stretch>
                <a:fillRect/>
              </a:stretch>
            </p:blipFill>
            <p:spPr>
              <a:xfrm>
                <a:off x="7957960" y="2401320"/>
                <a:ext cx="99360" cy="28008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4" name="墨迹 33">
                <a:extLst>
                  <a:ext uri="{FF2B5EF4-FFF2-40B4-BE49-F238E27FC236}">
                    <a16:creationId xmlns:a16="http://schemas.microsoft.com/office/drawing/2014/main" id="{674BEBB0-7FE9-B29C-B758-1E9DBB31E573}"/>
                  </a:ext>
                </a:extLst>
              </p14:cNvPr>
              <p14:cNvContentPartPr/>
              <p14:nvPr/>
            </p14:nvContentPartPr>
            <p14:xfrm>
              <a:off x="7911880" y="2488800"/>
              <a:ext cx="126360" cy="293760"/>
            </p14:xfrm>
          </p:contentPart>
        </mc:Choice>
        <mc:Fallback xmlns="">
          <p:pic>
            <p:nvPicPr>
              <p:cNvPr id="34" name="墨迹 33">
                <a:extLst>
                  <a:ext uri="{FF2B5EF4-FFF2-40B4-BE49-F238E27FC236}">
                    <a16:creationId xmlns:a16="http://schemas.microsoft.com/office/drawing/2014/main" id="{674BEBB0-7FE9-B29C-B758-1E9DBB31E573}"/>
                  </a:ext>
                </a:extLst>
              </p:cNvPr>
              <p:cNvPicPr/>
              <p:nvPr/>
            </p:nvPicPr>
            <p:blipFill>
              <a:blip r:embed="rId61"/>
              <a:stretch>
                <a:fillRect/>
              </a:stretch>
            </p:blipFill>
            <p:spPr>
              <a:xfrm>
                <a:off x="7893880" y="2471160"/>
                <a:ext cx="162000" cy="32940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6" name="墨迹 35">
                <a:extLst>
                  <a:ext uri="{FF2B5EF4-FFF2-40B4-BE49-F238E27FC236}">
                    <a16:creationId xmlns:a16="http://schemas.microsoft.com/office/drawing/2014/main" id="{823ABB43-A268-D4AD-BFFD-B0D77F513DFF}"/>
                  </a:ext>
                </a:extLst>
              </p14:cNvPr>
              <p14:cNvContentPartPr/>
              <p14:nvPr/>
            </p14:nvContentPartPr>
            <p14:xfrm>
              <a:off x="8451520" y="2546040"/>
              <a:ext cx="120600" cy="38520"/>
            </p14:xfrm>
          </p:contentPart>
        </mc:Choice>
        <mc:Fallback xmlns="">
          <p:pic>
            <p:nvPicPr>
              <p:cNvPr id="36" name="墨迹 35">
                <a:extLst>
                  <a:ext uri="{FF2B5EF4-FFF2-40B4-BE49-F238E27FC236}">
                    <a16:creationId xmlns:a16="http://schemas.microsoft.com/office/drawing/2014/main" id="{823ABB43-A268-D4AD-BFFD-B0D77F513DFF}"/>
                  </a:ext>
                </a:extLst>
              </p:cNvPr>
              <p:cNvPicPr/>
              <p:nvPr/>
            </p:nvPicPr>
            <p:blipFill>
              <a:blip r:embed="rId63"/>
              <a:stretch>
                <a:fillRect/>
              </a:stretch>
            </p:blipFill>
            <p:spPr>
              <a:xfrm>
                <a:off x="8433880" y="2528400"/>
                <a:ext cx="15624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7" name="墨迹 36">
                <a:extLst>
                  <a:ext uri="{FF2B5EF4-FFF2-40B4-BE49-F238E27FC236}">
                    <a16:creationId xmlns:a16="http://schemas.microsoft.com/office/drawing/2014/main" id="{22EC2AFF-5C87-0DE0-52CC-9A5B774298EF}"/>
                  </a:ext>
                </a:extLst>
              </p14:cNvPr>
              <p14:cNvContentPartPr/>
              <p14:nvPr/>
            </p14:nvContentPartPr>
            <p14:xfrm>
              <a:off x="8507320" y="2476200"/>
              <a:ext cx="59400" cy="214560"/>
            </p14:xfrm>
          </p:contentPart>
        </mc:Choice>
        <mc:Fallback xmlns="">
          <p:pic>
            <p:nvPicPr>
              <p:cNvPr id="37" name="墨迹 36">
                <a:extLst>
                  <a:ext uri="{FF2B5EF4-FFF2-40B4-BE49-F238E27FC236}">
                    <a16:creationId xmlns:a16="http://schemas.microsoft.com/office/drawing/2014/main" id="{22EC2AFF-5C87-0DE0-52CC-9A5B774298EF}"/>
                  </a:ext>
                </a:extLst>
              </p:cNvPr>
              <p:cNvPicPr/>
              <p:nvPr/>
            </p:nvPicPr>
            <p:blipFill>
              <a:blip r:embed="rId65"/>
              <a:stretch>
                <a:fillRect/>
              </a:stretch>
            </p:blipFill>
            <p:spPr>
              <a:xfrm>
                <a:off x="8489320" y="2458560"/>
                <a:ext cx="9504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8" name="墨迹 37">
                <a:extLst>
                  <a:ext uri="{FF2B5EF4-FFF2-40B4-BE49-F238E27FC236}">
                    <a16:creationId xmlns:a16="http://schemas.microsoft.com/office/drawing/2014/main" id="{FD937870-CE37-2D31-C784-D2F08A022F71}"/>
                  </a:ext>
                </a:extLst>
              </p14:cNvPr>
              <p14:cNvContentPartPr/>
              <p14:nvPr/>
            </p14:nvContentPartPr>
            <p14:xfrm>
              <a:off x="8483200" y="2639640"/>
              <a:ext cx="122040" cy="83520"/>
            </p14:xfrm>
          </p:contentPart>
        </mc:Choice>
        <mc:Fallback xmlns="">
          <p:pic>
            <p:nvPicPr>
              <p:cNvPr id="38" name="墨迹 37">
                <a:extLst>
                  <a:ext uri="{FF2B5EF4-FFF2-40B4-BE49-F238E27FC236}">
                    <a16:creationId xmlns:a16="http://schemas.microsoft.com/office/drawing/2014/main" id="{FD937870-CE37-2D31-C784-D2F08A022F71}"/>
                  </a:ext>
                </a:extLst>
              </p:cNvPr>
              <p:cNvPicPr/>
              <p:nvPr/>
            </p:nvPicPr>
            <p:blipFill>
              <a:blip r:embed="rId67"/>
              <a:stretch>
                <a:fillRect/>
              </a:stretch>
            </p:blipFill>
            <p:spPr>
              <a:xfrm>
                <a:off x="8465560" y="2621640"/>
                <a:ext cx="157680" cy="11916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39" name="墨迹 38">
                <a:extLst>
                  <a:ext uri="{FF2B5EF4-FFF2-40B4-BE49-F238E27FC236}">
                    <a16:creationId xmlns:a16="http://schemas.microsoft.com/office/drawing/2014/main" id="{FFB94937-0F4C-3FDF-7E6F-2F623D0C3C0B}"/>
                  </a:ext>
                </a:extLst>
              </p14:cNvPr>
              <p14:cNvContentPartPr/>
              <p14:nvPr/>
            </p14:nvContentPartPr>
            <p14:xfrm>
              <a:off x="8693080" y="2488800"/>
              <a:ext cx="6840" cy="184680"/>
            </p14:xfrm>
          </p:contentPart>
        </mc:Choice>
        <mc:Fallback xmlns="">
          <p:pic>
            <p:nvPicPr>
              <p:cNvPr id="39" name="墨迹 38">
                <a:extLst>
                  <a:ext uri="{FF2B5EF4-FFF2-40B4-BE49-F238E27FC236}">
                    <a16:creationId xmlns:a16="http://schemas.microsoft.com/office/drawing/2014/main" id="{FFB94937-0F4C-3FDF-7E6F-2F623D0C3C0B}"/>
                  </a:ext>
                </a:extLst>
              </p:cNvPr>
              <p:cNvPicPr/>
              <p:nvPr/>
            </p:nvPicPr>
            <p:blipFill>
              <a:blip r:embed="rId69"/>
              <a:stretch>
                <a:fillRect/>
              </a:stretch>
            </p:blipFill>
            <p:spPr>
              <a:xfrm>
                <a:off x="8675440" y="2471160"/>
                <a:ext cx="4248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0" name="墨迹 39">
                <a:extLst>
                  <a:ext uri="{FF2B5EF4-FFF2-40B4-BE49-F238E27FC236}">
                    <a16:creationId xmlns:a16="http://schemas.microsoft.com/office/drawing/2014/main" id="{4E8F6D02-6FA9-292E-22D6-74CF7B6EA159}"/>
                  </a:ext>
                </a:extLst>
              </p14:cNvPr>
              <p14:cNvContentPartPr/>
              <p14:nvPr/>
            </p14:nvContentPartPr>
            <p14:xfrm>
              <a:off x="8705680" y="2614440"/>
              <a:ext cx="80640" cy="52920"/>
            </p14:xfrm>
          </p:contentPart>
        </mc:Choice>
        <mc:Fallback xmlns="">
          <p:pic>
            <p:nvPicPr>
              <p:cNvPr id="40" name="墨迹 39">
                <a:extLst>
                  <a:ext uri="{FF2B5EF4-FFF2-40B4-BE49-F238E27FC236}">
                    <a16:creationId xmlns:a16="http://schemas.microsoft.com/office/drawing/2014/main" id="{4E8F6D02-6FA9-292E-22D6-74CF7B6EA159}"/>
                  </a:ext>
                </a:extLst>
              </p:cNvPr>
              <p:cNvPicPr/>
              <p:nvPr/>
            </p:nvPicPr>
            <p:blipFill>
              <a:blip r:embed="rId71"/>
              <a:stretch>
                <a:fillRect/>
              </a:stretch>
            </p:blipFill>
            <p:spPr>
              <a:xfrm>
                <a:off x="8688040" y="2596440"/>
                <a:ext cx="1162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1" name="墨迹 40">
                <a:extLst>
                  <a:ext uri="{FF2B5EF4-FFF2-40B4-BE49-F238E27FC236}">
                    <a16:creationId xmlns:a16="http://schemas.microsoft.com/office/drawing/2014/main" id="{752CF962-577C-42D9-41B1-8A5DC0AD61EF}"/>
                  </a:ext>
                </a:extLst>
              </p14:cNvPr>
              <p14:cNvContentPartPr/>
              <p14:nvPr/>
            </p14:nvContentPartPr>
            <p14:xfrm>
              <a:off x="8654920" y="2577720"/>
              <a:ext cx="7560" cy="137520"/>
            </p14:xfrm>
          </p:contentPart>
        </mc:Choice>
        <mc:Fallback xmlns="">
          <p:pic>
            <p:nvPicPr>
              <p:cNvPr id="41" name="墨迹 40">
                <a:extLst>
                  <a:ext uri="{FF2B5EF4-FFF2-40B4-BE49-F238E27FC236}">
                    <a16:creationId xmlns:a16="http://schemas.microsoft.com/office/drawing/2014/main" id="{752CF962-577C-42D9-41B1-8A5DC0AD61EF}"/>
                  </a:ext>
                </a:extLst>
              </p:cNvPr>
              <p:cNvPicPr/>
              <p:nvPr/>
            </p:nvPicPr>
            <p:blipFill>
              <a:blip r:embed="rId73"/>
              <a:stretch>
                <a:fillRect/>
              </a:stretch>
            </p:blipFill>
            <p:spPr>
              <a:xfrm>
                <a:off x="8637280" y="2560080"/>
                <a:ext cx="432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2" name="墨迹 41">
                <a:extLst>
                  <a:ext uri="{FF2B5EF4-FFF2-40B4-BE49-F238E27FC236}">
                    <a16:creationId xmlns:a16="http://schemas.microsoft.com/office/drawing/2014/main" id="{82774014-DCA4-9E3A-26DA-E95A8631FFFF}"/>
                  </a:ext>
                </a:extLst>
              </p14:cNvPr>
              <p14:cNvContentPartPr/>
              <p14:nvPr/>
            </p14:nvContentPartPr>
            <p14:xfrm>
              <a:off x="8654920" y="2705520"/>
              <a:ext cx="94680" cy="12240"/>
            </p14:xfrm>
          </p:contentPart>
        </mc:Choice>
        <mc:Fallback xmlns="">
          <p:pic>
            <p:nvPicPr>
              <p:cNvPr id="42" name="墨迹 41">
                <a:extLst>
                  <a:ext uri="{FF2B5EF4-FFF2-40B4-BE49-F238E27FC236}">
                    <a16:creationId xmlns:a16="http://schemas.microsoft.com/office/drawing/2014/main" id="{82774014-DCA4-9E3A-26DA-E95A8631FFFF}"/>
                  </a:ext>
                </a:extLst>
              </p:cNvPr>
              <p:cNvPicPr/>
              <p:nvPr/>
            </p:nvPicPr>
            <p:blipFill>
              <a:blip r:embed="rId75"/>
              <a:stretch>
                <a:fillRect/>
              </a:stretch>
            </p:blipFill>
            <p:spPr>
              <a:xfrm>
                <a:off x="8637280" y="2687880"/>
                <a:ext cx="1303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4" name="墨迹 43">
                <a:extLst>
                  <a:ext uri="{FF2B5EF4-FFF2-40B4-BE49-F238E27FC236}">
                    <a16:creationId xmlns:a16="http://schemas.microsoft.com/office/drawing/2014/main" id="{B6D3854D-380D-988E-A058-3D1F0239E7E2}"/>
                  </a:ext>
                </a:extLst>
              </p14:cNvPr>
              <p14:cNvContentPartPr/>
              <p14:nvPr/>
            </p14:nvContentPartPr>
            <p14:xfrm>
              <a:off x="7372240" y="2988120"/>
              <a:ext cx="222840" cy="9360"/>
            </p14:xfrm>
          </p:contentPart>
        </mc:Choice>
        <mc:Fallback xmlns="">
          <p:pic>
            <p:nvPicPr>
              <p:cNvPr id="44" name="墨迹 43">
                <a:extLst>
                  <a:ext uri="{FF2B5EF4-FFF2-40B4-BE49-F238E27FC236}">
                    <a16:creationId xmlns:a16="http://schemas.microsoft.com/office/drawing/2014/main" id="{B6D3854D-380D-988E-A058-3D1F0239E7E2}"/>
                  </a:ext>
                </a:extLst>
              </p:cNvPr>
              <p:cNvPicPr/>
              <p:nvPr/>
            </p:nvPicPr>
            <p:blipFill>
              <a:blip r:embed="rId77"/>
              <a:stretch>
                <a:fillRect/>
              </a:stretch>
            </p:blipFill>
            <p:spPr>
              <a:xfrm>
                <a:off x="7354600" y="2970120"/>
                <a:ext cx="258480" cy="450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5" name="墨迹 44">
                <a:extLst>
                  <a:ext uri="{FF2B5EF4-FFF2-40B4-BE49-F238E27FC236}">
                    <a16:creationId xmlns:a16="http://schemas.microsoft.com/office/drawing/2014/main" id="{D733915C-8660-1695-5888-3B7B7843F8C0}"/>
                  </a:ext>
                </a:extLst>
              </p14:cNvPr>
              <p14:cNvContentPartPr/>
              <p14:nvPr/>
            </p14:nvContentPartPr>
            <p14:xfrm>
              <a:off x="7408240" y="2914320"/>
              <a:ext cx="116640" cy="204840"/>
            </p14:xfrm>
          </p:contentPart>
        </mc:Choice>
        <mc:Fallback xmlns="">
          <p:pic>
            <p:nvPicPr>
              <p:cNvPr id="45" name="墨迹 44">
                <a:extLst>
                  <a:ext uri="{FF2B5EF4-FFF2-40B4-BE49-F238E27FC236}">
                    <a16:creationId xmlns:a16="http://schemas.microsoft.com/office/drawing/2014/main" id="{D733915C-8660-1695-5888-3B7B7843F8C0}"/>
                  </a:ext>
                </a:extLst>
              </p:cNvPr>
              <p:cNvPicPr/>
              <p:nvPr/>
            </p:nvPicPr>
            <p:blipFill>
              <a:blip r:embed="rId79"/>
              <a:stretch>
                <a:fillRect/>
              </a:stretch>
            </p:blipFill>
            <p:spPr>
              <a:xfrm>
                <a:off x="7390240" y="2896680"/>
                <a:ext cx="152280" cy="2404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6" name="墨迹 45">
                <a:extLst>
                  <a:ext uri="{FF2B5EF4-FFF2-40B4-BE49-F238E27FC236}">
                    <a16:creationId xmlns:a16="http://schemas.microsoft.com/office/drawing/2014/main" id="{2767419B-918F-95AF-3D02-A23F1E715FE1}"/>
                  </a:ext>
                </a:extLst>
              </p14:cNvPr>
              <p14:cNvContentPartPr/>
              <p14:nvPr/>
            </p14:nvContentPartPr>
            <p14:xfrm>
              <a:off x="7283320" y="3124920"/>
              <a:ext cx="220680" cy="126360"/>
            </p14:xfrm>
          </p:contentPart>
        </mc:Choice>
        <mc:Fallback xmlns="">
          <p:pic>
            <p:nvPicPr>
              <p:cNvPr id="46" name="墨迹 45">
                <a:extLst>
                  <a:ext uri="{FF2B5EF4-FFF2-40B4-BE49-F238E27FC236}">
                    <a16:creationId xmlns:a16="http://schemas.microsoft.com/office/drawing/2014/main" id="{2767419B-918F-95AF-3D02-A23F1E715FE1}"/>
                  </a:ext>
                </a:extLst>
              </p:cNvPr>
              <p:cNvPicPr/>
              <p:nvPr/>
            </p:nvPicPr>
            <p:blipFill>
              <a:blip r:embed="rId81"/>
              <a:stretch>
                <a:fillRect/>
              </a:stretch>
            </p:blipFill>
            <p:spPr>
              <a:xfrm>
                <a:off x="7265680" y="3106920"/>
                <a:ext cx="2563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7" name="墨迹 46">
                <a:extLst>
                  <a:ext uri="{FF2B5EF4-FFF2-40B4-BE49-F238E27FC236}">
                    <a16:creationId xmlns:a16="http://schemas.microsoft.com/office/drawing/2014/main" id="{1CD1DABC-5E2F-93FD-45A2-508F0AF04B6E}"/>
                  </a:ext>
                </a:extLst>
              </p14:cNvPr>
              <p14:cNvContentPartPr/>
              <p14:nvPr/>
            </p14:nvContentPartPr>
            <p14:xfrm>
              <a:off x="7487800" y="3047520"/>
              <a:ext cx="22320" cy="336600"/>
            </p14:xfrm>
          </p:contentPart>
        </mc:Choice>
        <mc:Fallback xmlns="">
          <p:pic>
            <p:nvPicPr>
              <p:cNvPr id="47" name="墨迹 46">
                <a:extLst>
                  <a:ext uri="{FF2B5EF4-FFF2-40B4-BE49-F238E27FC236}">
                    <a16:creationId xmlns:a16="http://schemas.microsoft.com/office/drawing/2014/main" id="{1CD1DABC-5E2F-93FD-45A2-508F0AF04B6E}"/>
                  </a:ext>
                </a:extLst>
              </p:cNvPr>
              <p:cNvPicPr/>
              <p:nvPr/>
            </p:nvPicPr>
            <p:blipFill>
              <a:blip r:embed="rId83"/>
              <a:stretch>
                <a:fillRect/>
              </a:stretch>
            </p:blipFill>
            <p:spPr>
              <a:xfrm>
                <a:off x="7470160" y="3029880"/>
                <a:ext cx="57960" cy="3722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48" name="墨迹 47">
                <a:extLst>
                  <a:ext uri="{FF2B5EF4-FFF2-40B4-BE49-F238E27FC236}">
                    <a16:creationId xmlns:a16="http://schemas.microsoft.com/office/drawing/2014/main" id="{8D9F50C7-B385-9565-6321-A83190CB6E69}"/>
                  </a:ext>
                </a:extLst>
              </p14:cNvPr>
              <p14:cNvContentPartPr/>
              <p14:nvPr/>
            </p14:nvContentPartPr>
            <p14:xfrm>
              <a:off x="7696960" y="2781120"/>
              <a:ext cx="138960" cy="117360"/>
            </p14:xfrm>
          </p:contentPart>
        </mc:Choice>
        <mc:Fallback xmlns="">
          <p:pic>
            <p:nvPicPr>
              <p:cNvPr id="48" name="墨迹 47">
                <a:extLst>
                  <a:ext uri="{FF2B5EF4-FFF2-40B4-BE49-F238E27FC236}">
                    <a16:creationId xmlns:a16="http://schemas.microsoft.com/office/drawing/2014/main" id="{8D9F50C7-B385-9565-6321-A83190CB6E69}"/>
                  </a:ext>
                </a:extLst>
              </p:cNvPr>
              <p:cNvPicPr/>
              <p:nvPr/>
            </p:nvPicPr>
            <p:blipFill>
              <a:blip r:embed="rId85"/>
              <a:stretch>
                <a:fillRect/>
              </a:stretch>
            </p:blipFill>
            <p:spPr>
              <a:xfrm>
                <a:off x="7679320" y="2763480"/>
                <a:ext cx="17460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49" name="墨迹 48">
                <a:extLst>
                  <a:ext uri="{FF2B5EF4-FFF2-40B4-BE49-F238E27FC236}">
                    <a16:creationId xmlns:a16="http://schemas.microsoft.com/office/drawing/2014/main" id="{349BB3F0-07F2-2853-9A34-400BB67CA3D3}"/>
                  </a:ext>
                </a:extLst>
              </p14:cNvPr>
              <p14:cNvContentPartPr/>
              <p14:nvPr/>
            </p14:nvContentPartPr>
            <p14:xfrm>
              <a:off x="7746640" y="2901720"/>
              <a:ext cx="158400" cy="9720"/>
            </p14:xfrm>
          </p:contentPart>
        </mc:Choice>
        <mc:Fallback xmlns="">
          <p:pic>
            <p:nvPicPr>
              <p:cNvPr id="49" name="墨迹 48">
                <a:extLst>
                  <a:ext uri="{FF2B5EF4-FFF2-40B4-BE49-F238E27FC236}">
                    <a16:creationId xmlns:a16="http://schemas.microsoft.com/office/drawing/2014/main" id="{349BB3F0-07F2-2853-9A34-400BB67CA3D3}"/>
                  </a:ext>
                </a:extLst>
              </p:cNvPr>
              <p:cNvPicPr/>
              <p:nvPr/>
            </p:nvPicPr>
            <p:blipFill>
              <a:blip r:embed="rId87"/>
              <a:stretch>
                <a:fillRect/>
              </a:stretch>
            </p:blipFill>
            <p:spPr>
              <a:xfrm>
                <a:off x="7729000" y="2884080"/>
                <a:ext cx="19404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0" name="墨迹 49">
                <a:extLst>
                  <a:ext uri="{FF2B5EF4-FFF2-40B4-BE49-F238E27FC236}">
                    <a16:creationId xmlns:a16="http://schemas.microsoft.com/office/drawing/2014/main" id="{3BB1733A-8FE9-77F7-45D6-0AE86B9A64E6}"/>
                  </a:ext>
                </a:extLst>
              </p14:cNvPr>
              <p14:cNvContentPartPr/>
              <p14:nvPr/>
            </p14:nvContentPartPr>
            <p14:xfrm>
              <a:off x="7613440" y="2990640"/>
              <a:ext cx="135720" cy="6840"/>
            </p14:xfrm>
          </p:contentPart>
        </mc:Choice>
        <mc:Fallback xmlns="">
          <p:pic>
            <p:nvPicPr>
              <p:cNvPr id="50" name="墨迹 49">
                <a:extLst>
                  <a:ext uri="{FF2B5EF4-FFF2-40B4-BE49-F238E27FC236}">
                    <a16:creationId xmlns:a16="http://schemas.microsoft.com/office/drawing/2014/main" id="{3BB1733A-8FE9-77F7-45D6-0AE86B9A64E6}"/>
                  </a:ext>
                </a:extLst>
              </p:cNvPr>
              <p:cNvPicPr/>
              <p:nvPr/>
            </p:nvPicPr>
            <p:blipFill>
              <a:blip r:embed="rId89"/>
              <a:stretch>
                <a:fillRect/>
              </a:stretch>
            </p:blipFill>
            <p:spPr>
              <a:xfrm>
                <a:off x="7595800" y="2973000"/>
                <a:ext cx="17136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1" name="墨迹 50">
                <a:extLst>
                  <a:ext uri="{FF2B5EF4-FFF2-40B4-BE49-F238E27FC236}">
                    <a16:creationId xmlns:a16="http://schemas.microsoft.com/office/drawing/2014/main" id="{5C8473A3-2C11-7428-EA23-1AF8E9A57E46}"/>
                  </a:ext>
                </a:extLst>
              </p14:cNvPr>
              <p14:cNvContentPartPr/>
              <p14:nvPr/>
            </p14:nvContentPartPr>
            <p14:xfrm>
              <a:off x="7549720" y="3066600"/>
              <a:ext cx="83160" cy="308880"/>
            </p14:xfrm>
          </p:contentPart>
        </mc:Choice>
        <mc:Fallback xmlns="">
          <p:pic>
            <p:nvPicPr>
              <p:cNvPr id="51" name="墨迹 50">
                <a:extLst>
                  <a:ext uri="{FF2B5EF4-FFF2-40B4-BE49-F238E27FC236}">
                    <a16:creationId xmlns:a16="http://schemas.microsoft.com/office/drawing/2014/main" id="{5C8473A3-2C11-7428-EA23-1AF8E9A57E46}"/>
                  </a:ext>
                </a:extLst>
              </p:cNvPr>
              <p:cNvPicPr/>
              <p:nvPr/>
            </p:nvPicPr>
            <p:blipFill>
              <a:blip r:embed="rId91"/>
              <a:stretch>
                <a:fillRect/>
              </a:stretch>
            </p:blipFill>
            <p:spPr>
              <a:xfrm>
                <a:off x="7532080" y="3048960"/>
                <a:ext cx="118800" cy="34452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2" name="墨迹 51">
                <a:extLst>
                  <a:ext uri="{FF2B5EF4-FFF2-40B4-BE49-F238E27FC236}">
                    <a16:creationId xmlns:a16="http://schemas.microsoft.com/office/drawing/2014/main" id="{27C617CB-0F36-10B7-CFE7-1ABB5C8FB726}"/>
                  </a:ext>
                </a:extLst>
              </p14:cNvPr>
              <p14:cNvContentPartPr/>
              <p14:nvPr/>
            </p14:nvContentPartPr>
            <p14:xfrm>
              <a:off x="7660240" y="3117360"/>
              <a:ext cx="42840" cy="281520"/>
            </p14:xfrm>
          </p:contentPart>
        </mc:Choice>
        <mc:Fallback xmlns="">
          <p:pic>
            <p:nvPicPr>
              <p:cNvPr id="52" name="墨迹 51">
                <a:extLst>
                  <a:ext uri="{FF2B5EF4-FFF2-40B4-BE49-F238E27FC236}">
                    <a16:creationId xmlns:a16="http://schemas.microsoft.com/office/drawing/2014/main" id="{27C617CB-0F36-10B7-CFE7-1ABB5C8FB726}"/>
                  </a:ext>
                </a:extLst>
              </p:cNvPr>
              <p:cNvPicPr/>
              <p:nvPr/>
            </p:nvPicPr>
            <p:blipFill>
              <a:blip r:embed="rId93"/>
              <a:stretch>
                <a:fillRect/>
              </a:stretch>
            </p:blipFill>
            <p:spPr>
              <a:xfrm>
                <a:off x="7642240" y="3099720"/>
                <a:ext cx="78480" cy="3171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3" name="墨迹 52">
                <a:extLst>
                  <a:ext uri="{FF2B5EF4-FFF2-40B4-BE49-F238E27FC236}">
                    <a16:creationId xmlns:a16="http://schemas.microsoft.com/office/drawing/2014/main" id="{B290080C-D866-C2ED-7C3D-31CE926CE1DC}"/>
                  </a:ext>
                </a:extLst>
              </p14:cNvPr>
              <p14:cNvContentPartPr/>
              <p14:nvPr/>
            </p14:nvContentPartPr>
            <p14:xfrm>
              <a:off x="7626040" y="3197640"/>
              <a:ext cx="43560" cy="15840"/>
            </p14:xfrm>
          </p:contentPart>
        </mc:Choice>
        <mc:Fallback xmlns="">
          <p:pic>
            <p:nvPicPr>
              <p:cNvPr id="53" name="墨迹 52">
                <a:extLst>
                  <a:ext uri="{FF2B5EF4-FFF2-40B4-BE49-F238E27FC236}">
                    <a16:creationId xmlns:a16="http://schemas.microsoft.com/office/drawing/2014/main" id="{B290080C-D866-C2ED-7C3D-31CE926CE1DC}"/>
                  </a:ext>
                </a:extLst>
              </p:cNvPr>
              <p:cNvPicPr/>
              <p:nvPr/>
            </p:nvPicPr>
            <p:blipFill>
              <a:blip r:embed="rId95"/>
              <a:stretch>
                <a:fillRect/>
              </a:stretch>
            </p:blipFill>
            <p:spPr>
              <a:xfrm>
                <a:off x="7608400" y="3179640"/>
                <a:ext cx="7920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4" name="墨迹 53">
                <a:extLst>
                  <a:ext uri="{FF2B5EF4-FFF2-40B4-BE49-F238E27FC236}">
                    <a16:creationId xmlns:a16="http://schemas.microsoft.com/office/drawing/2014/main" id="{1E648BBA-468D-CA7B-038E-039A6E713FD3}"/>
                  </a:ext>
                </a:extLst>
              </p14:cNvPr>
              <p14:cNvContentPartPr/>
              <p14:nvPr/>
            </p14:nvContentPartPr>
            <p14:xfrm>
              <a:off x="7651600" y="3232200"/>
              <a:ext cx="88920" cy="19080"/>
            </p14:xfrm>
          </p:contentPart>
        </mc:Choice>
        <mc:Fallback xmlns="">
          <p:pic>
            <p:nvPicPr>
              <p:cNvPr id="54" name="墨迹 53">
                <a:extLst>
                  <a:ext uri="{FF2B5EF4-FFF2-40B4-BE49-F238E27FC236}">
                    <a16:creationId xmlns:a16="http://schemas.microsoft.com/office/drawing/2014/main" id="{1E648BBA-468D-CA7B-038E-039A6E713FD3}"/>
                  </a:ext>
                </a:extLst>
              </p:cNvPr>
              <p:cNvPicPr/>
              <p:nvPr/>
            </p:nvPicPr>
            <p:blipFill>
              <a:blip r:embed="rId97"/>
              <a:stretch>
                <a:fillRect/>
              </a:stretch>
            </p:blipFill>
            <p:spPr>
              <a:xfrm>
                <a:off x="7633960" y="3214560"/>
                <a:ext cx="12456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55" name="墨迹 54">
                <a:extLst>
                  <a:ext uri="{FF2B5EF4-FFF2-40B4-BE49-F238E27FC236}">
                    <a16:creationId xmlns:a16="http://schemas.microsoft.com/office/drawing/2014/main" id="{C239F7F6-6ADA-2FF1-E228-737A2E2D7ADB}"/>
                  </a:ext>
                </a:extLst>
              </p14:cNvPr>
              <p14:cNvContentPartPr/>
              <p14:nvPr/>
            </p14:nvContentPartPr>
            <p14:xfrm>
              <a:off x="7778680" y="3177480"/>
              <a:ext cx="126360" cy="88200"/>
            </p14:xfrm>
          </p:contentPart>
        </mc:Choice>
        <mc:Fallback xmlns="">
          <p:pic>
            <p:nvPicPr>
              <p:cNvPr id="55" name="墨迹 54">
                <a:extLst>
                  <a:ext uri="{FF2B5EF4-FFF2-40B4-BE49-F238E27FC236}">
                    <a16:creationId xmlns:a16="http://schemas.microsoft.com/office/drawing/2014/main" id="{C239F7F6-6ADA-2FF1-E228-737A2E2D7ADB}"/>
                  </a:ext>
                </a:extLst>
              </p:cNvPr>
              <p:cNvPicPr/>
              <p:nvPr/>
            </p:nvPicPr>
            <p:blipFill>
              <a:blip r:embed="rId99"/>
              <a:stretch>
                <a:fillRect/>
              </a:stretch>
            </p:blipFill>
            <p:spPr>
              <a:xfrm>
                <a:off x="7760680" y="3159480"/>
                <a:ext cx="16200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56" name="墨迹 55">
                <a:extLst>
                  <a:ext uri="{FF2B5EF4-FFF2-40B4-BE49-F238E27FC236}">
                    <a16:creationId xmlns:a16="http://schemas.microsoft.com/office/drawing/2014/main" id="{785CE180-0488-0E52-3C24-4F7295508E3F}"/>
                  </a:ext>
                </a:extLst>
              </p14:cNvPr>
              <p14:cNvContentPartPr/>
              <p14:nvPr/>
            </p14:nvContentPartPr>
            <p14:xfrm>
              <a:off x="7941400" y="3098640"/>
              <a:ext cx="41760" cy="464040"/>
            </p14:xfrm>
          </p:contentPart>
        </mc:Choice>
        <mc:Fallback xmlns="">
          <p:pic>
            <p:nvPicPr>
              <p:cNvPr id="56" name="墨迹 55">
                <a:extLst>
                  <a:ext uri="{FF2B5EF4-FFF2-40B4-BE49-F238E27FC236}">
                    <a16:creationId xmlns:a16="http://schemas.microsoft.com/office/drawing/2014/main" id="{785CE180-0488-0E52-3C24-4F7295508E3F}"/>
                  </a:ext>
                </a:extLst>
              </p:cNvPr>
              <p:cNvPicPr/>
              <p:nvPr/>
            </p:nvPicPr>
            <p:blipFill>
              <a:blip r:embed="rId101"/>
              <a:stretch>
                <a:fillRect/>
              </a:stretch>
            </p:blipFill>
            <p:spPr>
              <a:xfrm>
                <a:off x="7923760" y="3081000"/>
                <a:ext cx="77400" cy="499680"/>
              </a:xfrm>
              <a:prstGeom prst="rect">
                <a:avLst/>
              </a:prstGeom>
            </p:spPr>
          </p:pic>
        </mc:Fallback>
      </mc:AlternateContent>
      <p:grpSp>
        <p:nvGrpSpPr>
          <p:cNvPr id="72" name="组合 71">
            <a:extLst>
              <a:ext uri="{FF2B5EF4-FFF2-40B4-BE49-F238E27FC236}">
                <a16:creationId xmlns:a16="http://schemas.microsoft.com/office/drawing/2014/main" id="{93C91B0C-7B8E-198C-79BA-88F47737BB69}"/>
              </a:ext>
            </a:extLst>
          </p:cNvPr>
          <p:cNvGrpSpPr/>
          <p:nvPr/>
        </p:nvGrpSpPr>
        <p:grpSpPr>
          <a:xfrm>
            <a:off x="8226520" y="3009720"/>
            <a:ext cx="790560" cy="463320"/>
            <a:chOff x="8226520" y="3009720"/>
            <a:chExt cx="790560" cy="463320"/>
          </a:xfrm>
        </p:grpSpPr>
        <mc:AlternateContent xmlns:mc="http://schemas.openxmlformats.org/markup-compatibility/2006" xmlns:p14="http://schemas.microsoft.com/office/powerpoint/2010/main">
          <mc:Choice Requires="p14">
            <p:contentPart p14:bwMode="auto" r:id="rId102">
              <p14:nvContentPartPr>
                <p14:cNvPr id="57" name="墨迹 56">
                  <a:extLst>
                    <a:ext uri="{FF2B5EF4-FFF2-40B4-BE49-F238E27FC236}">
                      <a16:creationId xmlns:a16="http://schemas.microsoft.com/office/drawing/2014/main" id="{8B54CE1F-D292-7720-F7A6-B1C4DBBB6039}"/>
                    </a:ext>
                  </a:extLst>
                </p14:cNvPr>
                <p14:cNvContentPartPr/>
                <p14:nvPr/>
              </p14:nvContentPartPr>
              <p14:xfrm>
                <a:off x="8400760" y="3009720"/>
                <a:ext cx="112680" cy="417960"/>
              </p14:xfrm>
            </p:contentPart>
          </mc:Choice>
          <mc:Fallback xmlns="">
            <p:pic>
              <p:nvPicPr>
                <p:cNvPr id="57" name="墨迹 56">
                  <a:extLst>
                    <a:ext uri="{FF2B5EF4-FFF2-40B4-BE49-F238E27FC236}">
                      <a16:creationId xmlns:a16="http://schemas.microsoft.com/office/drawing/2014/main" id="{8B54CE1F-D292-7720-F7A6-B1C4DBBB6039}"/>
                    </a:ext>
                  </a:extLst>
                </p:cNvPr>
                <p:cNvPicPr/>
                <p:nvPr/>
              </p:nvPicPr>
              <p:blipFill>
                <a:blip r:embed="rId103"/>
                <a:stretch>
                  <a:fillRect/>
                </a:stretch>
              </p:blipFill>
              <p:spPr>
                <a:xfrm>
                  <a:off x="8383120" y="2992080"/>
                  <a:ext cx="148320" cy="4536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58" name="墨迹 57">
                  <a:extLst>
                    <a:ext uri="{FF2B5EF4-FFF2-40B4-BE49-F238E27FC236}">
                      <a16:creationId xmlns:a16="http://schemas.microsoft.com/office/drawing/2014/main" id="{746B62CD-244E-6A09-255B-BCF4B47E0BB8}"/>
                    </a:ext>
                  </a:extLst>
                </p14:cNvPr>
                <p14:cNvContentPartPr/>
                <p14:nvPr/>
              </p14:nvContentPartPr>
              <p14:xfrm>
                <a:off x="8226520" y="3225000"/>
                <a:ext cx="160200" cy="173880"/>
              </p14:xfrm>
            </p:contentPart>
          </mc:Choice>
          <mc:Fallback xmlns="">
            <p:pic>
              <p:nvPicPr>
                <p:cNvPr id="58" name="墨迹 57">
                  <a:extLst>
                    <a:ext uri="{FF2B5EF4-FFF2-40B4-BE49-F238E27FC236}">
                      <a16:creationId xmlns:a16="http://schemas.microsoft.com/office/drawing/2014/main" id="{746B62CD-244E-6A09-255B-BCF4B47E0BB8}"/>
                    </a:ext>
                  </a:extLst>
                </p:cNvPr>
                <p:cNvPicPr/>
                <p:nvPr/>
              </p:nvPicPr>
              <p:blipFill>
                <a:blip r:embed="rId105"/>
                <a:stretch>
                  <a:fillRect/>
                </a:stretch>
              </p:blipFill>
              <p:spPr>
                <a:xfrm>
                  <a:off x="8208520" y="3207360"/>
                  <a:ext cx="195840" cy="209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1" name="墨迹 60">
                  <a:extLst>
                    <a:ext uri="{FF2B5EF4-FFF2-40B4-BE49-F238E27FC236}">
                      <a16:creationId xmlns:a16="http://schemas.microsoft.com/office/drawing/2014/main" id="{CF76D4E1-AAB5-0109-9AE9-CD70D9D35095}"/>
                    </a:ext>
                  </a:extLst>
                </p14:cNvPr>
                <p14:cNvContentPartPr/>
                <p14:nvPr/>
              </p14:nvContentPartPr>
              <p14:xfrm>
                <a:off x="8658880" y="3047520"/>
                <a:ext cx="104400" cy="163440"/>
              </p14:xfrm>
            </p:contentPart>
          </mc:Choice>
          <mc:Fallback xmlns="">
            <p:pic>
              <p:nvPicPr>
                <p:cNvPr id="61" name="墨迹 60">
                  <a:extLst>
                    <a:ext uri="{FF2B5EF4-FFF2-40B4-BE49-F238E27FC236}">
                      <a16:creationId xmlns:a16="http://schemas.microsoft.com/office/drawing/2014/main" id="{CF76D4E1-AAB5-0109-9AE9-CD70D9D35095}"/>
                    </a:ext>
                  </a:extLst>
                </p:cNvPr>
                <p:cNvPicPr/>
                <p:nvPr/>
              </p:nvPicPr>
              <p:blipFill>
                <a:blip r:embed="rId107"/>
                <a:stretch>
                  <a:fillRect/>
                </a:stretch>
              </p:blipFill>
              <p:spPr>
                <a:xfrm>
                  <a:off x="8641240" y="3029880"/>
                  <a:ext cx="140040" cy="19908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2" name="墨迹 61">
                  <a:extLst>
                    <a:ext uri="{FF2B5EF4-FFF2-40B4-BE49-F238E27FC236}">
                      <a16:creationId xmlns:a16="http://schemas.microsoft.com/office/drawing/2014/main" id="{7755AC76-8524-FD22-A86E-1C5AB1A5B870}"/>
                    </a:ext>
                  </a:extLst>
                </p14:cNvPr>
                <p14:cNvContentPartPr/>
                <p14:nvPr/>
              </p14:nvContentPartPr>
              <p14:xfrm>
                <a:off x="8609560" y="3282600"/>
                <a:ext cx="51120" cy="20160"/>
              </p14:xfrm>
            </p:contentPart>
          </mc:Choice>
          <mc:Fallback xmlns="">
            <p:pic>
              <p:nvPicPr>
                <p:cNvPr id="62" name="墨迹 61">
                  <a:extLst>
                    <a:ext uri="{FF2B5EF4-FFF2-40B4-BE49-F238E27FC236}">
                      <a16:creationId xmlns:a16="http://schemas.microsoft.com/office/drawing/2014/main" id="{7755AC76-8524-FD22-A86E-1C5AB1A5B870}"/>
                    </a:ext>
                  </a:extLst>
                </p:cNvPr>
                <p:cNvPicPr/>
                <p:nvPr/>
              </p:nvPicPr>
              <p:blipFill>
                <a:blip r:embed="rId109"/>
                <a:stretch>
                  <a:fillRect/>
                </a:stretch>
              </p:blipFill>
              <p:spPr>
                <a:xfrm>
                  <a:off x="8591920" y="3264960"/>
                  <a:ext cx="867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4" name="墨迹 63">
                  <a:extLst>
                    <a:ext uri="{FF2B5EF4-FFF2-40B4-BE49-F238E27FC236}">
                      <a16:creationId xmlns:a16="http://schemas.microsoft.com/office/drawing/2014/main" id="{55342BB3-A828-ED69-DAEF-B34B3343FAE1}"/>
                    </a:ext>
                  </a:extLst>
                </p14:cNvPr>
                <p14:cNvContentPartPr/>
                <p14:nvPr/>
              </p14:nvContentPartPr>
              <p14:xfrm>
                <a:off x="8626120" y="3174600"/>
                <a:ext cx="104760" cy="52560"/>
              </p14:xfrm>
            </p:contentPart>
          </mc:Choice>
          <mc:Fallback xmlns="">
            <p:pic>
              <p:nvPicPr>
                <p:cNvPr id="64" name="墨迹 63">
                  <a:extLst>
                    <a:ext uri="{FF2B5EF4-FFF2-40B4-BE49-F238E27FC236}">
                      <a16:creationId xmlns:a16="http://schemas.microsoft.com/office/drawing/2014/main" id="{55342BB3-A828-ED69-DAEF-B34B3343FAE1}"/>
                    </a:ext>
                  </a:extLst>
                </p:cNvPr>
                <p:cNvPicPr/>
                <p:nvPr/>
              </p:nvPicPr>
              <p:blipFill>
                <a:blip r:embed="rId111"/>
                <a:stretch>
                  <a:fillRect/>
                </a:stretch>
              </p:blipFill>
              <p:spPr>
                <a:xfrm>
                  <a:off x="8608480" y="3156960"/>
                  <a:ext cx="14040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5" name="墨迹 64">
                  <a:extLst>
                    <a:ext uri="{FF2B5EF4-FFF2-40B4-BE49-F238E27FC236}">
                      <a16:creationId xmlns:a16="http://schemas.microsoft.com/office/drawing/2014/main" id="{7C7A6A49-1A8E-1A88-2432-05B9C74B71E9}"/>
                    </a:ext>
                  </a:extLst>
                </p14:cNvPr>
                <p14:cNvContentPartPr/>
                <p14:nvPr/>
              </p14:nvContentPartPr>
              <p14:xfrm>
                <a:off x="8623240" y="3322200"/>
                <a:ext cx="83520" cy="5400"/>
              </p14:xfrm>
            </p:contentPart>
          </mc:Choice>
          <mc:Fallback xmlns="">
            <p:pic>
              <p:nvPicPr>
                <p:cNvPr id="65" name="墨迹 64">
                  <a:extLst>
                    <a:ext uri="{FF2B5EF4-FFF2-40B4-BE49-F238E27FC236}">
                      <a16:creationId xmlns:a16="http://schemas.microsoft.com/office/drawing/2014/main" id="{7C7A6A49-1A8E-1A88-2432-05B9C74B71E9}"/>
                    </a:ext>
                  </a:extLst>
                </p:cNvPr>
                <p:cNvPicPr/>
                <p:nvPr/>
              </p:nvPicPr>
              <p:blipFill>
                <a:blip r:embed="rId113"/>
                <a:stretch>
                  <a:fillRect/>
                </a:stretch>
              </p:blipFill>
              <p:spPr>
                <a:xfrm>
                  <a:off x="8605600" y="3304560"/>
                  <a:ext cx="11916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66" name="墨迹 65">
                  <a:extLst>
                    <a:ext uri="{FF2B5EF4-FFF2-40B4-BE49-F238E27FC236}">
                      <a16:creationId xmlns:a16="http://schemas.microsoft.com/office/drawing/2014/main" id="{05063754-4C36-8772-9023-737B166D0489}"/>
                    </a:ext>
                  </a:extLst>
                </p14:cNvPr>
                <p14:cNvContentPartPr/>
                <p14:nvPr/>
              </p14:nvContentPartPr>
              <p14:xfrm>
                <a:off x="8641960" y="3342360"/>
                <a:ext cx="140400" cy="129600"/>
              </p14:xfrm>
            </p:contentPart>
          </mc:Choice>
          <mc:Fallback xmlns="">
            <p:pic>
              <p:nvPicPr>
                <p:cNvPr id="66" name="墨迹 65">
                  <a:extLst>
                    <a:ext uri="{FF2B5EF4-FFF2-40B4-BE49-F238E27FC236}">
                      <a16:creationId xmlns:a16="http://schemas.microsoft.com/office/drawing/2014/main" id="{05063754-4C36-8772-9023-737B166D0489}"/>
                    </a:ext>
                  </a:extLst>
                </p:cNvPr>
                <p:cNvPicPr/>
                <p:nvPr/>
              </p:nvPicPr>
              <p:blipFill>
                <a:blip r:embed="rId115"/>
                <a:stretch>
                  <a:fillRect/>
                </a:stretch>
              </p:blipFill>
              <p:spPr>
                <a:xfrm>
                  <a:off x="8624320" y="3324360"/>
                  <a:ext cx="176040" cy="16524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67" name="墨迹 66">
                  <a:extLst>
                    <a:ext uri="{FF2B5EF4-FFF2-40B4-BE49-F238E27FC236}">
                      <a16:creationId xmlns:a16="http://schemas.microsoft.com/office/drawing/2014/main" id="{12C7E1F1-C8B7-4D03-B9DC-220C47325B54}"/>
                    </a:ext>
                  </a:extLst>
                </p14:cNvPr>
                <p14:cNvContentPartPr/>
                <p14:nvPr/>
              </p14:nvContentPartPr>
              <p14:xfrm>
                <a:off x="8819800" y="3167400"/>
                <a:ext cx="47880" cy="52560"/>
              </p14:xfrm>
            </p:contentPart>
          </mc:Choice>
          <mc:Fallback xmlns="">
            <p:pic>
              <p:nvPicPr>
                <p:cNvPr id="67" name="墨迹 66">
                  <a:extLst>
                    <a:ext uri="{FF2B5EF4-FFF2-40B4-BE49-F238E27FC236}">
                      <a16:creationId xmlns:a16="http://schemas.microsoft.com/office/drawing/2014/main" id="{12C7E1F1-C8B7-4D03-B9DC-220C47325B54}"/>
                    </a:ext>
                  </a:extLst>
                </p:cNvPr>
                <p:cNvPicPr/>
                <p:nvPr/>
              </p:nvPicPr>
              <p:blipFill>
                <a:blip r:embed="rId117"/>
                <a:stretch>
                  <a:fillRect/>
                </a:stretch>
              </p:blipFill>
              <p:spPr>
                <a:xfrm>
                  <a:off x="8802160" y="3149400"/>
                  <a:ext cx="8352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68" name="墨迹 67">
                  <a:extLst>
                    <a:ext uri="{FF2B5EF4-FFF2-40B4-BE49-F238E27FC236}">
                      <a16:creationId xmlns:a16="http://schemas.microsoft.com/office/drawing/2014/main" id="{5EF4FF3F-6758-B5D8-DDA0-106F2B9625EC}"/>
                    </a:ext>
                  </a:extLst>
                </p14:cNvPr>
                <p14:cNvContentPartPr/>
                <p14:nvPr/>
              </p14:nvContentPartPr>
              <p14:xfrm>
                <a:off x="8775520" y="3188640"/>
                <a:ext cx="154800" cy="87840"/>
              </p14:xfrm>
            </p:contentPart>
          </mc:Choice>
          <mc:Fallback xmlns="">
            <p:pic>
              <p:nvPicPr>
                <p:cNvPr id="68" name="墨迹 67">
                  <a:extLst>
                    <a:ext uri="{FF2B5EF4-FFF2-40B4-BE49-F238E27FC236}">
                      <a16:creationId xmlns:a16="http://schemas.microsoft.com/office/drawing/2014/main" id="{5EF4FF3F-6758-B5D8-DDA0-106F2B9625EC}"/>
                    </a:ext>
                  </a:extLst>
                </p:cNvPr>
                <p:cNvPicPr/>
                <p:nvPr/>
              </p:nvPicPr>
              <p:blipFill>
                <a:blip r:embed="rId119"/>
                <a:stretch>
                  <a:fillRect/>
                </a:stretch>
              </p:blipFill>
              <p:spPr>
                <a:xfrm>
                  <a:off x="8757880" y="3170640"/>
                  <a:ext cx="19044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69" name="墨迹 68">
                  <a:extLst>
                    <a:ext uri="{FF2B5EF4-FFF2-40B4-BE49-F238E27FC236}">
                      <a16:creationId xmlns:a16="http://schemas.microsoft.com/office/drawing/2014/main" id="{896029C6-D6D7-15B0-1637-DC4195B945E7}"/>
                    </a:ext>
                  </a:extLst>
                </p14:cNvPr>
                <p14:cNvContentPartPr/>
                <p14:nvPr/>
              </p14:nvContentPartPr>
              <p14:xfrm>
                <a:off x="8819800" y="3092160"/>
                <a:ext cx="171360" cy="380880"/>
              </p14:xfrm>
            </p:contentPart>
          </mc:Choice>
          <mc:Fallback xmlns="">
            <p:pic>
              <p:nvPicPr>
                <p:cNvPr id="69" name="墨迹 68">
                  <a:extLst>
                    <a:ext uri="{FF2B5EF4-FFF2-40B4-BE49-F238E27FC236}">
                      <a16:creationId xmlns:a16="http://schemas.microsoft.com/office/drawing/2014/main" id="{896029C6-D6D7-15B0-1637-DC4195B945E7}"/>
                    </a:ext>
                  </a:extLst>
                </p:cNvPr>
                <p:cNvPicPr/>
                <p:nvPr/>
              </p:nvPicPr>
              <p:blipFill>
                <a:blip r:embed="rId121"/>
                <a:stretch>
                  <a:fillRect/>
                </a:stretch>
              </p:blipFill>
              <p:spPr>
                <a:xfrm>
                  <a:off x="8802160" y="3074520"/>
                  <a:ext cx="207000" cy="4165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0" name="墨迹 69">
                  <a:extLst>
                    <a:ext uri="{FF2B5EF4-FFF2-40B4-BE49-F238E27FC236}">
                      <a16:creationId xmlns:a16="http://schemas.microsoft.com/office/drawing/2014/main" id="{623E7075-B0D0-5BA0-0C8D-DA417B421D2B}"/>
                    </a:ext>
                  </a:extLst>
                </p14:cNvPr>
                <p14:cNvContentPartPr/>
                <p14:nvPr/>
              </p14:nvContentPartPr>
              <p14:xfrm>
                <a:off x="8929600" y="3352440"/>
                <a:ext cx="87480" cy="25560"/>
              </p14:xfrm>
            </p:contentPart>
          </mc:Choice>
          <mc:Fallback xmlns="">
            <p:pic>
              <p:nvPicPr>
                <p:cNvPr id="70" name="墨迹 69">
                  <a:extLst>
                    <a:ext uri="{FF2B5EF4-FFF2-40B4-BE49-F238E27FC236}">
                      <a16:creationId xmlns:a16="http://schemas.microsoft.com/office/drawing/2014/main" id="{623E7075-B0D0-5BA0-0C8D-DA417B421D2B}"/>
                    </a:ext>
                  </a:extLst>
                </p:cNvPr>
                <p:cNvPicPr/>
                <p:nvPr/>
              </p:nvPicPr>
              <p:blipFill>
                <a:blip r:embed="rId123"/>
                <a:stretch>
                  <a:fillRect/>
                </a:stretch>
              </p:blipFill>
              <p:spPr>
                <a:xfrm>
                  <a:off x="8911960" y="3334800"/>
                  <a:ext cx="123120" cy="6120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71" name="墨迹 70">
                  <a:extLst>
                    <a:ext uri="{FF2B5EF4-FFF2-40B4-BE49-F238E27FC236}">
                      <a16:creationId xmlns:a16="http://schemas.microsoft.com/office/drawing/2014/main" id="{61A9EC39-810A-DC08-2569-C819AA1C7F12}"/>
                    </a:ext>
                  </a:extLst>
                </p14:cNvPr>
                <p14:cNvContentPartPr/>
                <p14:nvPr/>
              </p14:nvContentPartPr>
              <p14:xfrm>
                <a:off x="8889640" y="3092160"/>
                <a:ext cx="360" cy="360"/>
              </p14:xfrm>
            </p:contentPart>
          </mc:Choice>
          <mc:Fallback xmlns="">
            <p:pic>
              <p:nvPicPr>
                <p:cNvPr id="71" name="墨迹 70">
                  <a:extLst>
                    <a:ext uri="{FF2B5EF4-FFF2-40B4-BE49-F238E27FC236}">
                      <a16:creationId xmlns:a16="http://schemas.microsoft.com/office/drawing/2014/main" id="{61A9EC39-810A-DC08-2569-C819AA1C7F12}"/>
                    </a:ext>
                  </a:extLst>
                </p:cNvPr>
                <p:cNvPicPr/>
                <p:nvPr/>
              </p:nvPicPr>
              <p:blipFill>
                <a:blip r:embed="rId4"/>
                <a:stretch>
                  <a:fillRect/>
                </a:stretch>
              </p:blipFill>
              <p:spPr>
                <a:xfrm>
                  <a:off x="8872000" y="3074520"/>
                  <a:ext cx="36000" cy="36000"/>
                </a:xfrm>
                <a:prstGeom prst="rect">
                  <a:avLst/>
                </a:prstGeom>
              </p:spPr>
            </p:pic>
          </mc:Fallback>
        </mc:AlternateContent>
      </p:grpSp>
      <p:grpSp>
        <p:nvGrpSpPr>
          <p:cNvPr id="81" name="组合 80">
            <a:extLst>
              <a:ext uri="{FF2B5EF4-FFF2-40B4-BE49-F238E27FC236}">
                <a16:creationId xmlns:a16="http://schemas.microsoft.com/office/drawing/2014/main" id="{6EE82891-1B15-CCBF-8C17-03D91F21ED79}"/>
              </a:ext>
            </a:extLst>
          </p:cNvPr>
          <p:cNvGrpSpPr/>
          <p:nvPr/>
        </p:nvGrpSpPr>
        <p:grpSpPr>
          <a:xfrm>
            <a:off x="7467280" y="3538200"/>
            <a:ext cx="577080" cy="557280"/>
            <a:chOff x="7467280" y="3538200"/>
            <a:chExt cx="577080" cy="557280"/>
          </a:xfrm>
        </p:grpSpPr>
        <mc:AlternateContent xmlns:mc="http://schemas.openxmlformats.org/markup-compatibility/2006" xmlns:p14="http://schemas.microsoft.com/office/powerpoint/2010/main">
          <mc:Choice Requires="p14">
            <p:contentPart p14:bwMode="auto" r:id="rId125">
              <p14:nvContentPartPr>
                <p14:cNvPr id="73" name="墨迹 72">
                  <a:extLst>
                    <a:ext uri="{FF2B5EF4-FFF2-40B4-BE49-F238E27FC236}">
                      <a16:creationId xmlns:a16="http://schemas.microsoft.com/office/drawing/2014/main" id="{0510E205-5D7C-E240-697E-497BE6AE2D4C}"/>
                    </a:ext>
                  </a:extLst>
                </p14:cNvPr>
                <p14:cNvContentPartPr/>
                <p14:nvPr/>
              </p14:nvContentPartPr>
              <p14:xfrm>
                <a:off x="7467280" y="3689040"/>
                <a:ext cx="25920" cy="259560"/>
              </p14:xfrm>
            </p:contentPart>
          </mc:Choice>
          <mc:Fallback xmlns="">
            <p:pic>
              <p:nvPicPr>
                <p:cNvPr id="73" name="墨迹 72">
                  <a:extLst>
                    <a:ext uri="{FF2B5EF4-FFF2-40B4-BE49-F238E27FC236}">
                      <a16:creationId xmlns:a16="http://schemas.microsoft.com/office/drawing/2014/main" id="{0510E205-5D7C-E240-697E-497BE6AE2D4C}"/>
                    </a:ext>
                  </a:extLst>
                </p:cNvPr>
                <p:cNvPicPr/>
                <p:nvPr/>
              </p:nvPicPr>
              <p:blipFill>
                <a:blip r:embed="rId126"/>
                <a:stretch>
                  <a:fillRect/>
                </a:stretch>
              </p:blipFill>
              <p:spPr>
                <a:xfrm>
                  <a:off x="7449280" y="3671400"/>
                  <a:ext cx="6156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74" name="墨迹 73">
                  <a:extLst>
                    <a:ext uri="{FF2B5EF4-FFF2-40B4-BE49-F238E27FC236}">
                      <a16:creationId xmlns:a16="http://schemas.microsoft.com/office/drawing/2014/main" id="{094756C3-D915-6EF8-E205-519CF5A48D4C}"/>
                    </a:ext>
                  </a:extLst>
                </p14:cNvPr>
                <p14:cNvContentPartPr/>
                <p14:nvPr/>
              </p14:nvContentPartPr>
              <p14:xfrm>
                <a:off x="7587880" y="3538200"/>
                <a:ext cx="122400" cy="500040"/>
              </p14:xfrm>
            </p:contentPart>
          </mc:Choice>
          <mc:Fallback xmlns="">
            <p:pic>
              <p:nvPicPr>
                <p:cNvPr id="74" name="墨迹 73">
                  <a:extLst>
                    <a:ext uri="{FF2B5EF4-FFF2-40B4-BE49-F238E27FC236}">
                      <a16:creationId xmlns:a16="http://schemas.microsoft.com/office/drawing/2014/main" id="{094756C3-D915-6EF8-E205-519CF5A48D4C}"/>
                    </a:ext>
                  </a:extLst>
                </p:cNvPr>
                <p:cNvPicPr/>
                <p:nvPr/>
              </p:nvPicPr>
              <p:blipFill>
                <a:blip r:embed="rId128"/>
                <a:stretch>
                  <a:fillRect/>
                </a:stretch>
              </p:blipFill>
              <p:spPr>
                <a:xfrm>
                  <a:off x="7570240" y="3520200"/>
                  <a:ext cx="158040" cy="5356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75" name="墨迹 74">
                  <a:extLst>
                    <a:ext uri="{FF2B5EF4-FFF2-40B4-BE49-F238E27FC236}">
                      <a16:creationId xmlns:a16="http://schemas.microsoft.com/office/drawing/2014/main" id="{93D17B00-05CE-4D6C-0381-3D9F5AD57BC9}"/>
                    </a:ext>
                  </a:extLst>
                </p14:cNvPr>
                <p14:cNvContentPartPr/>
                <p14:nvPr/>
              </p14:nvContentPartPr>
              <p14:xfrm>
                <a:off x="7587880" y="3678960"/>
                <a:ext cx="58320" cy="10800"/>
              </p14:xfrm>
            </p:contentPart>
          </mc:Choice>
          <mc:Fallback xmlns="">
            <p:pic>
              <p:nvPicPr>
                <p:cNvPr id="75" name="墨迹 74">
                  <a:extLst>
                    <a:ext uri="{FF2B5EF4-FFF2-40B4-BE49-F238E27FC236}">
                      <a16:creationId xmlns:a16="http://schemas.microsoft.com/office/drawing/2014/main" id="{93D17B00-05CE-4D6C-0381-3D9F5AD57BC9}"/>
                    </a:ext>
                  </a:extLst>
                </p:cNvPr>
                <p:cNvPicPr/>
                <p:nvPr/>
              </p:nvPicPr>
              <p:blipFill>
                <a:blip r:embed="rId130"/>
                <a:stretch>
                  <a:fillRect/>
                </a:stretch>
              </p:blipFill>
              <p:spPr>
                <a:xfrm>
                  <a:off x="7570240" y="3660960"/>
                  <a:ext cx="9396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76" name="墨迹 75">
                  <a:extLst>
                    <a:ext uri="{FF2B5EF4-FFF2-40B4-BE49-F238E27FC236}">
                      <a16:creationId xmlns:a16="http://schemas.microsoft.com/office/drawing/2014/main" id="{928193FC-8DDD-D67A-9345-3273E8B398DA}"/>
                    </a:ext>
                  </a:extLst>
                </p14:cNvPr>
                <p14:cNvContentPartPr/>
                <p14:nvPr/>
              </p14:nvContentPartPr>
              <p14:xfrm>
                <a:off x="7575280" y="3705240"/>
                <a:ext cx="92520" cy="15840"/>
              </p14:xfrm>
            </p:contentPart>
          </mc:Choice>
          <mc:Fallback xmlns="">
            <p:pic>
              <p:nvPicPr>
                <p:cNvPr id="76" name="墨迹 75">
                  <a:extLst>
                    <a:ext uri="{FF2B5EF4-FFF2-40B4-BE49-F238E27FC236}">
                      <a16:creationId xmlns:a16="http://schemas.microsoft.com/office/drawing/2014/main" id="{928193FC-8DDD-D67A-9345-3273E8B398DA}"/>
                    </a:ext>
                  </a:extLst>
                </p:cNvPr>
                <p:cNvPicPr/>
                <p:nvPr/>
              </p:nvPicPr>
              <p:blipFill>
                <a:blip r:embed="rId132"/>
                <a:stretch>
                  <a:fillRect/>
                </a:stretch>
              </p:blipFill>
              <p:spPr>
                <a:xfrm>
                  <a:off x="7557640" y="3687600"/>
                  <a:ext cx="12816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77" name="墨迹 76">
                  <a:extLst>
                    <a:ext uri="{FF2B5EF4-FFF2-40B4-BE49-F238E27FC236}">
                      <a16:creationId xmlns:a16="http://schemas.microsoft.com/office/drawing/2014/main" id="{59CA5375-28C5-2725-4225-31F8BBA1E044}"/>
                    </a:ext>
                  </a:extLst>
                </p14:cNvPr>
                <p14:cNvContentPartPr/>
                <p14:nvPr/>
              </p14:nvContentPartPr>
              <p14:xfrm>
                <a:off x="7650520" y="3650880"/>
                <a:ext cx="35280" cy="222120"/>
              </p14:xfrm>
            </p:contentPart>
          </mc:Choice>
          <mc:Fallback xmlns="">
            <p:pic>
              <p:nvPicPr>
                <p:cNvPr id="77" name="墨迹 76">
                  <a:extLst>
                    <a:ext uri="{FF2B5EF4-FFF2-40B4-BE49-F238E27FC236}">
                      <a16:creationId xmlns:a16="http://schemas.microsoft.com/office/drawing/2014/main" id="{59CA5375-28C5-2725-4225-31F8BBA1E044}"/>
                    </a:ext>
                  </a:extLst>
                </p:cNvPr>
                <p:cNvPicPr/>
                <p:nvPr/>
              </p:nvPicPr>
              <p:blipFill>
                <a:blip r:embed="rId134"/>
                <a:stretch>
                  <a:fillRect/>
                </a:stretch>
              </p:blipFill>
              <p:spPr>
                <a:xfrm>
                  <a:off x="7632880" y="3633240"/>
                  <a:ext cx="70920" cy="25776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78" name="墨迹 77">
                  <a:extLst>
                    <a:ext uri="{FF2B5EF4-FFF2-40B4-BE49-F238E27FC236}">
                      <a16:creationId xmlns:a16="http://schemas.microsoft.com/office/drawing/2014/main" id="{80191BC8-FB24-07BA-3B65-07F7B57729AD}"/>
                    </a:ext>
                  </a:extLst>
                </p14:cNvPr>
                <p14:cNvContentPartPr/>
                <p14:nvPr/>
              </p14:nvContentPartPr>
              <p14:xfrm>
                <a:off x="7918360" y="3619200"/>
                <a:ext cx="75960" cy="360"/>
              </p14:xfrm>
            </p:contentPart>
          </mc:Choice>
          <mc:Fallback xmlns="">
            <p:pic>
              <p:nvPicPr>
                <p:cNvPr id="78" name="墨迹 77">
                  <a:extLst>
                    <a:ext uri="{FF2B5EF4-FFF2-40B4-BE49-F238E27FC236}">
                      <a16:creationId xmlns:a16="http://schemas.microsoft.com/office/drawing/2014/main" id="{80191BC8-FB24-07BA-3B65-07F7B57729AD}"/>
                    </a:ext>
                  </a:extLst>
                </p:cNvPr>
                <p:cNvPicPr/>
                <p:nvPr/>
              </p:nvPicPr>
              <p:blipFill>
                <a:blip r:embed="rId136"/>
                <a:stretch>
                  <a:fillRect/>
                </a:stretch>
              </p:blipFill>
              <p:spPr>
                <a:xfrm>
                  <a:off x="7900720" y="3601560"/>
                  <a:ext cx="1116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79" name="墨迹 78">
                  <a:extLst>
                    <a:ext uri="{FF2B5EF4-FFF2-40B4-BE49-F238E27FC236}">
                      <a16:creationId xmlns:a16="http://schemas.microsoft.com/office/drawing/2014/main" id="{26B59F49-F8B6-F2A4-95A0-DB458DF1E149}"/>
                    </a:ext>
                  </a:extLst>
                </p14:cNvPr>
                <p14:cNvContentPartPr/>
                <p14:nvPr/>
              </p14:nvContentPartPr>
              <p14:xfrm>
                <a:off x="7740520" y="3738720"/>
                <a:ext cx="303840" cy="102960"/>
              </p14:xfrm>
            </p:contentPart>
          </mc:Choice>
          <mc:Fallback xmlns="">
            <p:pic>
              <p:nvPicPr>
                <p:cNvPr id="79" name="墨迹 78">
                  <a:extLst>
                    <a:ext uri="{FF2B5EF4-FFF2-40B4-BE49-F238E27FC236}">
                      <a16:creationId xmlns:a16="http://schemas.microsoft.com/office/drawing/2014/main" id="{26B59F49-F8B6-F2A4-95A0-DB458DF1E149}"/>
                    </a:ext>
                  </a:extLst>
                </p:cNvPr>
                <p:cNvPicPr/>
                <p:nvPr/>
              </p:nvPicPr>
              <p:blipFill>
                <a:blip r:embed="rId138"/>
                <a:stretch>
                  <a:fillRect/>
                </a:stretch>
              </p:blipFill>
              <p:spPr>
                <a:xfrm>
                  <a:off x="7722880" y="3721080"/>
                  <a:ext cx="339480" cy="13860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80" name="墨迹 79">
                  <a:extLst>
                    <a:ext uri="{FF2B5EF4-FFF2-40B4-BE49-F238E27FC236}">
                      <a16:creationId xmlns:a16="http://schemas.microsoft.com/office/drawing/2014/main" id="{B3539014-83FE-521B-D1A7-D35901A1DBD7}"/>
                    </a:ext>
                  </a:extLst>
                </p14:cNvPr>
                <p14:cNvContentPartPr/>
                <p14:nvPr/>
              </p14:nvContentPartPr>
              <p14:xfrm>
                <a:off x="7789840" y="3727200"/>
                <a:ext cx="192240" cy="368280"/>
              </p14:xfrm>
            </p:contentPart>
          </mc:Choice>
          <mc:Fallback xmlns="">
            <p:pic>
              <p:nvPicPr>
                <p:cNvPr id="80" name="墨迹 79">
                  <a:extLst>
                    <a:ext uri="{FF2B5EF4-FFF2-40B4-BE49-F238E27FC236}">
                      <a16:creationId xmlns:a16="http://schemas.microsoft.com/office/drawing/2014/main" id="{B3539014-83FE-521B-D1A7-D35901A1DBD7}"/>
                    </a:ext>
                  </a:extLst>
                </p:cNvPr>
                <p:cNvPicPr/>
                <p:nvPr/>
              </p:nvPicPr>
              <p:blipFill>
                <a:blip r:embed="rId140"/>
                <a:stretch>
                  <a:fillRect/>
                </a:stretch>
              </p:blipFill>
              <p:spPr>
                <a:xfrm>
                  <a:off x="7771840" y="3709560"/>
                  <a:ext cx="227880" cy="403920"/>
                </a:xfrm>
                <a:prstGeom prst="rect">
                  <a:avLst/>
                </a:prstGeom>
              </p:spPr>
            </p:pic>
          </mc:Fallback>
        </mc:AlternateContent>
      </p:grpSp>
      <p:grpSp>
        <p:nvGrpSpPr>
          <p:cNvPr id="99" name="组合 98">
            <a:extLst>
              <a:ext uri="{FF2B5EF4-FFF2-40B4-BE49-F238E27FC236}">
                <a16:creationId xmlns:a16="http://schemas.microsoft.com/office/drawing/2014/main" id="{AD699E1B-375A-FA03-E0ED-807A7E3E8562}"/>
              </a:ext>
            </a:extLst>
          </p:cNvPr>
          <p:cNvGrpSpPr/>
          <p:nvPr/>
        </p:nvGrpSpPr>
        <p:grpSpPr>
          <a:xfrm>
            <a:off x="8243080" y="3650880"/>
            <a:ext cx="716040" cy="368640"/>
            <a:chOff x="8243080" y="3650880"/>
            <a:chExt cx="716040" cy="368640"/>
          </a:xfrm>
        </p:grpSpPr>
        <mc:AlternateContent xmlns:mc="http://schemas.openxmlformats.org/markup-compatibility/2006" xmlns:p14="http://schemas.microsoft.com/office/powerpoint/2010/main">
          <mc:Choice Requires="p14">
            <p:contentPart p14:bwMode="auto" r:id="rId141">
              <p14:nvContentPartPr>
                <p14:cNvPr id="82" name="墨迹 81">
                  <a:extLst>
                    <a:ext uri="{FF2B5EF4-FFF2-40B4-BE49-F238E27FC236}">
                      <a16:creationId xmlns:a16="http://schemas.microsoft.com/office/drawing/2014/main" id="{F3095E57-A63C-37F7-6593-A756B0F895CD}"/>
                    </a:ext>
                  </a:extLst>
                </p14:cNvPr>
                <p14:cNvContentPartPr/>
                <p14:nvPr/>
              </p14:nvContentPartPr>
              <p14:xfrm>
                <a:off x="8394280" y="3650880"/>
                <a:ext cx="77040" cy="132840"/>
              </p14:xfrm>
            </p:contentPart>
          </mc:Choice>
          <mc:Fallback xmlns="">
            <p:pic>
              <p:nvPicPr>
                <p:cNvPr id="82" name="墨迹 81">
                  <a:extLst>
                    <a:ext uri="{FF2B5EF4-FFF2-40B4-BE49-F238E27FC236}">
                      <a16:creationId xmlns:a16="http://schemas.microsoft.com/office/drawing/2014/main" id="{F3095E57-A63C-37F7-6593-A756B0F895CD}"/>
                    </a:ext>
                  </a:extLst>
                </p:cNvPr>
                <p:cNvPicPr/>
                <p:nvPr/>
              </p:nvPicPr>
              <p:blipFill>
                <a:blip r:embed="rId142"/>
                <a:stretch>
                  <a:fillRect/>
                </a:stretch>
              </p:blipFill>
              <p:spPr>
                <a:xfrm>
                  <a:off x="8376280" y="3633240"/>
                  <a:ext cx="11268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83" name="墨迹 82">
                  <a:extLst>
                    <a:ext uri="{FF2B5EF4-FFF2-40B4-BE49-F238E27FC236}">
                      <a16:creationId xmlns:a16="http://schemas.microsoft.com/office/drawing/2014/main" id="{279E6086-B5F9-73DB-4547-14BC9386687E}"/>
                    </a:ext>
                  </a:extLst>
                </p14:cNvPr>
                <p14:cNvContentPartPr/>
                <p14:nvPr/>
              </p14:nvContentPartPr>
              <p14:xfrm>
                <a:off x="8451520" y="3695520"/>
                <a:ext cx="139320" cy="51120"/>
              </p14:xfrm>
            </p:contentPart>
          </mc:Choice>
          <mc:Fallback xmlns="">
            <p:pic>
              <p:nvPicPr>
                <p:cNvPr id="83" name="墨迹 82">
                  <a:extLst>
                    <a:ext uri="{FF2B5EF4-FFF2-40B4-BE49-F238E27FC236}">
                      <a16:creationId xmlns:a16="http://schemas.microsoft.com/office/drawing/2014/main" id="{279E6086-B5F9-73DB-4547-14BC9386687E}"/>
                    </a:ext>
                  </a:extLst>
                </p:cNvPr>
                <p:cNvPicPr/>
                <p:nvPr/>
              </p:nvPicPr>
              <p:blipFill>
                <a:blip r:embed="rId144"/>
                <a:stretch>
                  <a:fillRect/>
                </a:stretch>
              </p:blipFill>
              <p:spPr>
                <a:xfrm>
                  <a:off x="8433880" y="3677880"/>
                  <a:ext cx="174960" cy="86760"/>
                </a:xfrm>
                <a:prstGeom prst="rect">
                  <a:avLst/>
                </a:prstGeom>
              </p:spPr>
            </p:pic>
          </mc:Fallback>
        </mc:AlternateContent>
        <mc:AlternateContent xmlns:mc="http://schemas.openxmlformats.org/markup-compatibility/2006" xmlns:p14="http://schemas.microsoft.com/office/powerpoint/2010/main">
          <mc:Choice Requires="p14">
            <p:contentPart p14:bwMode="auto" r:id="rId145">
              <p14:nvContentPartPr>
                <p14:cNvPr id="84" name="墨迹 83">
                  <a:extLst>
                    <a:ext uri="{FF2B5EF4-FFF2-40B4-BE49-F238E27FC236}">
                      <a16:creationId xmlns:a16="http://schemas.microsoft.com/office/drawing/2014/main" id="{0865033E-5CDA-9217-5B8E-59C81C5FA08A}"/>
                    </a:ext>
                  </a:extLst>
                </p14:cNvPr>
                <p14:cNvContentPartPr/>
                <p14:nvPr/>
              </p14:nvContentPartPr>
              <p14:xfrm>
                <a:off x="8463400" y="3669960"/>
                <a:ext cx="27000" cy="93960"/>
              </p14:xfrm>
            </p:contentPart>
          </mc:Choice>
          <mc:Fallback xmlns="">
            <p:pic>
              <p:nvPicPr>
                <p:cNvPr id="84" name="墨迹 83">
                  <a:extLst>
                    <a:ext uri="{FF2B5EF4-FFF2-40B4-BE49-F238E27FC236}">
                      <a16:creationId xmlns:a16="http://schemas.microsoft.com/office/drawing/2014/main" id="{0865033E-5CDA-9217-5B8E-59C81C5FA08A}"/>
                    </a:ext>
                  </a:extLst>
                </p:cNvPr>
                <p:cNvPicPr/>
                <p:nvPr/>
              </p:nvPicPr>
              <p:blipFill>
                <a:blip r:embed="rId146"/>
                <a:stretch>
                  <a:fillRect/>
                </a:stretch>
              </p:blipFill>
              <p:spPr>
                <a:xfrm>
                  <a:off x="8445760" y="3652320"/>
                  <a:ext cx="62640" cy="1296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85" name="墨迹 84">
                  <a:extLst>
                    <a:ext uri="{FF2B5EF4-FFF2-40B4-BE49-F238E27FC236}">
                      <a16:creationId xmlns:a16="http://schemas.microsoft.com/office/drawing/2014/main" id="{316D10A9-565C-6969-8A5F-56D5450761BF}"/>
                    </a:ext>
                  </a:extLst>
                </p14:cNvPr>
                <p14:cNvContentPartPr/>
                <p14:nvPr/>
              </p14:nvContentPartPr>
              <p14:xfrm>
                <a:off x="8407240" y="3782280"/>
                <a:ext cx="190440" cy="21600"/>
              </p14:xfrm>
            </p:contentPart>
          </mc:Choice>
          <mc:Fallback xmlns="">
            <p:pic>
              <p:nvPicPr>
                <p:cNvPr id="85" name="墨迹 84">
                  <a:extLst>
                    <a:ext uri="{FF2B5EF4-FFF2-40B4-BE49-F238E27FC236}">
                      <a16:creationId xmlns:a16="http://schemas.microsoft.com/office/drawing/2014/main" id="{316D10A9-565C-6969-8A5F-56D5450761BF}"/>
                    </a:ext>
                  </a:extLst>
                </p:cNvPr>
                <p:cNvPicPr/>
                <p:nvPr/>
              </p:nvPicPr>
              <p:blipFill>
                <a:blip r:embed="rId148"/>
                <a:stretch>
                  <a:fillRect/>
                </a:stretch>
              </p:blipFill>
              <p:spPr>
                <a:xfrm>
                  <a:off x="8389600" y="3764280"/>
                  <a:ext cx="226080" cy="5724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86" name="墨迹 85">
                  <a:extLst>
                    <a:ext uri="{FF2B5EF4-FFF2-40B4-BE49-F238E27FC236}">
                      <a16:creationId xmlns:a16="http://schemas.microsoft.com/office/drawing/2014/main" id="{F244741D-B94C-82E7-F6B7-896FB9B56B44}"/>
                    </a:ext>
                  </a:extLst>
                </p14:cNvPr>
                <p14:cNvContentPartPr/>
                <p14:nvPr/>
              </p14:nvContentPartPr>
              <p14:xfrm>
                <a:off x="8433520" y="3841320"/>
                <a:ext cx="12240" cy="64440"/>
              </p14:xfrm>
            </p:contentPart>
          </mc:Choice>
          <mc:Fallback xmlns="">
            <p:pic>
              <p:nvPicPr>
                <p:cNvPr id="86" name="墨迹 85">
                  <a:extLst>
                    <a:ext uri="{FF2B5EF4-FFF2-40B4-BE49-F238E27FC236}">
                      <a16:creationId xmlns:a16="http://schemas.microsoft.com/office/drawing/2014/main" id="{F244741D-B94C-82E7-F6B7-896FB9B56B44}"/>
                    </a:ext>
                  </a:extLst>
                </p:cNvPr>
                <p:cNvPicPr/>
                <p:nvPr/>
              </p:nvPicPr>
              <p:blipFill>
                <a:blip r:embed="rId150"/>
                <a:stretch>
                  <a:fillRect/>
                </a:stretch>
              </p:blipFill>
              <p:spPr>
                <a:xfrm>
                  <a:off x="8415880" y="3823680"/>
                  <a:ext cx="47880" cy="10008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87" name="墨迹 86">
                  <a:extLst>
                    <a:ext uri="{FF2B5EF4-FFF2-40B4-BE49-F238E27FC236}">
                      <a16:creationId xmlns:a16="http://schemas.microsoft.com/office/drawing/2014/main" id="{03C9B2A6-464A-48F8-6556-28222781E44C}"/>
                    </a:ext>
                  </a:extLst>
                </p14:cNvPr>
                <p14:cNvContentPartPr/>
                <p14:nvPr/>
              </p14:nvContentPartPr>
              <p14:xfrm>
                <a:off x="8477080" y="3885960"/>
                <a:ext cx="125640" cy="40320"/>
              </p14:xfrm>
            </p:contentPart>
          </mc:Choice>
          <mc:Fallback xmlns="">
            <p:pic>
              <p:nvPicPr>
                <p:cNvPr id="87" name="墨迹 86">
                  <a:extLst>
                    <a:ext uri="{FF2B5EF4-FFF2-40B4-BE49-F238E27FC236}">
                      <a16:creationId xmlns:a16="http://schemas.microsoft.com/office/drawing/2014/main" id="{03C9B2A6-464A-48F8-6556-28222781E44C}"/>
                    </a:ext>
                  </a:extLst>
                </p:cNvPr>
                <p:cNvPicPr/>
                <p:nvPr/>
              </p:nvPicPr>
              <p:blipFill>
                <a:blip r:embed="rId152"/>
                <a:stretch>
                  <a:fillRect/>
                </a:stretch>
              </p:blipFill>
              <p:spPr>
                <a:xfrm>
                  <a:off x="8459440" y="3868320"/>
                  <a:ext cx="161280" cy="7596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88" name="墨迹 87">
                  <a:extLst>
                    <a:ext uri="{FF2B5EF4-FFF2-40B4-BE49-F238E27FC236}">
                      <a16:creationId xmlns:a16="http://schemas.microsoft.com/office/drawing/2014/main" id="{C0C78B93-7EF8-B7B4-8FCC-05300E1DA17D}"/>
                    </a:ext>
                  </a:extLst>
                </p14:cNvPr>
                <p14:cNvContentPartPr/>
                <p14:nvPr/>
              </p14:nvContentPartPr>
              <p14:xfrm>
                <a:off x="8311840" y="3720720"/>
                <a:ext cx="360" cy="11880"/>
              </p14:xfrm>
            </p:contentPart>
          </mc:Choice>
          <mc:Fallback xmlns="">
            <p:pic>
              <p:nvPicPr>
                <p:cNvPr id="88" name="墨迹 87">
                  <a:extLst>
                    <a:ext uri="{FF2B5EF4-FFF2-40B4-BE49-F238E27FC236}">
                      <a16:creationId xmlns:a16="http://schemas.microsoft.com/office/drawing/2014/main" id="{C0C78B93-7EF8-B7B4-8FCC-05300E1DA17D}"/>
                    </a:ext>
                  </a:extLst>
                </p:cNvPr>
                <p:cNvPicPr/>
                <p:nvPr/>
              </p:nvPicPr>
              <p:blipFill>
                <a:blip r:embed="rId154"/>
                <a:stretch>
                  <a:fillRect/>
                </a:stretch>
              </p:blipFill>
              <p:spPr>
                <a:xfrm>
                  <a:off x="8294200" y="3703080"/>
                  <a:ext cx="360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89" name="墨迹 88">
                  <a:extLst>
                    <a:ext uri="{FF2B5EF4-FFF2-40B4-BE49-F238E27FC236}">
                      <a16:creationId xmlns:a16="http://schemas.microsoft.com/office/drawing/2014/main" id="{55FAD6C6-B494-E6CD-843D-8D87B5B8AD3B}"/>
                    </a:ext>
                  </a:extLst>
                </p14:cNvPr>
                <p14:cNvContentPartPr/>
                <p14:nvPr/>
              </p14:nvContentPartPr>
              <p14:xfrm>
                <a:off x="8243080" y="3822240"/>
                <a:ext cx="75600" cy="140760"/>
              </p14:xfrm>
            </p:contentPart>
          </mc:Choice>
          <mc:Fallback xmlns="">
            <p:pic>
              <p:nvPicPr>
                <p:cNvPr id="89" name="墨迹 88">
                  <a:extLst>
                    <a:ext uri="{FF2B5EF4-FFF2-40B4-BE49-F238E27FC236}">
                      <a16:creationId xmlns:a16="http://schemas.microsoft.com/office/drawing/2014/main" id="{55FAD6C6-B494-E6CD-843D-8D87B5B8AD3B}"/>
                    </a:ext>
                  </a:extLst>
                </p:cNvPr>
                <p:cNvPicPr/>
                <p:nvPr/>
              </p:nvPicPr>
              <p:blipFill>
                <a:blip r:embed="rId156"/>
                <a:stretch>
                  <a:fillRect/>
                </a:stretch>
              </p:blipFill>
              <p:spPr>
                <a:xfrm>
                  <a:off x="8225080" y="3804600"/>
                  <a:ext cx="11124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90" name="墨迹 89">
                  <a:extLst>
                    <a:ext uri="{FF2B5EF4-FFF2-40B4-BE49-F238E27FC236}">
                      <a16:creationId xmlns:a16="http://schemas.microsoft.com/office/drawing/2014/main" id="{D94D3449-5A94-7AB5-E099-D09FB90F41E4}"/>
                    </a:ext>
                  </a:extLst>
                </p14:cNvPr>
                <p14:cNvContentPartPr/>
                <p14:nvPr/>
              </p14:nvContentPartPr>
              <p14:xfrm>
                <a:off x="8286640" y="3943200"/>
                <a:ext cx="356040" cy="32760"/>
              </p14:xfrm>
            </p:contentPart>
          </mc:Choice>
          <mc:Fallback xmlns="">
            <p:pic>
              <p:nvPicPr>
                <p:cNvPr id="90" name="墨迹 89">
                  <a:extLst>
                    <a:ext uri="{FF2B5EF4-FFF2-40B4-BE49-F238E27FC236}">
                      <a16:creationId xmlns:a16="http://schemas.microsoft.com/office/drawing/2014/main" id="{D94D3449-5A94-7AB5-E099-D09FB90F41E4}"/>
                    </a:ext>
                  </a:extLst>
                </p:cNvPr>
                <p:cNvPicPr/>
                <p:nvPr/>
              </p:nvPicPr>
              <p:blipFill>
                <a:blip r:embed="rId158"/>
                <a:stretch>
                  <a:fillRect/>
                </a:stretch>
              </p:blipFill>
              <p:spPr>
                <a:xfrm>
                  <a:off x="8269000" y="3925200"/>
                  <a:ext cx="39168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91" name="墨迹 90">
                  <a:extLst>
                    <a:ext uri="{FF2B5EF4-FFF2-40B4-BE49-F238E27FC236}">
                      <a16:creationId xmlns:a16="http://schemas.microsoft.com/office/drawing/2014/main" id="{5BA38836-FAF3-9206-2A74-B0401BEB9484}"/>
                    </a:ext>
                  </a:extLst>
                </p14:cNvPr>
                <p14:cNvContentPartPr/>
                <p14:nvPr/>
              </p14:nvContentPartPr>
              <p14:xfrm>
                <a:off x="8680120" y="3765000"/>
                <a:ext cx="101880" cy="26280"/>
              </p14:xfrm>
            </p:contentPart>
          </mc:Choice>
          <mc:Fallback xmlns="">
            <p:pic>
              <p:nvPicPr>
                <p:cNvPr id="91" name="墨迹 90">
                  <a:extLst>
                    <a:ext uri="{FF2B5EF4-FFF2-40B4-BE49-F238E27FC236}">
                      <a16:creationId xmlns:a16="http://schemas.microsoft.com/office/drawing/2014/main" id="{5BA38836-FAF3-9206-2A74-B0401BEB9484}"/>
                    </a:ext>
                  </a:extLst>
                </p:cNvPr>
                <p:cNvPicPr/>
                <p:nvPr/>
              </p:nvPicPr>
              <p:blipFill>
                <a:blip r:embed="rId160"/>
                <a:stretch>
                  <a:fillRect/>
                </a:stretch>
              </p:blipFill>
              <p:spPr>
                <a:xfrm>
                  <a:off x="8662480" y="3747000"/>
                  <a:ext cx="137520" cy="6192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92" name="墨迹 91">
                  <a:extLst>
                    <a:ext uri="{FF2B5EF4-FFF2-40B4-BE49-F238E27FC236}">
                      <a16:creationId xmlns:a16="http://schemas.microsoft.com/office/drawing/2014/main" id="{DD7DC97E-538B-64E7-3967-0D151763203A}"/>
                    </a:ext>
                  </a:extLst>
                </p14:cNvPr>
                <p14:cNvContentPartPr/>
                <p14:nvPr/>
              </p14:nvContentPartPr>
              <p14:xfrm>
                <a:off x="8697760" y="3695520"/>
                <a:ext cx="59760" cy="268920"/>
              </p14:xfrm>
            </p:contentPart>
          </mc:Choice>
          <mc:Fallback xmlns="">
            <p:pic>
              <p:nvPicPr>
                <p:cNvPr id="92" name="墨迹 91">
                  <a:extLst>
                    <a:ext uri="{FF2B5EF4-FFF2-40B4-BE49-F238E27FC236}">
                      <a16:creationId xmlns:a16="http://schemas.microsoft.com/office/drawing/2014/main" id="{DD7DC97E-538B-64E7-3967-0D151763203A}"/>
                    </a:ext>
                  </a:extLst>
                </p:cNvPr>
                <p:cNvPicPr/>
                <p:nvPr/>
              </p:nvPicPr>
              <p:blipFill>
                <a:blip r:embed="rId162"/>
                <a:stretch>
                  <a:fillRect/>
                </a:stretch>
              </p:blipFill>
              <p:spPr>
                <a:xfrm>
                  <a:off x="8680120" y="3677880"/>
                  <a:ext cx="95400" cy="30456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94" name="墨迹 93">
                  <a:extLst>
                    <a:ext uri="{FF2B5EF4-FFF2-40B4-BE49-F238E27FC236}">
                      <a16:creationId xmlns:a16="http://schemas.microsoft.com/office/drawing/2014/main" id="{9088103F-E2D9-6150-2072-54D1B6803DB7}"/>
                    </a:ext>
                  </a:extLst>
                </p14:cNvPr>
                <p14:cNvContentPartPr/>
                <p14:nvPr/>
              </p14:nvContentPartPr>
              <p14:xfrm>
                <a:off x="8763640" y="3689040"/>
                <a:ext cx="151920" cy="75600"/>
              </p14:xfrm>
            </p:contentPart>
          </mc:Choice>
          <mc:Fallback xmlns="">
            <p:pic>
              <p:nvPicPr>
                <p:cNvPr id="94" name="墨迹 93">
                  <a:extLst>
                    <a:ext uri="{FF2B5EF4-FFF2-40B4-BE49-F238E27FC236}">
                      <a16:creationId xmlns:a16="http://schemas.microsoft.com/office/drawing/2014/main" id="{9088103F-E2D9-6150-2072-54D1B6803DB7}"/>
                    </a:ext>
                  </a:extLst>
                </p:cNvPr>
                <p:cNvPicPr/>
                <p:nvPr/>
              </p:nvPicPr>
              <p:blipFill>
                <a:blip r:embed="rId164"/>
                <a:stretch>
                  <a:fillRect/>
                </a:stretch>
              </p:blipFill>
              <p:spPr>
                <a:xfrm>
                  <a:off x="8745640" y="3671400"/>
                  <a:ext cx="187560" cy="1112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95" name="墨迹 94">
                  <a:extLst>
                    <a:ext uri="{FF2B5EF4-FFF2-40B4-BE49-F238E27FC236}">
                      <a16:creationId xmlns:a16="http://schemas.microsoft.com/office/drawing/2014/main" id="{26E503C0-4126-6A28-86D4-D37606D49BB2}"/>
                    </a:ext>
                  </a:extLst>
                </p14:cNvPr>
                <p14:cNvContentPartPr/>
                <p14:nvPr/>
              </p14:nvContentPartPr>
              <p14:xfrm>
                <a:off x="8819800" y="3733320"/>
                <a:ext cx="139320" cy="13680"/>
              </p14:xfrm>
            </p:contentPart>
          </mc:Choice>
          <mc:Fallback xmlns="">
            <p:pic>
              <p:nvPicPr>
                <p:cNvPr id="95" name="墨迹 94">
                  <a:extLst>
                    <a:ext uri="{FF2B5EF4-FFF2-40B4-BE49-F238E27FC236}">
                      <a16:creationId xmlns:a16="http://schemas.microsoft.com/office/drawing/2014/main" id="{26E503C0-4126-6A28-86D4-D37606D49BB2}"/>
                    </a:ext>
                  </a:extLst>
                </p:cNvPr>
                <p:cNvPicPr/>
                <p:nvPr/>
              </p:nvPicPr>
              <p:blipFill>
                <a:blip r:embed="rId166"/>
                <a:stretch>
                  <a:fillRect/>
                </a:stretch>
              </p:blipFill>
              <p:spPr>
                <a:xfrm>
                  <a:off x="8802160" y="3715320"/>
                  <a:ext cx="17496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96" name="墨迹 95">
                  <a:extLst>
                    <a:ext uri="{FF2B5EF4-FFF2-40B4-BE49-F238E27FC236}">
                      <a16:creationId xmlns:a16="http://schemas.microsoft.com/office/drawing/2014/main" id="{B16E40C7-F633-511C-D661-A36D941D947A}"/>
                    </a:ext>
                  </a:extLst>
                </p14:cNvPr>
                <p14:cNvContentPartPr/>
                <p14:nvPr/>
              </p14:nvContentPartPr>
              <p14:xfrm>
                <a:off x="8813680" y="3803160"/>
                <a:ext cx="101160" cy="360"/>
              </p14:xfrm>
            </p:contentPart>
          </mc:Choice>
          <mc:Fallback xmlns="">
            <p:pic>
              <p:nvPicPr>
                <p:cNvPr id="96" name="墨迹 95">
                  <a:extLst>
                    <a:ext uri="{FF2B5EF4-FFF2-40B4-BE49-F238E27FC236}">
                      <a16:creationId xmlns:a16="http://schemas.microsoft.com/office/drawing/2014/main" id="{B16E40C7-F633-511C-D661-A36D941D947A}"/>
                    </a:ext>
                  </a:extLst>
                </p:cNvPr>
                <p:cNvPicPr/>
                <p:nvPr/>
              </p:nvPicPr>
              <p:blipFill>
                <a:blip r:embed="rId168"/>
                <a:stretch>
                  <a:fillRect/>
                </a:stretch>
              </p:blipFill>
              <p:spPr>
                <a:xfrm>
                  <a:off x="8796040" y="3785520"/>
                  <a:ext cx="1368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97" name="墨迹 96">
                  <a:extLst>
                    <a:ext uri="{FF2B5EF4-FFF2-40B4-BE49-F238E27FC236}">
                      <a16:creationId xmlns:a16="http://schemas.microsoft.com/office/drawing/2014/main" id="{20E201D8-2871-D3A5-2772-443C33E86487}"/>
                    </a:ext>
                  </a:extLst>
                </p14:cNvPr>
                <p14:cNvContentPartPr/>
                <p14:nvPr/>
              </p14:nvContentPartPr>
              <p14:xfrm>
                <a:off x="8807200" y="3848880"/>
                <a:ext cx="141120" cy="70560"/>
              </p14:xfrm>
            </p:contentPart>
          </mc:Choice>
          <mc:Fallback xmlns="">
            <p:pic>
              <p:nvPicPr>
                <p:cNvPr id="97" name="墨迹 96">
                  <a:extLst>
                    <a:ext uri="{FF2B5EF4-FFF2-40B4-BE49-F238E27FC236}">
                      <a16:creationId xmlns:a16="http://schemas.microsoft.com/office/drawing/2014/main" id="{20E201D8-2871-D3A5-2772-443C33E86487}"/>
                    </a:ext>
                  </a:extLst>
                </p:cNvPr>
                <p:cNvPicPr/>
                <p:nvPr/>
              </p:nvPicPr>
              <p:blipFill>
                <a:blip r:embed="rId170"/>
                <a:stretch>
                  <a:fillRect/>
                </a:stretch>
              </p:blipFill>
              <p:spPr>
                <a:xfrm>
                  <a:off x="8789560" y="3830880"/>
                  <a:ext cx="17676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98" name="墨迹 97">
                  <a:extLst>
                    <a:ext uri="{FF2B5EF4-FFF2-40B4-BE49-F238E27FC236}">
                      <a16:creationId xmlns:a16="http://schemas.microsoft.com/office/drawing/2014/main" id="{5782878B-B76D-1DA4-CDBF-6962E9230F95}"/>
                    </a:ext>
                  </a:extLst>
                </p14:cNvPr>
                <p14:cNvContentPartPr/>
                <p14:nvPr/>
              </p14:nvContentPartPr>
              <p14:xfrm>
                <a:off x="8851840" y="3758880"/>
                <a:ext cx="32400" cy="260640"/>
              </p14:xfrm>
            </p:contentPart>
          </mc:Choice>
          <mc:Fallback xmlns="">
            <p:pic>
              <p:nvPicPr>
                <p:cNvPr id="98" name="墨迹 97">
                  <a:extLst>
                    <a:ext uri="{FF2B5EF4-FFF2-40B4-BE49-F238E27FC236}">
                      <a16:creationId xmlns:a16="http://schemas.microsoft.com/office/drawing/2014/main" id="{5782878B-B76D-1DA4-CDBF-6962E9230F95}"/>
                    </a:ext>
                  </a:extLst>
                </p:cNvPr>
                <p:cNvPicPr/>
                <p:nvPr/>
              </p:nvPicPr>
              <p:blipFill>
                <a:blip r:embed="rId172"/>
                <a:stretch>
                  <a:fillRect/>
                </a:stretch>
              </p:blipFill>
              <p:spPr>
                <a:xfrm>
                  <a:off x="8834200" y="3741240"/>
                  <a:ext cx="68040" cy="296280"/>
                </a:xfrm>
                <a:prstGeom prst="rect">
                  <a:avLst/>
                </a:prstGeom>
              </p:spPr>
            </p:pic>
          </mc:Fallback>
        </mc:AlternateContent>
      </p:grpSp>
      <p:grpSp>
        <p:nvGrpSpPr>
          <p:cNvPr id="167" name="组合 166">
            <a:extLst>
              <a:ext uri="{FF2B5EF4-FFF2-40B4-BE49-F238E27FC236}">
                <a16:creationId xmlns:a16="http://schemas.microsoft.com/office/drawing/2014/main" id="{874E6062-B872-54AB-652C-888EDF169537}"/>
              </a:ext>
            </a:extLst>
          </p:cNvPr>
          <p:cNvGrpSpPr/>
          <p:nvPr/>
        </p:nvGrpSpPr>
        <p:grpSpPr>
          <a:xfrm>
            <a:off x="7332640" y="4146240"/>
            <a:ext cx="1595520" cy="1540440"/>
            <a:chOff x="7332640" y="4146240"/>
            <a:chExt cx="1595520" cy="1540440"/>
          </a:xfrm>
        </p:grpSpPr>
        <mc:AlternateContent xmlns:mc="http://schemas.openxmlformats.org/markup-compatibility/2006" xmlns:p14="http://schemas.microsoft.com/office/powerpoint/2010/main">
          <mc:Choice Requires="p14">
            <p:contentPart p14:bwMode="auto" r:id="rId173">
              <p14:nvContentPartPr>
                <p14:cNvPr id="100" name="墨迹 99">
                  <a:extLst>
                    <a:ext uri="{FF2B5EF4-FFF2-40B4-BE49-F238E27FC236}">
                      <a16:creationId xmlns:a16="http://schemas.microsoft.com/office/drawing/2014/main" id="{CD32F78B-C1A3-AD86-E1FE-9916B1FD1B46}"/>
                    </a:ext>
                  </a:extLst>
                </p14:cNvPr>
                <p14:cNvContentPartPr/>
                <p14:nvPr/>
              </p14:nvContentPartPr>
              <p14:xfrm>
                <a:off x="7332640" y="4280520"/>
                <a:ext cx="249840" cy="322200"/>
              </p14:xfrm>
            </p:contentPart>
          </mc:Choice>
          <mc:Fallback xmlns="">
            <p:pic>
              <p:nvPicPr>
                <p:cNvPr id="100" name="墨迹 99">
                  <a:extLst>
                    <a:ext uri="{FF2B5EF4-FFF2-40B4-BE49-F238E27FC236}">
                      <a16:creationId xmlns:a16="http://schemas.microsoft.com/office/drawing/2014/main" id="{CD32F78B-C1A3-AD86-E1FE-9916B1FD1B46}"/>
                    </a:ext>
                  </a:extLst>
                </p:cNvPr>
                <p:cNvPicPr/>
                <p:nvPr/>
              </p:nvPicPr>
              <p:blipFill>
                <a:blip r:embed="rId174"/>
                <a:stretch>
                  <a:fillRect/>
                </a:stretch>
              </p:blipFill>
              <p:spPr>
                <a:xfrm>
                  <a:off x="7314640" y="4262520"/>
                  <a:ext cx="285480" cy="35784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01" name="墨迹 100">
                  <a:extLst>
                    <a:ext uri="{FF2B5EF4-FFF2-40B4-BE49-F238E27FC236}">
                      <a16:creationId xmlns:a16="http://schemas.microsoft.com/office/drawing/2014/main" id="{B5C84174-2AA2-2B16-6770-7B01210BD430}"/>
                    </a:ext>
                  </a:extLst>
                </p14:cNvPr>
                <p14:cNvContentPartPr/>
                <p14:nvPr/>
              </p14:nvContentPartPr>
              <p14:xfrm>
                <a:off x="7640440" y="4254240"/>
                <a:ext cx="11880" cy="137880"/>
              </p14:xfrm>
            </p:contentPart>
          </mc:Choice>
          <mc:Fallback xmlns="">
            <p:pic>
              <p:nvPicPr>
                <p:cNvPr id="101" name="墨迹 100">
                  <a:extLst>
                    <a:ext uri="{FF2B5EF4-FFF2-40B4-BE49-F238E27FC236}">
                      <a16:creationId xmlns:a16="http://schemas.microsoft.com/office/drawing/2014/main" id="{B5C84174-2AA2-2B16-6770-7B01210BD430}"/>
                    </a:ext>
                  </a:extLst>
                </p:cNvPr>
                <p:cNvPicPr/>
                <p:nvPr/>
              </p:nvPicPr>
              <p:blipFill>
                <a:blip r:embed="rId176"/>
                <a:stretch>
                  <a:fillRect/>
                </a:stretch>
              </p:blipFill>
              <p:spPr>
                <a:xfrm>
                  <a:off x="7622440" y="4236600"/>
                  <a:ext cx="4752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02" name="墨迹 101">
                  <a:extLst>
                    <a:ext uri="{FF2B5EF4-FFF2-40B4-BE49-F238E27FC236}">
                      <a16:creationId xmlns:a16="http://schemas.microsoft.com/office/drawing/2014/main" id="{17FEF3ED-71B2-1CD5-798A-666824F1B234}"/>
                    </a:ext>
                  </a:extLst>
                </p14:cNvPr>
                <p14:cNvContentPartPr/>
                <p14:nvPr/>
              </p14:nvContentPartPr>
              <p14:xfrm>
                <a:off x="7640800" y="4279080"/>
                <a:ext cx="163800" cy="103320"/>
              </p14:xfrm>
            </p:contentPart>
          </mc:Choice>
          <mc:Fallback xmlns="">
            <p:pic>
              <p:nvPicPr>
                <p:cNvPr id="102" name="墨迹 101">
                  <a:extLst>
                    <a:ext uri="{FF2B5EF4-FFF2-40B4-BE49-F238E27FC236}">
                      <a16:creationId xmlns:a16="http://schemas.microsoft.com/office/drawing/2014/main" id="{17FEF3ED-71B2-1CD5-798A-666824F1B234}"/>
                    </a:ext>
                  </a:extLst>
                </p:cNvPr>
                <p:cNvPicPr/>
                <p:nvPr/>
              </p:nvPicPr>
              <p:blipFill>
                <a:blip r:embed="rId178"/>
                <a:stretch>
                  <a:fillRect/>
                </a:stretch>
              </p:blipFill>
              <p:spPr>
                <a:xfrm>
                  <a:off x="7623160" y="4261440"/>
                  <a:ext cx="19944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03" name="墨迹 102">
                  <a:extLst>
                    <a:ext uri="{FF2B5EF4-FFF2-40B4-BE49-F238E27FC236}">
                      <a16:creationId xmlns:a16="http://schemas.microsoft.com/office/drawing/2014/main" id="{A5FAFBC3-671B-CAE8-673C-697838E7A80E}"/>
                    </a:ext>
                  </a:extLst>
                </p14:cNvPr>
                <p14:cNvContentPartPr/>
                <p14:nvPr/>
              </p14:nvContentPartPr>
              <p14:xfrm>
                <a:off x="7721080" y="4374840"/>
                <a:ext cx="6840" cy="172800"/>
              </p14:xfrm>
            </p:contentPart>
          </mc:Choice>
          <mc:Fallback xmlns="">
            <p:pic>
              <p:nvPicPr>
                <p:cNvPr id="103" name="墨迹 102">
                  <a:extLst>
                    <a:ext uri="{FF2B5EF4-FFF2-40B4-BE49-F238E27FC236}">
                      <a16:creationId xmlns:a16="http://schemas.microsoft.com/office/drawing/2014/main" id="{A5FAFBC3-671B-CAE8-673C-697838E7A80E}"/>
                    </a:ext>
                  </a:extLst>
                </p:cNvPr>
                <p:cNvPicPr/>
                <p:nvPr/>
              </p:nvPicPr>
              <p:blipFill>
                <a:blip r:embed="rId180"/>
                <a:stretch>
                  <a:fillRect/>
                </a:stretch>
              </p:blipFill>
              <p:spPr>
                <a:xfrm>
                  <a:off x="7703440" y="4357200"/>
                  <a:ext cx="4248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181">
              <p14:nvContentPartPr>
                <p14:cNvPr id="104" name="墨迹 103">
                  <a:extLst>
                    <a:ext uri="{FF2B5EF4-FFF2-40B4-BE49-F238E27FC236}">
                      <a16:creationId xmlns:a16="http://schemas.microsoft.com/office/drawing/2014/main" id="{C8A15B47-EB18-4956-ED97-876C50D87F0A}"/>
                    </a:ext>
                  </a:extLst>
                </p14:cNvPr>
                <p14:cNvContentPartPr/>
                <p14:nvPr/>
              </p14:nvContentPartPr>
              <p14:xfrm>
                <a:off x="7721440" y="4394640"/>
                <a:ext cx="87840" cy="69480"/>
              </p14:xfrm>
            </p:contentPart>
          </mc:Choice>
          <mc:Fallback xmlns="">
            <p:pic>
              <p:nvPicPr>
                <p:cNvPr id="104" name="墨迹 103">
                  <a:extLst>
                    <a:ext uri="{FF2B5EF4-FFF2-40B4-BE49-F238E27FC236}">
                      <a16:creationId xmlns:a16="http://schemas.microsoft.com/office/drawing/2014/main" id="{C8A15B47-EB18-4956-ED97-876C50D87F0A}"/>
                    </a:ext>
                  </a:extLst>
                </p:cNvPr>
                <p:cNvPicPr/>
                <p:nvPr/>
              </p:nvPicPr>
              <p:blipFill>
                <a:blip r:embed="rId182"/>
                <a:stretch>
                  <a:fillRect/>
                </a:stretch>
              </p:blipFill>
              <p:spPr>
                <a:xfrm>
                  <a:off x="7703800" y="4377000"/>
                  <a:ext cx="12348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05" name="墨迹 104">
                  <a:extLst>
                    <a:ext uri="{FF2B5EF4-FFF2-40B4-BE49-F238E27FC236}">
                      <a16:creationId xmlns:a16="http://schemas.microsoft.com/office/drawing/2014/main" id="{C5DBCA22-8EEC-CFD3-C708-3CB2C06E05D2}"/>
                    </a:ext>
                  </a:extLst>
                </p14:cNvPr>
                <p14:cNvContentPartPr/>
                <p14:nvPr/>
              </p14:nvContentPartPr>
              <p14:xfrm>
                <a:off x="7670680" y="4413000"/>
                <a:ext cx="171000" cy="208800"/>
              </p14:xfrm>
            </p:contentPart>
          </mc:Choice>
          <mc:Fallback xmlns="">
            <p:pic>
              <p:nvPicPr>
                <p:cNvPr id="105" name="墨迹 104">
                  <a:extLst>
                    <a:ext uri="{FF2B5EF4-FFF2-40B4-BE49-F238E27FC236}">
                      <a16:creationId xmlns:a16="http://schemas.microsoft.com/office/drawing/2014/main" id="{C5DBCA22-8EEC-CFD3-C708-3CB2C06E05D2}"/>
                    </a:ext>
                  </a:extLst>
                </p:cNvPr>
                <p:cNvPicPr/>
                <p:nvPr/>
              </p:nvPicPr>
              <p:blipFill>
                <a:blip r:embed="rId184"/>
                <a:stretch>
                  <a:fillRect/>
                </a:stretch>
              </p:blipFill>
              <p:spPr>
                <a:xfrm>
                  <a:off x="7653040" y="4395360"/>
                  <a:ext cx="20664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06" name="墨迹 105">
                  <a:extLst>
                    <a:ext uri="{FF2B5EF4-FFF2-40B4-BE49-F238E27FC236}">
                      <a16:creationId xmlns:a16="http://schemas.microsoft.com/office/drawing/2014/main" id="{704DB430-E45F-60E0-A334-0B7EC8CF8AF6}"/>
                    </a:ext>
                  </a:extLst>
                </p14:cNvPr>
                <p14:cNvContentPartPr/>
                <p14:nvPr/>
              </p14:nvContentPartPr>
              <p14:xfrm>
                <a:off x="7717840" y="4177920"/>
                <a:ext cx="394920" cy="265680"/>
              </p14:xfrm>
            </p:contentPart>
          </mc:Choice>
          <mc:Fallback xmlns="">
            <p:pic>
              <p:nvPicPr>
                <p:cNvPr id="106" name="墨迹 105">
                  <a:extLst>
                    <a:ext uri="{FF2B5EF4-FFF2-40B4-BE49-F238E27FC236}">
                      <a16:creationId xmlns:a16="http://schemas.microsoft.com/office/drawing/2014/main" id="{704DB430-E45F-60E0-A334-0B7EC8CF8AF6}"/>
                    </a:ext>
                  </a:extLst>
                </p:cNvPr>
                <p:cNvPicPr/>
                <p:nvPr/>
              </p:nvPicPr>
              <p:blipFill>
                <a:blip r:embed="rId186"/>
                <a:stretch>
                  <a:fillRect/>
                </a:stretch>
              </p:blipFill>
              <p:spPr>
                <a:xfrm>
                  <a:off x="7700200" y="4160280"/>
                  <a:ext cx="430560" cy="30132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07" name="墨迹 106">
                  <a:extLst>
                    <a:ext uri="{FF2B5EF4-FFF2-40B4-BE49-F238E27FC236}">
                      <a16:creationId xmlns:a16="http://schemas.microsoft.com/office/drawing/2014/main" id="{F2F9A87D-D9FE-50E0-7468-523BC47183F1}"/>
                    </a:ext>
                  </a:extLst>
                </p14:cNvPr>
                <p14:cNvContentPartPr/>
                <p14:nvPr/>
              </p14:nvContentPartPr>
              <p14:xfrm>
                <a:off x="7753120" y="4374840"/>
                <a:ext cx="317880" cy="90000"/>
              </p14:xfrm>
            </p:contentPart>
          </mc:Choice>
          <mc:Fallback xmlns="">
            <p:pic>
              <p:nvPicPr>
                <p:cNvPr id="107" name="墨迹 106">
                  <a:extLst>
                    <a:ext uri="{FF2B5EF4-FFF2-40B4-BE49-F238E27FC236}">
                      <a16:creationId xmlns:a16="http://schemas.microsoft.com/office/drawing/2014/main" id="{F2F9A87D-D9FE-50E0-7468-523BC47183F1}"/>
                    </a:ext>
                  </a:extLst>
                </p:cNvPr>
                <p:cNvPicPr/>
                <p:nvPr/>
              </p:nvPicPr>
              <p:blipFill>
                <a:blip r:embed="rId188"/>
                <a:stretch>
                  <a:fillRect/>
                </a:stretch>
              </p:blipFill>
              <p:spPr>
                <a:xfrm>
                  <a:off x="7735480" y="4357200"/>
                  <a:ext cx="353520" cy="12564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08" name="墨迹 107">
                  <a:extLst>
                    <a:ext uri="{FF2B5EF4-FFF2-40B4-BE49-F238E27FC236}">
                      <a16:creationId xmlns:a16="http://schemas.microsoft.com/office/drawing/2014/main" id="{031BC70C-CC23-F39A-628E-2909EA295114}"/>
                    </a:ext>
                  </a:extLst>
                </p14:cNvPr>
                <p14:cNvContentPartPr/>
                <p14:nvPr/>
              </p14:nvContentPartPr>
              <p14:xfrm>
                <a:off x="7695880" y="4507680"/>
                <a:ext cx="300600" cy="167400"/>
              </p14:xfrm>
            </p:contentPart>
          </mc:Choice>
          <mc:Fallback xmlns="">
            <p:pic>
              <p:nvPicPr>
                <p:cNvPr id="108" name="墨迹 107">
                  <a:extLst>
                    <a:ext uri="{FF2B5EF4-FFF2-40B4-BE49-F238E27FC236}">
                      <a16:creationId xmlns:a16="http://schemas.microsoft.com/office/drawing/2014/main" id="{031BC70C-CC23-F39A-628E-2909EA295114}"/>
                    </a:ext>
                  </a:extLst>
                </p:cNvPr>
                <p:cNvPicPr/>
                <p:nvPr/>
              </p:nvPicPr>
              <p:blipFill>
                <a:blip r:embed="rId190"/>
                <a:stretch>
                  <a:fillRect/>
                </a:stretch>
              </p:blipFill>
              <p:spPr>
                <a:xfrm>
                  <a:off x="7678240" y="4490040"/>
                  <a:ext cx="33624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10" name="墨迹 109">
                  <a:extLst>
                    <a:ext uri="{FF2B5EF4-FFF2-40B4-BE49-F238E27FC236}">
                      <a16:creationId xmlns:a16="http://schemas.microsoft.com/office/drawing/2014/main" id="{3EC07AD6-0518-7B72-AC62-C432CCD82A6F}"/>
                    </a:ext>
                  </a:extLst>
                </p14:cNvPr>
                <p14:cNvContentPartPr/>
                <p14:nvPr/>
              </p14:nvContentPartPr>
              <p14:xfrm>
                <a:off x="8267560" y="4306440"/>
                <a:ext cx="154080" cy="5400"/>
              </p14:xfrm>
            </p:contentPart>
          </mc:Choice>
          <mc:Fallback xmlns="">
            <p:pic>
              <p:nvPicPr>
                <p:cNvPr id="110" name="墨迹 109">
                  <a:extLst>
                    <a:ext uri="{FF2B5EF4-FFF2-40B4-BE49-F238E27FC236}">
                      <a16:creationId xmlns:a16="http://schemas.microsoft.com/office/drawing/2014/main" id="{3EC07AD6-0518-7B72-AC62-C432CCD82A6F}"/>
                    </a:ext>
                  </a:extLst>
                </p:cNvPr>
                <p:cNvPicPr/>
                <p:nvPr/>
              </p:nvPicPr>
              <p:blipFill>
                <a:blip r:embed="rId192"/>
                <a:stretch>
                  <a:fillRect/>
                </a:stretch>
              </p:blipFill>
              <p:spPr>
                <a:xfrm>
                  <a:off x="8249920" y="4288800"/>
                  <a:ext cx="18972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11" name="墨迹 110">
                  <a:extLst>
                    <a:ext uri="{FF2B5EF4-FFF2-40B4-BE49-F238E27FC236}">
                      <a16:creationId xmlns:a16="http://schemas.microsoft.com/office/drawing/2014/main" id="{21A0937F-481E-34F5-7F17-D02879D2611D}"/>
                    </a:ext>
                  </a:extLst>
                </p14:cNvPr>
                <p14:cNvContentPartPr/>
                <p14:nvPr/>
              </p14:nvContentPartPr>
              <p14:xfrm>
                <a:off x="8343160" y="4216080"/>
                <a:ext cx="26280" cy="366120"/>
              </p14:xfrm>
            </p:contentPart>
          </mc:Choice>
          <mc:Fallback xmlns="">
            <p:pic>
              <p:nvPicPr>
                <p:cNvPr id="111" name="墨迹 110">
                  <a:extLst>
                    <a:ext uri="{FF2B5EF4-FFF2-40B4-BE49-F238E27FC236}">
                      <a16:creationId xmlns:a16="http://schemas.microsoft.com/office/drawing/2014/main" id="{21A0937F-481E-34F5-7F17-D02879D2611D}"/>
                    </a:ext>
                  </a:extLst>
                </p:cNvPr>
                <p:cNvPicPr/>
                <p:nvPr/>
              </p:nvPicPr>
              <p:blipFill>
                <a:blip r:embed="rId194"/>
                <a:stretch>
                  <a:fillRect/>
                </a:stretch>
              </p:blipFill>
              <p:spPr>
                <a:xfrm>
                  <a:off x="8325520" y="4198440"/>
                  <a:ext cx="61920" cy="40176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12" name="墨迹 111">
                  <a:extLst>
                    <a:ext uri="{FF2B5EF4-FFF2-40B4-BE49-F238E27FC236}">
                      <a16:creationId xmlns:a16="http://schemas.microsoft.com/office/drawing/2014/main" id="{D4B42570-A783-93DC-D3B0-E98FC378836A}"/>
                    </a:ext>
                  </a:extLst>
                </p14:cNvPr>
                <p14:cNvContentPartPr/>
                <p14:nvPr/>
              </p14:nvContentPartPr>
              <p14:xfrm>
                <a:off x="8289520" y="4349280"/>
                <a:ext cx="54360" cy="127080"/>
              </p14:xfrm>
            </p:contentPart>
          </mc:Choice>
          <mc:Fallback xmlns="">
            <p:pic>
              <p:nvPicPr>
                <p:cNvPr id="112" name="墨迹 111">
                  <a:extLst>
                    <a:ext uri="{FF2B5EF4-FFF2-40B4-BE49-F238E27FC236}">
                      <a16:creationId xmlns:a16="http://schemas.microsoft.com/office/drawing/2014/main" id="{D4B42570-A783-93DC-D3B0-E98FC378836A}"/>
                    </a:ext>
                  </a:extLst>
                </p:cNvPr>
                <p:cNvPicPr/>
                <p:nvPr/>
              </p:nvPicPr>
              <p:blipFill>
                <a:blip r:embed="rId196"/>
                <a:stretch>
                  <a:fillRect/>
                </a:stretch>
              </p:blipFill>
              <p:spPr>
                <a:xfrm>
                  <a:off x="8271880" y="4331640"/>
                  <a:ext cx="90000" cy="16272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13" name="墨迹 112">
                  <a:extLst>
                    <a:ext uri="{FF2B5EF4-FFF2-40B4-BE49-F238E27FC236}">
                      <a16:creationId xmlns:a16="http://schemas.microsoft.com/office/drawing/2014/main" id="{17301719-2277-9343-7D4E-690070779750}"/>
                    </a:ext>
                  </a:extLst>
                </p14:cNvPr>
                <p14:cNvContentPartPr/>
                <p14:nvPr/>
              </p14:nvContentPartPr>
              <p14:xfrm>
                <a:off x="8413360" y="4355760"/>
                <a:ext cx="71280" cy="45720"/>
              </p14:xfrm>
            </p:contentPart>
          </mc:Choice>
          <mc:Fallback xmlns="">
            <p:pic>
              <p:nvPicPr>
                <p:cNvPr id="113" name="墨迹 112">
                  <a:extLst>
                    <a:ext uri="{FF2B5EF4-FFF2-40B4-BE49-F238E27FC236}">
                      <a16:creationId xmlns:a16="http://schemas.microsoft.com/office/drawing/2014/main" id="{17301719-2277-9343-7D4E-690070779750}"/>
                    </a:ext>
                  </a:extLst>
                </p:cNvPr>
                <p:cNvPicPr/>
                <p:nvPr/>
              </p:nvPicPr>
              <p:blipFill>
                <a:blip r:embed="rId198"/>
                <a:stretch>
                  <a:fillRect/>
                </a:stretch>
              </p:blipFill>
              <p:spPr>
                <a:xfrm>
                  <a:off x="8395720" y="4338120"/>
                  <a:ext cx="1069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99">
              <p14:nvContentPartPr>
                <p14:cNvPr id="114" name="墨迹 113">
                  <a:extLst>
                    <a:ext uri="{FF2B5EF4-FFF2-40B4-BE49-F238E27FC236}">
                      <a16:creationId xmlns:a16="http://schemas.microsoft.com/office/drawing/2014/main" id="{7AE6B3E1-114D-CEC8-F7A8-07570B5211F8}"/>
                    </a:ext>
                  </a:extLst>
                </p14:cNvPr>
                <p14:cNvContentPartPr/>
                <p14:nvPr/>
              </p14:nvContentPartPr>
              <p14:xfrm>
                <a:off x="8515240" y="4188000"/>
                <a:ext cx="164880" cy="47520"/>
              </p14:xfrm>
            </p:contentPart>
          </mc:Choice>
          <mc:Fallback xmlns="">
            <p:pic>
              <p:nvPicPr>
                <p:cNvPr id="114" name="墨迹 113">
                  <a:extLst>
                    <a:ext uri="{FF2B5EF4-FFF2-40B4-BE49-F238E27FC236}">
                      <a16:creationId xmlns:a16="http://schemas.microsoft.com/office/drawing/2014/main" id="{7AE6B3E1-114D-CEC8-F7A8-07570B5211F8}"/>
                    </a:ext>
                  </a:extLst>
                </p:cNvPr>
                <p:cNvPicPr/>
                <p:nvPr/>
              </p:nvPicPr>
              <p:blipFill>
                <a:blip r:embed="rId200"/>
                <a:stretch>
                  <a:fillRect/>
                </a:stretch>
              </p:blipFill>
              <p:spPr>
                <a:xfrm>
                  <a:off x="8497600" y="4170360"/>
                  <a:ext cx="20052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15" name="墨迹 114">
                  <a:extLst>
                    <a:ext uri="{FF2B5EF4-FFF2-40B4-BE49-F238E27FC236}">
                      <a16:creationId xmlns:a16="http://schemas.microsoft.com/office/drawing/2014/main" id="{2F6F3AC4-A684-4264-FBD0-3F8D97DE9914}"/>
                    </a:ext>
                  </a:extLst>
                </p14:cNvPr>
                <p14:cNvContentPartPr/>
                <p14:nvPr/>
              </p14:nvContentPartPr>
              <p14:xfrm>
                <a:off x="8609920" y="4146240"/>
                <a:ext cx="13680" cy="72000"/>
              </p14:xfrm>
            </p:contentPart>
          </mc:Choice>
          <mc:Fallback xmlns="">
            <p:pic>
              <p:nvPicPr>
                <p:cNvPr id="115" name="墨迹 114">
                  <a:extLst>
                    <a:ext uri="{FF2B5EF4-FFF2-40B4-BE49-F238E27FC236}">
                      <a16:creationId xmlns:a16="http://schemas.microsoft.com/office/drawing/2014/main" id="{2F6F3AC4-A684-4264-FBD0-3F8D97DE9914}"/>
                    </a:ext>
                  </a:extLst>
                </p:cNvPr>
                <p:cNvPicPr/>
                <p:nvPr/>
              </p:nvPicPr>
              <p:blipFill>
                <a:blip r:embed="rId202"/>
                <a:stretch>
                  <a:fillRect/>
                </a:stretch>
              </p:blipFill>
              <p:spPr>
                <a:xfrm>
                  <a:off x="8592280" y="4128600"/>
                  <a:ext cx="49320" cy="1076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16" name="墨迹 115">
                  <a:extLst>
                    <a:ext uri="{FF2B5EF4-FFF2-40B4-BE49-F238E27FC236}">
                      <a16:creationId xmlns:a16="http://schemas.microsoft.com/office/drawing/2014/main" id="{94836E31-0F78-9664-4AFE-A4B8D22B8383}"/>
                    </a:ext>
                  </a:extLst>
                </p14:cNvPr>
                <p14:cNvContentPartPr/>
                <p14:nvPr/>
              </p14:nvContentPartPr>
              <p14:xfrm>
                <a:off x="8598400" y="4152720"/>
                <a:ext cx="88560" cy="166320"/>
              </p14:xfrm>
            </p:contentPart>
          </mc:Choice>
          <mc:Fallback xmlns="">
            <p:pic>
              <p:nvPicPr>
                <p:cNvPr id="116" name="墨迹 115">
                  <a:extLst>
                    <a:ext uri="{FF2B5EF4-FFF2-40B4-BE49-F238E27FC236}">
                      <a16:creationId xmlns:a16="http://schemas.microsoft.com/office/drawing/2014/main" id="{94836E31-0F78-9664-4AFE-A4B8D22B8383}"/>
                    </a:ext>
                  </a:extLst>
                </p:cNvPr>
                <p:cNvPicPr/>
                <p:nvPr/>
              </p:nvPicPr>
              <p:blipFill>
                <a:blip r:embed="rId204"/>
                <a:stretch>
                  <a:fillRect/>
                </a:stretch>
              </p:blipFill>
              <p:spPr>
                <a:xfrm>
                  <a:off x="8580760" y="4135080"/>
                  <a:ext cx="124200" cy="20196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17" name="墨迹 116">
                  <a:extLst>
                    <a:ext uri="{FF2B5EF4-FFF2-40B4-BE49-F238E27FC236}">
                      <a16:creationId xmlns:a16="http://schemas.microsoft.com/office/drawing/2014/main" id="{B1F6625D-E598-329C-A2D9-E975DE7DE9E3}"/>
                    </a:ext>
                  </a:extLst>
                </p14:cNvPr>
                <p14:cNvContentPartPr/>
                <p14:nvPr/>
              </p14:nvContentPartPr>
              <p14:xfrm>
                <a:off x="8477080" y="4305000"/>
                <a:ext cx="37800" cy="89640"/>
              </p14:xfrm>
            </p:contentPart>
          </mc:Choice>
          <mc:Fallback xmlns="">
            <p:pic>
              <p:nvPicPr>
                <p:cNvPr id="117" name="墨迹 116">
                  <a:extLst>
                    <a:ext uri="{FF2B5EF4-FFF2-40B4-BE49-F238E27FC236}">
                      <a16:creationId xmlns:a16="http://schemas.microsoft.com/office/drawing/2014/main" id="{B1F6625D-E598-329C-A2D9-E975DE7DE9E3}"/>
                    </a:ext>
                  </a:extLst>
                </p:cNvPr>
                <p:cNvPicPr/>
                <p:nvPr/>
              </p:nvPicPr>
              <p:blipFill>
                <a:blip r:embed="rId206"/>
                <a:stretch>
                  <a:fillRect/>
                </a:stretch>
              </p:blipFill>
              <p:spPr>
                <a:xfrm>
                  <a:off x="8459440" y="4287360"/>
                  <a:ext cx="7344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18" name="墨迹 117">
                  <a:extLst>
                    <a:ext uri="{FF2B5EF4-FFF2-40B4-BE49-F238E27FC236}">
                      <a16:creationId xmlns:a16="http://schemas.microsoft.com/office/drawing/2014/main" id="{8A35538E-09C0-8BEF-C4C7-BD08A95B388A}"/>
                    </a:ext>
                  </a:extLst>
                </p14:cNvPr>
                <p14:cNvContentPartPr/>
                <p14:nvPr/>
              </p14:nvContentPartPr>
              <p14:xfrm>
                <a:off x="8546920" y="4336320"/>
                <a:ext cx="174240" cy="100440"/>
              </p14:xfrm>
            </p:contentPart>
          </mc:Choice>
          <mc:Fallback xmlns="">
            <p:pic>
              <p:nvPicPr>
                <p:cNvPr id="118" name="墨迹 117">
                  <a:extLst>
                    <a:ext uri="{FF2B5EF4-FFF2-40B4-BE49-F238E27FC236}">
                      <a16:creationId xmlns:a16="http://schemas.microsoft.com/office/drawing/2014/main" id="{8A35538E-09C0-8BEF-C4C7-BD08A95B388A}"/>
                    </a:ext>
                  </a:extLst>
                </p:cNvPr>
                <p:cNvPicPr/>
                <p:nvPr/>
              </p:nvPicPr>
              <p:blipFill>
                <a:blip r:embed="rId208"/>
                <a:stretch>
                  <a:fillRect/>
                </a:stretch>
              </p:blipFill>
              <p:spPr>
                <a:xfrm>
                  <a:off x="8529280" y="4318320"/>
                  <a:ext cx="209880" cy="1360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19" name="墨迹 118">
                  <a:extLst>
                    <a:ext uri="{FF2B5EF4-FFF2-40B4-BE49-F238E27FC236}">
                      <a16:creationId xmlns:a16="http://schemas.microsoft.com/office/drawing/2014/main" id="{C359B594-1E4B-C147-D354-C9B12A09214A}"/>
                    </a:ext>
                  </a:extLst>
                </p14:cNvPr>
                <p14:cNvContentPartPr/>
                <p14:nvPr/>
              </p14:nvContentPartPr>
              <p14:xfrm>
                <a:off x="8553400" y="4415520"/>
                <a:ext cx="23760" cy="10440"/>
              </p14:xfrm>
            </p:contentPart>
          </mc:Choice>
          <mc:Fallback xmlns="">
            <p:pic>
              <p:nvPicPr>
                <p:cNvPr id="119" name="墨迹 118">
                  <a:extLst>
                    <a:ext uri="{FF2B5EF4-FFF2-40B4-BE49-F238E27FC236}">
                      <a16:creationId xmlns:a16="http://schemas.microsoft.com/office/drawing/2014/main" id="{C359B594-1E4B-C147-D354-C9B12A09214A}"/>
                    </a:ext>
                  </a:extLst>
                </p:cNvPr>
                <p:cNvPicPr/>
                <p:nvPr/>
              </p:nvPicPr>
              <p:blipFill>
                <a:blip r:embed="rId210"/>
                <a:stretch>
                  <a:fillRect/>
                </a:stretch>
              </p:blipFill>
              <p:spPr>
                <a:xfrm>
                  <a:off x="8535760" y="4397880"/>
                  <a:ext cx="5940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20" name="墨迹 119">
                  <a:extLst>
                    <a:ext uri="{FF2B5EF4-FFF2-40B4-BE49-F238E27FC236}">
                      <a16:creationId xmlns:a16="http://schemas.microsoft.com/office/drawing/2014/main" id="{306AC629-530C-C41F-27A7-E82F339CEB18}"/>
                    </a:ext>
                  </a:extLst>
                </p14:cNvPr>
                <p14:cNvContentPartPr/>
                <p14:nvPr/>
              </p14:nvContentPartPr>
              <p14:xfrm>
                <a:off x="8515240" y="4451160"/>
                <a:ext cx="50040" cy="360"/>
              </p14:xfrm>
            </p:contentPart>
          </mc:Choice>
          <mc:Fallback xmlns="">
            <p:pic>
              <p:nvPicPr>
                <p:cNvPr id="120" name="墨迹 119">
                  <a:extLst>
                    <a:ext uri="{FF2B5EF4-FFF2-40B4-BE49-F238E27FC236}">
                      <a16:creationId xmlns:a16="http://schemas.microsoft.com/office/drawing/2014/main" id="{306AC629-530C-C41F-27A7-E82F339CEB18}"/>
                    </a:ext>
                  </a:extLst>
                </p:cNvPr>
                <p:cNvPicPr/>
                <p:nvPr/>
              </p:nvPicPr>
              <p:blipFill>
                <a:blip r:embed="rId212"/>
                <a:stretch>
                  <a:fillRect/>
                </a:stretch>
              </p:blipFill>
              <p:spPr>
                <a:xfrm>
                  <a:off x="8497600" y="4433520"/>
                  <a:ext cx="8568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21" name="墨迹 120">
                  <a:extLst>
                    <a:ext uri="{FF2B5EF4-FFF2-40B4-BE49-F238E27FC236}">
                      <a16:creationId xmlns:a16="http://schemas.microsoft.com/office/drawing/2014/main" id="{2E64AB0D-F5EC-1FDB-48AF-E202902B5EAD}"/>
                    </a:ext>
                  </a:extLst>
                </p14:cNvPr>
                <p14:cNvContentPartPr/>
                <p14:nvPr/>
              </p14:nvContentPartPr>
              <p14:xfrm>
                <a:off x="8413360" y="4480320"/>
                <a:ext cx="222840" cy="47160"/>
              </p14:xfrm>
            </p:contentPart>
          </mc:Choice>
          <mc:Fallback xmlns="">
            <p:pic>
              <p:nvPicPr>
                <p:cNvPr id="121" name="墨迹 120">
                  <a:extLst>
                    <a:ext uri="{FF2B5EF4-FFF2-40B4-BE49-F238E27FC236}">
                      <a16:creationId xmlns:a16="http://schemas.microsoft.com/office/drawing/2014/main" id="{2E64AB0D-F5EC-1FDB-48AF-E202902B5EAD}"/>
                    </a:ext>
                  </a:extLst>
                </p:cNvPr>
                <p:cNvPicPr/>
                <p:nvPr/>
              </p:nvPicPr>
              <p:blipFill>
                <a:blip r:embed="rId214"/>
                <a:stretch>
                  <a:fillRect/>
                </a:stretch>
              </p:blipFill>
              <p:spPr>
                <a:xfrm>
                  <a:off x="8395720" y="4462680"/>
                  <a:ext cx="25848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122" name="墨迹 121">
                  <a:extLst>
                    <a:ext uri="{FF2B5EF4-FFF2-40B4-BE49-F238E27FC236}">
                      <a16:creationId xmlns:a16="http://schemas.microsoft.com/office/drawing/2014/main" id="{39D349E1-34D4-CBB4-6450-400DCCCBCB3D}"/>
                    </a:ext>
                  </a:extLst>
                </p14:cNvPr>
                <p14:cNvContentPartPr/>
                <p14:nvPr/>
              </p14:nvContentPartPr>
              <p14:xfrm>
                <a:off x="8507320" y="4463760"/>
                <a:ext cx="84240" cy="98280"/>
              </p14:xfrm>
            </p:contentPart>
          </mc:Choice>
          <mc:Fallback xmlns="">
            <p:pic>
              <p:nvPicPr>
                <p:cNvPr id="122" name="墨迹 121">
                  <a:extLst>
                    <a:ext uri="{FF2B5EF4-FFF2-40B4-BE49-F238E27FC236}">
                      <a16:creationId xmlns:a16="http://schemas.microsoft.com/office/drawing/2014/main" id="{39D349E1-34D4-CBB4-6450-400DCCCBCB3D}"/>
                    </a:ext>
                  </a:extLst>
                </p:cNvPr>
                <p:cNvPicPr/>
                <p:nvPr/>
              </p:nvPicPr>
              <p:blipFill>
                <a:blip r:embed="rId216"/>
                <a:stretch>
                  <a:fillRect/>
                </a:stretch>
              </p:blipFill>
              <p:spPr>
                <a:xfrm>
                  <a:off x="8489320" y="4446120"/>
                  <a:ext cx="11988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23" name="墨迹 122">
                  <a:extLst>
                    <a:ext uri="{FF2B5EF4-FFF2-40B4-BE49-F238E27FC236}">
                      <a16:creationId xmlns:a16="http://schemas.microsoft.com/office/drawing/2014/main" id="{A722A470-56FF-8011-CA2B-AB4E4F7AAA2E}"/>
                    </a:ext>
                  </a:extLst>
                </p14:cNvPr>
                <p14:cNvContentPartPr/>
                <p14:nvPr/>
              </p14:nvContentPartPr>
              <p14:xfrm>
                <a:off x="8521360" y="4527120"/>
                <a:ext cx="190080" cy="54000"/>
              </p14:xfrm>
            </p:contentPart>
          </mc:Choice>
          <mc:Fallback xmlns="">
            <p:pic>
              <p:nvPicPr>
                <p:cNvPr id="123" name="墨迹 122">
                  <a:extLst>
                    <a:ext uri="{FF2B5EF4-FFF2-40B4-BE49-F238E27FC236}">
                      <a16:creationId xmlns:a16="http://schemas.microsoft.com/office/drawing/2014/main" id="{A722A470-56FF-8011-CA2B-AB4E4F7AAA2E}"/>
                    </a:ext>
                  </a:extLst>
                </p:cNvPr>
                <p:cNvPicPr/>
                <p:nvPr/>
              </p:nvPicPr>
              <p:blipFill>
                <a:blip r:embed="rId218"/>
                <a:stretch>
                  <a:fillRect/>
                </a:stretch>
              </p:blipFill>
              <p:spPr>
                <a:xfrm>
                  <a:off x="8503720" y="4509480"/>
                  <a:ext cx="22572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25" name="墨迹 124">
                  <a:extLst>
                    <a:ext uri="{FF2B5EF4-FFF2-40B4-BE49-F238E27FC236}">
                      <a16:creationId xmlns:a16="http://schemas.microsoft.com/office/drawing/2014/main" id="{4E46847A-C0A8-A948-17D1-E3D7EA0E64AE}"/>
                    </a:ext>
                  </a:extLst>
                </p14:cNvPr>
                <p14:cNvContentPartPr/>
                <p14:nvPr/>
              </p14:nvContentPartPr>
              <p14:xfrm>
                <a:off x="7410400" y="4729080"/>
                <a:ext cx="176400" cy="96840"/>
              </p14:xfrm>
            </p:contentPart>
          </mc:Choice>
          <mc:Fallback xmlns="">
            <p:pic>
              <p:nvPicPr>
                <p:cNvPr id="125" name="墨迹 124">
                  <a:extLst>
                    <a:ext uri="{FF2B5EF4-FFF2-40B4-BE49-F238E27FC236}">
                      <a16:creationId xmlns:a16="http://schemas.microsoft.com/office/drawing/2014/main" id="{4E46847A-C0A8-A948-17D1-E3D7EA0E64AE}"/>
                    </a:ext>
                  </a:extLst>
                </p:cNvPr>
                <p:cNvPicPr/>
                <p:nvPr/>
              </p:nvPicPr>
              <p:blipFill>
                <a:blip r:embed="rId220"/>
                <a:stretch>
                  <a:fillRect/>
                </a:stretch>
              </p:blipFill>
              <p:spPr>
                <a:xfrm>
                  <a:off x="7392760" y="4711440"/>
                  <a:ext cx="21204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26" name="墨迹 125">
                  <a:extLst>
                    <a:ext uri="{FF2B5EF4-FFF2-40B4-BE49-F238E27FC236}">
                      <a16:creationId xmlns:a16="http://schemas.microsoft.com/office/drawing/2014/main" id="{569BF884-B594-0562-112F-3A65E1C2BAFF}"/>
                    </a:ext>
                  </a:extLst>
                </p14:cNvPr>
                <p14:cNvContentPartPr/>
                <p14:nvPr/>
              </p14:nvContentPartPr>
              <p14:xfrm>
                <a:off x="7475920" y="4654200"/>
                <a:ext cx="105480" cy="353520"/>
              </p14:xfrm>
            </p:contentPart>
          </mc:Choice>
          <mc:Fallback xmlns="">
            <p:pic>
              <p:nvPicPr>
                <p:cNvPr id="126" name="墨迹 125">
                  <a:extLst>
                    <a:ext uri="{FF2B5EF4-FFF2-40B4-BE49-F238E27FC236}">
                      <a16:creationId xmlns:a16="http://schemas.microsoft.com/office/drawing/2014/main" id="{569BF884-B594-0562-112F-3A65E1C2BAFF}"/>
                    </a:ext>
                  </a:extLst>
                </p:cNvPr>
                <p:cNvPicPr/>
                <p:nvPr/>
              </p:nvPicPr>
              <p:blipFill>
                <a:blip r:embed="rId222"/>
                <a:stretch>
                  <a:fillRect/>
                </a:stretch>
              </p:blipFill>
              <p:spPr>
                <a:xfrm>
                  <a:off x="7457920" y="4636560"/>
                  <a:ext cx="141120" cy="38916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27" name="墨迹 126">
                  <a:extLst>
                    <a:ext uri="{FF2B5EF4-FFF2-40B4-BE49-F238E27FC236}">
                      <a16:creationId xmlns:a16="http://schemas.microsoft.com/office/drawing/2014/main" id="{9CF359DE-728B-B948-C421-ECED0FB3334B}"/>
                    </a:ext>
                  </a:extLst>
                </p14:cNvPr>
                <p14:cNvContentPartPr/>
                <p14:nvPr/>
              </p14:nvContentPartPr>
              <p14:xfrm>
                <a:off x="7632520" y="4673280"/>
                <a:ext cx="35280" cy="325440"/>
              </p14:xfrm>
            </p:contentPart>
          </mc:Choice>
          <mc:Fallback xmlns="">
            <p:pic>
              <p:nvPicPr>
                <p:cNvPr id="127" name="墨迹 126">
                  <a:extLst>
                    <a:ext uri="{FF2B5EF4-FFF2-40B4-BE49-F238E27FC236}">
                      <a16:creationId xmlns:a16="http://schemas.microsoft.com/office/drawing/2014/main" id="{9CF359DE-728B-B948-C421-ECED0FB3334B}"/>
                    </a:ext>
                  </a:extLst>
                </p:cNvPr>
                <p:cNvPicPr/>
                <p:nvPr/>
              </p:nvPicPr>
              <p:blipFill>
                <a:blip r:embed="rId224"/>
                <a:stretch>
                  <a:fillRect/>
                </a:stretch>
              </p:blipFill>
              <p:spPr>
                <a:xfrm>
                  <a:off x="7614880" y="4655640"/>
                  <a:ext cx="70920" cy="36108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28" name="墨迹 127">
                  <a:extLst>
                    <a:ext uri="{FF2B5EF4-FFF2-40B4-BE49-F238E27FC236}">
                      <a16:creationId xmlns:a16="http://schemas.microsoft.com/office/drawing/2014/main" id="{63DBA31E-F209-D582-AFDF-FAE0728417E4}"/>
                    </a:ext>
                  </a:extLst>
                </p14:cNvPr>
                <p14:cNvContentPartPr/>
                <p14:nvPr/>
              </p14:nvContentPartPr>
              <p14:xfrm>
                <a:off x="7676800" y="4756800"/>
                <a:ext cx="164880" cy="88560"/>
              </p14:xfrm>
            </p:contentPart>
          </mc:Choice>
          <mc:Fallback xmlns="">
            <p:pic>
              <p:nvPicPr>
                <p:cNvPr id="128" name="墨迹 127">
                  <a:extLst>
                    <a:ext uri="{FF2B5EF4-FFF2-40B4-BE49-F238E27FC236}">
                      <a16:creationId xmlns:a16="http://schemas.microsoft.com/office/drawing/2014/main" id="{63DBA31E-F209-D582-AFDF-FAE0728417E4}"/>
                    </a:ext>
                  </a:extLst>
                </p:cNvPr>
                <p:cNvPicPr/>
                <p:nvPr/>
              </p:nvPicPr>
              <p:blipFill>
                <a:blip r:embed="rId226"/>
                <a:stretch>
                  <a:fillRect/>
                </a:stretch>
              </p:blipFill>
              <p:spPr>
                <a:xfrm>
                  <a:off x="7659160" y="4738800"/>
                  <a:ext cx="20052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29" name="墨迹 128">
                  <a:extLst>
                    <a:ext uri="{FF2B5EF4-FFF2-40B4-BE49-F238E27FC236}">
                      <a16:creationId xmlns:a16="http://schemas.microsoft.com/office/drawing/2014/main" id="{923A3896-390C-D98C-78A5-5618505EA865}"/>
                    </a:ext>
                  </a:extLst>
                </p14:cNvPr>
                <p14:cNvContentPartPr/>
                <p14:nvPr/>
              </p14:nvContentPartPr>
              <p14:xfrm>
                <a:off x="7798120" y="4704960"/>
                <a:ext cx="69840" cy="219600"/>
              </p14:xfrm>
            </p:contentPart>
          </mc:Choice>
          <mc:Fallback xmlns="">
            <p:pic>
              <p:nvPicPr>
                <p:cNvPr id="129" name="墨迹 128">
                  <a:extLst>
                    <a:ext uri="{FF2B5EF4-FFF2-40B4-BE49-F238E27FC236}">
                      <a16:creationId xmlns:a16="http://schemas.microsoft.com/office/drawing/2014/main" id="{923A3896-390C-D98C-78A5-5618505EA865}"/>
                    </a:ext>
                  </a:extLst>
                </p:cNvPr>
                <p:cNvPicPr/>
                <p:nvPr/>
              </p:nvPicPr>
              <p:blipFill>
                <a:blip r:embed="rId228"/>
                <a:stretch>
                  <a:fillRect/>
                </a:stretch>
              </p:blipFill>
              <p:spPr>
                <a:xfrm>
                  <a:off x="7780480" y="4687320"/>
                  <a:ext cx="105480" cy="2552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30" name="墨迹 129">
                  <a:extLst>
                    <a:ext uri="{FF2B5EF4-FFF2-40B4-BE49-F238E27FC236}">
                      <a16:creationId xmlns:a16="http://schemas.microsoft.com/office/drawing/2014/main" id="{6A4DEA84-575C-9031-A81E-F1FCC71CC7D1}"/>
                    </a:ext>
                  </a:extLst>
                </p14:cNvPr>
                <p14:cNvContentPartPr/>
                <p14:nvPr/>
              </p14:nvContentPartPr>
              <p14:xfrm>
                <a:off x="7810360" y="4876320"/>
                <a:ext cx="262080" cy="167400"/>
              </p14:xfrm>
            </p:contentPart>
          </mc:Choice>
          <mc:Fallback xmlns="">
            <p:pic>
              <p:nvPicPr>
                <p:cNvPr id="130" name="墨迹 129">
                  <a:extLst>
                    <a:ext uri="{FF2B5EF4-FFF2-40B4-BE49-F238E27FC236}">
                      <a16:creationId xmlns:a16="http://schemas.microsoft.com/office/drawing/2014/main" id="{6A4DEA84-575C-9031-A81E-F1FCC71CC7D1}"/>
                    </a:ext>
                  </a:extLst>
                </p:cNvPr>
                <p:cNvPicPr/>
                <p:nvPr/>
              </p:nvPicPr>
              <p:blipFill>
                <a:blip r:embed="rId230"/>
                <a:stretch>
                  <a:fillRect/>
                </a:stretch>
              </p:blipFill>
              <p:spPr>
                <a:xfrm>
                  <a:off x="7792720" y="4858680"/>
                  <a:ext cx="297720" cy="20304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31" name="墨迹 130">
                  <a:extLst>
                    <a:ext uri="{FF2B5EF4-FFF2-40B4-BE49-F238E27FC236}">
                      <a16:creationId xmlns:a16="http://schemas.microsoft.com/office/drawing/2014/main" id="{1623CF75-B876-27F6-0418-3267F8AFBA11}"/>
                    </a:ext>
                  </a:extLst>
                </p14:cNvPr>
                <p14:cNvContentPartPr/>
                <p14:nvPr/>
              </p14:nvContentPartPr>
              <p14:xfrm>
                <a:off x="8240560" y="4666800"/>
                <a:ext cx="99000" cy="90360"/>
              </p14:xfrm>
            </p:contentPart>
          </mc:Choice>
          <mc:Fallback xmlns="">
            <p:pic>
              <p:nvPicPr>
                <p:cNvPr id="131" name="墨迹 130">
                  <a:extLst>
                    <a:ext uri="{FF2B5EF4-FFF2-40B4-BE49-F238E27FC236}">
                      <a16:creationId xmlns:a16="http://schemas.microsoft.com/office/drawing/2014/main" id="{1623CF75-B876-27F6-0418-3267F8AFBA11}"/>
                    </a:ext>
                  </a:extLst>
                </p:cNvPr>
                <p:cNvPicPr/>
                <p:nvPr/>
              </p:nvPicPr>
              <p:blipFill>
                <a:blip r:embed="rId232"/>
                <a:stretch>
                  <a:fillRect/>
                </a:stretch>
              </p:blipFill>
              <p:spPr>
                <a:xfrm>
                  <a:off x="8222560" y="4648800"/>
                  <a:ext cx="13464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32" name="墨迹 131">
                  <a:extLst>
                    <a:ext uri="{FF2B5EF4-FFF2-40B4-BE49-F238E27FC236}">
                      <a16:creationId xmlns:a16="http://schemas.microsoft.com/office/drawing/2014/main" id="{3DEA9DA2-1A02-9BC4-FD1A-BBD52DBAD5CE}"/>
                    </a:ext>
                  </a:extLst>
                </p14:cNvPr>
                <p14:cNvContentPartPr/>
                <p14:nvPr/>
              </p14:nvContentPartPr>
              <p14:xfrm>
                <a:off x="8184400" y="4819440"/>
                <a:ext cx="26280" cy="225000"/>
              </p14:xfrm>
            </p:contentPart>
          </mc:Choice>
          <mc:Fallback xmlns="">
            <p:pic>
              <p:nvPicPr>
                <p:cNvPr id="132" name="墨迹 131">
                  <a:extLst>
                    <a:ext uri="{FF2B5EF4-FFF2-40B4-BE49-F238E27FC236}">
                      <a16:creationId xmlns:a16="http://schemas.microsoft.com/office/drawing/2014/main" id="{3DEA9DA2-1A02-9BC4-FD1A-BBD52DBAD5CE}"/>
                    </a:ext>
                  </a:extLst>
                </p:cNvPr>
                <p:cNvPicPr/>
                <p:nvPr/>
              </p:nvPicPr>
              <p:blipFill>
                <a:blip r:embed="rId234"/>
                <a:stretch>
                  <a:fillRect/>
                </a:stretch>
              </p:blipFill>
              <p:spPr>
                <a:xfrm>
                  <a:off x="8166400" y="4801800"/>
                  <a:ext cx="6192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133" name="墨迹 132">
                  <a:extLst>
                    <a:ext uri="{FF2B5EF4-FFF2-40B4-BE49-F238E27FC236}">
                      <a16:creationId xmlns:a16="http://schemas.microsoft.com/office/drawing/2014/main" id="{46A2C93F-740D-C744-B315-0D4BF1F9A034}"/>
                    </a:ext>
                  </a:extLst>
                </p14:cNvPr>
                <p14:cNvContentPartPr/>
                <p14:nvPr/>
              </p14:nvContentPartPr>
              <p14:xfrm>
                <a:off x="8197720" y="4836720"/>
                <a:ext cx="197640" cy="241920"/>
              </p14:xfrm>
            </p:contentPart>
          </mc:Choice>
          <mc:Fallback xmlns="">
            <p:pic>
              <p:nvPicPr>
                <p:cNvPr id="133" name="墨迹 132">
                  <a:extLst>
                    <a:ext uri="{FF2B5EF4-FFF2-40B4-BE49-F238E27FC236}">
                      <a16:creationId xmlns:a16="http://schemas.microsoft.com/office/drawing/2014/main" id="{46A2C93F-740D-C744-B315-0D4BF1F9A034}"/>
                    </a:ext>
                  </a:extLst>
                </p:cNvPr>
                <p:cNvPicPr/>
                <p:nvPr/>
              </p:nvPicPr>
              <p:blipFill>
                <a:blip r:embed="rId236"/>
                <a:stretch>
                  <a:fillRect/>
                </a:stretch>
              </p:blipFill>
              <p:spPr>
                <a:xfrm>
                  <a:off x="8180080" y="4819080"/>
                  <a:ext cx="233280" cy="27756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34" name="墨迹 133">
                  <a:extLst>
                    <a:ext uri="{FF2B5EF4-FFF2-40B4-BE49-F238E27FC236}">
                      <a16:creationId xmlns:a16="http://schemas.microsoft.com/office/drawing/2014/main" id="{02D7849D-AA1E-613B-6FD4-C850A3265737}"/>
                    </a:ext>
                  </a:extLst>
                </p14:cNvPr>
                <p14:cNvContentPartPr/>
                <p14:nvPr/>
              </p14:nvContentPartPr>
              <p14:xfrm>
                <a:off x="8267560" y="4891800"/>
                <a:ext cx="93240" cy="17280"/>
              </p14:xfrm>
            </p:contentPart>
          </mc:Choice>
          <mc:Fallback xmlns="">
            <p:pic>
              <p:nvPicPr>
                <p:cNvPr id="134" name="墨迹 133">
                  <a:extLst>
                    <a:ext uri="{FF2B5EF4-FFF2-40B4-BE49-F238E27FC236}">
                      <a16:creationId xmlns:a16="http://schemas.microsoft.com/office/drawing/2014/main" id="{02D7849D-AA1E-613B-6FD4-C850A3265737}"/>
                    </a:ext>
                  </a:extLst>
                </p:cNvPr>
                <p:cNvPicPr/>
                <p:nvPr/>
              </p:nvPicPr>
              <p:blipFill>
                <a:blip r:embed="rId238"/>
                <a:stretch>
                  <a:fillRect/>
                </a:stretch>
              </p:blipFill>
              <p:spPr>
                <a:xfrm>
                  <a:off x="8249920" y="4873800"/>
                  <a:ext cx="12888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135" name="墨迹 134">
                  <a:extLst>
                    <a:ext uri="{FF2B5EF4-FFF2-40B4-BE49-F238E27FC236}">
                      <a16:creationId xmlns:a16="http://schemas.microsoft.com/office/drawing/2014/main" id="{4CB58951-D6BD-83D0-5411-5469B0751865}"/>
                    </a:ext>
                  </a:extLst>
                </p14:cNvPr>
                <p14:cNvContentPartPr/>
                <p14:nvPr/>
              </p14:nvContentPartPr>
              <p14:xfrm>
                <a:off x="8254600" y="4916280"/>
                <a:ext cx="128520" cy="43560"/>
              </p14:xfrm>
            </p:contentPart>
          </mc:Choice>
          <mc:Fallback xmlns="">
            <p:pic>
              <p:nvPicPr>
                <p:cNvPr id="135" name="墨迹 134">
                  <a:extLst>
                    <a:ext uri="{FF2B5EF4-FFF2-40B4-BE49-F238E27FC236}">
                      <a16:creationId xmlns:a16="http://schemas.microsoft.com/office/drawing/2014/main" id="{4CB58951-D6BD-83D0-5411-5469B0751865}"/>
                    </a:ext>
                  </a:extLst>
                </p:cNvPr>
                <p:cNvPicPr/>
                <p:nvPr/>
              </p:nvPicPr>
              <p:blipFill>
                <a:blip r:embed="rId240"/>
                <a:stretch>
                  <a:fillRect/>
                </a:stretch>
              </p:blipFill>
              <p:spPr>
                <a:xfrm>
                  <a:off x="8236960" y="4898280"/>
                  <a:ext cx="164160" cy="7920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36" name="墨迹 135">
                  <a:extLst>
                    <a:ext uri="{FF2B5EF4-FFF2-40B4-BE49-F238E27FC236}">
                      <a16:creationId xmlns:a16="http://schemas.microsoft.com/office/drawing/2014/main" id="{4190209E-F370-3827-CC09-19B87CDB5F5F}"/>
                    </a:ext>
                  </a:extLst>
                </p14:cNvPr>
                <p14:cNvContentPartPr/>
                <p14:nvPr/>
              </p14:nvContentPartPr>
              <p14:xfrm>
                <a:off x="8312560" y="4863720"/>
                <a:ext cx="18720" cy="137160"/>
              </p14:xfrm>
            </p:contentPart>
          </mc:Choice>
          <mc:Fallback xmlns="">
            <p:pic>
              <p:nvPicPr>
                <p:cNvPr id="136" name="墨迹 135">
                  <a:extLst>
                    <a:ext uri="{FF2B5EF4-FFF2-40B4-BE49-F238E27FC236}">
                      <a16:creationId xmlns:a16="http://schemas.microsoft.com/office/drawing/2014/main" id="{4190209E-F370-3827-CC09-19B87CDB5F5F}"/>
                    </a:ext>
                  </a:extLst>
                </p:cNvPr>
                <p:cNvPicPr/>
                <p:nvPr/>
              </p:nvPicPr>
              <p:blipFill>
                <a:blip r:embed="rId242"/>
                <a:stretch>
                  <a:fillRect/>
                </a:stretch>
              </p:blipFill>
              <p:spPr>
                <a:xfrm>
                  <a:off x="8294920" y="4846080"/>
                  <a:ext cx="5436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37" name="墨迹 136">
                  <a:extLst>
                    <a:ext uri="{FF2B5EF4-FFF2-40B4-BE49-F238E27FC236}">
                      <a16:creationId xmlns:a16="http://schemas.microsoft.com/office/drawing/2014/main" id="{5CAB6881-3481-4CBE-C437-A6403EFF4EF6}"/>
                    </a:ext>
                  </a:extLst>
                </p14:cNvPr>
                <p14:cNvContentPartPr/>
                <p14:nvPr/>
              </p14:nvContentPartPr>
              <p14:xfrm>
                <a:off x="8128600" y="4730520"/>
                <a:ext cx="5760" cy="69480"/>
              </p14:xfrm>
            </p:contentPart>
          </mc:Choice>
          <mc:Fallback xmlns="">
            <p:pic>
              <p:nvPicPr>
                <p:cNvPr id="137" name="墨迹 136">
                  <a:extLst>
                    <a:ext uri="{FF2B5EF4-FFF2-40B4-BE49-F238E27FC236}">
                      <a16:creationId xmlns:a16="http://schemas.microsoft.com/office/drawing/2014/main" id="{5CAB6881-3481-4CBE-C437-A6403EFF4EF6}"/>
                    </a:ext>
                  </a:extLst>
                </p:cNvPr>
                <p:cNvPicPr/>
                <p:nvPr/>
              </p:nvPicPr>
              <p:blipFill>
                <a:blip r:embed="rId244"/>
                <a:stretch>
                  <a:fillRect/>
                </a:stretch>
              </p:blipFill>
              <p:spPr>
                <a:xfrm>
                  <a:off x="8110600" y="4712880"/>
                  <a:ext cx="4140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38" name="墨迹 137">
                  <a:extLst>
                    <a:ext uri="{FF2B5EF4-FFF2-40B4-BE49-F238E27FC236}">
                      <a16:creationId xmlns:a16="http://schemas.microsoft.com/office/drawing/2014/main" id="{E0D871CB-7A8F-FEA3-5708-6E9E780CB72B}"/>
                    </a:ext>
                  </a:extLst>
                </p14:cNvPr>
                <p14:cNvContentPartPr/>
                <p14:nvPr/>
              </p14:nvContentPartPr>
              <p14:xfrm>
                <a:off x="8047960" y="4825560"/>
                <a:ext cx="346680" cy="363240"/>
              </p14:xfrm>
            </p:contentPart>
          </mc:Choice>
          <mc:Fallback xmlns="">
            <p:pic>
              <p:nvPicPr>
                <p:cNvPr id="138" name="墨迹 137">
                  <a:extLst>
                    <a:ext uri="{FF2B5EF4-FFF2-40B4-BE49-F238E27FC236}">
                      <a16:creationId xmlns:a16="http://schemas.microsoft.com/office/drawing/2014/main" id="{E0D871CB-7A8F-FEA3-5708-6E9E780CB72B}"/>
                    </a:ext>
                  </a:extLst>
                </p:cNvPr>
                <p:cNvPicPr/>
                <p:nvPr/>
              </p:nvPicPr>
              <p:blipFill>
                <a:blip r:embed="rId246"/>
                <a:stretch>
                  <a:fillRect/>
                </a:stretch>
              </p:blipFill>
              <p:spPr>
                <a:xfrm>
                  <a:off x="8029960" y="4807920"/>
                  <a:ext cx="382320" cy="39888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40" name="墨迹 139">
                  <a:extLst>
                    <a:ext uri="{FF2B5EF4-FFF2-40B4-BE49-F238E27FC236}">
                      <a16:creationId xmlns:a16="http://schemas.microsoft.com/office/drawing/2014/main" id="{D3C575D9-024E-3E82-A8B4-62C7E1BC5B7E}"/>
                    </a:ext>
                  </a:extLst>
                </p14:cNvPr>
                <p14:cNvContentPartPr/>
                <p14:nvPr/>
              </p14:nvContentPartPr>
              <p14:xfrm>
                <a:off x="8737360" y="4641600"/>
                <a:ext cx="21960" cy="60480"/>
              </p14:xfrm>
            </p:contentPart>
          </mc:Choice>
          <mc:Fallback xmlns="">
            <p:pic>
              <p:nvPicPr>
                <p:cNvPr id="140" name="墨迹 139">
                  <a:extLst>
                    <a:ext uri="{FF2B5EF4-FFF2-40B4-BE49-F238E27FC236}">
                      <a16:creationId xmlns:a16="http://schemas.microsoft.com/office/drawing/2014/main" id="{D3C575D9-024E-3E82-A8B4-62C7E1BC5B7E}"/>
                    </a:ext>
                  </a:extLst>
                </p:cNvPr>
                <p:cNvPicPr/>
                <p:nvPr/>
              </p:nvPicPr>
              <p:blipFill>
                <a:blip r:embed="rId248"/>
                <a:stretch>
                  <a:fillRect/>
                </a:stretch>
              </p:blipFill>
              <p:spPr>
                <a:xfrm>
                  <a:off x="8719720" y="4623960"/>
                  <a:ext cx="5760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41" name="墨迹 140">
                  <a:extLst>
                    <a:ext uri="{FF2B5EF4-FFF2-40B4-BE49-F238E27FC236}">
                      <a16:creationId xmlns:a16="http://schemas.microsoft.com/office/drawing/2014/main" id="{5FC67B77-C36B-020C-7681-E2CF745F4328}"/>
                    </a:ext>
                  </a:extLst>
                </p14:cNvPr>
                <p14:cNvContentPartPr/>
                <p14:nvPr/>
              </p14:nvContentPartPr>
              <p14:xfrm>
                <a:off x="8728000" y="4679760"/>
                <a:ext cx="105120" cy="37440"/>
              </p14:xfrm>
            </p:contentPart>
          </mc:Choice>
          <mc:Fallback xmlns="">
            <p:pic>
              <p:nvPicPr>
                <p:cNvPr id="141" name="墨迹 140">
                  <a:extLst>
                    <a:ext uri="{FF2B5EF4-FFF2-40B4-BE49-F238E27FC236}">
                      <a16:creationId xmlns:a16="http://schemas.microsoft.com/office/drawing/2014/main" id="{5FC67B77-C36B-020C-7681-E2CF745F4328}"/>
                    </a:ext>
                  </a:extLst>
                </p:cNvPr>
                <p:cNvPicPr/>
                <p:nvPr/>
              </p:nvPicPr>
              <p:blipFill>
                <a:blip r:embed="rId250"/>
                <a:stretch>
                  <a:fillRect/>
                </a:stretch>
              </p:blipFill>
              <p:spPr>
                <a:xfrm>
                  <a:off x="8710000" y="4662120"/>
                  <a:ext cx="14076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42" name="墨迹 141">
                  <a:extLst>
                    <a:ext uri="{FF2B5EF4-FFF2-40B4-BE49-F238E27FC236}">
                      <a16:creationId xmlns:a16="http://schemas.microsoft.com/office/drawing/2014/main" id="{C9F24291-E0FB-7960-E126-C32F7AE464A6}"/>
                    </a:ext>
                  </a:extLst>
                </p14:cNvPr>
                <p14:cNvContentPartPr/>
                <p14:nvPr/>
              </p14:nvContentPartPr>
              <p14:xfrm>
                <a:off x="8661040" y="4724040"/>
                <a:ext cx="178200" cy="360"/>
              </p14:xfrm>
            </p:contentPart>
          </mc:Choice>
          <mc:Fallback xmlns="">
            <p:pic>
              <p:nvPicPr>
                <p:cNvPr id="142" name="墨迹 141">
                  <a:extLst>
                    <a:ext uri="{FF2B5EF4-FFF2-40B4-BE49-F238E27FC236}">
                      <a16:creationId xmlns:a16="http://schemas.microsoft.com/office/drawing/2014/main" id="{C9F24291-E0FB-7960-E126-C32F7AE464A6}"/>
                    </a:ext>
                  </a:extLst>
                </p:cNvPr>
                <p:cNvPicPr/>
                <p:nvPr/>
              </p:nvPicPr>
              <p:blipFill>
                <a:blip r:embed="rId252"/>
                <a:stretch>
                  <a:fillRect/>
                </a:stretch>
              </p:blipFill>
              <p:spPr>
                <a:xfrm>
                  <a:off x="8643400" y="4706400"/>
                  <a:ext cx="2138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43" name="墨迹 142">
                  <a:extLst>
                    <a:ext uri="{FF2B5EF4-FFF2-40B4-BE49-F238E27FC236}">
                      <a16:creationId xmlns:a16="http://schemas.microsoft.com/office/drawing/2014/main" id="{9274FCCB-7DCE-1A48-3CFF-1189B91A320F}"/>
                    </a:ext>
                  </a:extLst>
                </p14:cNvPr>
                <p14:cNvContentPartPr/>
                <p14:nvPr/>
              </p14:nvContentPartPr>
              <p14:xfrm>
                <a:off x="8584360" y="4743120"/>
                <a:ext cx="223200" cy="291240"/>
              </p14:xfrm>
            </p:contentPart>
          </mc:Choice>
          <mc:Fallback xmlns="">
            <p:pic>
              <p:nvPicPr>
                <p:cNvPr id="143" name="墨迹 142">
                  <a:extLst>
                    <a:ext uri="{FF2B5EF4-FFF2-40B4-BE49-F238E27FC236}">
                      <a16:creationId xmlns:a16="http://schemas.microsoft.com/office/drawing/2014/main" id="{9274FCCB-7DCE-1A48-3CFF-1189B91A320F}"/>
                    </a:ext>
                  </a:extLst>
                </p:cNvPr>
                <p:cNvPicPr/>
                <p:nvPr/>
              </p:nvPicPr>
              <p:blipFill>
                <a:blip r:embed="rId254"/>
                <a:stretch>
                  <a:fillRect/>
                </a:stretch>
              </p:blipFill>
              <p:spPr>
                <a:xfrm>
                  <a:off x="8566360" y="4725480"/>
                  <a:ext cx="258840" cy="32688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44" name="墨迹 143">
                  <a:extLst>
                    <a:ext uri="{FF2B5EF4-FFF2-40B4-BE49-F238E27FC236}">
                      <a16:creationId xmlns:a16="http://schemas.microsoft.com/office/drawing/2014/main" id="{F6F163EB-3F55-664E-667A-3B80362B6314}"/>
                    </a:ext>
                  </a:extLst>
                </p14:cNvPr>
                <p14:cNvContentPartPr/>
                <p14:nvPr/>
              </p14:nvContentPartPr>
              <p14:xfrm>
                <a:off x="8686600" y="4811520"/>
                <a:ext cx="168120" cy="213840"/>
              </p14:xfrm>
            </p:contentPart>
          </mc:Choice>
          <mc:Fallback xmlns="">
            <p:pic>
              <p:nvPicPr>
                <p:cNvPr id="144" name="墨迹 143">
                  <a:extLst>
                    <a:ext uri="{FF2B5EF4-FFF2-40B4-BE49-F238E27FC236}">
                      <a16:creationId xmlns:a16="http://schemas.microsoft.com/office/drawing/2014/main" id="{F6F163EB-3F55-664E-667A-3B80362B6314}"/>
                    </a:ext>
                  </a:extLst>
                </p:cNvPr>
                <p:cNvPicPr/>
                <p:nvPr/>
              </p:nvPicPr>
              <p:blipFill>
                <a:blip r:embed="rId256"/>
                <a:stretch>
                  <a:fillRect/>
                </a:stretch>
              </p:blipFill>
              <p:spPr>
                <a:xfrm>
                  <a:off x="8668960" y="4793880"/>
                  <a:ext cx="20376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45" name="墨迹 144">
                  <a:extLst>
                    <a:ext uri="{FF2B5EF4-FFF2-40B4-BE49-F238E27FC236}">
                      <a16:creationId xmlns:a16="http://schemas.microsoft.com/office/drawing/2014/main" id="{84BA6A29-961F-744B-A17D-FAFC7F6C1FFD}"/>
                    </a:ext>
                  </a:extLst>
                </p14:cNvPr>
                <p14:cNvContentPartPr/>
                <p14:nvPr/>
              </p14:nvContentPartPr>
              <p14:xfrm>
                <a:off x="8674000" y="4898640"/>
                <a:ext cx="86040" cy="35280"/>
              </p14:xfrm>
            </p:contentPart>
          </mc:Choice>
          <mc:Fallback xmlns="">
            <p:pic>
              <p:nvPicPr>
                <p:cNvPr id="145" name="墨迹 144">
                  <a:extLst>
                    <a:ext uri="{FF2B5EF4-FFF2-40B4-BE49-F238E27FC236}">
                      <a16:creationId xmlns:a16="http://schemas.microsoft.com/office/drawing/2014/main" id="{84BA6A29-961F-744B-A17D-FAFC7F6C1FFD}"/>
                    </a:ext>
                  </a:extLst>
                </p:cNvPr>
                <p:cNvPicPr/>
                <p:nvPr/>
              </p:nvPicPr>
              <p:blipFill>
                <a:blip r:embed="rId258"/>
                <a:stretch>
                  <a:fillRect/>
                </a:stretch>
              </p:blipFill>
              <p:spPr>
                <a:xfrm>
                  <a:off x="8656360" y="4881000"/>
                  <a:ext cx="1216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146" name="墨迹 145">
                  <a:extLst>
                    <a:ext uri="{FF2B5EF4-FFF2-40B4-BE49-F238E27FC236}">
                      <a16:creationId xmlns:a16="http://schemas.microsoft.com/office/drawing/2014/main" id="{D01A8934-8F38-654D-02CA-C8DEE5C5A51A}"/>
                    </a:ext>
                  </a:extLst>
                </p14:cNvPr>
                <p14:cNvContentPartPr/>
                <p14:nvPr/>
              </p14:nvContentPartPr>
              <p14:xfrm>
                <a:off x="8674000" y="4952640"/>
                <a:ext cx="63000" cy="360"/>
              </p14:xfrm>
            </p:contentPart>
          </mc:Choice>
          <mc:Fallback xmlns="">
            <p:pic>
              <p:nvPicPr>
                <p:cNvPr id="146" name="墨迹 145">
                  <a:extLst>
                    <a:ext uri="{FF2B5EF4-FFF2-40B4-BE49-F238E27FC236}">
                      <a16:creationId xmlns:a16="http://schemas.microsoft.com/office/drawing/2014/main" id="{D01A8934-8F38-654D-02CA-C8DEE5C5A51A}"/>
                    </a:ext>
                  </a:extLst>
                </p:cNvPr>
                <p:cNvPicPr/>
                <p:nvPr/>
              </p:nvPicPr>
              <p:blipFill>
                <a:blip r:embed="rId260"/>
                <a:stretch>
                  <a:fillRect/>
                </a:stretch>
              </p:blipFill>
              <p:spPr>
                <a:xfrm>
                  <a:off x="8656360" y="4935000"/>
                  <a:ext cx="9864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147" name="墨迹 146">
                  <a:extLst>
                    <a:ext uri="{FF2B5EF4-FFF2-40B4-BE49-F238E27FC236}">
                      <a16:creationId xmlns:a16="http://schemas.microsoft.com/office/drawing/2014/main" id="{44B3BBCA-0DE0-A5E8-F8DA-352C1425665E}"/>
                    </a:ext>
                  </a:extLst>
                </p14:cNvPr>
                <p14:cNvContentPartPr/>
                <p14:nvPr/>
              </p14:nvContentPartPr>
              <p14:xfrm>
                <a:off x="8667520" y="5003400"/>
                <a:ext cx="43560" cy="360"/>
              </p14:xfrm>
            </p:contentPart>
          </mc:Choice>
          <mc:Fallback xmlns="">
            <p:pic>
              <p:nvPicPr>
                <p:cNvPr id="147" name="墨迹 146">
                  <a:extLst>
                    <a:ext uri="{FF2B5EF4-FFF2-40B4-BE49-F238E27FC236}">
                      <a16:creationId xmlns:a16="http://schemas.microsoft.com/office/drawing/2014/main" id="{44B3BBCA-0DE0-A5E8-F8DA-352C1425665E}"/>
                    </a:ext>
                  </a:extLst>
                </p:cNvPr>
                <p:cNvPicPr/>
                <p:nvPr/>
              </p:nvPicPr>
              <p:blipFill>
                <a:blip r:embed="rId262"/>
                <a:stretch>
                  <a:fillRect/>
                </a:stretch>
              </p:blipFill>
              <p:spPr>
                <a:xfrm>
                  <a:off x="8649880" y="4985760"/>
                  <a:ext cx="792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148" name="墨迹 147">
                  <a:extLst>
                    <a:ext uri="{FF2B5EF4-FFF2-40B4-BE49-F238E27FC236}">
                      <a16:creationId xmlns:a16="http://schemas.microsoft.com/office/drawing/2014/main" id="{9F2AB976-7560-8EE6-4155-578F6900149E}"/>
                    </a:ext>
                  </a:extLst>
                </p14:cNvPr>
                <p14:cNvContentPartPr/>
                <p14:nvPr/>
              </p14:nvContentPartPr>
              <p14:xfrm>
                <a:off x="8426320" y="4781280"/>
                <a:ext cx="7560" cy="3960"/>
              </p14:xfrm>
            </p:contentPart>
          </mc:Choice>
          <mc:Fallback xmlns="">
            <p:pic>
              <p:nvPicPr>
                <p:cNvPr id="148" name="墨迹 147">
                  <a:extLst>
                    <a:ext uri="{FF2B5EF4-FFF2-40B4-BE49-F238E27FC236}">
                      <a16:creationId xmlns:a16="http://schemas.microsoft.com/office/drawing/2014/main" id="{9F2AB976-7560-8EE6-4155-578F6900149E}"/>
                    </a:ext>
                  </a:extLst>
                </p:cNvPr>
                <p:cNvPicPr/>
                <p:nvPr/>
              </p:nvPicPr>
              <p:blipFill>
                <a:blip r:embed="rId264"/>
                <a:stretch>
                  <a:fillRect/>
                </a:stretch>
              </p:blipFill>
              <p:spPr>
                <a:xfrm>
                  <a:off x="8408680" y="4763640"/>
                  <a:ext cx="4320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149" name="墨迹 148">
                  <a:extLst>
                    <a:ext uri="{FF2B5EF4-FFF2-40B4-BE49-F238E27FC236}">
                      <a16:creationId xmlns:a16="http://schemas.microsoft.com/office/drawing/2014/main" id="{4CA9D3D1-43CF-ADAE-CC79-C1CA10049C61}"/>
                    </a:ext>
                  </a:extLst>
                </p14:cNvPr>
                <p14:cNvContentPartPr/>
                <p14:nvPr/>
              </p14:nvContentPartPr>
              <p14:xfrm>
                <a:off x="8464480" y="4882800"/>
                <a:ext cx="38160" cy="180360"/>
              </p14:xfrm>
            </p:contentPart>
          </mc:Choice>
          <mc:Fallback xmlns="">
            <p:pic>
              <p:nvPicPr>
                <p:cNvPr id="149" name="墨迹 148">
                  <a:extLst>
                    <a:ext uri="{FF2B5EF4-FFF2-40B4-BE49-F238E27FC236}">
                      <a16:creationId xmlns:a16="http://schemas.microsoft.com/office/drawing/2014/main" id="{4CA9D3D1-43CF-ADAE-CC79-C1CA10049C61}"/>
                    </a:ext>
                  </a:extLst>
                </p:cNvPr>
                <p:cNvPicPr/>
                <p:nvPr/>
              </p:nvPicPr>
              <p:blipFill>
                <a:blip r:embed="rId266"/>
                <a:stretch>
                  <a:fillRect/>
                </a:stretch>
              </p:blipFill>
              <p:spPr>
                <a:xfrm>
                  <a:off x="8446840" y="4865160"/>
                  <a:ext cx="7380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150" name="墨迹 149">
                  <a:extLst>
                    <a:ext uri="{FF2B5EF4-FFF2-40B4-BE49-F238E27FC236}">
                      <a16:creationId xmlns:a16="http://schemas.microsoft.com/office/drawing/2014/main" id="{D2128FAB-48EF-CED7-7E0F-D506E4CA8135}"/>
                    </a:ext>
                  </a:extLst>
                </p14:cNvPr>
                <p14:cNvContentPartPr/>
                <p14:nvPr/>
              </p14:nvContentPartPr>
              <p14:xfrm>
                <a:off x="8502280" y="5066760"/>
                <a:ext cx="425880" cy="108360"/>
              </p14:xfrm>
            </p:contentPart>
          </mc:Choice>
          <mc:Fallback xmlns="">
            <p:pic>
              <p:nvPicPr>
                <p:cNvPr id="150" name="墨迹 149">
                  <a:extLst>
                    <a:ext uri="{FF2B5EF4-FFF2-40B4-BE49-F238E27FC236}">
                      <a16:creationId xmlns:a16="http://schemas.microsoft.com/office/drawing/2014/main" id="{D2128FAB-48EF-CED7-7E0F-D506E4CA8135}"/>
                    </a:ext>
                  </a:extLst>
                </p:cNvPr>
                <p:cNvPicPr/>
                <p:nvPr/>
              </p:nvPicPr>
              <p:blipFill>
                <a:blip r:embed="rId268"/>
                <a:stretch>
                  <a:fillRect/>
                </a:stretch>
              </p:blipFill>
              <p:spPr>
                <a:xfrm>
                  <a:off x="8484640" y="5049120"/>
                  <a:ext cx="461520" cy="14400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152" name="墨迹 151">
                  <a:extLst>
                    <a:ext uri="{FF2B5EF4-FFF2-40B4-BE49-F238E27FC236}">
                      <a16:creationId xmlns:a16="http://schemas.microsoft.com/office/drawing/2014/main" id="{18E2905D-79C2-415E-6F56-8DB4FF9967C8}"/>
                    </a:ext>
                  </a:extLst>
                </p14:cNvPr>
                <p14:cNvContentPartPr/>
                <p14:nvPr/>
              </p14:nvContentPartPr>
              <p14:xfrm>
                <a:off x="7480240" y="5270160"/>
                <a:ext cx="19440" cy="70200"/>
              </p14:xfrm>
            </p:contentPart>
          </mc:Choice>
          <mc:Fallback xmlns="">
            <p:pic>
              <p:nvPicPr>
                <p:cNvPr id="152" name="墨迹 151">
                  <a:extLst>
                    <a:ext uri="{FF2B5EF4-FFF2-40B4-BE49-F238E27FC236}">
                      <a16:creationId xmlns:a16="http://schemas.microsoft.com/office/drawing/2014/main" id="{18E2905D-79C2-415E-6F56-8DB4FF9967C8}"/>
                    </a:ext>
                  </a:extLst>
                </p:cNvPr>
                <p:cNvPicPr/>
                <p:nvPr/>
              </p:nvPicPr>
              <p:blipFill>
                <a:blip r:embed="rId270"/>
                <a:stretch>
                  <a:fillRect/>
                </a:stretch>
              </p:blipFill>
              <p:spPr>
                <a:xfrm>
                  <a:off x="7462600" y="5252520"/>
                  <a:ext cx="55080" cy="10584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153" name="墨迹 152">
                  <a:extLst>
                    <a:ext uri="{FF2B5EF4-FFF2-40B4-BE49-F238E27FC236}">
                      <a16:creationId xmlns:a16="http://schemas.microsoft.com/office/drawing/2014/main" id="{FEEBB5CB-0538-4535-F731-7B4DE0677C92}"/>
                    </a:ext>
                  </a:extLst>
                </p14:cNvPr>
                <p14:cNvContentPartPr/>
                <p14:nvPr/>
              </p14:nvContentPartPr>
              <p14:xfrm>
                <a:off x="7551880" y="5169000"/>
                <a:ext cx="174600" cy="229680"/>
              </p14:xfrm>
            </p:contentPart>
          </mc:Choice>
          <mc:Fallback xmlns="">
            <p:pic>
              <p:nvPicPr>
                <p:cNvPr id="153" name="墨迹 152">
                  <a:extLst>
                    <a:ext uri="{FF2B5EF4-FFF2-40B4-BE49-F238E27FC236}">
                      <a16:creationId xmlns:a16="http://schemas.microsoft.com/office/drawing/2014/main" id="{FEEBB5CB-0538-4535-F731-7B4DE0677C92}"/>
                    </a:ext>
                  </a:extLst>
                </p:cNvPr>
                <p:cNvPicPr/>
                <p:nvPr/>
              </p:nvPicPr>
              <p:blipFill>
                <a:blip r:embed="rId272"/>
                <a:stretch>
                  <a:fillRect/>
                </a:stretch>
              </p:blipFill>
              <p:spPr>
                <a:xfrm>
                  <a:off x="7534240" y="5151000"/>
                  <a:ext cx="210240" cy="26532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154" name="墨迹 153">
                  <a:extLst>
                    <a:ext uri="{FF2B5EF4-FFF2-40B4-BE49-F238E27FC236}">
                      <a16:creationId xmlns:a16="http://schemas.microsoft.com/office/drawing/2014/main" id="{E3E4B020-2329-50B8-320F-D10D8E872F6B}"/>
                    </a:ext>
                  </a:extLst>
                </p14:cNvPr>
                <p14:cNvContentPartPr/>
                <p14:nvPr/>
              </p14:nvContentPartPr>
              <p14:xfrm>
                <a:off x="7594360" y="5104920"/>
                <a:ext cx="27000" cy="581760"/>
              </p14:xfrm>
            </p:contentPart>
          </mc:Choice>
          <mc:Fallback xmlns="">
            <p:pic>
              <p:nvPicPr>
                <p:cNvPr id="154" name="墨迹 153">
                  <a:extLst>
                    <a:ext uri="{FF2B5EF4-FFF2-40B4-BE49-F238E27FC236}">
                      <a16:creationId xmlns:a16="http://schemas.microsoft.com/office/drawing/2014/main" id="{E3E4B020-2329-50B8-320F-D10D8E872F6B}"/>
                    </a:ext>
                  </a:extLst>
                </p:cNvPr>
                <p:cNvPicPr/>
                <p:nvPr/>
              </p:nvPicPr>
              <p:blipFill>
                <a:blip r:embed="rId274"/>
                <a:stretch>
                  <a:fillRect/>
                </a:stretch>
              </p:blipFill>
              <p:spPr>
                <a:xfrm>
                  <a:off x="7576720" y="5087280"/>
                  <a:ext cx="62640" cy="61740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155" name="墨迹 154">
                  <a:extLst>
                    <a:ext uri="{FF2B5EF4-FFF2-40B4-BE49-F238E27FC236}">
                      <a16:creationId xmlns:a16="http://schemas.microsoft.com/office/drawing/2014/main" id="{5F0E1FED-304F-D2A7-E9CB-6F015C4D06F7}"/>
                    </a:ext>
                  </a:extLst>
                </p14:cNvPr>
                <p14:cNvContentPartPr/>
                <p14:nvPr/>
              </p14:nvContentPartPr>
              <p14:xfrm>
                <a:off x="7803880" y="5193840"/>
                <a:ext cx="153000" cy="327240"/>
              </p14:xfrm>
            </p:contentPart>
          </mc:Choice>
          <mc:Fallback xmlns="">
            <p:pic>
              <p:nvPicPr>
                <p:cNvPr id="155" name="墨迹 154">
                  <a:extLst>
                    <a:ext uri="{FF2B5EF4-FFF2-40B4-BE49-F238E27FC236}">
                      <a16:creationId xmlns:a16="http://schemas.microsoft.com/office/drawing/2014/main" id="{5F0E1FED-304F-D2A7-E9CB-6F015C4D06F7}"/>
                    </a:ext>
                  </a:extLst>
                </p:cNvPr>
                <p:cNvPicPr/>
                <p:nvPr/>
              </p:nvPicPr>
              <p:blipFill>
                <a:blip r:embed="rId276"/>
                <a:stretch>
                  <a:fillRect/>
                </a:stretch>
              </p:blipFill>
              <p:spPr>
                <a:xfrm>
                  <a:off x="7785880" y="5176200"/>
                  <a:ext cx="188640" cy="362880"/>
                </a:xfrm>
                <a:prstGeom prst="rect">
                  <a:avLst/>
                </a:prstGeom>
              </p:spPr>
            </p:pic>
          </mc:Fallback>
        </mc:AlternateContent>
        <mc:AlternateContent xmlns:mc="http://schemas.openxmlformats.org/markup-compatibility/2006" xmlns:p14="http://schemas.microsoft.com/office/powerpoint/2010/main">
          <mc:Choice Requires="p14">
            <p:contentPart p14:bwMode="auto" r:id="rId277">
              <p14:nvContentPartPr>
                <p14:cNvPr id="156" name="墨迹 155">
                  <a:extLst>
                    <a:ext uri="{FF2B5EF4-FFF2-40B4-BE49-F238E27FC236}">
                      <a16:creationId xmlns:a16="http://schemas.microsoft.com/office/drawing/2014/main" id="{7724EEA0-5ED1-55D5-C275-E71D22C15D06}"/>
                    </a:ext>
                  </a:extLst>
                </p14:cNvPr>
                <p14:cNvContentPartPr/>
                <p14:nvPr/>
              </p14:nvContentPartPr>
              <p14:xfrm>
                <a:off x="7873720" y="5295720"/>
                <a:ext cx="78120" cy="292320"/>
              </p14:xfrm>
            </p:contentPart>
          </mc:Choice>
          <mc:Fallback xmlns="">
            <p:pic>
              <p:nvPicPr>
                <p:cNvPr id="156" name="墨迹 155">
                  <a:extLst>
                    <a:ext uri="{FF2B5EF4-FFF2-40B4-BE49-F238E27FC236}">
                      <a16:creationId xmlns:a16="http://schemas.microsoft.com/office/drawing/2014/main" id="{7724EEA0-5ED1-55D5-C275-E71D22C15D06}"/>
                    </a:ext>
                  </a:extLst>
                </p:cNvPr>
                <p:cNvPicPr/>
                <p:nvPr/>
              </p:nvPicPr>
              <p:blipFill>
                <a:blip r:embed="rId278"/>
                <a:stretch>
                  <a:fillRect/>
                </a:stretch>
              </p:blipFill>
              <p:spPr>
                <a:xfrm>
                  <a:off x="7856080" y="5277720"/>
                  <a:ext cx="113760" cy="3279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57" name="墨迹 156">
                  <a:extLst>
                    <a:ext uri="{FF2B5EF4-FFF2-40B4-BE49-F238E27FC236}">
                      <a16:creationId xmlns:a16="http://schemas.microsoft.com/office/drawing/2014/main" id="{972137A7-2651-18D6-2D67-2009F69D6C48}"/>
                    </a:ext>
                  </a:extLst>
                </p14:cNvPr>
                <p14:cNvContentPartPr/>
                <p14:nvPr/>
              </p14:nvContentPartPr>
              <p14:xfrm>
                <a:off x="7802440" y="5398680"/>
                <a:ext cx="104400" cy="142920"/>
              </p14:xfrm>
            </p:contentPart>
          </mc:Choice>
          <mc:Fallback xmlns="">
            <p:pic>
              <p:nvPicPr>
                <p:cNvPr id="157" name="墨迹 156">
                  <a:extLst>
                    <a:ext uri="{FF2B5EF4-FFF2-40B4-BE49-F238E27FC236}">
                      <a16:creationId xmlns:a16="http://schemas.microsoft.com/office/drawing/2014/main" id="{972137A7-2651-18D6-2D67-2009F69D6C48}"/>
                    </a:ext>
                  </a:extLst>
                </p:cNvPr>
                <p:cNvPicPr/>
                <p:nvPr/>
              </p:nvPicPr>
              <p:blipFill>
                <a:blip r:embed="rId280"/>
                <a:stretch>
                  <a:fillRect/>
                </a:stretch>
              </p:blipFill>
              <p:spPr>
                <a:xfrm>
                  <a:off x="7784440" y="5381040"/>
                  <a:ext cx="14004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158" name="墨迹 157">
                  <a:extLst>
                    <a:ext uri="{FF2B5EF4-FFF2-40B4-BE49-F238E27FC236}">
                      <a16:creationId xmlns:a16="http://schemas.microsoft.com/office/drawing/2014/main" id="{6E5A5624-ABE0-5FA0-437F-1DE0FC8351EA}"/>
                    </a:ext>
                  </a:extLst>
                </p14:cNvPr>
                <p14:cNvContentPartPr/>
                <p14:nvPr/>
              </p14:nvContentPartPr>
              <p14:xfrm>
                <a:off x="7784800" y="5472120"/>
                <a:ext cx="146880" cy="71280"/>
              </p14:xfrm>
            </p:contentPart>
          </mc:Choice>
          <mc:Fallback xmlns="">
            <p:pic>
              <p:nvPicPr>
                <p:cNvPr id="158" name="墨迹 157">
                  <a:extLst>
                    <a:ext uri="{FF2B5EF4-FFF2-40B4-BE49-F238E27FC236}">
                      <a16:creationId xmlns:a16="http://schemas.microsoft.com/office/drawing/2014/main" id="{6E5A5624-ABE0-5FA0-437F-1DE0FC8351EA}"/>
                    </a:ext>
                  </a:extLst>
                </p:cNvPr>
                <p:cNvPicPr/>
                <p:nvPr/>
              </p:nvPicPr>
              <p:blipFill>
                <a:blip r:embed="rId282"/>
                <a:stretch>
                  <a:fillRect/>
                </a:stretch>
              </p:blipFill>
              <p:spPr>
                <a:xfrm>
                  <a:off x="7767160" y="5454120"/>
                  <a:ext cx="18252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283">
              <p14:nvContentPartPr>
                <p14:cNvPr id="159" name="墨迹 158">
                  <a:extLst>
                    <a:ext uri="{FF2B5EF4-FFF2-40B4-BE49-F238E27FC236}">
                      <a16:creationId xmlns:a16="http://schemas.microsoft.com/office/drawing/2014/main" id="{D6024037-A82A-BA07-E8F2-B051783F51E3}"/>
                    </a:ext>
                  </a:extLst>
                </p14:cNvPr>
                <p14:cNvContentPartPr/>
                <p14:nvPr/>
              </p14:nvContentPartPr>
              <p14:xfrm>
                <a:off x="8016280" y="5251080"/>
                <a:ext cx="67680" cy="343080"/>
              </p14:xfrm>
            </p:contentPart>
          </mc:Choice>
          <mc:Fallback xmlns="">
            <p:pic>
              <p:nvPicPr>
                <p:cNvPr id="159" name="墨迹 158">
                  <a:extLst>
                    <a:ext uri="{FF2B5EF4-FFF2-40B4-BE49-F238E27FC236}">
                      <a16:creationId xmlns:a16="http://schemas.microsoft.com/office/drawing/2014/main" id="{D6024037-A82A-BA07-E8F2-B051783F51E3}"/>
                    </a:ext>
                  </a:extLst>
                </p:cNvPr>
                <p:cNvPicPr/>
                <p:nvPr/>
              </p:nvPicPr>
              <p:blipFill>
                <a:blip r:embed="rId284"/>
                <a:stretch>
                  <a:fillRect/>
                </a:stretch>
              </p:blipFill>
              <p:spPr>
                <a:xfrm>
                  <a:off x="7998280" y="5233440"/>
                  <a:ext cx="103320" cy="378720"/>
                </a:xfrm>
                <a:prstGeom prst="rect">
                  <a:avLst/>
                </a:prstGeom>
              </p:spPr>
            </p:pic>
          </mc:Fallback>
        </mc:AlternateContent>
        <mc:AlternateContent xmlns:mc="http://schemas.openxmlformats.org/markup-compatibility/2006" xmlns:p14="http://schemas.microsoft.com/office/powerpoint/2010/main">
          <mc:Choice Requires="p14">
            <p:contentPart p14:bwMode="auto" r:id="rId285">
              <p14:nvContentPartPr>
                <p14:cNvPr id="160" name="墨迹 159">
                  <a:extLst>
                    <a:ext uri="{FF2B5EF4-FFF2-40B4-BE49-F238E27FC236}">
                      <a16:creationId xmlns:a16="http://schemas.microsoft.com/office/drawing/2014/main" id="{2019572F-1153-7C20-A40C-EC8580CF96E8}"/>
                    </a:ext>
                  </a:extLst>
                </p14:cNvPr>
                <p14:cNvContentPartPr/>
                <p14:nvPr/>
              </p14:nvContentPartPr>
              <p14:xfrm>
                <a:off x="7994320" y="5448000"/>
                <a:ext cx="12240" cy="45000"/>
              </p14:xfrm>
            </p:contentPart>
          </mc:Choice>
          <mc:Fallback xmlns="">
            <p:pic>
              <p:nvPicPr>
                <p:cNvPr id="160" name="墨迹 159">
                  <a:extLst>
                    <a:ext uri="{FF2B5EF4-FFF2-40B4-BE49-F238E27FC236}">
                      <a16:creationId xmlns:a16="http://schemas.microsoft.com/office/drawing/2014/main" id="{2019572F-1153-7C20-A40C-EC8580CF96E8}"/>
                    </a:ext>
                  </a:extLst>
                </p:cNvPr>
                <p:cNvPicPr/>
                <p:nvPr/>
              </p:nvPicPr>
              <p:blipFill>
                <a:blip r:embed="rId286"/>
                <a:stretch>
                  <a:fillRect/>
                </a:stretch>
              </p:blipFill>
              <p:spPr>
                <a:xfrm>
                  <a:off x="7976680" y="5430360"/>
                  <a:ext cx="4788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161" name="墨迹 160">
                  <a:extLst>
                    <a:ext uri="{FF2B5EF4-FFF2-40B4-BE49-F238E27FC236}">
                      <a16:creationId xmlns:a16="http://schemas.microsoft.com/office/drawing/2014/main" id="{08E9A2B7-2A6F-9940-AC1E-3AAF64AF3A6F}"/>
                    </a:ext>
                  </a:extLst>
                </p14:cNvPr>
                <p14:cNvContentPartPr/>
                <p14:nvPr/>
              </p14:nvContentPartPr>
              <p14:xfrm>
                <a:off x="8178640" y="5435760"/>
                <a:ext cx="171000" cy="44640"/>
              </p14:xfrm>
            </p:contentPart>
          </mc:Choice>
          <mc:Fallback xmlns="">
            <p:pic>
              <p:nvPicPr>
                <p:cNvPr id="161" name="墨迹 160">
                  <a:extLst>
                    <a:ext uri="{FF2B5EF4-FFF2-40B4-BE49-F238E27FC236}">
                      <a16:creationId xmlns:a16="http://schemas.microsoft.com/office/drawing/2014/main" id="{08E9A2B7-2A6F-9940-AC1E-3AAF64AF3A6F}"/>
                    </a:ext>
                  </a:extLst>
                </p:cNvPr>
                <p:cNvPicPr/>
                <p:nvPr/>
              </p:nvPicPr>
              <p:blipFill>
                <a:blip r:embed="rId288"/>
                <a:stretch>
                  <a:fillRect/>
                </a:stretch>
              </p:blipFill>
              <p:spPr>
                <a:xfrm>
                  <a:off x="8161000" y="5417760"/>
                  <a:ext cx="206640" cy="8028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162" name="墨迹 161">
                  <a:extLst>
                    <a:ext uri="{FF2B5EF4-FFF2-40B4-BE49-F238E27FC236}">
                      <a16:creationId xmlns:a16="http://schemas.microsoft.com/office/drawing/2014/main" id="{4762A196-A14B-041D-0C0B-3EAFB5DCC24C}"/>
                    </a:ext>
                  </a:extLst>
                </p14:cNvPr>
                <p14:cNvContentPartPr/>
                <p14:nvPr/>
              </p14:nvContentPartPr>
              <p14:xfrm>
                <a:off x="8521360" y="5346480"/>
                <a:ext cx="22320" cy="79560"/>
              </p14:xfrm>
            </p:contentPart>
          </mc:Choice>
          <mc:Fallback xmlns="">
            <p:pic>
              <p:nvPicPr>
                <p:cNvPr id="162" name="墨迹 161">
                  <a:extLst>
                    <a:ext uri="{FF2B5EF4-FFF2-40B4-BE49-F238E27FC236}">
                      <a16:creationId xmlns:a16="http://schemas.microsoft.com/office/drawing/2014/main" id="{4762A196-A14B-041D-0C0B-3EAFB5DCC24C}"/>
                    </a:ext>
                  </a:extLst>
                </p:cNvPr>
                <p:cNvPicPr/>
                <p:nvPr/>
              </p:nvPicPr>
              <p:blipFill>
                <a:blip r:embed="rId290"/>
                <a:stretch>
                  <a:fillRect/>
                </a:stretch>
              </p:blipFill>
              <p:spPr>
                <a:xfrm>
                  <a:off x="8503720" y="5328840"/>
                  <a:ext cx="57960" cy="11520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163" name="墨迹 162">
                  <a:extLst>
                    <a:ext uri="{FF2B5EF4-FFF2-40B4-BE49-F238E27FC236}">
                      <a16:creationId xmlns:a16="http://schemas.microsoft.com/office/drawing/2014/main" id="{9217054C-C21E-AFAB-5A0A-B3993FA9B07D}"/>
                    </a:ext>
                  </a:extLst>
                </p14:cNvPr>
                <p14:cNvContentPartPr/>
                <p14:nvPr/>
              </p14:nvContentPartPr>
              <p14:xfrm>
                <a:off x="8534680" y="5314440"/>
                <a:ext cx="116280" cy="227520"/>
              </p14:xfrm>
            </p:contentPart>
          </mc:Choice>
          <mc:Fallback xmlns="">
            <p:pic>
              <p:nvPicPr>
                <p:cNvPr id="163" name="墨迹 162">
                  <a:extLst>
                    <a:ext uri="{FF2B5EF4-FFF2-40B4-BE49-F238E27FC236}">
                      <a16:creationId xmlns:a16="http://schemas.microsoft.com/office/drawing/2014/main" id="{9217054C-C21E-AFAB-5A0A-B3993FA9B07D}"/>
                    </a:ext>
                  </a:extLst>
                </p:cNvPr>
                <p:cNvPicPr/>
                <p:nvPr/>
              </p:nvPicPr>
              <p:blipFill>
                <a:blip r:embed="rId292"/>
                <a:stretch>
                  <a:fillRect/>
                </a:stretch>
              </p:blipFill>
              <p:spPr>
                <a:xfrm>
                  <a:off x="8516680" y="5296440"/>
                  <a:ext cx="151920" cy="26316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164" name="墨迹 163">
                  <a:extLst>
                    <a:ext uri="{FF2B5EF4-FFF2-40B4-BE49-F238E27FC236}">
                      <a16:creationId xmlns:a16="http://schemas.microsoft.com/office/drawing/2014/main" id="{06C03B3A-8785-06CD-9ABA-EA20D70809C7}"/>
                    </a:ext>
                  </a:extLst>
                </p14:cNvPr>
                <p14:cNvContentPartPr/>
                <p14:nvPr/>
              </p14:nvContentPartPr>
              <p14:xfrm>
                <a:off x="8469520" y="5347200"/>
                <a:ext cx="263160" cy="249480"/>
              </p14:xfrm>
            </p:contentPart>
          </mc:Choice>
          <mc:Fallback xmlns="">
            <p:pic>
              <p:nvPicPr>
                <p:cNvPr id="164" name="墨迹 163">
                  <a:extLst>
                    <a:ext uri="{FF2B5EF4-FFF2-40B4-BE49-F238E27FC236}">
                      <a16:creationId xmlns:a16="http://schemas.microsoft.com/office/drawing/2014/main" id="{06C03B3A-8785-06CD-9ABA-EA20D70809C7}"/>
                    </a:ext>
                  </a:extLst>
                </p:cNvPr>
                <p:cNvPicPr/>
                <p:nvPr/>
              </p:nvPicPr>
              <p:blipFill>
                <a:blip r:embed="rId294"/>
                <a:stretch>
                  <a:fillRect/>
                </a:stretch>
              </p:blipFill>
              <p:spPr>
                <a:xfrm>
                  <a:off x="8451520" y="5329200"/>
                  <a:ext cx="298800" cy="28512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165" name="墨迹 164">
                  <a:extLst>
                    <a:ext uri="{FF2B5EF4-FFF2-40B4-BE49-F238E27FC236}">
                      <a16:creationId xmlns:a16="http://schemas.microsoft.com/office/drawing/2014/main" id="{B34A2898-5EE3-185E-2C89-3339472BFA24}"/>
                    </a:ext>
                  </a:extLst>
                </p14:cNvPr>
                <p14:cNvContentPartPr/>
                <p14:nvPr/>
              </p14:nvContentPartPr>
              <p14:xfrm>
                <a:off x="8468800" y="5289240"/>
                <a:ext cx="306720" cy="185040"/>
              </p14:xfrm>
            </p:contentPart>
          </mc:Choice>
          <mc:Fallback xmlns="">
            <p:pic>
              <p:nvPicPr>
                <p:cNvPr id="165" name="墨迹 164">
                  <a:extLst>
                    <a:ext uri="{FF2B5EF4-FFF2-40B4-BE49-F238E27FC236}">
                      <a16:creationId xmlns:a16="http://schemas.microsoft.com/office/drawing/2014/main" id="{B34A2898-5EE3-185E-2C89-3339472BFA24}"/>
                    </a:ext>
                  </a:extLst>
                </p:cNvPr>
                <p:cNvPicPr/>
                <p:nvPr/>
              </p:nvPicPr>
              <p:blipFill>
                <a:blip r:embed="rId296"/>
                <a:stretch>
                  <a:fillRect/>
                </a:stretch>
              </p:blipFill>
              <p:spPr>
                <a:xfrm>
                  <a:off x="8450800" y="5271600"/>
                  <a:ext cx="342360" cy="220680"/>
                </a:xfrm>
                <a:prstGeom prst="rect">
                  <a:avLst/>
                </a:prstGeom>
              </p:spPr>
            </p:pic>
          </mc:Fallback>
        </mc:AlternateContent>
        <mc:AlternateContent xmlns:mc="http://schemas.openxmlformats.org/markup-compatibility/2006" xmlns:p14="http://schemas.microsoft.com/office/powerpoint/2010/main">
          <mc:Choice Requires="p14">
            <p:contentPart p14:bwMode="auto" r:id="rId297">
              <p14:nvContentPartPr>
                <p14:cNvPr id="166" name="墨迹 165">
                  <a:extLst>
                    <a:ext uri="{FF2B5EF4-FFF2-40B4-BE49-F238E27FC236}">
                      <a16:creationId xmlns:a16="http://schemas.microsoft.com/office/drawing/2014/main" id="{B260ECAA-76A8-BA5D-8370-2A769AC41F95}"/>
                    </a:ext>
                  </a:extLst>
                </p14:cNvPr>
                <p14:cNvContentPartPr/>
                <p14:nvPr/>
              </p14:nvContentPartPr>
              <p14:xfrm>
                <a:off x="8692720" y="5511000"/>
                <a:ext cx="68400" cy="78120"/>
              </p14:xfrm>
            </p:contentPart>
          </mc:Choice>
          <mc:Fallback xmlns="">
            <p:pic>
              <p:nvPicPr>
                <p:cNvPr id="166" name="墨迹 165">
                  <a:extLst>
                    <a:ext uri="{FF2B5EF4-FFF2-40B4-BE49-F238E27FC236}">
                      <a16:creationId xmlns:a16="http://schemas.microsoft.com/office/drawing/2014/main" id="{B260ECAA-76A8-BA5D-8370-2A769AC41F95}"/>
                    </a:ext>
                  </a:extLst>
                </p:cNvPr>
                <p:cNvPicPr/>
                <p:nvPr/>
              </p:nvPicPr>
              <p:blipFill>
                <a:blip r:embed="rId298"/>
                <a:stretch>
                  <a:fillRect/>
                </a:stretch>
              </p:blipFill>
              <p:spPr>
                <a:xfrm>
                  <a:off x="8675080" y="5493360"/>
                  <a:ext cx="104040" cy="1137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9">
            <p14:nvContentPartPr>
              <p14:cNvPr id="169" name="墨迹 168">
                <a:extLst>
                  <a:ext uri="{FF2B5EF4-FFF2-40B4-BE49-F238E27FC236}">
                    <a16:creationId xmlns:a16="http://schemas.microsoft.com/office/drawing/2014/main" id="{D5868ED5-28C9-9E0C-36C6-E165BB50ABCC}"/>
                  </a:ext>
                </a:extLst>
              </p14:cNvPr>
              <p14:cNvContentPartPr/>
              <p14:nvPr/>
            </p14:nvContentPartPr>
            <p14:xfrm rot="1">
              <a:off x="5963691" y="3128257"/>
              <a:ext cx="194138" cy="271966"/>
            </p14:xfrm>
          </p:contentPart>
        </mc:Choice>
        <mc:Fallback xmlns="">
          <p:pic>
            <p:nvPicPr>
              <p:cNvPr id="169" name="墨迹 168">
                <a:extLst>
                  <a:ext uri="{FF2B5EF4-FFF2-40B4-BE49-F238E27FC236}">
                    <a16:creationId xmlns:a16="http://schemas.microsoft.com/office/drawing/2014/main" id="{D5868ED5-28C9-9E0C-36C6-E165BB50ABCC}"/>
                  </a:ext>
                </a:extLst>
              </p:cNvPr>
              <p:cNvPicPr/>
              <p:nvPr/>
            </p:nvPicPr>
            <p:blipFill>
              <a:blip r:embed="rId300"/>
              <a:stretch>
                <a:fillRect/>
              </a:stretch>
            </p:blipFill>
            <p:spPr>
              <a:xfrm rot="1">
                <a:off x="5945682" y="3110270"/>
                <a:ext cx="229796" cy="307581"/>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170" name="墨迹 169">
                <a:extLst>
                  <a:ext uri="{FF2B5EF4-FFF2-40B4-BE49-F238E27FC236}">
                    <a16:creationId xmlns:a16="http://schemas.microsoft.com/office/drawing/2014/main" id="{3A54F248-846D-88C9-35B0-7EFAC9CCD64E}"/>
                  </a:ext>
                </a:extLst>
              </p14:cNvPr>
              <p14:cNvContentPartPr/>
              <p14:nvPr/>
            </p14:nvContentPartPr>
            <p14:xfrm>
              <a:off x="6216280" y="3390600"/>
              <a:ext cx="634680" cy="19800"/>
            </p14:xfrm>
          </p:contentPart>
        </mc:Choice>
        <mc:Fallback xmlns="">
          <p:pic>
            <p:nvPicPr>
              <p:cNvPr id="170" name="墨迹 169">
                <a:extLst>
                  <a:ext uri="{FF2B5EF4-FFF2-40B4-BE49-F238E27FC236}">
                    <a16:creationId xmlns:a16="http://schemas.microsoft.com/office/drawing/2014/main" id="{3A54F248-846D-88C9-35B0-7EFAC9CCD64E}"/>
                  </a:ext>
                </a:extLst>
              </p:cNvPr>
              <p:cNvPicPr/>
              <p:nvPr/>
            </p:nvPicPr>
            <p:blipFill>
              <a:blip r:embed="rId302"/>
              <a:stretch>
                <a:fillRect/>
              </a:stretch>
            </p:blipFill>
            <p:spPr>
              <a:xfrm>
                <a:off x="6198640" y="3372960"/>
                <a:ext cx="670320" cy="55440"/>
              </a:xfrm>
              <a:prstGeom prst="rect">
                <a:avLst/>
              </a:prstGeom>
            </p:spPr>
          </p:pic>
        </mc:Fallback>
      </mc:AlternateContent>
    </p:spTree>
    <p:extLst>
      <p:ext uri="{BB962C8B-B14F-4D97-AF65-F5344CB8AC3E}">
        <p14:creationId xmlns:p14="http://schemas.microsoft.com/office/powerpoint/2010/main" val="1460218117"/>
      </p:ext>
    </p:extLst>
  </p:cSld>
  <p:clrMapOvr>
    <a:masterClrMapping/>
  </p:clrMapOvr>
  <p:transition spd="med">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28596" y="642918"/>
            <a:ext cx="7858180" cy="5632311"/>
          </a:xfrm>
          <a:prstGeom prst="rect">
            <a:avLst/>
          </a:prstGeom>
          <a:noFill/>
        </p:spPr>
        <p:txBody>
          <a:bodyPr wrap="square" rtlCol="0">
            <a:spAutoFit/>
          </a:bodyPr>
          <a:lstStyle/>
          <a:p>
            <a:pPr>
              <a:lnSpc>
                <a:spcPct val="150000"/>
              </a:lnSpc>
            </a:pPr>
            <a:r>
              <a:rPr lang="en-US" altLang="zh-CN" b="1" dirty="0">
                <a:solidFill>
                  <a:srgbClr val="FF0000"/>
                </a:solidFill>
              </a:rPr>
              <a:t>AD0809 </a:t>
            </a:r>
            <a:r>
              <a:rPr lang="zh-CN" altLang="en-US" b="1" dirty="0">
                <a:solidFill>
                  <a:srgbClr val="FF0000"/>
                </a:solidFill>
              </a:rPr>
              <a:t>的工作原理</a:t>
            </a:r>
          </a:p>
          <a:p>
            <a:pPr>
              <a:lnSpc>
                <a:spcPct val="150000"/>
              </a:lnSpc>
            </a:pPr>
            <a:r>
              <a:rPr lang="en-US" altLang="zh-CN" b="1" dirty="0">
                <a:solidFill>
                  <a:srgbClr val="7030A0"/>
                </a:solidFill>
              </a:rPr>
              <a:t>IN0-IN7</a:t>
            </a:r>
            <a:r>
              <a:rPr lang="en-US" altLang="zh-CN" b="1" dirty="0"/>
              <a:t>:8 </a:t>
            </a:r>
            <a:r>
              <a:rPr lang="zh-CN" altLang="en-US" b="1" dirty="0"/>
              <a:t>条</a:t>
            </a:r>
            <a:r>
              <a:rPr lang="zh-CN" altLang="en-US" b="1" dirty="0">
                <a:hlinkClick r:id="rId2"/>
              </a:rPr>
              <a:t>模拟量输入</a:t>
            </a:r>
            <a:r>
              <a:rPr lang="zh-CN" altLang="en-US" b="1" dirty="0"/>
              <a:t>通道</a:t>
            </a:r>
          </a:p>
          <a:p>
            <a:pPr>
              <a:lnSpc>
                <a:spcPct val="150000"/>
              </a:lnSpc>
            </a:pPr>
            <a:r>
              <a:rPr lang="en-US" altLang="zh-CN" b="1" dirty="0">
                <a:hlinkClick r:id="rId3"/>
              </a:rPr>
              <a:t>ADC0809</a:t>
            </a:r>
            <a:r>
              <a:rPr lang="zh-CN" altLang="en-US" b="1" dirty="0"/>
              <a:t> 对输入</a:t>
            </a:r>
            <a:r>
              <a:rPr lang="zh-CN" altLang="en-US" b="1" dirty="0">
                <a:hlinkClick r:id="rId4"/>
              </a:rPr>
              <a:t>模拟量</a:t>
            </a:r>
            <a:r>
              <a:rPr lang="zh-CN" altLang="en-US" b="1" dirty="0"/>
              <a:t>要求</a:t>
            </a:r>
            <a:r>
              <a:rPr lang="en-US" altLang="zh-CN" b="1" dirty="0"/>
              <a:t>:</a:t>
            </a:r>
            <a:r>
              <a:rPr lang="zh-CN" altLang="en-US" b="1" dirty="0"/>
              <a:t>信号单极性，电压范围是</a:t>
            </a:r>
            <a:r>
              <a:rPr lang="en-US" altLang="zh-CN" b="1" dirty="0"/>
              <a:t>0-5V</a:t>
            </a:r>
            <a:r>
              <a:rPr lang="zh-CN" altLang="en-US" b="1" dirty="0"/>
              <a:t>，若信号太小，必须进行放</a:t>
            </a:r>
          </a:p>
          <a:p>
            <a:pPr>
              <a:lnSpc>
                <a:spcPct val="150000"/>
              </a:lnSpc>
            </a:pPr>
            <a:r>
              <a:rPr lang="zh-CN" altLang="en-US" b="1" dirty="0"/>
              <a:t>大</a:t>
            </a:r>
            <a:r>
              <a:rPr lang="en-US" altLang="zh-CN" b="1" dirty="0"/>
              <a:t>;</a:t>
            </a:r>
            <a:r>
              <a:rPr lang="zh-CN" altLang="en-US" b="1" dirty="0"/>
              <a:t>输入的模拟量在转换过程中应该保持不变，如若模拟量变化太快，则需在输入前增加采样保持电路。</a:t>
            </a:r>
          </a:p>
          <a:p>
            <a:pPr>
              <a:lnSpc>
                <a:spcPct val="150000"/>
              </a:lnSpc>
            </a:pPr>
            <a:r>
              <a:rPr lang="zh-CN" altLang="en-US" b="1" dirty="0"/>
              <a:t>地址输入和控制线</a:t>
            </a:r>
            <a:r>
              <a:rPr lang="en-US" altLang="zh-CN" b="1" dirty="0"/>
              <a:t>:4</a:t>
            </a:r>
            <a:r>
              <a:rPr lang="zh-CN" altLang="en-US" b="1" dirty="0"/>
              <a:t>条</a:t>
            </a:r>
          </a:p>
          <a:p>
            <a:pPr>
              <a:lnSpc>
                <a:spcPct val="150000"/>
              </a:lnSpc>
            </a:pPr>
            <a:r>
              <a:rPr lang="en-US" altLang="zh-CN" b="1" dirty="0">
                <a:solidFill>
                  <a:srgbClr val="7030A0"/>
                </a:solidFill>
              </a:rPr>
              <a:t>ALE</a:t>
            </a:r>
            <a:r>
              <a:rPr lang="en-US" altLang="zh-CN" b="1" dirty="0"/>
              <a:t> </a:t>
            </a:r>
            <a:r>
              <a:rPr lang="zh-CN" altLang="en-US" b="1" dirty="0"/>
              <a:t>为</a:t>
            </a:r>
            <a:r>
              <a:rPr lang="zh-CN" altLang="en-US" b="1" dirty="0">
                <a:hlinkClick r:id="rId5"/>
              </a:rPr>
              <a:t>地址锁存</a:t>
            </a:r>
            <a:r>
              <a:rPr lang="zh-CN" altLang="en-US" b="1" dirty="0"/>
              <a:t>允许输入线，高电平有效。当</a:t>
            </a:r>
            <a:r>
              <a:rPr lang="en-US" altLang="zh-CN" b="1" dirty="0"/>
              <a:t>ALE</a:t>
            </a:r>
            <a:r>
              <a:rPr lang="zh-CN" altLang="en-US" b="1" dirty="0"/>
              <a:t>线为高电平时，地址锁存与</a:t>
            </a:r>
            <a:r>
              <a:rPr lang="zh-CN" altLang="en-US" b="1" dirty="0">
                <a:hlinkClick r:id="rId6"/>
              </a:rPr>
              <a:t>译码器</a:t>
            </a:r>
            <a:r>
              <a:rPr lang="zh-CN" altLang="en-US" b="1" dirty="0"/>
              <a:t>将</a:t>
            </a:r>
            <a:r>
              <a:rPr lang="en-US" altLang="zh-CN" b="1" dirty="0"/>
              <a:t>A</a:t>
            </a:r>
            <a:r>
              <a:rPr lang="zh-CN" altLang="en-US" b="1" dirty="0"/>
              <a:t>， </a:t>
            </a:r>
            <a:r>
              <a:rPr lang="en-US" altLang="zh-CN" b="1" dirty="0"/>
              <a:t>B</a:t>
            </a:r>
            <a:r>
              <a:rPr lang="zh-CN" altLang="en-US" b="1" dirty="0"/>
              <a:t>，</a:t>
            </a:r>
            <a:r>
              <a:rPr lang="en-US" altLang="zh-CN" b="1" dirty="0"/>
              <a:t>C </a:t>
            </a:r>
            <a:r>
              <a:rPr lang="zh-CN" altLang="en-US" b="1" dirty="0"/>
              <a:t>三条</a:t>
            </a:r>
            <a:r>
              <a:rPr lang="zh-CN" altLang="en-US" b="1" dirty="0">
                <a:hlinkClick r:id="rId7"/>
              </a:rPr>
              <a:t>地址线</a:t>
            </a:r>
            <a:r>
              <a:rPr lang="zh-CN" altLang="en-US" b="1" dirty="0"/>
              <a:t>的地址信号进行锁存，经</a:t>
            </a:r>
            <a:r>
              <a:rPr lang="zh-CN" altLang="en-US" b="1" dirty="0">
                <a:hlinkClick r:id="rId8"/>
              </a:rPr>
              <a:t>译码</a:t>
            </a:r>
            <a:r>
              <a:rPr lang="zh-CN" altLang="en-US" b="1" dirty="0"/>
              <a:t>后被选中的通道的</a:t>
            </a:r>
            <a:r>
              <a:rPr lang="zh-CN" altLang="en-US" b="1" dirty="0">
                <a:hlinkClick r:id="rId4"/>
              </a:rPr>
              <a:t>模拟量</a:t>
            </a:r>
            <a:r>
              <a:rPr lang="zh-CN" altLang="en-US" b="1" dirty="0"/>
              <a:t>进转换器进行转换。</a:t>
            </a:r>
            <a:r>
              <a:rPr lang="en-US" altLang="zh-CN" b="1" dirty="0"/>
              <a:t>A</a:t>
            </a:r>
            <a:r>
              <a:rPr lang="zh-CN" altLang="en-US" b="1" dirty="0"/>
              <a:t>，</a:t>
            </a:r>
            <a:r>
              <a:rPr lang="en-US" altLang="zh-CN" b="1" dirty="0"/>
              <a:t>B </a:t>
            </a:r>
            <a:r>
              <a:rPr lang="zh-CN" altLang="en-US" b="1" dirty="0"/>
              <a:t>和</a:t>
            </a:r>
            <a:r>
              <a:rPr lang="en-US" altLang="zh-CN" b="1" dirty="0"/>
              <a:t>C </a:t>
            </a:r>
            <a:r>
              <a:rPr lang="zh-CN" altLang="en-US" b="1" dirty="0"/>
              <a:t>为地</a:t>
            </a:r>
          </a:p>
          <a:p>
            <a:pPr>
              <a:lnSpc>
                <a:spcPct val="150000"/>
              </a:lnSpc>
            </a:pPr>
            <a:r>
              <a:rPr lang="zh-CN" altLang="en-US" b="1" dirty="0"/>
              <a:t>址输入线，用于</a:t>
            </a:r>
            <a:r>
              <a:rPr lang="zh-CN" altLang="en-US" b="1" dirty="0">
                <a:hlinkClick r:id="rId9"/>
              </a:rPr>
              <a:t>选通</a:t>
            </a:r>
            <a:r>
              <a:rPr lang="en-US" altLang="zh-CN" b="1" dirty="0"/>
              <a:t>IN0-IN7 </a:t>
            </a:r>
            <a:r>
              <a:rPr lang="zh-CN" altLang="en-US" b="1" dirty="0"/>
              <a:t>上的一路模拟量输入。</a:t>
            </a:r>
          </a:p>
          <a:p>
            <a:pPr>
              <a:lnSpc>
                <a:spcPct val="150000"/>
              </a:lnSpc>
            </a:pPr>
            <a:endParaRPr lang="zh-CN" altLang="en-US" b="1" dirty="0"/>
          </a:p>
        </p:txBody>
      </p:sp>
      <mc:AlternateContent xmlns:mc="http://schemas.openxmlformats.org/markup-compatibility/2006" xmlns:p14="http://schemas.microsoft.com/office/powerpoint/2010/main">
        <mc:Choice Requires="p14">
          <p:contentPart p14:bwMode="auto" r:id="rId10">
            <p14:nvContentPartPr>
              <p14:cNvPr id="2" name="墨迹 1">
                <a:extLst>
                  <a:ext uri="{FF2B5EF4-FFF2-40B4-BE49-F238E27FC236}">
                    <a16:creationId xmlns:a16="http://schemas.microsoft.com/office/drawing/2014/main" id="{CBD5E0E3-CEF8-AF99-CBB3-61FC862BC37D}"/>
                  </a:ext>
                </a:extLst>
              </p14:cNvPr>
              <p14:cNvContentPartPr/>
              <p14:nvPr/>
            </p14:nvContentPartPr>
            <p14:xfrm>
              <a:off x="4000120" y="2317440"/>
              <a:ext cx="360" cy="360"/>
            </p14:xfrm>
          </p:contentPart>
        </mc:Choice>
        <mc:Fallback xmlns="">
          <p:pic>
            <p:nvPicPr>
              <p:cNvPr id="2" name="墨迹 1">
                <a:extLst>
                  <a:ext uri="{FF2B5EF4-FFF2-40B4-BE49-F238E27FC236}">
                    <a16:creationId xmlns:a16="http://schemas.microsoft.com/office/drawing/2014/main" id="{CBD5E0E3-CEF8-AF99-CBB3-61FC862BC37D}"/>
                  </a:ext>
                </a:extLst>
              </p:cNvPr>
              <p:cNvPicPr/>
              <p:nvPr/>
            </p:nvPicPr>
            <p:blipFill>
              <a:blip r:embed="rId11"/>
              <a:stretch>
                <a:fillRect/>
              </a:stretch>
            </p:blipFill>
            <p:spPr>
              <a:xfrm>
                <a:off x="3982480" y="2299800"/>
                <a:ext cx="36000" cy="36000"/>
              </a:xfrm>
              <a:prstGeom prst="rect">
                <a:avLst/>
              </a:prstGeom>
            </p:spPr>
          </p:pic>
        </mc:Fallback>
      </mc:AlternateContent>
      <p:grpSp>
        <p:nvGrpSpPr>
          <p:cNvPr id="9" name="组合 8">
            <a:extLst>
              <a:ext uri="{FF2B5EF4-FFF2-40B4-BE49-F238E27FC236}">
                <a16:creationId xmlns:a16="http://schemas.microsoft.com/office/drawing/2014/main" id="{5EA88925-1602-1954-6F18-B514B06C3183}"/>
              </a:ext>
            </a:extLst>
          </p:cNvPr>
          <p:cNvGrpSpPr/>
          <p:nvPr/>
        </p:nvGrpSpPr>
        <p:grpSpPr>
          <a:xfrm>
            <a:off x="584080" y="1440840"/>
            <a:ext cx="7519680" cy="837720"/>
            <a:chOff x="584080" y="1440840"/>
            <a:chExt cx="7519680" cy="837720"/>
          </a:xfrm>
        </p:grpSpPr>
        <mc:AlternateContent xmlns:mc="http://schemas.openxmlformats.org/markup-compatibility/2006" xmlns:p14="http://schemas.microsoft.com/office/powerpoint/2010/main">
          <mc:Choice Requires="p14">
            <p:contentPart p14:bwMode="auto" r:id="rId12">
              <p14:nvContentPartPr>
                <p14:cNvPr id="6" name="墨迹 5">
                  <a:extLst>
                    <a:ext uri="{FF2B5EF4-FFF2-40B4-BE49-F238E27FC236}">
                      <a16:creationId xmlns:a16="http://schemas.microsoft.com/office/drawing/2014/main" id="{1B71CD54-C275-D0E1-DB6E-322EA0E92154}"/>
                    </a:ext>
                  </a:extLst>
                </p14:cNvPr>
                <p14:cNvContentPartPr/>
                <p14:nvPr/>
              </p14:nvContentPartPr>
              <p14:xfrm>
                <a:off x="584080" y="1440840"/>
                <a:ext cx="4649040" cy="837720"/>
              </p14:xfrm>
            </p:contentPart>
          </mc:Choice>
          <mc:Fallback xmlns="">
            <p:pic>
              <p:nvPicPr>
                <p:cNvPr id="6" name="墨迹 5">
                  <a:extLst>
                    <a:ext uri="{FF2B5EF4-FFF2-40B4-BE49-F238E27FC236}">
                      <a16:creationId xmlns:a16="http://schemas.microsoft.com/office/drawing/2014/main" id="{1B71CD54-C275-D0E1-DB6E-322EA0E92154}"/>
                    </a:ext>
                  </a:extLst>
                </p:cNvPr>
                <p:cNvPicPr/>
                <p:nvPr/>
              </p:nvPicPr>
              <p:blipFill>
                <a:blip r:embed="rId13"/>
                <a:stretch>
                  <a:fillRect/>
                </a:stretch>
              </p:blipFill>
              <p:spPr>
                <a:xfrm>
                  <a:off x="566440" y="1422840"/>
                  <a:ext cx="4684680" cy="873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 name="墨迹 6">
                  <a:extLst>
                    <a:ext uri="{FF2B5EF4-FFF2-40B4-BE49-F238E27FC236}">
                      <a16:creationId xmlns:a16="http://schemas.microsoft.com/office/drawing/2014/main" id="{690768B2-0908-77E7-9D95-3EF2AE5EC3FD}"/>
                    </a:ext>
                  </a:extLst>
                </p14:cNvPr>
                <p14:cNvContentPartPr/>
                <p14:nvPr/>
              </p14:nvContentPartPr>
              <p14:xfrm>
                <a:off x="5365600" y="1998840"/>
                <a:ext cx="1235160" cy="65160"/>
              </p14:xfrm>
            </p:contentPart>
          </mc:Choice>
          <mc:Fallback xmlns="">
            <p:pic>
              <p:nvPicPr>
                <p:cNvPr id="7" name="墨迹 6">
                  <a:extLst>
                    <a:ext uri="{FF2B5EF4-FFF2-40B4-BE49-F238E27FC236}">
                      <a16:creationId xmlns:a16="http://schemas.microsoft.com/office/drawing/2014/main" id="{690768B2-0908-77E7-9D95-3EF2AE5EC3FD}"/>
                    </a:ext>
                  </a:extLst>
                </p:cNvPr>
                <p:cNvPicPr/>
                <p:nvPr/>
              </p:nvPicPr>
              <p:blipFill>
                <a:blip r:embed="rId15"/>
                <a:stretch>
                  <a:fillRect/>
                </a:stretch>
              </p:blipFill>
              <p:spPr>
                <a:xfrm>
                  <a:off x="5347960" y="1980840"/>
                  <a:ext cx="12708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墨迹 7">
                  <a:extLst>
                    <a:ext uri="{FF2B5EF4-FFF2-40B4-BE49-F238E27FC236}">
                      <a16:creationId xmlns:a16="http://schemas.microsoft.com/office/drawing/2014/main" id="{3423E9C9-F92E-39FA-E2DA-14ED34B37183}"/>
                    </a:ext>
                  </a:extLst>
                </p14:cNvPr>
                <p14:cNvContentPartPr/>
                <p14:nvPr/>
              </p14:nvContentPartPr>
              <p14:xfrm>
                <a:off x="7105480" y="2031600"/>
                <a:ext cx="998280" cy="38880"/>
              </p14:xfrm>
            </p:contentPart>
          </mc:Choice>
          <mc:Fallback xmlns="">
            <p:pic>
              <p:nvPicPr>
                <p:cNvPr id="8" name="墨迹 7">
                  <a:extLst>
                    <a:ext uri="{FF2B5EF4-FFF2-40B4-BE49-F238E27FC236}">
                      <a16:creationId xmlns:a16="http://schemas.microsoft.com/office/drawing/2014/main" id="{3423E9C9-F92E-39FA-E2DA-14ED34B37183}"/>
                    </a:ext>
                  </a:extLst>
                </p:cNvPr>
                <p:cNvPicPr/>
                <p:nvPr/>
              </p:nvPicPr>
              <p:blipFill>
                <a:blip r:embed="rId17"/>
                <a:stretch>
                  <a:fillRect/>
                </a:stretch>
              </p:blipFill>
              <p:spPr>
                <a:xfrm>
                  <a:off x="7087840" y="2013960"/>
                  <a:ext cx="1033920" cy="74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8">
            <p14:nvContentPartPr>
              <p14:cNvPr id="10" name="墨迹 9">
                <a:extLst>
                  <a:ext uri="{FF2B5EF4-FFF2-40B4-BE49-F238E27FC236}">
                    <a16:creationId xmlns:a16="http://schemas.microsoft.com/office/drawing/2014/main" id="{6E307E07-0927-82A9-3BBA-03B03E53FAB6}"/>
                  </a:ext>
                </a:extLst>
              </p14:cNvPr>
              <p14:cNvContentPartPr/>
              <p14:nvPr/>
            </p14:nvContentPartPr>
            <p14:xfrm>
              <a:off x="641320" y="2444160"/>
              <a:ext cx="1942920" cy="58320"/>
            </p14:xfrm>
          </p:contentPart>
        </mc:Choice>
        <mc:Fallback xmlns="">
          <p:pic>
            <p:nvPicPr>
              <p:cNvPr id="10" name="墨迹 9">
                <a:extLst>
                  <a:ext uri="{FF2B5EF4-FFF2-40B4-BE49-F238E27FC236}">
                    <a16:creationId xmlns:a16="http://schemas.microsoft.com/office/drawing/2014/main" id="{6E307E07-0927-82A9-3BBA-03B03E53FAB6}"/>
                  </a:ext>
                </a:extLst>
              </p:cNvPr>
              <p:cNvPicPr/>
              <p:nvPr/>
            </p:nvPicPr>
            <p:blipFill>
              <a:blip r:embed="rId19"/>
              <a:stretch>
                <a:fillRect/>
              </a:stretch>
            </p:blipFill>
            <p:spPr>
              <a:xfrm>
                <a:off x="623680" y="2426160"/>
                <a:ext cx="1978560" cy="93960"/>
              </a:xfrm>
              <a:prstGeom prst="rect">
                <a:avLst/>
              </a:prstGeom>
            </p:spPr>
          </p:pic>
        </mc:Fallback>
      </mc:AlternateContent>
      <p:grpSp>
        <p:nvGrpSpPr>
          <p:cNvPr id="16" name="组合 15">
            <a:extLst>
              <a:ext uri="{FF2B5EF4-FFF2-40B4-BE49-F238E27FC236}">
                <a16:creationId xmlns:a16="http://schemas.microsoft.com/office/drawing/2014/main" id="{A94793B4-80EB-3500-B66C-3CE034F1CCC9}"/>
              </a:ext>
            </a:extLst>
          </p:cNvPr>
          <p:cNvGrpSpPr/>
          <p:nvPr/>
        </p:nvGrpSpPr>
        <p:grpSpPr>
          <a:xfrm>
            <a:off x="545920" y="2870040"/>
            <a:ext cx="7879320" cy="584640"/>
            <a:chOff x="545920" y="2870040"/>
            <a:chExt cx="7879320" cy="584640"/>
          </a:xfrm>
        </p:grpSpPr>
        <mc:AlternateContent xmlns:mc="http://schemas.openxmlformats.org/markup-compatibility/2006" xmlns:p14="http://schemas.microsoft.com/office/powerpoint/2010/main">
          <mc:Choice Requires="p14">
            <p:contentPart p14:bwMode="auto" r:id="rId20">
              <p14:nvContentPartPr>
                <p14:cNvPr id="11" name="墨迹 10">
                  <a:extLst>
                    <a:ext uri="{FF2B5EF4-FFF2-40B4-BE49-F238E27FC236}">
                      <a16:creationId xmlns:a16="http://schemas.microsoft.com/office/drawing/2014/main" id="{4104E753-40A0-7273-40FF-B2B439BEE420}"/>
                    </a:ext>
                  </a:extLst>
                </p14:cNvPr>
                <p14:cNvContentPartPr/>
                <p14:nvPr/>
              </p14:nvContentPartPr>
              <p14:xfrm>
                <a:off x="545920" y="2870040"/>
                <a:ext cx="203400" cy="13680"/>
              </p14:xfrm>
            </p:contentPart>
          </mc:Choice>
          <mc:Fallback xmlns="">
            <p:pic>
              <p:nvPicPr>
                <p:cNvPr id="11" name="墨迹 10">
                  <a:extLst>
                    <a:ext uri="{FF2B5EF4-FFF2-40B4-BE49-F238E27FC236}">
                      <a16:creationId xmlns:a16="http://schemas.microsoft.com/office/drawing/2014/main" id="{4104E753-40A0-7273-40FF-B2B439BEE420}"/>
                    </a:ext>
                  </a:extLst>
                </p:cNvPr>
                <p:cNvPicPr/>
                <p:nvPr/>
              </p:nvPicPr>
              <p:blipFill>
                <a:blip r:embed="rId21"/>
                <a:stretch>
                  <a:fillRect/>
                </a:stretch>
              </p:blipFill>
              <p:spPr>
                <a:xfrm>
                  <a:off x="528280" y="2852400"/>
                  <a:ext cx="239040" cy="4932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2" name="墨迹 11">
                  <a:extLst>
                    <a:ext uri="{FF2B5EF4-FFF2-40B4-BE49-F238E27FC236}">
                      <a16:creationId xmlns:a16="http://schemas.microsoft.com/office/drawing/2014/main" id="{1BD95F51-903A-8852-4E73-FA7186C89349}"/>
                    </a:ext>
                  </a:extLst>
                </p14:cNvPr>
                <p14:cNvContentPartPr/>
                <p14:nvPr/>
              </p14:nvContentPartPr>
              <p14:xfrm>
                <a:off x="1733200" y="2907480"/>
                <a:ext cx="3554640" cy="96840"/>
              </p14:xfrm>
            </p:contentPart>
          </mc:Choice>
          <mc:Fallback xmlns="">
            <p:pic>
              <p:nvPicPr>
                <p:cNvPr id="12" name="墨迹 11">
                  <a:extLst>
                    <a:ext uri="{FF2B5EF4-FFF2-40B4-BE49-F238E27FC236}">
                      <a16:creationId xmlns:a16="http://schemas.microsoft.com/office/drawing/2014/main" id="{1BD95F51-903A-8852-4E73-FA7186C89349}"/>
                    </a:ext>
                  </a:extLst>
                </p:cNvPr>
                <p:cNvPicPr/>
                <p:nvPr/>
              </p:nvPicPr>
              <p:blipFill>
                <a:blip r:embed="rId23"/>
                <a:stretch>
                  <a:fillRect/>
                </a:stretch>
              </p:blipFill>
              <p:spPr>
                <a:xfrm>
                  <a:off x="1715560" y="2889840"/>
                  <a:ext cx="3590280" cy="132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3" name="墨迹 12">
                  <a:extLst>
                    <a:ext uri="{FF2B5EF4-FFF2-40B4-BE49-F238E27FC236}">
                      <a16:creationId xmlns:a16="http://schemas.microsoft.com/office/drawing/2014/main" id="{9C465E65-D6C0-E82A-8F31-26CBB28E2E23}"/>
                    </a:ext>
                  </a:extLst>
                </p14:cNvPr>
                <p14:cNvContentPartPr/>
                <p14:nvPr/>
              </p14:nvContentPartPr>
              <p14:xfrm>
                <a:off x="5911720" y="2971200"/>
                <a:ext cx="2513520" cy="52200"/>
              </p14:xfrm>
            </p:contentPart>
          </mc:Choice>
          <mc:Fallback xmlns="">
            <p:pic>
              <p:nvPicPr>
                <p:cNvPr id="13" name="墨迹 12">
                  <a:extLst>
                    <a:ext uri="{FF2B5EF4-FFF2-40B4-BE49-F238E27FC236}">
                      <a16:creationId xmlns:a16="http://schemas.microsoft.com/office/drawing/2014/main" id="{9C465E65-D6C0-E82A-8F31-26CBB28E2E23}"/>
                    </a:ext>
                  </a:extLst>
                </p:cNvPr>
                <p:cNvPicPr/>
                <p:nvPr/>
              </p:nvPicPr>
              <p:blipFill>
                <a:blip r:embed="rId25"/>
                <a:stretch>
                  <a:fillRect/>
                </a:stretch>
              </p:blipFill>
              <p:spPr>
                <a:xfrm>
                  <a:off x="5894080" y="2953200"/>
                  <a:ext cx="2549160" cy="87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5" name="墨迹 14">
                  <a:extLst>
                    <a:ext uri="{FF2B5EF4-FFF2-40B4-BE49-F238E27FC236}">
                      <a16:creationId xmlns:a16="http://schemas.microsoft.com/office/drawing/2014/main" id="{048EF2F3-0628-F995-F514-62C0D1275993}"/>
                    </a:ext>
                  </a:extLst>
                </p14:cNvPr>
                <p14:cNvContentPartPr/>
                <p14:nvPr/>
              </p14:nvContentPartPr>
              <p14:xfrm>
                <a:off x="1549240" y="2875800"/>
                <a:ext cx="2629080" cy="578880"/>
              </p14:xfrm>
            </p:contentPart>
          </mc:Choice>
          <mc:Fallback xmlns="">
            <p:pic>
              <p:nvPicPr>
                <p:cNvPr id="15" name="墨迹 14">
                  <a:extLst>
                    <a:ext uri="{FF2B5EF4-FFF2-40B4-BE49-F238E27FC236}">
                      <a16:creationId xmlns:a16="http://schemas.microsoft.com/office/drawing/2014/main" id="{048EF2F3-0628-F995-F514-62C0D1275993}"/>
                    </a:ext>
                  </a:extLst>
                </p:cNvPr>
                <p:cNvPicPr/>
                <p:nvPr/>
              </p:nvPicPr>
              <p:blipFill>
                <a:blip r:embed="rId27"/>
                <a:stretch>
                  <a:fillRect/>
                </a:stretch>
              </p:blipFill>
              <p:spPr>
                <a:xfrm>
                  <a:off x="1531600" y="2857800"/>
                  <a:ext cx="2664720" cy="614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17" name="墨迹 16">
                <a:extLst>
                  <a:ext uri="{FF2B5EF4-FFF2-40B4-BE49-F238E27FC236}">
                    <a16:creationId xmlns:a16="http://schemas.microsoft.com/office/drawing/2014/main" id="{2A66984C-9F44-895E-B4BE-A28FBFD3DF6E}"/>
                  </a:ext>
                </a:extLst>
              </p14:cNvPr>
              <p14:cNvContentPartPr/>
              <p14:nvPr/>
            </p14:nvContentPartPr>
            <p14:xfrm>
              <a:off x="615760" y="3795600"/>
              <a:ext cx="1850040" cy="39960"/>
            </p14:xfrm>
          </p:contentPart>
        </mc:Choice>
        <mc:Fallback xmlns="">
          <p:pic>
            <p:nvPicPr>
              <p:cNvPr id="17" name="墨迹 16">
                <a:extLst>
                  <a:ext uri="{FF2B5EF4-FFF2-40B4-BE49-F238E27FC236}">
                    <a16:creationId xmlns:a16="http://schemas.microsoft.com/office/drawing/2014/main" id="{2A66984C-9F44-895E-B4BE-A28FBFD3DF6E}"/>
                  </a:ext>
                </a:extLst>
              </p:cNvPr>
              <p:cNvPicPr/>
              <p:nvPr/>
            </p:nvPicPr>
            <p:blipFill>
              <a:blip r:embed="rId29"/>
              <a:stretch>
                <a:fillRect/>
              </a:stretch>
            </p:blipFill>
            <p:spPr>
              <a:xfrm>
                <a:off x="598120" y="3777960"/>
                <a:ext cx="1885680" cy="75600"/>
              </a:xfrm>
              <a:prstGeom prst="rect">
                <a:avLst/>
              </a:prstGeom>
            </p:spPr>
          </p:pic>
        </mc:Fallback>
      </mc:AlternateContent>
      <p:grpSp>
        <p:nvGrpSpPr>
          <p:cNvPr id="26" name="组合 25">
            <a:extLst>
              <a:ext uri="{FF2B5EF4-FFF2-40B4-BE49-F238E27FC236}">
                <a16:creationId xmlns:a16="http://schemas.microsoft.com/office/drawing/2014/main" id="{CC0A38F9-B8A3-90DB-D98E-2717991DC796}"/>
              </a:ext>
            </a:extLst>
          </p:cNvPr>
          <p:cNvGrpSpPr/>
          <p:nvPr/>
        </p:nvGrpSpPr>
        <p:grpSpPr>
          <a:xfrm>
            <a:off x="717280" y="4632600"/>
            <a:ext cx="7414560" cy="645480"/>
            <a:chOff x="717280" y="4632600"/>
            <a:chExt cx="7414560" cy="645480"/>
          </a:xfrm>
        </p:grpSpPr>
        <mc:AlternateContent xmlns:mc="http://schemas.openxmlformats.org/markup-compatibility/2006" xmlns:p14="http://schemas.microsoft.com/office/powerpoint/2010/main">
          <mc:Choice Requires="p14">
            <p:contentPart p14:bwMode="auto" r:id="rId30">
              <p14:nvContentPartPr>
                <p14:cNvPr id="18" name="墨迹 17">
                  <a:extLst>
                    <a:ext uri="{FF2B5EF4-FFF2-40B4-BE49-F238E27FC236}">
                      <a16:creationId xmlns:a16="http://schemas.microsoft.com/office/drawing/2014/main" id="{A76001A1-5BF9-0999-BA79-65C5569F444B}"/>
                    </a:ext>
                  </a:extLst>
                </p14:cNvPr>
                <p14:cNvContentPartPr/>
                <p14:nvPr/>
              </p14:nvContentPartPr>
              <p14:xfrm>
                <a:off x="717280" y="4694880"/>
                <a:ext cx="6629040" cy="137880"/>
              </p14:xfrm>
            </p:contentPart>
          </mc:Choice>
          <mc:Fallback xmlns="">
            <p:pic>
              <p:nvPicPr>
                <p:cNvPr id="18" name="墨迹 17">
                  <a:extLst>
                    <a:ext uri="{FF2B5EF4-FFF2-40B4-BE49-F238E27FC236}">
                      <a16:creationId xmlns:a16="http://schemas.microsoft.com/office/drawing/2014/main" id="{A76001A1-5BF9-0999-BA79-65C5569F444B}"/>
                    </a:ext>
                  </a:extLst>
                </p:cNvPr>
                <p:cNvPicPr/>
                <p:nvPr/>
              </p:nvPicPr>
              <p:blipFill>
                <a:blip r:embed="rId31"/>
                <a:stretch>
                  <a:fillRect/>
                </a:stretch>
              </p:blipFill>
              <p:spPr>
                <a:xfrm>
                  <a:off x="699640" y="4677240"/>
                  <a:ext cx="666468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墨迹 18">
                  <a:extLst>
                    <a:ext uri="{FF2B5EF4-FFF2-40B4-BE49-F238E27FC236}">
                      <a16:creationId xmlns:a16="http://schemas.microsoft.com/office/drawing/2014/main" id="{76BD9708-2F19-9E0B-8F7A-1DD470506760}"/>
                    </a:ext>
                  </a:extLst>
                </p14:cNvPr>
                <p14:cNvContentPartPr/>
                <p14:nvPr/>
              </p14:nvContentPartPr>
              <p14:xfrm>
                <a:off x="7207000" y="4632600"/>
                <a:ext cx="305640" cy="66600"/>
              </p14:xfrm>
            </p:contentPart>
          </mc:Choice>
          <mc:Fallback xmlns="">
            <p:pic>
              <p:nvPicPr>
                <p:cNvPr id="19" name="墨迹 18">
                  <a:extLst>
                    <a:ext uri="{FF2B5EF4-FFF2-40B4-BE49-F238E27FC236}">
                      <a16:creationId xmlns:a16="http://schemas.microsoft.com/office/drawing/2014/main" id="{76BD9708-2F19-9E0B-8F7A-1DD470506760}"/>
                    </a:ext>
                  </a:extLst>
                </p:cNvPr>
                <p:cNvPicPr/>
                <p:nvPr/>
              </p:nvPicPr>
              <p:blipFill>
                <a:blip r:embed="rId33"/>
                <a:stretch>
                  <a:fillRect/>
                </a:stretch>
              </p:blipFill>
              <p:spPr>
                <a:xfrm>
                  <a:off x="7189360" y="4614960"/>
                  <a:ext cx="341280" cy="1022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墨迹 19">
                  <a:extLst>
                    <a:ext uri="{FF2B5EF4-FFF2-40B4-BE49-F238E27FC236}">
                      <a16:creationId xmlns:a16="http://schemas.microsoft.com/office/drawing/2014/main" id="{D7F26E23-1155-14E6-28A4-77B3EABC1B2B}"/>
                    </a:ext>
                  </a:extLst>
                </p14:cNvPr>
                <p14:cNvContentPartPr/>
                <p14:nvPr/>
              </p14:nvContentPartPr>
              <p14:xfrm>
                <a:off x="7170640" y="4744560"/>
                <a:ext cx="239400" cy="133920"/>
              </p14:xfrm>
            </p:contentPart>
          </mc:Choice>
          <mc:Fallback xmlns="">
            <p:pic>
              <p:nvPicPr>
                <p:cNvPr id="20" name="墨迹 19">
                  <a:extLst>
                    <a:ext uri="{FF2B5EF4-FFF2-40B4-BE49-F238E27FC236}">
                      <a16:creationId xmlns:a16="http://schemas.microsoft.com/office/drawing/2014/main" id="{D7F26E23-1155-14E6-28A4-77B3EABC1B2B}"/>
                    </a:ext>
                  </a:extLst>
                </p:cNvPr>
                <p:cNvPicPr/>
                <p:nvPr/>
              </p:nvPicPr>
              <p:blipFill>
                <a:blip r:embed="rId35"/>
                <a:stretch>
                  <a:fillRect/>
                </a:stretch>
              </p:blipFill>
              <p:spPr>
                <a:xfrm>
                  <a:off x="7152640" y="4726920"/>
                  <a:ext cx="27504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墨迹 20">
                  <a:extLst>
                    <a:ext uri="{FF2B5EF4-FFF2-40B4-BE49-F238E27FC236}">
                      <a16:creationId xmlns:a16="http://schemas.microsoft.com/office/drawing/2014/main" id="{6C0D1075-3E76-64A5-2E68-5ACB9EA8B4AA}"/>
                    </a:ext>
                  </a:extLst>
                </p14:cNvPr>
                <p14:cNvContentPartPr/>
                <p14:nvPr/>
              </p14:nvContentPartPr>
              <p14:xfrm>
                <a:off x="7810360" y="4776240"/>
                <a:ext cx="321480" cy="30960"/>
              </p14:xfrm>
            </p:contentPart>
          </mc:Choice>
          <mc:Fallback xmlns="">
            <p:pic>
              <p:nvPicPr>
                <p:cNvPr id="21" name="墨迹 20">
                  <a:extLst>
                    <a:ext uri="{FF2B5EF4-FFF2-40B4-BE49-F238E27FC236}">
                      <a16:creationId xmlns:a16="http://schemas.microsoft.com/office/drawing/2014/main" id="{6C0D1075-3E76-64A5-2E68-5ACB9EA8B4AA}"/>
                    </a:ext>
                  </a:extLst>
                </p:cNvPr>
                <p:cNvPicPr/>
                <p:nvPr/>
              </p:nvPicPr>
              <p:blipFill>
                <a:blip r:embed="rId37"/>
                <a:stretch>
                  <a:fillRect/>
                </a:stretch>
              </p:blipFill>
              <p:spPr>
                <a:xfrm>
                  <a:off x="7792720" y="4758240"/>
                  <a:ext cx="357120" cy="666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3" name="墨迹 22">
                  <a:extLst>
                    <a:ext uri="{FF2B5EF4-FFF2-40B4-BE49-F238E27FC236}">
                      <a16:creationId xmlns:a16="http://schemas.microsoft.com/office/drawing/2014/main" id="{5E2541D8-6827-11FB-CD5D-9ADE24D34CB1}"/>
                    </a:ext>
                  </a:extLst>
                </p14:cNvPr>
                <p14:cNvContentPartPr/>
                <p14:nvPr/>
              </p14:nvContentPartPr>
              <p14:xfrm>
                <a:off x="1403080" y="4881360"/>
                <a:ext cx="3780720" cy="396720"/>
              </p14:xfrm>
            </p:contentPart>
          </mc:Choice>
          <mc:Fallback xmlns="">
            <p:pic>
              <p:nvPicPr>
                <p:cNvPr id="23" name="墨迹 22">
                  <a:extLst>
                    <a:ext uri="{FF2B5EF4-FFF2-40B4-BE49-F238E27FC236}">
                      <a16:creationId xmlns:a16="http://schemas.microsoft.com/office/drawing/2014/main" id="{5E2541D8-6827-11FB-CD5D-9ADE24D34CB1}"/>
                    </a:ext>
                  </a:extLst>
                </p:cNvPr>
                <p:cNvPicPr/>
                <p:nvPr/>
              </p:nvPicPr>
              <p:blipFill>
                <a:blip r:embed="rId39"/>
                <a:stretch>
                  <a:fillRect/>
                </a:stretch>
              </p:blipFill>
              <p:spPr>
                <a:xfrm>
                  <a:off x="1385440" y="4863720"/>
                  <a:ext cx="3816360" cy="4323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4" name="墨迹 23">
                  <a:extLst>
                    <a:ext uri="{FF2B5EF4-FFF2-40B4-BE49-F238E27FC236}">
                      <a16:creationId xmlns:a16="http://schemas.microsoft.com/office/drawing/2014/main" id="{41E8285A-D8D3-4349-4B32-DBEEFE05EAF7}"/>
                    </a:ext>
                  </a:extLst>
                </p14:cNvPr>
                <p14:cNvContentPartPr/>
                <p14:nvPr/>
              </p14:nvContentPartPr>
              <p14:xfrm>
                <a:off x="5257600" y="5193840"/>
                <a:ext cx="506520" cy="20160"/>
              </p14:xfrm>
            </p:contentPart>
          </mc:Choice>
          <mc:Fallback xmlns="">
            <p:pic>
              <p:nvPicPr>
                <p:cNvPr id="24" name="墨迹 23">
                  <a:extLst>
                    <a:ext uri="{FF2B5EF4-FFF2-40B4-BE49-F238E27FC236}">
                      <a16:creationId xmlns:a16="http://schemas.microsoft.com/office/drawing/2014/main" id="{41E8285A-D8D3-4349-4B32-DBEEFE05EAF7}"/>
                    </a:ext>
                  </a:extLst>
                </p:cNvPr>
                <p:cNvPicPr/>
                <p:nvPr/>
              </p:nvPicPr>
              <p:blipFill>
                <a:blip r:embed="rId41"/>
                <a:stretch>
                  <a:fillRect/>
                </a:stretch>
              </p:blipFill>
              <p:spPr>
                <a:xfrm>
                  <a:off x="5239960" y="5175840"/>
                  <a:ext cx="542160" cy="558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5" name="墨迹 24">
                  <a:extLst>
                    <a:ext uri="{FF2B5EF4-FFF2-40B4-BE49-F238E27FC236}">
                      <a16:creationId xmlns:a16="http://schemas.microsoft.com/office/drawing/2014/main" id="{7F03BAB5-8581-2EED-2C4A-530C85ECD0B8}"/>
                    </a:ext>
                  </a:extLst>
                </p14:cNvPr>
                <p14:cNvContentPartPr/>
                <p14:nvPr/>
              </p14:nvContentPartPr>
              <p14:xfrm>
                <a:off x="6095680" y="5212920"/>
                <a:ext cx="1772280" cy="14040"/>
              </p14:xfrm>
            </p:contentPart>
          </mc:Choice>
          <mc:Fallback xmlns="">
            <p:pic>
              <p:nvPicPr>
                <p:cNvPr id="25" name="墨迹 24">
                  <a:extLst>
                    <a:ext uri="{FF2B5EF4-FFF2-40B4-BE49-F238E27FC236}">
                      <a16:creationId xmlns:a16="http://schemas.microsoft.com/office/drawing/2014/main" id="{7F03BAB5-8581-2EED-2C4A-530C85ECD0B8}"/>
                    </a:ext>
                  </a:extLst>
                </p:cNvPr>
                <p:cNvPicPr/>
                <p:nvPr/>
              </p:nvPicPr>
              <p:blipFill>
                <a:blip r:embed="rId43"/>
                <a:stretch>
                  <a:fillRect/>
                </a:stretch>
              </p:blipFill>
              <p:spPr>
                <a:xfrm>
                  <a:off x="6078040" y="5194920"/>
                  <a:ext cx="1807920" cy="49680"/>
                </a:xfrm>
                <a:prstGeom prst="rect">
                  <a:avLst/>
                </a:prstGeom>
              </p:spPr>
            </p:pic>
          </mc:Fallback>
        </mc:AlternateContent>
      </p:grpSp>
      <p:grpSp>
        <p:nvGrpSpPr>
          <p:cNvPr id="29" name="组合 28">
            <a:extLst>
              <a:ext uri="{FF2B5EF4-FFF2-40B4-BE49-F238E27FC236}">
                <a16:creationId xmlns:a16="http://schemas.microsoft.com/office/drawing/2014/main" id="{80DA909D-895A-941C-CA9F-EA1EA1CD4987}"/>
              </a:ext>
            </a:extLst>
          </p:cNvPr>
          <p:cNvGrpSpPr/>
          <p:nvPr/>
        </p:nvGrpSpPr>
        <p:grpSpPr>
          <a:xfrm>
            <a:off x="545920" y="5664000"/>
            <a:ext cx="5327280" cy="57600"/>
            <a:chOff x="545920" y="5664000"/>
            <a:chExt cx="5327280" cy="57600"/>
          </a:xfrm>
        </p:grpSpPr>
        <mc:AlternateContent xmlns:mc="http://schemas.openxmlformats.org/markup-compatibility/2006" xmlns:p14="http://schemas.microsoft.com/office/powerpoint/2010/main">
          <mc:Choice Requires="p14">
            <p:contentPart p14:bwMode="auto" r:id="rId44">
              <p14:nvContentPartPr>
                <p14:cNvPr id="27" name="墨迹 26">
                  <a:extLst>
                    <a:ext uri="{FF2B5EF4-FFF2-40B4-BE49-F238E27FC236}">
                      <a16:creationId xmlns:a16="http://schemas.microsoft.com/office/drawing/2014/main" id="{7F4BA052-56CA-1DAE-3601-68164DC03629}"/>
                    </a:ext>
                  </a:extLst>
                </p14:cNvPr>
                <p14:cNvContentPartPr/>
                <p14:nvPr/>
              </p14:nvContentPartPr>
              <p14:xfrm>
                <a:off x="545920" y="5664000"/>
                <a:ext cx="894960" cy="19800"/>
              </p14:xfrm>
            </p:contentPart>
          </mc:Choice>
          <mc:Fallback xmlns="">
            <p:pic>
              <p:nvPicPr>
                <p:cNvPr id="27" name="墨迹 26">
                  <a:extLst>
                    <a:ext uri="{FF2B5EF4-FFF2-40B4-BE49-F238E27FC236}">
                      <a16:creationId xmlns:a16="http://schemas.microsoft.com/office/drawing/2014/main" id="{7F4BA052-56CA-1DAE-3601-68164DC03629}"/>
                    </a:ext>
                  </a:extLst>
                </p:cNvPr>
                <p:cNvPicPr/>
                <p:nvPr/>
              </p:nvPicPr>
              <p:blipFill>
                <a:blip r:embed="rId45"/>
                <a:stretch>
                  <a:fillRect/>
                </a:stretch>
              </p:blipFill>
              <p:spPr>
                <a:xfrm>
                  <a:off x="528280" y="5646000"/>
                  <a:ext cx="930600" cy="55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墨迹 27">
                  <a:extLst>
                    <a:ext uri="{FF2B5EF4-FFF2-40B4-BE49-F238E27FC236}">
                      <a16:creationId xmlns:a16="http://schemas.microsoft.com/office/drawing/2014/main" id="{46D00E48-CB12-E57E-B35D-0A27570B9EC0}"/>
                    </a:ext>
                  </a:extLst>
                </p14:cNvPr>
                <p14:cNvContentPartPr/>
                <p14:nvPr/>
              </p14:nvContentPartPr>
              <p14:xfrm>
                <a:off x="2235040" y="5689200"/>
                <a:ext cx="3638160" cy="32400"/>
              </p14:xfrm>
            </p:contentPart>
          </mc:Choice>
          <mc:Fallback xmlns="">
            <p:pic>
              <p:nvPicPr>
                <p:cNvPr id="28" name="墨迹 27">
                  <a:extLst>
                    <a:ext uri="{FF2B5EF4-FFF2-40B4-BE49-F238E27FC236}">
                      <a16:creationId xmlns:a16="http://schemas.microsoft.com/office/drawing/2014/main" id="{46D00E48-CB12-E57E-B35D-0A27570B9EC0}"/>
                    </a:ext>
                  </a:extLst>
                </p:cNvPr>
                <p:cNvPicPr/>
                <p:nvPr/>
              </p:nvPicPr>
              <p:blipFill>
                <a:blip r:embed="rId47"/>
                <a:stretch>
                  <a:fillRect/>
                </a:stretch>
              </p:blipFill>
              <p:spPr>
                <a:xfrm>
                  <a:off x="2217400" y="5671200"/>
                  <a:ext cx="3673800" cy="68040"/>
                </a:xfrm>
                <a:prstGeom prst="rect">
                  <a:avLst/>
                </a:prstGeom>
              </p:spPr>
            </p:pic>
          </mc:Fallback>
        </mc:AlternateContent>
      </p:grpSp>
      <p:grpSp>
        <p:nvGrpSpPr>
          <p:cNvPr id="69" name="组合 68">
            <a:extLst>
              <a:ext uri="{FF2B5EF4-FFF2-40B4-BE49-F238E27FC236}">
                <a16:creationId xmlns:a16="http://schemas.microsoft.com/office/drawing/2014/main" id="{596633A1-FEB5-4DF6-FB93-9C0F282AB6EF}"/>
              </a:ext>
            </a:extLst>
          </p:cNvPr>
          <p:cNvGrpSpPr/>
          <p:nvPr/>
        </p:nvGrpSpPr>
        <p:grpSpPr>
          <a:xfrm>
            <a:off x="1426120" y="5867040"/>
            <a:ext cx="3904200" cy="648360"/>
            <a:chOff x="1426120" y="5867040"/>
            <a:chExt cx="3904200" cy="648360"/>
          </a:xfrm>
        </p:grpSpPr>
        <mc:AlternateContent xmlns:mc="http://schemas.openxmlformats.org/markup-compatibility/2006" xmlns:p14="http://schemas.microsoft.com/office/powerpoint/2010/main">
          <mc:Choice Requires="p14">
            <p:contentPart p14:bwMode="auto" r:id="rId48">
              <p14:nvContentPartPr>
                <p14:cNvPr id="30" name="墨迹 29">
                  <a:extLst>
                    <a:ext uri="{FF2B5EF4-FFF2-40B4-BE49-F238E27FC236}">
                      <a16:creationId xmlns:a16="http://schemas.microsoft.com/office/drawing/2014/main" id="{360C98B4-8EE4-70C9-BF1A-FA02159F8AD6}"/>
                    </a:ext>
                  </a:extLst>
                </p14:cNvPr>
                <p14:cNvContentPartPr/>
                <p14:nvPr/>
              </p14:nvContentPartPr>
              <p14:xfrm>
                <a:off x="1426120" y="5873520"/>
                <a:ext cx="123480" cy="309960"/>
              </p14:xfrm>
            </p:contentPart>
          </mc:Choice>
          <mc:Fallback xmlns="">
            <p:pic>
              <p:nvPicPr>
                <p:cNvPr id="30" name="墨迹 29">
                  <a:extLst>
                    <a:ext uri="{FF2B5EF4-FFF2-40B4-BE49-F238E27FC236}">
                      <a16:creationId xmlns:a16="http://schemas.microsoft.com/office/drawing/2014/main" id="{360C98B4-8EE4-70C9-BF1A-FA02159F8AD6}"/>
                    </a:ext>
                  </a:extLst>
                </p:cNvPr>
                <p:cNvPicPr/>
                <p:nvPr/>
              </p:nvPicPr>
              <p:blipFill>
                <a:blip r:embed="rId49"/>
                <a:stretch>
                  <a:fillRect/>
                </a:stretch>
              </p:blipFill>
              <p:spPr>
                <a:xfrm>
                  <a:off x="1408120" y="5855880"/>
                  <a:ext cx="15912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墨迹 30">
                  <a:extLst>
                    <a:ext uri="{FF2B5EF4-FFF2-40B4-BE49-F238E27FC236}">
                      <a16:creationId xmlns:a16="http://schemas.microsoft.com/office/drawing/2014/main" id="{C8EA0860-B8B4-3D29-D80A-72C234FFA637}"/>
                    </a:ext>
                  </a:extLst>
                </p14:cNvPr>
                <p14:cNvContentPartPr/>
                <p14:nvPr/>
              </p14:nvContentPartPr>
              <p14:xfrm>
                <a:off x="1523680" y="5867040"/>
                <a:ext cx="162720" cy="428760"/>
              </p14:xfrm>
            </p:contentPart>
          </mc:Choice>
          <mc:Fallback xmlns="">
            <p:pic>
              <p:nvPicPr>
                <p:cNvPr id="31" name="墨迹 30">
                  <a:extLst>
                    <a:ext uri="{FF2B5EF4-FFF2-40B4-BE49-F238E27FC236}">
                      <a16:creationId xmlns:a16="http://schemas.microsoft.com/office/drawing/2014/main" id="{C8EA0860-B8B4-3D29-D80A-72C234FFA637}"/>
                    </a:ext>
                  </a:extLst>
                </p:cNvPr>
                <p:cNvPicPr/>
                <p:nvPr/>
              </p:nvPicPr>
              <p:blipFill>
                <a:blip r:embed="rId51"/>
                <a:stretch>
                  <a:fillRect/>
                </a:stretch>
              </p:blipFill>
              <p:spPr>
                <a:xfrm>
                  <a:off x="1506040" y="5849400"/>
                  <a:ext cx="19836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墨迹 31">
                  <a:extLst>
                    <a:ext uri="{FF2B5EF4-FFF2-40B4-BE49-F238E27FC236}">
                      <a16:creationId xmlns:a16="http://schemas.microsoft.com/office/drawing/2014/main" id="{8B4C1EB5-1B61-8949-71AB-E32910C20D11}"/>
                    </a:ext>
                  </a:extLst>
                </p14:cNvPr>
                <p14:cNvContentPartPr/>
                <p14:nvPr/>
              </p14:nvContentPartPr>
              <p14:xfrm>
                <a:off x="1485520" y="6120480"/>
                <a:ext cx="209520" cy="57960"/>
              </p14:xfrm>
            </p:contentPart>
          </mc:Choice>
          <mc:Fallback xmlns="">
            <p:pic>
              <p:nvPicPr>
                <p:cNvPr id="32" name="墨迹 31">
                  <a:extLst>
                    <a:ext uri="{FF2B5EF4-FFF2-40B4-BE49-F238E27FC236}">
                      <a16:creationId xmlns:a16="http://schemas.microsoft.com/office/drawing/2014/main" id="{8B4C1EB5-1B61-8949-71AB-E32910C20D11}"/>
                    </a:ext>
                  </a:extLst>
                </p:cNvPr>
                <p:cNvPicPr/>
                <p:nvPr/>
              </p:nvPicPr>
              <p:blipFill>
                <a:blip r:embed="rId53"/>
                <a:stretch>
                  <a:fillRect/>
                </a:stretch>
              </p:blipFill>
              <p:spPr>
                <a:xfrm>
                  <a:off x="1467880" y="6102840"/>
                  <a:ext cx="24516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3" name="墨迹 32">
                  <a:extLst>
                    <a:ext uri="{FF2B5EF4-FFF2-40B4-BE49-F238E27FC236}">
                      <a16:creationId xmlns:a16="http://schemas.microsoft.com/office/drawing/2014/main" id="{432CFAD2-10E4-ECED-B615-5D8D66F4AB3D}"/>
                    </a:ext>
                  </a:extLst>
                </p14:cNvPr>
                <p14:cNvContentPartPr/>
                <p14:nvPr/>
              </p14:nvContentPartPr>
              <p14:xfrm>
                <a:off x="1860280" y="6013200"/>
                <a:ext cx="185040" cy="199440"/>
              </p14:xfrm>
            </p:contentPart>
          </mc:Choice>
          <mc:Fallback xmlns="">
            <p:pic>
              <p:nvPicPr>
                <p:cNvPr id="33" name="墨迹 32">
                  <a:extLst>
                    <a:ext uri="{FF2B5EF4-FFF2-40B4-BE49-F238E27FC236}">
                      <a16:creationId xmlns:a16="http://schemas.microsoft.com/office/drawing/2014/main" id="{432CFAD2-10E4-ECED-B615-5D8D66F4AB3D}"/>
                    </a:ext>
                  </a:extLst>
                </p:cNvPr>
                <p:cNvPicPr/>
                <p:nvPr/>
              </p:nvPicPr>
              <p:blipFill>
                <a:blip r:embed="rId55"/>
                <a:stretch>
                  <a:fillRect/>
                </a:stretch>
              </p:blipFill>
              <p:spPr>
                <a:xfrm>
                  <a:off x="1842280" y="5995560"/>
                  <a:ext cx="220680" cy="2350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4" name="墨迹 33">
                  <a:extLst>
                    <a:ext uri="{FF2B5EF4-FFF2-40B4-BE49-F238E27FC236}">
                      <a16:creationId xmlns:a16="http://schemas.microsoft.com/office/drawing/2014/main" id="{650C970F-2721-73EB-3B14-6EDDE6D1CED4}"/>
                    </a:ext>
                  </a:extLst>
                </p14:cNvPr>
                <p14:cNvContentPartPr/>
                <p14:nvPr/>
              </p14:nvContentPartPr>
              <p14:xfrm>
                <a:off x="1999960" y="5937240"/>
                <a:ext cx="228240" cy="25920"/>
              </p14:xfrm>
            </p:contentPart>
          </mc:Choice>
          <mc:Fallback xmlns="">
            <p:pic>
              <p:nvPicPr>
                <p:cNvPr id="34" name="墨迹 33">
                  <a:extLst>
                    <a:ext uri="{FF2B5EF4-FFF2-40B4-BE49-F238E27FC236}">
                      <a16:creationId xmlns:a16="http://schemas.microsoft.com/office/drawing/2014/main" id="{650C970F-2721-73EB-3B14-6EDDE6D1CED4}"/>
                    </a:ext>
                  </a:extLst>
                </p:cNvPr>
                <p:cNvPicPr/>
                <p:nvPr/>
              </p:nvPicPr>
              <p:blipFill>
                <a:blip r:embed="rId57"/>
                <a:stretch>
                  <a:fillRect/>
                </a:stretch>
              </p:blipFill>
              <p:spPr>
                <a:xfrm>
                  <a:off x="1982320" y="5919240"/>
                  <a:ext cx="26388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35" name="墨迹 34">
                  <a:extLst>
                    <a:ext uri="{FF2B5EF4-FFF2-40B4-BE49-F238E27FC236}">
                      <a16:creationId xmlns:a16="http://schemas.microsoft.com/office/drawing/2014/main" id="{725DA8AF-38D7-EE47-349B-BA9243443BA1}"/>
                    </a:ext>
                  </a:extLst>
                </p14:cNvPr>
                <p14:cNvContentPartPr/>
                <p14:nvPr/>
              </p14:nvContentPartPr>
              <p14:xfrm>
                <a:off x="2095000" y="6019320"/>
                <a:ext cx="64080" cy="221400"/>
              </p14:xfrm>
            </p:contentPart>
          </mc:Choice>
          <mc:Fallback xmlns="">
            <p:pic>
              <p:nvPicPr>
                <p:cNvPr id="35" name="墨迹 34">
                  <a:extLst>
                    <a:ext uri="{FF2B5EF4-FFF2-40B4-BE49-F238E27FC236}">
                      <a16:creationId xmlns:a16="http://schemas.microsoft.com/office/drawing/2014/main" id="{725DA8AF-38D7-EE47-349B-BA9243443BA1}"/>
                    </a:ext>
                  </a:extLst>
                </p:cNvPr>
                <p:cNvPicPr/>
                <p:nvPr/>
              </p:nvPicPr>
              <p:blipFill>
                <a:blip r:embed="rId59"/>
                <a:stretch>
                  <a:fillRect/>
                </a:stretch>
              </p:blipFill>
              <p:spPr>
                <a:xfrm>
                  <a:off x="2077000" y="6001680"/>
                  <a:ext cx="9972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6" name="墨迹 35">
                  <a:extLst>
                    <a:ext uri="{FF2B5EF4-FFF2-40B4-BE49-F238E27FC236}">
                      <a16:creationId xmlns:a16="http://schemas.microsoft.com/office/drawing/2014/main" id="{C0CE1F19-18AE-EA4E-FD11-97962C9D3EA1}"/>
                    </a:ext>
                  </a:extLst>
                </p14:cNvPr>
                <p14:cNvContentPartPr/>
                <p14:nvPr/>
              </p14:nvContentPartPr>
              <p14:xfrm>
                <a:off x="2095360" y="6079080"/>
                <a:ext cx="95040" cy="17280"/>
              </p14:xfrm>
            </p:contentPart>
          </mc:Choice>
          <mc:Fallback xmlns="">
            <p:pic>
              <p:nvPicPr>
                <p:cNvPr id="36" name="墨迹 35">
                  <a:extLst>
                    <a:ext uri="{FF2B5EF4-FFF2-40B4-BE49-F238E27FC236}">
                      <a16:creationId xmlns:a16="http://schemas.microsoft.com/office/drawing/2014/main" id="{C0CE1F19-18AE-EA4E-FD11-97962C9D3EA1}"/>
                    </a:ext>
                  </a:extLst>
                </p:cNvPr>
                <p:cNvPicPr/>
                <p:nvPr/>
              </p:nvPicPr>
              <p:blipFill>
                <a:blip r:embed="rId61"/>
                <a:stretch>
                  <a:fillRect/>
                </a:stretch>
              </p:blipFill>
              <p:spPr>
                <a:xfrm>
                  <a:off x="2077720" y="6061080"/>
                  <a:ext cx="13068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37" name="墨迹 36">
                  <a:extLst>
                    <a:ext uri="{FF2B5EF4-FFF2-40B4-BE49-F238E27FC236}">
                      <a16:creationId xmlns:a16="http://schemas.microsoft.com/office/drawing/2014/main" id="{1AABED7A-2467-A96D-9B94-8953F1515D0B}"/>
                    </a:ext>
                  </a:extLst>
                </p14:cNvPr>
                <p14:cNvContentPartPr/>
                <p14:nvPr/>
              </p14:nvContentPartPr>
              <p14:xfrm>
                <a:off x="2107960" y="6198600"/>
                <a:ext cx="120960" cy="5400"/>
              </p14:xfrm>
            </p:contentPart>
          </mc:Choice>
          <mc:Fallback xmlns="">
            <p:pic>
              <p:nvPicPr>
                <p:cNvPr id="37" name="墨迹 36">
                  <a:extLst>
                    <a:ext uri="{FF2B5EF4-FFF2-40B4-BE49-F238E27FC236}">
                      <a16:creationId xmlns:a16="http://schemas.microsoft.com/office/drawing/2014/main" id="{1AABED7A-2467-A96D-9B94-8953F1515D0B}"/>
                    </a:ext>
                  </a:extLst>
                </p:cNvPr>
                <p:cNvPicPr/>
                <p:nvPr/>
              </p:nvPicPr>
              <p:blipFill>
                <a:blip r:embed="rId63"/>
                <a:stretch>
                  <a:fillRect/>
                </a:stretch>
              </p:blipFill>
              <p:spPr>
                <a:xfrm>
                  <a:off x="2090320" y="6180960"/>
                  <a:ext cx="15660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38" name="墨迹 37">
                  <a:extLst>
                    <a:ext uri="{FF2B5EF4-FFF2-40B4-BE49-F238E27FC236}">
                      <a16:creationId xmlns:a16="http://schemas.microsoft.com/office/drawing/2014/main" id="{3B2E8D83-4F89-53DF-6080-4311DA1486B5}"/>
                    </a:ext>
                  </a:extLst>
                </p14:cNvPr>
                <p14:cNvContentPartPr/>
                <p14:nvPr/>
              </p14:nvContentPartPr>
              <p14:xfrm>
                <a:off x="2451040" y="6082680"/>
                <a:ext cx="697680" cy="83160"/>
              </p14:xfrm>
            </p:contentPart>
          </mc:Choice>
          <mc:Fallback xmlns="">
            <p:pic>
              <p:nvPicPr>
                <p:cNvPr id="38" name="墨迹 37">
                  <a:extLst>
                    <a:ext uri="{FF2B5EF4-FFF2-40B4-BE49-F238E27FC236}">
                      <a16:creationId xmlns:a16="http://schemas.microsoft.com/office/drawing/2014/main" id="{3B2E8D83-4F89-53DF-6080-4311DA1486B5}"/>
                    </a:ext>
                  </a:extLst>
                </p:cNvPr>
                <p:cNvPicPr/>
                <p:nvPr/>
              </p:nvPicPr>
              <p:blipFill>
                <a:blip r:embed="rId65"/>
                <a:stretch>
                  <a:fillRect/>
                </a:stretch>
              </p:blipFill>
              <p:spPr>
                <a:xfrm>
                  <a:off x="2433400" y="6065040"/>
                  <a:ext cx="733320" cy="1188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39" name="墨迹 38">
                  <a:extLst>
                    <a:ext uri="{FF2B5EF4-FFF2-40B4-BE49-F238E27FC236}">
                      <a16:creationId xmlns:a16="http://schemas.microsoft.com/office/drawing/2014/main" id="{CDFFC518-B1FF-359F-F90D-25334195AA92}"/>
                    </a:ext>
                  </a:extLst>
                </p14:cNvPr>
                <p14:cNvContentPartPr/>
                <p14:nvPr/>
              </p14:nvContentPartPr>
              <p14:xfrm>
                <a:off x="3079600" y="5940840"/>
                <a:ext cx="197280" cy="318960"/>
              </p14:xfrm>
            </p:contentPart>
          </mc:Choice>
          <mc:Fallback xmlns="">
            <p:pic>
              <p:nvPicPr>
                <p:cNvPr id="39" name="墨迹 38">
                  <a:extLst>
                    <a:ext uri="{FF2B5EF4-FFF2-40B4-BE49-F238E27FC236}">
                      <a16:creationId xmlns:a16="http://schemas.microsoft.com/office/drawing/2014/main" id="{CDFFC518-B1FF-359F-F90D-25334195AA92}"/>
                    </a:ext>
                  </a:extLst>
                </p:cNvPr>
                <p:cNvPicPr/>
                <p:nvPr/>
              </p:nvPicPr>
              <p:blipFill>
                <a:blip r:embed="rId67"/>
                <a:stretch>
                  <a:fillRect/>
                </a:stretch>
              </p:blipFill>
              <p:spPr>
                <a:xfrm>
                  <a:off x="3061960" y="5922840"/>
                  <a:ext cx="232920" cy="3546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1" name="墨迹 40">
                  <a:extLst>
                    <a:ext uri="{FF2B5EF4-FFF2-40B4-BE49-F238E27FC236}">
                      <a16:creationId xmlns:a16="http://schemas.microsoft.com/office/drawing/2014/main" id="{233C68DA-75D4-0901-1408-B6EB6524306A}"/>
                    </a:ext>
                  </a:extLst>
                </p14:cNvPr>
                <p14:cNvContentPartPr/>
                <p14:nvPr/>
              </p14:nvContentPartPr>
              <p14:xfrm>
                <a:off x="3073120" y="6058200"/>
                <a:ext cx="146160" cy="50760"/>
              </p14:xfrm>
            </p:contentPart>
          </mc:Choice>
          <mc:Fallback xmlns="">
            <p:pic>
              <p:nvPicPr>
                <p:cNvPr id="41" name="墨迹 40">
                  <a:extLst>
                    <a:ext uri="{FF2B5EF4-FFF2-40B4-BE49-F238E27FC236}">
                      <a16:creationId xmlns:a16="http://schemas.microsoft.com/office/drawing/2014/main" id="{233C68DA-75D4-0901-1408-B6EB6524306A}"/>
                    </a:ext>
                  </a:extLst>
                </p:cNvPr>
                <p:cNvPicPr/>
                <p:nvPr/>
              </p:nvPicPr>
              <p:blipFill>
                <a:blip r:embed="rId69"/>
                <a:stretch>
                  <a:fillRect/>
                </a:stretch>
              </p:blipFill>
              <p:spPr>
                <a:xfrm>
                  <a:off x="3055480" y="6040200"/>
                  <a:ext cx="18180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2" name="墨迹 41">
                  <a:extLst>
                    <a:ext uri="{FF2B5EF4-FFF2-40B4-BE49-F238E27FC236}">
                      <a16:creationId xmlns:a16="http://schemas.microsoft.com/office/drawing/2014/main" id="{D4B5A945-6F76-ED25-0192-9B99AA632DAA}"/>
                    </a:ext>
                  </a:extLst>
                </p14:cNvPr>
                <p14:cNvContentPartPr/>
                <p14:nvPr/>
              </p14:nvContentPartPr>
              <p14:xfrm>
                <a:off x="3130360" y="6075480"/>
                <a:ext cx="130320" cy="28800"/>
              </p14:xfrm>
            </p:contentPart>
          </mc:Choice>
          <mc:Fallback xmlns="">
            <p:pic>
              <p:nvPicPr>
                <p:cNvPr id="42" name="墨迹 41">
                  <a:extLst>
                    <a:ext uri="{FF2B5EF4-FFF2-40B4-BE49-F238E27FC236}">
                      <a16:creationId xmlns:a16="http://schemas.microsoft.com/office/drawing/2014/main" id="{D4B5A945-6F76-ED25-0192-9B99AA632DAA}"/>
                    </a:ext>
                  </a:extLst>
                </p:cNvPr>
                <p:cNvPicPr/>
                <p:nvPr/>
              </p:nvPicPr>
              <p:blipFill>
                <a:blip r:embed="rId71"/>
                <a:stretch>
                  <a:fillRect/>
                </a:stretch>
              </p:blipFill>
              <p:spPr>
                <a:xfrm>
                  <a:off x="3112720" y="6057840"/>
                  <a:ext cx="165960" cy="644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3" name="墨迹 42">
                  <a:extLst>
                    <a:ext uri="{FF2B5EF4-FFF2-40B4-BE49-F238E27FC236}">
                      <a16:creationId xmlns:a16="http://schemas.microsoft.com/office/drawing/2014/main" id="{2E7B43C9-947D-5086-DCC4-39AEF8C0F90C}"/>
                    </a:ext>
                  </a:extLst>
                </p14:cNvPr>
                <p14:cNvContentPartPr/>
                <p14:nvPr/>
              </p14:nvContentPartPr>
              <p14:xfrm>
                <a:off x="3244480" y="6108240"/>
                <a:ext cx="51840" cy="35280"/>
              </p14:xfrm>
            </p:contentPart>
          </mc:Choice>
          <mc:Fallback xmlns="">
            <p:pic>
              <p:nvPicPr>
                <p:cNvPr id="43" name="墨迹 42">
                  <a:extLst>
                    <a:ext uri="{FF2B5EF4-FFF2-40B4-BE49-F238E27FC236}">
                      <a16:creationId xmlns:a16="http://schemas.microsoft.com/office/drawing/2014/main" id="{2E7B43C9-947D-5086-DCC4-39AEF8C0F90C}"/>
                    </a:ext>
                  </a:extLst>
                </p:cNvPr>
                <p:cNvPicPr/>
                <p:nvPr/>
              </p:nvPicPr>
              <p:blipFill>
                <a:blip r:embed="rId73"/>
                <a:stretch>
                  <a:fillRect/>
                </a:stretch>
              </p:blipFill>
              <p:spPr>
                <a:xfrm>
                  <a:off x="3226840" y="6090600"/>
                  <a:ext cx="874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5" name="墨迹 44">
                  <a:extLst>
                    <a:ext uri="{FF2B5EF4-FFF2-40B4-BE49-F238E27FC236}">
                      <a16:creationId xmlns:a16="http://schemas.microsoft.com/office/drawing/2014/main" id="{AA351ED3-3E1A-5D6B-DAAD-AEF0677A4CB7}"/>
                    </a:ext>
                  </a:extLst>
                </p14:cNvPr>
                <p14:cNvContentPartPr/>
                <p14:nvPr/>
              </p14:nvContentPartPr>
              <p14:xfrm>
                <a:off x="3092200" y="5917440"/>
                <a:ext cx="175680" cy="123120"/>
              </p14:xfrm>
            </p:contentPart>
          </mc:Choice>
          <mc:Fallback xmlns="">
            <p:pic>
              <p:nvPicPr>
                <p:cNvPr id="45" name="墨迹 44">
                  <a:extLst>
                    <a:ext uri="{FF2B5EF4-FFF2-40B4-BE49-F238E27FC236}">
                      <a16:creationId xmlns:a16="http://schemas.microsoft.com/office/drawing/2014/main" id="{AA351ED3-3E1A-5D6B-DAAD-AEF0677A4CB7}"/>
                    </a:ext>
                  </a:extLst>
                </p:cNvPr>
                <p:cNvPicPr/>
                <p:nvPr/>
              </p:nvPicPr>
              <p:blipFill>
                <a:blip r:embed="rId75"/>
                <a:stretch>
                  <a:fillRect/>
                </a:stretch>
              </p:blipFill>
              <p:spPr>
                <a:xfrm>
                  <a:off x="3074560" y="5899800"/>
                  <a:ext cx="211320" cy="15876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6" name="墨迹 45">
                  <a:extLst>
                    <a:ext uri="{FF2B5EF4-FFF2-40B4-BE49-F238E27FC236}">
                      <a16:creationId xmlns:a16="http://schemas.microsoft.com/office/drawing/2014/main" id="{D0281302-E1A2-E1EA-4C46-064460BEAA7E}"/>
                    </a:ext>
                  </a:extLst>
                </p14:cNvPr>
                <p14:cNvContentPartPr/>
                <p14:nvPr/>
              </p14:nvContentPartPr>
              <p14:xfrm>
                <a:off x="3174640" y="5955960"/>
                <a:ext cx="79560" cy="84600"/>
              </p14:xfrm>
            </p:contentPart>
          </mc:Choice>
          <mc:Fallback xmlns="">
            <p:pic>
              <p:nvPicPr>
                <p:cNvPr id="46" name="墨迹 45">
                  <a:extLst>
                    <a:ext uri="{FF2B5EF4-FFF2-40B4-BE49-F238E27FC236}">
                      <a16:creationId xmlns:a16="http://schemas.microsoft.com/office/drawing/2014/main" id="{D0281302-E1A2-E1EA-4C46-064460BEAA7E}"/>
                    </a:ext>
                  </a:extLst>
                </p:cNvPr>
                <p:cNvPicPr/>
                <p:nvPr/>
              </p:nvPicPr>
              <p:blipFill>
                <a:blip r:embed="rId77"/>
                <a:stretch>
                  <a:fillRect/>
                </a:stretch>
              </p:blipFill>
              <p:spPr>
                <a:xfrm>
                  <a:off x="3157000" y="5938320"/>
                  <a:ext cx="11520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47" name="墨迹 46">
                  <a:extLst>
                    <a:ext uri="{FF2B5EF4-FFF2-40B4-BE49-F238E27FC236}">
                      <a16:creationId xmlns:a16="http://schemas.microsoft.com/office/drawing/2014/main" id="{47F20080-9667-9107-9104-EC85E772D20D}"/>
                    </a:ext>
                  </a:extLst>
                </p14:cNvPr>
                <p14:cNvContentPartPr/>
                <p14:nvPr/>
              </p14:nvContentPartPr>
              <p14:xfrm>
                <a:off x="3148720" y="5955960"/>
                <a:ext cx="182880" cy="234360"/>
              </p14:xfrm>
            </p:contentPart>
          </mc:Choice>
          <mc:Fallback xmlns="">
            <p:pic>
              <p:nvPicPr>
                <p:cNvPr id="47" name="墨迹 46">
                  <a:extLst>
                    <a:ext uri="{FF2B5EF4-FFF2-40B4-BE49-F238E27FC236}">
                      <a16:creationId xmlns:a16="http://schemas.microsoft.com/office/drawing/2014/main" id="{47F20080-9667-9107-9104-EC85E772D20D}"/>
                    </a:ext>
                  </a:extLst>
                </p:cNvPr>
                <p:cNvPicPr/>
                <p:nvPr/>
              </p:nvPicPr>
              <p:blipFill>
                <a:blip r:embed="rId79"/>
                <a:stretch>
                  <a:fillRect/>
                </a:stretch>
              </p:blipFill>
              <p:spPr>
                <a:xfrm>
                  <a:off x="3131080" y="5938320"/>
                  <a:ext cx="21852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48" name="墨迹 47">
                  <a:extLst>
                    <a:ext uri="{FF2B5EF4-FFF2-40B4-BE49-F238E27FC236}">
                      <a16:creationId xmlns:a16="http://schemas.microsoft.com/office/drawing/2014/main" id="{FFE1443F-ACEA-3681-59A5-C14496C9718F}"/>
                    </a:ext>
                  </a:extLst>
                </p14:cNvPr>
                <p14:cNvContentPartPr/>
                <p14:nvPr/>
              </p14:nvContentPartPr>
              <p14:xfrm>
                <a:off x="3177880" y="6159000"/>
                <a:ext cx="48240" cy="18360"/>
              </p14:xfrm>
            </p:contentPart>
          </mc:Choice>
          <mc:Fallback xmlns="">
            <p:pic>
              <p:nvPicPr>
                <p:cNvPr id="48" name="墨迹 47">
                  <a:extLst>
                    <a:ext uri="{FF2B5EF4-FFF2-40B4-BE49-F238E27FC236}">
                      <a16:creationId xmlns:a16="http://schemas.microsoft.com/office/drawing/2014/main" id="{FFE1443F-ACEA-3681-59A5-C14496C9718F}"/>
                    </a:ext>
                  </a:extLst>
                </p:cNvPr>
                <p:cNvPicPr/>
                <p:nvPr/>
              </p:nvPicPr>
              <p:blipFill>
                <a:blip r:embed="rId81"/>
                <a:stretch>
                  <a:fillRect/>
                </a:stretch>
              </p:blipFill>
              <p:spPr>
                <a:xfrm>
                  <a:off x="3159880" y="6141360"/>
                  <a:ext cx="8388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49" name="墨迹 48">
                  <a:extLst>
                    <a:ext uri="{FF2B5EF4-FFF2-40B4-BE49-F238E27FC236}">
                      <a16:creationId xmlns:a16="http://schemas.microsoft.com/office/drawing/2014/main" id="{781F5053-26F5-39D1-00C2-C1F0B93879E8}"/>
                    </a:ext>
                  </a:extLst>
                </p14:cNvPr>
                <p14:cNvContentPartPr/>
                <p14:nvPr/>
              </p14:nvContentPartPr>
              <p14:xfrm>
                <a:off x="3152680" y="6140280"/>
                <a:ext cx="105120" cy="59040"/>
              </p14:xfrm>
            </p:contentPart>
          </mc:Choice>
          <mc:Fallback xmlns="">
            <p:pic>
              <p:nvPicPr>
                <p:cNvPr id="49" name="墨迹 48">
                  <a:extLst>
                    <a:ext uri="{FF2B5EF4-FFF2-40B4-BE49-F238E27FC236}">
                      <a16:creationId xmlns:a16="http://schemas.microsoft.com/office/drawing/2014/main" id="{781F5053-26F5-39D1-00C2-C1F0B93879E8}"/>
                    </a:ext>
                  </a:extLst>
                </p:cNvPr>
                <p:cNvPicPr/>
                <p:nvPr/>
              </p:nvPicPr>
              <p:blipFill>
                <a:blip r:embed="rId83"/>
                <a:stretch>
                  <a:fillRect/>
                </a:stretch>
              </p:blipFill>
              <p:spPr>
                <a:xfrm>
                  <a:off x="3134680" y="6122640"/>
                  <a:ext cx="140760" cy="946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0" name="墨迹 49">
                  <a:extLst>
                    <a:ext uri="{FF2B5EF4-FFF2-40B4-BE49-F238E27FC236}">
                      <a16:creationId xmlns:a16="http://schemas.microsoft.com/office/drawing/2014/main" id="{A32C5307-131D-39BA-F0F5-F83D114FBDBF}"/>
                    </a:ext>
                  </a:extLst>
                </p14:cNvPr>
                <p14:cNvContentPartPr/>
                <p14:nvPr/>
              </p14:nvContentPartPr>
              <p14:xfrm>
                <a:off x="3050800" y="6184560"/>
                <a:ext cx="130680" cy="47160"/>
              </p14:xfrm>
            </p:contentPart>
          </mc:Choice>
          <mc:Fallback xmlns="">
            <p:pic>
              <p:nvPicPr>
                <p:cNvPr id="50" name="墨迹 49">
                  <a:extLst>
                    <a:ext uri="{FF2B5EF4-FFF2-40B4-BE49-F238E27FC236}">
                      <a16:creationId xmlns:a16="http://schemas.microsoft.com/office/drawing/2014/main" id="{A32C5307-131D-39BA-F0F5-F83D114FBDBF}"/>
                    </a:ext>
                  </a:extLst>
                </p:cNvPr>
                <p:cNvPicPr/>
                <p:nvPr/>
              </p:nvPicPr>
              <p:blipFill>
                <a:blip r:embed="rId85"/>
                <a:stretch>
                  <a:fillRect/>
                </a:stretch>
              </p:blipFill>
              <p:spPr>
                <a:xfrm>
                  <a:off x="3032800" y="6166920"/>
                  <a:ext cx="16632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52" name="墨迹 51">
                  <a:extLst>
                    <a:ext uri="{FF2B5EF4-FFF2-40B4-BE49-F238E27FC236}">
                      <a16:creationId xmlns:a16="http://schemas.microsoft.com/office/drawing/2014/main" id="{40C2F53A-FCE4-8B40-4CE2-3657370353CE}"/>
                    </a:ext>
                  </a:extLst>
                </p14:cNvPr>
                <p14:cNvContentPartPr/>
                <p14:nvPr/>
              </p14:nvContentPartPr>
              <p14:xfrm>
                <a:off x="3628960" y="5898720"/>
                <a:ext cx="60480" cy="344160"/>
              </p14:xfrm>
            </p:contentPart>
          </mc:Choice>
          <mc:Fallback xmlns="">
            <p:pic>
              <p:nvPicPr>
                <p:cNvPr id="52" name="墨迹 51">
                  <a:extLst>
                    <a:ext uri="{FF2B5EF4-FFF2-40B4-BE49-F238E27FC236}">
                      <a16:creationId xmlns:a16="http://schemas.microsoft.com/office/drawing/2014/main" id="{40C2F53A-FCE4-8B40-4CE2-3657370353CE}"/>
                    </a:ext>
                  </a:extLst>
                </p:cNvPr>
                <p:cNvPicPr/>
                <p:nvPr/>
              </p:nvPicPr>
              <p:blipFill>
                <a:blip r:embed="rId87"/>
                <a:stretch>
                  <a:fillRect/>
                </a:stretch>
              </p:blipFill>
              <p:spPr>
                <a:xfrm>
                  <a:off x="3611320" y="5881080"/>
                  <a:ext cx="96120" cy="3798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53" name="墨迹 52">
                  <a:extLst>
                    <a:ext uri="{FF2B5EF4-FFF2-40B4-BE49-F238E27FC236}">
                      <a16:creationId xmlns:a16="http://schemas.microsoft.com/office/drawing/2014/main" id="{03B8513B-AE69-2FE8-2B2D-335618E1B5E5}"/>
                    </a:ext>
                  </a:extLst>
                </p14:cNvPr>
                <p14:cNvContentPartPr/>
                <p14:nvPr/>
              </p14:nvContentPartPr>
              <p14:xfrm>
                <a:off x="3854320" y="6066120"/>
                <a:ext cx="203760" cy="42480"/>
              </p14:xfrm>
            </p:contentPart>
          </mc:Choice>
          <mc:Fallback xmlns="">
            <p:pic>
              <p:nvPicPr>
                <p:cNvPr id="53" name="墨迹 52">
                  <a:extLst>
                    <a:ext uri="{FF2B5EF4-FFF2-40B4-BE49-F238E27FC236}">
                      <a16:creationId xmlns:a16="http://schemas.microsoft.com/office/drawing/2014/main" id="{03B8513B-AE69-2FE8-2B2D-335618E1B5E5}"/>
                    </a:ext>
                  </a:extLst>
                </p:cNvPr>
                <p:cNvPicPr/>
                <p:nvPr/>
              </p:nvPicPr>
              <p:blipFill>
                <a:blip r:embed="rId89"/>
                <a:stretch>
                  <a:fillRect/>
                </a:stretch>
              </p:blipFill>
              <p:spPr>
                <a:xfrm>
                  <a:off x="3836680" y="6048480"/>
                  <a:ext cx="23940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54" name="墨迹 53">
                  <a:extLst>
                    <a:ext uri="{FF2B5EF4-FFF2-40B4-BE49-F238E27FC236}">
                      <a16:creationId xmlns:a16="http://schemas.microsoft.com/office/drawing/2014/main" id="{9AD9D594-A19F-3BFC-DC2E-E215AF0FB823}"/>
                    </a:ext>
                  </a:extLst>
                </p14:cNvPr>
                <p14:cNvContentPartPr/>
                <p14:nvPr/>
              </p14:nvContentPartPr>
              <p14:xfrm>
                <a:off x="3797080" y="6152880"/>
                <a:ext cx="279360" cy="25920"/>
              </p14:xfrm>
            </p:contentPart>
          </mc:Choice>
          <mc:Fallback xmlns="">
            <p:pic>
              <p:nvPicPr>
                <p:cNvPr id="54" name="墨迹 53">
                  <a:extLst>
                    <a:ext uri="{FF2B5EF4-FFF2-40B4-BE49-F238E27FC236}">
                      <a16:creationId xmlns:a16="http://schemas.microsoft.com/office/drawing/2014/main" id="{9AD9D594-A19F-3BFC-DC2E-E215AF0FB823}"/>
                    </a:ext>
                  </a:extLst>
                </p:cNvPr>
                <p:cNvPicPr/>
                <p:nvPr/>
              </p:nvPicPr>
              <p:blipFill>
                <a:blip r:embed="rId91"/>
                <a:stretch>
                  <a:fillRect/>
                </a:stretch>
              </p:blipFill>
              <p:spPr>
                <a:xfrm>
                  <a:off x="3779440" y="6134880"/>
                  <a:ext cx="31500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56" name="墨迹 55">
                  <a:extLst>
                    <a:ext uri="{FF2B5EF4-FFF2-40B4-BE49-F238E27FC236}">
                      <a16:creationId xmlns:a16="http://schemas.microsoft.com/office/drawing/2014/main" id="{21F8BBB1-735F-14BB-3AF3-5A66347CC3BA}"/>
                    </a:ext>
                  </a:extLst>
                </p14:cNvPr>
                <p14:cNvContentPartPr/>
                <p14:nvPr/>
              </p14:nvContentPartPr>
              <p14:xfrm>
                <a:off x="4082920" y="5892600"/>
                <a:ext cx="12960" cy="126720"/>
              </p14:xfrm>
            </p:contentPart>
          </mc:Choice>
          <mc:Fallback xmlns="">
            <p:pic>
              <p:nvPicPr>
                <p:cNvPr id="56" name="墨迹 55">
                  <a:extLst>
                    <a:ext uri="{FF2B5EF4-FFF2-40B4-BE49-F238E27FC236}">
                      <a16:creationId xmlns:a16="http://schemas.microsoft.com/office/drawing/2014/main" id="{21F8BBB1-735F-14BB-3AF3-5A66347CC3BA}"/>
                    </a:ext>
                  </a:extLst>
                </p:cNvPr>
                <p:cNvPicPr/>
                <p:nvPr/>
              </p:nvPicPr>
              <p:blipFill>
                <a:blip r:embed="rId93"/>
                <a:stretch>
                  <a:fillRect/>
                </a:stretch>
              </p:blipFill>
              <p:spPr>
                <a:xfrm>
                  <a:off x="4064920" y="5874960"/>
                  <a:ext cx="48600" cy="1623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57" name="墨迹 56">
                  <a:extLst>
                    <a:ext uri="{FF2B5EF4-FFF2-40B4-BE49-F238E27FC236}">
                      <a16:creationId xmlns:a16="http://schemas.microsoft.com/office/drawing/2014/main" id="{91228766-05A2-3755-341D-AE1739E385DF}"/>
                    </a:ext>
                  </a:extLst>
                </p14:cNvPr>
                <p14:cNvContentPartPr/>
                <p14:nvPr/>
              </p14:nvContentPartPr>
              <p14:xfrm>
                <a:off x="4069960" y="6178080"/>
                <a:ext cx="2880" cy="143280"/>
              </p14:xfrm>
            </p:contentPart>
          </mc:Choice>
          <mc:Fallback xmlns="">
            <p:pic>
              <p:nvPicPr>
                <p:cNvPr id="57" name="墨迹 56">
                  <a:extLst>
                    <a:ext uri="{FF2B5EF4-FFF2-40B4-BE49-F238E27FC236}">
                      <a16:creationId xmlns:a16="http://schemas.microsoft.com/office/drawing/2014/main" id="{91228766-05A2-3755-341D-AE1739E385DF}"/>
                    </a:ext>
                  </a:extLst>
                </p:cNvPr>
                <p:cNvPicPr/>
                <p:nvPr/>
              </p:nvPicPr>
              <p:blipFill>
                <a:blip r:embed="rId95"/>
                <a:stretch>
                  <a:fillRect/>
                </a:stretch>
              </p:blipFill>
              <p:spPr>
                <a:xfrm>
                  <a:off x="4052320" y="6160440"/>
                  <a:ext cx="38520" cy="178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59" name="墨迹 58">
                  <a:extLst>
                    <a:ext uri="{FF2B5EF4-FFF2-40B4-BE49-F238E27FC236}">
                      <a16:creationId xmlns:a16="http://schemas.microsoft.com/office/drawing/2014/main" id="{2408E118-4B6E-0AF6-152B-3CAC66FDC6F2}"/>
                    </a:ext>
                  </a:extLst>
                </p14:cNvPr>
                <p14:cNvContentPartPr/>
                <p14:nvPr/>
              </p14:nvContentPartPr>
              <p14:xfrm>
                <a:off x="4005160" y="5930400"/>
                <a:ext cx="193680" cy="515160"/>
              </p14:xfrm>
            </p:contentPart>
          </mc:Choice>
          <mc:Fallback xmlns="">
            <p:pic>
              <p:nvPicPr>
                <p:cNvPr id="59" name="墨迹 58">
                  <a:extLst>
                    <a:ext uri="{FF2B5EF4-FFF2-40B4-BE49-F238E27FC236}">
                      <a16:creationId xmlns:a16="http://schemas.microsoft.com/office/drawing/2014/main" id="{2408E118-4B6E-0AF6-152B-3CAC66FDC6F2}"/>
                    </a:ext>
                  </a:extLst>
                </p:cNvPr>
                <p:cNvPicPr/>
                <p:nvPr/>
              </p:nvPicPr>
              <p:blipFill>
                <a:blip r:embed="rId97"/>
                <a:stretch>
                  <a:fillRect/>
                </a:stretch>
              </p:blipFill>
              <p:spPr>
                <a:xfrm>
                  <a:off x="3987520" y="5912760"/>
                  <a:ext cx="229320" cy="55080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60" name="墨迹 59">
                  <a:extLst>
                    <a:ext uri="{FF2B5EF4-FFF2-40B4-BE49-F238E27FC236}">
                      <a16:creationId xmlns:a16="http://schemas.microsoft.com/office/drawing/2014/main" id="{4E5F3E07-9BBE-33FF-0582-AD0E2D19FE67}"/>
                    </a:ext>
                  </a:extLst>
                </p14:cNvPr>
                <p14:cNvContentPartPr/>
                <p14:nvPr/>
              </p14:nvContentPartPr>
              <p14:xfrm>
                <a:off x="3822640" y="6020040"/>
                <a:ext cx="279720" cy="69480"/>
              </p14:xfrm>
            </p:contentPart>
          </mc:Choice>
          <mc:Fallback xmlns="">
            <p:pic>
              <p:nvPicPr>
                <p:cNvPr id="60" name="墨迹 59">
                  <a:extLst>
                    <a:ext uri="{FF2B5EF4-FFF2-40B4-BE49-F238E27FC236}">
                      <a16:creationId xmlns:a16="http://schemas.microsoft.com/office/drawing/2014/main" id="{4E5F3E07-9BBE-33FF-0582-AD0E2D19FE67}"/>
                    </a:ext>
                  </a:extLst>
                </p:cNvPr>
                <p:cNvPicPr/>
                <p:nvPr/>
              </p:nvPicPr>
              <p:blipFill>
                <a:blip r:embed="rId99"/>
                <a:stretch>
                  <a:fillRect/>
                </a:stretch>
              </p:blipFill>
              <p:spPr>
                <a:xfrm>
                  <a:off x="3805000" y="6002400"/>
                  <a:ext cx="315360" cy="10512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2" name="墨迹 61">
                  <a:extLst>
                    <a:ext uri="{FF2B5EF4-FFF2-40B4-BE49-F238E27FC236}">
                      <a16:creationId xmlns:a16="http://schemas.microsoft.com/office/drawing/2014/main" id="{55706608-94BD-5E99-8767-E30217A864EF}"/>
                    </a:ext>
                  </a:extLst>
                </p14:cNvPr>
                <p14:cNvContentPartPr/>
                <p14:nvPr/>
              </p14:nvContentPartPr>
              <p14:xfrm>
                <a:off x="4391440" y="5955960"/>
                <a:ext cx="66240" cy="336960"/>
              </p14:xfrm>
            </p:contentPart>
          </mc:Choice>
          <mc:Fallback xmlns="">
            <p:pic>
              <p:nvPicPr>
                <p:cNvPr id="62" name="墨迹 61">
                  <a:extLst>
                    <a:ext uri="{FF2B5EF4-FFF2-40B4-BE49-F238E27FC236}">
                      <a16:creationId xmlns:a16="http://schemas.microsoft.com/office/drawing/2014/main" id="{55706608-94BD-5E99-8767-E30217A864EF}"/>
                    </a:ext>
                  </a:extLst>
                </p:cNvPr>
                <p:cNvPicPr/>
                <p:nvPr/>
              </p:nvPicPr>
              <p:blipFill>
                <a:blip r:embed="rId101"/>
                <a:stretch>
                  <a:fillRect/>
                </a:stretch>
              </p:blipFill>
              <p:spPr>
                <a:xfrm>
                  <a:off x="4373440" y="5938320"/>
                  <a:ext cx="10188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63" name="墨迹 62">
                  <a:extLst>
                    <a:ext uri="{FF2B5EF4-FFF2-40B4-BE49-F238E27FC236}">
                      <a16:creationId xmlns:a16="http://schemas.microsoft.com/office/drawing/2014/main" id="{576FD25A-C032-CCBB-02FF-47BA47501C45}"/>
                    </a:ext>
                  </a:extLst>
                </p14:cNvPr>
                <p14:cNvContentPartPr/>
                <p14:nvPr/>
              </p14:nvContentPartPr>
              <p14:xfrm>
                <a:off x="4400440" y="6080880"/>
                <a:ext cx="114480" cy="262440"/>
              </p14:xfrm>
            </p:contentPart>
          </mc:Choice>
          <mc:Fallback xmlns="">
            <p:pic>
              <p:nvPicPr>
                <p:cNvPr id="63" name="墨迹 62">
                  <a:extLst>
                    <a:ext uri="{FF2B5EF4-FFF2-40B4-BE49-F238E27FC236}">
                      <a16:creationId xmlns:a16="http://schemas.microsoft.com/office/drawing/2014/main" id="{576FD25A-C032-CCBB-02FF-47BA47501C45}"/>
                    </a:ext>
                  </a:extLst>
                </p:cNvPr>
                <p:cNvPicPr/>
                <p:nvPr/>
              </p:nvPicPr>
              <p:blipFill>
                <a:blip r:embed="rId103"/>
                <a:stretch>
                  <a:fillRect/>
                </a:stretch>
              </p:blipFill>
              <p:spPr>
                <a:xfrm>
                  <a:off x="4382800" y="6062880"/>
                  <a:ext cx="150120" cy="2980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64" name="墨迹 63">
                  <a:extLst>
                    <a:ext uri="{FF2B5EF4-FFF2-40B4-BE49-F238E27FC236}">
                      <a16:creationId xmlns:a16="http://schemas.microsoft.com/office/drawing/2014/main" id="{36CE355F-12CB-704E-CB1B-2BA2B9630329}"/>
                    </a:ext>
                  </a:extLst>
                </p14:cNvPr>
                <p14:cNvContentPartPr/>
                <p14:nvPr/>
              </p14:nvContentPartPr>
              <p14:xfrm>
                <a:off x="4438600" y="6196080"/>
                <a:ext cx="121320" cy="65160"/>
              </p14:xfrm>
            </p:contentPart>
          </mc:Choice>
          <mc:Fallback xmlns="">
            <p:pic>
              <p:nvPicPr>
                <p:cNvPr id="64" name="墨迹 63">
                  <a:extLst>
                    <a:ext uri="{FF2B5EF4-FFF2-40B4-BE49-F238E27FC236}">
                      <a16:creationId xmlns:a16="http://schemas.microsoft.com/office/drawing/2014/main" id="{36CE355F-12CB-704E-CB1B-2BA2B9630329}"/>
                    </a:ext>
                  </a:extLst>
                </p:cNvPr>
                <p:cNvPicPr/>
                <p:nvPr/>
              </p:nvPicPr>
              <p:blipFill>
                <a:blip r:embed="rId105"/>
                <a:stretch>
                  <a:fillRect/>
                </a:stretch>
              </p:blipFill>
              <p:spPr>
                <a:xfrm>
                  <a:off x="4420960" y="6178440"/>
                  <a:ext cx="15696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5" name="墨迹 64">
                  <a:extLst>
                    <a:ext uri="{FF2B5EF4-FFF2-40B4-BE49-F238E27FC236}">
                      <a16:creationId xmlns:a16="http://schemas.microsoft.com/office/drawing/2014/main" id="{F2C9ABEE-93F2-C25A-9D26-C136FF88B872}"/>
                    </a:ext>
                  </a:extLst>
                </p14:cNvPr>
                <p14:cNvContentPartPr/>
                <p14:nvPr/>
              </p14:nvContentPartPr>
              <p14:xfrm>
                <a:off x="4704280" y="6070080"/>
                <a:ext cx="11880" cy="207000"/>
              </p14:xfrm>
            </p:contentPart>
          </mc:Choice>
          <mc:Fallback xmlns="">
            <p:pic>
              <p:nvPicPr>
                <p:cNvPr id="65" name="墨迹 64">
                  <a:extLst>
                    <a:ext uri="{FF2B5EF4-FFF2-40B4-BE49-F238E27FC236}">
                      <a16:creationId xmlns:a16="http://schemas.microsoft.com/office/drawing/2014/main" id="{F2C9ABEE-93F2-C25A-9D26-C136FF88B872}"/>
                    </a:ext>
                  </a:extLst>
                </p:cNvPr>
                <p:cNvPicPr/>
                <p:nvPr/>
              </p:nvPicPr>
              <p:blipFill>
                <a:blip r:embed="rId107"/>
                <a:stretch>
                  <a:fillRect/>
                </a:stretch>
              </p:blipFill>
              <p:spPr>
                <a:xfrm>
                  <a:off x="4686280" y="6052440"/>
                  <a:ext cx="47520" cy="24264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66" name="墨迹 65">
                  <a:extLst>
                    <a:ext uri="{FF2B5EF4-FFF2-40B4-BE49-F238E27FC236}">
                      <a16:creationId xmlns:a16="http://schemas.microsoft.com/office/drawing/2014/main" id="{B4CD0B96-F97D-AE29-E1EF-5BF208D31FBE}"/>
                    </a:ext>
                  </a:extLst>
                </p14:cNvPr>
                <p14:cNvContentPartPr/>
                <p14:nvPr/>
              </p14:nvContentPartPr>
              <p14:xfrm>
                <a:off x="4729480" y="5962440"/>
                <a:ext cx="86400" cy="291960"/>
              </p14:xfrm>
            </p:contentPart>
          </mc:Choice>
          <mc:Fallback xmlns="">
            <p:pic>
              <p:nvPicPr>
                <p:cNvPr id="66" name="墨迹 65">
                  <a:extLst>
                    <a:ext uri="{FF2B5EF4-FFF2-40B4-BE49-F238E27FC236}">
                      <a16:creationId xmlns:a16="http://schemas.microsoft.com/office/drawing/2014/main" id="{B4CD0B96-F97D-AE29-E1EF-5BF208D31FBE}"/>
                    </a:ext>
                  </a:extLst>
                </p:cNvPr>
                <p:cNvPicPr/>
                <p:nvPr/>
              </p:nvPicPr>
              <p:blipFill>
                <a:blip r:embed="rId109"/>
                <a:stretch>
                  <a:fillRect/>
                </a:stretch>
              </p:blipFill>
              <p:spPr>
                <a:xfrm>
                  <a:off x="4711840" y="5944800"/>
                  <a:ext cx="122040" cy="3276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67" name="墨迹 66">
                  <a:extLst>
                    <a:ext uri="{FF2B5EF4-FFF2-40B4-BE49-F238E27FC236}">
                      <a16:creationId xmlns:a16="http://schemas.microsoft.com/office/drawing/2014/main" id="{373A72AB-4BF8-651C-6CD2-C3CF0F32AEE3}"/>
                    </a:ext>
                  </a:extLst>
                </p14:cNvPr>
                <p14:cNvContentPartPr/>
                <p14:nvPr/>
              </p14:nvContentPartPr>
              <p14:xfrm>
                <a:off x="4931440" y="5968560"/>
                <a:ext cx="99000" cy="394920"/>
              </p14:xfrm>
            </p:contentPart>
          </mc:Choice>
          <mc:Fallback xmlns="">
            <p:pic>
              <p:nvPicPr>
                <p:cNvPr id="67" name="墨迹 66">
                  <a:extLst>
                    <a:ext uri="{FF2B5EF4-FFF2-40B4-BE49-F238E27FC236}">
                      <a16:creationId xmlns:a16="http://schemas.microsoft.com/office/drawing/2014/main" id="{373A72AB-4BF8-651C-6CD2-C3CF0F32AEE3}"/>
                    </a:ext>
                  </a:extLst>
                </p:cNvPr>
                <p:cNvPicPr/>
                <p:nvPr/>
              </p:nvPicPr>
              <p:blipFill>
                <a:blip r:embed="rId111"/>
                <a:stretch>
                  <a:fillRect/>
                </a:stretch>
              </p:blipFill>
              <p:spPr>
                <a:xfrm>
                  <a:off x="4913800" y="5950920"/>
                  <a:ext cx="134640" cy="4305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68" name="墨迹 67">
                  <a:extLst>
                    <a:ext uri="{FF2B5EF4-FFF2-40B4-BE49-F238E27FC236}">
                      <a16:creationId xmlns:a16="http://schemas.microsoft.com/office/drawing/2014/main" id="{0A023E51-578B-BC04-DC0B-409CAEE87BED}"/>
                    </a:ext>
                  </a:extLst>
                </p14:cNvPr>
                <p14:cNvContentPartPr/>
                <p14:nvPr/>
              </p14:nvContentPartPr>
              <p14:xfrm>
                <a:off x="4095520" y="6350880"/>
                <a:ext cx="1234800" cy="164520"/>
              </p14:xfrm>
            </p:contentPart>
          </mc:Choice>
          <mc:Fallback xmlns="">
            <p:pic>
              <p:nvPicPr>
                <p:cNvPr id="68" name="墨迹 67">
                  <a:extLst>
                    <a:ext uri="{FF2B5EF4-FFF2-40B4-BE49-F238E27FC236}">
                      <a16:creationId xmlns:a16="http://schemas.microsoft.com/office/drawing/2014/main" id="{0A023E51-578B-BC04-DC0B-409CAEE87BED}"/>
                    </a:ext>
                  </a:extLst>
                </p:cNvPr>
                <p:cNvPicPr/>
                <p:nvPr/>
              </p:nvPicPr>
              <p:blipFill>
                <a:blip r:embed="rId113"/>
                <a:stretch>
                  <a:fillRect/>
                </a:stretch>
              </p:blipFill>
              <p:spPr>
                <a:xfrm>
                  <a:off x="4077880" y="6332880"/>
                  <a:ext cx="1270440" cy="200160"/>
                </a:xfrm>
                <a:prstGeom prst="rect">
                  <a:avLst/>
                </a:prstGeom>
              </p:spPr>
            </p:pic>
          </mc:Fallback>
        </mc:AlternateContent>
      </p:grpSp>
    </p:spTree>
  </p:cSld>
  <p:clrMapOvr>
    <a:masterClrMapping/>
  </p:clrMapOvr>
  <p:transition spd="med">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7158" y="142852"/>
            <a:ext cx="7929618" cy="7017306"/>
          </a:xfrm>
          <a:prstGeom prst="rect">
            <a:avLst/>
          </a:prstGeom>
          <a:noFill/>
        </p:spPr>
        <p:txBody>
          <a:bodyPr wrap="square" rtlCol="0">
            <a:spAutoFit/>
          </a:bodyPr>
          <a:lstStyle/>
          <a:p>
            <a:pPr>
              <a:lnSpc>
                <a:spcPct val="150000"/>
              </a:lnSpc>
            </a:pPr>
            <a:r>
              <a:rPr lang="zh-CN" altLang="en-US" b="1" dirty="0">
                <a:solidFill>
                  <a:srgbClr val="FF0000"/>
                </a:solidFill>
              </a:rPr>
              <a:t>数字量输出及控制线</a:t>
            </a:r>
            <a:r>
              <a:rPr lang="en-US" altLang="zh-CN" b="1" dirty="0">
                <a:solidFill>
                  <a:srgbClr val="FF0000"/>
                </a:solidFill>
              </a:rPr>
              <a:t>:11 </a:t>
            </a:r>
            <a:r>
              <a:rPr lang="zh-CN" altLang="en-US" b="1" dirty="0">
                <a:solidFill>
                  <a:srgbClr val="FF0000"/>
                </a:solidFill>
              </a:rPr>
              <a:t>条</a:t>
            </a:r>
          </a:p>
          <a:p>
            <a:pPr>
              <a:lnSpc>
                <a:spcPct val="150000"/>
              </a:lnSpc>
            </a:pPr>
            <a:r>
              <a:rPr lang="en-US" altLang="zh-CN" b="1" dirty="0">
                <a:solidFill>
                  <a:srgbClr val="7030A0"/>
                </a:solidFill>
              </a:rPr>
              <a:t>ST</a:t>
            </a:r>
            <a:r>
              <a:rPr lang="en-US" altLang="zh-CN" b="1" dirty="0"/>
              <a:t> </a:t>
            </a:r>
            <a:r>
              <a:rPr lang="zh-CN" altLang="en-US" b="1" dirty="0"/>
              <a:t>为转换启动信号。当</a:t>
            </a:r>
            <a:r>
              <a:rPr lang="en-US" altLang="zh-CN" b="1" dirty="0"/>
              <a:t>ST </a:t>
            </a:r>
            <a:r>
              <a:rPr lang="zh-CN" altLang="en-US" b="1" dirty="0"/>
              <a:t>上跳沿时，所有内部</a:t>
            </a:r>
            <a:r>
              <a:rPr lang="zh-CN" altLang="en-US" b="1" dirty="0">
                <a:hlinkClick r:id="rId2"/>
              </a:rPr>
              <a:t>寄存器</a:t>
            </a:r>
            <a:r>
              <a:rPr lang="zh-CN" altLang="en-US" b="1" dirty="0"/>
              <a:t>清零</a:t>
            </a:r>
            <a:r>
              <a:rPr lang="en-US" altLang="zh-CN" b="1" dirty="0"/>
              <a:t>;</a:t>
            </a:r>
            <a:r>
              <a:rPr lang="zh-CN" altLang="en-US" b="1" dirty="0"/>
              <a:t>下跳沿时，开始进行</a:t>
            </a:r>
            <a:r>
              <a:rPr lang="en-US" altLang="zh-CN" b="1" dirty="0"/>
              <a:t>A/D </a:t>
            </a:r>
            <a:r>
              <a:rPr lang="zh-CN" altLang="en-US" b="1" dirty="0"/>
              <a:t>转换</a:t>
            </a:r>
            <a:r>
              <a:rPr lang="en-US" altLang="zh-CN" b="1" dirty="0"/>
              <a:t>;</a:t>
            </a:r>
            <a:r>
              <a:rPr lang="zh-CN" altLang="en-US" b="1" dirty="0"/>
              <a:t>在转换期间，</a:t>
            </a:r>
            <a:r>
              <a:rPr lang="en-US" altLang="zh-CN" b="1" dirty="0"/>
              <a:t>ST </a:t>
            </a:r>
            <a:r>
              <a:rPr lang="zh-CN" altLang="en-US" b="1" dirty="0"/>
              <a:t>应保持</a:t>
            </a:r>
            <a:r>
              <a:rPr lang="zh-CN" altLang="en-US" b="1" dirty="0">
                <a:hlinkClick r:id="rId3"/>
              </a:rPr>
              <a:t>低电平</a:t>
            </a:r>
            <a:r>
              <a:rPr lang="zh-CN" altLang="en-US" b="1" dirty="0"/>
              <a:t>。</a:t>
            </a:r>
            <a:endParaRPr lang="en-US" altLang="zh-CN" b="1" dirty="0"/>
          </a:p>
          <a:p>
            <a:pPr>
              <a:lnSpc>
                <a:spcPct val="150000"/>
              </a:lnSpc>
            </a:pPr>
            <a:r>
              <a:rPr lang="zh-CN" altLang="en-US" b="1" dirty="0"/>
              <a:t>以上两个信号用于启动</a:t>
            </a:r>
            <a:r>
              <a:rPr lang="en-US" altLang="zh-CN" b="1" dirty="0"/>
              <a:t>AD</a:t>
            </a:r>
            <a:r>
              <a:rPr lang="zh-CN" altLang="en-US" b="1" dirty="0"/>
              <a:t>转换。</a:t>
            </a:r>
            <a:endParaRPr lang="en-US" altLang="zh-CN" b="1" dirty="0"/>
          </a:p>
          <a:p>
            <a:pPr>
              <a:lnSpc>
                <a:spcPct val="150000"/>
              </a:lnSpc>
            </a:pPr>
            <a:r>
              <a:rPr lang="en-US" altLang="zh-CN" b="1" dirty="0">
                <a:solidFill>
                  <a:srgbClr val="7030A0"/>
                </a:solidFill>
              </a:rPr>
              <a:t>EOC</a:t>
            </a:r>
            <a:r>
              <a:rPr lang="en-US" altLang="zh-CN" b="1" dirty="0"/>
              <a:t> </a:t>
            </a:r>
            <a:r>
              <a:rPr lang="zh-CN" altLang="en-US" b="1" dirty="0"/>
              <a:t>为转换结束信号。当</a:t>
            </a:r>
            <a:r>
              <a:rPr lang="en-US" altLang="zh-CN" b="1" dirty="0"/>
              <a:t>EOC </a:t>
            </a:r>
            <a:r>
              <a:rPr lang="zh-CN" altLang="en-US" b="1" dirty="0"/>
              <a:t>为高电平时，表明转换结束</a:t>
            </a:r>
            <a:r>
              <a:rPr lang="en-US" altLang="zh-CN" b="1" dirty="0"/>
              <a:t>;</a:t>
            </a:r>
            <a:r>
              <a:rPr lang="zh-CN" altLang="en-US" b="1" dirty="0"/>
              <a:t>否则，表明正在进行</a:t>
            </a:r>
            <a:r>
              <a:rPr lang="en-US" altLang="zh-CN" b="1" dirty="0"/>
              <a:t>A/D </a:t>
            </a:r>
            <a:r>
              <a:rPr lang="zh-CN" altLang="en-US" b="1" dirty="0"/>
              <a:t>转换。</a:t>
            </a:r>
            <a:endParaRPr lang="en-US" altLang="zh-CN" b="1" dirty="0"/>
          </a:p>
          <a:p>
            <a:pPr>
              <a:lnSpc>
                <a:spcPct val="150000"/>
              </a:lnSpc>
            </a:pPr>
            <a:r>
              <a:rPr lang="en-US" altLang="zh-CN" b="1" dirty="0">
                <a:solidFill>
                  <a:srgbClr val="7030A0"/>
                </a:solidFill>
              </a:rPr>
              <a:t>OE</a:t>
            </a:r>
            <a:r>
              <a:rPr lang="zh-CN" altLang="en-US" b="1" dirty="0"/>
              <a:t>为输出允许信号，用于控制三态输出</a:t>
            </a:r>
            <a:r>
              <a:rPr lang="zh-CN" altLang="en-US" b="1" dirty="0">
                <a:hlinkClick r:id="rId4"/>
              </a:rPr>
              <a:t>锁存器</a:t>
            </a:r>
            <a:r>
              <a:rPr lang="zh-CN" altLang="en-US" b="1" dirty="0"/>
              <a:t>向</a:t>
            </a:r>
            <a:r>
              <a:rPr lang="zh-CN" altLang="en-US" b="1" dirty="0">
                <a:hlinkClick r:id="rId5"/>
              </a:rPr>
              <a:t>单片机</a:t>
            </a:r>
            <a:r>
              <a:rPr lang="zh-CN" altLang="en-US" b="1" dirty="0"/>
              <a:t>输出转换得到的数据。</a:t>
            </a:r>
            <a:r>
              <a:rPr lang="en-US" altLang="zh-CN" b="1" dirty="0"/>
              <a:t>OE=1</a:t>
            </a:r>
            <a:r>
              <a:rPr lang="zh-CN" altLang="en-US" b="1" dirty="0"/>
              <a:t>，输出转换得到的数据</a:t>
            </a:r>
            <a:r>
              <a:rPr lang="en-US" altLang="zh-CN" b="1" dirty="0"/>
              <a:t>;OE=0</a:t>
            </a:r>
            <a:r>
              <a:rPr lang="zh-CN" altLang="en-US" b="1" dirty="0"/>
              <a:t>，输出数据线呈</a:t>
            </a:r>
            <a:r>
              <a:rPr lang="zh-CN" altLang="en-US" b="1" dirty="0">
                <a:hlinkClick r:id="rId6"/>
              </a:rPr>
              <a:t>高阻</a:t>
            </a:r>
            <a:r>
              <a:rPr lang="zh-CN" altLang="en-US" b="1" dirty="0"/>
              <a:t>状态。</a:t>
            </a:r>
            <a:r>
              <a:rPr lang="zh-CN" altLang="en-US" b="1" dirty="0">
                <a:solidFill>
                  <a:srgbClr val="FF0000"/>
                </a:solidFill>
              </a:rPr>
              <a:t>输出允许控制端，用于打开三态输出锁存器。</a:t>
            </a:r>
            <a:endParaRPr lang="en-US" altLang="zh-CN" b="1" dirty="0">
              <a:solidFill>
                <a:srgbClr val="FF0000"/>
              </a:solidFill>
            </a:endParaRPr>
          </a:p>
          <a:p>
            <a:pPr>
              <a:lnSpc>
                <a:spcPct val="150000"/>
              </a:lnSpc>
            </a:pPr>
            <a:r>
              <a:rPr lang="en-US" altLang="zh-CN" b="1" dirty="0">
                <a:solidFill>
                  <a:srgbClr val="7030A0"/>
                </a:solidFill>
              </a:rPr>
              <a:t>D7-D0 </a:t>
            </a:r>
            <a:r>
              <a:rPr lang="zh-CN" altLang="en-US" b="1" dirty="0"/>
              <a:t>为数字量输出线。</a:t>
            </a:r>
          </a:p>
          <a:p>
            <a:pPr>
              <a:lnSpc>
                <a:spcPct val="150000"/>
              </a:lnSpc>
            </a:pPr>
            <a:r>
              <a:rPr lang="en-US" altLang="zh-CN" b="1" dirty="0">
                <a:solidFill>
                  <a:srgbClr val="7030A0"/>
                </a:solidFill>
              </a:rPr>
              <a:t>CLK</a:t>
            </a:r>
            <a:r>
              <a:rPr lang="zh-CN" altLang="en-US" b="1" dirty="0"/>
              <a:t>为</a:t>
            </a:r>
            <a:r>
              <a:rPr lang="zh-CN" altLang="en-US" b="1" dirty="0">
                <a:hlinkClick r:id="rId7"/>
              </a:rPr>
              <a:t>时钟</a:t>
            </a:r>
            <a:r>
              <a:rPr lang="zh-CN" altLang="en-US" b="1" dirty="0"/>
              <a:t>输入信号线。因</a:t>
            </a:r>
            <a:r>
              <a:rPr lang="en-US" altLang="zh-CN" b="1" dirty="0">
                <a:hlinkClick r:id="rId8"/>
              </a:rPr>
              <a:t>ADC0809</a:t>
            </a:r>
            <a:r>
              <a:rPr lang="zh-CN" altLang="en-US" b="1" dirty="0"/>
              <a:t>的内部没有</a:t>
            </a:r>
            <a:r>
              <a:rPr lang="zh-CN" altLang="en-US" b="1" dirty="0">
                <a:hlinkClick r:id="rId9"/>
              </a:rPr>
              <a:t>时钟电路</a:t>
            </a:r>
            <a:r>
              <a:rPr lang="zh-CN" altLang="en-US" b="1" dirty="0"/>
              <a:t>，所需时钟信号必须由外界提供，</a:t>
            </a:r>
          </a:p>
          <a:p>
            <a:pPr>
              <a:lnSpc>
                <a:spcPct val="150000"/>
              </a:lnSpc>
            </a:pPr>
            <a:r>
              <a:rPr lang="zh-CN" altLang="en-US" b="1" dirty="0"/>
              <a:t>通常使用频率为</a:t>
            </a:r>
            <a:r>
              <a:rPr lang="en-US" altLang="zh-CN" b="1" dirty="0"/>
              <a:t>500KHZ</a:t>
            </a:r>
            <a:r>
              <a:rPr lang="zh-CN" altLang="en-US" b="1" dirty="0"/>
              <a:t>，</a:t>
            </a:r>
          </a:p>
          <a:p>
            <a:pPr>
              <a:lnSpc>
                <a:spcPct val="150000"/>
              </a:lnSpc>
            </a:pPr>
            <a:r>
              <a:rPr lang="en-US" altLang="zh-CN" b="1" dirty="0"/>
              <a:t>VREF(+)</a:t>
            </a:r>
            <a:r>
              <a:rPr lang="zh-CN" altLang="en-US" b="1" dirty="0"/>
              <a:t>，</a:t>
            </a:r>
            <a:r>
              <a:rPr lang="en-US" altLang="zh-CN" b="1" dirty="0"/>
              <a:t>VREF(-)</a:t>
            </a:r>
            <a:r>
              <a:rPr lang="zh-CN" altLang="en-US" b="1" dirty="0"/>
              <a:t>为</a:t>
            </a:r>
            <a:r>
              <a:rPr lang="zh-CN" altLang="en-US" b="1" dirty="0">
                <a:hlinkClick r:id="rId10"/>
              </a:rPr>
              <a:t>参考电压</a:t>
            </a:r>
            <a:r>
              <a:rPr lang="zh-CN" altLang="en-US" b="1" dirty="0"/>
              <a:t>输入。</a:t>
            </a:r>
          </a:p>
          <a:p>
            <a:pPr>
              <a:lnSpc>
                <a:spcPct val="150000"/>
              </a:lnSpc>
            </a:pPr>
            <a:endParaRPr lang="zh-CN" altLang="en-US" b="1" dirty="0"/>
          </a:p>
        </p:txBody>
      </p:sp>
    </p:spTree>
  </p:cSld>
  <p:clrMapOvr>
    <a:masterClrMapping/>
  </p:clrMapOvr>
  <p:transition spd="med">
    <p:zo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0034" y="428604"/>
            <a:ext cx="8215370" cy="5632311"/>
          </a:xfrm>
          <a:prstGeom prst="rect">
            <a:avLst/>
          </a:prstGeom>
          <a:noFill/>
        </p:spPr>
        <p:txBody>
          <a:bodyPr wrap="square" rtlCol="0">
            <a:spAutoFit/>
          </a:bodyPr>
          <a:lstStyle/>
          <a:p>
            <a:pPr>
              <a:lnSpc>
                <a:spcPct val="150000"/>
              </a:lnSpc>
            </a:pPr>
            <a:r>
              <a:rPr lang="en-US" altLang="zh-CN" sz="2400" b="1" dirty="0">
                <a:solidFill>
                  <a:srgbClr val="FF0000"/>
                </a:solidFill>
              </a:rPr>
              <a:t>ADC0809 </a:t>
            </a:r>
            <a:r>
              <a:rPr lang="zh-CN" altLang="en-US" sz="2400" b="1" dirty="0">
                <a:solidFill>
                  <a:srgbClr val="FF0000"/>
                </a:solidFill>
              </a:rPr>
              <a:t>应用说明</a:t>
            </a:r>
          </a:p>
          <a:p>
            <a:pPr>
              <a:lnSpc>
                <a:spcPct val="150000"/>
              </a:lnSpc>
            </a:pPr>
            <a:r>
              <a:rPr lang="en-US" altLang="zh-CN" sz="2400" b="1" dirty="0"/>
              <a:t>(1). ADC0809 </a:t>
            </a:r>
            <a:r>
              <a:rPr lang="zh-CN" altLang="en-US" sz="2400" b="1" dirty="0"/>
              <a:t>内部带有输出</a:t>
            </a:r>
            <a:r>
              <a:rPr lang="zh-CN" altLang="en-US" sz="2400" b="1" dirty="0">
                <a:hlinkClick r:id="rId2"/>
              </a:rPr>
              <a:t>锁存器</a:t>
            </a:r>
            <a:r>
              <a:rPr lang="zh-CN" altLang="en-US" sz="2400" b="1" dirty="0"/>
              <a:t>，可以与</a:t>
            </a:r>
            <a:r>
              <a:rPr lang="en-US" altLang="zh-CN" sz="2400" b="1" dirty="0"/>
              <a:t>AT89S51</a:t>
            </a:r>
            <a:r>
              <a:rPr lang="zh-CN" altLang="en-US" sz="2400" b="1" dirty="0"/>
              <a:t>，</a:t>
            </a:r>
            <a:r>
              <a:rPr lang="en-US" altLang="zh-CN" sz="2400" b="1" dirty="0"/>
              <a:t>STM32</a:t>
            </a:r>
            <a:r>
              <a:rPr lang="zh-CN" altLang="en-US" sz="2400" b="1" dirty="0"/>
              <a:t>等单片机直接相连。</a:t>
            </a:r>
          </a:p>
          <a:p>
            <a:pPr>
              <a:lnSpc>
                <a:spcPct val="150000"/>
              </a:lnSpc>
            </a:pPr>
            <a:r>
              <a:rPr lang="en-US" altLang="zh-CN" sz="2400" b="1" dirty="0"/>
              <a:t>(2). </a:t>
            </a:r>
            <a:r>
              <a:rPr lang="zh-CN" altLang="en-US" sz="2400" b="1" dirty="0"/>
              <a:t>初始化时，使</a:t>
            </a:r>
            <a:r>
              <a:rPr lang="en-US" altLang="zh-CN" sz="2400" b="1" dirty="0"/>
              <a:t>ST </a:t>
            </a:r>
            <a:r>
              <a:rPr lang="zh-CN" altLang="en-US" sz="2400" b="1" dirty="0"/>
              <a:t>和</a:t>
            </a:r>
            <a:r>
              <a:rPr lang="en-US" altLang="zh-CN" sz="2400" b="1" dirty="0"/>
              <a:t>OE</a:t>
            </a:r>
            <a:r>
              <a:rPr lang="zh-CN" altLang="en-US" sz="2400" b="1" dirty="0"/>
              <a:t>信号全为</a:t>
            </a:r>
            <a:r>
              <a:rPr lang="zh-CN" altLang="en-US" sz="2400" b="1" dirty="0">
                <a:hlinkClick r:id="rId3"/>
              </a:rPr>
              <a:t>低电平</a:t>
            </a:r>
            <a:r>
              <a:rPr lang="zh-CN" altLang="en-US" sz="2400" b="1" dirty="0"/>
              <a:t>。</a:t>
            </a:r>
          </a:p>
          <a:p>
            <a:pPr>
              <a:lnSpc>
                <a:spcPct val="150000"/>
              </a:lnSpc>
            </a:pPr>
            <a:r>
              <a:rPr lang="en-US" altLang="zh-CN" sz="2400" b="1" dirty="0"/>
              <a:t>(3). </a:t>
            </a:r>
            <a:r>
              <a:rPr lang="zh-CN" altLang="en-US" sz="2400" b="1" dirty="0"/>
              <a:t>送要转换的哪一通道的地址到</a:t>
            </a:r>
            <a:r>
              <a:rPr lang="en-US" altLang="zh-CN" sz="2400" b="1" dirty="0"/>
              <a:t>A</a:t>
            </a:r>
            <a:r>
              <a:rPr lang="zh-CN" altLang="en-US" sz="2400" b="1" dirty="0"/>
              <a:t>，</a:t>
            </a:r>
            <a:r>
              <a:rPr lang="en-US" altLang="zh-CN" sz="2400" b="1" dirty="0"/>
              <a:t>B</a:t>
            </a:r>
            <a:r>
              <a:rPr lang="zh-CN" altLang="en-US" sz="2400" b="1" dirty="0"/>
              <a:t>，</a:t>
            </a:r>
            <a:r>
              <a:rPr lang="en-US" altLang="zh-CN" sz="2400" b="1" dirty="0"/>
              <a:t>C </a:t>
            </a:r>
            <a:r>
              <a:rPr lang="zh-CN" altLang="en-US" sz="2400" b="1" dirty="0"/>
              <a:t>端口上。</a:t>
            </a:r>
          </a:p>
          <a:p>
            <a:pPr>
              <a:lnSpc>
                <a:spcPct val="150000"/>
              </a:lnSpc>
            </a:pPr>
            <a:r>
              <a:rPr lang="en-US" altLang="zh-CN" sz="2400" b="1" dirty="0"/>
              <a:t>(4). </a:t>
            </a:r>
            <a:r>
              <a:rPr lang="zh-CN" altLang="en-US" sz="2400" b="1" dirty="0"/>
              <a:t>在</a:t>
            </a:r>
            <a:r>
              <a:rPr lang="en-US" altLang="zh-CN" sz="2400" b="1" dirty="0"/>
              <a:t>ST </a:t>
            </a:r>
            <a:r>
              <a:rPr lang="zh-CN" altLang="en-US" sz="2400" b="1" dirty="0"/>
              <a:t>端给出一个至少有</a:t>
            </a:r>
            <a:r>
              <a:rPr lang="en-US" altLang="zh-CN" sz="2400" b="1" dirty="0"/>
              <a:t>100ns </a:t>
            </a:r>
            <a:r>
              <a:rPr lang="zh-CN" altLang="en-US" sz="2400" b="1" dirty="0"/>
              <a:t>宽的正</a:t>
            </a:r>
            <a:r>
              <a:rPr lang="zh-CN" altLang="en-US" sz="2400" b="1" dirty="0">
                <a:hlinkClick r:id="rId4"/>
              </a:rPr>
              <a:t>脉冲信号</a:t>
            </a:r>
            <a:r>
              <a:rPr lang="zh-CN" altLang="en-US" sz="2400" b="1" dirty="0"/>
              <a:t>。</a:t>
            </a:r>
          </a:p>
          <a:p>
            <a:pPr>
              <a:lnSpc>
                <a:spcPct val="150000"/>
              </a:lnSpc>
            </a:pPr>
            <a:r>
              <a:rPr lang="en-US" altLang="zh-CN" sz="2400" b="1" dirty="0"/>
              <a:t>(5). </a:t>
            </a:r>
            <a:r>
              <a:rPr lang="zh-CN" altLang="en-US" sz="2400" b="1" dirty="0"/>
              <a:t>是否转换完毕，我们根据</a:t>
            </a:r>
            <a:r>
              <a:rPr lang="en-US" altLang="zh-CN" sz="2400" b="1" dirty="0"/>
              <a:t>EOC </a:t>
            </a:r>
            <a:r>
              <a:rPr lang="zh-CN" altLang="en-US" sz="2400" b="1" dirty="0"/>
              <a:t>信号来判断。</a:t>
            </a:r>
          </a:p>
          <a:p>
            <a:pPr>
              <a:lnSpc>
                <a:spcPct val="150000"/>
              </a:lnSpc>
            </a:pPr>
            <a:r>
              <a:rPr lang="en-US" altLang="zh-CN" sz="2400" b="1" dirty="0"/>
              <a:t>(6). </a:t>
            </a:r>
            <a:r>
              <a:rPr lang="zh-CN" altLang="en-US" sz="2400" b="1" dirty="0"/>
              <a:t>当</a:t>
            </a:r>
            <a:r>
              <a:rPr lang="en-US" altLang="zh-CN" sz="2400" b="1" dirty="0">
                <a:hlinkClick r:id="rId5"/>
              </a:rPr>
              <a:t>EOC</a:t>
            </a:r>
            <a:r>
              <a:rPr lang="zh-CN" altLang="en-US" sz="2400" b="1" dirty="0"/>
              <a:t>变为高电平时，这时给</a:t>
            </a:r>
            <a:r>
              <a:rPr lang="en-US" altLang="zh-CN" sz="2400" b="1" dirty="0"/>
              <a:t>OE </a:t>
            </a:r>
            <a:r>
              <a:rPr lang="zh-CN" altLang="en-US" sz="2400" b="1" dirty="0"/>
              <a:t>为</a:t>
            </a:r>
            <a:r>
              <a:rPr lang="zh-CN" altLang="en-US" sz="2400" b="1" dirty="0">
                <a:hlinkClick r:id="rId6"/>
              </a:rPr>
              <a:t>高电平</a:t>
            </a:r>
            <a:r>
              <a:rPr lang="zh-CN" altLang="en-US" sz="2400" b="1" dirty="0"/>
              <a:t>，转换的数据就输出给</a:t>
            </a:r>
            <a:r>
              <a:rPr lang="zh-CN" altLang="en-US" sz="2400" b="1" dirty="0">
                <a:hlinkClick r:id="rId7"/>
              </a:rPr>
              <a:t>单片机</a:t>
            </a:r>
            <a:r>
              <a:rPr lang="zh-CN" altLang="en-US" sz="2400" b="1" dirty="0"/>
              <a:t>了。</a:t>
            </a:r>
          </a:p>
          <a:p>
            <a:pPr>
              <a:lnSpc>
                <a:spcPct val="150000"/>
              </a:lnSpc>
            </a:pPr>
            <a:endParaRPr lang="zh-CN" altLang="en-US" sz="2400" b="1" dirty="0"/>
          </a:p>
        </p:txBody>
      </p:sp>
      <mc:AlternateContent xmlns:mc="http://schemas.openxmlformats.org/markup-compatibility/2006" xmlns:p14="http://schemas.microsoft.com/office/powerpoint/2010/main">
        <mc:Choice Requires="p14">
          <p:contentPart p14:bwMode="auto" r:id="rId8">
            <p14:nvContentPartPr>
              <p14:cNvPr id="3" name="墨迹 2">
                <a:extLst>
                  <a:ext uri="{FF2B5EF4-FFF2-40B4-BE49-F238E27FC236}">
                    <a16:creationId xmlns:a16="http://schemas.microsoft.com/office/drawing/2014/main" id="{344BE996-EA1C-7400-8A42-2BFA13933D66}"/>
                  </a:ext>
                </a:extLst>
              </p14:cNvPr>
              <p14:cNvContentPartPr/>
              <p14:nvPr/>
            </p14:nvContentPartPr>
            <p14:xfrm>
              <a:off x="4381360" y="1244280"/>
              <a:ext cx="710640" cy="51480"/>
            </p14:xfrm>
          </p:contentPart>
        </mc:Choice>
        <mc:Fallback xmlns="">
          <p:pic>
            <p:nvPicPr>
              <p:cNvPr id="3" name="墨迹 2">
                <a:extLst>
                  <a:ext uri="{FF2B5EF4-FFF2-40B4-BE49-F238E27FC236}">
                    <a16:creationId xmlns:a16="http://schemas.microsoft.com/office/drawing/2014/main" id="{344BE996-EA1C-7400-8A42-2BFA13933D66}"/>
                  </a:ext>
                </a:extLst>
              </p:cNvPr>
              <p:cNvPicPr/>
              <p:nvPr/>
            </p:nvPicPr>
            <p:blipFill>
              <a:blip r:embed="rId9"/>
              <a:stretch>
                <a:fillRect/>
              </a:stretch>
            </p:blipFill>
            <p:spPr>
              <a:xfrm>
                <a:off x="4327720" y="1136640"/>
                <a:ext cx="818280" cy="267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 name="墨迹 3">
                <a:extLst>
                  <a:ext uri="{FF2B5EF4-FFF2-40B4-BE49-F238E27FC236}">
                    <a16:creationId xmlns:a16="http://schemas.microsoft.com/office/drawing/2014/main" id="{48202459-96E5-B607-05EA-93F8DBBFF2ED}"/>
                  </a:ext>
                </a:extLst>
              </p14:cNvPr>
              <p14:cNvContentPartPr/>
              <p14:nvPr/>
            </p14:nvContentPartPr>
            <p14:xfrm>
              <a:off x="4362280" y="1371000"/>
              <a:ext cx="723240" cy="45360"/>
            </p14:xfrm>
          </p:contentPart>
        </mc:Choice>
        <mc:Fallback xmlns="">
          <p:pic>
            <p:nvPicPr>
              <p:cNvPr id="4" name="墨迹 3">
                <a:extLst>
                  <a:ext uri="{FF2B5EF4-FFF2-40B4-BE49-F238E27FC236}">
                    <a16:creationId xmlns:a16="http://schemas.microsoft.com/office/drawing/2014/main" id="{48202459-96E5-B607-05EA-93F8DBBFF2ED}"/>
                  </a:ext>
                </a:extLst>
              </p:cNvPr>
              <p:cNvPicPr/>
              <p:nvPr/>
            </p:nvPicPr>
            <p:blipFill>
              <a:blip r:embed="rId11"/>
              <a:stretch>
                <a:fillRect/>
              </a:stretch>
            </p:blipFill>
            <p:spPr>
              <a:xfrm>
                <a:off x="4308640" y="1263000"/>
                <a:ext cx="830880" cy="261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5" name="墨迹 4">
                <a:extLst>
                  <a:ext uri="{FF2B5EF4-FFF2-40B4-BE49-F238E27FC236}">
                    <a16:creationId xmlns:a16="http://schemas.microsoft.com/office/drawing/2014/main" id="{E9A7E81F-F037-4DC8-EB5D-EABDBDFD694E}"/>
                  </a:ext>
                </a:extLst>
              </p14:cNvPr>
              <p14:cNvContentPartPr/>
              <p14:nvPr/>
            </p14:nvContentPartPr>
            <p14:xfrm>
              <a:off x="6470440" y="1256880"/>
              <a:ext cx="1051200" cy="38520"/>
            </p14:xfrm>
          </p:contentPart>
        </mc:Choice>
        <mc:Fallback xmlns="">
          <p:pic>
            <p:nvPicPr>
              <p:cNvPr id="5" name="墨迹 4">
                <a:extLst>
                  <a:ext uri="{FF2B5EF4-FFF2-40B4-BE49-F238E27FC236}">
                    <a16:creationId xmlns:a16="http://schemas.microsoft.com/office/drawing/2014/main" id="{E9A7E81F-F037-4DC8-EB5D-EABDBDFD694E}"/>
                  </a:ext>
                </a:extLst>
              </p:cNvPr>
              <p:cNvPicPr/>
              <p:nvPr/>
            </p:nvPicPr>
            <p:blipFill>
              <a:blip r:embed="rId13"/>
              <a:stretch>
                <a:fillRect/>
              </a:stretch>
            </p:blipFill>
            <p:spPr>
              <a:xfrm>
                <a:off x="6416800" y="1148880"/>
                <a:ext cx="1158840" cy="2541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6" name="墨迹 5">
                <a:extLst>
                  <a:ext uri="{FF2B5EF4-FFF2-40B4-BE49-F238E27FC236}">
                    <a16:creationId xmlns:a16="http://schemas.microsoft.com/office/drawing/2014/main" id="{977E0456-5930-745A-0290-13ADCB7C0119}"/>
                  </a:ext>
                </a:extLst>
              </p14:cNvPr>
              <p14:cNvContentPartPr/>
              <p14:nvPr/>
            </p14:nvContentPartPr>
            <p14:xfrm>
              <a:off x="609280" y="1828560"/>
              <a:ext cx="3314520" cy="114840"/>
            </p14:xfrm>
          </p:contentPart>
        </mc:Choice>
        <mc:Fallback xmlns="">
          <p:pic>
            <p:nvPicPr>
              <p:cNvPr id="6" name="墨迹 5">
                <a:extLst>
                  <a:ext uri="{FF2B5EF4-FFF2-40B4-BE49-F238E27FC236}">
                    <a16:creationId xmlns:a16="http://schemas.microsoft.com/office/drawing/2014/main" id="{977E0456-5930-745A-0290-13ADCB7C0119}"/>
                  </a:ext>
                </a:extLst>
              </p:cNvPr>
              <p:cNvPicPr/>
              <p:nvPr/>
            </p:nvPicPr>
            <p:blipFill>
              <a:blip r:embed="rId15"/>
              <a:stretch>
                <a:fillRect/>
              </a:stretch>
            </p:blipFill>
            <p:spPr>
              <a:xfrm>
                <a:off x="555640" y="1720560"/>
                <a:ext cx="342216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7" name="墨迹 6">
                <a:extLst>
                  <a:ext uri="{FF2B5EF4-FFF2-40B4-BE49-F238E27FC236}">
                    <a16:creationId xmlns:a16="http://schemas.microsoft.com/office/drawing/2014/main" id="{1B8D3586-903B-DAA6-FDC6-CD0D5C33731F}"/>
                  </a:ext>
                </a:extLst>
              </p14:cNvPr>
              <p14:cNvContentPartPr/>
              <p14:nvPr/>
            </p14:nvContentPartPr>
            <p14:xfrm>
              <a:off x="2692240" y="2425440"/>
              <a:ext cx="3276360" cy="89640"/>
            </p14:xfrm>
          </p:contentPart>
        </mc:Choice>
        <mc:Fallback xmlns="">
          <p:pic>
            <p:nvPicPr>
              <p:cNvPr id="7" name="墨迹 6">
                <a:extLst>
                  <a:ext uri="{FF2B5EF4-FFF2-40B4-BE49-F238E27FC236}">
                    <a16:creationId xmlns:a16="http://schemas.microsoft.com/office/drawing/2014/main" id="{1B8D3586-903B-DAA6-FDC6-CD0D5C33731F}"/>
                  </a:ext>
                </a:extLst>
              </p:cNvPr>
              <p:cNvPicPr/>
              <p:nvPr/>
            </p:nvPicPr>
            <p:blipFill>
              <a:blip r:embed="rId17"/>
              <a:stretch>
                <a:fillRect/>
              </a:stretch>
            </p:blipFill>
            <p:spPr>
              <a:xfrm>
                <a:off x="2638600" y="2317440"/>
                <a:ext cx="338400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8" name="墨迹 7">
                <a:extLst>
                  <a:ext uri="{FF2B5EF4-FFF2-40B4-BE49-F238E27FC236}">
                    <a16:creationId xmlns:a16="http://schemas.microsoft.com/office/drawing/2014/main" id="{A607192C-E502-14FE-7FC5-197EFD198921}"/>
                  </a:ext>
                </a:extLst>
              </p14:cNvPr>
              <p14:cNvContentPartPr/>
              <p14:nvPr/>
            </p14:nvContentPartPr>
            <p14:xfrm>
              <a:off x="5212960" y="2431200"/>
              <a:ext cx="1054080" cy="39240"/>
            </p14:xfrm>
          </p:contentPart>
        </mc:Choice>
        <mc:Fallback xmlns="">
          <p:pic>
            <p:nvPicPr>
              <p:cNvPr id="8" name="墨迹 7">
                <a:extLst>
                  <a:ext uri="{FF2B5EF4-FFF2-40B4-BE49-F238E27FC236}">
                    <a16:creationId xmlns:a16="http://schemas.microsoft.com/office/drawing/2014/main" id="{A607192C-E502-14FE-7FC5-197EFD198921}"/>
                  </a:ext>
                </a:extLst>
              </p:cNvPr>
              <p:cNvPicPr/>
              <p:nvPr/>
            </p:nvPicPr>
            <p:blipFill>
              <a:blip r:embed="rId19"/>
              <a:stretch>
                <a:fillRect/>
              </a:stretch>
            </p:blipFill>
            <p:spPr>
              <a:xfrm>
                <a:off x="5159320" y="2323200"/>
                <a:ext cx="1161720" cy="254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 name="墨迹 8">
                <a:extLst>
                  <a:ext uri="{FF2B5EF4-FFF2-40B4-BE49-F238E27FC236}">
                    <a16:creationId xmlns:a16="http://schemas.microsoft.com/office/drawing/2014/main" id="{062BBD1D-7AA6-5BB1-070D-7549945A6DCD}"/>
                  </a:ext>
                </a:extLst>
              </p14:cNvPr>
              <p14:cNvContentPartPr/>
              <p14:nvPr/>
            </p14:nvContentPartPr>
            <p14:xfrm>
              <a:off x="2749480" y="2971560"/>
              <a:ext cx="4228920" cy="70920"/>
            </p14:xfrm>
          </p:contentPart>
        </mc:Choice>
        <mc:Fallback xmlns="">
          <p:pic>
            <p:nvPicPr>
              <p:cNvPr id="9" name="墨迹 8">
                <a:extLst>
                  <a:ext uri="{FF2B5EF4-FFF2-40B4-BE49-F238E27FC236}">
                    <a16:creationId xmlns:a16="http://schemas.microsoft.com/office/drawing/2014/main" id="{062BBD1D-7AA6-5BB1-070D-7549945A6DCD}"/>
                  </a:ext>
                </a:extLst>
              </p:cNvPr>
              <p:cNvPicPr/>
              <p:nvPr/>
            </p:nvPicPr>
            <p:blipFill>
              <a:blip r:embed="rId21"/>
              <a:stretch>
                <a:fillRect/>
              </a:stretch>
            </p:blipFill>
            <p:spPr>
              <a:xfrm>
                <a:off x="2695840" y="2863920"/>
                <a:ext cx="4336560" cy="2865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0" name="墨迹 9">
                <a:extLst>
                  <a:ext uri="{FF2B5EF4-FFF2-40B4-BE49-F238E27FC236}">
                    <a16:creationId xmlns:a16="http://schemas.microsoft.com/office/drawing/2014/main" id="{FDE76836-6D70-FFA8-DAAC-C28049A1DDBA}"/>
                  </a:ext>
                </a:extLst>
              </p14:cNvPr>
              <p14:cNvContentPartPr/>
              <p14:nvPr/>
            </p14:nvContentPartPr>
            <p14:xfrm>
              <a:off x="5079760" y="2851680"/>
              <a:ext cx="2191320" cy="75960"/>
            </p14:xfrm>
          </p:contentPart>
        </mc:Choice>
        <mc:Fallback xmlns="">
          <p:pic>
            <p:nvPicPr>
              <p:cNvPr id="10" name="墨迹 9">
                <a:extLst>
                  <a:ext uri="{FF2B5EF4-FFF2-40B4-BE49-F238E27FC236}">
                    <a16:creationId xmlns:a16="http://schemas.microsoft.com/office/drawing/2014/main" id="{FDE76836-6D70-FFA8-DAAC-C28049A1DDBA}"/>
                  </a:ext>
                </a:extLst>
              </p:cNvPr>
              <p:cNvPicPr/>
              <p:nvPr/>
            </p:nvPicPr>
            <p:blipFill>
              <a:blip r:embed="rId23"/>
              <a:stretch>
                <a:fillRect/>
              </a:stretch>
            </p:blipFill>
            <p:spPr>
              <a:xfrm>
                <a:off x="5026120" y="2743680"/>
                <a:ext cx="2298960" cy="291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 name="墨迹 10">
                <a:extLst>
                  <a:ext uri="{FF2B5EF4-FFF2-40B4-BE49-F238E27FC236}">
                    <a16:creationId xmlns:a16="http://schemas.microsoft.com/office/drawing/2014/main" id="{5F34481E-E5EC-F609-8B7A-6D6453393ECF}"/>
                  </a:ext>
                </a:extLst>
              </p14:cNvPr>
              <p14:cNvContentPartPr/>
              <p14:nvPr/>
            </p14:nvContentPartPr>
            <p14:xfrm>
              <a:off x="7099000" y="2920800"/>
              <a:ext cx="203400" cy="360"/>
            </p14:xfrm>
          </p:contentPart>
        </mc:Choice>
        <mc:Fallback xmlns="">
          <p:pic>
            <p:nvPicPr>
              <p:cNvPr id="11" name="墨迹 10">
                <a:extLst>
                  <a:ext uri="{FF2B5EF4-FFF2-40B4-BE49-F238E27FC236}">
                    <a16:creationId xmlns:a16="http://schemas.microsoft.com/office/drawing/2014/main" id="{5F34481E-E5EC-F609-8B7A-6D6453393ECF}"/>
                  </a:ext>
                </a:extLst>
              </p:cNvPr>
              <p:cNvPicPr/>
              <p:nvPr/>
            </p:nvPicPr>
            <p:blipFill>
              <a:blip r:embed="rId25"/>
              <a:stretch>
                <a:fillRect/>
              </a:stretch>
            </p:blipFill>
            <p:spPr>
              <a:xfrm>
                <a:off x="7045360" y="2813160"/>
                <a:ext cx="311040" cy="2160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2" name="墨迹 11">
                <a:extLst>
                  <a:ext uri="{FF2B5EF4-FFF2-40B4-BE49-F238E27FC236}">
                    <a16:creationId xmlns:a16="http://schemas.microsoft.com/office/drawing/2014/main" id="{374A17CC-91BE-C289-306F-CBF19C22C0E2}"/>
                  </a:ext>
                </a:extLst>
              </p14:cNvPr>
              <p14:cNvContentPartPr/>
              <p14:nvPr/>
            </p14:nvContentPartPr>
            <p14:xfrm>
              <a:off x="7035640" y="2970120"/>
              <a:ext cx="266760" cy="14760"/>
            </p14:xfrm>
          </p:contentPart>
        </mc:Choice>
        <mc:Fallback xmlns="">
          <p:pic>
            <p:nvPicPr>
              <p:cNvPr id="12" name="墨迹 11">
                <a:extLst>
                  <a:ext uri="{FF2B5EF4-FFF2-40B4-BE49-F238E27FC236}">
                    <a16:creationId xmlns:a16="http://schemas.microsoft.com/office/drawing/2014/main" id="{374A17CC-91BE-C289-306F-CBF19C22C0E2}"/>
                  </a:ext>
                </a:extLst>
              </p:cNvPr>
              <p:cNvPicPr/>
              <p:nvPr/>
            </p:nvPicPr>
            <p:blipFill>
              <a:blip r:embed="rId27"/>
              <a:stretch>
                <a:fillRect/>
              </a:stretch>
            </p:blipFill>
            <p:spPr>
              <a:xfrm>
                <a:off x="6982000" y="2862480"/>
                <a:ext cx="37440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3" name="墨迹 12">
                <a:extLst>
                  <a:ext uri="{FF2B5EF4-FFF2-40B4-BE49-F238E27FC236}">
                    <a16:creationId xmlns:a16="http://schemas.microsoft.com/office/drawing/2014/main" id="{B3E22842-5B47-23DB-757C-752FCA8B0699}"/>
                  </a:ext>
                </a:extLst>
              </p14:cNvPr>
              <p14:cNvContentPartPr/>
              <p14:nvPr/>
            </p14:nvContentPartPr>
            <p14:xfrm>
              <a:off x="1961800" y="3451800"/>
              <a:ext cx="5358240" cy="79560"/>
            </p14:xfrm>
          </p:contentPart>
        </mc:Choice>
        <mc:Fallback xmlns="">
          <p:pic>
            <p:nvPicPr>
              <p:cNvPr id="13" name="墨迹 12">
                <a:extLst>
                  <a:ext uri="{FF2B5EF4-FFF2-40B4-BE49-F238E27FC236}">
                    <a16:creationId xmlns:a16="http://schemas.microsoft.com/office/drawing/2014/main" id="{B3E22842-5B47-23DB-757C-752FCA8B0699}"/>
                  </a:ext>
                </a:extLst>
              </p:cNvPr>
              <p:cNvPicPr/>
              <p:nvPr/>
            </p:nvPicPr>
            <p:blipFill>
              <a:blip r:embed="rId29"/>
              <a:stretch>
                <a:fillRect/>
              </a:stretch>
            </p:blipFill>
            <p:spPr>
              <a:xfrm>
                <a:off x="1908160" y="3343800"/>
                <a:ext cx="546588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4" name="墨迹 13">
                <a:extLst>
                  <a:ext uri="{FF2B5EF4-FFF2-40B4-BE49-F238E27FC236}">
                    <a16:creationId xmlns:a16="http://schemas.microsoft.com/office/drawing/2014/main" id="{106110AB-A7F1-CD43-6578-C341D99866EC}"/>
                  </a:ext>
                </a:extLst>
              </p14:cNvPr>
              <p14:cNvContentPartPr/>
              <p14:nvPr/>
            </p14:nvContentPartPr>
            <p14:xfrm>
              <a:off x="1168360" y="4895400"/>
              <a:ext cx="7124040" cy="51480"/>
            </p14:xfrm>
          </p:contentPart>
        </mc:Choice>
        <mc:Fallback xmlns="">
          <p:pic>
            <p:nvPicPr>
              <p:cNvPr id="14" name="墨迹 13">
                <a:extLst>
                  <a:ext uri="{FF2B5EF4-FFF2-40B4-BE49-F238E27FC236}">
                    <a16:creationId xmlns:a16="http://schemas.microsoft.com/office/drawing/2014/main" id="{106110AB-A7F1-CD43-6578-C341D99866EC}"/>
                  </a:ext>
                </a:extLst>
              </p:cNvPr>
              <p:cNvPicPr/>
              <p:nvPr/>
            </p:nvPicPr>
            <p:blipFill>
              <a:blip r:embed="rId31"/>
              <a:stretch>
                <a:fillRect/>
              </a:stretch>
            </p:blipFill>
            <p:spPr>
              <a:xfrm>
                <a:off x="1150720" y="4877400"/>
                <a:ext cx="715968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5" name="墨迹 14">
                <a:extLst>
                  <a:ext uri="{FF2B5EF4-FFF2-40B4-BE49-F238E27FC236}">
                    <a16:creationId xmlns:a16="http://schemas.microsoft.com/office/drawing/2014/main" id="{BAB8A11D-B010-60DB-32E8-5D18AF433605}"/>
                  </a:ext>
                </a:extLst>
              </p14:cNvPr>
              <p14:cNvContentPartPr/>
              <p14:nvPr/>
            </p14:nvContentPartPr>
            <p14:xfrm>
              <a:off x="647440" y="5384640"/>
              <a:ext cx="2807280" cy="51840"/>
            </p14:xfrm>
          </p:contentPart>
        </mc:Choice>
        <mc:Fallback xmlns="">
          <p:pic>
            <p:nvPicPr>
              <p:cNvPr id="15" name="墨迹 14">
                <a:extLst>
                  <a:ext uri="{FF2B5EF4-FFF2-40B4-BE49-F238E27FC236}">
                    <a16:creationId xmlns:a16="http://schemas.microsoft.com/office/drawing/2014/main" id="{BAB8A11D-B010-60DB-32E8-5D18AF433605}"/>
                  </a:ext>
                </a:extLst>
              </p:cNvPr>
              <p:cNvPicPr/>
              <p:nvPr/>
            </p:nvPicPr>
            <p:blipFill>
              <a:blip r:embed="rId33"/>
              <a:stretch>
                <a:fillRect/>
              </a:stretch>
            </p:blipFill>
            <p:spPr>
              <a:xfrm>
                <a:off x="629800" y="5366640"/>
                <a:ext cx="284292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 name="墨迹 15">
                <a:extLst>
                  <a:ext uri="{FF2B5EF4-FFF2-40B4-BE49-F238E27FC236}">
                    <a16:creationId xmlns:a16="http://schemas.microsoft.com/office/drawing/2014/main" id="{C106EFC8-6053-728F-A9D0-2CBB2D8AAE2B}"/>
                  </a:ext>
                </a:extLst>
              </p14:cNvPr>
              <p14:cNvContentPartPr/>
              <p14:nvPr/>
            </p14:nvContentPartPr>
            <p14:xfrm>
              <a:off x="1345840" y="4305000"/>
              <a:ext cx="5303160" cy="127440"/>
            </p14:xfrm>
          </p:contentPart>
        </mc:Choice>
        <mc:Fallback xmlns="">
          <p:pic>
            <p:nvPicPr>
              <p:cNvPr id="16" name="墨迹 15">
                <a:extLst>
                  <a:ext uri="{FF2B5EF4-FFF2-40B4-BE49-F238E27FC236}">
                    <a16:creationId xmlns:a16="http://schemas.microsoft.com/office/drawing/2014/main" id="{C106EFC8-6053-728F-A9D0-2CBB2D8AAE2B}"/>
                  </a:ext>
                </a:extLst>
              </p:cNvPr>
              <p:cNvPicPr/>
              <p:nvPr/>
            </p:nvPicPr>
            <p:blipFill>
              <a:blip r:embed="rId35"/>
              <a:stretch>
                <a:fillRect/>
              </a:stretch>
            </p:blipFill>
            <p:spPr>
              <a:xfrm>
                <a:off x="1328200" y="4287360"/>
                <a:ext cx="533880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7" name="墨迹 16">
                <a:extLst>
                  <a:ext uri="{FF2B5EF4-FFF2-40B4-BE49-F238E27FC236}">
                    <a16:creationId xmlns:a16="http://schemas.microsoft.com/office/drawing/2014/main" id="{A14A9836-BE26-93DA-4443-94E9D2ED0470}"/>
                  </a:ext>
                </a:extLst>
              </p14:cNvPr>
              <p14:cNvContentPartPr/>
              <p14:nvPr/>
            </p14:nvContentPartPr>
            <p14:xfrm>
              <a:off x="1130200" y="4527120"/>
              <a:ext cx="7124040" cy="147600"/>
            </p14:xfrm>
          </p:contentPart>
        </mc:Choice>
        <mc:Fallback xmlns="">
          <p:pic>
            <p:nvPicPr>
              <p:cNvPr id="17" name="墨迹 16">
                <a:extLst>
                  <a:ext uri="{FF2B5EF4-FFF2-40B4-BE49-F238E27FC236}">
                    <a16:creationId xmlns:a16="http://schemas.microsoft.com/office/drawing/2014/main" id="{A14A9836-BE26-93DA-4443-94E9D2ED0470}"/>
                  </a:ext>
                </a:extLst>
              </p:cNvPr>
              <p:cNvPicPr/>
              <p:nvPr/>
            </p:nvPicPr>
            <p:blipFill>
              <a:blip r:embed="rId37"/>
              <a:stretch>
                <a:fillRect/>
              </a:stretch>
            </p:blipFill>
            <p:spPr>
              <a:xfrm>
                <a:off x="1076560" y="4419120"/>
                <a:ext cx="7231680" cy="363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 name="墨迹 17">
                <a:extLst>
                  <a:ext uri="{FF2B5EF4-FFF2-40B4-BE49-F238E27FC236}">
                    <a16:creationId xmlns:a16="http://schemas.microsoft.com/office/drawing/2014/main" id="{3D75E035-1077-D40F-D29C-B9B36E25B071}"/>
                  </a:ext>
                </a:extLst>
              </p14:cNvPr>
              <p14:cNvContentPartPr/>
              <p14:nvPr/>
            </p14:nvContentPartPr>
            <p14:xfrm>
              <a:off x="634840" y="5168280"/>
              <a:ext cx="2641320" cy="83520"/>
            </p14:xfrm>
          </p:contentPart>
        </mc:Choice>
        <mc:Fallback xmlns="">
          <p:pic>
            <p:nvPicPr>
              <p:cNvPr id="18" name="墨迹 17">
                <a:extLst>
                  <a:ext uri="{FF2B5EF4-FFF2-40B4-BE49-F238E27FC236}">
                    <a16:creationId xmlns:a16="http://schemas.microsoft.com/office/drawing/2014/main" id="{3D75E035-1077-D40F-D29C-B9B36E25B071}"/>
                  </a:ext>
                </a:extLst>
              </p:cNvPr>
              <p:cNvPicPr/>
              <p:nvPr/>
            </p:nvPicPr>
            <p:blipFill>
              <a:blip r:embed="rId39"/>
              <a:stretch>
                <a:fillRect/>
              </a:stretch>
            </p:blipFill>
            <p:spPr>
              <a:xfrm>
                <a:off x="581200" y="5060280"/>
                <a:ext cx="2748960" cy="29916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9" name="墨迹 18">
                <a:extLst>
                  <a:ext uri="{FF2B5EF4-FFF2-40B4-BE49-F238E27FC236}">
                    <a16:creationId xmlns:a16="http://schemas.microsoft.com/office/drawing/2014/main" id="{BD788CBC-6DB0-8F8B-D53D-6336B67FCB35}"/>
                  </a:ext>
                </a:extLst>
              </p14:cNvPr>
              <p14:cNvContentPartPr/>
              <p14:nvPr/>
            </p14:nvContentPartPr>
            <p14:xfrm>
              <a:off x="1244320" y="4628640"/>
              <a:ext cx="7149960" cy="51840"/>
            </p14:xfrm>
          </p:contentPart>
        </mc:Choice>
        <mc:Fallback xmlns="">
          <p:pic>
            <p:nvPicPr>
              <p:cNvPr id="19" name="墨迹 18">
                <a:extLst>
                  <a:ext uri="{FF2B5EF4-FFF2-40B4-BE49-F238E27FC236}">
                    <a16:creationId xmlns:a16="http://schemas.microsoft.com/office/drawing/2014/main" id="{BD788CBC-6DB0-8F8B-D53D-6336B67FCB35}"/>
                  </a:ext>
                </a:extLst>
              </p:cNvPr>
              <p:cNvPicPr/>
              <p:nvPr/>
            </p:nvPicPr>
            <p:blipFill>
              <a:blip r:embed="rId41"/>
              <a:stretch>
                <a:fillRect/>
              </a:stretch>
            </p:blipFill>
            <p:spPr>
              <a:xfrm>
                <a:off x="1190680" y="4520640"/>
                <a:ext cx="725760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0" name="墨迹 19">
                <a:extLst>
                  <a:ext uri="{FF2B5EF4-FFF2-40B4-BE49-F238E27FC236}">
                    <a16:creationId xmlns:a16="http://schemas.microsoft.com/office/drawing/2014/main" id="{5DE0F18A-3D08-B974-EF47-A7F8DE6ADA1D}"/>
                  </a:ext>
                </a:extLst>
              </p14:cNvPr>
              <p14:cNvContentPartPr/>
              <p14:nvPr/>
            </p14:nvContentPartPr>
            <p14:xfrm>
              <a:off x="729880" y="5104920"/>
              <a:ext cx="2717640" cy="108720"/>
            </p14:xfrm>
          </p:contentPart>
        </mc:Choice>
        <mc:Fallback xmlns="">
          <p:pic>
            <p:nvPicPr>
              <p:cNvPr id="20" name="墨迹 19">
                <a:extLst>
                  <a:ext uri="{FF2B5EF4-FFF2-40B4-BE49-F238E27FC236}">
                    <a16:creationId xmlns:a16="http://schemas.microsoft.com/office/drawing/2014/main" id="{5DE0F18A-3D08-B974-EF47-A7F8DE6ADA1D}"/>
                  </a:ext>
                </a:extLst>
              </p:cNvPr>
              <p:cNvPicPr/>
              <p:nvPr/>
            </p:nvPicPr>
            <p:blipFill>
              <a:blip r:embed="rId43"/>
              <a:stretch>
                <a:fillRect/>
              </a:stretch>
            </p:blipFill>
            <p:spPr>
              <a:xfrm>
                <a:off x="676240" y="4996920"/>
                <a:ext cx="2825280" cy="3243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1" name="墨迹 20">
                <a:extLst>
                  <a:ext uri="{FF2B5EF4-FFF2-40B4-BE49-F238E27FC236}">
                    <a16:creationId xmlns:a16="http://schemas.microsoft.com/office/drawing/2014/main" id="{2A9CDCB7-D759-9C16-B42A-CB4A00F97723}"/>
                  </a:ext>
                </a:extLst>
              </p14:cNvPr>
              <p14:cNvContentPartPr/>
              <p14:nvPr/>
            </p14:nvContentPartPr>
            <p14:xfrm>
              <a:off x="3296320" y="5098800"/>
              <a:ext cx="203400" cy="186120"/>
            </p14:xfrm>
          </p:contentPart>
        </mc:Choice>
        <mc:Fallback xmlns="">
          <p:pic>
            <p:nvPicPr>
              <p:cNvPr id="21" name="墨迹 20">
                <a:extLst>
                  <a:ext uri="{FF2B5EF4-FFF2-40B4-BE49-F238E27FC236}">
                    <a16:creationId xmlns:a16="http://schemas.microsoft.com/office/drawing/2014/main" id="{2A9CDCB7-D759-9C16-B42A-CB4A00F97723}"/>
                  </a:ext>
                </a:extLst>
              </p:cNvPr>
              <p:cNvPicPr/>
              <p:nvPr/>
            </p:nvPicPr>
            <p:blipFill>
              <a:blip r:embed="rId45"/>
              <a:stretch>
                <a:fillRect/>
              </a:stretch>
            </p:blipFill>
            <p:spPr>
              <a:xfrm>
                <a:off x="3242680" y="4991160"/>
                <a:ext cx="311040" cy="401760"/>
              </a:xfrm>
              <a:prstGeom prst="rect">
                <a:avLst/>
              </a:prstGeom>
            </p:spPr>
          </p:pic>
        </mc:Fallback>
      </mc:AlternateContent>
    </p:spTree>
  </p:cSld>
  <p:clrMapOvr>
    <a:masterClrMapping/>
  </p:clrMapOvr>
  <p:transition spd="med">
    <p:zo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ext Box 4"/>
          <p:cNvSpPr txBox="1"/>
          <p:nvPr/>
        </p:nvSpPr>
        <p:spPr>
          <a:xfrm>
            <a:off x="1879600" y="1052830"/>
            <a:ext cx="4572000" cy="460375"/>
          </a:xfrm>
          <a:prstGeom prst="rect">
            <a:avLst/>
          </a:prstGeom>
          <a:noFill/>
          <a:ln w="9525">
            <a:noFill/>
          </a:ln>
        </p:spPr>
        <p:txBody>
          <a:bodyPr anchor="t" anchorCtr="0">
            <a:spAutoFit/>
          </a:bodyPr>
          <a:lstStyle/>
          <a:p>
            <a:pPr>
              <a:spcBef>
                <a:spcPct val="50000"/>
              </a:spcBef>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表</a:t>
            </a:r>
            <a:r>
              <a:rPr lang="en-US" altLang="zh-CN" sz="2400" b="1" dirty="0">
                <a:latin typeface="Times New Roman" panose="02020603050405020304" pitchFamily="18" charset="0"/>
                <a:ea typeface="宋体" panose="02010600030101010101" pitchFamily="2" charset="-122"/>
              </a:rPr>
              <a:t>10-2    ADC0809</a:t>
            </a:r>
            <a:r>
              <a:rPr lang="zh-CN" altLang="en-US" sz="2400" b="1" dirty="0">
                <a:latin typeface="Times New Roman" panose="02020603050405020304" pitchFamily="18" charset="0"/>
                <a:ea typeface="宋体" panose="02010600030101010101" pitchFamily="2" charset="-122"/>
              </a:rPr>
              <a:t>通道选择表 </a:t>
            </a:r>
          </a:p>
        </p:txBody>
      </p:sp>
      <p:pic>
        <p:nvPicPr>
          <p:cNvPr id="3" name="图片 2"/>
          <p:cNvPicPr>
            <a:picLocks noChangeAspect="1"/>
          </p:cNvPicPr>
          <p:nvPr/>
        </p:nvPicPr>
        <p:blipFill>
          <a:blip r:embed="rId2"/>
          <a:srcRect r="651"/>
          <a:stretch>
            <a:fillRect/>
          </a:stretch>
        </p:blipFill>
        <p:spPr>
          <a:xfrm>
            <a:off x="1403985" y="1844675"/>
            <a:ext cx="5424805" cy="3667125"/>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ADA680DC-8F34-F5D6-E3B3-F33D7F702FB0}"/>
                  </a:ext>
                </a:extLst>
              </p14:cNvPr>
              <p14:cNvContentPartPr/>
              <p14:nvPr/>
            </p14:nvContentPartPr>
            <p14:xfrm>
              <a:off x="768040" y="895440"/>
              <a:ext cx="1435320" cy="723960"/>
            </p14:xfrm>
          </p:contentPart>
        </mc:Choice>
        <mc:Fallback xmlns="">
          <p:pic>
            <p:nvPicPr>
              <p:cNvPr id="2" name="墨迹 1">
                <a:extLst>
                  <a:ext uri="{FF2B5EF4-FFF2-40B4-BE49-F238E27FC236}">
                    <a16:creationId xmlns:a16="http://schemas.microsoft.com/office/drawing/2014/main" id="{ADA680DC-8F34-F5D6-E3B3-F33D7F702FB0}"/>
                  </a:ext>
                </a:extLst>
              </p:cNvPr>
              <p:cNvPicPr/>
              <p:nvPr/>
            </p:nvPicPr>
            <p:blipFill>
              <a:blip r:embed="rId4"/>
              <a:stretch>
                <a:fillRect/>
              </a:stretch>
            </p:blipFill>
            <p:spPr>
              <a:xfrm>
                <a:off x="750400" y="877800"/>
                <a:ext cx="1470960" cy="759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墨迹 7">
                <a:extLst>
                  <a:ext uri="{FF2B5EF4-FFF2-40B4-BE49-F238E27FC236}">
                    <a16:creationId xmlns:a16="http://schemas.microsoft.com/office/drawing/2014/main" id="{70031C29-97F0-C18B-E8ED-E39D85C22DBE}"/>
                  </a:ext>
                </a:extLst>
              </p14:cNvPr>
              <p14:cNvContentPartPr/>
              <p14:nvPr/>
            </p14:nvContentPartPr>
            <p14:xfrm>
              <a:off x="1917520" y="4247400"/>
              <a:ext cx="2800080" cy="51480"/>
            </p14:xfrm>
          </p:contentPart>
        </mc:Choice>
        <mc:Fallback xmlns="">
          <p:pic>
            <p:nvPicPr>
              <p:cNvPr id="8" name="墨迹 7">
                <a:extLst>
                  <a:ext uri="{FF2B5EF4-FFF2-40B4-BE49-F238E27FC236}">
                    <a16:creationId xmlns:a16="http://schemas.microsoft.com/office/drawing/2014/main" id="{70031C29-97F0-C18B-E8ED-E39D85C22DBE}"/>
                  </a:ext>
                </a:extLst>
              </p:cNvPr>
              <p:cNvPicPr/>
              <p:nvPr/>
            </p:nvPicPr>
            <p:blipFill>
              <a:blip r:embed="rId6"/>
              <a:stretch>
                <a:fillRect/>
              </a:stretch>
            </p:blipFill>
            <p:spPr>
              <a:xfrm>
                <a:off x="1899880" y="4229760"/>
                <a:ext cx="283572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9" name="墨迹 8">
                <a:extLst>
                  <a:ext uri="{FF2B5EF4-FFF2-40B4-BE49-F238E27FC236}">
                    <a16:creationId xmlns:a16="http://schemas.microsoft.com/office/drawing/2014/main" id="{5F04D9C8-E633-B669-FADC-CE6792534D7A}"/>
                  </a:ext>
                </a:extLst>
              </p14:cNvPr>
              <p14:cNvContentPartPr/>
              <p14:nvPr/>
            </p14:nvContentPartPr>
            <p14:xfrm>
              <a:off x="1993840" y="4647720"/>
              <a:ext cx="2558880" cy="38880"/>
            </p14:xfrm>
          </p:contentPart>
        </mc:Choice>
        <mc:Fallback xmlns="">
          <p:pic>
            <p:nvPicPr>
              <p:cNvPr id="9" name="墨迹 8">
                <a:extLst>
                  <a:ext uri="{FF2B5EF4-FFF2-40B4-BE49-F238E27FC236}">
                    <a16:creationId xmlns:a16="http://schemas.microsoft.com/office/drawing/2014/main" id="{5F04D9C8-E633-B669-FADC-CE6792534D7A}"/>
                  </a:ext>
                </a:extLst>
              </p:cNvPr>
              <p:cNvPicPr/>
              <p:nvPr/>
            </p:nvPicPr>
            <p:blipFill>
              <a:blip r:embed="rId8"/>
              <a:stretch>
                <a:fillRect/>
              </a:stretch>
            </p:blipFill>
            <p:spPr>
              <a:xfrm>
                <a:off x="1976200" y="4630080"/>
                <a:ext cx="259452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 name="墨迹 9">
                <a:extLst>
                  <a:ext uri="{FF2B5EF4-FFF2-40B4-BE49-F238E27FC236}">
                    <a16:creationId xmlns:a16="http://schemas.microsoft.com/office/drawing/2014/main" id="{231DCEDE-B126-D4FA-A419-E33B641190BC}"/>
                  </a:ext>
                </a:extLst>
              </p14:cNvPr>
              <p14:cNvContentPartPr/>
              <p14:nvPr/>
            </p14:nvContentPartPr>
            <p14:xfrm>
              <a:off x="2107960" y="5079720"/>
              <a:ext cx="2647440" cy="38520"/>
            </p14:xfrm>
          </p:contentPart>
        </mc:Choice>
        <mc:Fallback xmlns="">
          <p:pic>
            <p:nvPicPr>
              <p:cNvPr id="10" name="墨迹 9">
                <a:extLst>
                  <a:ext uri="{FF2B5EF4-FFF2-40B4-BE49-F238E27FC236}">
                    <a16:creationId xmlns:a16="http://schemas.microsoft.com/office/drawing/2014/main" id="{231DCEDE-B126-D4FA-A419-E33B641190BC}"/>
                  </a:ext>
                </a:extLst>
              </p:cNvPr>
              <p:cNvPicPr/>
              <p:nvPr/>
            </p:nvPicPr>
            <p:blipFill>
              <a:blip r:embed="rId10"/>
              <a:stretch>
                <a:fillRect/>
              </a:stretch>
            </p:blipFill>
            <p:spPr>
              <a:xfrm>
                <a:off x="2090320" y="5062080"/>
                <a:ext cx="268308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1" name="墨迹 10">
                <a:extLst>
                  <a:ext uri="{FF2B5EF4-FFF2-40B4-BE49-F238E27FC236}">
                    <a16:creationId xmlns:a16="http://schemas.microsoft.com/office/drawing/2014/main" id="{DBAE8FE4-F583-4DED-2F53-4FE4D178BC10}"/>
                  </a:ext>
                </a:extLst>
              </p14:cNvPr>
              <p14:cNvContentPartPr/>
              <p14:nvPr/>
            </p14:nvContentPartPr>
            <p14:xfrm>
              <a:off x="1949200" y="5619360"/>
              <a:ext cx="3220560" cy="141120"/>
            </p14:xfrm>
          </p:contentPart>
        </mc:Choice>
        <mc:Fallback xmlns="">
          <p:pic>
            <p:nvPicPr>
              <p:cNvPr id="11" name="墨迹 10">
                <a:extLst>
                  <a:ext uri="{FF2B5EF4-FFF2-40B4-BE49-F238E27FC236}">
                    <a16:creationId xmlns:a16="http://schemas.microsoft.com/office/drawing/2014/main" id="{DBAE8FE4-F583-4DED-2F53-4FE4D178BC10}"/>
                  </a:ext>
                </a:extLst>
              </p:cNvPr>
              <p:cNvPicPr/>
              <p:nvPr/>
            </p:nvPicPr>
            <p:blipFill>
              <a:blip r:embed="rId12"/>
              <a:stretch>
                <a:fillRect/>
              </a:stretch>
            </p:blipFill>
            <p:spPr>
              <a:xfrm>
                <a:off x="1931560" y="5601720"/>
                <a:ext cx="3256200" cy="176760"/>
              </a:xfrm>
              <a:prstGeom prst="rect">
                <a:avLst/>
              </a:prstGeom>
            </p:spPr>
          </p:pic>
        </mc:Fallback>
      </mc:AlternateContent>
      <p:grpSp>
        <p:nvGrpSpPr>
          <p:cNvPr id="13" name="组合 12">
            <a:extLst>
              <a:ext uri="{FF2B5EF4-FFF2-40B4-BE49-F238E27FC236}">
                <a16:creationId xmlns:a16="http://schemas.microsoft.com/office/drawing/2014/main" id="{2307CF7F-9709-D5C0-9402-303519427044}"/>
              </a:ext>
            </a:extLst>
          </p:cNvPr>
          <p:cNvGrpSpPr/>
          <p:nvPr/>
        </p:nvGrpSpPr>
        <p:grpSpPr>
          <a:xfrm>
            <a:off x="88720" y="2666640"/>
            <a:ext cx="4809960" cy="1200960"/>
            <a:chOff x="88720" y="2666640"/>
            <a:chExt cx="4809960" cy="1200960"/>
          </a:xfrm>
        </p:grpSpPr>
        <mc:AlternateContent xmlns:mc="http://schemas.openxmlformats.org/markup-compatibility/2006" xmlns:p14="http://schemas.microsoft.com/office/powerpoint/2010/main">
          <mc:Choice Requires="p14">
            <p:contentPart p14:bwMode="auto" r:id="rId13">
              <p14:nvContentPartPr>
                <p14:cNvPr id="4" name="墨迹 3">
                  <a:extLst>
                    <a:ext uri="{FF2B5EF4-FFF2-40B4-BE49-F238E27FC236}">
                      <a16:creationId xmlns:a16="http://schemas.microsoft.com/office/drawing/2014/main" id="{BCCC6A18-DD00-041A-AB83-382AF287C2E4}"/>
                    </a:ext>
                  </a:extLst>
                </p14:cNvPr>
                <p14:cNvContentPartPr/>
                <p14:nvPr/>
              </p14:nvContentPartPr>
              <p14:xfrm>
                <a:off x="1847680" y="2666640"/>
                <a:ext cx="3051000" cy="38880"/>
              </p14:xfrm>
            </p:contentPart>
          </mc:Choice>
          <mc:Fallback xmlns="">
            <p:pic>
              <p:nvPicPr>
                <p:cNvPr id="4" name="墨迹 3">
                  <a:extLst>
                    <a:ext uri="{FF2B5EF4-FFF2-40B4-BE49-F238E27FC236}">
                      <a16:creationId xmlns:a16="http://schemas.microsoft.com/office/drawing/2014/main" id="{BCCC6A18-DD00-041A-AB83-382AF287C2E4}"/>
                    </a:ext>
                  </a:extLst>
                </p:cNvPr>
                <p:cNvPicPr/>
                <p:nvPr/>
              </p:nvPicPr>
              <p:blipFill>
                <a:blip r:embed="rId14"/>
                <a:stretch>
                  <a:fillRect/>
                </a:stretch>
              </p:blipFill>
              <p:spPr>
                <a:xfrm>
                  <a:off x="1830040" y="2649000"/>
                  <a:ext cx="3086640" cy="745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5" name="墨迹 4">
                  <a:extLst>
                    <a:ext uri="{FF2B5EF4-FFF2-40B4-BE49-F238E27FC236}">
                      <a16:creationId xmlns:a16="http://schemas.microsoft.com/office/drawing/2014/main" id="{B6989343-BC35-3989-0357-14D5DBD5BD48}"/>
                    </a:ext>
                  </a:extLst>
                </p14:cNvPr>
                <p14:cNvContentPartPr/>
                <p14:nvPr/>
              </p14:nvContentPartPr>
              <p14:xfrm>
                <a:off x="2025520" y="3021600"/>
                <a:ext cx="2813040" cy="45720"/>
              </p14:xfrm>
            </p:contentPart>
          </mc:Choice>
          <mc:Fallback xmlns="">
            <p:pic>
              <p:nvPicPr>
                <p:cNvPr id="5" name="墨迹 4">
                  <a:extLst>
                    <a:ext uri="{FF2B5EF4-FFF2-40B4-BE49-F238E27FC236}">
                      <a16:creationId xmlns:a16="http://schemas.microsoft.com/office/drawing/2014/main" id="{B6989343-BC35-3989-0357-14D5DBD5BD48}"/>
                    </a:ext>
                  </a:extLst>
                </p:cNvPr>
                <p:cNvPicPr/>
                <p:nvPr/>
              </p:nvPicPr>
              <p:blipFill>
                <a:blip r:embed="rId16"/>
                <a:stretch>
                  <a:fillRect/>
                </a:stretch>
              </p:blipFill>
              <p:spPr>
                <a:xfrm>
                  <a:off x="2007880" y="3003960"/>
                  <a:ext cx="284868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 name="墨迹 5">
                  <a:extLst>
                    <a:ext uri="{FF2B5EF4-FFF2-40B4-BE49-F238E27FC236}">
                      <a16:creationId xmlns:a16="http://schemas.microsoft.com/office/drawing/2014/main" id="{06E5771A-715C-7F11-3F2A-B0AABD019226}"/>
                    </a:ext>
                  </a:extLst>
                </p14:cNvPr>
                <p14:cNvContentPartPr/>
                <p14:nvPr/>
              </p14:nvContentPartPr>
              <p14:xfrm>
                <a:off x="2025520" y="3415440"/>
                <a:ext cx="2476440" cy="71280"/>
              </p14:xfrm>
            </p:contentPart>
          </mc:Choice>
          <mc:Fallback xmlns="">
            <p:pic>
              <p:nvPicPr>
                <p:cNvPr id="6" name="墨迹 5">
                  <a:extLst>
                    <a:ext uri="{FF2B5EF4-FFF2-40B4-BE49-F238E27FC236}">
                      <a16:creationId xmlns:a16="http://schemas.microsoft.com/office/drawing/2014/main" id="{06E5771A-715C-7F11-3F2A-B0AABD019226}"/>
                    </a:ext>
                  </a:extLst>
                </p:cNvPr>
                <p:cNvPicPr/>
                <p:nvPr/>
              </p:nvPicPr>
              <p:blipFill>
                <a:blip r:embed="rId18"/>
                <a:stretch>
                  <a:fillRect/>
                </a:stretch>
              </p:blipFill>
              <p:spPr>
                <a:xfrm>
                  <a:off x="2007880" y="3397440"/>
                  <a:ext cx="251208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 name="墨迹 6">
                  <a:extLst>
                    <a:ext uri="{FF2B5EF4-FFF2-40B4-BE49-F238E27FC236}">
                      <a16:creationId xmlns:a16="http://schemas.microsoft.com/office/drawing/2014/main" id="{A529C5D5-B1FD-467C-5332-789928201D1F}"/>
                    </a:ext>
                  </a:extLst>
                </p14:cNvPr>
                <p14:cNvContentPartPr/>
                <p14:nvPr/>
              </p14:nvContentPartPr>
              <p14:xfrm>
                <a:off x="1904920" y="3834840"/>
                <a:ext cx="2748600" cy="32760"/>
              </p14:xfrm>
            </p:contentPart>
          </mc:Choice>
          <mc:Fallback xmlns="">
            <p:pic>
              <p:nvPicPr>
                <p:cNvPr id="7" name="墨迹 6">
                  <a:extLst>
                    <a:ext uri="{FF2B5EF4-FFF2-40B4-BE49-F238E27FC236}">
                      <a16:creationId xmlns:a16="http://schemas.microsoft.com/office/drawing/2014/main" id="{A529C5D5-B1FD-467C-5332-789928201D1F}"/>
                    </a:ext>
                  </a:extLst>
                </p:cNvPr>
                <p:cNvPicPr/>
                <p:nvPr/>
              </p:nvPicPr>
              <p:blipFill>
                <a:blip r:embed="rId20"/>
                <a:stretch>
                  <a:fillRect/>
                </a:stretch>
              </p:blipFill>
              <p:spPr>
                <a:xfrm>
                  <a:off x="1887280" y="3816840"/>
                  <a:ext cx="278424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2" name="墨迹 11">
                  <a:extLst>
                    <a:ext uri="{FF2B5EF4-FFF2-40B4-BE49-F238E27FC236}">
                      <a16:creationId xmlns:a16="http://schemas.microsoft.com/office/drawing/2014/main" id="{1C8541E7-A824-C1F7-B29E-A6BEE499D908}"/>
                    </a:ext>
                  </a:extLst>
                </p14:cNvPr>
                <p14:cNvContentPartPr/>
                <p14:nvPr/>
              </p14:nvContentPartPr>
              <p14:xfrm>
                <a:off x="88720" y="3098640"/>
                <a:ext cx="1474200" cy="701640"/>
              </p14:xfrm>
            </p:contentPart>
          </mc:Choice>
          <mc:Fallback xmlns="">
            <p:pic>
              <p:nvPicPr>
                <p:cNvPr id="12" name="墨迹 11">
                  <a:extLst>
                    <a:ext uri="{FF2B5EF4-FFF2-40B4-BE49-F238E27FC236}">
                      <a16:creationId xmlns:a16="http://schemas.microsoft.com/office/drawing/2014/main" id="{1C8541E7-A824-C1F7-B29E-A6BEE499D908}"/>
                    </a:ext>
                  </a:extLst>
                </p:cNvPr>
                <p:cNvPicPr/>
                <p:nvPr/>
              </p:nvPicPr>
              <p:blipFill>
                <a:blip r:embed="rId22"/>
                <a:stretch>
                  <a:fillRect/>
                </a:stretch>
              </p:blipFill>
              <p:spPr>
                <a:xfrm>
                  <a:off x="71080" y="3081000"/>
                  <a:ext cx="1509840" cy="737280"/>
                </a:xfrm>
                <a:prstGeom prst="rect">
                  <a:avLst/>
                </a:prstGeom>
              </p:spPr>
            </p:pic>
          </mc:Fallback>
        </mc:AlternateContent>
      </p:grpSp>
    </p:spTree>
  </p:cSld>
  <p:clrMapOvr>
    <a:masterClrMapping/>
  </p:clrMapOvr>
  <p:transition spd="med">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ext Box 4"/>
          <p:cNvSpPr txBox="1"/>
          <p:nvPr/>
        </p:nvSpPr>
        <p:spPr>
          <a:xfrm>
            <a:off x="-36830" y="6383655"/>
            <a:ext cx="4973320" cy="460375"/>
          </a:xfrm>
          <a:prstGeom prst="rect">
            <a:avLst/>
          </a:prstGeom>
          <a:noFill/>
          <a:ln w="9525">
            <a:noFill/>
          </a:ln>
        </p:spPr>
        <p:txBody>
          <a:bodyPr wrap="square" anchor="t" anchorCtr="0">
            <a:spAutoFit/>
          </a:bodyPr>
          <a:lstStyle/>
          <a:p>
            <a:pPr>
              <a:spcBef>
                <a:spcPct val="50000"/>
              </a:spcBef>
            </a:pPr>
            <a:r>
              <a:rPr lang="zh-CN" altLang="en-US" sz="2400" b="1" dirty="0">
                <a:latin typeface="Times New Roman" panose="02020603050405020304" pitchFamily="18" charset="0"/>
                <a:ea typeface="宋体" panose="02010600030101010101" pitchFamily="2" charset="-122"/>
              </a:rPr>
              <a:t>图</a:t>
            </a:r>
            <a:r>
              <a:rPr lang="en-US" altLang="zh-CN" sz="2400" b="1" dirty="0">
                <a:latin typeface="Times New Roman" panose="02020603050405020304" pitchFamily="18" charset="0"/>
                <a:ea typeface="宋体" panose="02010600030101010101" pitchFamily="2" charset="-122"/>
              </a:rPr>
              <a:t>10-16   ADC0808</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0809</a:t>
            </a:r>
            <a:r>
              <a:rPr lang="zh-CN" altLang="en-US" sz="2400" b="1" dirty="0">
                <a:latin typeface="Times New Roman" panose="02020603050405020304" pitchFamily="18" charset="0"/>
                <a:ea typeface="宋体" panose="02010600030101010101" pitchFamily="2" charset="-122"/>
              </a:rPr>
              <a:t>的引脚图 </a:t>
            </a:r>
          </a:p>
        </p:txBody>
      </p:sp>
      <p:sp>
        <p:nvSpPr>
          <p:cNvPr id="80899" name="Text Box 6"/>
          <p:cNvSpPr txBox="1"/>
          <p:nvPr/>
        </p:nvSpPr>
        <p:spPr>
          <a:xfrm>
            <a:off x="304800" y="533400"/>
            <a:ext cx="2898775" cy="457200"/>
          </a:xfrm>
          <a:prstGeom prst="rect">
            <a:avLst/>
          </a:prstGeom>
          <a:noFill/>
          <a:ln w="9525">
            <a:noFill/>
          </a:ln>
        </p:spPr>
        <p:txBody>
          <a:bodyPr anchor="t" anchorCtr="0">
            <a:spAutoFit/>
          </a:bodyPr>
          <a:lstStyle/>
          <a:p>
            <a:pPr>
              <a:spcBef>
                <a:spcPct val="50000"/>
              </a:spcBef>
            </a:pPr>
            <a:r>
              <a:rPr lang="en-US" altLang="zh-CN" sz="2400" b="1" dirty="0">
                <a:solidFill>
                  <a:schemeClr val="accent2"/>
                </a:solidFill>
                <a:latin typeface="Times New Roman" panose="02020603050405020304" pitchFamily="18" charset="0"/>
                <a:ea typeface="黑体" panose="02010609060101010101" pitchFamily="49" charset="-122"/>
              </a:rPr>
              <a:t>3</a:t>
            </a:r>
            <a:r>
              <a:rPr lang="zh-CN" altLang="en-US" sz="2400" b="1" dirty="0">
                <a:solidFill>
                  <a:schemeClr val="accent2"/>
                </a:solidFill>
                <a:latin typeface="Times New Roman" panose="02020603050405020304" pitchFamily="18" charset="0"/>
                <a:ea typeface="黑体" panose="02010609060101010101" pitchFamily="49" charset="-122"/>
              </a:rPr>
              <a:t>）  引脚功能</a:t>
            </a:r>
          </a:p>
        </p:txBody>
      </p:sp>
      <p:pic>
        <p:nvPicPr>
          <p:cNvPr id="80900" name="Picture 7"/>
          <p:cNvPicPr>
            <a:picLocks noChangeAspect="1"/>
          </p:cNvPicPr>
          <p:nvPr/>
        </p:nvPicPr>
        <p:blipFill>
          <a:blip r:embed="rId2"/>
          <a:srcRect t="11561"/>
          <a:stretch>
            <a:fillRect/>
          </a:stretch>
        </p:blipFill>
        <p:spPr>
          <a:xfrm>
            <a:off x="4926330" y="692785"/>
            <a:ext cx="4043045" cy="5010150"/>
          </a:xfrm>
          <a:prstGeom prst="rect">
            <a:avLst/>
          </a:prstGeom>
          <a:noFill/>
          <a:ln w="9525">
            <a:noFill/>
          </a:ln>
        </p:spPr>
      </p:pic>
      <p:sp>
        <p:nvSpPr>
          <p:cNvPr id="80901" name="Text Box 8"/>
          <p:cNvSpPr txBox="1"/>
          <p:nvPr/>
        </p:nvSpPr>
        <p:spPr>
          <a:xfrm>
            <a:off x="5081270" y="5732780"/>
            <a:ext cx="3887788" cy="768350"/>
          </a:xfrm>
          <a:prstGeom prst="rect">
            <a:avLst/>
          </a:prstGeom>
          <a:solidFill>
            <a:srgbClr val="CCECFF"/>
          </a:solidFill>
          <a:ln w="9525">
            <a:noFill/>
          </a:ln>
        </p:spPr>
        <p:txBody>
          <a:bodyPr anchor="t" anchorCtr="0">
            <a:spAutoFit/>
          </a:bodyPr>
          <a:lstStyle/>
          <a:p>
            <a:pPr>
              <a:spcBef>
                <a:spcPct val="50000"/>
              </a:spcBef>
            </a:pPr>
            <a:r>
              <a:rPr lang="en-US" altLang="zh-CN" sz="2200" b="1" dirty="0">
                <a:solidFill>
                  <a:srgbClr val="FF3300"/>
                </a:solidFill>
                <a:latin typeface="Times New Roman" panose="02020603050405020304" pitchFamily="18" charset="0"/>
                <a:ea typeface="宋体" panose="02010600030101010101" pitchFamily="2" charset="-122"/>
              </a:rPr>
              <a:t>ADC0808</a:t>
            </a:r>
            <a:r>
              <a:rPr lang="zh-CN" altLang="en-US" sz="2200" b="1" dirty="0">
                <a:solidFill>
                  <a:srgbClr val="FF3300"/>
                </a:solidFill>
                <a:latin typeface="Times New Roman" panose="02020603050405020304" pitchFamily="18" charset="0"/>
                <a:ea typeface="宋体" panose="02010600030101010101" pitchFamily="2" charset="-122"/>
              </a:rPr>
              <a:t>的</a:t>
            </a:r>
            <a:r>
              <a:rPr lang="en-US" altLang="zh-CN" sz="2200" b="1" dirty="0">
                <a:solidFill>
                  <a:srgbClr val="FF3300"/>
                </a:solidFill>
                <a:latin typeface="Times New Roman" panose="02020603050405020304" pitchFamily="18" charset="0"/>
                <a:ea typeface="宋体" panose="02010600030101010101" pitchFamily="2" charset="-122"/>
              </a:rPr>
              <a:t>OUT1~OUT8</a:t>
            </a:r>
            <a:r>
              <a:rPr lang="zh-CN" altLang="en-US" sz="2200" b="1" dirty="0">
                <a:solidFill>
                  <a:srgbClr val="FF3300"/>
                </a:solidFill>
                <a:latin typeface="Times New Roman" panose="02020603050405020304" pitchFamily="18" charset="0"/>
                <a:ea typeface="宋体" panose="02010600030101010101" pitchFamily="2" charset="-122"/>
              </a:rPr>
              <a:t>接 </a:t>
            </a:r>
            <a:r>
              <a:rPr lang="en-US" altLang="zh-CN" sz="2200" b="1" dirty="0">
                <a:solidFill>
                  <a:srgbClr val="FF3300"/>
                </a:solidFill>
                <a:latin typeface="Times New Roman" panose="02020603050405020304" pitchFamily="18" charset="0"/>
                <a:ea typeface="宋体" panose="02010600030101010101" pitchFamily="2" charset="-122"/>
              </a:rPr>
              <a:t>D7~D0</a:t>
            </a:r>
            <a:r>
              <a:rPr lang="zh-CN" altLang="en-US" sz="2200" b="1" dirty="0">
                <a:solidFill>
                  <a:srgbClr val="FF3300"/>
                </a:solidFill>
                <a:latin typeface="Times New Roman" panose="02020603050405020304" pitchFamily="18" charset="0"/>
                <a:ea typeface="宋体" panose="02010600030101010101" pitchFamily="2" charset="-122"/>
              </a:rPr>
              <a:t>，与</a:t>
            </a:r>
            <a:r>
              <a:rPr lang="en-US" altLang="zh-CN" sz="2200" b="1" dirty="0">
                <a:solidFill>
                  <a:srgbClr val="FF3300"/>
                </a:solidFill>
                <a:latin typeface="Times New Roman" panose="02020603050405020304" pitchFamily="18" charset="0"/>
                <a:ea typeface="宋体" panose="02010600030101010101" pitchFamily="2" charset="-122"/>
              </a:rPr>
              <a:t>ADC0809</a:t>
            </a:r>
            <a:r>
              <a:rPr lang="zh-CN" altLang="en-US" sz="2200" b="1" dirty="0">
                <a:solidFill>
                  <a:srgbClr val="FF3300"/>
                </a:solidFill>
                <a:latin typeface="Times New Roman" panose="02020603050405020304" pitchFamily="18" charset="0"/>
                <a:ea typeface="宋体" panose="02010600030101010101" pitchFamily="2" charset="-122"/>
              </a:rPr>
              <a:t>相反</a:t>
            </a:r>
          </a:p>
        </p:txBody>
      </p:sp>
      <p:pic>
        <p:nvPicPr>
          <p:cNvPr id="2" name="图片 10"/>
          <p:cNvPicPr>
            <a:picLocks noChangeAspect="1"/>
          </p:cNvPicPr>
          <p:nvPr/>
        </p:nvPicPr>
        <p:blipFill>
          <a:blip r:embed="rId3"/>
          <a:stretch>
            <a:fillRect/>
          </a:stretch>
        </p:blipFill>
        <p:spPr>
          <a:xfrm>
            <a:off x="107950" y="1196340"/>
            <a:ext cx="3926840" cy="5029835"/>
          </a:xfrm>
          <a:prstGeom prst="rect">
            <a:avLst/>
          </a:prstGeom>
          <a:noFill/>
          <a:ln w="9525">
            <a:noFill/>
          </a:ln>
        </p:spPr>
      </p:pic>
    </p:spTree>
  </p:cSld>
  <p:clrMapOvr>
    <a:masterClrMapping/>
  </p:clrMapOvr>
  <p:transition spd="med">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3"/>
          <p:cNvSpPr>
            <a:spLocks noGrp="1"/>
          </p:cNvSpPr>
          <p:nvPr>
            <p:ph idx="4294967295"/>
          </p:nvPr>
        </p:nvSpPr>
        <p:spPr>
          <a:xfrm>
            <a:off x="0" y="836613"/>
            <a:ext cx="7772400" cy="1819275"/>
          </a:xfrm>
        </p:spPr>
        <p:txBody>
          <a:bodyPr vert="horz" wrap="square" lIns="91440" tIns="45720" rIns="91440" bIns="45720" anchor="t" anchorCtr="0"/>
          <a:lstStyle/>
          <a:p>
            <a:pPr algn="just" eaLnBrk="1" hangingPunct="1">
              <a:buNone/>
            </a:pPr>
            <a:r>
              <a:rPr lang="zh-CN" altLang="en-US" b="1" dirty="0"/>
              <a:t>主要引脚说明</a:t>
            </a:r>
            <a:r>
              <a:rPr lang="en-US" altLang="zh-CN" b="1" dirty="0"/>
              <a:t>:</a:t>
            </a:r>
          </a:p>
          <a:p>
            <a:pPr algn="just" eaLnBrk="1" hangingPunct="1">
              <a:buNone/>
            </a:pPr>
            <a:r>
              <a:rPr lang="en-US" altLang="zh-CN" b="1" dirty="0">
                <a:solidFill>
                  <a:srgbClr val="FF0000"/>
                </a:solidFill>
              </a:rPr>
              <a:t>ALE</a:t>
            </a:r>
            <a:r>
              <a:rPr lang="zh-CN" altLang="en-US" b="1" dirty="0">
                <a:solidFill>
                  <a:srgbClr val="FF0000"/>
                </a:solidFill>
              </a:rPr>
              <a:t>：</a:t>
            </a:r>
            <a:r>
              <a:rPr lang="zh-CN" altLang="en-US" b="1" dirty="0"/>
              <a:t>地址锁存信号</a:t>
            </a:r>
            <a:r>
              <a:rPr lang="zh-CN" altLang="en-US" b="1" dirty="0">
                <a:solidFill>
                  <a:srgbClr val="FF3300"/>
                </a:solidFill>
              </a:rPr>
              <a:t>（晶振频率的</a:t>
            </a:r>
            <a:r>
              <a:rPr lang="en-US" altLang="zh-CN" b="1" dirty="0">
                <a:solidFill>
                  <a:srgbClr val="FF3300"/>
                </a:solidFill>
              </a:rPr>
              <a:t>6</a:t>
            </a:r>
            <a:r>
              <a:rPr lang="zh-CN" altLang="en-US" b="1" dirty="0">
                <a:solidFill>
                  <a:srgbClr val="FF3300"/>
                </a:solidFill>
              </a:rPr>
              <a:t>分频）</a:t>
            </a:r>
            <a:endParaRPr lang="en-US" altLang="zh-CN" b="1" dirty="0"/>
          </a:p>
          <a:p>
            <a:pPr algn="just" eaLnBrk="1" hangingPunct="1">
              <a:buNone/>
            </a:pPr>
            <a:r>
              <a:rPr lang="en-US" altLang="zh-CN" b="1" dirty="0">
                <a:solidFill>
                  <a:srgbClr val="FF0000"/>
                </a:solidFill>
              </a:rPr>
              <a:t>CLK</a:t>
            </a:r>
            <a:r>
              <a:rPr lang="zh-CN" altLang="en-US" b="1" dirty="0">
                <a:solidFill>
                  <a:srgbClr val="FF0000"/>
                </a:solidFill>
              </a:rPr>
              <a:t>：</a:t>
            </a:r>
            <a:r>
              <a:rPr lang="zh-CN" altLang="en-US" b="1" dirty="0"/>
              <a:t>时钟信号</a:t>
            </a:r>
            <a:r>
              <a:rPr lang="zh-CN" altLang="en-US" b="1" dirty="0">
                <a:solidFill>
                  <a:srgbClr val="FF3300"/>
                </a:solidFill>
              </a:rPr>
              <a:t>（单片机</a:t>
            </a:r>
            <a:r>
              <a:rPr lang="en-US" altLang="zh-CN" b="1" dirty="0">
                <a:solidFill>
                  <a:srgbClr val="FF3300"/>
                </a:solidFill>
              </a:rPr>
              <a:t>ALE</a:t>
            </a:r>
            <a:r>
              <a:rPr lang="zh-CN" altLang="en-US" b="1" dirty="0">
                <a:solidFill>
                  <a:srgbClr val="FF3300"/>
                </a:solidFill>
              </a:rPr>
              <a:t>的</a:t>
            </a:r>
            <a:r>
              <a:rPr lang="en-US" altLang="zh-CN" b="1" dirty="0">
                <a:solidFill>
                  <a:srgbClr val="FF3300"/>
                </a:solidFill>
              </a:rPr>
              <a:t>4</a:t>
            </a:r>
            <a:r>
              <a:rPr lang="zh-CN" altLang="en-US" b="1" dirty="0">
                <a:solidFill>
                  <a:srgbClr val="FF3300"/>
                </a:solidFill>
              </a:rPr>
              <a:t>分频）</a:t>
            </a:r>
            <a:r>
              <a:rPr lang="zh-CN" altLang="en-US" b="1" dirty="0"/>
              <a:t> </a:t>
            </a:r>
          </a:p>
        </p:txBody>
      </p:sp>
      <p:sp>
        <p:nvSpPr>
          <p:cNvPr id="3" name="矩形 2"/>
          <p:cNvSpPr/>
          <p:nvPr/>
        </p:nvSpPr>
        <p:spPr>
          <a:xfrm>
            <a:off x="611188" y="2853055"/>
            <a:ext cx="7705725" cy="3324225"/>
          </a:xfrm>
          <a:prstGeom prst="rect">
            <a:avLst/>
          </a:prstGeom>
        </p:spPr>
        <p:txBody>
          <a:bodyPr>
            <a:spAutoFit/>
          </a:bodyPr>
          <a:lstStyle/>
          <a:p>
            <a:pPr marL="0" marR="0" lvl="0" indent="0" algn="just" defTabSz="914400" rtl="0" eaLnBrk="1" fontAlgn="base" latinLnBrk="0" hangingPunct="1">
              <a:lnSpc>
                <a:spcPct val="15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0000"/>
                </a:solidFill>
                <a:effectLst/>
                <a:uLnTx/>
                <a:uFillTx/>
                <a:latin typeface="+mn-lt"/>
                <a:ea typeface="+mn-ea"/>
                <a:cs typeface="+mn-cs"/>
              </a:rPr>
              <a:t>START</a:t>
            </a:r>
            <a:r>
              <a:rPr kumimoji="1" lang="zh-CN" altLang="en-US" sz="2400" b="1" i="0" u="none" strike="noStrike" kern="1200" cap="none" spc="0" normalizeH="0" baseline="0" noProof="0" dirty="0">
                <a:ln>
                  <a:noFill/>
                </a:ln>
                <a:solidFill>
                  <a:srgbClr val="FF0000"/>
                </a:solidFill>
                <a:effectLst/>
                <a:uLnTx/>
                <a:uFillTx/>
                <a:latin typeface="+mn-lt"/>
                <a:ea typeface="+mn-ea"/>
                <a:cs typeface="+mn-cs"/>
              </a:rPr>
              <a:t>：</a:t>
            </a:r>
            <a:r>
              <a:rPr kumimoji="1" lang="zh-CN" altLang="en-US" sz="2400" b="1" i="0" u="none" strike="noStrike" kern="1200" cap="none" spc="0" normalizeH="0" baseline="0" noProof="0" dirty="0">
                <a:ln>
                  <a:noFill/>
                </a:ln>
                <a:solidFill>
                  <a:srgbClr val="3333FF"/>
                </a:solidFill>
                <a:effectLst/>
                <a:uLnTx/>
                <a:uFillTx/>
                <a:latin typeface="+mn-lt"/>
                <a:ea typeface="+mn-ea"/>
                <a:cs typeface="+mn-cs"/>
              </a:rPr>
              <a:t>转换启动信号</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。为了启动</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A/D</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转换，应在此引脚加一个正脉冲，脉冲的上升沿时将内部寄存器全部清 </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0</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，下降沿时开始</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A/D</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转换过程。 </a:t>
            </a:r>
          </a:p>
          <a:p>
            <a:pPr marL="0" marR="0" lvl="0" indent="0" algn="just" defTabSz="914400" rtl="0" eaLnBrk="1" fontAlgn="base" latinLnBrk="0" hangingPunct="1">
              <a:lnSpc>
                <a:spcPct val="15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EOC</a:t>
            </a:r>
            <a:r>
              <a:rPr kumimoji="1"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宋体" panose="02010600030101010101" pitchFamily="2" charset="-122"/>
                <a:cs typeface="+mn-cs"/>
              </a:rPr>
              <a:t>：</a:t>
            </a:r>
            <a:r>
              <a:rPr kumimoji="1" lang="zh-CN" altLang="en-US" sz="2400" b="1" i="0" u="none" strike="noStrike" kern="1200" cap="none" spc="0" normalizeH="0" baseline="0" noProof="0" dirty="0">
                <a:ln>
                  <a:noFill/>
                </a:ln>
                <a:solidFill>
                  <a:srgbClr val="3333FF"/>
                </a:solidFill>
                <a:effectLst/>
                <a:uLnTx/>
                <a:uFillTx/>
                <a:latin typeface="Times New Roman" panose="02020603050405020304" pitchFamily="18" charset="0"/>
                <a:ea typeface="宋体" panose="02010600030101010101" pitchFamily="2" charset="-122"/>
                <a:cs typeface="+mn-cs"/>
              </a:rPr>
              <a:t>转换结束信号。</a:t>
            </a:r>
            <a:endParaRPr kumimoji="1" lang="en-US" altLang="zh-CN" sz="2400" b="1" i="0" u="none" strike="noStrike" kern="1200" cap="none" spc="0" normalizeH="0" baseline="0" noProof="0" dirty="0">
              <a:ln>
                <a:noFill/>
              </a:ln>
              <a:solidFill>
                <a:srgbClr val="3333FF"/>
              </a:solidFill>
              <a:effectLst/>
              <a:uLnTx/>
              <a:uFillTx/>
              <a:latin typeface="Times New Roman" panose="02020603050405020304" pitchFamily="18" charset="0"/>
              <a:ea typeface="宋体" panose="02010600030101010101" pitchFamily="2" charset="-122"/>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rgbClr val="FF0000"/>
                </a:solidFill>
                <a:effectLst/>
                <a:uLnTx/>
                <a:uFillTx/>
                <a:latin typeface="+mn-lt"/>
                <a:ea typeface="+mn-ea"/>
                <a:cs typeface="+mn-cs"/>
              </a:rPr>
              <a:t>OE</a:t>
            </a:r>
            <a:r>
              <a:rPr kumimoji="1" lang="zh-CN" altLang="en-US" sz="2400" b="1" i="0" u="none" strike="noStrike" kern="1200" cap="none" spc="0" normalizeH="0" baseline="0" noProof="0" dirty="0">
                <a:ln>
                  <a:noFill/>
                </a:ln>
                <a:solidFill>
                  <a:srgbClr val="FF0000"/>
                </a:solidFill>
                <a:effectLst/>
                <a:uLnTx/>
                <a:uFillTx/>
                <a:latin typeface="+mn-lt"/>
                <a:ea typeface="+mn-ea"/>
                <a:cs typeface="+mn-cs"/>
              </a:rPr>
              <a:t>：</a:t>
            </a:r>
            <a:r>
              <a:rPr kumimoji="1" lang="zh-CN" altLang="en-US" sz="2400" b="1" i="0" u="none" strike="noStrike" kern="1200" cap="none" spc="0" normalizeH="0" baseline="0" noProof="0" dirty="0">
                <a:ln>
                  <a:noFill/>
                </a:ln>
                <a:solidFill>
                  <a:srgbClr val="3333FF"/>
                </a:solidFill>
                <a:effectLst/>
                <a:uLnTx/>
                <a:uFillTx/>
                <a:latin typeface="+mn-lt"/>
                <a:ea typeface="+mn-ea"/>
                <a:cs typeface="+mn-cs"/>
              </a:rPr>
              <a:t>输出允许信号</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或称为</a:t>
            </a:r>
            <a:r>
              <a:rPr kumimoji="1" lang="en-US" altLang="zh-CN" sz="2400" b="1" i="0" u="none" strike="noStrike" kern="1200" cap="none" spc="0" normalizeH="0" baseline="0" noProof="0" dirty="0">
                <a:ln>
                  <a:noFill/>
                </a:ln>
                <a:solidFill>
                  <a:schemeClr val="tx1"/>
                </a:solidFill>
                <a:effectLst/>
                <a:uLnTx/>
                <a:uFillTx/>
                <a:latin typeface="+mn-lt"/>
                <a:ea typeface="+mn-ea"/>
                <a:cs typeface="+mn-cs"/>
              </a:rPr>
              <a:t>A/D</a:t>
            </a:r>
            <a:r>
              <a:rPr kumimoji="1" lang="zh-CN" altLang="en-US" sz="2400" b="1" i="0" u="none" strike="noStrike" kern="1200" cap="none" spc="0" normalizeH="0" baseline="0" noProof="0" dirty="0">
                <a:ln>
                  <a:noFill/>
                </a:ln>
                <a:solidFill>
                  <a:schemeClr val="tx1"/>
                </a:solidFill>
                <a:effectLst/>
                <a:uLnTx/>
                <a:uFillTx/>
                <a:latin typeface="+mn-lt"/>
                <a:ea typeface="+mn-ea"/>
                <a:cs typeface="+mn-cs"/>
              </a:rPr>
              <a:t>数据读信号 。</a:t>
            </a:r>
            <a:endParaRPr kumimoji="1" lang="en-US" altLang="zh-CN" sz="2400" b="1" i="0" u="none" strike="noStrike" kern="1200" cap="none" spc="0" normalizeH="0" baseline="0" noProof="0" dirty="0">
              <a:ln>
                <a:noFill/>
              </a:ln>
              <a:solidFill>
                <a:schemeClr val="tx1"/>
              </a:solidFill>
              <a:effectLst/>
              <a:uLnTx/>
              <a:uFillTx/>
              <a:latin typeface="+mn-lt"/>
              <a:ea typeface="+mn-ea"/>
              <a:cs typeface="+mn-cs"/>
            </a:endParaRPr>
          </a:p>
          <a:p>
            <a:pPr marL="0" marR="0" lvl="0" indent="0" algn="just" defTabSz="914400" rtl="0" eaLnBrk="1" fontAlgn="base" latinLnBrk="0" hangingPunct="1">
              <a:lnSpc>
                <a:spcPct val="150000"/>
              </a:lnSpc>
              <a:spcBef>
                <a:spcPct val="0"/>
              </a:spcBef>
              <a:spcAft>
                <a:spcPct val="0"/>
              </a:spcAft>
              <a:buClrTx/>
              <a:buSzTx/>
              <a:buFontTx/>
              <a:buNone/>
              <a:defRPr/>
            </a:pPr>
            <a:endParaRPr kumimoji="1" lang="zh-CN" altLang="en-US" sz="2000" b="1" i="0" u="none" strike="noStrike" kern="120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5"/>
          <p:cNvSpPr/>
          <p:nvPr/>
        </p:nvSpPr>
        <p:spPr>
          <a:xfrm>
            <a:off x="2987675" y="6164263"/>
            <a:ext cx="3455670" cy="460375"/>
          </a:xfrm>
          <a:prstGeom prst="rect">
            <a:avLst/>
          </a:prstGeom>
          <a:noFill/>
          <a:ln w="9525">
            <a:noFill/>
          </a:ln>
        </p:spPr>
        <p:txBody>
          <a:bodyPr wrap="none" anchor="ctr" anchorCtr="0">
            <a:spAutoFit/>
          </a:bodyPr>
          <a:lstStyle/>
          <a:p>
            <a:pPr eaLnBrk="0" hangingPunct="0"/>
            <a:r>
              <a:rPr lang="zh-CN" altLang="en-US" sz="2400" b="1" dirty="0">
                <a:solidFill>
                  <a:srgbClr val="000000"/>
                </a:solidFill>
                <a:latin typeface="宋体" panose="02010600030101010101" pitchFamily="2" charset="-122"/>
                <a:ea typeface="宋体" panose="02010600030101010101" pitchFamily="2" charset="-122"/>
              </a:rPr>
              <a:t>图</a:t>
            </a:r>
            <a:r>
              <a:rPr lang="en-US" altLang="zh-CN" sz="2400" b="1" dirty="0">
                <a:solidFill>
                  <a:srgbClr val="000000"/>
                </a:solidFill>
                <a:latin typeface="宋体" panose="02010600030101010101" pitchFamily="2" charset="-122"/>
                <a:ea typeface="宋体" panose="02010600030101010101" pitchFamily="2" charset="-122"/>
              </a:rPr>
              <a:t>10-20 ADC0809</a:t>
            </a:r>
            <a:r>
              <a:rPr lang="zh-CN" altLang="en-US" sz="2400" b="1" dirty="0">
                <a:solidFill>
                  <a:srgbClr val="000000"/>
                </a:solidFill>
                <a:latin typeface="宋体" panose="02010600030101010101" pitchFamily="2" charset="-122"/>
                <a:ea typeface="宋体" panose="02010600030101010101" pitchFamily="2" charset="-122"/>
              </a:rPr>
              <a:t>时序图</a:t>
            </a:r>
            <a:r>
              <a:rPr lang="zh-CN" altLang="en-US" sz="1600" dirty="0">
                <a:solidFill>
                  <a:srgbClr val="000000"/>
                </a:solidFill>
                <a:latin typeface="Times New Roman" panose="02020603050405020304" pitchFamily="18" charset="0"/>
                <a:ea typeface="宋体" panose="02010600030101010101" pitchFamily="2" charset="-122"/>
              </a:rPr>
              <a:t> </a:t>
            </a:r>
            <a:endParaRPr lang="zh-CN" altLang="en-US" sz="1600" dirty="0">
              <a:solidFill>
                <a:srgbClr val="000000"/>
              </a:solidFill>
              <a:latin typeface="Times New Roman" panose="02020603050405020304" pitchFamily="18" charset="0"/>
              <a:ea typeface="Times New Roman" panose="02020603050405020304" pitchFamily="18" charset="0"/>
            </a:endParaRPr>
          </a:p>
        </p:txBody>
      </p:sp>
      <p:pic>
        <p:nvPicPr>
          <p:cNvPr id="82946" name="Picture 8"/>
          <p:cNvPicPr>
            <a:picLocks noChangeAspect="1"/>
          </p:cNvPicPr>
          <p:nvPr/>
        </p:nvPicPr>
        <p:blipFill>
          <a:blip r:embed="rId2"/>
          <a:stretch>
            <a:fillRect/>
          </a:stretch>
        </p:blipFill>
        <p:spPr>
          <a:xfrm>
            <a:off x="755650" y="836613"/>
            <a:ext cx="6846888" cy="4679950"/>
          </a:xfrm>
          <a:prstGeom prst="rect">
            <a:avLst/>
          </a:prstGeom>
          <a:noFill/>
          <a:ln w="9525">
            <a:noFill/>
          </a:ln>
        </p:spPr>
      </p:pic>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9273D70A-B8C0-96F8-2775-124204D15968}"/>
                  </a:ext>
                </a:extLst>
              </p14:cNvPr>
              <p14:cNvContentPartPr/>
              <p14:nvPr/>
            </p14:nvContentPartPr>
            <p14:xfrm>
              <a:off x="3505120" y="1130160"/>
              <a:ext cx="567360" cy="45000"/>
            </p14:xfrm>
          </p:contentPart>
        </mc:Choice>
        <mc:Fallback xmlns="">
          <p:pic>
            <p:nvPicPr>
              <p:cNvPr id="2" name="墨迹 1">
                <a:extLst>
                  <a:ext uri="{FF2B5EF4-FFF2-40B4-BE49-F238E27FC236}">
                    <a16:creationId xmlns:a16="http://schemas.microsoft.com/office/drawing/2014/main" id="{9273D70A-B8C0-96F8-2775-124204D15968}"/>
                  </a:ext>
                </a:extLst>
              </p:cNvPr>
              <p:cNvPicPr/>
              <p:nvPr/>
            </p:nvPicPr>
            <p:blipFill>
              <a:blip r:embed="rId4"/>
              <a:stretch>
                <a:fillRect/>
              </a:stretch>
            </p:blipFill>
            <p:spPr>
              <a:xfrm>
                <a:off x="3487480" y="1112160"/>
                <a:ext cx="60300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4" name="墨迹 3">
                <a:extLst>
                  <a:ext uri="{FF2B5EF4-FFF2-40B4-BE49-F238E27FC236}">
                    <a16:creationId xmlns:a16="http://schemas.microsoft.com/office/drawing/2014/main" id="{AEA8B19C-8D9D-3895-8070-5F92073910AF}"/>
                  </a:ext>
                </a:extLst>
              </p14:cNvPr>
              <p14:cNvContentPartPr/>
              <p14:nvPr/>
            </p14:nvContentPartPr>
            <p14:xfrm>
              <a:off x="3562000" y="1161840"/>
              <a:ext cx="711720" cy="12960"/>
            </p14:xfrm>
          </p:contentPart>
        </mc:Choice>
        <mc:Fallback xmlns="">
          <p:pic>
            <p:nvPicPr>
              <p:cNvPr id="4" name="墨迹 3">
                <a:extLst>
                  <a:ext uri="{FF2B5EF4-FFF2-40B4-BE49-F238E27FC236}">
                    <a16:creationId xmlns:a16="http://schemas.microsoft.com/office/drawing/2014/main" id="{AEA8B19C-8D9D-3895-8070-5F92073910AF}"/>
                  </a:ext>
                </a:extLst>
              </p:cNvPr>
              <p:cNvPicPr/>
              <p:nvPr/>
            </p:nvPicPr>
            <p:blipFill>
              <a:blip r:embed="rId6"/>
              <a:stretch>
                <a:fillRect/>
              </a:stretch>
            </p:blipFill>
            <p:spPr>
              <a:xfrm>
                <a:off x="3544000" y="1144200"/>
                <a:ext cx="74736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墨迹 5">
                <a:extLst>
                  <a:ext uri="{FF2B5EF4-FFF2-40B4-BE49-F238E27FC236}">
                    <a16:creationId xmlns:a16="http://schemas.microsoft.com/office/drawing/2014/main" id="{544659C4-2E18-CFA5-0E93-723F2C6B5F62}"/>
                  </a:ext>
                </a:extLst>
              </p14:cNvPr>
              <p14:cNvContentPartPr/>
              <p14:nvPr/>
            </p14:nvContentPartPr>
            <p14:xfrm>
              <a:off x="3555880" y="1148880"/>
              <a:ext cx="725400" cy="720"/>
            </p14:xfrm>
          </p:contentPart>
        </mc:Choice>
        <mc:Fallback xmlns="">
          <p:pic>
            <p:nvPicPr>
              <p:cNvPr id="6" name="墨迹 5">
                <a:extLst>
                  <a:ext uri="{FF2B5EF4-FFF2-40B4-BE49-F238E27FC236}">
                    <a16:creationId xmlns:a16="http://schemas.microsoft.com/office/drawing/2014/main" id="{544659C4-2E18-CFA5-0E93-723F2C6B5F62}"/>
                  </a:ext>
                </a:extLst>
              </p:cNvPr>
              <p:cNvPicPr/>
              <p:nvPr/>
            </p:nvPicPr>
            <p:blipFill>
              <a:blip r:embed="rId8"/>
              <a:stretch>
                <a:fillRect/>
              </a:stretch>
            </p:blipFill>
            <p:spPr>
              <a:xfrm>
                <a:off x="3501880" y="933600"/>
                <a:ext cx="833040" cy="43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墨迹 6">
                <a:extLst>
                  <a:ext uri="{FF2B5EF4-FFF2-40B4-BE49-F238E27FC236}">
                    <a16:creationId xmlns:a16="http://schemas.microsoft.com/office/drawing/2014/main" id="{73299666-3685-3CAF-CCB4-E67623F5D7B4}"/>
                  </a:ext>
                </a:extLst>
              </p14:cNvPr>
              <p14:cNvContentPartPr/>
              <p14:nvPr/>
            </p14:nvContentPartPr>
            <p14:xfrm>
              <a:off x="4254280" y="1237800"/>
              <a:ext cx="7200" cy="384840"/>
            </p14:xfrm>
          </p:contentPart>
        </mc:Choice>
        <mc:Fallback xmlns="">
          <p:pic>
            <p:nvPicPr>
              <p:cNvPr id="7" name="墨迹 6">
                <a:extLst>
                  <a:ext uri="{FF2B5EF4-FFF2-40B4-BE49-F238E27FC236}">
                    <a16:creationId xmlns:a16="http://schemas.microsoft.com/office/drawing/2014/main" id="{73299666-3685-3CAF-CCB4-E67623F5D7B4}"/>
                  </a:ext>
                </a:extLst>
              </p:cNvPr>
              <p:cNvPicPr/>
              <p:nvPr/>
            </p:nvPicPr>
            <p:blipFill>
              <a:blip r:embed="rId10"/>
              <a:stretch>
                <a:fillRect/>
              </a:stretch>
            </p:blipFill>
            <p:spPr>
              <a:xfrm>
                <a:off x="4200640" y="1130160"/>
                <a:ext cx="114840" cy="600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墨迹 7">
                <a:extLst>
                  <a:ext uri="{FF2B5EF4-FFF2-40B4-BE49-F238E27FC236}">
                    <a16:creationId xmlns:a16="http://schemas.microsoft.com/office/drawing/2014/main" id="{3C6B6B4F-788D-8165-DD61-3EDAEB6419EA}"/>
                  </a:ext>
                </a:extLst>
              </p14:cNvPr>
              <p14:cNvContentPartPr/>
              <p14:nvPr/>
            </p14:nvContentPartPr>
            <p14:xfrm>
              <a:off x="4247440" y="3168480"/>
              <a:ext cx="20520" cy="532800"/>
            </p14:xfrm>
          </p:contentPart>
        </mc:Choice>
        <mc:Fallback xmlns="">
          <p:pic>
            <p:nvPicPr>
              <p:cNvPr id="8" name="墨迹 7">
                <a:extLst>
                  <a:ext uri="{FF2B5EF4-FFF2-40B4-BE49-F238E27FC236}">
                    <a16:creationId xmlns:a16="http://schemas.microsoft.com/office/drawing/2014/main" id="{3C6B6B4F-788D-8165-DD61-3EDAEB6419EA}"/>
                  </a:ext>
                </a:extLst>
              </p:cNvPr>
              <p:cNvPicPr/>
              <p:nvPr/>
            </p:nvPicPr>
            <p:blipFill>
              <a:blip r:embed="rId12"/>
              <a:stretch>
                <a:fillRect/>
              </a:stretch>
            </p:blipFill>
            <p:spPr>
              <a:xfrm>
                <a:off x="4193440" y="3060840"/>
                <a:ext cx="128160" cy="7484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墨迹 8">
                <a:extLst>
                  <a:ext uri="{FF2B5EF4-FFF2-40B4-BE49-F238E27FC236}">
                    <a16:creationId xmlns:a16="http://schemas.microsoft.com/office/drawing/2014/main" id="{6EC6CDBA-2FE5-C757-F630-284932824682}"/>
                  </a:ext>
                </a:extLst>
              </p14:cNvPr>
              <p14:cNvContentPartPr/>
              <p14:nvPr/>
            </p14:nvContentPartPr>
            <p14:xfrm>
              <a:off x="4260760" y="1212600"/>
              <a:ext cx="360" cy="343080"/>
            </p14:xfrm>
          </p:contentPart>
        </mc:Choice>
        <mc:Fallback xmlns="">
          <p:pic>
            <p:nvPicPr>
              <p:cNvPr id="9" name="墨迹 8">
                <a:extLst>
                  <a:ext uri="{FF2B5EF4-FFF2-40B4-BE49-F238E27FC236}">
                    <a16:creationId xmlns:a16="http://schemas.microsoft.com/office/drawing/2014/main" id="{6EC6CDBA-2FE5-C757-F630-284932824682}"/>
                  </a:ext>
                </a:extLst>
              </p:cNvPr>
              <p:cNvPicPr/>
              <p:nvPr/>
            </p:nvPicPr>
            <p:blipFill>
              <a:blip r:embed="rId14"/>
              <a:stretch>
                <a:fillRect/>
              </a:stretch>
            </p:blipFill>
            <p:spPr>
              <a:xfrm>
                <a:off x="4207120" y="1104960"/>
                <a:ext cx="108000" cy="5587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墨迹 9">
                <a:extLst>
                  <a:ext uri="{FF2B5EF4-FFF2-40B4-BE49-F238E27FC236}">
                    <a16:creationId xmlns:a16="http://schemas.microsoft.com/office/drawing/2014/main" id="{D9B6D72D-74A8-2C0C-3C9A-0C4511C92791}"/>
                  </a:ext>
                </a:extLst>
              </p14:cNvPr>
              <p14:cNvContentPartPr/>
              <p14:nvPr/>
            </p14:nvContentPartPr>
            <p14:xfrm>
              <a:off x="4742290" y="2883820"/>
              <a:ext cx="25920" cy="399600"/>
            </p14:xfrm>
          </p:contentPart>
        </mc:Choice>
        <mc:Fallback xmlns="">
          <p:pic>
            <p:nvPicPr>
              <p:cNvPr id="10" name="墨迹 9">
                <a:extLst>
                  <a:ext uri="{FF2B5EF4-FFF2-40B4-BE49-F238E27FC236}">
                    <a16:creationId xmlns:a16="http://schemas.microsoft.com/office/drawing/2014/main" id="{D9B6D72D-74A8-2C0C-3C9A-0C4511C92791}"/>
                  </a:ext>
                </a:extLst>
              </p:cNvPr>
              <p:cNvPicPr/>
              <p:nvPr/>
            </p:nvPicPr>
            <p:blipFill>
              <a:blip r:embed="rId16"/>
              <a:stretch>
                <a:fillRect/>
              </a:stretch>
            </p:blipFill>
            <p:spPr>
              <a:xfrm>
                <a:off x="4688290" y="2775820"/>
                <a:ext cx="133560" cy="6152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墨迹 10">
                <a:extLst>
                  <a:ext uri="{FF2B5EF4-FFF2-40B4-BE49-F238E27FC236}">
                    <a16:creationId xmlns:a16="http://schemas.microsoft.com/office/drawing/2014/main" id="{CD0E5287-5B02-AD8B-9C0B-6BF5FF226BD1}"/>
                  </a:ext>
                </a:extLst>
              </p14:cNvPr>
              <p14:cNvContentPartPr/>
              <p14:nvPr/>
            </p14:nvContentPartPr>
            <p14:xfrm>
              <a:off x="4311520" y="3644040"/>
              <a:ext cx="1212480" cy="27000"/>
            </p14:xfrm>
          </p:contentPart>
        </mc:Choice>
        <mc:Fallback xmlns="">
          <p:pic>
            <p:nvPicPr>
              <p:cNvPr id="11" name="墨迹 10">
                <a:extLst>
                  <a:ext uri="{FF2B5EF4-FFF2-40B4-BE49-F238E27FC236}">
                    <a16:creationId xmlns:a16="http://schemas.microsoft.com/office/drawing/2014/main" id="{CD0E5287-5B02-AD8B-9C0B-6BF5FF226BD1}"/>
                  </a:ext>
                </a:extLst>
              </p:cNvPr>
              <p:cNvPicPr/>
              <p:nvPr/>
            </p:nvPicPr>
            <p:blipFill>
              <a:blip r:embed="rId18"/>
              <a:stretch>
                <a:fillRect/>
              </a:stretch>
            </p:blipFill>
            <p:spPr>
              <a:xfrm>
                <a:off x="4257880" y="3536040"/>
                <a:ext cx="1320120" cy="242640"/>
              </a:xfrm>
              <a:prstGeom prst="rect">
                <a:avLst/>
              </a:prstGeom>
            </p:spPr>
          </p:pic>
        </mc:Fallback>
      </mc:AlternateContent>
      <p:grpSp>
        <p:nvGrpSpPr>
          <p:cNvPr id="28" name="组合 27">
            <a:extLst>
              <a:ext uri="{FF2B5EF4-FFF2-40B4-BE49-F238E27FC236}">
                <a16:creationId xmlns:a16="http://schemas.microsoft.com/office/drawing/2014/main" id="{96038951-4A30-140E-0782-9770AB695D1C}"/>
              </a:ext>
            </a:extLst>
          </p:cNvPr>
          <p:cNvGrpSpPr/>
          <p:nvPr/>
        </p:nvGrpSpPr>
        <p:grpSpPr>
          <a:xfrm>
            <a:off x="4413040" y="3250920"/>
            <a:ext cx="935280" cy="418320"/>
            <a:chOff x="4413040" y="3250920"/>
            <a:chExt cx="935280" cy="418320"/>
          </a:xfrm>
        </p:grpSpPr>
        <mc:AlternateContent xmlns:mc="http://schemas.openxmlformats.org/markup-compatibility/2006" xmlns:p14="http://schemas.microsoft.com/office/powerpoint/2010/main">
          <mc:Choice Requires="p14">
            <p:contentPart p14:bwMode="auto" r:id="rId19">
              <p14:nvContentPartPr>
                <p14:cNvPr id="12" name="墨迹 11">
                  <a:extLst>
                    <a:ext uri="{FF2B5EF4-FFF2-40B4-BE49-F238E27FC236}">
                      <a16:creationId xmlns:a16="http://schemas.microsoft.com/office/drawing/2014/main" id="{B3BC4DC4-C64A-A1E8-7EEA-A099AF11C0C3}"/>
                    </a:ext>
                  </a:extLst>
                </p14:cNvPr>
                <p14:cNvContentPartPr/>
                <p14:nvPr/>
              </p14:nvContentPartPr>
              <p14:xfrm>
                <a:off x="4482880" y="3320760"/>
                <a:ext cx="102240" cy="6840"/>
              </p14:xfrm>
            </p:contentPart>
          </mc:Choice>
          <mc:Fallback xmlns="">
            <p:pic>
              <p:nvPicPr>
                <p:cNvPr id="12" name="墨迹 11">
                  <a:extLst>
                    <a:ext uri="{FF2B5EF4-FFF2-40B4-BE49-F238E27FC236}">
                      <a16:creationId xmlns:a16="http://schemas.microsoft.com/office/drawing/2014/main" id="{B3BC4DC4-C64A-A1E8-7EEA-A099AF11C0C3}"/>
                    </a:ext>
                  </a:extLst>
                </p:cNvPr>
                <p:cNvPicPr/>
                <p:nvPr/>
              </p:nvPicPr>
              <p:blipFill>
                <a:blip r:embed="rId20"/>
                <a:stretch>
                  <a:fillRect/>
                </a:stretch>
              </p:blipFill>
              <p:spPr>
                <a:xfrm>
                  <a:off x="4465240" y="3302760"/>
                  <a:ext cx="13788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墨迹 12">
                  <a:extLst>
                    <a:ext uri="{FF2B5EF4-FFF2-40B4-BE49-F238E27FC236}">
                      <a16:creationId xmlns:a16="http://schemas.microsoft.com/office/drawing/2014/main" id="{189FF3C2-B628-BAE7-50A3-86B7B3458EF0}"/>
                    </a:ext>
                  </a:extLst>
                </p14:cNvPr>
                <p14:cNvContentPartPr/>
                <p14:nvPr/>
              </p14:nvContentPartPr>
              <p14:xfrm>
                <a:off x="4443640" y="3289080"/>
                <a:ext cx="115560" cy="171360"/>
              </p14:xfrm>
            </p:contentPart>
          </mc:Choice>
          <mc:Fallback xmlns="">
            <p:pic>
              <p:nvPicPr>
                <p:cNvPr id="13" name="墨迹 12">
                  <a:extLst>
                    <a:ext uri="{FF2B5EF4-FFF2-40B4-BE49-F238E27FC236}">
                      <a16:creationId xmlns:a16="http://schemas.microsoft.com/office/drawing/2014/main" id="{189FF3C2-B628-BAE7-50A3-86B7B3458EF0}"/>
                    </a:ext>
                  </a:extLst>
                </p:cNvPr>
                <p:cNvPicPr/>
                <p:nvPr/>
              </p:nvPicPr>
              <p:blipFill>
                <a:blip r:embed="rId22"/>
                <a:stretch>
                  <a:fillRect/>
                </a:stretch>
              </p:blipFill>
              <p:spPr>
                <a:xfrm>
                  <a:off x="4425640" y="3271440"/>
                  <a:ext cx="151200" cy="207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墨迹 13">
                  <a:extLst>
                    <a:ext uri="{FF2B5EF4-FFF2-40B4-BE49-F238E27FC236}">
                      <a16:creationId xmlns:a16="http://schemas.microsoft.com/office/drawing/2014/main" id="{E59F620E-41E5-9F46-F625-4998BBCEEAFB}"/>
                    </a:ext>
                  </a:extLst>
                </p14:cNvPr>
                <p14:cNvContentPartPr/>
                <p14:nvPr/>
              </p14:nvContentPartPr>
              <p14:xfrm>
                <a:off x="4413040" y="3489600"/>
                <a:ext cx="184680" cy="73080"/>
              </p14:xfrm>
            </p:contentPart>
          </mc:Choice>
          <mc:Fallback xmlns="">
            <p:pic>
              <p:nvPicPr>
                <p:cNvPr id="14" name="墨迹 13">
                  <a:extLst>
                    <a:ext uri="{FF2B5EF4-FFF2-40B4-BE49-F238E27FC236}">
                      <a16:creationId xmlns:a16="http://schemas.microsoft.com/office/drawing/2014/main" id="{E59F620E-41E5-9F46-F625-4998BBCEEAFB}"/>
                    </a:ext>
                  </a:extLst>
                </p:cNvPr>
                <p:cNvPicPr/>
                <p:nvPr/>
              </p:nvPicPr>
              <p:blipFill>
                <a:blip r:embed="rId24"/>
                <a:stretch>
                  <a:fillRect/>
                </a:stretch>
              </p:blipFill>
              <p:spPr>
                <a:xfrm>
                  <a:off x="4395400" y="3471600"/>
                  <a:ext cx="220320" cy="10872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墨迹 14">
                  <a:extLst>
                    <a:ext uri="{FF2B5EF4-FFF2-40B4-BE49-F238E27FC236}">
                      <a16:creationId xmlns:a16="http://schemas.microsoft.com/office/drawing/2014/main" id="{F23739EB-4AAF-B43E-3335-61F288642D8A}"/>
                    </a:ext>
                  </a:extLst>
                </p14:cNvPr>
                <p14:cNvContentPartPr/>
                <p14:nvPr/>
              </p14:nvContentPartPr>
              <p14:xfrm>
                <a:off x="4514200" y="3339840"/>
                <a:ext cx="10440" cy="320400"/>
              </p14:xfrm>
            </p:contentPart>
          </mc:Choice>
          <mc:Fallback xmlns="">
            <p:pic>
              <p:nvPicPr>
                <p:cNvPr id="15" name="墨迹 14">
                  <a:extLst>
                    <a:ext uri="{FF2B5EF4-FFF2-40B4-BE49-F238E27FC236}">
                      <a16:creationId xmlns:a16="http://schemas.microsoft.com/office/drawing/2014/main" id="{F23739EB-4AAF-B43E-3335-61F288642D8A}"/>
                    </a:ext>
                  </a:extLst>
                </p:cNvPr>
                <p:cNvPicPr/>
                <p:nvPr/>
              </p:nvPicPr>
              <p:blipFill>
                <a:blip r:embed="rId26"/>
                <a:stretch>
                  <a:fillRect/>
                </a:stretch>
              </p:blipFill>
              <p:spPr>
                <a:xfrm>
                  <a:off x="4496200" y="3322200"/>
                  <a:ext cx="46080" cy="35604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墨迹 15">
                  <a:extLst>
                    <a:ext uri="{FF2B5EF4-FFF2-40B4-BE49-F238E27FC236}">
                      <a16:creationId xmlns:a16="http://schemas.microsoft.com/office/drawing/2014/main" id="{2C8E93DF-1610-ABC4-9E20-A609BC319547}"/>
                    </a:ext>
                  </a:extLst>
                </p14:cNvPr>
                <p14:cNvContentPartPr/>
                <p14:nvPr/>
              </p14:nvContentPartPr>
              <p14:xfrm>
                <a:off x="4584400" y="3327600"/>
                <a:ext cx="122400" cy="19080"/>
              </p14:xfrm>
            </p:contentPart>
          </mc:Choice>
          <mc:Fallback xmlns="">
            <p:pic>
              <p:nvPicPr>
                <p:cNvPr id="16" name="墨迹 15">
                  <a:extLst>
                    <a:ext uri="{FF2B5EF4-FFF2-40B4-BE49-F238E27FC236}">
                      <a16:creationId xmlns:a16="http://schemas.microsoft.com/office/drawing/2014/main" id="{2C8E93DF-1610-ABC4-9E20-A609BC319547}"/>
                    </a:ext>
                  </a:extLst>
                </p:cNvPr>
                <p:cNvPicPr/>
                <p:nvPr/>
              </p:nvPicPr>
              <p:blipFill>
                <a:blip r:embed="rId28"/>
                <a:stretch>
                  <a:fillRect/>
                </a:stretch>
              </p:blipFill>
              <p:spPr>
                <a:xfrm>
                  <a:off x="4566760" y="3309600"/>
                  <a:ext cx="15804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墨迹 16">
                  <a:extLst>
                    <a:ext uri="{FF2B5EF4-FFF2-40B4-BE49-F238E27FC236}">
                      <a16:creationId xmlns:a16="http://schemas.microsoft.com/office/drawing/2014/main" id="{53ABA379-4620-333A-A503-F9816A91A9E8}"/>
                    </a:ext>
                  </a:extLst>
                </p14:cNvPr>
                <p14:cNvContentPartPr/>
                <p14:nvPr/>
              </p14:nvContentPartPr>
              <p14:xfrm>
                <a:off x="4590880" y="3381240"/>
                <a:ext cx="120600" cy="16920"/>
              </p14:xfrm>
            </p:contentPart>
          </mc:Choice>
          <mc:Fallback xmlns="">
            <p:pic>
              <p:nvPicPr>
                <p:cNvPr id="17" name="墨迹 16">
                  <a:extLst>
                    <a:ext uri="{FF2B5EF4-FFF2-40B4-BE49-F238E27FC236}">
                      <a16:creationId xmlns:a16="http://schemas.microsoft.com/office/drawing/2014/main" id="{53ABA379-4620-333A-A503-F9816A91A9E8}"/>
                    </a:ext>
                  </a:extLst>
                </p:cNvPr>
                <p:cNvPicPr/>
                <p:nvPr/>
              </p:nvPicPr>
              <p:blipFill>
                <a:blip r:embed="rId30"/>
                <a:stretch>
                  <a:fillRect/>
                </a:stretch>
              </p:blipFill>
              <p:spPr>
                <a:xfrm>
                  <a:off x="4573240" y="3363240"/>
                  <a:ext cx="15624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 name="墨迹 17">
                  <a:extLst>
                    <a:ext uri="{FF2B5EF4-FFF2-40B4-BE49-F238E27FC236}">
                      <a16:creationId xmlns:a16="http://schemas.microsoft.com/office/drawing/2014/main" id="{B5D5B9C9-934A-C56F-EA95-6A1CFE44D321}"/>
                    </a:ext>
                  </a:extLst>
                </p14:cNvPr>
                <p14:cNvContentPartPr/>
                <p14:nvPr/>
              </p14:nvContentPartPr>
              <p14:xfrm>
                <a:off x="4607800" y="3263520"/>
                <a:ext cx="65880" cy="322560"/>
              </p14:xfrm>
            </p:contentPart>
          </mc:Choice>
          <mc:Fallback xmlns="">
            <p:pic>
              <p:nvPicPr>
                <p:cNvPr id="18" name="墨迹 17">
                  <a:extLst>
                    <a:ext uri="{FF2B5EF4-FFF2-40B4-BE49-F238E27FC236}">
                      <a16:creationId xmlns:a16="http://schemas.microsoft.com/office/drawing/2014/main" id="{B5D5B9C9-934A-C56F-EA95-6A1CFE44D321}"/>
                    </a:ext>
                  </a:extLst>
                </p:cNvPr>
                <p:cNvPicPr/>
                <p:nvPr/>
              </p:nvPicPr>
              <p:blipFill>
                <a:blip r:embed="rId32"/>
                <a:stretch>
                  <a:fillRect/>
                </a:stretch>
              </p:blipFill>
              <p:spPr>
                <a:xfrm>
                  <a:off x="4590160" y="3245880"/>
                  <a:ext cx="101520" cy="3582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9" name="墨迹 18">
                  <a:extLst>
                    <a:ext uri="{FF2B5EF4-FFF2-40B4-BE49-F238E27FC236}">
                      <a16:creationId xmlns:a16="http://schemas.microsoft.com/office/drawing/2014/main" id="{D03A39BD-BC0A-728E-B8C2-C81E31FE4EB6}"/>
                    </a:ext>
                  </a:extLst>
                </p14:cNvPr>
                <p14:cNvContentPartPr/>
                <p14:nvPr/>
              </p14:nvContentPartPr>
              <p14:xfrm>
                <a:off x="4584400" y="3587520"/>
                <a:ext cx="120240" cy="56880"/>
              </p14:xfrm>
            </p:contentPart>
          </mc:Choice>
          <mc:Fallback xmlns="">
            <p:pic>
              <p:nvPicPr>
                <p:cNvPr id="19" name="墨迹 18">
                  <a:extLst>
                    <a:ext uri="{FF2B5EF4-FFF2-40B4-BE49-F238E27FC236}">
                      <a16:creationId xmlns:a16="http://schemas.microsoft.com/office/drawing/2014/main" id="{D03A39BD-BC0A-728E-B8C2-C81E31FE4EB6}"/>
                    </a:ext>
                  </a:extLst>
                </p:cNvPr>
                <p:cNvPicPr/>
                <p:nvPr/>
              </p:nvPicPr>
              <p:blipFill>
                <a:blip r:embed="rId34"/>
                <a:stretch>
                  <a:fillRect/>
                </a:stretch>
              </p:blipFill>
              <p:spPr>
                <a:xfrm>
                  <a:off x="4566760" y="3569880"/>
                  <a:ext cx="1558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0" name="墨迹 19">
                  <a:extLst>
                    <a:ext uri="{FF2B5EF4-FFF2-40B4-BE49-F238E27FC236}">
                      <a16:creationId xmlns:a16="http://schemas.microsoft.com/office/drawing/2014/main" id="{ECD56953-F0C2-7457-6A01-FB4F4FEED7A1}"/>
                    </a:ext>
                  </a:extLst>
                </p14:cNvPr>
                <p14:cNvContentPartPr/>
                <p14:nvPr/>
              </p14:nvContentPartPr>
              <p14:xfrm>
                <a:off x="4800400" y="3407160"/>
                <a:ext cx="242640" cy="47520"/>
              </p14:xfrm>
            </p:contentPart>
          </mc:Choice>
          <mc:Fallback xmlns="">
            <p:pic>
              <p:nvPicPr>
                <p:cNvPr id="20" name="墨迹 19">
                  <a:extLst>
                    <a:ext uri="{FF2B5EF4-FFF2-40B4-BE49-F238E27FC236}">
                      <a16:creationId xmlns:a16="http://schemas.microsoft.com/office/drawing/2014/main" id="{ECD56953-F0C2-7457-6A01-FB4F4FEED7A1}"/>
                    </a:ext>
                  </a:extLst>
                </p:cNvPr>
                <p:cNvPicPr/>
                <p:nvPr/>
              </p:nvPicPr>
              <p:blipFill>
                <a:blip r:embed="rId36"/>
                <a:stretch>
                  <a:fillRect/>
                </a:stretch>
              </p:blipFill>
              <p:spPr>
                <a:xfrm>
                  <a:off x="4782760" y="3389160"/>
                  <a:ext cx="27828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1" name="墨迹 20">
                  <a:extLst>
                    <a:ext uri="{FF2B5EF4-FFF2-40B4-BE49-F238E27FC236}">
                      <a16:creationId xmlns:a16="http://schemas.microsoft.com/office/drawing/2014/main" id="{9ADC8013-C1DF-D0F1-C352-41B14BFB0F77}"/>
                    </a:ext>
                  </a:extLst>
                </p14:cNvPr>
                <p14:cNvContentPartPr/>
                <p14:nvPr/>
              </p14:nvContentPartPr>
              <p14:xfrm>
                <a:off x="4874200" y="3295200"/>
                <a:ext cx="122400" cy="345960"/>
              </p14:xfrm>
            </p:contentPart>
          </mc:Choice>
          <mc:Fallback xmlns="">
            <p:pic>
              <p:nvPicPr>
                <p:cNvPr id="21" name="墨迹 20">
                  <a:extLst>
                    <a:ext uri="{FF2B5EF4-FFF2-40B4-BE49-F238E27FC236}">
                      <a16:creationId xmlns:a16="http://schemas.microsoft.com/office/drawing/2014/main" id="{9ADC8013-C1DF-D0F1-C352-41B14BFB0F77}"/>
                    </a:ext>
                  </a:extLst>
                </p:cNvPr>
                <p:cNvPicPr/>
                <p:nvPr/>
              </p:nvPicPr>
              <p:blipFill>
                <a:blip r:embed="rId38"/>
                <a:stretch>
                  <a:fillRect/>
                </a:stretch>
              </p:blipFill>
              <p:spPr>
                <a:xfrm>
                  <a:off x="4856560" y="3277560"/>
                  <a:ext cx="158040" cy="381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2" name="墨迹 21">
                  <a:extLst>
                    <a:ext uri="{FF2B5EF4-FFF2-40B4-BE49-F238E27FC236}">
                      <a16:creationId xmlns:a16="http://schemas.microsoft.com/office/drawing/2014/main" id="{EDFA76A8-896D-6992-00CF-52756FCA5083}"/>
                    </a:ext>
                  </a:extLst>
                </p14:cNvPr>
                <p14:cNvContentPartPr/>
                <p14:nvPr/>
              </p14:nvContentPartPr>
              <p14:xfrm>
                <a:off x="5032240" y="3250920"/>
                <a:ext cx="102600" cy="137880"/>
              </p14:xfrm>
            </p:contentPart>
          </mc:Choice>
          <mc:Fallback xmlns="">
            <p:pic>
              <p:nvPicPr>
                <p:cNvPr id="22" name="墨迹 21">
                  <a:extLst>
                    <a:ext uri="{FF2B5EF4-FFF2-40B4-BE49-F238E27FC236}">
                      <a16:creationId xmlns:a16="http://schemas.microsoft.com/office/drawing/2014/main" id="{EDFA76A8-896D-6992-00CF-52756FCA5083}"/>
                    </a:ext>
                  </a:extLst>
                </p:cNvPr>
                <p:cNvPicPr/>
                <p:nvPr/>
              </p:nvPicPr>
              <p:blipFill>
                <a:blip r:embed="rId40"/>
                <a:stretch>
                  <a:fillRect/>
                </a:stretch>
              </p:blipFill>
              <p:spPr>
                <a:xfrm>
                  <a:off x="5014600" y="3233280"/>
                  <a:ext cx="138240" cy="17352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3" name="墨迹 22">
                  <a:extLst>
                    <a:ext uri="{FF2B5EF4-FFF2-40B4-BE49-F238E27FC236}">
                      <a16:creationId xmlns:a16="http://schemas.microsoft.com/office/drawing/2014/main" id="{A572C879-73A9-93E2-7996-018ACAE17B39}"/>
                    </a:ext>
                  </a:extLst>
                </p14:cNvPr>
                <p14:cNvContentPartPr/>
                <p14:nvPr/>
              </p14:nvContentPartPr>
              <p14:xfrm>
                <a:off x="5029000" y="3415800"/>
                <a:ext cx="21960" cy="98640"/>
              </p14:xfrm>
            </p:contentPart>
          </mc:Choice>
          <mc:Fallback xmlns="">
            <p:pic>
              <p:nvPicPr>
                <p:cNvPr id="23" name="墨迹 22">
                  <a:extLst>
                    <a:ext uri="{FF2B5EF4-FFF2-40B4-BE49-F238E27FC236}">
                      <a16:creationId xmlns:a16="http://schemas.microsoft.com/office/drawing/2014/main" id="{A572C879-73A9-93E2-7996-018ACAE17B39}"/>
                    </a:ext>
                  </a:extLst>
                </p:cNvPr>
                <p:cNvPicPr/>
                <p:nvPr/>
              </p:nvPicPr>
              <p:blipFill>
                <a:blip r:embed="rId42"/>
                <a:stretch>
                  <a:fillRect/>
                </a:stretch>
              </p:blipFill>
              <p:spPr>
                <a:xfrm>
                  <a:off x="5011360" y="3398160"/>
                  <a:ext cx="5760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4" name="墨迹 23">
                  <a:extLst>
                    <a:ext uri="{FF2B5EF4-FFF2-40B4-BE49-F238E27FC236}">
                      <a16:creationId xmlns:a16="http://schemas.microsoft.com/office/drawing/2014/main" id="{4F4D0AB8-1CA7-0DE3-9CBF-78D79781AC5E}"/>
                    </a:ext>
                  </a:extLst>
                </p14:cNvPr>
                <p14:cNvContentPartPr/>
                <p14:nvPr/>
              </p14:nvContentPartPr>
              <p14:xfrm>
                <a:off x="5067160" y="3403200"/>
                <a:ext cx="203040" cy="96480"/>
              </p14:xfrm>
            </p:contentPart>
          </mc:Choice>
          <mc:Fallback xmlns="">
            <p:pic>
              <p:nvPicPr>
                <p:cNvPr id="24" name="墨迹 23">
                  <a:extLst>
                    <a:ext uri="{FF2B5EF4-FFF2-40B4-BE49-F238E27FC236}">
                      <a16:creationId xmlns:a16="http://schemas.microsoft.com/office/drawing/2014/main" id="{4F4D0AB8-1CA7-0DE3-9CBF-78D79781AC5E}"/>
                    </a:ext>
                  </a:extLst>
                </p:cNvPr>
                <p:cNvPicPr/>
                <p:nvPr/>
              </p:nvPicPr>
              <p:blipFill>
                <a:blip r:embed="rId44"/>
                <a:stretch>
                  <a:fillRect/>
                </a:stretch>
              </p:blipFill>
              <p:spPr>
                <a:xfrm>
                  <a:off x="5049520" y="3385200"/>
                  <a:ext cx="23868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5" name="墨迹 24">
                  <a:extLst>
                    <a:ext uri="{FF2B5EF4-FFF2-40B4-BE49-F238E27FC236}">
                      <a16:creationId xmlns:a16="http://schemas.microsoft.com/office/drawing/2014/main" id="{66166892-6F54-EA59-C331-8D4F3CA16D74}"/>
                    </a:ext>
                  </a:extLst>
                </p14:cNvPr>
                <p14:cNvContentPartPr/>
                <p14:nvPr/>
              </p14:nvContentPartPr>
              <p14:xfrm>
                <a:off x="5016400" y="3472680"/>
                <a:ext cx="254880" cy="32760"/>
              </p14:xfrm>
            </p:contentPart>
          </mc:Choice>
          <mc:Fallback xmlns="">
            <p:pic>
              <p:nvPicPr>
                <p:cNvPr id="25" name="墨迹 24">
                  <a:extLst>
                    <a:ext uri="{FF2B5EF4-FFF2-40B4-BE49-F238E27FC236}">
                      <a16:creationId xmlns:a16="http://schemas.microsoft.com/office/drawing/2014/main" id="{66166892-6F54-EA59-C331-8D4F3CA16D74}"/>
                    </a:ext>
                  </a:extLst>
                </p:cNvPr>
                <p:cNvPicPr/>
                <p:nvPr/>
              </p:nvPicPr>
              <p:blipFill>
                <a:blip r:embed="rId46"/>
                <a:stretch>
                  <a:fillRect/>
                </a:stretch>
              </p:blipFill>
              <p:spPr>
                <a:xfrm>
                  <a:off x="4998760" y="3454680"/>
                  <a:ext cx="29052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6" name="墨迹 25">
                  <a:extLst>
                    <a:ext uri="{FF2B5EF4-FFF2-40B4-BE49-F238E27FC236}">
                      <a16:creationId xmlns:a16="http://schemas.microsoft.com/office/drawing/2014/main" id="{7688570B-36B2-CE60-D2DE-4D0338524928}"/>
                    </a:ext>
                  </a:extLst>
                </p14:cNvPr>
                <p14:cNvContentPartPr/>
                <p14:nvPr/>
              </p14:nvContentPartPr>
              <p14:xfrm>
                <a:off x="4933960" y="3428760"/>
                <a:ext cx="209520" cy="240480"/>
              </p14:xfrm>
            </p:contentPart>
          </mc:Choice>
          <mc:Fallback xmlns="">
            <p:pic>
              <p:nvPicPr>
                <p:cNvPr id="26" name="墨迹 25">
                  <a:extLst>
                    <a:ext uri="{FF2B5EF4-FFF2-40B4-BE49-F238E27FC236}">
                      <a16:creationId xmlns:a16="http://schemas.microsoft.com/office/drawing/2014/main" id="{7688570B-36B2-CE60-D2DE-4D0338524928}"/>
                    </a:ext>
                  </a:extLst>
                </p:cNvPr>
                <p:cNvPicPr/>
                <p:nvPr/>
              </p:nvPicPr>
              <p:blipFill>
                <a:blip r:embed="rId48"/>
                <a:stretch>
                  <a:fillRect/>
                </a:stretch>
              </p:blipFill>
              <p:spPr>
                <a:xfrm>
                  <a:off x="4915960" y="3411120"/>
                  <a:ext cx="245160" cy="2761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27" name="墨迹 26">
                  <a:extLst>
                    <a:ext uri="{FF2B5EF4-FFF2-40B4-BE49-F238E27FC236}">
                      <a16:creationId xmlns:a16="http://schemas.microsoft.com/office/drawing/2014/main" id="{D398AB81-82BE-695A-738C-E174B4B5F32A}"/>
                    </a:ext>
                  </a:extLst>
                </p14:cNvPr>
                <p14:cNvContentPartPr/>
                <p14:nvPr/>
              </p14:nvContentPartPr>
              <p14:xfrm>
                <a:off x="5175160" y="3511200"/>
                <a:ext cx="173160" cy="154800"/>
              </p14:xfrm>
            </p:contentPart>
          </mc:Choice>
          <mc:Fallback xmlns="">
            <p:pic>
              <p:nvPicPr>
                <p:cNvPr id="27" name="墨迹 26">
                  <a:extLst>
                    <a:ext uri="{FF2B5EF4-FFF2-40B4-BE49-F238E27FC236}">
                      <a16:creationId xmlns:a16="http://schemas.microsoft.com/office/drawing/2014/main" id="{D398AB81-82BE-695A-738C-E174B4B5F32A}"/>
                    </a:ext>
                  </a:extLst>
                </p:cNvPr>
                <p:cNvPicPr/>
                <p:nvPr/>
              </p:nvPicPr>
              <p:blipFill>
                <a:blip r:embed="rId50"/>
                <a:stretch>
                  <a:fillRect/>
                </a:stretch>
              </p:blipFill>
              <p:spPr>
                <a:xfrm>
                  <a:off x="5157520" y="3493560"/>
                  <a:ext cx="208800" cy="190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
            <p14:nvContentPartPr>
              <p14:cNvPr id="29" name="墨迹 28">
                <a:extLst>
                  <a:ext uri="{FF2B5EF4-FFF2-40B4-BE49-F238E27FC236}">
                    <a16:creationId xmlns:a16="http://schemas.microsoft.com/office/drawing/2014/main" id="{0EDD500F-FE7A-BB25-C13A-2D1B5B9633EC}"/>
                  </a:ext>
                </a:extLst>
              </p14:cNvPr>
              <p14:cNvContentPartPr/>
              <p14:nvPr/>
            </p14:nvContentPartPr>
            <p14:xfrm>
              <a:off x="5543440" y="3156960"/>
              <a:ext cx="32400" cy="640440"/>
            </p14:xfrm>
          </p:contentPart>
        </mc:Choice>
        <mc:Fallback xmlns="">
          <p:pic>
            <p:nvPicPr>
              <p:cNvPr id="29" name="墨迹 28">
                <a:extLst>
                  <a:ext uri="{FF2B5EF4-FFF2-40B4-BE49-F238E27FC236}">
                    <a16:creationId xmlns:a16="http://schemas.microsoft.com/office/drawing/2014/main" id="{0EDD500F-FE7A-BB25-C13A-2D1B5B9633EC}"/>
                  </a:ext>
                </a:extLst>
              </p:cNvPr>
              <p:cNvPicPr/>
              <p:nvPr/>
            </p:nvPicPr>
            <p:blipFill>
              <a:blip r:embed="rId52"/>
              <a:stretch>
                <a:fillRect/>
              </a:stretch>
            </p:blipFill>
            <p:spPr>
              <a:xfrm>
                <a:off x="5489800" y="3049320"/>
                <a:ext cx="140040" cy="85608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0" name="墨迹 29">
                <a:extLst>
                  <a:ext uri="{FF2B5EF4-FFF2-40B4-BE49-F238E27FC236}">
                    <a16:creationId xmlns:a16="http://schemas.microsoft.com/office/drawing/2014/main" id="{C81AA5B0-CE3C-662B-5767-18F980A83791}"/>
                  </a:ext>
                </a:extLst>
              </p14:cNvPr>
              <p14:cNvContentPartPr/>
              <p14:nvPr/>
            </p14:nvContentPartPr>
            <p14:xfrm>
              <a:off x="6052840" y="4037880"/>
              <a:ext cx="24840" cy="470880"/>
            </p14:xfrm>
          </p:contentPart>
        </mc:Choice>
        <mc:Fallback xmlns="">
          <p:pic>
            <p:nvPicPr>
              <p:cNvPr id="30" name="墨迹 29">
                <a:extLst>
                  <a:ext uri="{FF2B5EF4-FFF2-40B4-BE49-F238E27FC236}">
                    <a16:creationId xmlns:a16="http://schemas.microsoft.com/office/drawing/2014/main" id="{C81AA5B0-CE3C-662B-5767-18F980A83791}"/>
                  </a:ext>
                </a:extLst>
              </p:cNvPr>
              <p:cNvPicPr/>
              <p:nvPr/>
            </p:nvPicPr>
            <p:blipFill>
              <a:blip r:embed="rId54"/>
              <a:stretch>
                <a:fillRect/>
              </a:stretch>
            </p:blipFill>
            <p:spPr>
              <a:xfrm>
                <a:off x="5998840" y="3929880"/>
                <a:ext cx="132480" cy="68652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1" name="墨迹 30">
                <a:extLst>
                  <a:ext uri="{FF2B5EF4-FFF2-40B4-BE49-F238E27FC236}">
                    <a16:creationId xmlns:a16="http://schemas.microsoft.com/office/drawing/2014/main" id="{F5D72413-6D62-5B92-61A0-C3CF9169AA9A}"/>
                  </a:ext>
                </a:extLst>
              </p14:cNvPr>
              <p14:cNvContentPartPr/>
              <p14:nvPr/>
            </p14:nvContentPartPr>
            <p14:xfrm>
              <a:off x="6051400" y="4044360"/>
              <a:ext cx="801000" cy="26280"/>
            </p14:xfrm>
          </p:contentPart>
        </mc:Choice>
        <mc:Fallback xmlns="">
          <p:pic>
            <p:nvPicPr>
              <p:cNvPr id="31" name="墨迹 30">
                <a:extLst>
                  <a:ext uri="{FF2B5EF4-FFF2-40B4-BE49-F238E27FC236}">
                    <a16:creationId xmlns:a16="http://schemas.microsoft.com/office/drawing/2014/main" id="{F5D72413-6D62-5B92-61A0-C3CF9169AA9A}"/>
                  </a:ext>
                </a:extLst>
              </p:cNvPr>
              <p:cNvPicPr/>
              <p:nvPr/>
            </p:nvPicPr>
            <p:blipFill>
              <a:blip r:embed="rId56"/>
              <a:stretch>
                <a:fillRect/>
              </a:stretch>
            </p:blipFill>
            <p:spPr>
              <a:xfrm>
                <a:off x="5997760" y="3936360"/>
                <a:ext cx="908640" cy="2419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2" name="墨迹 31">
                <a:extLst>
                  <a:ext uri="{FF2B5EF4-FFF2-40B4-BE49-F238E27FC236}">
                    <a16:creationId xmlns:a16="http://schemas.microsoft.com/office/drawing/2014/main" id="{FB297C31-95E6-E125-D801-0808CFBD6CD1}"/>
                  </a:ext>
                </a:extLst>
              </p14:cNvPr>
              <p14:cNvContentPartPr/>
              <p14:nvPr/>
            </p14:nvContentPartPr>
            <p14:xfrm>
              <a:off x="6089560" y="5256840"/>
              <a:ext cx="627480" cy="13680"/>
            </p14:xfrm>
          </p:contentPart>
        </mc:Choice>
        <mc:Fallback xmlns="">
          <p:pic>
            <p:nvPicPr>
              <p:cNvPr id="32" name="墨迹 31">
                <a:extLst>
                  <a:ext uri="{FF2B5EF4-FFF2-40B4-BE49-F238E27FC236}">
                    <a16:creationId xmlns:a16="http://schemas.microsoft.com/office/drawing/2014/main" id="{FB297C31-95E6-E125-D801-0808CFBD6CD1}"/>
                  </a:ext>
                </a:extLst>
              </p:cNvPr>
              <p:cNvPicPr/>
              <p:nvPr/>
            </p:nvPicPr>
            <p:blipFill>
              <a:blip r:embed="rId58"/>
              <a:stretch>
                <a:fillRect/>
              </a:stretch>
            </p:blipFill>
            <p:spPr>
              <a:xfrm>
                <a:off x="6035920" y="5149200"/>
                <a:ext cx="735120" cy="2293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3" name="墨迹 32">
                <a:extLst>
                  <a:ext uri="{FF2B5EF4-FFF2-40B4-BE49-F238E27FC236}">
                    <a16:creationId xmlns:a16="http://schemas.microsoft.com/office/drawing/2014/main" id="{A964F6B5-ABCD-D591-7872-ECF962E881AA}"/>
                  </a:ext>
                </a:extLst>
              </p14:cNvPr>
              <p14:cNvContentPartPr/>
              <p14:nvPr/>
            </p14:nvContentPartPr>
            <p14:xfrm>
              <a:off x="6051400" y="4044720"/>
              <a:ext cx="788040" cy="13320"/>
            </p14:xfrm>
          </p:contentPart>
        </mc:Choice>
        <mc:Fallback xmlns="">
          <p:pic>
            <p:nvPicPr>
              <p:cNvPr id="33" name="墨迹 32">
                <a:extLst>
                  <a:ext uri="{FF2B5EF4-FFF2-40B4-BE49-F238E27FC236}">
                    <a16:creationId xmlns:a16="http://schemas.microsoft.com/office/drawing/2014/main" id="{A964F6B5-ABCD-D591-7872-ECF962E881AA}"/>
                  </a:ext>
                </a:extLst>
              </p:cNvPr>
              <p:cNvPicPr/>
              <p:nvPr/>
            </p:nvPicPr>
            <p:blipFill>
              <a:blip r:embed="rId60"/>
              <a:stretch>
                <a:fillRect/>
              </a:stretch>
            </p:blipFill>
            <p:spPr>
              <a:xfrm>
                <a:off x="6033760" y="4027080"/>
                <a:ext cx="8236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6" name="墨迹 35">
                <a:extLst>
                  <a:ext uri="{FF2B5EF4-FFF2-40B4-BE49-F238E27FC236}">
                    <a16:creationId xmlns:a16="http://schemas.microsoft.com/office/drawing/2014/main" id="{BE13EA14-1724-7C78-2008-BAD82B90DD0F}"/>
                  </a:ext>
                </a:extLst>
              </p14:cNvPr>
              <p14:cNvContentPartPr/>
              <p14:nvPr/>
            </p14:nvContentPartPr>
            <p14:xfrm>
              <a:off x="322000" y="1599240"/>
              <a:ext cx="412920" cy="3709080"/>
            </p14:xfrm>
          </p:contentPart>
        </mc:Choice>
        <mc:Fallback xmlns="">
          <p:pic>
            <p:nvPicPr>
              <p:cNvPr id="36" name="墨迹 35">
                <a:extLst>
                  <a:ext uri="{FF2B5EF4-FFF2-40B4-BE49-F238E27FC236}">
                    <a16:creationId xmlns:a16="http://schemas.microsoft.com/office/drawing/2014/main" id="{BE13EA14-1724-7C78-2008-BAD82B90DD0F}"/>
                  </a:ext>
                </a:extLst>
              </p:cNvPr>
              <p:cNvPicPr/>
              <p:nvPr/>
            </p:nvPicPr>
            <p:blipFill>
              <a:blip r:embed="rId62"/>
              <a:stretch>
                <a:fillRect/>
              </a:stretch>
            </p:blipFill>
            <p:spPr>
              <a:xfrm>
                <a:off x="304000" y="1581600"/>
                <a:ext cx="448560" cy="3744720"/>
              </a:xfrm>
              <a:prstGeom prst="rect">
                <a:avLst/>
              </a:prstGeom>
            </p:spPr>
          </p:pic>
        </mc:Fallback>
      </mc:AlternateContent>
      <p:grpSp>
        <p:nvGrpSpPr>
          <p:cNvPr id="39" name="组合 38">
            <a:extLst>
              <a:ext uri="{FF2B5EF4-FFF2-40B4-BE49-F238E27FC236}">
                <a16:creationId xmlns:a16="http://schemas.microsoft.com/office/drawing/2014/main" id="{2E36D09D-9791-E68D-6F2D-9D41F79A5E19}"/>
              </a:ext>
            </a:extLst>
          </p:cNvPr>
          <p:cNvGrpSpPr/>
          <p:nvPr/>
        </p:nvGrpSpPr>
        <p:grpSpPr>
          <a:xfrm>
            <a:off x="6388000" y="4095480"/>
            <a:ext cx="351360" cy="986040"/>
            <a:chOff x="6388000" y="4095480"/>
            <a:chExt cx="351360" cy="986040"/>
          </a:xfrm>
        </p:grpSpPr>
        <mc:AlternateContent xmlns:mc="http://schemas.openxmlformats.org/markup-compatibility/2006" xmlns:p14="http://schemas.microsoft.com/office/powerpoint/2010/main">
          <mc:Choice Requires="p14">
            <p:contentPart p14:bwMode="auto" r:id="rId63">
              <p14:nvContentPartPr>
                <p14:cNvPr id="37" name="墨迹 36">
                  <a:extLst>
                    <a:ext uri="{FF2B5EF4-FFF2-40B4-BE49-F238E27FC236}">
                      <a16:creationId xmlns:a16="http://schemas.microsoft.com/office/drawing/2014/main" id="{670DD4E3-D0E4-C921-80F7-DD68C07C1E73}"/>
                    </a:ext>
                  </a:extLst>
                </p14:cNvPr>
                <p14:cNvContentPartPr/>
                <p14:nvPr/>
              </p14:nvContentPartPr>
              <p14:xfrm>
                <a:off x="6426160" y="4095480"/>
                <a:ext cx="89280" cy="926640"/>
              </p14:xfrm>
            </p:contentPart>
          </mc:Choice>
          <mc:Fallback xmlns="">
            <p:pic>
              <p:nvPicPr>
                <p:cNvPr id="37" name="墨迹 36">
                  <a:extLst>
                    <a:ext uri="{FF2B5EF4-FFF2-40B4-BE49-F238E27FC236}">
                      <a16:creationId xmlns:a16="http://schemas.microsoft.com/office/drawing/2014/main" id="{670DD4E3-D0E4-C921-80F7-DD68C07C1E73}"/>
                    </a:ext>
                  </a:extLst>
                </p:cNvPr>
                <p:cNvPicPr/>
                <p:nvPr/>
              </p:nvPicPr>
              <p:blipFill>
                <a:blip r:embed="rId64"/>
                <a:stretch>
                  <a:fillRect/>
                </a:stretch>
              </p:blipFill>
              <p:spPr>
                <a:xfrm>
                  <a:off x="6408520" y="4077840"/>
                  <a:ext cx="124920" cy="9622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8" name="墨迹 37">
                  <a:extLst>
                    <a:ext uri="{FF2B5EF4-FFF2-40B4-BE49-F238E27FC236}">
                      <a16:creationId xmlns:a16="http://schemas.microsoft.com/office/drawing/2014/main" id="{3140E208-8EC4-58CA-C5F5-2C2A88857296}"/>
                    </a:ext>
                  </a:extLst>
                </p14:cNvPr>
                <p14:cNvContentPartPr/>
                <p14:nvPr/>
              </p14:nvContentPartPr>
              <p14:xfrm>
                <a:off x="6388000" y="4914840"/>
                <a:ext cx="351360" cy="166680"/>
              </p14:xfrm>
            </p:contentPart>
          </mc:Choice>
          <mc:Fallback xmlns="">
            <p:pic>
              <p:nvPicPr>
                <p:cNvPr id="38" name="墨迹 37">
                  <a:extLst>
                    <a:ext uri="{FF2B5EF4-FFF2-40B4-BE49-F238E27FC236}">
                      <a16:creationId xmlns:a16="http://schemas.microsoft.com/office/drawing/2014/main" id="{3140E208-8EC4-58CA-C5F5-2C2A88857296}"/>
                    </a:ext>
                  </a:extLst>
                </p:cNvPr>
                <p:cNvPicPr/>
                <p:nvPr/>
              </p:nvPicPr>
              <p:blipFill>
                <a:blip r:embed="rId66"/>
                <a:stretch>
                  <a:fillRect/>
                </a:stretch>
              </p:blipFill>
              <p:spPr>
                <a:xfrm>
                  <a:off x="6370360" y="4897200"/>
                  <a:ext cx="387000" cy="202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7">
            <p14:nvContentPartPr>
              <p14:cNvPr id="40" name="墨迹 39">
                <a:extLst>
                  <a:ext uri="{FF2B5EF4-FFF2-40B4-BE49-F238E27FC236}">
                    <a16:creationId xmlns:a16="http://schemas.microsoft.com/office/drawing/2014/main" id="{37DBD0C7-2C3C-7151-3538-EDA1F16A1623}"/>
                  </a:ext>
                </a:extLst>
              </p14:cNvPr>
              <p14:cNvContentPartPr/>
              <p14:nvPr/>
            </p14:nvContentPartPr>
            <p14:xfrm>
              <a:off x="255400" y="217920"/>
              <a:ext cx="619560" cy="637920"/>
            </p14:xfrm>
          </p:contentPart>
        </mc:Choice>
        <mc:Fallback xmlns="">
          <p:pic>
            <p:nvPicPr>
              <p:cNvPr id="40" name="墨迹 39">
                <a:extLst>
                  <a:ext uri="{FF2B5EF4-FFF2-40B4-BE49-F238E27FC236}">
                    <a16:creationId xmlns:a16="http://schemas.microsoft.com/office/drawing/2014/main" id="{37DBD0C7-2C3C-7151-3538-EDA1F16A1623}"/>
                  </a:ext>
                </a:extLst>
              </p:cNvPr>
              <p:cNvPicPr/>
              <p:nvPr/>
            </p:nvPicPr>
            <p:blipFill>
              <a:blip r:embed="rId68"/>
              <a:stretch>
                <a:fillRect/>
              </a:stretch>
            </p:blipFill>
            <p:spPr>
              <a:xfrm>
                <a:off x="237760" y="199920"/>
                <a:ext cx="655200" cy="673560"/>
              </a:xfrm>
              <a:prstGeom prst="rect">
                <a:avLst/>
              </a:prstGeom>
            </p:spPr>
          </p:pic>
        </mc:Fallback>
      </mc:AlternateContent>
    </p:spTree>
  </p:cSld>
  <p:clrMapOvr>
    <a:masterClrMapping/>
  </p:clrMapOvr>
  <p:transition spd="med">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Text Box 5"/>
          <p:cNvSpPr txBox="1"/>
          <p:nvPr/>
        </p:nvSpPr>
        <p:spPr>
          <a:xfrm>
            <a:off x="381000" y="1219200"/>
            <a:ext cx="8382000" cy="3159125"/>
          </a:xfrm>
          <a:prstGeom prst="rect">
            <a:avLst/>
          </a:prstGeom>
          <a:noFill/>
          <a:ln w="9525">
            <a:noFill/>
          </a:ln>
        </p:spPr>
        <p:txBody>
          <a:bodyPr anchor="t" anchorCtr="0">
            <a:spAutoFit/>
          </a:bodyPr>
          <a:lstStyle/>
          <a:p>
            <a:pPr>
              <a:lnSpc>
                <a:spcPct val="130000"/>
              </a:lnSpc>
              <a:spcBef>
                <a:spcPct val="20000"/>
              </a:spcBef>
            </a:pPr>
            <a:r>
              <a:rPr lang="en-US" altLang="zh-CN" sz="2400" b="1" dirty="0">
                <a:latin typeface="Times New Roman" panose="02020603050405020304" pitchFamily="18" charset="0"/>
                <a:ea typeface="宋体" panose="02010600030101010101" pitchFamily="2" charset="-122"/>
              </a:rPr>
              <a:t>         (8)  EOC</a:t>
            </a:r>
            <a:r>
              <a:rPr lang="zh-CN" altLang="en-US" sz="2400" b="1" dirty="0">
                <a:latin typeface="Times New Roman" panose="02020603050405020304" pitchFamily="18" charset="0"/>
                <a:ea typeface="宋体" panose="02010600030101010101" pitchFamily="2" charset="-122"/>
              </a:rPr>
              <a:t>：转换结束状态信号。</a:t>
            </a:r>
          </a:p>
          <a:p>
            <a:pPr>
              <a:lnSpc>
                <a:spcPct val="130000"/>
              </a:lnSpc>
              <a:spcBef>
                <a:spcPct val="20000"/>
              </a:spcBef>
            </a:pPr>
            <a:r>
              <a:rPr lang="zh-CN" altLang="en-US" sz="2400" b="1" dirty="0">
                <a:latin typeface="Times New Roman" panose="02020603050405020304" pitchFamily="18" charset="0"/>
                <a:ea typeface="宋体" panose="02010600030101010101" pitchFamily="2" charset="-122"/>
              </a:rPr>
              <a:t>        转换开始时，</a:t>
            </a:r>
            <a:r>
              <a:rPr lang="en-US" altLang="zh-CN" sz="2400" b="1" dirty="0">
                <a:latin typeface="Times New Roman" panose="02020603050405020304" pitchFamily="18" charset="0"/>
                <a:ea typeface="宋体" panose="02010600030101010101" pitchFamily="2" charset="-122"/>
              </a:rPr>
              <a:t>EOC</a:t>
            </a:r>
            <a:r>
              <a:rPr lang="zh-CN" altLang="en-US" sz="2400" b="1" dirty="0">
                <a:latin typeface="Times New Roman" panose="02020603050405020304" pitchFamily="18" charset="0"/>
                <a:ea typeface="宋体" panose="02010600030101010101" pitchFamily="2" charset="-122"/>
              </a:rPr>
              <a:t>信号变为低电平；当转换结束后，转换后的数据可以读出时，</a:t>
            </a:r>
            <a:r>
              <a:rPr lang="en-US" altLang="zh-CN" sz="2400" b="1" dirty="0">
                <a:latin typeface="Times New Roman" panose="02020603050405020304" pitchFamily="18" charset="0"/>
                <a:ea typeface="宋体" panose="02010600030101010101" pitchFamily="2" charset="-122"/>
              </a:rPr>
              <a:t>EOC</a:t>
            </a:r>
            <a:r>
              <a:rPr lang="zh-CN" altLang="en-US" sz="2400" b="1" dirty="0">
                <a:latin typeface="Times New Roman" panose="02020603050405020304" pitchFamily="18" charset="0"/>
                <a:ea typeface="宋体" panose="02010600030101010101" pitchFamily="2" charset="-122"/>
              </a:rPr>
              <a:t>变为高电平。</a:t>
            </a:r>
            <a:r>
              <a:rPr lang="zh-CN" altLang="en-US" sz="2400" b="1" dirty="0">
                <a:latin typeface="宋体" panose="02010600030101010101" pitchFamily="2" charset="-122"/>
                <a:ea typeface="宋体" panose="02010600030101010101" pitchFamily="2" charset="-122"/>
              </a:rPr>
              <a:t>此信号可用作</a:t>
            </a:r>
            <a:r>
              <a:rPr lang="en-US" altLang="zh-CN" sz="2400" b="1" dirty="0">
                <a:latin typeface="Times New Roman" panose="02020603050405020304" pitchFamily="18" charset="0"/>
                <a:ea typeface="宋体" panose="02010600030101010101" pitchFamily="2" charset="-122"/>
              </a:rPr>
              <a:t>A/D</a:t>
            </a:r>
            <a:r>
              <a:rPr lang="zh-CN" altLang="en-US" sz="2400" b="1" dirty="0">
                <a:latin typeface="宋体" panose="02010600030101010101" pitchFamily="2" charset="-122"/>
                <a:ea typeface="宋体" panose="02010600030101010101" pitchFamily="2" charset="-122"/>
              </a:rPr>
              <a:t>转换是否完成的查询信号或向</a:t>
            </a:r>
            <a:r>
              <a:rPr lang="en-US" altLang="zh-CN" sz="2400" b="1" dirty="0">
                <a:latin typeface="Times New Roman" panose="02020603050405020304" pitchFamily="18" charset="0"/>
                <a:ea typeface="宋体" panose="02010600030101010101" pitchFamily="2" charset="-122"/>
              </a:rPr>
              <a:t>CPU</a:t>
            </a:r>
            <a:r>
              <a:rPr lang="zh-CN" altLang="en-US" sz="2400" b="1" dirty="0">
                <a:latin typeface="宋体" panose="02010600030101010101" pitchFamily="2" charset="-122"/>
                <a:ea typeface="宋体" panose="02010600030101010101" pitchFamily="2" charset="-122"/>
              </a:rPr>
              <a:t>请求中断的信号。</a:t>
            </a:r>
            <a:r>
              <a:rPr lang="zh-CN" altLang="en-US" sz="2400" b="1" dirty="0">
                <a:latin typeface="Times New Roman" panose="02020603050405020304" pitchFamily="18" charset="0"/>
                <a:ea typeface="宋体" panose="02010600030101010101" pitchFamily="2" charset="-122"/>
              </a:rPr>
              <a:t>  </a:t>
            </a:r>
          </a:p>
          <a:p>
            <a:pPr>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(9)  V</a:t>
            </a:r>
            <a:r>
              <a:rPr lang="en-US" altLang="zh-CN" sz="2400" b="1" baseline="-25000" dirty="0">
                <a:latin typeface="Times New Roman" panose="02020603050405020304" pitchFamily="18" charset="0"/>
                <a:ea typeface="宋体" panose="02010600030101010101" pitchFamily="2" charset="-122"/>
              </a:rPr>
              <a:t>CC</a:t>
            </a: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+5V</a:t>
            </a:r>
            <a:r>
              <a:rPr lang="zh-CN" altLang="en-US" sz="2400" b="1" dirty="0">
                <a:latin typeface="Times New Roman" panose="02020603050405020304" pitchFamily="18" charset="0"/>
                <a:ea typeface="宋体" panose="02010600030101010101" pitchFamily="2" charset="-122"/>
              </a:rPr>
              <a:t>电源。</a:t>
            </a:r>
          </a:p>
          <a:p>
            <a:pPr>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(10) V</a:t>
            </a:r>
            <a:r>
              <a:rPr lang="en-US" altLang="zh-CN" sz="2400" b="1" baseline="-25000" dirty="0">
                <a:latin typeface="Times New Roman" panose="02020603050405020304" pitchFamily="18" charset="0"/>
                <a:ea typeface="宋体" panose="02010600030101010101" pitchFamily="2" charset="-122"/>
              </a:rPr>
              <a:t>ref</a:t>
            </a:r>
            <a:r>
              <a:rPr lang="zh-CN" altLang="en-US" sz="2400" b="1" dirty="0">
                <a:latin typeface="Times New Roman" panose="02020603050405020304" pitchFamily="18" charset="0"/>
                <a:ea typeface="宋体" panose="02010600030101010101" pitchFamily="2" charset="-122"/>
              </a:rPr>
              <a:t>：参考电压。</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589C3FDB-F72C-206E-82FC-58330487FBA3}"/>
                  </a:ext>
                </a:extLst>
              </p14:cNvPr>
              <p14:cNvContentPartPr/>
              <p14:nvPr/>
            </p14:nvContentPartPr>
            <p14:xfrm>
              <a:off x="1733200" y="1745400"/>
              <a:ext cx="3381120" cy="39240"/>
            </p14:xfrm>
          </p:contentPart>
        </mc:Choice>
        <mc:Fallback xmlns="">
          <p:pic>
            <p:nvPicPr>
              <p:cNvPr id="2" name="墨迹 1">
                <a:extLst>
                  <a:ext uri="{FF2B5EF4-FFF2-40B4-BE49-F238E27FC236}">
                    <a16:creationId xmlns:a16="http://schemas.microsoft.com/office/drawing/2014/main" id="{589C3FDB-F72C-206E-82FC-58330487FBA3}"/>
                  </a:ext>
                </a:extLst>
              </p:cNvPr>
              <p:cNvPicPr/>
              <p:nvPr/>
            </p:nvPicPr>
            <p:blipFill>
              <a:blip r:embed="rId3"/>
              <a:stretch>
                <a:fillRect/>
              </a:stretch>
            </p:blipFill>
            <p:spPr>
              <a:xfrm>
                <a:off x="1715560" y="1727400"/>
                <a:ext cx="3416760" cy="748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墨迹 3">
                <a:extLst>
                  <a:ext uri="{FF2B5EF4-FFF2-40B4-BE49-F238E27FC236}">
                    <a16:creationId xmlns:a16="http://schemas.microsoft.com/office/drawing/2014/main" id="{1BFF920E-03B2-8983-8999-052FB6B96D5D}"/>
                  </a:ext>
                </a:extLst>
              </p14:cNvPr>
              <p14:cNvContentPartPr/>
              <p14:nvPr/>
            </p14:nvContentPartPr>
            <p14:xfrm>
              <a:off x="2920840" y="2273160"/>
              <a:ext cx="2597400" cy="88920"/>
            </p14:xfrm>
          </p:contentPart>
        </mc:Choice>
        <mc:Fallback xmlns="">
          <p:pic>
            <p:nvPicPr>
              <p:cNvPr id="4" name="墨迹 3">
                <a:extLst>
                  <a:ext uri="{FF2B5EF4-FFF2-40B4-BE49-F238E27FC236}">
                    <a16:creationId xmlns:a16="http://schemas.microsoft.com/office/drawing/2014/main" id="{1BFF920E-03B2-8983-8999-052FB6B96D5D}"/>
                  </a:ext>
                </a:extLst>
              </p:cNvPr>
              <p:cNvPicPr/>
              <p:nvPr/>
            </p:nvPicPr>
            <p:blipFill>
              <a:blip r:embed="rId5"/>
              <a:stretch>
                <a:fillRect/>
              </a:stretch>
            </p:blipFill>
            <p:spPr>
              <a:xfrm>
                <a:off x="2902840" y="2255160"/>
                <a:ext cx="2633040" cy="124560"/>
              </a:xfrm>
              <a:prstGeom prst="rect">
                <a:avLst/>
              </a:prstGeom>
            </p:spPr>
          </p:pic>
        </mc:Fallback>
      </mc:AlternateContent>
      <p:grpSp>
        <p:nvGrpSpPr>
          <p:cNvPr id="7" name="组合 6">
            <a:extLst>
              <a:ext uri="{FF2B5EF4-FFF2-40B4-BE49-F238E27FC236}">
                <a16:creationId xmlns:a16="http://schemas.microsoft.com/office/drawing/2014/main" id="{31BD24C8-DF28-7579-8401-20A3B9332465}"/>
              </a:ext>
            </a:extLst>
          </p:cNvPr>
          <p:cNvGrpSpPr/>
          <p:nvPr/>
        </p:nvGrpSpPr>
        <p:grpSpPr>
          <a:xfrm>
            <a:off x="2836240" y="1783560"/>
            <a:ext cx="5608080" cy="548640"/>
            <a:chOff x="2836240" y="1783560"/>
            <a:chExt cx="5608080" cy="548640"/>
          </a:xfrm>
        </p:grpSpPr>
        <mc:AlternateContent xmlns:mc="http://schemas.openxmlformats.org/markup-compatibility/2006" xmlns:p14="http://schemas.microsoft.com/office/powerpoint/2010/main">
          <mc:Choice Requires="p14">
            <p:contentPart p14:bwMode="auto" r:id="rId6">
              <p14:nvContentPartPr>
                <p14:cNvPr id="5" name="墨迹 4">
                  <a:extLst>
                    <a:ext uri="{FF2B5EF4-FFF2-40B4-BE49-F238E27FC236}">
                      <a16:creationId xmlns:a16="http://schemas.microsoft.com/office/drawing/2014/main" id="{60CD6D36-FCF0-3861-7FF5-4DBE2E8C2A54}"/>
                    </a:ext>
                  </a:extLst>
                </p14:cNvPr>
                <p14:cNvContentPartPr/>
                <p14:nvPr/>
              </p14:nvContentPartPr>
              <p14:xfrm>
                <a:off x="2836240" y="1783560"/>
                <a:ext cx="3057840" cy="548640"/>
              </p14:xfrm>
            </p:contentPart>
          </mc:Choice>
          <mc:Fallback xmlns="">
            <p:pic>
              <p:nvPicPr>
                <p:cNvPr id="5" name="墨迹 4">
                  <a:extLst>
                    <a:ext uri="{FF2B5EF4-FFF2-40B4-BE49-F238E27FC236}">
                      <a16:creationId xmlns:a16="http://schemas.microsoft.com/office/drawing/2014/main" id="{60CD6D36-FCF0-3861-7FF5-4DBE2E8C2A54}"/>
                    </a:ext>
                  </a:extLst>
                </p:cNvPr>
                <p:cNvPicPr/>
                <p:nvPr/>
              </p:nvPicPr>
              <p:blipFill>
                <a:blip r:embed="rId7"/>
                <a:stretch>
                  <a:fillRect/>
                </a:stretch>
              </p:blipFill>
              <p:spPr>
                <a:xfrm>
                  <a:off x="2818240" y="1765560"/>
                  <a:ext cx="3093480" cy="5842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6" name="墨迹 5">
                  <a:extLst>
                    <a:ext uri="{FF2B5EF4-FFF2-40B4-BE49-F238E27FC236}">
                      <a16:creationId xmlns:a16="http://schemas.microsoft.com/office/drawing/2014/main" id="{5E0A1AB7-AD9E-7DAA-442F-F6A716383C6A}"/>
                    </a:ext>
                  </a:extLst>
                </p14:cNvPr>
                <p14:cNvContentPartPr/>
                <p14:nvPr/>
              </p14:nvContentPartPr>
              <p14:xfrm>
                <a:off x="6457840" y="2145720"/>
                <a:ext cx="1986480" cy="121680"/>
              </p14:xfrm>
            </p:contentPart>
          </mc:Choice>
          <mc:Fallback xmlns="">
            <p:pic>
              <p:nvPicPr>
                <p:cNvPr id="6" name="墨迹 5">
                  <a:extLst>
                    <a:ext uri="{FF2B5EF4-FFF2-40B4-BE49-F238E27FC236}">
                      <a16:creationId xmlns:a16="http://schemas.microsoft.com/office/drawing/2014/main" id="{5E0A1AB7-AD9E-7DAA-442F-F6A716383C6A}"/>
                    </a:ext>
                  </a:extLst>
                </p:cNvPr>
                <p:cNvPicPr/>
                <p:nvPr/>
              </p:nvPicPr>
              <p:blipFill>
                <a:blip r:embed="rId9"/>
                <a:stretch>
                  <a:fillRect/>
                </a:stretch>
              </p:blipFill>
              <p:spPr>
                <a:xfrm>
                  <a:off x="6440200" y="2127720"/>
                  <a:ext cx="2022120" cy="157320"/>
                </a:xfrm>
                <a:prstGeom prst="rect">
                  <a:avLst/>
                </a:prstGeom>
              </p:spPr>
            </p:pic>
          </mc:Fallback>
        </mc:AlternateContent>
      </p:grpSp>
      <p:grpSp>
        <p:nvGrpSpPr>
          <p:cNvPr id="10" name="组合 9">
            <a:extLst>
              <a:ext uri="{FF2B5EF4-FFF2-40B4-BE49-F238E27FC236}">
                <a16:creationId xmlns:a16="http://schemas.microsoft.com/office/drawing/2014/main" id="{E40436BB-E5B1-A5C1-51F1-BF0EDA34D8F0}"/>
              </a:ext>
            </a:extLst>
          </p:cNvPr>
          <p:cNvGrpSpPr/>
          <p:nvPr/>
        </p:nvGrpSpPr>
        <p:grpSpPr>
          <a:xfrm>
            <a:off x="3676480" y="2627760"/>
            <a:ext cx="4347000" cy="103320"/>
            <a:chOff x="3676480" y="2627760"/>
            <a:chExt cx="4347000" cy="103320"/>
          </a:xfrm>
        </p:grpSpPr>
        <mc:AlternateContent xmlns:mc="http://schemas.openxmlformats.org/markup-compatibility/2006" xmlns:p14="http://schemas.microsoft.com/office/powerpoint/2010/main">
          <mc:Choice Requires="p14">
            <p:contentPart p14:bwMode="auto" r:id="rId10">
              <p14:nvContentPartPr>
                <p14:cNvPr id="8" name="墨迹 7">
                  <a:extLst>
                    <a:ext uri="{FF2B5EF4-FFF2-40B4-BE49-F238E27FC236}">
                      <a16:creationId xmlns:a16="http://schemas.microsoft.com/office/drawing/2014/main" id="{98F3A8D8-1A5E-5349-E871-7C9F12A10DD3}"/>
                    </a:ext>
                  </a:extLst>
                </p14:cNvPr>
                <p14:cNvContentPartPr/>
                <p14:nvPr/>
              </p14:nvContentPartPr>
              <p14:xfrm>
                <a:off x="3676480" y="2672760"/>
                <a:ext cx="1816200" cy="58320"/>
              </p14:xfrm>
            </p:contentPart>
          </mc:Choice>
          <mc:Fallback xmlns="">
            <p:pic>
              <p:nvPicPr>
                <p:cNvPr id="8" name="墨迹 7">
                  <a:extLst>
                    <a:ext uri="{FF2B5EF4-FFF2-40B4-BE49-F238E27FC236}">
                      <a16:creationId xmlns:a16="http://schemas.microsoft.com/office/drawing/2014/main" id="{98F3A8D8-1A5E-5349-E871-7C9F12A10DD3}"/>
                    </a:ext>
                  </a:extLst>
                </p:cNvPr>
                <p:cNvPicPr/>
                <p:nvPr/>
              </p:nvPicPr>
              <p:blipFill>
                <a:blip r:embed="rId11"/>
                <a:stretch>
                  <a:fillRect/>
                </a:stretch>
              </p:blipFill>
              <p:spPr>
                <a:xfrm>
                  <a:off x="3658840" y="2654760"/>
                  <a:ext cx="1851840" cy="939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墨迹 8">
                  <a:extLst>
                    <a:ext uri="{FF2B5EF4-FFF2-40B4-BE49-F238E27FC236}">
                      <a16:creationId xmlns:a16="http://schemas.microsoft.com/office/drawing/2014/main" id="{8B010C2C-36E8-E6B0-5D75-6C5A31AEA70E}"/>
                    </a:ext>
                  </a:extLst>
                </p14:cNvPr>
                <p14:cNvContentPartPr/>
                <p14:nvPr/>
              </p14:nvContentPartPr>
              <p14:xfrm>
                <a:off x="6305200" y="2627760"/>
                <a:ext cx="1718280" cy="77400"/>
              </p14:xfrm>
            </p:contentPart>
          </mc:Choice>
          <mc:Fallback xmlns="">
            <p:pic>
              <p:nvPicPr>
                <p:cNvPr id="9" name="墨迹 8">
                  <a:extLst>
                    <a:ext uri="{FF2B5EF4-FFF2-40B4-BE49-F238E27FC236}">
                      <a16:creationId xmlns:a16="http://schemas.microsoft.com/office/drawing/2014/main" id="{8B010C2C-36E8-E6B0-5D75-6C5A31AEA70E}"/>
                    </a:ext>
                  </a:extLst>
                </p:cNvPr>
                <p:cNvPicPr/>
                <p:nvPr/>
              </p:nvPicPr>
              <p:blipFill>
                <a:blip r:embed="rId13"/>
                <a:stretch>
                  <a:fillRect/>
                </a:stretch>
              </p:blipFill>
              <p:spPr>
                <a:xfrm>
                  <a:off x="6287560" y="2610120"/>
                  <a:ext cx="1753920" cy="113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
            <p14:nvContentPartPr>
              <p14:cNvPr id="11" name="墨迹 10">
                <a:extLst>
                  <a:ext uri="{FF2B5EF4-FFF2-40B4-BE49-F238E27FC236}">
                    <a16:creationId xmlns:a16="http://schemas.microsoft.com/office/drawing/2014/main" id="{36D8E249-1F5C-69DC-9BAF-53CC7406D7E1}"/>
                  </a:ext>
                </a:extLst>
              </p14:cNvPr>
              <p14:cNvContentPartPr/>
              <p14:nvPr/>
            </p14:nvContentPartPr>
            <p14:xfrm>
              <a:off x="717280" y="3148320"/>
              <a:ext cx="5091480" cy="84600"/>
            </p14:xfrm>
          </p:contentPart>
        </mc:Choice>
        <mc:Fallback xmlns="">
          <p:pic>
            <p:nvPicPr>
              <p:cNvPr id="11" name="墨迹 10">
                <a:extLst>
                  <a:ext uri="{FF2B5EF4-FFF2-40B4-BE49-F238E27FC236}">
                    <a16:creationId xmlns:a16="http://schemas.microsoft.com/office/drawing/2014/main" id="{36D8E249-1F5C-69DC-9BAF-53CC7406D7E1}"/>
                  </a:ext>
                </a:extLst>
              </p:cNvPr>
              <p:cNvPicPr/>
              <p:nvPr/>
            </p:nvPicPr>
            <p:blipFill>
              <a:blip r:embed="rId15"/>
              <a:stretch>
                <a:fillRect/>
              </a:stretch>
            </p:blipFill>
            <p:spPr>
              <a:xfrm>
                <a:off x="699640" y="3130680"/>
                <a:ext cx="5127120" cy="1202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 name="墨迹 11">
                <a:extLst>
                  <a:ext uri="{FF2B5EF4-FFF2-40B4-BE49-F238E27FC236}">
                    <a16:creationId xmlns:a16="http://schemas.microsoft.com/office/drawing/2014/main" id="{AB47B30F-7734-64A1-83A1-48E148190826}"/>
                  </a:ext>
                </a:extLst>
              </p14:cNvPr>
              <p14:cNvContentPartPr/>
              <p14:nvPr/>
            </p14:nvContentPartPr>
            <p14:xfrm>
              <a:off x="837880" y="3542880"/>
              <a:ext cx="203760" cy="569880"/>
            </p14:xfrm>
          </p:contentPart>
        </mc:Choice>
        <mc:Fallback xmlns="">
          <p:pic>
            <p:nvPicPr>
              <p:cNvPr id="12" name="墨迹 11">
                <a:extLst>
                  <a:ext uri="{FF2B5EF4-FFF2-40B4-BE49-F238E27FC236}">
                    <a16:creationId xmlns:a16="http://schemas.microsoft.com/office/drawing/2014/main" id="{AB47B30F-7734-64A1-83A1-48E148190826}"/>
                  </a:ext>
                </a:extLst>
              </p:cNvPr>
              <p:cNvPicPr/>
              <p:nvPr/>
            </p:nvPicPr>
            <p:blipFill>
              <a:blip r:embed="rId17"/>
              <a:stretch>
                <a:fillRect/>
              </a:stretch>
            </p:blipFill>
            <p:spPr>
              <a:xfrm>
                <a:off x="820240" y="3525240"/>
                <a:ext cx="239400" cy="6055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3" name="墨迹 12">
                <a:extLst>
                  <a:ext uri="{FF2B5EF4-FFF2-40B4-BE49-F238E27FC236}">
                    <a16:creationId xmlns:a16="http://schemas.microsoft.com/office/drawing/2014/main" id="{229B5C9E-274A-87E9-54D5-6E3113DEE420}"/>
                  </a:ext>
                </a:extLst>
              </p14:cNvPr>
              <p14:cNvContentPartPr/>
              <p14:nvPr/>
            </p14:nvContentPartPr>
            <p14:xfrm>
              <a:off x="1822120" y="4368000"/>
              <a:ext cx="2460600" cy="124200"/>
            </p14:xfrm>
          </p:contentPart>
        </mc:Choice>
        <mc:Fallback xmlns="">
          <p:pic>
            <p:nvPicPr>
              <p:cNvPr id="13" name="墨迹 12">
                <a:extLst>
                  <a:ext uri="{FF2B5EF4-FFF2-40B4-BE49-F238E27FC236}">
                    <a16:creationId xmlns:a16="http://schemas.microsoft.com/office/drawing/2014/main" id="{229B5C9E-274A-87E9-54D5-6E3113DEE420}"/>
                  </a:ext>
                </a:extLst>
              </p:cNvPr>
              <p:cNvPicPr/>
              <p:nvPr/>
            </p:nvPicPr>
            <p:blipFill>
              <a:blip r:embed="rId19"/>
              <a:stretch>
                <a:fillRect/>
              </a:stretch>
            </p:blipFill>
            <p:spPr>
              <a:xfrm>
                <a:off x="1804480" y="4350000"/>
                <a:ext cx="2496240" cy="159840"/>
              </a:xfrm>
              <a:prstGeom prst="rect">
                <a:avLst/>
              </a:prstGeom>
            </p:spPr>
          </p:pic>
        </mc:Fallback>
      </mc:AlternateContent>
    </p:spTree>
  </p:cSld>
  <p:clrMapOvr>
    <a:masterClrMapping/>
  </p:clrMapOvr>
  <p:transition spd="med">
    <p:zo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AutoShape 2" descr="data:image/jpeg;base64,/9j/4AAQSkZJRgABAQAAAQABAAD/2wBDAAgGBgcGBQgHBwcJCQgKDBQNDAsLDBkSEw8UHRofHh0aHBwgJC4nICIsIxwcKDcpLDAxNDQ0Hyc5PTgyPC4zNDL/2wBDAQkJCQwLDBgNDRgyIRwhMjIyMjIyMjIyMjIyMjIyMjIyMjIyMjIyMjIyMjIyMjIyMjIyMjIyMjIyMjIyMjIyMjL/wAARCAEsAOg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rB17xlofhwFb+8Xz8ZFvF88h/AdPxxSclFXZpSo1KsuSnFt+RvUV45qnxounZl0rTIol7SXLFif+AjAH5muZufib4suWJ/tPyh/dihRcfpmueWKgttT26PDeNqK8rR9X/lc+iaK+bB4/8VA5/tu5/T/Crdv8TvFkBBOpCUekkKH+lJYuHY2lwviktJR/H/I+iKK8VsPjPqkRAv8ATba4XuYmMZ/qK7LSPir4c1JljuJJbCU8YuF+XP8AvDj88VpGvTl1PPr5JjqCu4XXlr/wTuKKZDNFcQrNBKksTDKujBgR7EU+tjymraMKKKKACiiigAooooAKKKKACiiigAooooAKKKKACiiigAooooAKjnnhtYHnnlSKKNSzu5wFHqTTbq6gsbWW6uZVigiUs7seAK8B8dePLnxRdNbWzPDpcbfJH0Mh/vN/Qdqyq1VTXmenlmWVcdUtHSK3f9dTc8ZfFW4vHksfD7tBbj5Wuujv/u/3R79fpXmTu0js7sWZjksxySabRXmznKbvI/Q8JgqOEhyUlb836hRRRUHUFFFFABRRRQBq6L4l1fw9P5mm3skIzlo85Rvqp4r13wr8V7DVmS01hEsbtuBKD+6c/U/d/Hj3rw2itadaUNjzcdlWGxi9+Npd1v8A8H5n1uCCMg5FFeEeBviRc6C8en6o7z6YflVjy8H09V9vy9D7nb3EN3bx3FvKssMihkdDkMD3FejTqxqK6Pgcwy2tganLPVPZ9/8Ag+RJRRRWh54UUUUAFFFFABRRRQAUUUUAFFFFABRRRQAUjusaM7sFVRksTgAetLXknxS8anzH8PafLhV/4/JFPU/88/8AH8vWs6tRU48zO3AYKpjKypQ+b7IwviL45bX7k6dYORpsTdRx5x9T7eg/yOApxJYknqaSvLlJyd2fpWFw1PC0lSpqyQlFLRUnSJRS0x5FTqefSnuTKcYLmk7IdRVdro9l/Omi6b0FX7OXY4XmuFTtzfgy1RUSXCscH5frU7Iy4yMZ5HvUNNbnVSxFKqr05JjaKKKRsFegfDfxy2g3i6XqEpOmTthWY/6hz3/3T3/P1z5/RVQm4O6OfFYWniqTpVFo/wCrn1uDkZHSivO/hV4rOraU2j3cm67slHlsTy8XQfivT6EV6JXrQmpx5kfmGLws8LWlRnuvx8woooqjmCiiigAooooAKKKKACiiigAooooA5/xp4hHhrw1cXqkfaG/dW4Pdz0P4DJ/CvmuSV5pXkkcu7kszMckk9Sa9B+L2uG98Rx6XG+YbFPmA7yNgn8htH51532rzMTPmnboj9EyDBrD4RTfxT1+XT/P5i0UlFYHti0UlaOh6Rca9rVrptt/rJ3wWxwq9Sx+gyaaV3ZEznGEXOTskZUshXCqMuegFTx+HtduV8yHRtRlU87ktXYH8hX01ofhTRfD0Kpp9jEsoGGnZQ0jn1LHn8OlbVehTw/KtT4DMM7liZ+6vd6Hx/d6ffWJC3lncW5PaaJk/mKrAV9jSwxTxNFNGkkbDDI6gg/ga4PxJ8JdB1lHl09P7MuzyGhH7sn3ToPwxVum+hxU8ZFv3lY+d6nguZIvkA3xnqh6fh6GtLxB4Y1Tw1qRstSg2MeY5F5SQeqnv/MVWt7boSK5p9me7hY8tqkWOYDgrnaemeopKszIiw+hHSquc1zSVj6jDV/aw13FoooqTpNTw7rMvh/XrTUos/uXG9R/Eh4YfiM19PQTR3NvHPCweKRQ6MOhBGQa+Ta+gfhbqp1LwVBE7Zks3a3OfQcr+hA/CuzCT1cT5TijCqVOOIW60fo9v68ztaKKK7j4sKKKKACiiigAooooAKKKKACo55ktreWeU4jiQux9ABk1JUF7ZxahYXFnOGMM8bRuFbB2kYPIoY42ur7HylrGpyalql3eSH95cStI3tk5xWersn3WIr2TWvgfG26TRNUKntDdjI/77X/CvO9a8C+JNB3Ne6XMYV/5bQjzEx6kjp+OK4vZOK1R9PLMY4ialGVrbLayMRbk/xAH6VKsyN3x9ap0Vm6aZ3Us0r09G7rzL9evfBnQwsV7rkqfMx+zwk+nBY/8AoI/A15d4X8Nan4o1VbLT1IAwZZm+5Evqf6DvX0zoOjQeH9EtdLt2LRwLjew5Yk5JP1JNaUKLUuZ7HPm+cxq4Z0Iq0nv6GjRRRXafIhRRRQBk+IvD1l4l0mSxvUHPMcgHzRt2Yf55r511ixm0HUbjT7tQs0DbT6EdiPYjBr6grx344aKoTTtbjXDEm2mI78Fl/k36Vz14XXMezk+Iaq+xls/zPIri6MrYHSpYjmMVXt7aW5nSGGN5JZGCoiDJYnoAK9h8K/B5mgS58QzNHnkWkJ5H+839B+dcipynpE+sljaGCXNVdvLqzymivp/T/CmgaWgW00m0Qj+Nowzf99HJ/Wr8mn2Uq7ZLO3dfRolI/lWqwj6s86XFVNP3aba9f+HPlGvV/gpeEXWrWRPDJHMo9MEg/wAxXa6v8OvDWrxtnT0tJT0ltf3ZH4D5T+Irn/BngnUfCHjeVnb7Rp89o6JcKMc7lIDDsePpRCjOnNPoGLzjC47BVKa92Vr2fk76HpdFFFdx8WFFFFABRRRQAUUUUAFFFFABRRRQAUUUUAc7rXgbw5r25r3S4fOb/ltCPLfPqSvX8c1wGo/A1GuUbTNYKQFhvS5jyyr3IK4yfbA+tew0VLhF7m0MRUh8LMvw/wCHtP8ADWlR6fp0OyNeXc8tI3dmPc1qUUVWxk227sKKKKBBRRRQAVwvxcjWTwDcFuqTxMv13Y/kTXdVxnxDhXU4NH0LPOoX6bwOvlICzn+VRU+BnZgHbEwl2d/ktX+Bi/CfwZFp2mpr97EDe3K5tww/1UZ7j3b+WPU16bVdCkcaxooVFACgdAKd5lOEVFWRlisTPEVXUl1/BdiaiofMo8yqMCaiofMo8ygCaimK+Tin0AFFFFABRRRQAUUUUAFFFFABRRRQAUUUUAFFFFABRRRQAUUUUAFFFMlljgieWV1jjQFmdjgKB3JoDceSACScAdTXlEHiOLxJ8W4XgcNZ2MEsdu3ZjjDMPrn8gKzPH3xKOqLLpOiOy2Zys1wODMPRfRf5/Trynge9Fj4x0+RjhXcxH/gQIH6kVx1K6c1FbXPqcFk9SlhaleqrScXZdtPzZ9Beb70eb71S833pPO9667ny9i95vvR5vvVLzqPOouFi75vvSiU1SEtO82i4WL8cvzr9avVkWzb541HrWvQhBRRRTAKKKKACiiigAooooAKKKKACiiigAooooAKKKKACiiuM8ZfEGy8Mq1pbbLrU8f6rPyxe7n+nX6VMpqKuzfD4ariKip0ldnQa3r+neHrE3eo3AiT+FRyzn0Ud68J8YePtQ8UytAubbTgflt1PLe7nufboP1rA1jWb/XL57zULh5pW7noo9AOgHtVCvPq13PRaI+4y3JaWEtUn70/wXp/mFOR2jdXRirKQQR2NNorA9s910DXE1rRoLtSPMI2yqP4XHUf1+hrSM1eJ+GvEMugXxbBe1lwJYx/Me4r1e11G3vrZLi2lWSJxww/zwa9ClVU15n59muXSwlVuK9x7f5GxAxnmEakAnux4FaDaXcbd0bxyewNc0ZmVtynBrR0/WXjkCO2P61sjyWmTSPJFL5ciMr/3SOTUuy4C7jBJj12mtaK9guAu9VLDoT2q6siMODTsTczdIiLBp2GB91f61q1FJKsWC3AJA/EnFS1QgooooAKKKKACiiigAooooAKKKKACiiigAooooAKKK5Tx94sXwtoRaFgb+5ylup7Hu59h/MiplJRV2bYehOvVjSpq7Zh/EP4h/wBjb9I0iQNqLDEsw5EAPYf7X8q8TmlaR2Z3Z3Y7ndjks3ck02SV5ZWlkdnkclmZjkknqTTK8upUdR3Z+kYLAUsDSVOG/V9/67BRRRUHXcKKKKAuFbvhUa5Nq6W2ho8kznLR/wAGPVuwHvU3hPwZqPiy8226+VZocTXTj5V9h6t7fnivf/D3hvTfDOni00+HbnBklbl5D6sf6dBXRRoyk+bZHhZvmtGhB0bKUn06L1/yOdm0S8tljWdoy5QFjGTtz3AzVKazZD8x/Su5uFWSX5uijFQS2kE6bXUEV38p8NzHMLO0UaSK3b5h71qWWpliOaWfw8Tkwtkf3TS2GnCCcI8RTjuc5NLULo3YW81VYip6YqAR7RxxTIJvMBVvvrwasgmooooAKKKKACiiigAooooAKKKKACiiigAooooAQkAEk4A6k181+NvELeJfE1zdhibaM+Vbj0QHg/jyfxr274g6qdI8FahMjbZZU8iP6vwf0yfwr5wrixc9on2HC+FVp4mXov1/QaaKKK4z6lu7CiiimIK73wJ8OZ/EbJqGoh4NKByoHDz+y+i+/wCXqI/hp4Pj8Sas93fR7tOtCCynpK/Zfp3P4ete+oixoqIoVFGFVRgAegrqoUOb3pbHzWc5w6DeHofF1fb08yKzsrbT7SO0s4Egt4htSNBgAVOTgE0UV3HxrbbuzEe5yx5pVufesi8la3uHjbPysRVf7fjqam47HTJd471ML2Mj5hmuWXUl/vU/+0FP8VHMHKdSt7F05qCSQJc70PDc1z6X29wqZZj0A5Jq6n2s3GxoWOADkdOfei4WOhjcSICKfVO1WVPvKQKuA5qiQooooAKKKKACiiigAooooAKKKKACiiigDyn41X+200rTlP33edx9AFH/AKE1ePGu9+L159o8a+Rni2tkTHuct/7MK4I9K8uu71GfpGTU/ZYGmu6v9+olGaSiszvDNFFWtNtDqGq2lmvW4mSIf8CYD+tApSUU2z6J8AaSNH8F6dDtxLNH9ol9Sz88/QYH4V01NRFjRUQYVQAAOwp1evFWSR+W1qrq1JVJbt3CiiimZmNqVuv2wvj7ygn+VUTYiXogx6mte/x5qk9AOagMm7p0pWKuZL6Qnfn6UxdNjU8qPyrXJBphxmlYLjLW3SDlEVT6gYq6LjZ1qvvAXOag3NczLFEQMnG49BQI0ft46VbtyWhVj35rOg0Uq4ae4LgfwquBWsBgYHSmhBRRRTAKKKKACiiigAooooAKKKKACiiigD5p+IN6s3jrV5GbpP5f/fIC/wBK5J7l2Py/KK+pNS8EeGdWleW90W1eWQlnkVdjMT1JK4JNcze/Bbwvc5Nu17aHsI5gw/8AHgT+tcv1fVvc+heeTdONKHupJL7jwAXLjqAaeLod0P4GvWL74EzDJsNcRvRZ4Cv6gn+Vc5ffB3xbaZMNvbXYH/PCcD/0PbUuh5GtPO6q+3f1ONFxGe5H1FdV8OoUvPH2kRghtspk6/3VLf0rS8O/BzXNTkEmrFdMtgeQ2Hlb6AHA+pP4GvYfDngnQvCyA6dZj7RjDXMvzSt+Pb6DAohh9Uyq+ft0pU2k201p5nQ0UUV2Hy4UE4GTRTZAWjZR1IIoAzZ280knvWZJLJbZBVmXsRWgh3ChkU9RSGZB1Pn/AFb/APfJpDeSyH93E5+oxWmYU/uimkKvYUrDKscUjjM7YH90Vct2VZo1UAAMOBVWecKOtGnsZbyIf7QNAHTUUUVRIUUUUAFFFFABRRRQAUUUUAFFFFABRRSMwVSzEBQMkk8AUALTJporeJpZpEjjQZZ3YAAe5Ned+Jfi3p2nM9to0Yv7gceaTiFT9erfhge9eTa94p1fxFNu1C9eRAcrEPlRfoo4/rXPPExjotT3cHkGJrJTq+5Hz3+7/M9p1D4reF7GdoUnnuipwWt48r+ZIz+FOsvir4VvJAj3U1sTwDPEQPzGcV89UVz/AFmdz2v9XcJy2u797/8AAPra3uIbuBJ7eaOaFxlZI2DKw9iKkr5s8G+NL3wpqClWaXT5G/f25PBH95fRv519GWd3Bf2cN3ayCSCZA6OO4NddKqqi8z5rMstngpq7vF7MnooorU80KKKKAMyRdk8gHrmmE1Lc/wDHy/4fyqFjSGMY1WlfAJqdzxWbqEuyEgdW4pDRSknM8p2/dHetnQ4s3YY/wqT/AE/rWPbx4ArotFTDSN6ACkhvY2KKKKsgKKKKACiiigAooooAKKKKACiiigAryn4u+KZbdI/D9pIUMqeZdMp5Knon44JP4V6tXzZ8Q7lrjx5qzOfuyhB9FUD+lc+Jk1Cy6nucP0IVMXzTV+VX+fQ5o8Cm0m7Jpa88+7lLm1CkoooJCvbfgxq8t1ot7pkrbhZyK8WeyvnI/ME/jXiVes/BCJjc6zLj5AkS/iSx/pW2HdqiPIzyMZYKbfS35nsVFFFekfAhRRRQBnXP/Hy/4fyquTU9yf8ASX/D+VQMaQyGQ1j3z+ZchOyitWU4zWLnzJmf1NSykWIV6V0WjjEUh9xWDEOK6HSRi2Y/7X9KaEy/RRRVEhRRRQAUUUUAFFFFABRRRQAUUUUAFfPXxZ0l9M8aTXO0+RfIJkPbIG1h+Yz+Ir6Frm/G3hKDxfoTWbMIrqM77aYj7jeh9j0P59qyqw542PRyvGLC4hTls9GfMRlAOasMpAU9mGQfUUmsaDqWhX72WqWzwTL0BHDD1U9CPcVXiuGij8o/NHnO09j6iuF02fYLMqUXvdE9FRC4UnGDk+ldRo3gTxLrm1rbS5ooW/5bXI8pMevPJ/AGpVOT6HS8dhlHmc1b1OcAJIAGSe1fRnw38NyeHPCyLcpsvLpvPmU9UyMKv4D9SazfB3wtstAnjv8AUpVvb9OUAXEUR9QDyx9z+Veg12UKLj70tz5bOc1jiV7Gj8PV9wooorpPngooqG5k8uL3PFAFG45nZuxNV3biiWbFUJbkg1JSH3LYib6Vmxr81XnV3sWuDwu8IPfg5qin3qQy7EBxXQ6YMWYPqxNc7GMiuotE2WkS/wCyDTQmTUUUVRIUUUUAFFFFABRRRQAUUUUAFFFFABRRRQBU1DTLHVbc2+oWcF1D/cmQMB7jPQ1ys3wn8GzSb/7LZM9QlxIB+W6u1opNJlKco7MxtI8J6DoQH9m6VbQOP+Wmzc//AH0cn9a2aKKYm29wooooEFFFFABWdfPmXb2UVfZggyay7gMSzetJjRn3D1Uige6uUhTqx/L3qWYksRWvolqI4WnZf3jnAz2FTux7DNXhS30mKKMYVXAH5GueT7wrotccSRLCp5B3GsJYW3dKGNFmEdK6lBtjUegArnIoWABI4rba+jziMFvfoKaJZaoqJJgw54qXrVCCiiigAooooAKKKKACiiigAooooAKKKKACiiigAooooAKKKKACiiigCndu8bq5B8rHJ9D70gliK9Qc1dqhcaVFLlonaFv9np+VADklgjOVRQfXFBvE7CsyXS9Sj/1ckUo+pU/5/GoRZauTjyEHuZBSuOyI9QulhumV2+98wzUEd7Dn7w/OulsbNobfbcbHkJycDIHtU5tbc9YIj9UFKw7nOrfRYxvH51It7F/fH51tmxsz1tID9YxTTptif+XOD/v2KdhXMsX8YH3x+dbFqxa2jYggkZ5pkenWUTh0tYVYdCEHFWaEDCiiimIKKKKACiiigAooooAKKKKACiiigAooooAKKKKACiiigAooooAKKKKACiiigAooooAKKKKACiiigAooooAKKKKACiiigAooooAKKKKACiiigAooooAKKKKACiiigAooooAKKKKACiiigAooooAKKKKACiiigAooooAKKKKAP//Z"/>
          <p:cNvSpPr>
            <a:spLocks noChangeAspect="1"/>
          </p:cNvSpPr>
          <p:nvPr/>
        </p:nvSpPr>
        <p:spPr>
          <a:xfrm>
            <a:off x="44450" y="-144462"/>
            <a:ext cx="304800" cy="304800"/>
          </a:xfrm>
          <a:prstGeom prst="rect">
            <a:avLst/>
          </a:prstGeom>
          <a:noFill/>
          <a:ln w="9525">
            <a:noFill/>
          </a:ln>
        </p:spPr>
        <p:txBody>
          <a:bodyPr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sp>
        <p:nvSpPr>
          <p:cNvPr id="84994" name="AutoShape 4" descr="data:image/jpeg;base64,/9j/4AAQSkZJRgABAQAAAQABAAD/2wBDAAgGBgcGBQgHBwcJCQgKDBQNDAsLDBkSEw8UHRofHh0aHBwgJC4nICIsIxwcKDcpLDAxNDQ0Hyc5PTgyPC4zNDL/2wBDAQkJCQwLDBgNDRgyIRwhMjIyMjIyMjIyMjIyMjIyMjIyMjIyMjIyMjIyMjIyMjIyMjIyMjIyMjIyMjIyMjIyMjL/wAARCAEsAOg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rB17xlofhwFb+8Xz8ZFvF88h/AdPxxSclFXZpSo1KsuSnFt+RvUV45qnxounZl0rTIol7SXLFif+AjAH5muZufib4suWJ/tPyh/dihRcfpmueWKgttT26PDeNqK8rR9X/lc+iaK+bB4/8VA5/tu5/T/Crdv8TvFkBBOpCUekkKH+lJYuHY2lwviktJR/H/I+iKK8VsPjPqkRAv8ATba4XuYmMZ/qK7LSPir4c1JljuJJbCU8YuF+XP8AvDj88VpGvTl1PPr5JjqCu4XXlr/wTuKKZDNFcQrNBKksTDKujBgR7EU+tjymraMKKKKACiiigAooooAKKKKACiiigAooooAKKKKACiiigAooooAKjnnhtYHnnlSKKNSzu5wFHqTTbq6gsbWW6uZVigiUs7seAK8B8dePLnxRdNbWzPDpcbfJH0Mh/vN/Qdqyq1VTXmenlmWVcdUtHSK3f9dTc8ZfFW4vHksfD7tBbj5Wuujv/u/3R79fpXmTu0js7sWZjksxySabRXmznKbvI/Q8JgqOEhyUlb836hRRRUHUFFFFABRRRQBq6L4l1fw9P5mm3skIzlo85Rvqp4r13wr8V7DVmS01hEsbtuBKD+6c/U/d/Hj3rw2itadaUNjzcdlWGxi9+Npd1v8A8H5n1uCCMg5FFeEeBviRc6C8en6o7z6YflVjy8H09V9vy9D7nb3EN3bx3FvKssMihkdDkMD3FejTqxqK6Pgcwy2tganLPVPZ9/8Ag+RJRRRWh54UUUUAFFFFABRRRQAUUUUAFFFFABRRRQAUjusaM7sFVRksTgAetLXknxS8anzH8PafLhV/4/JFPU/88/8AH8vWs6tRU48zO3AYKpjKypQ+b7IwviL45bX7k6dYORpsTdRx5x9T7eg/yOApxJYknqaSvLlJyd2fpWFw1PC0lSpqyQlFLRUnSJRS0x5FTqefSnuTKcYLmk7IdRVdro9l/Omi6b0FX7OXY4XmuFTtzfgy1RUSXCscH5frU7Iy4yMZ5HvUNNbnVSxFKqr05JjaKKKRsFegfDfxy2g3i6XqEpOmTthWY/6hz3/3T3/P1z5/RVQm4O6OfFYWniqTpVFo/wCrn1uDkZHSivO/hV4rOraU2j3cm67slHlsTy8XQfivT6EV6JXrQmpx5kfmGLws8LWlRnuvx8woooqjmCiiigAooooAKKKKACiiigAooooA5/xp4hHhrw1cXqkfaG/dW4Pdz0P4DJ/CvmuSV5pXkkcu7kszMckk9Sa9B+L2uG98Rx6XG+YbFPmA7yNgn8htH51532rzMTPmnboj9EyDBrD4RTfxT1+XT/P5i0UlFYHti0UlaOh6Rca9rVrptt/rJ3wWxwq9Sx+gyaaV3ZEznGEXOTskZUshXCqMuegFTx+HtduV8yHRtRlU87ktXYH8hX01ofhTRfD0Kpp9jEsoGGnZQ0jn1LHn8OlbVehTw/KtT4DMM7liZ+6vd6Hx/d6ffWJC3lncW5PaaJk/mKrAV9jSwxTxNFNGkkbDDI6gg/ga4PxJ8JdB1lHl09P7MuzyGhH7sn3ToPwxVum+hxU8ZFv3lY+d6nguZIvkA3xnqh6fh6GtLxB4Y1Tw1qRstSg2MeY5F5SQeqnv/MVWt7boSK5p9me7hY8tqkWOYDgrnaemeopKszIiw+hHSquc1zSVj6jDV/aw13FoooqTpNTw7rMvh/XrTUos/uXG9R/Eh4YfiM19PQTR3NvHPCweKRQ6MOhBGQa+Ta+gfhbqp1LwVBE7Zks3a3OfQcr+hA/CuzCT1cT5TijCqVOOIW60fo9v68ztaKKK7j4sKKKKACiiigAooooAKKKKACo55ktreWeU4jiQux9ABk1JUF7ZxahYXFnOGMM8bRuFbB2kYPIoY42ur7HylrGpyalql3eSH95cStI3tk5xWersn3WIr2TWvgfG26TRNUKntDdjI/77X/CvO9a8C+JNB3Ne6XMYV/5bQjzEx6kjp+OK4vZOK1R9PLMY4ialGVrbLayMRbk/xAH6VKsyN3x9ap0Vm6aZ3Us0r09G7rzL9evfBnQwsV7rkqfMx+zwk+nBY/8AoI/A15d4X8Nan4o1VbLT1IAwZZm+5Evqf6DvX0zoOjQeH9EtdLt2LRwLjew5Yk5JP1JNaUKLUuZ7HPm+cxq4Z0Iq0nv6GjRRRXafIhRRRQBk+IvD1l4l0mSxvUHPMcgHzRt2Yf55r511ixm0HUbjT7tQs0DbT6EdiPYjBr6grx344aKoTTtbjXDEm2mI78Fl/k36Vz14XXMezk+Iaq+xls/zPIri6MrYHSpYjmMVXt7aW5nSGGN5JZGCoiDJYnoAK9h8K/B5mgS58QzNHnkWkJ5H+839B+dcipynpE+sljaGCXNVdvLqzymivp/T/CmgaWgW00m0Qj+Nowzf99HJ/Wr8mn2Uq7ZLO3dfRolI/lWqwj6s86XFVNP3aba9f+HPlGvV/gpeEXWrWRPDJHMo9MEg/wAxXa6v8OvDWrxtnT0tJT0ltf3ZH4D5T+Irn/BngnUfCHjeVnb7Rp89o6JcKMc7lIDDsePpRCjOnNPoGLzjC47BVKa92Vr2fk76HpdFFFdx8WFFFFABRRRQAUUUUAFFFFABRRRQAUUUUAc7rXgbw5r25r3S4fOb/ltCPLfPqSvX8c1wGo/A1GuUbTNYKQFhvS5jyyr3IK4yfbA+tew0VLhF7m0MRUh8LMvw/wCHtP8ADWlR6fp0OyNeXc8tI3dmPc1qUUVWxk227sKKKKBBRRRQAVwvxcjWTwDcFuqTxMv13Y/kTXdVxnxDhXU4NH0LPOoX6bwOvlICzn+VRU+BnZgHbEwl2d/ktX+Bi/CfwZFp2mpr97EDe3K5tww/1UZ7j3b+WPU16bVdCkcaxooVFACgdAKd5lOEVFWRlisTPEVXUl1/BdiaiofMo8yqMCaiofMo8ygCaimK+Tin0AFFFFABRRRQAUUUUAFFFFABRRRQAUUUUAFFFFABRRRQAUUUUAFFFMlljgieWV1jjQFmdjgKB3JoDceSACScAdTXlEHiOLxJ8W4XgcNZ2MEsdu3ZjjDMPrn8gKzPH3xKOqLLpOiOy2Zys1wODMPRfRf5/Trynge9Fj4x0+RjhXcxH/gQIH6kVx1K6c1FbXPqcFk9SlhaleqrScXZdtPzZ9Beb70eb71S833pPO9667ny9i95vvR5vvVLzqPOouFi75vvSiU1SEtO82i4WL8cvzr9avVkWzb541HrWvQhBRRRTAKKKKACiiigAooooAKKKKACiiigAooooAKKKKACiiuM8ZfEGy8Mq1pbbLrU8f6rPyxe7n+nX6VMpqKuzfD4ariKip0ldnQa3r+neHrE3eo3AiT+FRyzn0Ud68J8YePtQ8UytAubbTgflt1PLe7nufboP1rA1jWb/XL57zULh5pW7noo9AOgHtVCvPq13PRaI+4y3JaWEtUn70/wXp/mFOR2jdXRirKQQR2NNorA9s910DXE1rRoLtSPMI2yqP4XHUf1+hrSM1eJ+GvEMugXxbBe1lwJYx/Me4r1e11G3vrZLi2lWSJxww/zwa9ClVU15n59muXSwlVuK9x7f5GxAxnmEakAnux4FaDaXcbd0bxyewNc0ZmVtynBrR0/WXjkCO2P61sjyWmTSPJFL5ciMr/3SOTUuy4C7jBJj12mtaK9guAu9VLDoT2q6siMODTsTczdIiLBp2GB91f61q1FJKsWC3AJA/EnFS1QgooooAKKKKACiiigAooooAKKKKACiiigAooooAKKK5Tx94sXwtoRaFgb+5ylup7Hu59h/MiplJRV2bYehOvVjSpq7Zh/EP4h/wBjb9I0iQNqLDEsw5EAPYf7X8q8TmlaR2Z3Z3Y7ndjks3ck02SV5ZWlkdnkclmZjkknqTTK8upUdR3Z+kYLAUsDSVOG/V9/67BRRRUHXcKKKKAuFbvhUa5Nq6W2ho8kznLR/wAGPVuwHvU3hPwZqPiy8226+VZocTXTj5V9h6t7fnivf/D3hvTfDOni00+HbnBklbl5D6sf6dBXRRoyk+bZHhZvmtGhB0bKUn06L1/yOdm0S8tljWdoy5QFjGTtz3AzVKazZD8x/Su5uFWSX5uijFQS2kE6bXUEV38p8NzHMLO0UaSK3b5h71qWWpliOaWfw8Tkwtkf3TS2GnCCcI8RTjuc5NLULo3YW81VYip6YqAR7RxxTIJvMBVvvrwasgmooooAKKKKACiiigAooooAKKKKACiiigAooooAQkAEk4A6k181+NvELeJfE1zdhibaM+Vbj0QHg/jyfxr274g6qdI8FahMjbZZU8iP6vwf0yfwr5wrixc9on2HC+FVp4mXov1/QaaKKK4z6lu7CiiimIK73wJ8OZ/EbJqGoh4NKByoHDz+y+i+/wCXqI/hp4Pj8Sas93fR7tOtCCynpK/Zfp3P4ete+oixoqIoVFGFVRgAegrqoUOb3pbHzWc5w6DeHofF1fb08yKzsrbT7SO0s4Egt4htSNBgAVOTgE0UV3HxrbbuzEe5yx5pVufesi8la3uHjbPysRVf7fjqam47HTJd471ML2Mj5hmuWXUl/vU/+0FP8VHMHKdSt7F05qCSQJc70PDc1z6X29wqZZj0A5Jq6n2s3GxoWOADkdOfei4WOhjcSICKfVO1WVPvKQKuA5qiQooooAKKKKACiiigAooooAKKKKACiiigDyn41X+200rTlP33edx9AFH/AKE1ePGu9+L159o8a+Rni2tkTHuct/7MK4I9K8uu71GfpGTU/ZYGmu6v9+olGaSiszvDNFFWtNtDqGq2lmvW4mSIf8CYD+tApSUU2z6J8AaSNH8F6dDtxLNH9ol9Sz88/QYH4V01NRFjRUQYVQAAOwp1evFWSR+W1qrq1JVJbt3CiiimZmNqVuv2wvj7ygn+VUTYiXogx6mte/x5qk9AOagMm7p0pWKuZL6Qnfn6UxdNjU8qPyrXJBphxmlYLjLW3SDlEVT6gYq6LjZ1qvvAXOag3NczLFEQMnG49BQI0ft46VbtyWhVj35rOg0Uq4ae4LgfwquBWsBgYHSmhBRRRTAKKKKACiiigAooooAKKKKACiiigD5p+IN6s3jrV5GbpP5f/fIC/wBK5J7l2Py/KK+pNS8EeGdWleW90W1eWQlnkVdjMT1JK4JNcze/Bbwvc5Nu17aHsI5gw/8AHgT+tcv1fVvc+heeTdONKHupJL7jwAXLjqAaeLod0P4GvWL74EzDJsNcRvRZ4Cv6gn+Vc5ffB3xbaZMNvbXYH/PCcD/0PbUuh5GtPO6q+3f1ONFxGe5H1FdV8OoUvPH2kRghtspk6/3VLf0rS8O/BzXNTkEmrFdMtgeQ2Hlb6AHA+pP4GvYfDngnQvCyA6dZj7RjDXMvzSt+Pb6DAohh9Uyq+ft0pU2k201p5nQ0UUV2Hy4UE4GTRTZAWjZR1IIoAzZ280knvWZJLJbZBVmXsRWgh3ChkU9RSGZB1Pn/AFb/APfJpDeSyH93E5+oxWmYU/uimkKvYUrDKscUjjM7YH90Vct2VZo1UAAMOBVWecKOtGnsZbyIf7QNAHTUUUVRIUUUUAFFFFABRRRQAUUUUAFFFFABRRSMwVSzEBQMkk8AUALTJporeJpZpEjjQZZ3YAAe5Ned+Jfi3p2nM9to0Yv7gceaTiFT9erfhge9eTa94p1fxFNu1C9eRAcrEPlRfoo4/rXPPExjotT3cHkGJrJTq+5Hz3+7/M9p1D4reF7GdoUnnuipwWt48r+ZIz+FOsvir4VvJAj3U1sTwDPEQPzGcV89UVz/AFmdz2v9XcJy2u797/8AAPra3uIbuBJ7eaOaFxlZI2DKw9iKkr5s8G+NL3wpqClWaXT5G/f25PBH95fRv519GWd3Bf2cN3ayCSCZA6OO4NddKqqi8z5rMstngpq7vF7MnooorU80KKKKAMyRdk8gHrmmE1Lc/wDHy/4fyqFjSGMY1WlfAJqdzxWbqEuyEgdW4pDRSknM8p2/dHetnQ4s3YY/wqT/AE/rWPbx4ArotFTDSN6ACkhvY2KKKKsgKKKKACiiigAooooAKKKKACiiigAryn4u+KZbdI/D9pIUMqeZdMp5Knon44JP4V6tXzZ8Q7lrjx5qzOfuyhB9FUD+lc+Jk1Cy6nucP0IVMXzTV+VX+fQ5o8Cm0m7Jpa88+7lLm1CkoooJCvbfgxq8t1ot7pkrbhZyK8WeyvnI/ME/jXiVes/BCJjc6zLj5AkS/iSx/pW2HdqiPIzyMZYKbfS35nsVFFFekfAhRRRQBnXP/Hy/4fyquTU9yf8ASX/D+VQMaQyGQ1j3z+ZchOyitWU4zWLnzJmf1NSykWIV6V0WjjEUh9xWDEOK6HSRi2Y/7X9KaEy/RRRVEhRRRQAUUUUAFFFFABRRRQAUUUUAFfPXxZ0l9M8aTXO0+RfIJkPbIG1h+Yz+Ir6Frm/G3hKDxfoTWbMIrqM77aYj7jeh9j0P59qyqw542PRyvGLC4hTls9GfMRlAOasMpAU9mGQfUUmsaDqWhX72WqWzwTL0BHDD1U9CPcVXiuGij8o/NHnO09j6iuF02fYLMqUXvdE9FRC4UnGDk+ldRo3gTxLrm1rbS5ooW/5bXI8pMevPJ/AGpVOT6HS8dhlHmc1b1OcAJIAGSe1fRnw38NyeHPCyLcpsvLpvPmU9UyMKv4D9SazfB3wtstAnjv8AUpVvb9OUAXEUR9QDyx9z+Veg12UKLj70tz5bOc1jiV7Gj8PV9wooorpPngooqG5k8uL3PFAFG45nZuxNV3biiWbFUJbkg1JSH3LYib6Vmxr81XnV3sWuDwu8IPfg5qin3qQy7EBxXQ6YMWYPqxNc7GMiuotE2WkS/wCyDTQmTUUUVRIUUUUAFFFFABRRRQAUUUUAFFFFABRRRQBU1DTLHVbc2+oWcF1D/cmQMB7jPQ1ys3wn8GzSb/7LZM9QlxIB+W6u1opNJlKco7MxtI8J6DoQH9m6VbQOP+Wmzc//AH0cn9a2aKKYm29wooooEFFFFABWdfPmXb2UVfZggyay7gMSzetJjRn3D1Uige6uUhTqx/L3qWYksRWvolqI4WnZf3jnAz2FTux7DNXhS30mKKMYVXAH5GueT7wrotccSRLCp5B3GsJYW3dKGNFmEdK6lBtjUegArnIoWABI4rba+jziMFvfoKaJZaoqJJgw54qXrVCCiiigAooooAKKKKACiiigAooooAKKKKACiiigAooooAKKKKACiiigCndu8bq5B8rHJ9D70gliK9Qc1dqhcaVFLlonaFv9np+VADklgjOVRQfXFBvE7CsyXS9Sj/1ckUo+pU/5/GoRZauTjyEHuZBSuOyI9QulhumV2+98wzUEd7Dn7w/OulsbNobfbcbHkJycDIHtU5tbc9YIj9UFKw7nOrfRYxvH51It7F/fH51tmxsz1tID9YxTTptif+XOD/v2KdhXMsX8YH3x+dbFqxa2jYggkZ5pkenWUTh0tYVYdCEHFWaEDCiiimIKKKKACiiigAooooAKKKKACiiigAooooAKKKKACiiigAooooAKKKKACiiigAooooAKKKKACiiigAooooAKKKKACiiigAooooAKKKKACiiigAooooAKKKKACiiigAooooAKKKKACiiigAooooAKKKKACiiigAooooAKKKKAP//Z"/>
          <p:cNvSpPr>
            <a:spLocks noChangeAspect="1"/>
          </p:cNvSpPr>
          <p:nvPr/>
        </p:nvSpPr>
        <p:spPr>
          <a:xfrm>
            <a:off x="44450" y="-144462"/>
            <a:ext cx="304800" cy="304800"/>
          </a:xfrm>
          <a:prstGeom prst="rect">
            <a:avLst/>
          </a:prstGeom>
          <a:noFill/>
          <a:ln w="9525">
            <a:noFill/>
          </a:ln>
        </p:spPr>
        <p:txBody>
          <a:bodyPr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sp>
        <p:nvSpPr>
          <p:cNvPr id="84995" name="AutoShape 6" descr="data:image/jpeg;base64,/9j/4AAQSkZJRgABAQAAAQABAAD/2wBDAAgGBgcGBQgHBwcJCQgKDBQNDAsLDBkSEw8UHRofHh0aHBwgJC4nICIsIxwcKDcpLDAxNDQ0Hyc5PTgyPC4zNDL/2wBDAQkJCQwLDBgNDRgyIRwhMjIyMjIyMjIyMjIyMjIyMjIyMjIyMjIyMjIyMjIyMjIyMjIyMjIyMjIyMjIyMjIyMjL/wAARCAEsAOg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rB17xlofhwFb+8Xz8ZFvF88h/AdPxxSclFXZpSo1KsuSnFt+RvUV45qnxounZl0rTIol7SXLFif+AjAH5muZufib4suWJ/tPyh/dihRcfpmueWKgttT26PDeNqK8rR9X/lc+iaK+bB4/8VA5/tu5/T/Crdv8TvFkBBOpCUekkKH+lJYuHY2lwviktJR/H/I+iKK8VsPjPqkRAv8ATba4XuYmMZ/qK7LSPir4c1JljuJJbCU8YuF+XP8AvDj88VpGvTl1PPr5JjqCu4XXlr/wTuKKZDNFcQrNBKksTDKujBgR7EU+tjymraMKKKKACiiigAooooAKKKKACiiigAooooAKKKKACiiigAooooAKjnnhtYHnnlSKKNSzu5wFHqTTbq6gsbWW6uZVigiUs7seAK8B8dePLnxRdNbWzPDpcbfJH0Mh/vN/Qdqyq1VTXmenlmWVcdUtHSK3f9dTc8ZfFW4vHksfD7tBbj5Wuujv/u/3R79fpXmTu0js7sWZjksxySabRXmznKbvI/Q8JgqOEhyUlb836hRRRUHUFFFFABRRRQBq6L4l1fw9P5mm3skIzlo85Rvqp4r13wr8V7DVmS01hEsbtuBKD+6c/U/d/Hj3rw2itadaUNjzcdlWGxi9+Npd1v8A8H5n1uCCMg5FFeEeBviRc6C8en6o7z6YflVjy8H09V9vy9D7nb3EN3bx3FvKssMihkdDkMD3FejTqxqK6Pgcwy2tganLPVPZ9/8Ag+RJRRRWh54UUUUAFFFFABRRRQAUUUUAFFFFABRRRQAUjusaM7sFVRksTgAetLXknxS8anzH8PafLhV/4/JFPU/88/8AH8vWs6tRU48zO3AYKpjKypQ+b7IwviL45bX7k6dYORpsTdRx5x9T7eg/yOApxJYknqaSvLlJyd2fpWFw1PC0lSpqyQlFLRUnSJRS0x5FTqefSnuTKcYLmk7IdRVdro9l/Omi6b0FX7OXY4XmuFTtzfgy1RUSXCscH5frU7Iy4yMZ5HvUNNbnVSxFKqr05JjaKKKRsFegfDfxy2g3i6XqEpOmTthWY/6hz3/3T3/P1z5/RVQm4O6OfFYWniqTpVFo/wCrn1uDkZHSivO/hV4rOraU2j3cm67slHlsTy8XQfivT6EV6JXrQmpx5kfmGLws8LWlRnuvx8woooqjmCiiigAooooAKKKKACiiigAooooA5/xp4hHhrw1cXqkfaG/dW4Pdz0P4DJ/CvmuSV5pXkkcu7kszMckk9Sa9B+L2uG98Rx6XG+YbFPmA7yNgn8htH51532rzMTPmnboj9EyDBrD4RTfxT1+XT/P5i0UlFYHti0UlaOh6Rca9rVrptt/rJ3wWxwq9Sx+gyaaV3ZEznGEXOTskZUshXCqMuegFTx+HtduV8yHRtRlU87ktXYH8hX01ofhTRfD0Kpp9jEsoGGnZQ0jn1LHn8OlbVehTw/KtT4DMM7liZ+6vd6Hx/d6ffWJC3lncW5PaaJk/mKrAV9jSwxTxNFNGkkbDDI6gg/ga4PxJ8JdB1lHl09P7MuzyGhH7sn3ToPwxVum+hxU8ZFv3lY+d6nguZIvkA3xnqh6fh6GtLxB4Y1Tw1qRstSg2MeY5F5SQeqnv/MVWt7boSK5p9me7hY8tqkWOYDgrnaemeopKszIiw+hHSquc1zSVj6jDV/aw13FoooqTpNTw7rMvh/XrTUos/uXG9R/Eh4YfiM19PQTR3NvHPCweKRQ6MOhBGQa+Ta+gfhbqp1LwVBE7Zks3a3OfQcr+hA/CuzCT1cT5TijCqVOOIW60fo9v68ztaKKK7j4sKKKKACiiigAooooAKKKKACo55ktreWeU4jiQux9ABk1JUF7ZxahYXFnOGMM8bRuFbB2kYPIoY42ur7HylrGpyalql3eSH95cStI3tk5xWersn3WIr2TWvgfG26TRNUKntDdjI/77X/CvO9a8C+JNB3Ne6XMYV/5bQjzEx6kjp+OK4vZOK1R9PLMY4ialGVrbLayMRbk/xAH6VKsyN3x9ap0Vm6aZ3Us0r09G7rzL9evfBnQwsV7rkqfMx+zwk+nBY/8AoI/A15d4X8Nan4o1VbLT1IAwZZm+5Evqf6DvX0zoOjQeH9EtdLt2LRwLjew5Yk5JP1JNaUKLUuZ7HPm+cxq4Z0Iq0nv6GjRRRXafIhRRRQBk+IvD1l4l0mSxvUHPMcgHzRt2Yf55r511ixm0HUbjT7tQs0DbT6EdiPYjBr6grx344aKoTTtbjXDEm2mI78Fl/k36Vz14XXMezk+Iaq+xls/zPIri6MrYHSpYjmMVXt7aW5nSGGN5JZGCoiDJYnoAK9h8K/B5mgS58QzNHnkWkJ5H+839B+dcipynpE+sljaGCXNVdvLqzymivp/T/CmgaWgW00m0Qj+Nowzf99HJ/Wr8mn2Uq7ZLO3dfRolI/lWqwj6s86XFVNP3aba9f+HPlGvV/gpeEXWrWRPDJHMo9MEg/wAxXa6v8OvDWrxtnT0tJT0ltf3ZH4D5T+Irn/BngnUfCHjeVnb7Rp89o6JcKMc7lIDDsePpRCjOnNPoGLzjC47BVKa92Vr2fk76HpdFFFdx8WFFFFABRRRQAUUUUAFFFFABRRRQAUUUUAc7rXgbw5r25r3S4fOb/ltCPLfPqSvX8c1wGo/A1GuUbTNYKQFhvS5jyyr3IK4yfbA+tew0VLhF7m0MRUh8LMvw/wCHtP8ADWlR6fp0OyNeXc8tI3dmPc1qUUVWxk227sKKKKBBRRRQAVwvxcjWTwDcFuqTxMv13Y/kTXdVxnxDhXU4NH0LPOoX6bwOvlICzn+VRU+BnZgHbEwl2d/ktX+Bi/CfwZFp2mpr97EDe3K5tww/1UZ7j3b+WPU16bVdCkcaxooVFACgdAKd5lOEVFWRlisTPEVXUl1/BdiaiofMo8yqMCaiofMo8ygCaimK+Tin0AFFFFABRRRQAUUUUAFFFFABRRRQAUUUUAFFFFABRRRQAUUUUAFFFMlljgieWV1jjQFmdjgKB3JoDceSACScAdTXlEHiOLxJ8W4XgcNZ2MEsdu3ZjjDMPrn8gKzPH3xKOqLLpOiOy2Zys1wODMPRfRf5/Trynge9Fj4x0+RjhXcxH/gQIH6kVx1K6c1FbXPqcFk9SlhaleqrScXZdtPzZ9Beb70eb71S833pPO9667ny9i95vvR5vvVLzqPOouFi75vvSiU1SEtO82i4WL8cvzr9avVkWzb541HrWvQhBRRRTAKKKKACiiigAooooAKKKKACiiigAooooAKKKKACiiuM8ZfEGy8Mq1pbbLrU8f6rPyxe7n+nX6VMpqKuzfD4ariKip0ldnQa3r+neHrE3eo3AiT+FRyzn0Ud68J8YePtQ8UytAubbTgflt1PLe7nufboP1rA1jWb/XL57zULh5pW7noo9AOgHtVCvPq13PRaI+4y3JaWEtUn70/wXp/mFOR2jdXRirKQQR2NNorA9s910DXE1rRoLtSPMI2yqP4XHUf1+hrSM1eJ+GvEMugXxbBe1lwJYx/Me4r1e11G3vrZLi2lWSJxww/zwa9ClVU15n59muXSwlVuK9x7f5GxAxnmEakAnux4FaDaXcbd0bxyewNc0ZmVtynBrR0/WXjkCO2P61sjyWmTSPJFL5ciMr/3SOTUuy4C7jBJj12mtaK9guAu9VLDoT2q6siMODTsTczdIiLBp2GB91f61q1FJKsWC3AJA/EnFS1QgooooAKKKKACiiigAooooAKKKKACiiigAooooAKKK5Tx94sXwtoRaFgb+5ylup7Hu59h/MiplJRV2bYehOvVjSpq7Zh/EP4h/wBjb9I0iQNqLDEsw5EAPYf7X8q8TmlaR2Z3Z3Y7ndjks3ck02SV5ZWlkdnkclmZjkknqTTK8upUdR3Z+kYLAUsDSVOG/V9/67BRRRUHXcKKKKAuFbvhUa5Nq6W2ho8kznLR/wAGPVuwHvU3hPwZqPiy8226+VZocTXTj5V9h6t7fnivf/D3hvTfDOni00+HbnBklbl5D6sf6dBXRRoyk+bZHhZvmtGhB0bKUn06L1/yOdm0S8tljWdoy5QFjGTtz3AzVKazZD8x/Su5uFWSX5uijFQS2kE6bXUEV38p8NzHMLO0UaSK3b5h71qWWpliOaWfw8Tkwtkf3TS2GnCCcI8RTjuc5NLULo3YW81VYip6YqAR7RxxTIJvMBVvvrwasgmooooAKKKKACiiigAooooAKKKKACiiigAooooAQkAEk4A6k181+NvELeJfE1zdhibaM+Vbj0QHg/jyfxr274g6qdI8FahMjbZZU8iP6vwf0yfwr5wrixc9on2HC+FVp4mXov1/QaaKKK4z6lu7CiiimIK73wJ8OZ/EbJqGoh4NKByoHDz+y+i+/wCXqI/hp4Pj8Sas93fR7tOtCCynpK/Zfp3P4ete+oixoqIoVFGFVRgAegrqoUOb3pbHzWc5w6DeHofF1fb08yKzsrbT7SO0s4Egt4htSNBgAVOTgE0UV3HxrbbuzEe5yx5pVufesi8la3uHjbPysRVf7fjqam47HTJd471ML2Mj5hmuWXUl/vU/+0FP8VHMHKdSt7F05qCSQJc70PDc1z6X29wqZZj0A5Jq6n2s3GxoWOADkdOfei4WOhjcSICKfVO1WVPvKQKuA5qiQooooAKKKKACiiigAooooAKKKKACiiigDyn41X+200rTlP33edx9AFH/AKE1ePGu9+L159o8a+Rni2tkTHuct/7MK4I9K8uu71GfpGTU/ZYGmu6v9+olGaSiszvDNFFWtNtDqGq2lmvW4mSIf8CYD+tApSUU2z6J8AaSNH8F6dDtxLNH9ol9Sz88/QYH4V01NRFjRUQYVQAAOwp1evFWSR+W1qrq1JVJbt3CiiimZmNqVuv2wvj7ygn+VUTYiXogx6mte/x5qk9AOagMm7p0pWKuZL6Qnfn6UxdNjU8qPyrXJBphxmlYLjLW3SDlEVT6gYq6LjZ1qvvAXOag3NczLFEQMnG49BQI0ft46VbtyWhVj35rOg0Uq4ae4LgfwquBWsBgYHSmhBRRRTAKKKKACiiigAooooAKKKKACiiigD5p+IN6s3jrV5GbpP5f/fIC/wBK5J7l2Py/KK+pNS8EeGdWleW90W1eWQlnkVdjMT1JK4JNcze/Bbwvc5Nu17aHsI5gw/8AHgT+tcv1fVvc+heeTdONKHupJL7jwAXLjqAaeLod0P4GvWL74EzDJsNcRvRZ4Cv6gn+Vc5ffB3xbaZMNvbXYH/PCcD/0PbUuh5GtPO6q+3f1ONFxGe5H1FdV8OoUvPH2kRghtspk6/3VLf0rS8O/BzXNTkEmrFdMtgeQ2Hlb6AHA+pP4GvYfDngnQvCyA6dZj7RjDXMvzSt+Pb6DAohh9Uyq+ft0pU2k201p5nQ0UUV2Hy4UE4GTRTZAWjZR1IIoAzZ280knvWZJLJbZBVmXsRWgh3ChkU9RSGZB1Pn/AFb/APfJpDeSyH93E5+oxWmYU/uimkKvYUrDKscUjjM7YH90Vct2VZo1UAAMOBVWecKOtGnsZbyIf7QNAHTUUUVRIUUUUAFFFFABRRRQAUUUUAFFFFABRRSMwVSzEBQMkk8AUALTJporeJpZpEjjQZZ3YAAe5Ned+Jfi3p2nM9to0Yv7gceaTiFT9erfhge9eTa94p1fxFNu1C9eRAcrEPlRfoo4/rXPPExjotT3cHkGJrJTq+5Hz3+7/M9p1D4reF7GdoUnnuipwWt48r+ZIz+FOsvir4VvJAj3U1sTwDPEQPzGcV89UVz/AFmdz2v9XcJy2u797/8AAPra3uIbuBJ7eaOaFxlZI2DKw9iKkr5s8G+NL3wpqClWaXT5G/f25PBH95fRv519GWd3Bf2cN3ayCSCZA6OO4NddKqqi8z5rMstngpq7vF7MnooorU80KKKKAMyRdk8gHrmmE1Lc/wDHy/4fyqFjSGMY1WlfAJqdzxWbqEuyEgdW4pDRSknM8p2/dHetnQ4s3YY/wqT/AE/rWPbx4ArotFTDSN6ACkhvY2KKKKsgKKKKACiiigAooooAKKKKACiiigAryn4u+KZbdI/D9pIUMqeZdMp5Knon44JP4V6tXzZ8Q7lrjx5qzOfuyhB9FUD+lc+Jk1Cy6nucP0IVMXzTV+VX+fQ5o8Cm0m7Jpa88+7lLm1CkoooJCvbfgxq8t1ot7pkrbhZyK8WeyvnI/ME/jXiVes/BCJjc6zLj5AkS/iSx/pW2HdqiPIzyMZYKbfS35nsVFFFekfAhRRRQBnXP/Hy/4fyquTU9yf8ASX/D+VQMaQyGQ1j3z+ZchOyitWU4zWLnzJmf1NSykWIV6V0WjjEUh9xWDEOK6HSRi2Y/7X9KaEy/RRRVEhRRRQAUUUUAFFFFABRRRQAUUUUAFfPXxZ0l9M8aTXO0+RfIJkPbIG1h+Yz+Ir6Frm/G3hKDxfoTWbMIrqM77aYj7jeh9j0P59qyqw542PRyvGLC4hTls9GfMRlAOasMpAU9mGQfUUmsaDqWhX72WqWzwTL0BHDD1U9CPcVXiuGij8o/NHnO09j6iuF02fYLMqUXvdE9FRC4UnGDk+ldRo3gTxLrm1rbS5ooW/5bXI8pMevPJ/AGpVOT6HS8dhlHmc1b1OcAJIAGSe1fRnw38NyeHPCyLcpsvLpvPmU9UyMKv4D9SazfB3wtstAnjv8AUpVvb9OUAXEUR9QDyx9z+Veg12UKLj70tz5bOc1jiV7Gj8PV9wooorpPngooqG5k8uL3PFAFG45nZuxNV3biiWbFUJbkg1JSH3LYib6Vmxr81XnV3sWuDwu8IPfg5qin3qQy7EBxXQ6YMWYPqxNc7GMiuotE2WkS/wCyDTQmTUUUVRIUUUUAFFFFABRRRQAUUUUAFFFFABRRRQBU1DTLHVbc2+oWcF1D/cmQMB7jPQ1ys3wn8GzSb/7LZM9QlxIB+W6u1opNJlKco7MxtI8J6DoQH9m6VbQOP+Wmzc//AH0cn9a2aKKYm29wooooEFFFFABWdfPmXb2UVfZggyay7gMSzetJjRn3D1Uige6uUhTqx/L3qWYksRWvolqI4WnZf3jnAz2FTux7DNXhS30mKKMYVXAH5GueT7wrotccSRLCp5B3GsJYW3dKGNFmEdK6lBtjUegArnIoWABI4rba+jziMFvfoKaJZaoqJJgw54qXrVCCiiigAooooAKKKKACiiigAooooAKKKKACiiigAooooAKKKKACiiigCndu8bq5B8rHJ9D70gliK9Qc1dqhcaVFLlonaFv9np+VADklgjOVRQfXFBvE7CsyXS9Sj/1ckUo+pU/5/GoRZauTjyEHuZBSuOyI9QulhumV2+98wzUEd7Dn7w/OulsbNobfbcbHkJycDIHtU5tbc9YIj9UFKw7nOrfRYxvH51It7F/fH51tmxsz1tID9YxTTptif+XOD/v2KdhXMsX8YH3x+dbFqxa2jYggkZ5pkenWUTh0tYVYdCEHFWaEDCiiimIKKKKACiiigAooooAKKKKACiiigAooooAKKKKACiiigAooooAKKKKACiiigAooooAKKKKACiiigAooooAKKKKACiiigAooooAKKKKACiiigAooooAKKKKACiiigAooooAKKKKACiiigAooooAKKKKACiiigAooooAKKKKAP//Z"/>
          <p:cNvSpPr>
            <a:spLocks noChangeAspect="1"/>
          </p:cNvSpPr>
          <p:nvPr/>
        </p:nvSpPr>
        <p:spPr>
          <a:xfrm>
            <a:off x="44450" y="-144462"/>
            <a:ext cx="304800" cy="304800"/>
          </a:xfrm>
          <a:prstGeom prst="rect">
            <a:avLst/>
          </a:prstGeom>
          <a:noFill/>
          <a:ln w="9525">
            <a:noFill/>
          </a:ln>
        </p:spPr>
        <p:txBody>
          <a:bodyPr anchor="t" anchorCtr="0"/>
          <a:lstStyle/>
          <a:p>
            <a:pPr eaLnBrk="0" hangingPunct="0"/>
            <a:endParaRPr lang="zh-CN" altLang="en-US" dirty="0">
              <a:latin typeface="Times New Roman" panose="02020603050405020304" pitchFamily="18" charset="0"/>
              <a:ea typeface="宋体" panose="02010600030101010101" pitchFamily="2" charset="-122"/>
            </a:endParaRPr>
          </a:p>
        </p:txBody>
      </p:sp>
      <p:grpSp>
        <p:nvGrpSpPr>
          <p:cNvPr id="2" name="组合 9"/>
          <p:cNvGrpSpPr/>
          <p:nvPr/>
        </p:nvGrpSpPr>
        <p:grpSpPr>
          <a:xfrm>
            <a:off x="250825" y="631825"/>
            <a:ext cx="8457565" cy="1602105"/>
            <a:chOff x="539552" y="620688"/>
            <a:chExt cx="8604448" cy="1828800"/>
          </a:xfrm>
        </p:grpSpPr>
        <p:sp>
          <p:nvSpPr>
            <p:cNvPr id="84997" name="TextBox 3"/>
            <p:cNvSpPr txBox="1"/>
            <p:nvPr/>
          </p:nvSpPr>
          <p:spPr>
            <a:xfrm>
              <a:off x="2159224" y="1124744"/>
              <a:ext cx="6984776" cy="525517"/>
            </a:xfrm>
            <a:prstGeom prst="rect">
              <a:avLst/>
            </a:prstGeom>
            <a:noFill/>
            <a:ln w="9525">
              <a:noFill/>
            </a:ln>
          </p:spPr>
          <p:txBody>
            <a:bodyPr anchor="t" anchorCtr="0">
              <a:spAutoFit/>
            </a:bodyPr>
            <a:lstStyle/>
            <a:p>
              <a:pPr eaLnBrk="0" hangingPunct="0"/>
              <a:r>
                <a:rPr lang="zh-CN" altLang="en-US" sz="2400" b="1" dirty="0">
                  <a:latin typeface="Times New Roman" panose="02020603050405020304" pitchFamily="18" charset="0"/>
                  <a:ea typeface="宋体" panose="02010600030101010101" pitchFamily="2" charset="-122"/>
                </a:rPr>
                <a:t>什么时候才能读</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转换后输出的数据呢？</a:t>
              </a:r>
            </a:p>
          </p:txBody>
        </p:sp>
        <p:pic>
          <p:nvPicPr>
            <p:cNvPr id="84998" name="Picture 7"/>
            <p:cNvPicPr>
              <a:picLocks noChangeAspect="1"/>
            </p:cNvPicPr>
            <p:nvPr/>
          </p:nvPicPr>
          <p:blipFill>
            <a:blip r:embed="rId2"/>
            <a:stretch>
              <a:fillRect/>
            </a:stretch>
          </p:blipFill>
          <p:spPr>
            <a:xfrm>
              <a:off x="539552" y="620688"/>
              <a:ext cx="1428750" cy="1828800"/>
            </a:xfrm>
            <a:prstGeom prst="rect">
              <a:avLst/>
            </a:prstGeom>
            <a:noFill/>
            <a:ln w="9525">
              <a:noFill/>
            </a:ln>
          </p:spPr>
        </p:pic>
      </p:grpSp>
      <p:sp>
        <p:nvSpPr>
          <p:cNvPr id="9" name="Rectangle 4"/>
          <p:cNvSpPr/>
          <p:nvPr/>
        </p:nvSpPr>
        <p:spPr>
          <a:xfrm>
            <a:off x="468313" y="5445125"/>
            <a:ext cx="7694612" cy="1223963"/>
          </a:xfrm>
          <a:prstGeom prst="rect">
            <a:avLst/>
          </a:prstGeom>
          <a:noFill/>
          <a:ln w="9525">
            <a:noFill/>
          </a:ln>
        </p:spPr>
        <p:txBody>
          <a:bodyPr anchor="t" anchorCtr="0"/>
          <a:lstStyle/>
          <a:p>
            <a:pPr marL="342900" indent="-342900" algn="just">
              <a:lnSpc>
                <a:spcPct val="130000"/>
              </a:lnSpc>
              <a:spcBef>
                <a:spcPct val="20000"/>
              </a:spcBef>
            </a:pPr>
            <a:r>
              <a:rPr lang="zh-CN" altLang="en-US" sz="2400" b="1" dirty="0">
                <a:solidFill>
                  <a:srgbClr val="FF3300"/>
                </a:solidFill>
                <a:latin typeface="楷体_GB2312" panose="02010609030101010101" pitchFamily="49" charset="-122"/>
                <a:ea typeface="楷体_GB2312" panose="02010609030101010101" pitchFamily="49" charset="-122"/>
              </a:rPr>
              <a:t>获取</a:t>
            </a:r>
            <a:r>
              <a:rPr lang="en-US" altLang="zh-CN" sz="2400" b="1" dirty="0">
                <a:solidFill>
                  <a:srgbClr val="FF3300"/>
                </a:solidFill>
                <a:latin typeface="楷体_GB2312" panose="02010609030101010101" pitchFamily="49" charset="-122"/>
                <a:ea typeface="楷体_GB2312" panose="02010609030101010101" pitchFamily="49" charset="-122"/>
              </a:rPr>
              <a:t>A/D</a:t>
            </a:r>
            <a:r>
              <a:rPr lang="zh-CN" altLang="en-US" sz="2400" b="1" dirty="0">
                <a:solidFill>
                  <a:srgbClr val="FF3300"/>
                </a:solidFill>
                <a:latin typeface="楷体_GB2312" panose="02010609030101010101" pitchFamily="49" charset="-122"/>
                <a:ea typeface="楷体_GB2312" panose="02010609030101010101" pitchFamily="49" charset="-122"/>
              </a:rPr>
              <a:t>转换结果的三种方式</a:t>
            </a:r>
            <a:r>
              <a:rPr lang="en-US" altLang="zh-CN" sz="2400" b="1" dirty="0">
                <a:solidFill>
                  <a:srgbClr val="FF3300"/>
                </a:solidFill>
                <a:latin typeface="楷体_GB2312" panose="02010609030101010101" pitchFamily="49" charset="-122"/>
                <a:ea typeface="楷体_GB2312" panose="02010609030101010101" pitchFamily="49" charset="-122"/>
              </a:rPr>
              <a:t>: </a:t>
            </a:r>
          </a:p>
          <a:p>
            <a:pPr marL="342900" indent="-342900" algn="just">
              <a:lnSpc>
                <a:spcPct val="130000"/>
              </a:lnSpc>
              <a:spcBef>
                <a:spcPct val="20000"/>
              </a:spcBef>
            </a:pPr>
            <a:r>
              <a:rPr lang="en-US" altLang="zh-CN" sz="2400" b="1" dirty="0">
                <a:solidFill>
                  <a:srgbClr val="FF3300"/>
                </a:solidFill>
                <a:latin typeface="楷体_GB2312" panose="02010609030101010101" pitchFamily="49" charset="-122"/>
                <a:ea typeface="楷体_GB2312" panose="02010609030101010101" pitchFamily="49" charset="-122"/>
              </a:rPr>
              <a:t>            </a:t>
            </a:r>
            <a:r>
              <a:rPr lang="zh-CN" altLang="en-US" sz="2400" b="1" dirty="0">
                <a:solidFill>
                  <a:srgbClr val="FF3300"/>
                </a:solidFill>
                <a:latin typeface="楷体_GB2312" panose="02010609030101010101" pitchFamily="49" charset="-122"/>
                <a:ea typeface="楷体_GB2312" panose="02010609030101010101" pitchFamily="49" charset="-122"/>
              </a:rPr>
              <a:t>定时采样、程序查询和中断控制。</a:t>
            </a:r>
          </a:p>
        </p:txBody>
      </p:sp>
      <p:pic>
        <p:nvPicPr>
          <p:cNvPr id="11" name="Picture 8"/>
          <p:cNvPicPr>
            <a:picLocks noChangeAspect="1"/>
          </p:cNvPicPr>
          <p:nvPr/>
        </p:nvPicPr>
        <p:blipFill>
          <a:blip r:embed="rId3"/>
          <a:stretch>
            <a:fillRect/>
          </a:stretch>
        </p:blipFill>
        <p:spPr>
          <a:xfrm>
            <a:off x="755650" y="2060575"/>
            <a:ext cx="6846888" cy="3455988"/>
          </a:xfrm>
          <a:prstGeom prst="rect">
            <a:avLst/>
          </a:prstGeom>
          <a:noFill/>
          <a:ln w="9525">
            <a:noFill/>
          </a:ln>
        </p:spPr>
      </p:pic>
      <mc:AlternateContent xmlns:mc="http://schemas.openxmlformats.org/markup-compatibility/2006" xmlns:p14="http://schemas.microsoft.com/office/powerpoint/2010/main">
        <mc:Choice Requires="p14">
          <p:contentPart p14:bwMode="auto" r:id="rId4">
            <p14:nvContentPartPr>
              <p14:cNvPr id="3" name="墨迹 2">
                <a:extLst>
                  <a:ext uri="{FF2B5EF4-FFF2-40B4-BE49-F238E27FC236}">
                    <a16:creationId xmlns:a16="http://schemas.microsoft.com/office/drawing/2014/main" id="{A10544B1-649C-49B8-045B-81A8CBD018E3}"/>
                  </a:ext>
                </a:extLst>
              </p14:cNvPr>
              <p14:cNvContentPartPr/>
              <p14:nvPr/>
            </p14:nvContentPartPr>
            <p14:xfrm>
              <a:off x="552400" y="5975040"/>
              <a:ext cx="3740760" cy="39600"/>
            </p14:xfrm>
          </p:contentPart>
        </mc:Choice>
        <mc:Fallback xmlns="">
          <p:pic>
            <p:nvPicPr>
              <p:cNvPr id="3" name="墨迹 2">
                <a:extLst>
                  <a:ext uri="{FF2B5EF4-FFF2-40B4-BE49-F238E27FC236}">
                    <a16:creationId xmlns:a16="http://schemas.microsoft.com/office/drawing/2014/main" id="{A10544B1-649C-49B8-045B-81A8CBD018E3}"/>
                  </a:ext>
                </a:extLst>
              </p:cNvPr>
              <p:cNvPicPr/>
              <p:nvPr/>
            </p:nvPicPr>
            <p:blipFill>
              <a:blip r:embed="rId5"/>
              <a:stretch>
                <a:fillRect/>
              </a:stretch>
            </p:blipFill>
            <p:spPr>
              <a:xfrm>
                <a:off x="534760" y="5957040"/>
                <a:ext cx="3776400" cy="75240"/>
              </a:xfrm>
              <a:prstGeom prst="rect">
                <a:avLst/>
              </a:prstGeom>
            </p:spPr>
          </p:pic>
        </mc:Fallback>
      </mc:AlternateContent>
      <p:grpSp>
        <p:nvGrpSpPr>
          <p:cNvPr id="7" name="组合 6">
            <a:extLst>
              <a:ext uri="{FF2B5EF4-FFF2-40B4-BE49-F238E27FC236}">
                <a16:creationId xmlns:a16="http://schemas.microsoft.com/office/drawing/2014/main" id="{C6B6DDAB-8C4F-16B1-23C8-FE884A0733A1}"/>
              </a:ext>
            </a:extLst>
          </p:cNvPr>
          <p:cNvGrpSpPr/>
          <p:nvPr/>
        </p:nvGrpSpPr>
        <p:grpSpPr>
          <a:xfrm>
            <a:off x="1682440" y="6527280"/>
            <a:ext cx="4110480" cy="64800"/>
            <a:chOff x="1682440" y="6527280"/>
            <a:chExt cx="4110480" cy="64800"/>
          </a:xfrm>
        </p:grpSpPr>
        <mc:AlternateContent xmlns:mc="http://schemas.openxmlformats.org/markup-compatibility/2006" xmlns:p14="http://schemas.microsoft.com/office/powerpoint/2010/main">
          <mc:Choice Requires="p14">
            <p:contentPart p14:bwMode="auto" r:id="rId6">
              <p14:nvContentPartPr>
                <p14:cNvPr id="4" name="墨迹 3">
                  <a:extLst>
                    <a:ext uri="{FF2B5EF4-FFF2-40B4-BE49-F238E27FC236}">
                      <a16:creationId xmlns:a16="http://schemas.microsoft.com/office/drawing/2014/main" id="{466E1A10-B9AB-30A6-D233-E13C3AD27787}"/>
                    </a:ext>
                  </a:extLst>
                </p14:cNvPr>
                <p14:cNvContentPartPr/>
                <p14:nvPr/>
              </p14:nvContentPartPr>
              <p14:xfrm>
                <a:off x="1682440" y="6527280"/>
                <a:ext cx="1156680" cy="54000"/>
              </p14:xfrm>
            </p:contentPart>
          </mc:Choice>
          <mc:Fallback xmlns="">
            <p:pic>
              <p:nvPicPr>
                <p:cNvPr id="4" name="墨迹 3">
                  <a:extLst>
                    <a:ext uri="{FF2B5EF4-FFF2-40B4-BE49-F238E27FC236}">
                      <a16:creationId xmlns:a16="http://schemas.microsoft.com/office/drawing/2014/main" id="{466E1A10-B9AB-30A6-D233-E13C3AD27787}"/>
                    </a:ext>
                  </a:extLst>
                </p:cNvPr>
                <p:cNvPicPr/>
                <p:nvPr/>
              </p:nvPicPr>
              <p:blipFill>
                <a:blip r:embed="rId7"/>
                <a:stretch>
                  <a:fillRect/>
                </a:stretch>
              </p:blipFill>
              <p:spPr>
                <a:xfrm>
                  <a:off x="1664800" y="6509640"/>
                  <a:ext cx="1192320" cy="89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墨迹 4">
                  <a:extLst>
                    <a:ext uri="{FF2B5EF4-FFF2-40B4-BE49-F238E27FC236}">
                      <a16:creationId xmlns:a16="http://schemas.microsoft.com/office/drawing/2014/main" id="{2FA963FE-956E-561F-1A0E-3F2027FE1A2C}"/>
                    </a:ext>
                  </a:extLst>
                </p14:cNvPr>
                <p14:cNvContentPartPr/>
                <p14:nvPr/>
              </p14:nvContentPartPr>
              <p14:xfrm>
                <a:off x="3295600" y="6565440"/>
                <a:ext cx="559080" cy="26640"/>
              </p14:xfrm>
            </p:contentPart>
          </mc:Choice>
          <mc:Fallback xmlns="">
            <p:pic>
              <p:nvPicPr>
                <p:cNvPr id="5" name="墨迹 4">
                  <a:extLst>
                    <a:ext uri="{FF2B5EF4-FFF2-40B4-BE49-F238E27FC236}">
                      <a16:creationId xmlns:a16="http://schemas.microsoft.com/office/drawing/2014/main" id="{2FA963FE-956E-561F-1A0E-3F2027FE1A2C}"/>
                    </a:ext>
                  </a:extLst>
                </p:cNvPr>
                <p:cNvPicPr/>
                <p:nvPr/>
              </p:nvPicPr>
              <p:blipFill>
                <a:blip r:embed="rId9"/>
                <a:stretch>
                  <a:fillRect/>
                </a:stretch>
              </p:blipFill>
              <p:spPr>
                <a:xfrm>
                  <a:off x="3277960" y="6547800"/>
                  <a:ext cx="594720" cy="62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墨迹 5">
                  <a:extLst>
                    <a:ext uri="{FF2B5EF4-FFF2-40B4-BE49-F238E27FC236}">
                      <a16:creationId xmlns:a16="http://schemas.microsoft.com/office/drawing/2014/main" id="{1FABD789-FDAE-5D14-A77C-799EB0AE5064}"/>
                    </a:ext>
                  </a:extLst>
                </p14:cNvPr>
                <p14:cNvContentPartPr/>
                <p14:nvPr/>
              </p14:nvContentPartPr>
              <p14:xfrm>
                <a:off x="4489360" y="6540240"/>
                <a:ext cx="1303560" cy="20160"/>
              </p14:xfrm>
            </p:contentPart>
          </mc:Choice>
          <mc:Fallback xmlns="">
            <p:pic>
              <p:nvPicPr>
                <p:cNvPr id="6" name="墨迹 5">
                  <a:extLst>
                    <a:ext uri="{FF2B5EF4-FFF2-40B4-BE49-F238E27FC236}">
                      <a16:creationId xmlns:a16="http://schemas.microsoft.com/office/drawing/2014/main" id="{1FABD789-FDAE-5D14-A77C-799EB0AE5064}"/>
                    </a:ext>
                  </a:extLst>
                </p:cNvPr>
                <p:cNvPicPr/>
                <p:nvPr/>
              </p:nvPicPr>
              <p:blipFill>
                <a:blip r:embed="rId11"/>
                <a:stretch>
                  <a:fillRect/>
                </a:stretch>
              </p:blipFill>
              <p:spPr>
                <a:xfrm>
                  <a:off x="4471720" y="6522600"/>
                  <a:ext cx="1339200" cy="55800"/>
                </a:xfrm>
                <a:prstGeom prst="rect">
                  <a:avLst/>
                </a:prstGeom>
              </p:spPr>
            </p:pic>
          </mc:Fallback>
        </mc:AlternateContent>
      </p:grpSp>
      <p:grpSp>
        <p:nvGrpSpPr>
          <p:cNvPr id="12" name="组合 11">
            <a:extLst>
              <a:ext uri="{FF2B5EF4-FFF2-40B4-BE49-F238E27FC236}">
                <a16:creationId xmlns:a16="http://schemas.microsoft.com/office/drawing/2014/main" id="{9231653F-AC1B-B38A-02FF-78D16518FB71}"/>
              </a:ext>
            </a:extLst>
          </p:cNvPr>
          <p:cNvGrpSpPr/>
          <p:nvPr/>
        </p:nvGrpSpPr>
        <p:grpSpPr>
          <a:xfrm>
            <a:off x="3897880" y="945480"/>
            <a:ext cx="3490200" cy="717120"/>
            <a:chOff x="3897880" y="945480"/>
            <a:chExt cx="3490200" cy="717120"/>
          </a:xfrm>
        </p:grpSpPr>
        <mc:AlternateContent xmlns:mc="http://schemas.openxmlformats.org/markup-compatibility/2006" xmlns:p14="http://schemas.microsoft.com/office/powerpoint/2010/main">
          <mc:Choice Requires="p14">
            <p:contentPart p14:bwMode="auto" r:id="rId12">
              <p14:nvContentPartPr>
                <p14:cNvPr id="8" name="墨迹 7">
                  <a:extLst>
                    <a:ext uri="{FF2B5EF4-FFF2-40B4-BE49-F238E27FC236}">
                      <a16:creationId xmlns:a16="http://schemas.microsoft.com/office/drawing/2014/main" id="{DF84679A-7734-2D16-84A7-322011E33DD0}"/>
                    </a:ext>
                  </a:extLst>
                </p14:cNvPr>
                <p14:cNvContentPartPr/>
                <p14:nvPr/>
              </p14:nvContentPartPr>
              <p14:xfrm>
                <a:off x="3897880" y="945480"/>
                <a:ext cx="1398960" cy="717120"/>
              </p14:xfrm>
            </p:contentPart>
          </mc:Choice>
          <mc:Fallback xmlns="">
            <p:pic>
              <p:nvPicPr>
                <p:cNvPr id="8" name="墨迹 7">
                  <a:extLst>
                    <a:ext uri="{FF2B5EF4-FFF2-40B4-BE49-F238E27FC236}">
                      <a16:creationId xmlns:a16="http://schemas.microsoft.com/office/drawing/2014/main" id="{DF84679A-7734-2D16-84A7-322011E33DD0}"/>
                    </a:ext>
                  </a:extLst>
                </p:cNvPr>
                <p:cNvPicPr/>
                <p:nvPr/>
              </p:nvPicPr>
              <p:blipFill>
                <a:blip r:embed="rId13"/>
                <a:stretch>
                  <a:fillRect/>
                </a:stretch>
              </p:blipFill>
              <p:spPr>
                <a:xfrm>
                  <a:off x="3879880" y="927480"/>
                  <a:ext cx="1434600" cy="7527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0" name="墨迹 9">
                  <a:extLst>
                    <a:ext uri="{FF2B5EF4-FFF2-40B4-BE49-F238E27FC236}">
                      <a16:creationId xmlns:a16="http://schemas.microsoft.com/office/drawing/2014/main" id="{B81BFAA3-F796-9907-E046-5AC0F04C2E88}"/>
                    </a:ext>
                  </a:extLst>
                </p14:cNvPr>
                <p14:cNvContentPartPr/>
                <p14:nvPr/>
              </p14:nvContentPartPr>
              <p14:xfrm>
                <a:off x="5409880" y="1465680"/>
                <a:ext cx="1978200" cy="58320"/>
              </p14:xfrm>
            </p:contentPart>
          </mc:Choice>
          <mc:Fallback xmlns="">
            <p:pic>
              <p:nvPicPr>
                <p:cNvPr id="10" name="墨迹 9">
                  <a:extLst>
                    <a:ext uri="{FF2B5EF4-FFF2-40B4-BE49-F238E27FC236}">
                      <a16:creationId xmlns:a16="http://schemas.microsoft.com/office/drawing/2014/main" id="{B81BFAA3-F796-9907-E046-5AC0F04C2E88}"/>
                    </a:ext>
                  </a:extLst>
                </p:cNvPr>
                <p:cNvPicPr/>
                <p:nvPr/>
              </p:nvPicPr>
              <p:blipFill>
                <a:blip r:embed="rId15"/>
                <a:stretch>
                  <a:fillRect/>
                </a:stretch>
              </p:blipFill>
              <p:spPr>
                <a:xfrm>
                  <a:off x="5392240" y="1448040"/>
                  <a:ext cx="2013840" cy="93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6">
            <p14:nvContentPartPr>
              <p14:cNvPr id="13" name="墨迹 12">
                <a:extLst>
                  <a:ext uri="{FF2B5EF4-FFF2-40B4-BE49-F238E27FC236}">
                    <a16:creationId xmlns:a16="http://schemas.microsoft.com/office/drawing/2014/main" id="{2ED31F59-4FBD-801E-4A4C-84FA4E722254}"/>
                  </a:ext>
                </a:extLst>
              </p14:cNvPr>
              <p14:cNvContentPartPr/>
              <p14:nvPr/>
            </p14:nvContentPartPr>
            <p14:xfrm>
              <a:off x="6255520" y="5484360"/>
              <a:ext cx="153720" cy="181440"/>
            </p14:xfrm>
          </p:contentPart>
        </mc:Choice>
        <mc:Fallback xmlns="">
          <p:pic>
            <p:nvPicPr>
              <p:cNvPr id="13" name="墨迹 12">
                <a:extLst>
                  <a:ext uri="{FF2B5EF4-FFF2-40B4-BE49-F238E27FC236}">
                    <a16:creationId xmlns:a16="http://schemas.microsoft.com/office/drawing/2014/main" id="{2ED31F59-4FBD-801E-4A4C-84FA4E722254}"/>
                  </a:ext>
                </a:extLst>
              </p:cNvPr>
              <p:cNvPicPr/>
              <p:nvPr/>
            </p:nvPicPr>
            <p:blipFill>
              <a:blip r:embed="rId17"/>
              <a:stretch>
                <a:fillRect/>
              </a:stretch>
            </p:blipFill>
            <p:spPr>
              <a:xfrm>
                <a:off x="6237520" y="5466360"/>
                <a:ext cx="18936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4" name="墨迹 13">
                <a:extLst>
                  <a:ext uri="{FF2B5EF4-FFF2-40B4-BE49-F238E27FC236}">
                    <a16:creationId xmlns:a16="http://schemas.microsoft.com/office/drawing/2014/main" id="{F6F31285-DF65-E54C-D6A3-A8663908A6CD}"/>
                  </a:ext>
                </a:extLst>
              </p14:cNvPr>
              <p14:cNvContentPartPr/>
              <p14:nvPr/>
            </p14:nvContentPartPr>
            <p14:xfrm>
              <a:off x="4247800" y="2310960"/>
              <a:ext cx="38880" cy="1765080"/>
            </p14:xfrm>
          </p:contentPart>
        </mc:Choice>
        <mc:Fallback xmlns="">
          <p:pic>
            <p:nvPicPr>
              <p:cNvPr id="14" name="墨迹 13">
                <a:extLst>
                  <a:ext uri="{FF2B5EF4-FFF2-40B4-BE49-F238E27FC236}">
                    <a16:creationId xmlns:a16="http://schemas.microsoft.com/office/drawing/2014/main" id="{F6F31285-DF65-E54C-D6A3-A8663908A6CD}"/>
                  </a:ext>
                </a:extLst>
              </p:cNvPr>
              <p:cNvPicPr/>
              <p:nvPr/>
            </p:nvPicPr>
            <p:blipFill>
              <a:blip r:embed="rId19"/>
              <a:stretch>
                <a:fillRect/>
              </a:stretch>
            </p:blipFill>
            <p:spPr>
              <a:xfrm>
                <a:off x="4230160" y="2293320"/>
                <a:ext cx="74520" cy="1800720"/>
              </a:xfrm>
              <a:prstGeom prst="rect">
                <a:avLst/>
              </a:prstGeom>
            </p:spPr>
          </p:pic>
        </mc:Fallback>
      </mc:AlternateContent>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p:nvPr/>
        </p:nvSpPr>
        <p:spPr>
          <a:xfrm>
            <a:off x="395288" y="1052513"/>
            <a:ext cx="8208962" cy="3670300"/>
          </a:xfrm>
          <a:prstGeom prst="rect">
            <a:avLst/>
          </a:prstGeom>
          <a:noFill/>
          <a:ln w="9525">
            <a:noFill/>
          </a:ln>
        </p:spPr>
        <p:txBody>
          <a:bodyPr anchor="ctr" anchorCtr="0">
            <a:spAutoFit/>
          </a:bodyPr>
          <a:lstStyle/>
          <a:p>
            <a:pPr>
              <a:lnSpc>
                <a:spcPct val="140000"/>
              </a:lnSpc>
            </a:pPr>
            <a:r>
              <a:rPr lang="en-US" altLang="zh-CN" sz="2400" b="1" dirty="0">
                <a:latin typeface="Times New Roman" panose="02020603050405020304" pitchFamily="18" charset="0"/>
                <a:ea typeface="宋体" panose="02010600030101010101" pitchFamily="2" charset="-122"/>
              </a:rPr>
              <a:t>      A/D</a:t>
            </a:r>
            <a:r>
              <a:rPr lang="zh-CN" altLang="en-US" sz="2400" b="1" dirty="0">
                <a:latin typeface="Times New Roman" panose="02020603050405020304" pitchFamily="18" charset="0"/>
                <a:ea typeface="宋体" panose="02010600030101010101" pitchFamily="2" charset="-122"/>
              </a:rPr>
              <a:t>转换总需要一段时间，如果在</a:t>
            </a:r>
            <a:r>
              <a:rPr lang="en-US" altLang="zh-CN" sz="2400" b="1" dirty="0">
                <a:latin typeface="Times New Roman" panose="02020603050405020304" pitchFamily="18" charset="0"/>
                <a:ea typeface="宋体" panose="02010600030101010101" pitchFamily="2" charset="-122"/>
              </a:rPr>
              <a:t>CPU</a:t>
            </a:r>
            <a:r>
              <a:rPr lang="zh-CN" altLang="en-US" sz="2400" b="1" dirty="0">
                <a:latin typeface="Times New Roman" panose="02020603050405020304" pitchFamily="18" charset="0"/>
                <a:ea typeface="宋体" panose="02010600030101010101" pitchFamily="2" charset="-122"/>
              </a:rPr>
              <a:t>发出转换启动命令后，而在</a:t>
            </a:r>
            <a:r>
              <a:rPr lang="en-US" altLang="zh-CN" sz="2400" b="1" dirty="0">
                <a:latin typeface="Times New Roman" panose="02020603050405020304" pitchFamily="18" charset="0"/>
                <a:ea typeface="宋体" panose="02010600030101010101" pitchFamily="2" charset="-122"/>
              </a:rPr>
              <a:t>CPU</a:t>
            </a:r>
            <a:r>
              <a:rPr lang="zh-CN" altLang="en-US" sz="2400" b="1" dirty="0">
                <a:latin typeface="Times New Roman" panose="02020603050405020304" pitchFamily="18" charset="0"/>
                <a:ea typeface="宋体" panose="02010600030101010101" pitchFamily="2" charset="-122"/>
              </a:rPr>
              <a:t>读取转换结果之前延时一段时间，而且保证延时时间大于完成一次</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转换所需的时间，那么在延时结束时就可以从</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转换器中读取采样值。</a:t>
            </a:r>
          </a:p>
          <a:p>
            <a:pPr eaLnBrk="0" hangingPunct="0">
              <a:lnSpc>
                <a:spcPct val="14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ADC0809</a:t>
            </a:r>
            <a:r>
              <a:rPr lang="zh-CN" altLang="en-US" sz="2400" b="1" dirty="0">
                <a:latin typeface="Times New Roman" panose="02020603050405020304" pitchFamily="18" charset="0"/>
                <a:ea typeface="宋体" panose="02010600030101010101" pitchFamily="2" charset="-122"/>
              </a:rPr>
              <a:t>的转换时间为</a:t>
            </a:r>
            <a:r>
              <a:rPr lang="en-US" altLang="zh-CN" sz="2400" b="1" dirty="0">
                <a:solidFill>
                  <a:srgbClr val="FF3300"/>
                </a:solidFill>
                <a:latin typeface="Times New Roman" panose="02020603050405020304" pitchFamily="18" charset="0"/>
                <a:ea typeface="宋体" panose="02010600030101010101" pitchFamily="2" charset="-122"/>
              </a:rPr>
              <a:t>100μs</a:t>
            </a:r>
            <a:r>
              <a:rPr lang="zh-CN" altLang="en-US" sz="2400" b="1" dirty="0">
                <a:latin typeface="Times New Roman" panose="02020603050405020304" pitchFamily="18" charset="0"/>
                <a:ea typeface="宋体" panose="02010600030101010101" pitchFamily="2" charset="-122"/>
              </a:rPr>
              <a:t>，为了能保证获得正确的数据可使延时时间稍大于</a:t>
            </a:r>
            <a:r>
              <a:rPr lang="en-US" altLang="zh-CN" sz="2400" b="1" dirty="0">
                <a:latin typeface="Times New Roman" panose="02020603050405020304" pitchFamily="18" charset="0"/>
                <a:ea typeface="宋体" panose="02010600030101010101" pitchFamily="2" charset="-122"/>
              </a:rPr>
              <a:t>100μs</a:t>
            </a:r>
            <a:r>
              <a:rPr lang="zh-CN" altLang="en-US" sz="2400" b="1" dirty="0">
                <a:latin typeface="Times New Roman" panose="02020603050405020304" pitchFamily="18" charset="0"/>
                <a:ea typeface="宋体" panose="02010600030101010101" pitchFamily="2" charset="-122"/>
              </a:rPr>
              <a:t>。若</a:t>
            </a:r>
            <a:r>
              <a:rPr lang="en-US" altLang="zh-CN" sz="2400" b="1" dirty="0">
                <a:latin typeface="Times New Roman" panose="02020603050405020304" pitchFamily="18" charset="0"/>
                <a:ea typeface="宋体" panose="02010600030101010101" pitchFamily="2" charset="-122"/>
              </a:rPr>
              <a:t>MCS-51</a:t>
            </a:r>
            <a:r>
              <a:rPr lang="zh-CN" altLang="en-US" sz="2400" b="1" dirty="0">
                <a:latin typeface="Times New Roman" panose="02020603050405020304" pitchFamily="18" charset="0"/>
                <a:ea typeface="宋体" panose="02010600030101010101" pitchFamily="2" charset="-122"/>
              </a:rPr>
              <a:t>的晶振频率为</a:t>
            </a:r>
            <a:r>
              <a:rPr lang="en-US" altLang="zh-CN" sz="2400" b="1" dirty="0">
                <a:latin typeface="Times New Roman" panose="02020603050405020304" pitchFamily="18" charset="0"/>
                <a:ea typeface="宋体" panose="02010600030101010101" pitchFamily="2" charset="-122"/>
              </a:rPr>
              <a:t>11.0592MHz</a:t>
            </a:r>
            <a:r>
              <a:rPr lang="zh-CN" altLang="en-US" sz="2400" b="1" dirty="0">
                <a:latin typeface="Times New Roman" panose="02020603050405020304" pitchFamily="18" charset="0"/>
                <a:ea typeface="宋体" panose="02010600030101010101" pitchFamily="2" charset="-122"/>
              </a:rPr>
              <a:t>，则延时程序清单如下：</a:t>
            </a:r>
          </a:p>
        </p:txBody>
      </p:sp>
      <p:sp>
        <p:nvSpPr>
          <p:cNvPr id="385040" name="Text Box 16"/>
          <p:cNvSpPr txBox="1"/>
          <p:nvPr/>
        </p:nvSpPr>
        <p:spPr>
          <a:xfrm>
            <a:off x="395288" y="5154613"/>
            <a:ext cx="5761038" cy="461665"/>
          </a:xfrm>
          <a:prstGeom prst="rect">
            <a:avLst/>
          </a:prstGeom>
          <a:noFill/>
          <a:ln w="9525">
            <a:noFill/>
          </a:ln>
        </p:spPr>
        <p:txBody>
          <a:bodyPr anchor="t" anchorCtr="0">
            <a:spAutoFit/>
          </a:bodyPr>
          <a:lstStyle/>
          <a:p>
            <a:pPr>
              <a:spcBef>
                <a:spcPct val="50000"/>
              </a:spcBef>
            </a:pPr>
            <a:r>
              <a:rPr lang="en-US" altLang="zh-CN" sz="2400" b="1" dirty="0">
                <a:solidFill>
                  <a:schemeClr val="accent2"/>
                </a:solidFill>
                <a:latin typeface="Times New Roman" panose="02020603050405020304" pitchFamily="18" charset="0"/>
                <a:ea typeface="宋体" panose="02010600030101010101" pitchFamily="2" charset="-122"/>
              </a:rPr>
              <a:t>for (i=10; i&gt;0; i--);     //0.1ms,  11.0592MHz</a:t>
            </a:r>
          </a:p>
        </p:txBody>
      </p:sp>
      <p:sp>
        <p:nvSpPr>
          <p:cNvPr id="86019" name="Text Box 17"/>
          <p:cNvSpPr txBox="1"/>
          <p:nvPr/>
        </p:nvSpPr>
        <p:spPr>
          <a:xfrm>
            <a:off x="539750" y="620713"/>
            <a:ext cx="3384550" cy="457200"/>
          </a:xfrm>
          <a:prstGeom prst="rect">
            <a:avLst/>
          </a:prstGeom>
          <a:noFill/>
          <a:ln w="9525">
            <a:noFill/>
          </a:ln>
        </p:spPr>
        <p:txBody>
          <a:bodyPr anchor="t" anchorCtr="0">
            <a:spAutoFit/>
          </a:bodyPr>
          <a:lstStyle/>
          <a:p>
            <a:pPr>
              <a:spcBef>
                <a:spcPct val="50000"/>
              </a:spcBef>
            </a:pPr>
            <a:r>
              <a:rPr lang="en-US" altLang="zh-CN" sz="2400" b="1" dirty="0">
                <a:solidFill>
                  <a:srgbClr val="FF3300"/>
                </a:solidFill>
                <a:latin typeface="Times New Roman" panose="02020603050405020304" pitchFamily="18" charset="0"/>
                <a:ea typeface="宋体" panose="02010600030101010101" pitchFamily="2" charset="-122"/>
              </a:rPr>
              <a:t>1) </a:t>
            </a:r>
            <a:r>
              <a:rPr lang="zh-CN" altLang="en-US" sz="2400" b="1" dirty="0">
                <a:solidFill>
                  <a:srgbClr val="FF3300"/>
                </a:solidFill>
                <a:latin typeface="Times New Roman" panose="02020603050405020304" pitchFamily="18" charset="0"/>
                <a:ea typeface="宋体" panose="02010600030101010101" pitchFamily="2" charset="-122"/>
              </a:rPr>
              <a:t>定时采样</a:t>
            </a:r>
          </a:p>
        </p:txBody>
      </p:sp>
      <mc:AlternateContent xmlns:mc="http://schemas.openxmlformats.org/markup-compatibility/2006" xmlns:p14="http://schemas.microsoft.com/office/powerpoint/2010/main">
        <mc:Choice Requires="p14">
          <p:contentPart p14:bwMode="auto" r:id="rId2">
            <p14:nvContentPartPr>
              <p14:cNvPr id="2" name="墨迹 1">
                <a:extLst>
                  <a:ext uri="{FF2B5EF4-FFF2-40B4-BE49-F238E27FC236}">
                    <a16:creationId xmlns:a16="http://schemas.microsoft.com/office/drawing/2014/main" id="{293576E2-FA52-897F-0434-F8C4A88E1943}"/>
                  </a:ext>
                </a:extLst>
              </p14:cNvPr>
              <p14:cNvContentPartPr/>
              <p14:nvPr/>
            </p14:nvContentPartPr>
            <p14:xfrm>
              <a:off x="3866920" y="825240"/>
              <a:ext cx="360" cy="360"/>
            </p14:xfrm>
          </p:contentPart>
        </mc:Choice>
        <mc:Fallback xmlns="">
          <p:pic>
            <p:nvPicPr>
              <p:cNvPr id="2" name="墨迹 1">
                <a:extLst>
                  <a:ext uri="{FF2B5EF4-FFF2-40B4-BE49-F238E27FC236}">
                    <a16:creationId xmlns:a16="http://schemas.microsoft.com/office/drawing/2014/main" id="{293576E2-FA52-897F-0434-F8C4A88E1943}"/>
                  </a:ext>
                </a:extLst>
              </p:cNvPr>
              <p:cNvPicPr/>
              <p:nvPr/>
            </p:nvPicPr>
            <p:blipFill>
              <a:blip r:embed="rId3"/>
              <a:stretch>
                <a:fillRect/>
              </a:stretch>
            </p:blipFill>
            <p:spPr>
              <a:xfrm>
                <a:off x="3849280" y="807600"/>
                <a:ext cx="36000" cy="3600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5026"/>
                                        </p:tgtEl>
                                        <p:attrNameLst>
                                          <p:attrName>style.visibility</p:attrName>
                                        </p:attrNameLst>
                                      </p:cBhvr>
                                      <p:to>
                                        <p:strVal val="visible"/>
                                      </p:to>
                                    </p:set>
                                    <p:anim calcmode="lin" valueType="num">
                                      <p:cBhvr additive="base">
                                        <p:cTn id="7" dur="500" fill="hold"/>
                                        <p:tgtEl>
                                          <p:spTgt spid="385026"/>
                                        </p:tgtEl>
                                        <p:attrNameLst>
                                          <p:attrName>ppt_x</p:attrName>
                                        </p:attrNameLst>
                                      </p:cBhvr>
                                      <p:tavLst>
                                        <p:tav tm="0">
                                          <p:val>
                                            <p:strVal val="#ppt_x"/>
                                          </p:val>
                                        </p:tav>
                                        <p:tav tm="100000">
                                          <p:val>
                                            <p:strVal val="#ppt_x"/>
                                          </p:val>
                                        </p:tav>
                                      </p:tavLst>
                                    </p:anim>
                                    <p:anim calcmode="lin" valueType="num">
                                      <p:cBhvr additive="base">
                                        <p:cTn id="8" dur="500" fill="hold"/>
                                        <p:tgtEl>
                                          <p:spTgt spid="385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85040"/>
                                        </p:tgtEl>
                                        <p:attrNameLst>
                                          <p:attrName>style.visibility</p:attrName>
                                        </p:attrNameLst>
                                      </p:cBhvr>
                                      <p:to>
                                        <p:strVal val="visible"/>
                                      </p:to>
                                    </p:set>
                                    <p:anim calcmode="lin" valueType="num">
                                      <p:cBhvr additive="base">
                                        <p:cTn id="13" dur="500" fill="hold"/>
                                        <p:tgtEl>
                                          <p:spTgt spid="385040"/>
                                        </p:tgtEl>
                                        <p:attrNameLst>
                                          <p:attrName>ppt_x</p:attrName>
                                        </p:attrNameLst>
                                      </p:cBhvr>
                                      <p:tavLst>
                                        <p:tav tm="0">
                                          <p:val>
                                            <p:strVal val="#ppt_x"/>
                                          </p:val>
                                        </p:tav>
                                        <p:tav tm="100000">
                                          <p:val>
                                            <p:strVal val="#ppt_x"/>
                                          </p:val>
                                        </p:tav>
                                      </p:tavLst>
                                    </p:anim>
                                    <p:anim calcmode="lin" valueType="num">
                                      <p:cBhvr additive="base">
                                        <p:cTn id="14" dur="500" fill="hold"/>
                                        <p:tgtEl>
                                          <p:spTgt spid="3850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5026" grpId="0"/>
      <p:bldP spid="385040"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Text Box 2"/>
          <p:cNvSpPr txBox="1"/>
          <p:nvPr/>
        </p:nvSpPr>
        <p:spPr>
          <a:xfrm>
            <a:off x="684213" y="1268413"/>
            <a:ext cx="7632700" cy="2301875"/>
          </a:xfrm>
          <a:prstGeom prst="rect">
            <a:avLst/>
          </a:prstGeom>
          <a:noFill/>
          <a:ln w="9525">
            <a:noFill/>
          </a:ln>
        </p:spPr>
        <p:txBody>
          <a:bodyPr anchor="t" anchorCtr="0">
            <a:spAutoFit/>
          </a:bodyPr>
          <a:lstStyle/>
          <a:p>
            <a:pPr>
              <a:lnSpc>
                <a:spcPct val="140000"/>
              </a:lnSpc>
            </a:pPr>
            <a:r>
              <a:rPr lang="zh-CN" altLang="en-US" sz="2400" b="1" dirty="0">
                <a:latin typeface="Times New Roman" panose="02020603050405020304" pitchFamily="18" charset="0"/>
                <a:ea typeface="宋体" panose="02010600030101010101" pitchFamily="2" charset="-122"/>
              </a:rPr>
              <a:t>只要一旦确认转换结束</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便可通过指令进行数据传送。</a:t>
            </a:r>
          </a:p>
          <a:p>
            <a:pPr>
              <a:lnSpc>
                <a:spcPct val="140000"/>
              </a:lnSpc>
            </a:pPr>
            <a:endParaRPr lang="zh-CN" altLang="en-US" sz="2400" b="1" dirty="0">
              <a:latin typeface="Times New Roman" panose="02020603050405020304" pitchFamily="18" charset="0"/>
              <a:ea typeface="宋体" panose="02010600030101010101" pitchFamily="2" charset="-122"/>
            </a:endParaRPr>
          </a:p>
          <a:p>
            <a:r>
              <a:rPr lang="en-US" altLang="zh-CN" sz="2400" b="1" dirty="0">
                <a:latin typeface="Times New Roman" panose="02020603050405020304" pitchFamily="18" charset="0"/>
                <a:ea typeface="宋体" panose="02010600030101010101" pitchFamily="2" charset="-122"/>
              </a:rPr>
              <a:t>C51:</a:t>
            </a:r>
          </a:p>
          <a:p>
            <a:r>
              <a:rPr lang="en-US" altLang="zh-CN" sz="2400" b="1" dirty="0">
                <a:latin typeface="Times New Roman" panose="02020603050405020304" pitchFamily="18" charset="0"/>
                <a:ea typeface="宋体" panose="02010600030101010101" pitchFamily="2" charset="-122"/>
              </a:rPr>
              <a:t>            a=XBYTE[0xfef8]; </a:t>
            </a:r>
          </a:p>
          <a:p>
            <a:pPr>
              <a:spcBef>
                <a:spcPct val="50000"/>
              </a:spcBef>
            </a:pPr>
            <a:endParaRPr lang="en-US" altLang="zh-CN" dirty="0">
              <a:latin typeface="Times New Roman" panose="02020603050405020304" pitchFamily="18" charset="0"/>
              <a:ea typeface="宋体" panose="02010600030101010101" pitchFamily="2" charset="-122"/>
            </a:endParaRPr>
          </a:p>
        </p:txBody>
      </p:sp>
      <p:sp>
        <p:nvSpPr>
          <p:cNvPr id="386051" name="Rectangle 3"/>
          <p:cNvSpPr/>
          <p:nvPr/>
        </p:nvSpPr>
        <p:spPr>
          <a:xfrm>
            <a:off x="395288" y="3789363"/>
            <a:ext cx="8534400" cy="647700"/>
          </a:xfrm>
          <a:prstGeom prst="rect">
            <a:avLst/>
          </a:prstGeom>
          <a:noFill/>
          <a:ln w="9525">
            <a:noFill/>
          </a:ln>
        </p:spPr>
        <p:txBody>
          <a:bodyPr anchor="t" anchorCtr="0"/>
          <a:lstStyle/>
          <a:p>
            <a:pPr marL="342900" indent="-342900" algn="just">
              <a:lnSpc>
                <a:spcPct val="130000"/>
              </a:lnSpc>
              <a:spcBef>
                <a:spcPct val="20000"/>
              </a:spcBef>
            </a:pPr>
            <a:r>
              <a:rPr lang="en-US" altLang="zh-CN" sz="2400" b="1" dirty="0">
                <a:solidFill>
                  <a:schemeClr val="accent2"/>
                </a:solidFill>
                <a:latin typeface="Times New Roman" panose="02020603050405020304" pitchFamily="18" charset="0"/>
                <a:ea typeface="宋体" panose="02010600030101010101" pitchFamily="2" charset="-122"/>
              </a:rPr>
              <a:t>       2)  </a:t>
            </a:r>
            <a:r>
              <a:rPr lang="zh-CN" altLang="en-US" sz="2400" b="1" dirty="0">
                <a:solidFill>
                  <a:schemeClr val="accent2"/>
                </a:solidFill>
                <a:latin typeface="Times New Roman" panose="02020603050405020304" pitchFamily="18" charset="0"/>
                <a:ea typeface="宋体" panose="02010600030101010101" pitchFamily="2" charset="-122"/>
              </a:rPr>
              <a:t>查询方式</a:t>
            </a:r>
            <a:r>
              <a:rPr lang="en-US" altLang="zh-CN" sz="2400" b="1" dirty="0">
                <a:solidFill>
                  <a:schemeClr val="accent2"/>
                </a:solidFill>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根据</a:t>
            </a:r>
            <a:r>
              <a:rPr lang="en-US" altLang="zh-CN" sz="2400" b="1" dirty="0">
                <a:solidFill>
                  <a:srgbClr val="FF3300"/>
                </a:solidFill>
                <a:latin typeface="Times New Roman" panose="02020603050405020304" pitchFamily="18" charset="0"/>
                <a:ea typeface="宋体" panose="02010600030101010101" pitchFamily="2" charset="-122"/>
              </a:rPr>
              <a:t>EOC</a:t>
            </a:r>
            <a:r>
              <a:rPr lang="zh-CN" altLang="en-US" sz="2400" b="1" dirty="0">
                <a:latin typeface="Times New Roman" panose="02020603050405020304" pitchFamily="18" charset="0"/>
                <a:ea typeface="宋体" panose="02010600030101010101" pitchFamily="2" charset="-122"/>
              </a:rPr>
              <a:t>端信号检测转换是否完成。</a:t>
            </a:r>
          </a:p>
          <a:p>
            <a:pPr marL="342900" indent="-342900" algn="just">
              <a:lnSpc>
                <a:spcPct val="130000"/>
              </a:lnSpc>
              <a:spcBef>
                <a:spcPct val="2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3)  </a:t>
            </a:r>
            <a:r>
              <a:rPr lang="zh-CN" altLang="en-US" sz="2400" b="1" dirty="0">
                <a:latin typeface="Times New Roman" panose="02020603050405020304" pitchFamily="18" charset="0"/>
                <a:ea typeface="宋体" panose="02010600030101010101" pitchFamily="2" charset="-122"/>
              </a:rPr>
              <a:t>中断方式：</a:t>
            </a:r>
          </a:p>
        </p:txBody>
      </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86050"/>
                                        </p:tgtEl>
                                        <p:attrNameLst>
                                          <p:attrName>style.visibility</p:attrName>
                                        </p:attrNameLst>
                                      </p:cBhvr>
                                      <p:to>
                                        <p:strVal val="visible"/>
                                      </p:to>
                                    </p:set>
                                    <p:animEffect transition="in" filter="diamond(in)">
                                      <p:cBhvr>
                                        <p:cTn id="7" dur="2000"/>
                                        <p:tgtEl>
                                          <p:spTgt spid="386050"/>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86051"/>
                                        </p:tgtEl>
                                        <p:attrNameLst>
                                          <p:attrName>style.visibility</p:attrName>
                                        </p:attrNameLst>
                                      </p:cBhvr>
                                      <p:to>
                                        <p:strVal val="visible"/>
                                      </p:to>
                                    </p:set>
                                    <p:animEffect transition="in" filter="slide(fromBottom)">
                                      <p:cBhvr>
                                        <p:cTn id="12" dur="500"/>
                                        <p:tgtEl>
                                          <p:spTgt spid="386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0" grpId="0"/>
      <p:bldP spid="386051"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3"/>
          <p:cNvSpPr>
            <a:spLocks noGrp="1"/>
          </p:cNvSpPr>
          <p:nvPr>
            <p:ph idx="4294967295"/>
          </p:nvPr>
        </p:nvSpPr>
        <p:spPr>
          <a:xfrm>
            <a:off x="0" y="981075"/>
            <a:ext cx="8177213" cy="609600"/>
          </a:xfrm>
        </p:spPr>
        <p:txBody>
          <a:bodyPr vert="horz" wrap="square" lIns="91440" tIns="45720" rIns="91440" bIns="45720" anchor="t" anchorCtr="0"/>
          <a:lstStyle/>
          <a:p>
            <a:pPr algn="ctr" eaLnBrk="1" hangingPunct="1">
              <a:lnSpc>
                <a:spcPct val="120000"/>
              </a:lnSpc>
              <a:buNone/>
            </a:pPr>
            <a:r>
              <a:rPr lang="en-US" altLang="zh-CN" sz="2800" b="1" dirty="0">
                <a:solidFill>
                  <a:schemeClr val="accent2"/>
                </a:solidFill>
              </a:rPr>
              <a:t>10.4.2   ADC0808(0809)</a:t>
            </a:r>
            <a:r>
              <a:rPr lang="zh-CN" altLang="en-US" sz="2800" b="1" dirty="0">
                <a:solidFill>
                  <a:schemeClr val="accent2"/>
                </a:solidFill>
              </a:rPr>
              <a:t>与单片机的接口及编程</a:t>
            </a:r>
          </a:p>
        </p:txBody>
      </p:sp>
      <p:sp>
        <p:nvSpPr>
          <p:cNvPr id="88066" name="Rectangle 6"/>
          <p:cNvSpPr/>
          <p:nvPr/>
        </p:nvSpPr>
        <p:spPr>
          <a:xfrm>
            <a:off x="2709863" y="2295525"/>
            <a:ext cx="9144000" cy="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sp>
        <p:nvSpPr>
          <p:cNvPr id="88067" name="Text Box 10"/>
          <p:cNvSpPr txBox="1"/>
          <p:nvPr/>
        </p:nvSpPr>
        <p:spPr>
          <a:xfrm>
            <a:off x="539750" y="1844675"/>
            <a:ext cx="5832475" cy="1091565"/>
          </a:xfrm>
          <a:prstGeom prst="rect">
            <a:avLst/>
          </a:prstGeom>
          <a:noFill/>
          <a:ln w="9525">
            <a:noFill/>
          </a:ln>
        </p:spPr>
        <p:txBody>
          <a:bodyPr anchor="t" anchorCtr="0">
            <a:spAutoFit/>
          </a:bodyPr>
          <a:lstStyle/>
          <a:p>
            <a:pPr>
              <a:spcBef>
                <a:spcPct val="50000"/>
              </a:spcBef>
            </a:pPr>
            <a:r>
              <a:rPr lang="en-US" altLang="zh-CN" sz="2600" b="1" dirty="0">
                <a:latin typeface="Times New Roman" panose="02020603050405020304" pitchFamily="18" charset="0"/>
                <a:ea typeface="宋体" panose="02010600030101010101" pitchFamily="2" charset="-122"/>
              </a:rPr>
              <a:t>1</a:t>
            </a:r>
            <a:r>
              <a:rPr lang="zh-CN" altLang="en-US" sz="2600" b="1" dirty="0">
                <a:latin typeface="Times New Roman" panose="02020603050405020304" pitchFamily="18" charset="0"/>
                <a:ea typeface="宋体" panose="02010600030101010101" pitchFamily="2" charset="-122"/>
              </a:rPr>
              <a:t>） 基于地址的编程方法</a:t>
            </a:r>
          </a:p>
          <a:p>
            <a:pPr>
              <a:spcBef>
                <a:spcPct val="50000"/>
              </a:spcBef>
            </a:pPr>
            <a:r>
              <a:rPr lang="en-US" altLang="zh-CN" sz="2600" b="1" dirty="0">
                <a:latin typeface="Times New Roman" panose="02020603050405020304" pitchFamily="18" charset="0"/>
                <a:ea typeface="宋体" panose="02010600030101010101" pitchFamily="2" charset="-122"/>
              </a:rPr>
              <a:t>2</a:t>
            </a:r>
            <a:r>
              <a:rPr lang="zh-CN" altLang="en-US" sz="2600" b="1" dirty="0">
                <a:latin typeface="Times New Roman" panose="02020603050405020304" pitchFamily="18" charset="0"/>
                <a:ea typeface="宋体" panose="02010600030101010101" pitchFamily="2" charset="-122"/>
              </a:rPr>
              <a:t>） 基于时序的编程方法</a:t>
            </a:r>
          </a:p>
        </p:txBody>
      </p:sp>
    </p:spTree>
  </p:cSld>
  <p:clrMapOvr>
    <a:masterClrMapping/>
  </p:clrMapOvr>
  <p:transition spd="med">
    <p:zo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3"/>
          <p:cNvSpPr/>
          <p:nvPr/>
        </p:nvSpPr>
        <p:spPr>
          <a:xfrm>
            <a:off x="2709863" y="2295525"/>
            <a:ext cx="9144000" cy="398780"/>
          </a:xfrm>
          <a:prstGeom prst="rect">
            <a:avLst/>
          </a:prstGeom>
          <a:noFill/>
          <a:ln w="9525">
            <a:noFill/>
          </a:ln>
        </p:spPr>
        <p:txBody>
          <a:bodyPr anchor="t" anchorCtr="0">
            <a:spAutoFit/>
          </a:bodyPr>
          <a:lstStyle/>
          <a:p>
            <a:endParaRPr lang="zh-CN" altLang="en-US" dirty="0">
              <a:latin typeface="Times New Roman" panose="02020603050405020304" pitchFamily="18" charset="0"/>
              <a:ea typeface="宋体" panose="02010600030101010101" pitchFamily="2" charset="-122"/>
            </a:endParaRPr>
          </a:p>
        </p:txBody>
      </p:sp>
      <p:sp>
        <p:nvSpPr>
          <p:cNvPr id="89090" name="Rectangle 4"/>
          <p:cNvSpPr/>
          <p:nvPr/>
        </p:nvSpPr>
        <p:spPr>
          <a:xfrm>
            <a:off x="1143000" y="6172200"/>
            <a:ext cx="6858000" cy="460375"/>
          </a:xfrm>
          <a:prstGeom prst="rect">
            <a:avLst/>
          </a:prstGeom>
          <a:noFill/>
          <a:ln w="9525">
            <a:noFill/>
          </a:ln>
        </p:spPr>
        <p:txBody>
          <a:bodyPr anchor="t" anchorCtr="0">
            <a:spAutoFit/>
          </a:bodyPr>
          <a:lstStyle/>
          <a:p>
            <a:r>
              <a:rPr lang="zh-CN" altLang="en-US" sz="2400" b="1" dirty="0">
                <a:latin typeface="Times New Roman" panose="02020603050405020304" pitchFamily="18" charset="0"/>
                <a:ea typeface="黑体" panose="02010609060101010101" pitchFamily="49" charset="-122"/>
              </a:rPr>
              <a:t>图</a:t>
            </a:r>
            <a:r>
              <a:rPr lang="en-US" altLang="zh-CN" sz="2400" b="1" dirty="0">
                <a:latin typeface="Times New Roman" panose="02020603050405020304" pitchFamily="18" charset="0"/>
                <a:ea typeface="黑体" panose="02010609060101010101" pitchFamily="49" charset="-122"/>
              </a:rPr>
              <a:t>10-17 89C51</a:t>
            </a:r>
            <a:r>
              <a:rPr lang="zh-CN" altLang="en-US" sz="2400" b="1" dirty="0">
                <a:latin typeface="Times New Roman" panose="02020603050405020304" pitchFamily="18" charset="0"/>
                <a:ea typeface="黑体" panose="02010609060101010101" pitchFamily="49" charset="-122"/>
              </a:rPr>
              <a:t>单片机与</a:t>
            </a:r>
            <a:r>
              <a:rPr lang="en-US" altLang="zh-CN" sz="2400" b="1" dirty="0">
                <a:latin typeface="Times New Roman" panose="02020603050405020304" pitchFamily="18" charset="0"/>
                <a:ea typeface="黑体" panose="02010609060101010101" pitchFamily="49" charset="-122"/>
              </a:rPr>
              <a:t>ADC0809</a:t>
            </a:r>
            <a:r>
              <a:rPr lang="zh-CN" altLang="en-US" sz="2400" b="1" dirty="0">
                <a:latin typeface="Times New Roman" panose="02020603050405020304" pitchFamily="18" charset="0"/>
                <a:ea typeface="黑体" panose="02010609060101010101" pitchFamily="49" charset="-122"/>
              </a:rPr>
              <a:t>的接口电路</a:t>
            </a:r>
            <a:r>
              <a:rPr lang="zh-CN" altLang="en-US" sz="2400" b="1" dirty="0">
                <a:latin typeface="Times New Roman" panose="02020603050405020304" pitchFamily="18" charset="0"/>
                <a:ea typeface="宋体" panose="02010600030101010101" pitchFamily="2" charset="-122"/>
              </a:rPr>
              <a:t> </a:t>
            </a:r>
          </a:p>
        </p:txBody>
      </p:sp>
      <p:pic>
        <p:nvPicPr>
          <p:cNvPr id="89091" name="Picture 5" descr="11T17"/>
          <p:cNvPicPr>
            <a:picLocks noChangeAspect="1"/>
          </p:cNvPicPr>
          <p:nvPr/>
        </p:nvPicPr>
        <p:blipFill>
          <a:blip r:embed="rId2"/>
          <a:stretch>
            <a:fillRect/>
          </a:stretch>
        </p:blipFill>
        <p:spPr>
          <a:xfrm>
            <a:off x="1042988" y="1052513"/>
            <a:ext cx="7129462" cy="4821237"/>
          </a:xfrm>
          <a:prstGeom prst="rect">
            <a:avLst/>
          </a:prstGeom>
          <a:noFill/>
          <a:ln w="9525">
            <a:noFill/>
          </a:ln>
        </p:spPr>
      </p:pic>
      <p:sp>
        <p:nvSpPr>
          <p:cNvPr id="89092" name="Text Box 7"/>
          <p:cNvSpPr txBox="1"/>
          <p:nvPr/>
        </p:nvSpPr>
        <p:spPr>
          <a:xfrm>
            <a:off x="250825" y="620713"/>
            <a:ext cx="5003800" cy="460375"/>
          </a:xfrm>
          <a:prstGeom prst="rect">
            <a:avLst/>
          </a:prstGeom>
          <a:noFill/>
          <a:ln w="9525">
            <a:noFill/>
          </a:ln>
        </p:spPr>
        <p:txBody>
          <a:bodyPr anchor="t" anchorCtr="0">
            <a:spAutoFit/>
          </a:bodyPr>
          <a:lstStyle/>
          <a:p>
            <a:pPr>
              <a:spcBef>
                <a:spcPct val="50000"/>
              </a:spcBef>
            </a:pPr>
            <a:r>
              <a:rPr lang="zh-CN" altLang="en-US" sz="2400" b="1" dirty="0">
                <a:latin typeface="Times New Roman" panose="02020603050405020304" pitchFamily="18" charset="0"/>
                <a:ea typeface="宋体" panose="02010600030101010101" pitchFamily="2" charset="-122"/>
              </a:rPr>
              <a:t>（</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 基于地址的编程方法</a:t>
            </a:r>
          </a:p>
        </p:txBody>
      </p:sp>
      <mc:AlternateContent xmlns:mc="http://schemas.openxmlformats.org/markup-compatibility/2006" xmlns:p14="http://schemas.microsoft.com/office/powerpoint/2010/main">
        <mc:Choice Requires="p14">
          <p:contentPart p14:bwMode="auto" r:id="rId3">
            <p14:nvContentPartPr>
              <p14:cNvPr id="27" name="墨迹 26">
                <a:extLst>
                  <a:ext uri="{FF2B5EF4-FFF2-40B4-BE49-F238E27FC236}">
                    <a16:creationId xmlns:a16="http://schemas.microsoft.com/office/drawing/2014/main" id="{505DAD2D-E3C9-9518-2B69-6ECC17374ABA}"/>
                  </a:ext>
                </a:extLst>
              </p14:cNvPr>
              <p14:cNvContentPartPr/>
              <p14:nvPr/>
            </p14:nvContentPartPr>
            <p14:xfrm>
              <a:off x="158400" y="303600"/>
              <a:ext cx="716040" cy="865440"/>
            </p14:xfrm>
          </p:contentPart>
        </mc:Choice>
        <mc:Fallback xmlns="">
          <p:pic>
            <p:nvPicPr>
              <p:cNvPr id="27" name="墨迹 26">
                <a:extLst>
                  <a:ext uri="{FF2B5EF4-FFF2-40B4-BE49-F238E27FC236}">
                    <a16:creationId xmlns:a16="http://schemas.microsoft.com/office/drawing/2014/main" id="{505DAD2D-E3C9-9518-2B69-6ECC17374ABA}"/>
                  </a:ext>
                </a:extLst>
              </p:cNvPr>
              <p:cNvPicPr/>
              <p:nvPr/>
            </p:nvPicPr>
            <p:blipFill>
              <a:blip r:embed="rId38"/>
              <a:stretch>
                <a:fillRect/>
              </a:stretch>
            </p:blipFill>
            <p:spPr>
              <a:xfrm>
                <a:off x="140400" y="285960"/>
                <a:ext cx="751680" cy="901080"/>
              </a:xfrm>
              <a:prstGeom prst="rect">
                <a:avLst/>
              </a:prstGeom>
            </p:spPr>
          </p:pic>
        </mc:Fallback>
      </mc:AlternateContent>
    </p:spTree>
  </p:cSld>
  <p:clrMapOvr>
    <a:masterClrMapping/>
  </p:clrMapOvr>
  <p:transition spd="med">
    <p:zo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文本框 2"/>
          <p:cNvSpPr txBox="1"/>
          <p:nvPr/>
        </p:nvSpPr>
        <p:spPr>
          <a:xfrm>
            <a:off x="683568" y="787958"/>
            <a:ext cx="5824538" cy="460375"/>
          </a:xfrm>
          <a:prstGeom prst="rect">
            <a:avLst/>
          </a:prstGeom>
          <a:noFill/>
          <a:ln w="9525">
            <a:noFill/>
          </a:ln>
        </p:spPr>
        <p:txBody>
          <a:bodyPr wrap="square" anchor="t" anchorCtr="0">
            <a:spAutoFit/>
          </a:bodyPr>
          <a:lstStyle/>
          <a:p>
            <a:r>
              <a:rPr lang="zh-CN" altLang="en-US" sz="2400" b="1" dirty="0">
                <a:solidFill>
                  <a:srgbClr val="0A0AFF"/>
                </a:solidFill>
                <a:latin typeface="Times New Roman" panose="02020603050405020304" pitchFamily="18" charset="0"/>
                <a:ea typeface="宋体" panose="02010600030101010101" pitchFamily="2" charset="-122"/>
              </a:rPr>
              <a:t>假设没有用的地址线为高电平</a:t>
            </a:r>
            <a:r>
              <a:rPr lang="en-US" altLang="zh-CN" sz="2400" b="1" dirty="0">
                <a:solidFill>
                  <a:srgbClr val="0A0AFF"/>
                </a:solidFill>
                <a:latin typeface="Times New Roman" panose="02020603050405020304" pitchFamily="18" charset="0"/>
                <a:ea typeface="宋体" panose="02010600030101010101" pitchFamily="2" charset="-122"/>
              </a:rPr>
              <a:t>1:</a:t>
            </a:r>
          </a:p>
        </p:txBody>
      </p:sp>
      <p:pic>
        <p:nvPicPr>
          <p:cNvPr id="2" name="图片 1"/>
          <p:cNvPicPr>
            <a:picLocks noChangeAspect="1"/>
          </p:cNvPicPr>
          <p:nvPr/>
        </p:nvPicPr>
        <p:blipFill>
          <a:blip r:embed="rId2"/>
          <a:stretch>
            <a:fillRect/>
          </a:stretch>
        </p:blipFill>
        <p:spPr>
          <a:xfrm>
            <a:off x="323528" y="1772816"/>
            <a:ext cx="8340725" cy="3571240"/>
          </a:xfrm>
          <a:prstGeom prst="rect">
            <a:avLst/>
          </a:prstGeom>
        </p:spPr>
      </p:pic>
      <mc:AlternateContent xmlns:mc="http://schemas.openxmlformats.org/markup-compatibility/2006" xmlns:p14="http://schemas.microsoft.com/office/powerpoint/2010/main">
        <mc:Choice Requires="p14">
          <p:contentPart p14:bwMode="auto" r:id="rId3">
            <p14:nvContentPartPr>
              <p14:cNvPr id="27" name="墨迹 26">
                <a:extLst>
                  <a:ext uri="{FF2B5EF4-FFF2-40B4-BE49-F238E27FC236}">
                    <a16:creationId xmlns:a16="http://schemas.microsoft.com/office/drawing/2014/main" id="{6248803B-69B0-A3C6-8CAE-D795753CE671}"/>
                  </a:ext>
                </a:extLst>
              </p14:cNvPr>
              <p14:cNvContentPartPr/>
              <p14:nvPr/>
            </p14:nvContentPartPr>
            <p14:xfrm>
              <a:off x="2165200" y="2361720"/>
              <a:ext cx="360" cy="360"/>
            </p14:xfrm>
          </p:contentPart>
        </mc:Choice>
        <mc:Fallback xmlns="">
          <p:pic>
            <p:nvPicPr>
              <p:cNvPr id="27" name="墨迹 26">
                <a:extLst>
                  <a:ext uri="{FF2B5EF4-FFF2-40B4-BE49-F238E27FC236}">
                    <a16:creationId xmlns:a16="http://schemas.microsoft.com/office/drawing/2014/main" id="{6248803B-69B0-A3C6-8CAE-D795753CE671}"/>
                  </a:ext>
                </a:extLst>
              </p:cNvPr>
              <p:cNvPicPr/>
              <p:nvPr/>
            </p:nvPicPr>
            <p:blipFill>
              <a:blip r:embed="rId4"/>
              <a:stretch>
                <a:fillRect/>
              </a:stretch>
            </p:blipFill>
            <p:spPr>
              <a:xfrm>
                <a:off x="2147200" y="2343720"/>
                <a:ext cx="36000" cy="36000"/>
              </a:xfrm>
              <a:prstGeom prst="rect">
                <a:avLst/>
              </a:prstGeom>
            </p:spPr>
          </p:pic>
        </mc:Fallback>
      </mc:AlternateContent>
    </p:spTree>
  </p:cSld>
  <p:clrMapOvr>
    <a:masterClrMapping/>
  </p:clrMapOvr>
  <p:transition spd="med">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Text Box 2"/>
          <p:cNvSpPr txBox="1"/>
          <p:nvPr/>
        </p:nvSpPr>
        <p:spPr>
          <a:xfrm>
            <a:off x="287020" y="908685"/>
            <a:ext cx="8226425" cy="1050290"/>
          </a:xfrm>
          <a:prstGeom prst="rect">
            <a:avLst/>
          </a:prstGeom>
          <a:noFill/>
          <a:ln w="9525">
            <a:noFill/>
          </a:ln>
        </p:spPr>
        <p:txBody>
          <a:bodyPr wrap="square" anchor="t" anchorCtr="0">
            <a:spAutoFit/>
          </a:bodyPr>
          <a:lstStyle/>
          <a:p>
            <a:pPr algn="just">
              <a:lnSpc>
                <a:spcPct val="130000"/>
              </a:lnSpc>
              <a:spcBef>
                <a:spcPct val="20000"/>
              </a:spcBef>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启动</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转换的方法</a:t>
            </a: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只需使用</a:t>
            </a:r>
            <a:r>
              <a:rPr lang="en-US" altLang="zh-CN" sz="2400" b="1" dirty="0">
                <a:latin typeface="Times New Roman" panose="02020603050405020304" pitchFamily="18" charset="0"/>
                <a:ea typeface="宋体" panose="02010600030101010101" pitchFamily="2" charset="-122"/>
              </a:rPr>
              <a:t>1</a:t>
            </a:r>
            <a:r>
              <a:rPr lang="zh-CN" altLang="en-US" sz="2400" b="1" dirty="0">
                <a:latin typeface="Times New Roman" panose="02020603050405020304" pitchFamily="18" charset="0"/>
                <a:ea typeface="宋体" panose="02010600030101010101" pitchFamily="2" charset="-122"/>
              </a:rPr>
              <a:t>条</a:t>
            </a:r>
            <a:r>
              <a:rPr lang="en-US" altLang="zh-CN" sz="2400" b="1" dirty="0">
                <a:solidFill>
                  <a:srgbClr val="FF3300"/>
                </a:solidFill>
                <a:latin typeface="Times New Roman" panose="02020603050405020304" pitchFamily="18" charset="0"/>
                <a:ea typeface="宋体" panose="02010600030101010101" pitchFamily="2" charset="-122"/>
              </a:rPr>
              <a:t>MOVX</a:t>
            </a:r>
            <a:r>
              <a:rPr lang="zh-CN" altLang="en-US" sz="2400" b="1" dirty="0">
                <a:latin typeface="Times New Roman" panose="02020603050405020304" pitchFamily="18" charset="0"/>
                <a:ea typeface="宋体" panose="02010600030101010101" pitchFamily="2" charset="-122"/>
              </a:rPr>
              <a:t>指令。但是必须告诉</a:t>
            </a:r>
            <a:r>
              <a:rPr lang="en-US" altLang="zh-CN" sz="2400" b="1" dirty="0">
                <a:latin typeface="Times New Roman" panose="02020603050405020304" pitchFamily="18" charset="0"/>
                <a:ea typeface="宋体" panose="02010600030101010101" pitchFamily="2" charset="-122"/>
              </a:rPr>
              <a:t>CPU</a:t>
            </a:r>
            <a:r>
              <a:rPr lang="zh-CN" altLang="en-US" sz="2400" b="1" dirty="0">
                <a:latin typeface="Times New Roman" panose="02020603050405020304" pitchFamily="18" charset="0"/>
                <a:ea typeface="宋体" panose="02010600030101010101" pitchFamily="2" charset="-122"/>
              </a:rPr>
              <a:t>对</a:t>
            </a:r>
            <a:r>
              <a:rPr lang="zh-CN" altLang="en-US" sz="2400" b="1" dirty="0">
                <a:solidFill>
                  <a:srgbClr val="FF3300"/>
                </a:solidFill>
                <a:latin typeface="Times New Roman" panose="02020603050405020304" pitchFamily="18" charset="0"/>
                <a:ea typeface="宋体" panose="02010600030101010101" pitchFamily="2" charset="-122"/>
              </a:rPr>
              <a:t>哪一个通道</a:t>
            </a:r>
            <a:r>
              <a:rPr lang="zh-CN" altLang="en-US" sz="2400" b="1" dirty="0">
                <a:latin typeface="Times New Roman" panose="02020603050405020304" pitchFamily="18" charset="0"/>
                <a:ea typeface="宋体" panose="02010600030101010101" pitchFamily="2" charset="-122"/>
              </a:rPr>
              <a:t>进行转换。        </a:t>
            </a:r>
          </a:p>
        </p:txBody>
      </p:sp>
      <p:sp>
        <p:nvSpPr>
          <p:cNvPr id="382979" name="Text Box 3"/>
          <p:cNvSpPr txBox="1"/>
          <p:nvPr/>
        </p:nvSpPr>
        <p:spPr>
          <a:xfrm>
            <a:off x="323850" y="1700213"/>
            <a:ext cx="8153400" cy="2784475"/>
          </a:xfrm>
          <a:prstGeom prst="rect">
            <a:avLst/>
          </a:prstGeom>
          <a:noFill/>
          <a:ln w="9525">
            <a:noFill/>
          </a:ln>
        </p:spPr>
        <p:txBody>
          <a:bodyPr anchor="t" anchorCtr="0">
            <a:spAutoFit/>
          </a:bodyPr>
          <a:lstStyle/>
          <a:p>
            <a:pPr algn="just">
              <a:lnSpc>
                <a:spcPct val="130000"/>
              </a:lnSpc>
              <a:spcBef>
                <a:spcPct val="20000"/>
              </a:spcBef>
            </a:pPr>
            <a:r>
              <a:rPr lang="en-US" altLang="zh-CN" sz="2400" b="1" dirty="0">
                <a:latin typeface="Times New Roman" panose="02020603050405020304" pitchFamily="18" charset="0"/>
                <a:ea typeface="宋体" panose="02010600030101010101" pitchFamily="2" charset="-122"/>
              </a:rPr>
              <a:t>    </a:t>
            </a:r>
          </a:p>
          <a:p>
            <a:pPr algn="just">
              <a:lnSpc>
                <a:spcPct val="130000"/>
              </a:lnSpc>
              <a:spcBef>
                <a:spcPct val="20000"/>
              </a:spcBef>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若选择</a:t>
            </a:r>
            <a:r>
              <a:rPr lang="en-US" altLang="zh-CN" sz="2400" b="1" dirty="0">
                <a:latin typeface="Times New Roman" panose="02020603050405020304" pitchFamily="18" charset="0"/>
                <a:ea typeface="宋体" panose="02010600030101010101" pitchFamily="2" charset="-122"/>
              </a:rPr>
              <a:t>IN0</a:t>
            </a:r>
            <a:r>
              <a:rPr lang="zh-CN" altLang="en-US" sz="2400" b="1" dirty="0">
                <a:latin typeface="Times New Roman" panose="02020603050405020304" pitchFamily="18" charset="0"/>
                <a:ea typeface="宋体" panose="02010600030101010101" pitchFamily="2" charset="-122"/>
              </a:rPr>
              <a:t>通道时，启动</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转换方法：</a:t>
            </a:r>
          </a:p>
          <a:p>
            <a:pPr algn="just">
              <a:lnSpc>
                <a:spcPct val="130000"/>
              </a:lnSpc>
              <a:spcBef>
                <a:spcPct val="20000"/>
              </a:spcBef>
            </a:pPr>
            <a:r>
              <a:rPr lang="zh-CN" altLang="en-US" sz="2400" b="1" dirty="0">
                <a:solidFill>
                  <a:srgbClr val="FF3300"/>
                </a:solidFill>
                <a:latin typeface="Times New Roman" panose="02020603050405020304" pitchFamily="18" charset="0"/>
                <a:ea typeface="宋体" panose="02010600030101010101" pitchFamily="2" charset="-122"/>
              </a:rPr>
              <a:t>             </a:t>
            </a:r>
            <a:r>
              <a:rPr lang="en-US" altLang="zh-CN" sz="2400" b="1" dirty="0">
                <a:solidFill>
                  <a:srgbClr val="FF3300"/>
                </a:solidFill>
                <a:latin typeface="Times New Roman" panose="02020603050405020304" pitchFamily="18" charset="0"/>
                <a:ea typeface="宋体" panose="02010600030101010101" pitchFamily="2" charset="-122"/>
              </a:rPr>
              <a:t>MOV     DPTR,</a:t>
            </a:r>
            <a:r>
              <a:rPr lang="zh-CN" altLang="en-US" sz="2400" b="1" dirty="0">
                <a:solidFill>
                  <a:srgbClr val="FF3300"/>
                </a:solidFill>
                <a:latin typeface="Times New Roman" panose="02020603050405020304" pitchFamily="18" charset="0"/>
                <a:ea typeface="宋体" panose="02010600030101010101" pitchFamily="2" charset="-122"/>
              </a:rPr>
              <a:t>＃</a:t>
            </a:r>
            <a:r>
              <a:rPr lang="en-US" altLang="zh-CN" sz="2400" b="1" dirty="0">
                <a:solidFill>
                  <a:srgbClr val="FF3300"/>
                </a:solidFill>
                <a:latin typeface="Times New Roman" panose="02020603050405020304" pitchFamily="18" charset="0"/>
                <a:ea typeface="宋体" panose="02010600030101010101" pitchFamily="2" charset="-122"/>
              </a:rPr>
              <a:t>0FEF8H        ;</a:t>
            </a:r>
            <a:r>
              <a:rPr lang="zh-CN" altLang="en-US" sz="2400" b="1" dirty="0">
                <a:solidFill>
                  <a:srgbClr val="FF3300"/>
                </a:solidFill>
                <a:latin typeface="Times New Roman" panose="02020603050405020304" pitchFamily="18" charset="0"/>
                <a:ea typeface="宋体" panose="02010600030101010101" pitchFamily="2" charset="-122"/>
              </a:rPr>
              <a:t>送入</a:t>
            </a:r>
            <a:r>
              <a:rPr lang="en-US" altLang="zh-CN" sz="2400" b="1" dirty="0">
                <a:solidFill>
                  <a:srgbClr val="FF3300"/>
                </a:solidFill>
                <a:latin typeface="Times New Roman" panose="02020603050405020304" pitchFamily="18" charset="0"/>
                <a:ea typeface="宋体" panose="02010600030101010101" pitchFamily="2" charset="-122"/>
              </a:rPr>
              <a:t>0809</a:t>
            </a:r>
            <a:r>
              <a:rPr lang="zh-CN" altLang="en-US" sz="2400" b="1" dirty="0">
                <a:solidFill>
                  <a:srgbClr val="FF3300"/>
                </a:solidFill>
                <a:latin typeface="Times New Roman" panose="02020603050405020304" pitchFamily="18" charset="0"/>
                <a:ea typeface="宋体" panose="02010600030101010101" pitchFamily="2" charset="-122"/>
              </a:rPr>
              <a:t>的口地址</a:t>
            </a:r>
          </a:p>
          <a:p>
            <a:pPr algn="just">
              <a:lnSpc>
                <a:spcPct val="130000"/>
              </a:lnSpc>
              <a:spcBef>
                <a:spcPct val="20000"/>
              </a:spcBef>
            </a:pPr>
            <a:r>
              <a:rPr lang="zh-CN" altLang="en-US" sz="2400" b="1" dirty="0">
                <a:solidFill>
                  <a:srgbClr val="FF3300"/>
                </a:solidFill>
                <a:latin typeface="Times New Roman" panose="02020603050405020304" pitchFamily="18" charset="0"/>
                <a:ea typeface="宋体" panose="02010600030101010101" pitchFamily="2" charset="-122"/>
              </a:rPr>
              <a:t>             </a:t>
            </a:r>
            <a:r>
              <a:rPr lang="en-US" altLang="zh-CN" sz="2400" b="1" dirty="0">
                <a:solidFill>
                  <a:srgbClr val="FF3300"/>
                </a:solidFill>
                <a:latin typeface="Times New Roman" panose="02020603050405020304" pitchFamily="18" charset="0"/>
                <a:ea typeface="宋体" panose="02010600030101010101" pitchFamily="2" charset="-122"/>
              </a:rPr>
              <a:t>MOVX   @DPTR,  A                 ;</a:t>
            </a:r>
            <a:r>
              <a:rPr lang="zh-CN" altLang="en-US" sz="2400" b="1" dirty="0">
                <a:solidFill>
                  <a:srgbClr val="FF3300"/>
                </a:solidFill>
                <a:latin typeface="Times New Roman" panose="02020603050405020304" pitchFamily="18" charset="0"/>
                <a:ea typeface="宋体" panose="02010600030101010101" pitchFamily="2" charset="-122"/>
              </a:rPr>
              <a:t>启动</a:t>
            </a:r>
            <a:r>
              <a:rPr lang="en-US" altLang="zh-CN" sz="2400" b="1" dirty="0">
                <a:solidFill>
                  <a:srgbClr val="FF3300"/>
                </a:solidFill>
                <a:latin typeface="Times New Roman" panose="02020603050405020304" pitchFamily="18" charset="0"/>
                <a:ea typeface="宋体" panose="02010600030101010101" pitchFamily="2" charset="-122"/>
              </a:rPr>
              <a:t>A/D</a:t>
            </a:r>
            <a:r>
              <a:rPr lang="zh-CN" altLang="en-US" sz="2400" b="1" dirty="0">
                <a:solidFill>
                  <a:srgbClr val="FF3300"/>
                </a:solidFill>
                <a:latin typeface="Times New Roman" panose="02020603050405020304" pitchFamily="18" charset="0"/>
                <a:ea typeface="宋体" panose="02010600030101010101" pitchFamily="2" charset="-122"/>
              </a:rPr>
              <a:t>转换</a:t>
            </a:r>
            <a:r>
              <a:rPr lang="en-US" altLang="zh-CN" sz="2400" b="1" dirty="0">
                <a:solidFill>
                  <a:srgbClr val="FF3300"/>
                </a:solidFill>
                <a:latin typeface="Times New Roman" panose="02020603050405020304" pitchFamily="18" charset="0"/>
                <a:ea typeface="宋体" panose="02010600030101010101" pitchFamily="2" charset="-122"/>
              </a:rPr>
              <a:t>(IN0)</a:t>
            </a:r>
          </a:p>
          <a:p>
            <a:pPr>
              <a:lnSpc>
                <a:spcPct val="130000"/>
              </a:lnSpc>
              <a:spcBef>
                <a:spcPct val="20000"/>
              </a:spcBef>
            </a:pPr>
            <a:r>
              <a:rPr lang="zh-CN" altLang="en-US" sz="2400" b="1" dirty="0">
                <a:latin typeface="Times New Roman" panose="02020603050405020304" pitchFamily="18" charset="0"/>
                <a:ea typeface="宋体" panose="02010600030101010101" pitchFamily="2" charset="-122"/>
              </a:rPr>
              <a:t>　　注意：此处的</a:t>
            </a:r>
            <a:r>
              <a:rPr lang="en-US" altLang="zh-CN" sz="2400" b="1" dirty="0">
                <a:solidFill>
                  <a:schemeClr val="accent2"/>
                </a:solidFill>
                <a:latin typeface="Times New Roman" panose="02020603050405020304" pitchFamily="18" charset="0"/>
                <a:ea typeface="宋体" panose="02010600030101010101" pitchFamily="2" charset="-122"/>
              </a:rPr>
              <a:t>A</a:t>
            </a:r>
            <a:r>
              <a:rPr lang="zh-CN" altLang="en-US" sz="2400" b="1" dirty="0">
                <a:solidFill>
                  <a:schemeClr val="accent2"/>
                </a:solidFill>
                <a:latin typeface="Times New Roman" panose="02020603050405020304" pitchFamily="18" charset="0"/>
                <a:ea typeface="宋体" panose="02010600030101010101" pitchFamily="2" charset="-122"/>
              </a:rPr>
              <a:t>与</a:t>
            </a:r>
            <a:r>
              <a:rPr lang="en-US" altLang="zh-CN" sz="2400" b="1" dirty="0">
                <a:solidFill>
                  <a:schemeClr val="accent2"/>
                </a:solidFill>
                <a:latin typeface="Times New Roman" panose="02020603050405020304" pitchFamily="18" charset="0"/>
                <a:ea typeface="宋体" panose="02010600030101010101" pitchFamily="2" charset="-122"/>
              </a:rPr>
              <a:t>A/D</a:t>
            </a:r>
            <a:r>
              <a:rPr lang="zh-CN" altLang="en-US" sz="2400" b="1" dirty="0">
                <a:solidFill>
                  <a:schemeClr val="accent2"/>
                </a:solidFill>
                <a:latin typeface="Times New Roman" panose="02020603050405020304" pitchFamily="18" charset="0"/>
                <a:ea typeface="宋体" panose="02010600030101010101" pitchFamily="2" charset="-122"/>
              </a:rPr>
              <a:t>转换无关</a:t>
            </a:r>
            <a:r>
              <a:rPr lang="en-US" altLang="zh-CN" sz="2400" b="1" dirty="0">
                <a:latin typeface="Times New Roman" panose="02020603050405020304" pitchFamily="18" charset="0"/>
                <a:ea typeface="宋体" panose="02010600030101010101" pitchFamily="2" charset="-122"/>
              </a:rPr>
              <a:t>,</a:t>
            </a:r>
            <a:r>
              <a:rPr lang="zh-CN" altLang="en-US" sz="2400" b="1" dirty="0">
                <a:latin typeface="Times New Roman" panose="02020603050405020304" pitchFamily="18" charset="0"/>
                <a:ea typeface="宋体" panose="02010600030101010101" pitchFamily="2" charset="-122"/>
              </a:rPr>
              <a:t>可为任意值。</a:t>
            </a:r>
          </a:p>
        </p:txBody>
      </p:sp>
      <p:sp>
        <p:nvSpPr>
          <p:cNvPr id="382980" name="Text Box 4"/>
          <p:cNvSpPr txBox="1"/>
          <p:nvPr/>
        </p:nvSpPr>
        <p:spPr>
          <a:xfrm>
            <a:off x="107504" y="4797152"/>
            <a:ext cx="7921625" cy="1568450"/>
          </a:xfrm>
          <a:prstGeom prst="rect">
            <a:avLst/>
          </a:prstGeom>
          <a:solidFill>
            <a:srgbClr val="CCFFFF"/>
          </a:solidFill>
          <a:ln w="9525">
            <a:noFill/>
          </a:ln>
        </p:spPr>
        <p:txBody>
          <a:bodyPr anchor="t" anchorCtr="0">
            <a:spAutoFit/>
          </a:bodyPr>
          <a:lstStyle/>
          <a:p>
            <a:pPr>
              <a:spcBef>
                <a:spcPct val="50000"/>
              </a:spcBef>
            </a:pPr>
            <a:r>
              <a:rPr lang="en-US" altLang="zh-CN" sz="2400" b="1" dirty="0">
                <a:latin typeface="Times New Roman" panose="02020603050405020304" pitchFamily="18" charset="0"/>
                <a:ea typeface="宋体" panose="02010600030101010101" pitchFamily="2" charset="-122"/>
              </a:rPr>
              <a:t>C51</a:t>
            </a:r>
            <a:r>
              <a:rPr lang="zh-CN" altLang="en-US" sz="2400" b="1" dirty="0">
                <a:latin typeface="Times New Roman" panose="02020603050405020304" pitchFamily="18" charset="0"/>
                <a:ea typeface="宋体" panose="02010600030101010101" pitchFamily="2" charset="-122"/>
              </a:rPr>
              <a:t>语言：</a:t>
            </a:r>
          </a:p>
          <a:p>
            <a:pPr>
              <a:spcBef>
                <a:spcPct val="50000"/>
              </a:spcBef>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#define   adc0809in0   XBYTE[0xfef8]</a:t>
            </a:r>
          </a:p>
          <a:p>
            <a:pPr>
              <a:spcBef>
                <a:spcPct val="50000"/>
              </a:spcBef>
            </a:pPr>
            <a:r>
              <a:rPr lang="en-US" altLang="zh-CN" sz="2400" b="1" dirty="0">
                <a:latin typeface="Times New Roman" panose="02020603050405020304" pitchFamily="18" charset="0"/>
                <a:ea typeface="宋体" panose="02010600030101010101" pitchFamily="2" charset="-122"/>
              </a:rPr>
              <a:t>          adc0809in0=i </a:t>
            </a: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 </a:t>
            </a:r>
            <a:r>
              <a:rPr lang="zh-CN" altLang="en-US" sz="2400" b="1" dirty="0">
                <a:solidFill>
                  <a:srgbClr val="FF3300"/>
                </a:solidFill>
                <a:latin typeface="Times New Roman" panose="02020603050405020304" pitchFamily="18" charset="0"/>
                <a:ea typeface="宋体" panose="02010600030101010101" pitchFamily="2" charset="-122"/>
              </a:rPr>
              <a:t>启动</a:t>
            </a:r>
            <a:r>
              <a:rPr lang="en-US" altLang="zh-CN" sz="2400" b="1" dirty="0">
                <a:solidFill>
                  <a:srgbClr val="FF3300"/>
                </a:solidFill>
                <a:latin typeface="Times New Roman" panose="02020603050405020304" pitchFamily="18" charset="0"/>
                <a:ea typeface="宋体" panose="02010600030101010101" pitchFamily="2" charset="-122"/>
              </a:rPr>
              <a:t>A/D</a:t>
            </a:r>
            <a:r>
              <a:rPr lang="zh-CN" altLang="en-US" sz="2400" b="1" dirty="0">
                <a:solidFill>
                  <a:srgbClr val="FF3300"/>
                </a:solidFill>
                <a:latin typeface="Times New Roman" panose="02020603050405020304" pitchFamily="18" charset="0"/>
                <a:ea typeface="宋体" panose="02010600030101010101" pitchFamily="2" charset="-122"/>
              </a:rPr>
              <a:t>转换</a:t>
            </a:r>
            <a:r>
              <a:rPr lang="en-US" altLang="zh-CN" sz="2400" b="1" dirty="0">
                <a:solidFill>
                  <a:srgbClr val="FF3300"/>
                </a:solidFill>
                <a:latin typeface="Times New Roman" panose="02020603050405020304" pitchFamily="18" charset="0"/>
                <a:ea typeface="宋体" panose="02010600030101010101" pitchFamily="2" charset="-122"/>
              </a:rPr>
              <a:t>(IN0)</a:t>
            </a:r>
            <a:r>
              <a:rPr lang="en-US" altLang="zh-CN" sz="2400" b="1" dirty="0">
                <a:latin typeface="Times New Roman" panose="02020603050405020304" pitchFamily="18" charset="0"/>
                <a:ea typeface="宋体" panose="02010600030101010101" pitchFamily="2" charset="-122"/>
              </a:rPr>
              <a:t> </a:t>
            </a:r>
          </a:p>
        </p:txBody>
      </p:sp>
      <mc:AlternateContent xmlns:mc="http://schemas.openxmlformats.org/markup-compatibility/2006" xmlns:p14="http://schemas.microsoft.com/office/powerpoint/2010/main">
        <mc:Choice Requires="p14">
          <p:contentPart p14:bwMode="auto" r:id="rId2">
            <p14:nvContentPartPr>
              <p14:cNvPr id="30" name="墨迹 29">
                <a:extLst>
                  <a:ext uri="{FF2B5EF4-FFF2-40B4-BE49-F238E27FC236}">
                    <a16:creationId xmlns:a16="http://schemas.microsoft.com/office/drawing/2014/main" id="{1B3F79BC-9956-F914-EDB1-2691EAF7C926}"/>
                  </a:ext>
                </a:extLst>
              </p14:cNvPr>
              <p14:cNvContentPartPr/>
              <p14:nvPr/>
            </p14:nvContentPartPr>
            <p14:xfrm>
              <a:off x="4190920" y="3561960"/>
              <a:ext cx="360" cy="360"/>
            </p14:xfrm>
          </p:contentPart>
        </mc:Choice>
        <mc:Fallback xmlns="">
          <p:pic>
            <p:nvPicPr>
              <p:cNvPr id="30" name="墨迹 29">
                <a:extLst>
                  <a:ext uri="{FF2B5EF4-FFF2-40B4-BE49-F238E27FC236}">
                    <a16:creationId xmlns:a16="http://schemas.microsoft.com/office/drawing/2014/main" id="{1B3F79BC-9956-F914-EDB1-2691EAF7C926}"/>
                  </a:ext>
                </a:extLst>
              </p:cNvPr>
              <p:cNvPicPr/>
              <p:nvPr/>
            </p:nvPicPr>
            <p:blipFill>
              <a:blip r:embed="rId35"/>
              <a:stretch>
                <a:fillRect/>
              </a:stretch>
            </p:blipFill>
            <p:spPr>
              <a:xfrm>
                <a:off x="4173280" y="3544320"/>
                <a:ext cx="36000" cy="3600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2978"/>
                                        </p:tgtEl>
                                        <p:attrNameLst>
                                          <p:attrName>style.visibility</p:attrName>
                                        </p:attrNameLst>
                                      </p:cBhvr>
                                      <p:to>
                                        <p:strVal val="visible"/>
                                      </p:to>
                                    </p:set>
                                    <p:anim calcmode="lin" valueType="num">
                                      <p:cBhvr>
                                        <p:cTn id="7" dur="500" fill="hold"/>
                                        <p:tgtEl>
                                          <p:spTgt spid="382978"/>
                                        </p:tgtEl>
                                        <p:attrNameLst>
                                          <p:attrName>ppt_x</p:attrName>
                                        </p:attrNameLst>
                                      </p:cBhvr>
                                      <p:tavLst>
                                        <p:tav tm="0">
                                          <p:val>
                                            <p:strVal val="#ppt_x"/>
                                          </p:val>
                                        </p:tav>
                                        <p:tav tm="100000">
                                          <p:val>
                                            <p:strVal val="#ppt_x"/>
                                          </p:val>
                                        </p:tav>
                                      </p:tavLst>
                                    </p:anim>
                                    <p:anim calcmode="lin" valueType="num">
                                      <p:cBhvr>
                                        <p:cTn id="8" dur="500" fill="hold"/>
                                        <p:tgtEl>
                                          <p:spTgt spid="38297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382979"/>
                                        </p:tgtEl>
                                        <p:attrNameLst>
                                          <p:attrName>style.visibility</p:attrName>
                                        </p:attrNameLst>
                                      </p:cBhvr>
                                      <p:to>
                                        <p:strVal val="visible"/>
                                      </p:to>
                                    </p:set>
                                    <p:animEffect transition="in" filter="checkerboard(across)">
                                      <p:cBhvr>
                                        <p:cTn id="13" dur="500"/>
                                        <p:tgtEl>
                                          <p:spTgt spid="382979"/>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382980"/>
                                        </p:tgtEl>
                                        <p:attrNameLst>
                                          <p:attrName>style.visibility</p:attrName>
                                        </p:attrNameLst>
                                      </p:cBhvr>
                                      <p:to>
                                        <p:strVal val="visible"/>
                                      </p:to>
                                    </p:set>
                                    <p:anim calcmode="lin" valueType="num">
                                      <p:cBhvr>
                                        <p:cTn id="18" dur="500" fill="hold"/>
                                        <p:tgtEl>
                                          <p:spTgt spid="382980"/>
                                        </p:tgtEl>
                                        <p:attrNameLst>
                                          <p:attrName>ppt_x</p:attrName>
                                        </p:attrNameLst>
                                      </p:cBhvr>
                                      <p:tavLst>
                                        <p:tav tm="0">
                                          <p:val>
                                            <p:strVal val="#ppt_x"/>
                                          </p:val>
                                        </p:tav>
                                        <p:tav tm="100000">
                                          <p:val>
                                            <p:strVal val="#ppt_x"/>
                                          </p:val>
                                        </p:tav>
                                      </p:tavLst>
                                    </p:anim>
                                    <p:anim calcmode="lin" valueType="num">
                                      <p:cBhvr>
                                        <p:cTn id="19" dur="500" fill="hold"/>
                                        <p:tgtEl>
                                          <p:spTgt spid="3829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78" grpId="0"/>
      <p:bldP spid="382979" grpId="0"/>
      <p:bldP spid="382980"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ext Box 3"/>
          <p:cNvSpPr txBox="1"/>
          <p:nvPr/>
        </p:nvSpPr>
        <p:spPr>
          <a:xfrm>
            <a:off x="107950" y="692468"/>
            <a:ext cx="8569325" cy="977265"/>
          </a:xfrm>
          <a:prstGeom prst="rect">
            <a:avLst/>
          </a:prstGeom>
          <a:noFill/>
          <a:ln w="9525">
            <a:noFill/>
          </a:ln>
        </p:spPr>
        <p:txBody>
          <a:bodyPr anchor="t" anchorCtr="0">
            <a:spAutoFit/>
          </a:bodyPr>
          <a:lstStyle/>
          <a:p>
            <a:pPr algn="just">
              <a:lnSpc>
                <a:spcPct val="120000"/>
              </a:lnSpc>
              <a:spcBef>
                <a:spcPct val="20000"/>
              </a:spcBef>
            </a:pPr>
            <a:r>
              <a:rPr lang="zh-CN" altLang="en-US" sz="2400" b="1" dirty="0">
                <a:solidFill>
                  <a:srgbClr val="000000"/>
                </a:solidFill>
                <a:latin typeface="Times New Roman" panose="02020603050405020304" pitchFamily="18" charset="0"/>
                <a:ea typeface="宋体" panose="02010600030101010101" pitchFamily="2" charset="-122"/>
              </a:rPr>
              <a:t>例</a:t>
            </a:r>
            <a:r>
              <a:rPr lang="en-US" altLang="zh-CN" sz="2400" b="1" dirty="0">
                <a:solidFill>
                  <a:srgbClr val="000000"/>
                </a:solidFill>
                <a:latin typeface="Times New Roman" panose="02020603050405020304" pitchFamily="18" charset="0"/>
                <a:ea typeface="宋体" panose="02010600030101010101" pitchFamily="2" charset="-122"/>
              </a:rPr>
              <a:t>10-5</a:t>
            </a:r>
            <a:r>
              <a:rPr lang="zh-CN" altLang="en-US" sz="2400" b="1" dirty="0">
                <a:solidFill>
                  <a:srgbClr val="000000"/>
                </a:solidFill>
                <a:latin typeface="Times New Roman" panose="02020603050405020304" pitchFamily="18" charset="0"/>
                <a:ea typeface="宋体" panose="02010600030101010101" pitchFamily="2" charset="-122"/>
              </a:rPr>
              <a:t> 在图所示的系统中，假设模拟量由通道</a:t>
            </a:r>
            <a:r>
              <a:rPr lang="en-US" altLang="zh-CN" sz="2400" b="1" dirty="0">
                <a:solidFill>
                  <a:srgbClr val="000000"/>
                </a:solidFill>
                <a:latin typeface="Times New Roman" panose="02020603050405020304" pitchFamily="18" charset="0"/>
                <a:ea typeface="宋体" panose="02010600030101010101" pitchFamily="2" charset="-122"/>
              </a:rPr>
              <a:t>0</a:t>
            </a:r>
            <a:r>
              <a:rPr lang="zh-CN" altLang="en-US" sz="2400" b="1" dirty="0">
                <a:solidFill>
                  <a:srgbClr val="000000"/>
                </a:solidFill>
                <a:latin typeface="Times New Roman" panose="02020603050405020304" pitchFamily="18" charset="0"/>
                <a:ea typeface="宋体" panose="02010600030101010101" pitchFamily="2" charset="-122"/>
              </a:rPr>
              <a:t>输入，将其转换成对应的数字量后由</a:t>
            </a:r>
            <a:r>
              <a:rPr lang="en-US" altLang="zh-CN" sz="2400" b="1" dirty="0">
                <a:solidFill>
                  <a:srgbClr val="000000"/>
                </a:solidFill>
                <a:latin typeface="Times New Roman" panose="02020603050405020304" pitchFamily="18" charset="0"/>
                <a:ea typeface="宋体" panose="02010600030101010101" pitchFamily="2" charset="-122"/>
              </a:rPr>
              <a:t>P1</a:t>
            </a:r>
            <a:r>
              <a:rPr lang="zh-CN" altLang="en-US" sz="2400" b="1" dirty="0">
                <a:solidFill>
                  <a:srgbClr val="000000"/>
                </a:solidFill>
                <a:latin typeface="Times New Roman" panose="02020603050405020304" pitchFamily="18" charset="0"/>
                <a:ea typeface="宋体" panose="02010600030101010101" pitchFamily="2" charset="-122"/>
              </a:rPr>
              <a:t>口输出给数码管。</a:t>
            </a:r>
            <a:endParaRPr lang="zh-CN" altLang="en-US" sz="2400" dirty="0">
              <a:solidFill>
                <a:srgbClr val="000000"/>
              </a:solidFill>
              <a:latin typeface="Times New Roman" panose="02020603050405020304" pitchFamily="18" charset="0"/>
              <a:ea typeface="宋体" panose="02010600030101010101" pitchFamily="2" charset="-122"/>
            </a:endParaRPr>
          </a:p>
        </p:txBody>
      </p:sp>
      <p:pic>
        <p:nvPicPr>
          <p:cNvPr id="92162" name="Picture 5" descr="11T17"/>
          <p:cNvPicPr>
            <a:picLocks noChangeAspect="1"/>
          </p:cNvPicPr>
          <p:nvPr/>
        </p:nvPicPr>
        <p:blipFill>
          <a:blip r:embed="rId2"/>
          <a:stretch>
            <a:fillRect/>
          </a:stretch>
        </p:blipFill>
        <p:spPr>
          <a:xfrm>
            <a:off x="1259523" y="1771968"/>
            <a:ext cx="7129462" cy="4821237"/>
          </a:xfrm>
          <a:prstGeom prst="rect">
            <a:avLst/>
          </a:prstGeom>
          <a:noFill/>
          <a:ln w="9525">
            <a:noFill/>
          </a:ln>
        </p:spPr>
      </p:pic>
    </p:spTree>
  </p:cSld>
  <p:clrMapOvr>
    <a:masterClrMapping/>
  </p:clrMapOvr>
  <p:transition spd="med">
    <p:zoom/>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7556" name="Picture 4"/>
          <p:cNvPicPr>
            <a:picLocks noChangeAspect="1"/>
          </p:cNvPicPr>
          <p:nvPr/>
        </p:nvPicPr>
        <p:blipFill>
          <a:blip r:embed="rId2"/>
          <a:srcRect l="13153" t="11554" r="5791" b="21655"/>
          <a:stretch>
            <a:fillRect/>
          </a:stretch>
        </p:blipFill>
        <p:spPr>
          <a:xfrm>
            <a:off x="0" y="468313"/>
            <a:ext cx="9144000" cy="6389687"/>
          </a:xfrm>
          <a:prstGeom prst="rect">
            <a:avLst/>
          </a:prstGeom>
          <a:noFill/>
          <a:ln w="9525">
            <a:noFill/>
          </a:ln>
        </p:spPr>
      </p:pic>
      <p:sp>
        <p:nvSpPr>
          <p:cNvPr id="407557" name="Rectangle 5"/>
          <p:cNvSpPr/>
          <p:nvPr/>
        </p:nvSpPr>
        <p:spPr>
          <a:xfrm>
            <a:off x="143669" y="197934"/>
            <a:ext cx="8856662" cy="1198880"/>
          </a:xfrm>
          <a:prstGeom prst="rect">
            <a:avLst/>
          </a:prstGeom>
          <a:noFill/>
          <a:ln w="9525">
            <a:noFill/>
          </a:ln>
        </p:spPr>
        <p:txBody>
          <a:bodyPr anchor="ctr" anchorCtr="0">
            <a:spAutoFit/>
          </a:bodyPr>
          <a:lstStyle/>
          <a:p>
            <a:r>
              <a:rPr lang="zh-CN" altLang="en-US" sz="2400" b="1" dirty="0">
                <a:latin typeface="Arial" panose="020B0604020202020204" pitchFamily="34" charset="0"/>
                <a:ea typeface="黑体" panose="02010609060101010101" pitchFamily="49" charset="-122"/>
              </a:rPr>
              <a:t>例</a:t>
            </a:r>
            <a:r>
              <a:rPr lang="en-US" altLang="zh-CN" sz="2400" b="1" dirty="0">
                <a:latin typeface="Arial" panose="020B0604020202020204" pitchFamily="34" charset="0"/>
                <a:ea typeface="黑体" panose="02010609060101010101" pitchFamily="49" charset="-122"/>
              </a:rPr>
              <a:t>11-4</a:t>
            </a:r>
            <a:r>
              <a:rPr lang="en-US" altLang="zh-CN" sz="2400" b="1" dirty="0">
                <a:latin typeface="Times New Roman" panose="02020603050405020304" pitchFamily="18" charset="0"/>
                <a:ea typeface="黑体" panose="02010609060101010101" pitchFamily="49" charset="-122"/>
              </a:rPr>
              <a:t>  </a:t>
            </a:r>
            <a:r>
              <a:rPr lang="zh-CN" altLang="en-US" sz="2400" b="1" dirty="0">
                <a:latin typeface="Times New Roman" panose="02020603050405020304" pitchFamily="18" charset="0"/>
                <a:ea typeface="黑体" panose="02010609060101010101" pitchFamily="49" charset="-122"/>
              </a:rPr>
              <a:t>在图</a:t>
            </a:r>
            <a:r>
              <a:rPr lang="en-US" altLang="zh-CN" sz="2400" b="1" dirty="0">
                <a:latin typeface="Times New Roman" panose="02020603050405020304" pitchFamily="18" charset="0"/>
                <a:ea typeface="黑体" panose="02010609060101010101" pitchFamily="49" charset="-122"/>
              </a:rPr>
              <a:t>11-18</a:t>
            </a:r>
            <a:r>
              <a:rPr lang="zh-CN" altLang="en-US" sz="2400" b="1" dirty="0">
                <a:latin typeface="Times New Roman" panose="02020603050405020304" pitchFamily="18" charset="0"/>
                <a:ea typeface="黑体" panose="02010609060101010101" pitchFamily="49" charset="-122"/>
              </a:rPr>
              <a:t>的系统中，假设模拟量由</a:t>
            </a:r>
            <a:r>
              <a:rPr lang="zh-CN" altLang="en-US" sz="2400" b="1" dirty="0">
                <a:solidFill>
                  <a:srgbClr val="FF3300"/>
                </a:solidFill>
                <a:latin typeface="Times New Roman" panose="02020603050405020304" pitchFamily="18" charset="0"/>
                <a:ea typeface="黑体" panose="02010609060101010101" pitchFamily="49" charset="-122"/>
              </a:rPr>
              <a:t>通道</a:t>
            </a:r>
            <a:r>
              <a:rPr lang="en-US" altLang="zh-CN" sz="2400" b="1" dirty="0">
                <a:solidFill>
                  <a:srgbClr val="FF3300"/>
                </a:solidFill>
                <a:latin typeface="Times New Roman" panose="02020603050405020304" pitchFamily="18" charset="0"/>
                <a:ea typeface="黑体" panose="02010609060101010101" pitchFamily="49" charset="-122"/>
              </a:rPr>
              <a:t>0</a:t>
            </a:r>
            <a:r>
              <a:rPr lang="zh-CN" altLang="en-US" sz="2400" b="1" dirty="0">
                <a:latin typeface="Times New Roman" panose="02020603050405020304" pitchFamily="18" charset="0"/>
                <a:ea typeface="黑体" panose="02010609060101010101" pitchFamily="49" charset="-122"/>
              </a:rPr>
              <a:t>输入，将其转换成对应的</a:t>
            </a:r>
            <a:r>
              <a:rPr lang="zh-CN" altLang="en-US" sz="2400" b="1" dirty="0">
                <a:solidFill>
                  <a:srgbClr val="FF3300"/>
                </a:solidFill>
                <a:latin typeface="Times New Roman" panose="02020603050405020304" pitchFamily="18" charset="0"/>
                <a:ea typeface="黑体" panose="02010609060101010101" pitchFamily="49" charset="-122"/>
              </a:rPr>
              <a:t>二进制数字量后由与</a:t>
            </a:r>
            <a:r>
              <a:rPr lang="en-US" altLang="zh-CN" sz="2400" b="1" dirty="0">
                <a:solidFill>
                  <a:srgbClr val="FF3300"/>
                </a:solidFill>
                <a:latin typeface="Times New Roman" panose="02020603050405020304" pitchFamily="18" charset="0"/>
                <a:ea typeface="黑体" panose="02010609060101010101" pitchFamily="49" charset="-122"/>
              </a:rPr>
              <a:t>P1</a:t>
            </a:r>
            <a:r>
              <a:rPr lang="zh-CN" altLang="en-US" sz="2400" b="1" dirty="0">
                <a:solidFill>
                  <a:srgbClr val="FF3300"/>
                </a:solidFill>
                <a:latin typeface="Times New Roman" panose="02020603050405020304" pitchFamily="18" charset="0"/>
                <a:ea typeface="黑体" panose="02010609060101010101" pitchFamily="49" charset="-122"/>
              </a:rPr>
              <a:t>口相连的数码管</a:t>
            </a:r>
            <a:r>
              <a:rPr lang="zh-CN" altLang="en-US" sz="2400" b="1" dirty="0">
                <a:latin typeface="Times New Roman" panose="02020603050405020304" pitchFamily="18" charset="0"/>
                <a:ea typeface="黑体" panose="02010609060101010101" pitchFamily="49" charset="-122"/>
              </a:rPr>
              <a:t>显示出来。</a:t>
            </a:r>
          </a:p>
          <a:p>
            <a:pPr eaLnBrk="0" hangingPunct="0"/>
            <a:endParaRPr lang="en-US" altLang="zh-CN" sz="2400" b="1" dirty="0">
              <a:latin typeface="Times New Roman" panose="02020603050405020304" pitchFamily="18" charset="0"/>
              <a:ea typeface="黑体" panose="02010609060101010101" pitchFamily="49" charset="-122"/>
            </a:endParaRPr>
          </a:p>
        </p:txBody>
      </p:sp>
      <mc:AlternateContent xmlns:mc="http://schemas.openxmlformats.org/markup-compatibility/2006" xmlns:p14="http://schemas.microsoft.com/office/powerpoint/2010/main">
        <mc:Choice Requires="p14">
          <p:contentPart p14:bwMode="auto" r:id="rId3">
            <p14:nvContentPartPr>
              <p14:cNvPr id="38" name="墨迹 37">
                <a:extLst>
                  <a:ext uri="{FF2B5EF4-FFF2-40B4-BE49-F238E27FC236}">
                    <a16:creationId xmlns:a16="http://schemas.microsoft.com/office/drawing/2014/main" id="{CE8C59AB-893D-C786-17D5-477C742DDE87}"/>
                  </a:ext>
                </a:extLst>
              </p14:cNvPr>
              <p14:cNvContentPartPr/>
              <p14:nvPr/>
            </p14:nvContentPartPr>
            <p14:xfrm>
              <a:off x="5105340" y="5637900"/>
              <a:ext cx="15840" cy="15840"/>
            </p14:xfrm>
          </p:contentPart>
        </mc:Choice>
        <mc:Fallback xmlns="">
          <p:pic>
            <p:nvPicPr>
              <p:cNvPr id="38" name="墨迹 37">
                <a:extLst>
                  <a:ext uri="{FF2B5EF4-FFF2-40B4-BE49-F238E27FC236}">
                    <a16:creationId xmlns:a16="http://schemas.microsoft.com/office/drawing/2014/main" id="{CE8C59AB-893D-C786-17D5-477C742DDE87}"/>
                  </a:ext>
                </a:extLst>
              </p:cNvPr>
              <p:cNvPicPr/>
              <p:nvPr/>
            </p:nvPicPr>
            <p:blipFill>
              <a:blip r:embed="rId16"/>
              <a:stretch>
                <a:fillRect/>
              </a:stretch>
            </p:blipFill>
            <p:spPr>
              <a:xfrm>
                <a:off x="5087340" y="5619900"/>
                <a:ext cx="5148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1" name="墨迹 40">
                <a:extLst>
                  <a:ext uri="{FF2B5EF4-FFF2-40B4-BE49-F238E27FC236}">
                    <a16:creationId xmlns:a16="http://schemas.microsoft.com/office/drawing/2014/main" id="{92DB99C1-0C96-FA86-9037-87128E7EAD3A}"/>
                  </a:ext>
                </a:extLst>
              </p14:cNvPr>
              <p14:cNvContentPartPr/>
              <p14:nvPr/>
            </p14:nvContentPartPr>
            <p14:xfrm>
              <a:off x="6575940" y="4091700"/>
              <a:ext cx="360" cy="360"/>
            </p14:xfrm>
          </p:contentPart>
        </mc:Choice>
        <mc:Fallback xmlns="">
          <p:pic>
            <p:nvPicPr>
              <p:cNvPr id="41" name="墨迹 40">
                <a:extLst>
                  <a:ext uri="{FF2B5EF4-FFF2-40B4-BE49-F238E27FC236}">
                    <a16:creationId xmlns:a16="http://schemas.microsoft.com/office/drawing/2014/main" id="{92DB99C1-0C96-FA86-9037-87128E7EAD3A}"/>
                  </a:ext>
                </a:extLst>
              </p:cNvPr>
              <p:cNvPicPr/>
              <p:nvPr/>
            </p:nvPicPr>
            <p:blipFill>
              <a:blip r:embed="rId14"/>
              <a:stretch>
                <a:fillRect/>
              </a:stretch>
            </p:blipFill>
            <p:spPr>
              <a:xfrm>
                <a:off x="6557940" y="4074060"/>
                <a:ext cx="36000" cy="36000"/>
              </a:xfrm>
              <a:prstGeom prst="rect">
                <a:avLst/>
              </a:prstGeom>
            </p:spPr>
          </p:pic>
        </mc:Fallback>
      </mc:AlternateContent>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7557"/>
                                        </p:tgtEl>
                                        <p:attrNameLst>
                                          <p:attrName>style.visibility</p:attrName>
                                        </p:attrNameLst>
                                      </p:cBhvr>
                                      <p:to>
                                        <p:strVal val="visible"/>
                                      </p:to>
                                    </p:set>
                                    <p:animEffect transition="in" filter="blinds(horizontal)">
                                      <p:cBhvr>
                                        <p:cTn id="7" dur="500"/>
                                        <p:tgtEl>
                                          <p:spTgt spid="40755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07556"/>
                                        </p:tgtEl>
                                        <p:attrNameLst>
                                          <p:attrName>style.visibility</p:attrName>
                                        </p:attrNameLst>
                                      </p:cBhvr>
                                      <p:to>
                                        <p:strVal val="visible"/>
                                      </p:to>
                                    </p:set>
                                    <p:animEffect transition="in" filter="diamond(in)">
                                      <p:cBhvr>
                                        <p:cTn id="12" dur="2000"/>
                                        <p:tgtEl>
                                          <p:spTgt spid="4075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23215" y="692785"/>
            <a:ext cx="8712200" cy="5822315"/>
          </a:xfrm>
          <a:prstGeom prst="rect">
            <a:avLst/>
          </a:prstGeom>
        </p:spPr>
      </p:pic>
      <mc:AlternateContent xmlns:mc="http://schemas.openxmlformats.org/markup-compatibility/2006" xmlns:p14="http://schemas.microsoft.com/office/powerpoint/2010/main">
        <mc:Choice Requires="p14">
          <p:contentPart p14:bwMode="auto" r:id="rId3">
            <p14:nvContentPartPr>
              <p14:cNvPr id="46" name="墨迹 45">
                <a:extLst>
                  <a:ext uri="{FF2B5EF4-FFF2-40B4-BE49-F238E27FC236}">
                    <a16:creationId xmlns:a16="http://schemas.microsoft.com/office/drawing/2014/main" id="{EB98E328-4B13-F863-F94D-3BFF46A4BB76}"/>
                  </a:ext>
                </a:extLst>
              </p14:cNvPr>
              <p14:cNvContentPartPr/>
              <p14:nvPr/>
            </p14:nvContentPartPr>
            <p14:xfrm>
              <a:off x="7315020" y="2369700"/>
              <a:ext cx="360" cy="360"/>
            </p14:xfrm>
          </p:contentPart>
        </mc:Choice>
        <mc:Fallback xmlns="">
          <p:pic>
            <p:nvPicPr>
              <p:cNvPr id="46" name="墨迹 45">
                <a:extLst>
                  <a:ext uri="{FF2B5EF4-FFF2-40B4-BE49-F238E27FC236}">
                    <a16:creationId xmlns:a16="http://schemas.microsoft.com/office/drawing/2014/main" id="{EB98E328-4B13-F863-F94D-3BFF46A4BB76}"/>
                  </a:ext>
                </a:extLst>
              </p:cNvPr>
              <p:cNvPicPr/>
              <p:nvPr/>
            </p:nvPicPr>
            <p:blipFill>
              <a:blip r:embed="rId50"/>
              <a:stretch>
                <a:fillRect/>
              </a:stretch>
            </p:blipFill>
            <p:spPr>
              <a:xfrm>
                <a:off x="7297380" y="2352060"/>
                <a:ext cx="36000" cy="36000"/>
              </a:xfrm>
              <a:prstGeom prst="rect">
                <a:avLst/>
              </a:prstGeom>
            </p:spPr>
          </p:pic>
        </mc:Fallback>
      </mc:AlternateContent>
    </p:spTree>
  </p:cSld>
  <p:clrMapOvr>
    <a:masterClrMapping/>
  </p:clrMapOvr>
  <p:transition spd="med">
    <p:zoom/>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154622" y="476672"/>
            <a:ext cx="8834755" cy="6155055"/>
          </a:xfrm>
          <a:prstGeom prst="rect">
            <a:avLst/>
          </a:prstGeom>
        </p:spPr>
      </p:pic>
    </p:spTree>
  </p:cSld>
  <p:clrMapOvr>
    <a:masterClrMapping/>
  </p:clrMapOvr>
  <p:transition spd="med">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395605" y="980440"/>
            <a:ext cx="7895590" cy="4587240"/>
          </a:xfrm>
          <a:prstGeom prst="rect">
            <a:avLst/>
          </a:prstGeom>
        </p:spPr>
      </p:pic>
    </p:spTree>
  </p:cSld>
  <p:clrMapOvr>
    <a:masterClrMapping/>
  </p:clrMapOvr>
  <p:transition spd="med">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ext Box 4"/>
          <p:cNvSpPr txBox="1"/>
          <p:nvPr/>
        </p:nvSpPr>
        <p:spPr>
          <a:xfrm>
            <a:off x="322898" y="631825"/>
            <a:ext cx="6911975" cy="6292850"/>
          </a:xfrm>
          <a:prstGeom prst="rect">
            <a:avLst/>
          </a:prstGeom>
          <a:noFill/>
          <a:ln w="9525">
            <a:noFill/>
          </a:ln>
        </p:spPr>
        <p:txBody>
          <a:bodyPr anchor="t" anchorCtr="0">
            <a:spAutoFit/>
          </a:bodyPr>
          <a:lstStyle/>
          <a:p>
            <a:pPr>
              <a:lnSpc>
                <a:spcPct val="140000"/>
              </a:lnSpc>
            </a:pPr>
            <a:r>
              <a:rPr lang="en-US" altLang="zh-CN" sz="2400" b="1" dirty="0">
                <a:latin typeface="Times New Roman" panose="02020603050405020304" pitchFamily="18" charset="0"/>
                <a:ea typeface="宋体" panose="02010600030101010101" pitchFamily="2" charset="-122"/>
              </a:rPr>
              <a:t>(3) </a:t>
            </a:r>
            <a:r>
              <a:rPr lang="zh-CN" altLang="en-US" sz="2400" b="1" dirty="0">
                <a:latin typeface="Times New Roman" panose="02020603050405020304" pitchFamily="18" charset="0"/>
                <a:ea typeface="宋体" panose="02010600030101010101" pitchFamily="2" charset="-122"/>
              </a:rPr>
              <a:t>中断采样方式</a:t>
            </a:r>
          </a:p>
          <a:p>
            <a:pPr>
              <a:lnSpc>
                <a:spcPct val="140000"/>
              </a:lnSpc>
            </a:pPr>
            <a:r>
              <a:rPr lang="en-US" altLang="zh-CN" sz="2400" b="1" dirty="0">
                <a:latin typeface="Times New Roman" panose="02020603050405020304" pitchFamily="18" charset="0"/>
                <a:ea typeface="宋体" panose="02010600030101010101" pitchFamily="2" charset="-122"/>
              </a:rPr>
              <a:t>#include &lt;reg51.h&gt;</a:t>
            </a:r>
          </a:p>
          <a:p>
            <a:pPr>
              <a:lnSpc>
                <a:spcPct val="140000"/>
              </a:lnSpc>
            </a:pPr>
            <a:r>
              <a:rPr lang="en-US" altLang="zh-CN" sz="2400" b="1" dirty="0">
                <a:latin typeface="Times New Roman" panose="02020603050405020304" pitchFamily="18" charset="0"/>
                <a:ea typeface="宋体" panose="02010600030101010101" pitchFamily="2" charset="-122"/>
              </a:rPr>
              <a:t>#include &lt;absacc.h&gt;</a:t>
            </a:r>
          </a:p>
          <a:p>
            <a:pPr>
              <a:lnSpc>
                <a:spcPct val="140000"/>
              </a:lnSpc>
            </a:pPr>
            <a:r>
              <a:rPr lang="en-US" altLang="zh-CN" sz="2400" b="1" dirty="0">
                <a:latin typeface="Times New Roman" panose="02020603050405020304" pitchFamily="18" charset="0"/>
                <a:ea typeface="宋体" panose="02010600030101010101" pitchFamily="2" charset="-122"/>
              </a:rPr>
              <a:t>#define  adc0809in0  XBYTE[0xfef8]</a:t>
            </a:r>
          </a:p>
          <a:p>
            <a:pPr>
              <a:lnSpc>
                <a:spcPct val="140000"/>
              </a:lnSpc>
            </a:pPr>
            <a:r>
              <a:rPr lang="en-US" altLang="zh-CN" sz="2400" b="1" dirty="0">
                <a:latin typeface="Times New Roman" panose="02020603050405020304" pitchFamily="18" charset="0"/>
                <a:ea typeface="宋体" panose="02010600030101010101" pitchFamily="2" charset="-122"/>
              </a:rPr>
              <a:t>sbit     EOC=P3^2;  </a:t>
            </a:r>
          </a:p>
          <a:p>
            <a:pPr>
              <a:lnSpc>
                <a:spcPct val="140000"/>
              </a:lnSpc>
            </a:pPr>
            <a:r>
              <a:rPr lang="en-US" altLang="zh-CN" sz="2400" b="1" dirty="0">
                <a:latin typeface="Times New Roman" panose="02020603050405020304" pitchFamily="18" charset="0"/>
                <a:ea typeface="宋体" panose="02010600030101010101" pitchFamily="2" charset="-122"/>
              </a:rPr>
              <a:t>unsigned char a;</a:t>
            </a:r>
          </a:p>
          <a:p>
            <a:pPr>
              <a:lnSpc>
                <a:spcPct val="140000"/>
              </a:lnSpc>
            </a:pPr>
            <a:r>
              <a:rPr lang="en-US" altLang="zh-CN" sz="2400" b="1" dirty="0">
                <a:latin typeface="Times New Roman" panose="02020603050405020304" pitchFamily="18" charset="0"/>
                <a:ea typeface="宋体" panose="02010600030101010101" pitchFamily="2" charset="-122"/>
              </a:rPr>
              <a:t>void main()</a:t>
            </a:r>
          </a:p>
          <a:p>
            <a:pPr>
              <a:lnSpc>
                <a:spcPct val="140000"/>
              </a:lnSpc>
            </a:pPr>
            <a:r>
              <a:rPr lang="en-US" altLang="zh-CN" sz="2400" b="1" dirty="0">
                <a:latin typeface="Times New Roman" panose="02020603050405020304" pitchFamily="18" charset="0"/>
                <a:ea typeface="宋体" panose="02010600030101010101" pitchFamily="2" charset="-122"/>
              </a:rPr>
              <a:t>{      </a:t>
            </a:r>
            <a:r>
              <a:rPr lang="en-US" altLang="zh-CN" sz="2400" b="1" dirty="0">
                <a:solidFill>
                  <a:srgbClr val="FF3300"/>
                </a:solidFill>
                <a:latin typeface="Times New Roman" panose="02020603050405020304" pitchFamily="18" charset="0"/>
                <a:ea typeface="宋体" panose="02010600030101010101" pitchFamily="2" charset="-122"/>
              </a:rPr>
              <a:t>EA=1;</a:t>
            </a:r>
          </a:p>
          <a:p>
            <a:pPr>
              <a:lnSpc>
                <a:spcPct val="140000"/>
              </a:lnSpc>
            </a:pPr>
            <a:r>
              <a:rPr lang="en-US" altLang="zh-CN" sz="2400" b="1" dirty="0">
                <a:solidFill>
                  <a:srgbClr val="FF3300"/>
                </a:solidFill>
                <a:latin typeface="Times New Roman" panose="02020603050405020304" pitchFamily="18" charset="0"/>
                <a:ea typeface="宋体" panose="02010600030101010101" pitchFamily="2" charset="-122"/>
              </a:rPr>
              <a:t>       EX0=1;   </a:t>
            </a:r>
          </a:p>
          <a:p>
            <a:pPr>
              <a:lnSpc>
                <a:spcPct val="140000"/>
              </a:lnSpc>
            </a:pPr>
            <a:r>
              <a:rPr lang="en-US" altLang="zh-CN" sz="2400" b="1" dirty="0">
                <a:solidFill>
                  <a:srgbClr val="FF3300"/>
                </a:solidFill>
                <a:latin typeface="Times New Roman" panose="02020603050405020304" pitchFamily="18" charset="0"/>
                <a:ea typeface="宋体" panose="02010600030101010101" pitchFamily="2" charset="-122"/>
              </a:rPr>
              <a:t>       IT0=1;</a:t>
            </a:r>
          </a:p>
          <a:p>
            <a:pPr>
              <a:lnSpc>
                <a:spcPct val="140000"/>
              </a:lnSpc>
            </a:pPr>
            <a:r>
              <a:rPr lang="en-US" altLang="zh-CN" sz="2400" b="1" dirty="0">
                <a:solidFill>
                  <a:srgbClr val="FF3300"/>
                </a:solidFill>
                <a:latin typeface="Times New Roman" panose="02020603050405020304" pitchFamily="18" charset="0"/>
                <a:ea typeface="宋体" panose="02010600030101010101" pitchFamily="2" charset="-122"/>
              </a:rPr>
              <a:t>       adc0809in0=a;</a:t>
            </a:r>
            <a:r>
              <a:rPr lang="en-US" altLang="zh-CN" sz="2400" b="1" dirty="0">
                <a:latin typeface="Times New Roman" panose="02020603050405020304" pitchFamily="18" charset="0"/>
                <a:ea typeface="宋体" panose="02010600030101010101" pitchFamily="2" charset="-122"/>
              </a:rPr>
              <a:t>  </a:t>
            </a:r>
          </a:p>
          <a:p>
            <a:pPr>
              <a:lnSpc>
                <a:spcPct val="140000"/>
              </a:lnSpc>
            </a:pPr>
            <a:r>
              <a:rPr lang="en-US" altLang="zh-CN" sz="2400" b="1" dirty="0">
                <a:latin typeface="Times New Roman" panose="02020603050405020304" pitchFamily="18" charset="0"/>
                <a:ea typeface="宋体" panose="02010600030101010101" pitchFamily="2" charset="-122"/>
              </a:rPr>
              <a:t>       while(1);     }     </a:t>
            </a:r>
          </a:p>
        </p:txBody>
      </p:sp>
      <p:sp>
        <p:nvSpPr>
          <p:cNvPr id="97282" name="Text Box 5"/>
          <p:cNvSpPr txBox="1"/>
          <p:nvPr/>
        </p:nvSpPr>
        <p:spPr>
          <a:xfrm>
            <a:off x="5076825" y="3284538"/>
            <a:ext cx="3671888" cy="3376930"/>
          </a:xfrm>
          <a:prstGeom prst="rect">
            <a:avLst/>
          </a:prstGeom>
          <a:noFill/>
          <a:ln w="9525">
            <a:noFill/>
          </a:ln>
        </p:spPr>
        <p:txBody>
          <a:bodyPr anchor="t" anchorCtr="0">
            <a:spAutoFit/>
          </a:bodyPr>
          <a:lstStyle/>
          <a:p>
            <a:pPr>
              <a:lnSpc>
                <a:spcPct val="140000"/>
              </a:lnSpc>
            </a:pPr>
            <a:r>
              <a:rPr lang="en-US" altLang="zh-CN" sz="2400" b="1" dirty="0">
                <a:latin typeface="Times New Roman" panose="02020603050405020304" pitchFamily="18" charset="0"/>
                <a:ea typeface="宋体" panose="02010600030101010101" pitchFamily="2" charset="-122"/>
              </a:rPr>
              <a:t>void inter0() interrupt 0</a:t>
            </a:r>
          </a:p>
          <a:p>
            <a:pPr>
              <a:lnSpc>
                <a:spcPct val="140000"/>
              </a:lnSpc>
            </a:pPr>
            <a:r>
              <a:rPr lang="en-US" altLang="zh-CN" sz="2400" b="1" dirty="0">
                <a:latin typeface="Times New Roman" panose="02020603050405020304" pitchFamily="18" charset="0"/>
                <a:ea typeface="宋体" panose="02010600030101010101" pitchFamily="2" charset="-122"/>
              </a:rPr>
              <a:t>{ 	</a:t>
            </a:r>
            <a:r>
              <a:rPr lang="en-US" altLang="zh-CN" sz="2400" b="1" dirty="0">
                <a:solidFill>
                  <a:srgbClr val="FF3300"/>
                </a:solidFill>
                <a:latin typeface="Times New Roman" panose="02020603050405020304" pitchFamily="18" charset="0"/>
                <a:ea typeface="宋体" panose="02010600030101010101" pitchFamily="2" charset="-122"/>
              </a:rPr>
              <a:t>a=adc0809in0;</a:t>
            </a:r>
          </a:p>
          <a:p>
            <a:pPr>
              <a:lnSpc>
                <a:spcPct val="140000"/>
              </a:lnSpc>
            </a:pPr>
            <a:r>
              <a:rPr lang="en-US" altLang="zh-CN" sz="2400" b="1" dirty="0">
                <a:solidFill>
                  <a:srgbClr val="FF3300"/>
                </a:solidFill>
                <a:latin typeface="Times New Roman" panose="02020603050405020304" pitchFamily="18" charset="0"/>
                <a:ea typeface="宋体" panose="02010600030101010101" pitchFamily="2" charset="-122"/>
              </a:rPr>
              <a:t>    	P1=a;</a:t>
            </a:r>
          </a:p>
          <a:p>
            <a:pPr>
              <a:lnSpc>
                <a:spcPct val="140000"/>
              </a:lnSpc>
            </a:pPr>
            <a:r>
              <a:rPr lang="en-US" altLang="zh-CN" sz="2400" b="1" dirty="0">
                <a:solidFill>
                  <a:srgbClr val="FF3300"/>
                </a:solidFill>
                <a:latin typeface="Times New Roman" panose="02020603050405020304" pitchFamily="18" charset="0"/>
                <a:ea typeface="宋体" panose="02010600030101010101" pitchFamily="2" charset="-122"/>
              </a:rPr>
              <a:t>     	adc0809in0=a; </a:t>
            </a:r>
          </a:p>
          <a:p>
            <a:pPr>
              <a:lnSpc>
                <a:spcPct val="140000"/>
              </a:lnSpc>
            </a:pPr>
            <a:r>
              <a:rPr lang="en-US" altLang="zh-CN" sz="2400" b="1" dirty="0">
                <a:latin typeface="Times New Roman" panose="02020603050405020304" pitchFamily="18" charset="0"/>
                <a:ea typeface="宋体" panose="02010600030101010101" pitchFamily="2" charset="-122"/>
              </a:rPr>
              <a:t>  }</a:t>
            </a:r>
          </a:p>
          <a:p>
            <a:pPr>
              <a:lnSpc>
                <a:spcPct val="140000"/>
              </a:lnSpc>
              <a:spcBef>
                <a:spcPct val="50000"/>
              </a:spcBef>
            </a:pPr>
            <a:endParaRPr lang="en-US" altLang="zh-CN" sz="2400" b="1" dirty="0">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p:cNvSpPr>
          <p:nvPr>
            <p:ph idx="4294967295"/>
          </p:nvPr>
        </p:nvSpPr>
        <p:spPr>
          <a:xfrm>
            <a:off x="0" y="620713"/>
            <a:ext cx="8147050" cy="5145087"/>
          </a:xfrm>
        </p:spPr>
        <p:txBody>
          <a:bodyPr vert="horz" wrap="square" lIns="91440" tIns="45720" rIns="91440" bIns="45720" anchor="t" anchorCtr="0"/>
          <a:lstStyle/>
          <a:p>
            <a:pPr eaLnBrk="1" hangingPunct="1">
              <a:buNone/>
            </a:pPr>
            <a:r>
              <a:rPr lang="en-US" altLang="zh-CN" b="1" dirty="0">
                <a:solidFill>
                  <a:srgbClr val="FF3300"/>
                </a:solidFill>
                <a:latin typeface="楷体_GB2312" panose="02010609030101010101" pitchFamily="49" charset="-122"/>
                <a:ea typeface="楷体_GB2312" panose="02010609030101010101" pitchFamily="49" charset="-122"/>
              </a:rPr>
              <a:t>2</a:t>
            </a:r>
            <a:r>
              <a:rPr lang="zh-CN" altLang="en-US" b="1" dirty="0">
                <a:solidFill>
                  <a:srgbClr val="FF3300"/>
                </a:solidFill>
                <a:latin typeface="楷体_GB2312" panose="02010609030101010101" pitchFamily="49" charset="-122"/>
                <a:ea typeface="楷体_GB2312" panose="02010609030101010101" pitchFamily="49" charset="-122"/>
              </a:rPr>
              <a:t>）基于时序的编程方法</a:t>
            </a:r>
          </a:p>
          <a:p>
            <a:pPr eaLnBrk="1" hangingPunct="1">
              <a:buNone/>
            </a:pPr>
            <a:endParaRPr lang="en-US" altLang="zh-CN" b="1" dirty="0">
              <a:solidFill>
                <a:srgbClr val="FF3300"/>
              </a:solidFill>
              <a:latin typeface="楷体_GB2312" panose="02010609030101010101" pitchFamily="49" charset="-122"/>
              <a:ea typeface="楷体_GB2312" panose="02010609030101010101" pitchFamily="49" charset="-122"/>
            </a:endParaRPr>
          </a:p>
        </p:txBody>
      </p:sp>
      <p:sp>
        <p:nvSpPr>
          <p:cNvPr id="98306" name="Rectangle 5"/>
          <p:cNvSpPr/>
          <p:nvPr/>
        </p:nvSpPr>
        <p:spPr>
          <a:xfrm>
            <a:off x="2987675" y="6164263"/>
            <a:ext cx="3455670" cy="460375"/>
          </a:xfrm>
          <a:prstGeom prst="rect">
            <a:avLst/>
          </a:prstGeom>
          <a:noFill/>
          <a:ln w="9525">
            <a:noFill/>
          </a:ln>
        </p:spPr>
        <p:txBody>
          <a:bodyPr wrap="none" anchor="ctr" anchorCtr="0">
            <a:spAutoFit/>
          </a:bodyPr>
          <a:lstStyle/>
          <a:p>
            <a:pPr eaLnBrk="0" hangingPunct="0"/>
            <a:r>
              <a:rPr lang="zh-CN" altLang="en-US" sz="2400" b="1" dirty="0">
                <a:solidFill>
                  <a:srgbClr val="000000"/>
                </a:solidFill>
                <a:latin typeface="宋体" panose="02010600030101010101" pitchFamily="2" charset="-122"/>
                <a:ea typeface="宋体" panose="02010600030101010101" pitchFamily="2" charset="-122"/>
              </a:rPr>
              <a:t>图</a:t>
            </a:r>
            <a:r>
              <a:rPr lang="en-US" altLang="zh-CN" sz="2400" b="1" dirty="0">
                <a:solidFill>
                  <a:srgbClr val="000000"/>
                </a:solidFill>
                <a:latin typeface="宋体" panose="02010600030101010101" pitchFamily="2" charset="-122"/>
                <a:ea typeface="宋体" panose="02010600030101010101" pitchFamily="2" charset="-122"/>
              </a:rPr>
              <a:t>10-20 ADC0809</a:t>
            </a:r>
            <a:r>
              <a:rPr lang="zh-CN" altLang="en-US" sz="2400" b="1" dirty="0">
                <a:solidFill>
                  <a:srgbClr val="000000"/>
                </a:solidFill>
                <a:latin typeface="宋体" panose="02010600030101010101" pitchFamily="2" charset="-122"/>
                <a:ea typeface="宋体" panose="02010600030101010101" pitchFamily="2" charset="-122"/>
              </a:rPr>
              <a:t>时序图</a:t>
            </a:r>
            <a:r>
              <a:rPr lang="zh-CN" altLang="en-US" sz="1600" b="1" dirty="0">
                <a:solidFill>
                  <a:srgbClr val="000000"/>
                </a:solidFill>
                <a:latin typeface="Times New Roman" panose="02020603050405020304" pitchFamily="18" charset="0"/>
                <a:ea typeface="宋体" panose="02010600030101010101" pitchFamily="2" charset="-122"/>
              </a:rPr>
              <a:t> </a:t>
            </a:r>
            <a:endParaRPr lang="zh-CN" altLang="en-US" sz="1600" b="1" dirty="0">
              <a:solidFill>
                <a:srgbClr val="000000"/>
              </a:solidFill>
              <a:latin typeface="Times New Roman" panose="02020603050405020304" pitchFamily="18" charset="0"/>
              <a:ea typeface="Times New Roman" panose="02020603050405020304" pitchFamily="18" charset="0"/>
            </a:endParaRPr>
          </a:p>
        </p:txBody>
      </p:sp>
      <p:pic>
        <p:nvPicPr>
          <p:cNvPr id="7" name="Picture 8"/>
          <p:cNvPicPr>
            <a:picLocks noChangeAspect="1"/>
          </p:cNvPicPr>
          <p:nvPr/>
        </p:nvPicPr>
        <p:blipFill>
          <a:blip r:embed="rId2"/>
          <a:stretch>
            <a:fillRect/>
          </a:stretch>
        </p:blipFill>
        <p:spPr>
          <a:xfrm>
            <a:off x="539750" y="1341438"/>
            <a:ext cx="7704138" cy="4608512"/>
          </a:xfrm>
          <a:prstGeom prst="rect">
            <a:avLst/>
          </a:prstGeom>
          <a:noFill/>
          <a:ln w="9525">
            <a:noFill/>
          </a:ln>
        </p:spPr>
      </p:pic>
      <mc:AlternateContent xmlns:mc="http://schemas.openxmlformats.org/markup-compatibility/2006" xmlns:p14="http://schemas.microsoft.com/office/powerpoint/2010/main">
        <mc:Choice Requires="p14">
          <p:contentPart p14:bwMode="auto" r:id="rId3">
            <p14:nvContentPartPr>
              <p14:cNvPr id="2" name="墨迹 1">
                <a:extLst>
                  <a:ext uri="{FF2B5EF4-FFF2-40B4-BE49-F238E27FC236}">
                    <a16:creationId xmlns:a16="http://schemas.microsoft.com/office/drawing/2014/main" id="{EC0AF85D-FA66-D227-EDEA-25C4C8F5C9CF}"/>
                  </a:ext>
                </a:extLst>
              </p14:cNvPr>
              <p14:cNvContentPartPr/>
              <p14:nvPr/>
            </p14:nvContentPartPr>
            <p14:xfrm>
              <a:off x="4511747" y="3639316"/>
              <a:ext cx="18360" cy="456840"/>
            </p14:xfrm>
          </p:contentPart>
        </mc:Choice>
        <mc:Fallback xmlns="">
          <p:pic>
            <p:nvPicPr>
              <p:cNvPr id="2" name="墨迹 1">
                <a:extLst>
                  <a:ext uri="{FF2B5EF4-FFF2-40B4-BE49-F238E27FC236}">
                    <a16:creationId xmlns:a16="http://schemas.microsoft.com/office/drawing/2014/main" id="{EC0AF85D-FA66-D227-EDEA-25C4C8F5C9CF}"/>
                  </a:ext>
                </a:extLst>
              </p:cNvPr>
              <p:cNvPicPr/>
              <p:nvPr/>
            </p:nvPicPr>
            <p:blipFill>
              <a:blip r:embed="rId4"/>
              <a:stretch>
                <a:fillRect/>
              </a:stretch>
            </p:blipFill>
            <p:spPr>
              <a:xfrm>
                <a:off x="4493747" y="3621676"/>
                <a:ext cx="54000" cy="492480"/>
              </a:xfrm>
              <a:prstGeom prst="rect">
                <a:avLst/>
              </a:prstGeom>
            </p:spPr>
          </p:pic>
        </mc:Fallback>
      </mc:AlternateContent>
      <p:grpSp>
        <p:nvGrpSpPr>
          <p:cNvPr id="5" name="组合 4">
            <a:extLst>
              <a:ext uri="{FF2B5EF4-FFF2-40B4-BE49-F238E27FC236}">
                <a16:creationId xmlns:a16="http://schemas.microsoft.com/office/drawing/2014/main" id="{8CDC39DF-657A-44C6-825B-122BC9C6A71B}"/>
              </a:ext>
            </a:extLst>
          </p:cNvPr>
          <p:cNvGrpSpPr/>
          <p:nvPr/>
        </p:nvGrpSpPr>
        <p:grpSpPr>
          <a:xfrm>
            <a:off x="5949227" y="3639316"/>
            <a:ext cx="229320" cy="487080"/>
            <a:chOff x="5949227" y="3639316"/>
            <a:chExt cx="229320" cy="487080"/>
          </a:xfrm>
        </p:grpSpPr>
        <mc:AlternateContent xmlns:mc="http://schemas.openxmlformats.org/markup-compatibility/2006" xmlns:p14="http://schemas.microsoft.com/office/powerpoint/2010/main">
          <mc:Choice Requires="p14">
            <p:contentPart p14:bwMode="auto" r:id="rId5">
              <p14:nvContentPartPr>
                <p14:cNvPr id="3" name="墨迹 2">
                  <a:extLst>
                    <a:ext uri="{FF2B5EF4-FFF2-40B4-BE49-F238E27FC236}">
                      <a16:creationId xmlns:a16="http://schemas.microsoft.com/office/drawing/2014/main" id="{5E5C0CE1-C853-7A36-156B-4122EE1E9CD9}"/>
                    </a:ext>
                  </a:extLst>
                </p14:cNvPr>
                <p14:cNvContentPartPr/>
                <p14:nvPr/>
              </p14:nvContentPartPr>
              <p14:xfrm>
                <a:off x="5949227" y="3657316"/>
                <a:ext cx="18720" cy="469080"/>
              </p14:xfrm>
            </p:contentPart>
          </mc:Choice>
          <mc:Fallback xmlns="">
            <p:pic>
              <p:nvPicPr>
                <p:cNvPr id="3" name="墨迹 2">
                  <a:extLst>
                    <a:ext uri="{FF2B5EF4-FFF2-40B4-BE49-F238E27FC236}">
                      <a16:creationId xmlns:a16="http://schemas.microsoft.com/office/drawing/2014/main" id="{5E5C0CE1-C853-7A36-156B-4122EE1E9CD9}"/>
                    </a:ext>
                  </a:extLst>
                </p:cNvPr>
                <p:cNvPicPr/>
                <p:nvPr/>
              </p:nvPicPr>
              <p:blipFill>
                <a:blip r:embed="rId6"/>
                <a:stretch>
                  <a:fillRect/>
                </a:stretch>
              </p:blipFill>
              <p:spPr>
                <a:xfrm>
                  <a:off x="5931587" y="3639676"/>
                  <a:ext cx="54360" cy="5047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 name="墨迹 3">
                  <a:extLst>
                    <a:ext uri="{FF2B5EF4-FFF2-40B4-BE49-F238E27FC236}">
                      <a16:creationId xmlns:a16="http://schemas.microsoft.com/office/drawing/2014/main" id="{8EDB4011-B14F-4800-7571-984963365327}"/>
                    </a:ext>
                  </a:extLst>
                </p14:cNvPr>
                <p14:cNvContentPartPr/>
                <p14:nvPr/>
              </p14:nvContentPartPr>
              <p14:xfrm>
                <a:off x="5973707" y="3639316"/>
                <a:ext cx="204840" cy="24840"/>
              </p14:xfrm>
            </p:contentPart>
          </mc:Choice>
          <mc:Fallback xmlns="">
            <p:pic>
              <p:nvPicPr>
                <p:cNvPr id="4" name="墨迹 3">
                  <a:extLst>
                    <a:ext uri="{FF2B5EF4-FFF2-40B4-BE49-F238E27FC236}">
                      <a16:creationId xmlns:a16="http://schemas.microsoft.com/office/drawing/2014/main" id="{8EDB4011-B14F-4800-7571-984963365327}"/>
                    </a:ext>
                  </a:extLst>
                </p:cNvPr>
                <p:cNvPicPr/>
                <p:nvPr/>
              </p:nvPicPr>
              <p:blipFill>
                <a:blip r:embed="rId8"/>
                <a:stretch>
                  <a:fillRect/>
                </a:stretch>
              </p:blipFill>
              <p:spPr>
                <a:xfrm>
                  <a:off x="5955707" y="3621676"/>
                  <a:ext cx="240480" cy="60480"/>
                </a:xfrm>
                <a:prstGeom prst="rect">
                  <a:avLst/>
                </a:prstGeom>
              </p:spPr>
            </p:pic>
          </mc:Fallback>
        </mc:AlternateContent>
      </p:grpSp>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ext Box 4"/>
          <p:cNvSpPr txBox="1"/>
          <p:nvPr/>
        </p:nvSpPr>
        <p:spPr>
          <a:xfrm>
            <a:off x="-324485" y="1844675"/>
            <a:ext cx="9791700" cy="2563495"/>
          </a:xfrm>
          <a:prstGeom prst="rect">
            <a:avLst/>
          </a:prstGeom>
          <a:noFill/>
          <a:ln w="9525">
            <a:noFill/>
          </a:ln>
        </p:spPr>
        <p:txBody>
          <a:bodyPr wrap="square" anchor="t" anchorCtr="0">
            <a:spAutoFit/>
          </a:bodyPr>
          <a:lstStyle/>
          <a:p>
            <a:pPr marL="342900" indent="-342900" eaLnBrk="0" hangingPunct="0">
              <a:lnSpc>
                <a:spcPct val="130000"/>
              </a:lnSpc>
              <a:spcBef>
                <a:spcPct val="50000"/>
              </a:spcBef>
              <a:buClr>
                <a:schemeClr val="folHlink"/>
              </a:buClr>
              <a:buSzPct val="60000"/>
            </a:pPr>
            <a:r>
              <a:rPr lang="en-US" altLang="zh-CN" dirty="0">
                <a:solidFill>
                  <a:srgbClr val="000000"/>
                </a:solidFill>
                <a:ea typeface="宋体" panose="02010600030101010101" pitchFamily="2" charset="-122"/>
                <a:cs typeface="Times New Roman" panose="02020603050405020304" pitchFamily="18" charset="0"/>
              </a:rPr>
              <a:t>              </a:t>
            </a:r>
            <a:r>
              <a:rPr lang="en-US" altLang="zh-CN" sz="2400" b="1" dirty="0">
                <a:ea typeface="楷体_GB2312" panose="02010609030101010101" pitchFamily="49" charset="-122"/>
                <a:cs typeface="Times New Roman" panose="02020603050405020304" pitchFamily="18" charset="0"/>
              </a:rPr>
              <a:t>(1)</a:t>
            </a:r>
            <a:r>
              <a:rPr lang="zh-CN" altLang="en-US" sz="2400" b="1" dirty="0">
                <a:ea typeface="楷体_GB2312" panose="02010609030101010101" pitchFamily="49" charset="-122"/>
                <a:cs typeface="Times New Roman" panose="02020603050405020304" pitchFamily="18" charset="0"/>
              </a:rPr>
              <a:t>先使</a:t>
            </a:r>
            <a:r>
              <a:rPr lang="en-US" altLang="zh-CN" sz="2400" b="1" dirty="0">
                <a:ea typeface="楷体_GB2312" panose="02010609030101010101" pitchFamily="49" charset="-122"/>
                <a:cs typeface="Times New Roman" panose="02020603050405020304" pitchFamily="18" charset="0"/>
              </a:rPr>
              <a:t>START</a:t>
            </a:r>
            <a:r>
              <a:rPr lang="zh-CN" altLang="en-US" sz="2400" b="1" dirty="0">
                <a:ea typeface="楷体_GB2312" panose="02010609030101010101" pitchFamily="49" charset="-122"/>
                <a:cs typeface="Times New Roman" panose="02020603050405020304" pitchFamily="18" charset="0"/>
              </a:rPr>
              <a:t>和</a:t>
            </a:r>
            <a:r>
              <a:rPr lang="en-US" altLang="zh-CN" sz="2400" b="1" dirty="0">
                <a:ea typeface="楷体_GB2312" panose="02010609030101010101" pitchFamily="49" charset="-122"/>
                <a:cs typeface="Times New Roman" panose="02020603050405020304" pitchFamily="18" charset="0"/>
              </a:rPr>
              <a:t>OE</a:t>
            </a:r>
            <a:r>
              <a:rPr lang="zh-CN" altLang="en-US" sz="2400" b="1" dirty="0">
                <a:ea typeface="楷体_GB2312" panose="02010609030101010101" pitchFamily="49" charset="-122"/>
                <a:cs typeface="Times New Roman" panose="02020603050405020304" pitchFamily="18" charset="0"/>
              </a:rPr>
              <a:t>信号全为低电平</a:t>
            </a:r>
            <a:r>
              <a:rPr lang="en-US" altLang="zh-CN" sz="2400" b="1" dirty="0">
                <a:ea typeface="楷体_GB2312" panose="02010609030101010101" pitchFamily="49" charset="-122"/>
                <a:cs typeface="Times New Roman" panose="02020603050405020304" pitchFamily="18" charset="0"/>
              </a:rPr>
              <a:t>;</a:t>
            </a:r>
          </a:p>
          <a:p>
            <a:pPr marL="342900" indent="-342900" eaLnBrk="0" hangingPunct="0">
              <a:lnSpc>
                <a:spcPct val="130000"/>
              </a:lnSpc>
              <a:spcBef>
                <a:spcPct val="50000"/>
              </a:spcBef>
              <a:buClr>
                <a:schemeClr val="folHlink"/>
              </a:buClr>
              <a:buSzPct val="60000"/>
            </a:pPr>
            <a:r>
              <a:rPr lang="en-US" altLang="zh-CN" sz="2400" b="1" dirty="0">
                <a:ea typeface="楷体_GB2312" panose="02010609030101010101" pitchFamily="49" charset="-122"/>
                <a:cs typeface="Times New Roman" panose="02020603050405020304" pitchFamily="18" charset="0"/>
              </a:rPr>
              <a:t>		(2)</a:t>
            </a:r>
            <a:r>
              <a:rPr lang="zh-CN" altLang="en-US" sz="2400" b="1" dirty="0">
                <a:ea typeface="楷体_GB2312" panose="02010609030101010101" pitchFamily="49" charset="-122"/>
                <a:cs typeface="Times New Roman" panose="02020603050405020304" pitchFamily="18" charset="0"/>
              </a:rPr>
              <a:t>然后送要转换的通道地址给地址线</a:t>
            </a:r>
            <a:r>
              <a:rPr lang="en-US" altLang="zh-CN" sz="2400" b="1" dirty="0">
                <a:ea typeface="楷体_GB2312" panose="02010609030101010101" pitchFamily="49" charset="-122"/>
                <a:cs typeface="Times New Roman" panose="02020603050405020304" pitchFamily="18" charset="0"/>
              </a:rPr>
              <a:t>ADDA</a:t>
            </a:r>
            <a:r>
              <a:rPr lang="zh-CN" altLang="en-US" sz="2400" b="1" dirty="0">
                <a:ea typeface="楷体_GB2312" panose="02010609030101010101" pitchFamily="49" charset="-122"/>
                <a:cs typeface="Times New Roman" panose="02020603050405020304" pitchFamily="18" charset="0"/>
              </a:rPr>
              <a:t>、</a:t>
            </a:r>
            <a:r>
              <a:rPr lang="en-US" altLang="zh-CN" sz="2400" b="1" dirty="0">
                <a:ea typeface="楷体_GB2312" panose="02010609030101010101" pitchFamily="49" charset="-122"/>
                <a:cs typeface="Times New Roman" panose="02020603050405020304" pitchFamily="18" charset="0"/>
              </a:rPr>
              <a:t>ADDB</a:t>
            </a:r>
            <a:r>
              <a:rPr lang="zh-CN" altLang="en-US" sz="2400" b="1" dirty="0">
                <a:ea typeface="楷体_GB2312" panose="02010609030101010101" pitchFamily="49" charset="-122"/>
                <a:cs typeface="Times New Roman" panose="02020603050405020304" pitchFamily="18" charset="0"/>
              </a:rPr>
              <a:t>和</a:t>
            </a:r>
            <a:r>
              <a:rPr lang="en-US" altLang="zh-CN" sz="2400" b="1" dirty="0">
                <a:ea typeface="楷体_GB2312" panose="02010609030101010101" pitchFamily="49" charset="-122"/>
                <a:cs typeface="Times New Roman" panose="02020603050405020304" pitchFamily="18" charset="0"/>
              </a:rPr>
              <a:t>ADDC</a:t>
            </a:r>
            <a:r>
              <a:rPr lang="zh-CN" altLang="en-US" sz="2400" b="1" dirty="0">
                <a:ea typeface="楷体_GB2312" panose="02010609030101010101" pitchFamily="49" charset="-122"/>
                <a:cs typeface="Times New Roman" panose="02020603050405020304" pitchFamily="18" charset="0"/>
              </a:rPr>
              <a:t>；</a:t>
            </a:r>
          </a:p>
          <a:p>
            <a:pPr marL="342900" indent="-342900" eaLnBrk="0" hangingPunct="0">
              <a:lnSpc>
                <a:spcPct val="130000"/>
              </a:lnSpc>
              <a:spcBef>
                <a:spcPct val="50000"/>
              </a:spcBef>
              <a:buClr>
                <a:schemeClr val="folHlink"/>
              </a:buClr>
              <a:buSzPct val="60000"/>
            </a:pPr>
            <a:r>
              <a:rPr lang="zh-CN" altLang="en-US" sz="2400" b="1" dirty="0">
                <a:ea typeface="楷体_GB2312" panose="02010609030101010101" pitchFamily="49" charset="-122"/>
                <a:cs typeface="Times New Roman" panose="02020603050405020304" pitchFamily="18" charset="0"/>
              </a:rPr>
              <a:t>		</a:t>
            </a:r>
            <a:r>
              <a:rPr lang="en-US" altLang="zh-CN" sz="2400" b="1" dirty="0">
                <a:ea typeface="楷体_GB2312" panose="02010609030101010101" pitchFamily="49" charset="-122"/>
                <a:cs typeface="Times New Roman" panose="02020603050405020304" pitchFamily="18" charset="0"/>
              </a:rPr>
              <a:t>(3)</a:t>
            </a:r>
            <a:r>
              <a:rPr lang="zh-CN" altLang="en-US" sz="2400" b="1" dirty="0">
                <a:ea typeface="楷体_GB2312" panose="02010609030101010101" pitchFamily="49" charset="-122"/>
                <a:cs typeface="Times New Roman" panose="02020603050405020304" pitchFamily="18" charset="0"/>
              </a:rPr>
              <a:t>给</a:t>
            </a:r>
            <a:r>
              <a:rPr lang="en-US" altLang="zh-CN" sz="2400" b="1" dirty="0">
                <a:ea typeface="楷体_GB2312" panose="02010609030101010101" pitchFamily="49" charset="-122"/>
                <a:cs typeface="Times New Roman" panose="02020603050405020304" pitchFamily="18" charset="0"/>
              </a:rPr>
              <a:t>START</a:t>
            </a:r>
            <a:r>
              <a:rPr lang="zh-CN" altLang="en-US" sz="2400" b="1" dirty="0">
                <a:ea typeface="楷体_GB2312" panose="02010609030101010101" pitchFamily="49" charset="-122"/>
                <a:cs typeface="Times New Roman" panose="02020603050405020304" pitchFamily="18" charset="0"/>
              </a:rPr>
              <a:t>端送一个至少有</a:t>
            </a:r>
            <a:r>
              <a:rPr lang="en-US" altLang="zh-CN" sz="2400" b="1" dirty="0">
                <a:ea typeface="楷体_GB2312" panose="02010609030101010101" pitchFamily="49" charset="-122"/>
                <a:cs typeface="Times New Roman" panose="02020603050405020304" pitchFamily="18" charset="0"/>
              </a:rPr>
              <a:t>100ns</a:t>
            </a:r>
            <a:r>
              <a:rPr lang="zh-CN" altLang="en-US" sz="2400" b="1" dirty="0">
                <a:ea typeface="楷体_GB2312" panose="02010609030101010101" pitchFamily="49" charset="-122"/>
                <a:cs typeface="Times New Roman" panose="02020603050405020304" pitchFamily="18" charset="0"/>
              </a:rPr>
              <a:t>宽的正脉冲信号。</a:t>
            </a:r>
          </a:p>
          <a:p>
            <a:pPr marL="342900" indent="-342900" eaLnBrk="0" hangingPunct="0">
              <a:lnSpc>
                <a:spcPct val="130000"/>
              </a:lnSpc>
              <a:spcBef>
                <a:spcPct val="50000"/>
              </a:spcBef>
              <a:buClr>
                <a:schemeClr val="folHlink"/>
              </a:buClr>
              <a:buSzPct val="60000"/>
            </a:pPr>
            <a:r>
              <a:rPr lang="zh-CN" altLang="en-US" sz="2400" b="1" dirty="0">
                <a:ea typeface="楷体_GB2312" panose="02010609030101010101" pitchFamily="49" charset="-122"/>
                <a:cs typeface="Times New Roman" panose="02020603050405020304" pitchFamily="18" charset="0"/>
              </a:rPr>
              <a:t>		</a:t>
            </a:r>
            <a:r>
              <a:rPr lang="en-US" altLang="zh-CN" sz="2400" b="1" dirty="0">
                <a:ea typeface="楷体_GB2312" panose="02010609030101010101" pitchFamily="49" charset="-122"/>
                <a:cs typeface="Times New Roman" panose="02020603050405020304" pitchFamily="18" charset="0"/>
              </a:rPr>
              <a:t>(4)</a:t>
            </a:r>
            <a:r>
              <a:rPr lang="zh-CN" altLang="en-US" sz="2400" b="1" dirty="0">
                <a:ea typeface="楷体_GB2312" panose="02010609030101010101" pitchFamily="49" charset="-122"/>
                <a:cs typeface="Times New Roman" panose="02020603050405020304" pitchFamily="18" charset="0"/>
              </a:rPr>
              <a:t>最后根据</a:t>
            </a:r>
            <a:r>
              <a:rPr lang="en-US" altLang="zh-CN" sz="2400" b="1" dirty="0">
                <a:ea typeface="楷体_GB2312" panose="02010609030101010101" pitchFamily="49" charset="-122"/>
                <a:cs typeface="Times New Roman" panose="02020603050405020304" pitchFamily="18" charset="0"/>
              </a:rPr>
              <a:t>EOC</a:t>
            </a:r>
            <a:r>
              <a:rPr lang="zh-CN" altLang="en-US" sz="2400" b="1" dirty="0">
                <a:ea typeface="楷体_GB2312" panose="02010609030101010101" pitchFamily="49" charset="-122"/>
                <a:cs typeface="Times New Roman" panose="02020603050405020304" pitchFamily="18" charset="0"/>
              </a:rPr>
              <a:t>是否为高电平判断数据是否转换完成。</a:t>
            </a:r>
            <a:r>
              <a:rPr lang="zh-CN" altLang="en-US" sz="1600" dirty="0">
                <a:solidFill>
                  <a:srgbClr val="000000"/>
                </a:solidFill>
                <a:ea typeface="宋体" panose="02010600030101010101" pitchFamily="2" charset="-122"/>
                <a:cs typeface="Times New Roman" panose="02020603050405020304" pitchFamily="18" charset="0"/>
              </a:rPr>
              <a:t> </a:t>
            </a:r>
            <a:endParaRPr lang="zh-CN" altLang="en-US" sz="1600" dirty="0">
              <a:solidFill>
                <a:srgbClr val="000000"/>
              </a:solidFill>
              <a:ea typeface="Times New Roman" panose="02020603050405020304" pitchFamily="18" charset="0"/>
              <a:cs typeface="Times New Roman" panose="02020603050405020304" pitchFamily="18" charset="0"/>
            </a:endParaRPr>
          </a:p>
        </p:txBody>
      </p:sp>
    </p:spTree>
  </p:cSld>
  <p:clrMapOvr>
    <a:masterClrMapping/>
  </p:clrMapOvr>
  <p:transition spd="med">
    <p:zoom/>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p:nvPr/>
        </p:nvSpPr>
        <p:spPr>
          <a:xfrm>
            <a:off x="250825" y="836613"/>
            <a:ext cx="8135938" cy="1050290"/>
          </a:xfrm>
          <a:prstGeom prst="rect">
            <a:avLst/>
          </a:prstGeom>
          <a:noFill/>
          <a:ln w="9525">
            <a:noFill/>
          </a:ln>
        </p:spPr>
        <p:txBody>
          <a:bodyPr anchor="t" anchorCtr="0">
            <a:spAutoFit/>
          </a:bodyPr>
          <a:lstStyle/>
          <a:p>
            <a:pPr>
              <a:lnSpc>
                <a:spcPct val="130000"/>
              </a:lnSpc>
              <a:spcBef>
                <a:spcPct val="20000"/>
              </a:spcBef>
            </a:pPr>
            <a:r>
              <a:rPr lang="zh-CN" altLang="en-US" sz="2400" b="1" dirty="0">
                <a:solidFill>
                  <a:schemeClr val="tx1"/>
                </a:solidFill>
                <a:latin typeface="Times New Roman" panose="02020603050405020304" pitchFamily="18" charset="0"/>
                <a:ea typeface="宋体" panose="02010600030101010101" pitchFamily="2" charset="-122"/>
              </a:rPr>
              <a:t>例</a:t>
            </a:r>
            <a:r>
              <a:rPr lang="en-US" altLang="zh-CN" sz="2400" b="1" dirty="0">
                <a:solidFill>
                  <a:schemeClr val="tx1"/>
                </a:solidFill>
                <a:latin typeface="Times New Roman" panose="02020603050405020304" pitchFamily="18" charset="0"/>
                <a:ea typeface="宋体" panose="02010600030101010101" pitchFamily="2" charset="-122"/>
              </a:rPr>
              <a:t>10-4  </a:t>
            </a:r>
            <a:r>
              <a:rPr sz="2400" b="1" dirty="0">
                <a:solidFill>
                  <a:schemeClr val="tx1"/>
                </a:solidFill>
                <a:latin typeface="Times New Roman" panose="02020603050405020304" pitchFamily="18" charset="0"/>
                <a:ea typeface="宋体" panose="02010600030101010101" pitchFamily="2" charset="-122"/>
              </a:rPr>
              <a:t>采用时序的方法实现例10-5的功能，用与P1口相连的LED显示转换得到的数字量。</a:t>
            </a:r>
            <a:endParaRPr lang="zh-CN" altLang="en-US" sz="2400" b="1" dirty="0">
              <a:solidFill>
                <a:schemeClr val="tx1"/>
              </a:solidFill>
              <a:latin typeface="Times New Roman" panose="02020603050405020304" pitchFamily="18" charset="0"/>
              <a:ea typeface="宋体" panose="02010600030101010101" pitchFamily="2" charset="-122"/>
            </a:endParaRPr>
          </a:p>
        </p:txBody>
      </p:sp>
      <p:pic>
        <p:nvPicPr>
          <p:cNvPr id="2" name="图片 82"/>
          <p:cNvPicPr>
            <a:picLocks noChangeAspect="1"/>
          </p:cNvPicPr>
          <p:nvPr/>
        </p:nvPicPr>
        <p:blipFill>
          <a:blip r:embed="rId2"/>
          <a:srcRect l="9883" t="27652" r="19479" b="19882"/>
          <a:stretch>
            <a:fillRect/>
          </a:stretch>
        </p:blipFill>
        <p:spPr>
          <a:xfrm>
            <a:off x="539750" y="1916430"/>
            <a:ext cx="8488680" cy="4448810"/>
          </a:xfrm>
          <a:prstGeom prst="rect">
            <a:avLst/>
          </a:prstGeom>
          <a:noFill/>
          <a:ln w="9525">
            <a:noFill/>
          </a:ln>
        </p:spPr>
      </p:pic>
    </p:spTree>
  </p:cSld>
  <p:clrMapOvr>
    <a:masterClrMapping/>
  </p:clrMapOvr>
  <p:transition spd="med">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00386"/>
                                        </p:tgtEl>
                                        <p:attrNameLst>
                                          <p:attrName>style.visibility</p:attrName>
                                        </p:attrNameLst>
                                      </p:cBhvr>
                                      <p:to>
                                        <p:strVal val="visible"/>
                                      </p:to>
                                    </p:set>
                                    <p:animEffect transition="in" filter="checkerboard(across)">
                                      <p:cBhvr>
                                        <p:cTn id="7" dur="500"/>
                                        <p:tgtEl>
                                          <p:spTgt spid="400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38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内容占位符 2"/>
          <p:cNvPicPr>
            <a:picLocks noGrp="1" noChangeAspect="1"/>
          </p:cNvPicPr>
          <p:nvPr>
            <p:ph/>
          </p:nvPr>
        </p:nvPicPr>
        <p:blipFill>
          <a:blip r:embed="rId2"/>
          <a:stretch>
            <a:fillRect/>
          </a:stretch>
        </p:blipFill>
        <p:spPr>
          <a:xfrm>
            <a:off x="685800" y="908720"/>
            <a:ext cx="7772400" cy="5319165"/>
          </a:xfrm>
          <a:prstGeom prst="rect">
            <a:avLst/>
          </a:prstGeom>
        </p:spPr>
      </p:pic>
    </p:spTree>
  </p:cSld>
  <p:clrMapOvr>
    <a:masterClrMapping/>
  </p:clrMapOvr>
  <p:transition spd="med">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ext Box 4"/>
          <p:cNvSpPr txBox="1"/>
          <p:nvPr/>
        </p:nvSpPr>
        <p:spPr>
          <a:xfrm>
            <a:off x="323850" y="549275"/>
            <a:ext cx="8496300" cy="2224088"/>
          </a:xfrm>
          <a:prstGeom prst="rect">
            <a:avLst/>
          </a:prstGeom>
          <a:noFill/>
          <a:ln w="9525">
            <a:noFill/>
          </a:ln>
        </p:spPr>
        <p:txBody>
          <a:bodyPr anchor="t" anchorCtr="0">
            <a:spAutoFit/>
          </a:bodyPr>
          <a:lstStyle/>
          <a:p>
            <a:pPr algn="ctr">
              <a:lnSpc>
                <a:spcPct val="140000"/>
              </a:lnSpc>
            </a:pPr>
            <a:r>
              <a:rPr lang="zh-CN" altLang="en-US" sz="2800" b="1" dirty="0">
                <a:solidFill>
                  <a:srgbClr val="FF3300"/>
                </a:solidFill>
                <a:latin typeface="Times New Roman" panose="02020603050405020304" pitchFamily="18" charset="0"/>
                <a:ea typeface="宋体" panose="02010600030101010101" pitchFamily="2" charset="-122"/>
              </a:rPr>
              <a:t>本章小结</a:t>
            </a:r>
          </a:p>
          <a:p>
            <a:pPr>
              <a:lnSpc>
                <a:spcPct val="140000"/>
              </a:lnSpc>
            </a:pPr>
            <a:r>
              <a:rPr lang="zh-CN" altLang="en-US" sz="2400" b="1" dirty="0">
                <a:latin typeface="Times New Roman" panose="02020603050405020304" pitchFamily="18" charset="0"/>
                <a:ea typeface="宋体" panose="02010600030101010101" pitchFamily="2" charset="-122"/>
              </a:rPr>
              <a:t>       将模拟量变换成数字量的过程称为</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转换，相反的过程称为</a:t>
            </a:r>
            <a:r>
              <a:rPr lang="en-US" altLang="zh-CN" sz="2400" b="1" dirty="0">
                <a:latin typeface="Times New Roman" panose="02020603050405020304" pitchFamily="18" charset="0"/>
                <a:ea typeface="宋体" panose="02010600030101010101" pitchFamily="2" charset="-122"/>
              </a:rPr>
              <a:t>D/A</a:t>
            </a:r>
            <a:r>
              <a:rPr lang="zh-CN" altLang="en-US" sz="2400" b="1" dirty="0">
                <a:latin typeface="Times New Roman" panose="02020603050405020304" pitchFamily="18" charset="0"/>
                <a:ea typeface="宋体" panose="02010600030101010101" pitchFamily="2" charset="-122"/>
              </a:rPr>
              <a:t>转换。实现</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转换的设备称为</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转换器或</a:t>
            </a:r>
            <a:r>
              <a:rPr lang="en-US" altLang="zh-CN" sz="2400" b="1" dirty="0">
                <a:latin typeface="Times New Roman" panose="02020603050405020304" pitchFamily="18" charset="0"/>
                <a:ea typeface="宋体" panose="02010600030101010101" pitchFamily="2" charset="-122"/>
              </a:rPr>
              <a:t>ADC</a:t>
            </a:r>
            <a:r>
              <a:rPr lang="zh-CN" altLang="en-US" sz="2400" b="1" dirty="0">
                <a:latin typeface="Times New Roman" panose="02020603050405020304" pitchFamily="18" charset="0"/>
                <a:ea typeface="宋体" panose="02010600030101010101" pitchFamily="2" charset="-122"/>
              </a:rPr>
              <a:t>，实现</a:t>
            </a:r>
            <a:r>
              <a:rPr lang="en-US" altLang="zh-CN" sz="2400" b="1" dirty="0">
                <a:latin typeface="Times New Roman" panose="02020603050405020304" pitchFamily="18" charset="0"/>
                <a:ea typeface="宋体" panose="02010600030101010101" pitchFamily="2" charset="-122"/>
              </a:rPr>
              <a:t>D/A</a:t>
            </a:r>
            <a:r>
              <a:rPr lang="zh-CN" altLang="en-US" sz="2400" b="1" dirty="0">
                <a:latin typeface="Times New Roman" panose="02020603050405020304" pitchFamily="18" charset="0"/>
                <a:ea typeface="宋体" panose="02010600030101010101" pitchFamily="2" charset="-122"/>
              </a:rPr>
              <a:t>转换的设备称为</a:t>
            </a:r>
            <a:r>
              <a:rPr lang="en-US" altLang="zh-CN" sz="2400" b="1" dirty="0">
                <a:latin typeface="Times New Roman" panose="02020603050405020304" pitchFamily="18" charset="0"/>
                <a:ea typeface="宋体" panose="02010600030101010101" pitchFamily="2" charset="-122"/>
              </a:rPr>
              <a:t>D/A</a:t>
            </a:r>
            <a:r>
              <a:rPr lang="zh-CN" altLang="en-US" sz="2400" b="1" dirty="0">
                <a:latin typeface="Times New Roman" panose="02020603050405020304" pitchFamily="18" charset="0"/>
                <a:ea typeface="宋体" panose="02010600030101010101" pitchFamily="2" charset="-122"/>
              </a:rPr>
              <a:t>转换器或</a:t>
            </a:r>
            <a:r>
              <a:rPr lang="en-US" altLang="zh-CN" sz="2400" b="1" dirty="0">
                <a:latin typeface="Times New Roman" panose="02020603050405020304" pitchFamily="18" charset="0"/>
                <a:ea typeface="宋体" panose="02010600030101010101" pitchFamily="2" charset="-122"/>
              </a:rPr>
              <a:t>DAC</a:t>
            </a:r>
            <a:r>
              <a:rPr lang="zh-CN" altLang="en-US" sz="2400" b="1" dirty="0">
                <a:latin typeface="Times New Roman" panose="02020603050405020304" pitchFamily="18" charset="0"/>
                <a:ea typeface="宋体" panose="02010600030101010101" pitchFamily="2" charset="-122"/>
              </a:rPr>
              <a:t>。       </a:t>
            </a:r>
          </a:p>
        </p:txBody>
      </p:sp>
      <p:sp>
        <p:nvSpPr>
          <p:cNvPr id="106498" name="Text Box 5"/>
          <p:cNvSpPr txBox="1"/>
          <p:nvPr/>
        </p:nvSpPr>
        <p:spPr>
          <a:xfrm>
            <a:off x="395288" y="2852738"/>
            <a:ext cx="8497888" cy="1625600"/>
          </a:xfrm>
          <a:prstGeom prst="rect">
            <a:avLst/>
          </a:prstGeom>
          <a:solidFill>
            <a:schemeClr val="accent5">
              <a:lumMod val="20000"/>
              <a:lumOff val="80000"/>
            </a:schemeClr>
          </a:solidFill>
          <a:ln w="9525">
            <a:noFill/>
          </a:ln>
        </p:spPr>
        <p:txBody>
          <a:bodyPr anchor="t">
            <a:spAutoFit/>
          </a:bodyPr>
          <a:lstStyle/>
          <a:p>
            <a:pPr>
              <a:lnSpc>
                <a:spcPct val="140000"/>
              </a:lnSpc>
            </a:pPr>
            <a:r>
              <a:rPr lang="en-US" altLang="zh-CN" sz="2400" b="1" noProof="1">
                <a:latin typeface="Times New Roman" panose="02020603050405020304" pitchFamily="18" charset="0"/>
                <a:ea typeface="宋体" panose="02010600030101010101" pitchFamily="2" charset="-122"/>
                <a:cs typeface="+mn-cs"/>
              </a:rPr>
              <a:t>       </a:t>
            </a:r>
            <a:r>
              <a:rPr lang="zh-CN" altLang="en-US" sz="2400" b="1" noProof="1">
                <a:latin typeface="Times New Roman" panose="02020603050405020304" pitchFamily="18" charset="0"/>
                <a:ea typeface="宋体" panose="02010600030101010101" pitchFamily="2" charset="-122"/>
                <a:cs typeface="+mn-cs"/>
              </a:rPr>
              <a:t>分辨率、转换时间（或转换速度）、转换精度（或转换误差）是</a:t>
            </a:r>
            <a:r>
              <a:rPr lang="en-US" altLang="zh-CN" sz="2400" b="1" noProof="1">
                <a:latin typeface="Times New Roman" panose="02020603050405020304" pitchFamily="18" charset="0"/>
                <a:ea typeface="宋体" panose="02010600030101010101" pitchFamily="2" charset="-122"/>
                <a:cs typeface="+mn-cs"/>
              </a:rPr>
              <a:t>A/D</a:t>
            </a:r>
            <a:r>
              <a:rPr lang="zh-CN" altLang="en-US" sz="2400" b="1" noProof="1">
                <a:latin typeface="Times New Roman" panose="02020603050405020304" pitchFamily="18" charset="0"/>
                <a:ea typeface="宋体" panose="02010600030101010101" pitchFamily="2" charset="-122"/>
                <a:cs typeface="+mn-cs"/>
              </a:rPr>
              <a:t>和</a:t>
            </a:r>
            <a:r>
              <a:rPr lang="en-US" altLang="zh-CN" sz="2400" b="1" noProof="1">
                <a:latin typeface="Times New Roman" panose="02020603050405020304" pitchFamily="18" charset="0"/>
                <a:ea typeface="宋体" panose="02010600030101010101" pitchFamily="2" charset="-122"/>
                <a:cs typeface="+mn-cs"/>
              </a:rPr>
              <a:t>D/A</a:t>
            </a:r>
            <a:r>
              <a:rPr lang="zh-CN" altLang="en-US" sz="2400" b="1" noProof="1">
                <a:latin typeface="Times New Roman" panose="02020603050405020304" pitchFamily="18" charset="0"/>
                <a:ea typeface="宋体" panose="02010600030101010101" pitchFamily="2" charset="-122"/>
                <a:cs typeface="+mn-cs"/>
              </a:rPr>
              <a:t>转换器的主要技术指标。典型的</a:t>
            </a:r>
            <a:r>
              <a:rPr lang="en-US" altLang="zh-CN" sz="2400" b="1" noProof="1">
                <a:latin typeface="Times New Roman" panose="02020603050405020304" pitchFamily="18" charset="0"/>
                <a:ea typeface="宋体" panose="02010600030101010101" pitchFamily="2" charset="-122"/>
                <a:cs typeface="+mn-cs"/>
              </a:rPr>
              <a:t>A/D</a:t>
            </a:r>
            <a:r>
              <a:rPr lang="zh-CN" altLang="en-US" sz="2400" b="1" noProof="1">
                <a:latin typeface="Times New Roman" panose="02020603050405020304" pitchFamily="18" charset="0"/>
                <a:ea typeface="宋体" panose="02010600030101010101" pitchFamily="2" charset="-122"/>
                <a:cs typeface="+mn-cs"/>
              </a:rPr>
              <a:t>和</a:t>
            </a:r>
            <a:r>
              <a:rPr lang="en-US" altLang="zh-CN" sz="2400" b="1" noProof="1">
                <a:latin typeface="Times New Roman" panose="02020603050405020304" pitchFamily="18" charset="0"/>
                <a:ea typeface="宋体" panose="02010600030101010101" pitchFamily="2" charset="-122"/>
                <a:cs typeface="+mn-cs"/>
              </a:rPr>
              <a:t>D/A</a:t>
            </a:r>
            <a:r>
              <a:rPr lang="zh-CN" altLang="en-US" sz="2400" b="1" noProof="1">
                <a:latin typeface="Times New Roman" panose="02020603050405020304" pitchFamily="18" charset="0"/>
                <a:ea typeface="宋体" panose="02010600030101010101" pitchFamily="2" charset="-122"/>
                <a:cs typeface="+mn-cs"/>
              </a:rPr>
              <a:t>转换器是</a:t>
            </a:r>
            <a:r>
              <a:rPr lang="en-US" altLang="zh-CN" sz="2400" b="1" noProof="1">
                <a:latin typeface="Times New Roman" panose="02020603050405020304" pitchFamily="18" charset="0"/>
                <a:ea typeface="宋体" panose="02010600030101010101" pitchFamily="2" charset="-122"/>
                <a:cs typeface="+mn-cs"/>
              </a:rPr>
              <a:t>ADC0809</a:t>
            </a:r>
            <a:r>
              <a:rPr lang="zh-CN" altLang="en-US" sz="2400" b="1" noProof="1">
                <a:latin typeface="Times New Roman" panose="02020603050405020304" pitchFamily="18" charset="0"/>
                <a:ea typeface="宋体" panose="02010600030101010101" pitchFamily="2" charset="-122"/>
                <a:cs typeface="+mn-cs"/>
              </a:rPr>
              <a:t>（或</a:t>
            </a:r>
            <a:r>
              <a:rPr lang="en-US" altLang="zh-CN" sz="2400" b="1" noProof="1">
                <a:latin typeface="Times New Roman" panose="02020603050405020304" pitchFamily="18" charset="0"/>
                <a:ea typeface="宋体" panose="02010600030101010101" pitchFamily="2" charset="-122"/>
                <a:cs typeface="+mn-cs"/>
              </a:rPr>
              <a:t>0808</a:t>
            </a:r>
            <a:r>
              <a:rPr lang="zh-CN" altLang="en-US" sz="2400" b="1" noProof="1">
                <a:latin typeface="Times New Roman" panose="02020603050405020304" pitchFamily="18" charset="0"/>
                <a:ea typeface="宋体" panose="02010600030101010101" pitchFamily="2" charset="-122"/>
                <a:cs typeface="+mn-cs"/>
              </a:rPr>
              <a:t>）和</a:t>
            </a:r>
            <a:r>
              <a:rPr lang="en-US" altLang="zh-CN" sz="2400" b="1" noProof="1">
                <a:latin typeface="Times New Roman" panose="02020603050405020304" pitchFamily="18" charset="0"/>
                <a:ea typeface="宋体" panose="02010600030101010101" pitchFamily="2" charset="-122"/>
                <a:cs typeface="+mn-cs"/>
              </a:rPr>
              <a:t>DAC0832</a:t>
            </a:r>
            <a:r>
              <a:rPr lang="zh-CN" altLang="en-US" sz="2400" b="1" noProof="1">
                <a:latin typeface="Times New Roman" panose="02020603050405020304" pitchFamily="18" charset="0"/>
                <a:ea typeface="宋体" panose="02010600030101010101" pitchFamily="2" charset="-122"/>
                <a:cs typeface="+mn-cs"/>
              </a:rPr>
              <a:t>。</a:t>
            </a:r>
            <a:endParaRPr lang="zh-CN" altLang="en-US" sz="2400" b="1" noProof="1">
              <a:latin typeface="Times New Roman" panose="02020603050405020304" pitchFamily="18" charset="0"/>
              <a:ea typeface="宋体" panose="02010600030101010101" pitchFamily="2" charset="-122"/>
            </a:endParaRPr>
          </a:p>
        </p:txBody>
      </p:sp>
    </p:spTree>
  </p:cSld>
  <p:clrMapOvr>
    <a:masterClrMapping/>
  </p:clrMapOvr>
  <p:transition spd="med">
    <p:zoom/>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ext Box 4"/>
          <p:cNvSpPr txBox="1"/>
          <p:nvPr/>
        </p:nvSpPr>
        <p:spPr>
          <a:xfrm>
            <a:off x="323850" y="908050"/>
            <a:ext cx="8569325" cy="4364038"/>
          </a:xfrm>
          <a:prstGeom prst="rect">
            <a:avLst/>
          </a:prstGeom>
          <a:noFill/>
          <a:ln w="9525">
            <a:noFill/>
          </a:ln>
        </p:spPr>
        <p:txBody>
          <a:bodyPr anchor="t" anchorCtr="0">
            <a:spAutoFit/>
          </a:bodyPr>
          <a:lstStyle/>
          <a:p>
            <a:pPr>
              <a:lnSpc>
                <a:spcPct val="140000"/>
              </a:lnSpc>
              <a:spcBef>
                <a:spcPct val="50000"/>
              </a:spcBef>
            </a:pPr>
            <a:r>
              <a:rPr lang="en-US" altLang="zh-CN" sz="2400" b="1" dirty="0">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根据对</a:t>
            </a:r>
            <a:r>
              <a:rPr lang="en-US" altLang="zh-CN" sz="2400" b="1" dirty="0">
                <a:latin typeface="Times New Roman" panose="02020603050405020304" pitchFamily="18" charset="0"/>
                <a:ea typeface="宋体" panose="02010600030101010101" pitchFamily="2" charset="-122"/>
              </a:rPr>
              <a:t>DAC0832</a:t>
            </a:r>
            <a:r>
              <a:rPr lang="zh-CN" altLang="en-US" sz="2400" b="1" dirty="0">
                <a:latin typeface="Times New Roman" panose="02020603050405020304" pitchFamily="18" charset="0"/>
                <a:ea typeface="宋体" panose="02010600030101010101" pitchFamily="2" charset="-122"/>
              </a:rPr>
              <a:t>输入寄存器和</a:t>
            </a:r>
            <a:r>
              <a:rPr lang="en-US" altLang="zh-CN" sz="2400" b="1" dirty="0">
                <a:latin typeface="Times New Roman" panose="02020603050405020304" pitchFamily="18" charset="0"/>
                <a:ea typeface="宋体" panose="02010600030101010101" pitchFamily="2" charset="-122"/>
              </a:rPr>
              <a:t>DAC</a:t>
            </a:r>
            <a:r>
              <a:rPr lang="zh-CN" altLang="en-US" sz="2400" b="1" dirty="0">
                <a:latin typeface="Times New Roman" panose="02020603050405020304" pitchFamily="18" charset="0"/>
                <a:ea typeface="宋体" panose="02010600030101010101" pitchFamily="2" charset="-122"/>
              </a:rPr>
              <a:t>寄存器的控制方法不同，</a:t>
            </a:r>
            <a:r>
              <a:rPr lang="en-US" altLang="zh-CN" sz="2400" b="1" dirty="0">
                <a:latin typeface="Times New Roman" panose="02020603050405020304" pitchFamily="18" charset="0"/>
                <a:ea typeface="宋体" panose="02010600030101010101" pitchFamily="2" charset="-122"/>
              </a:rPr>
              <a:t>DAC0832</a:t>
            </a:r>
            <a:r>
              <a:rPr lang="zh-CN" altLang="en-US" sz="2400" b="1" dirty="0">
                <a:latin typeface="Times New Roman" panose="02020603050405020304" pitchFamily="18" charset="0"/>
                <a:ea typeface="宋体" panose="02010600030101010101" pitchFamily="2" charset="-122"/>
              </a:rPr>
              <a:t>有</a:t>
            </a:r>
            <a:r>
              <a:rPr lang="en-US" altLang="zh-CN" sz="2400" b="1" dirty="0">
                <a:latin typeface="Times New Roman" panose="02020603050405020304" pitchFamily="18" charset="0"/>
                <a:ea typeface="宋体" panose="02010600030101010101" pitchFamily="2" charset="-122"/>
              </a:rPr>
              <a:t>3</a:t>
            </a:r>
            <a:r>
              <a:rPr lang="zh-CN" altLang="en-US" sz="2400" b="1" dirty="0">
                <a:latin typeface="Times New Roman" panose="02020603050405020304" pitchFamily="18" charset="0"/>
                <a:ea typeface="宋体" panose="02010600030101010101" pitchFamily="2" charset="-122"/>
              </a:rPr>
              <a:t>种工作方式：</a:t>
            </a:r>
            <a:r>
              <a:rPr lang="zh-CN" altLang="en-US" sz="2400" b="1" dirty="0">
                <a:solidFill>
                  <a:srgbClr val="FF3300"/>
                </a:solidFill>
                <a:latin typeface="Times New Roman" panose="02020603050405020304" pitchFamily="18" charset="0"/>
                <a:ea typeface="宋体" panose="02010600030101010101" pitchFamily="2" charset="-122"/>
              </a:rPr>
              <a:t>单缓冲型、双缓冲型和直通型。</a:t>
            </a:r>
          </a:p>
          <a:p>
            <a:pPr>
              <a:lnSpc>
                <a:spcPct val="140000"/>
              </a:lnSpc>
              <a:spcBef>
                <a:spcPct val="50000"/>
              </a:spcBef>
            </a:pPr>
            <a:r>
              <a:rPr lang="zh-CN" altLang="en-US" sz="2400" b="1" dirty="0">
                <a:solidFill>
                  <a:srgbClr val="FF3300"/>
                </a:solidFill>
                <a:latin typeface="Times New Roman" panose="02020603050405020304" pitchFamily="18" charset="0"/>
                <a:ea typeface="宋体" panose="02010600030101010101" pitchFamily="2" charset="-122"/>
              </a:rPr>
              <a:t>        </a:t>
            </a:r>
            <a:r>
              <a:rPr lang="zh-CN" altLang="en-US" sz="2400" b="1" dirty="0">
                <a:latin typeface="Times New Roman" panose="02020603050405020304" pitchFamily="18" charset="0"/>
                <a:ea typeface="宋体" panose="02010600030101010101" pitchFamily="2" charset="-122"/>
              </a:rPr>
              <a:t>单缓冲型适用于只有一路模拟量输出或虽有几路模拟量但并不要求同步输出的情况下，双缓冲型主要用于同时输出多路模拟信号的场合，而直通型主要用于连续反馈控制系统。根据输出电压极性的不同，</a:t>
            </a:r>
            <a:r>
              <a:rPr lang="en-US" altLang="zh-CN" sz="2400" b="1" dirty="0">
                <a:latin typeface="Times New Roman" panose="02020603050405020304" pitchFamily="18" charset="0"/>
                <a:ea typeface="宋体" panose="02010600030101010101" pitchFamily="2" charset="-122"/>
              </a:rPr>
              <a:t>D/A</a:t>
            </a:r>
            <a:r>
              <a:rPr lang="zh-CN" altLang="en-US" sz="2400" b="1" dirty="0">
                <a:latin typeface="Times New Roman" panose="02020603050405020304" pitchFamily="18" charset="0"/>
                <a:ea typeface="宋体" panose="02010600030101010101" pitchFamily="2" charset="-122"/>
              </a:rPr>
              <a:t>转换器有单极性和双极性输出两种。在很多应用系统中</a:t>
            </a:r>
            <a:r>
              <a:rPr lang="en-US" altLang="zh-CN" sz="2400" b="1" dirty="0">
                <a:latin typeface="Times New Roman" panose="02020603050405020304" pitchFamily="18" charset="0"/>
                <a:ea typeface="宋体" panose="02010600030101010101" pitchFamily="2" charset="-122"/>
              </a:rPr>
              <a:t>D/A</a:t>
            </a:r>
            <a:r>
              <a:rPr lang="zh-CN" altLang="en-US" sz="2400" b="1" dirty="0">
                <a:latin typeface="Times New Roman" panose="02020603050405020304" pitchFamily="18" charset="0"/>
                <a:ea typeface="宋体" panose="02010600030101010101" pitchFamily="2" charset="-122"/>
              </a:rPr>
              <a:t>转换器用作电压波形发生器。 </a:t>
            </a:r>
          </a:p>
        </p:txBody>
      </p:sp>
    </p:spTree>
  </p:cSld>
  <p:clrMapOvr>
    <a:masterClrMapping/>
  </p:clrMapOvr>
  <p:transition spd="med">
    <p:zoom/>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Text Box 4"/>
          <p:cNvSpPr txBox="1"/>
          <p:nvPr/>
        </p:nvSpPr>
        <p:spPr>
          <a:xfrm>
            <a:off x="250825" y="836613"/>
            <a:ext cx="8713788" cy="3378200"/>
          </a:xfrm>
          <a:prstGeom prst="rect">
            <a:avLst/>
          </a:prstGeom>
          <a:noFill/>
          <a:ln w="9525">
            <a:noFill/>
          </a:ln>
        </p:spPr>
        <p:txBody>
          <a:bodyPr anchor="t" anchorCtr="0">
            <a:spAutoFit/>
          </a:bodyPr>
          <a:lstStyle/>
          <a:p>
            <a:pPr>
              <a:lnSpc>
                <a:spcPct val="150000"/>
              </a:lnSpc>
            </a:pPr>
            <a:r>
              <a:rPr lang="en-US" altLang="zh-CN" sz="2400" b="1" dirty="0">
                <a:latin typeface="Times New Roman" panose="02020603050405020304" pitchFamily="18" charset="0"/>
                <a:ea typeface="宋体" panose="02010600030101010101" pitchFamily="2" charset="-122"/>
              </a:rPr>
              <a:t>         A/D</a:t>
            </a:r>
            <a:r>
              <a:rPr lang="zh-CN" altLang="en-US" sz="2400" b="1" dirty="0">
                <a:latin typeface="Times New Roman" panose="02020603050405020304" pitchFamily="18" charset="0"/>
                <a:ea typeface="宋体" panose="02010600030101010101" pitchFamily="2" charset="-122"/>
              </a:rPr>
              <a:t>转换过程主要包括采样、量化和编码。</a:t>
            </a:r>
          </a:p>
          <a:p>
            <a:pPr>
              <a:lnSpc>
                <a:spcPct val="150000"/>
              </a:lnSpc>
            </a:pPr>
            <a:r>
              <a:rPr lang="zh-CN" altLang="en-US" sz="2400" b="1" dirty="0">
                <a:latin typeface="Times New Roman" panose="02020603050405020304" pitchFamily="18" charset="0"/>
                <a:ea typeface="宋体" panose="02010600030101010101" pitchFamily="2" charset="-122"/>
              </a:rPr>
              <a:t>         </a:t>
            </a:r>
            <a:r>
              <a:rPr lang="en-US" altLang="zh-CN" sz="2400" b="1" dirty="0">
                <a:latin typeface="Times New Roman" panose="02020603050405020304" pitchFamily="18" charset="0"/>
                <a:ea typeface="宋体" panose="02010600030101010101" pitchFamily="2" charset="-122"/>
              </a:rPr>
              <a:t>ADC0808</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ADC0809</a:t>
            </a:r>
            <a:r>
              <a:rPr lang="zh-CN" altLang="en-US" sz="2400" b="1" dirty="0">
                <a:latin typeface="Times New Roman" panose="02020603050405020304" pitchFamily="18" charset="0"/>
                <a:ea typeface="宋体" panose="02010600030101010101" pitchFamily="2" charset="-122"/>
              </a:rPr>
              <a:t>是典型的逐次逼近式</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转换器。根据测量系统要求不同以及</a:t>
            </a:r>
            <a:r>
              <a:rPr lang="en-US" altLang="zh-CN" sz="2400" b="1" dirty="0">
                <a:latin typeface="Times New Roman" panose="02020603050405020304" pitchFamily="18" charset="0"/>
                <a:ea typeface="宋体" panose="02010600030101010101" pitchFamily="2" charset="-122"/>
              </a:rPr>
              <a:t>CPU</a:t>
            </a:r>
            <a:r>
              <a:rPr lang="zh-CN" altLang="en-US" sz="2400" b="1" dirty="0">
                <a:latin typeface="Times New Roman" panose="02020603050405020304" pitchFamily="18" charset="0"/>
                <a:ea typeface="宋体" panose="02010600030101010101" pitchFamily="2" charset="-122"/>
              </a:rPr>
              <a:t>忙闲程度，通常可采用</a:t>
            </a:r>
            <a:r>
              <a:rPr lang="zh-CN" altLang="en-US" sz="2400" b="1" dirty="0">
                <a:solidFill>
                  <a:srgbClr val="FF3300"/>
                </a:solidFill>
                <a:latin typeface="Times New Roman" panose="02020603050405020304" pitchFamily="18" charset="0"/>
                <a:ea typeface="宋体" panose="02010600030101010101" pitchFamily="2" charset="-122"/>
              </a:rPr>
              <a:t>程序查询、定时采样和中断控制</a:t>
            </a:r>
            <a:r>
              <a:rPr lang="zh-CN" altLang="en-US" sz="2400" b="1" dirty="0">
                <a:latin typeface="Times New Roman" panose="02020603050405020304" pitchFamily="18" charset="0"/>
                <a:ea typeface="宋体" panose="02010600030101010101" pitchFamily="2" charset="-122"/>
              </a:rPr>
              <a:t>三种编程方式获取</a:t>
            </a:r>
            <a:r>
              <a:rPr lang="en-US" altLang="zh-CN" sz="2400" b="1" dirty="0">
                <a:latin typeface="Times New Roman" panose="02020603050405020304" pitchFamily="18" charset="0"/>
                <a:ea typeface="宋体" panose="02010600030101010101" pitchFamily="2" charset="-122"/>
              </a:rPr>
              <a:t>A/D</a:t>
            </a:r>
            <a:r>
              <a:rPr lang="zh-CN" altLang="en-US" sz="2400" b="1" dirty="0">
                <a:latin typeface="Times New Roman" panose="02020603050405020304" pitchFamily="18" charset="0"/>
                <a:ea typeface="宋体" panose="02010600030101010101" pitchFamily="2" charset="-122"/>
              </a:rPr>
              <a:t>转换结果。</a:t>
            </a:r>
          </a:p>
          <a:p>
            <a:pPr>
              <a:lnSpc>
                <a:spcPct val="150000"/>
              </a:lnSpc>
            </a:pPr>
            <a:r>
              <a:rPr lang="zh-CN" altLang="en-US" sz="2400" b="1" dirty="0">
                <a:latin typeface="Times New Roman" panose="02020603050405020304" pitchFamily="18" charset="0"/>
                <a:ea typeface="宋体" panose="02010600030101010101" pitchFamily="2" charset="-122"/>
              </a:rPr>
              <a:t>         在控制指令上，对</a:t>
            </a:r>
            <a:r>
              <a:rPr lang="en-US" altLang="zh-CN" sz="2400" b="1" dirty="0">
                <a:latin typeface="Times New Roman" panose="02020603050405020304" pitchFamily="18" charset="0"/>
                <a:ea typeface="宋体" panose="02010600030101010101" pitchFamily="2" charset="-122"/>
              </a:rPr>
              <a:t>ADC</a:t>
            </a:r>
            <a:r>
              <a:rPr lang="zh-CN" altLang="en-US" sz="2400" b="1" dirty="0">
                <a:latin typeface="Times New Roman" panose="02020603050405020304" pitchFamily="18" charset="0"/>
                <a:ea typeface="宋体" panose="02010600030101010101" pitchFamily="2" charset="-122"/>
              </a:rPr>
              <a:t>和</a:t>
            </a:r>
            <a:r>
              <a:rPr lang="en-US" altLang="zh-CN" sz="2400" b="1" dirty="0">
                <a:latin typeface="Times New Roman" panose="02020603050405020304" pitchFamily="18" charset="0"/>
                <a:ea typeface="宋体" panose="02010600030101010101" pitchFamily="2" charset="-122"/>
              </a:rPr>
              <a:t>DAC</a:t>
            </a:r>
            <a:r>
              <a:rPr lang="zh-CN" altLang="en-US" sz="2400" b="1" dirty="0">
                <a:latin typeface="Times New Roman" panose="02020603050405020304" pitchFamily="18" charset="0"/>
                <a:ea typeface="宋体" panose="02010600030101010101" pitchFamily="2" charset="-122"/>
              </a:rPr>
              <a:t>的操作分别相当于对外部</a:t>
            </a:r>
            <a:r>
              <a:rPr lang="en-US" altLang="zh-CN" sz="2400" b="1" dirty="0">
                <a:latin typeface="Times New Roman" panose="02020603050405020304" pitchFamily="18" charset="0"/>
                <a:ea typeface="宋体" panose="02010600030101010101" pitchFamily="2" charset="-122"/>
              </a:rPr>
              <a:t>RAM</a:t>
            </a:r>
            <a:r>
              <a:rPr lang="zh-CN" altLang="en-US" sz="2400" b="1" dirty="0">
                <a:latin typeface="Times New Roman" panose="02020603050405020304" pitchFamily="18" charset="0"/>
                <a:ea typeface="宋体" panose="02010600030101010101" pitchFamily="2" charset="-122"/>
              </a:rPr>
              <a:t>的</a:t>
            </a:r>
            <a:r>
              <a:rPr lang="zh-CN" altLang="en-US" sz="2400" b="1" dirty="0">
                <a:solidFill>
                  <a:srgbClr val="FF3300"/>
                </a:solidFill>
                <a:latin typeface="Times New Roman" panose="02020603050405020304" pitchFamily="18" charset="0"/>
                <a:ea typeface="宋体" panose="02010600030101010101" pitchFamily="2" charset="-122"/>
              </a:rPr>
              <a:t>“读”和“写”</a:t>
            </a:r>
            <a:r>
              <a:rPr lang="zh-CN" altLang="en-US" sz="2400" b="1" dirty="0">
                <a:latin typeface="Times New Roman" panose="02020603050405020304" pitchFamily="18" charset="0"/>
                <a:ea typeface="宋体" panose="02010600030101010101" pitchFamily="2" charset="-122"/>
              </a:rPr>
              <a:t>操作。        </a:t>
            </a:r>
          </a:p>
        </p:txBody>
      </p:sp>
      <p:sp>
        <p:nvSpPr>
          <p:cNvPr id="116738" name="Text Box 5"/>
          <p:cNvSpPr txBox="1"/>
          <p:nvPr/>
        </p:nvSpPr>
        <p:spPr>
          <a:xfrm>
            <a:off x="179388" y="4508500"/>
            <a:ext cx="8640762" cy="1152525"/>
          </a:xfrm>
          <a:prstGeom prst="rect">
            <a:avLst/>
          </a:prstGeom>
          <a:solidFill>
            <a:srgbClr val="FF9966"/>
          </a:solidFill>
          <a:ln w="9525">
            <a:noFill/>
          </a:ln>
        </p:spPr>
        <p:txBody>
          <a:bodyPr anchor="t" anchorCtr="0">
            <a:spAutoFit/>
          </a:bodyPr>
          <a:lstStyle/>
          <a:p>
            <a:pPr>
              <a:lnSpc>
                <a:spcPct val="145000"/>
              </a:lnSpc>
              <a:spcBef>
                <a:spcPct val="50000"/>
              </a:spcBef>
            </a:pPr>
            <a:r>
              <a:rPr lang="en-US" altLang="zh-CN" sz="2400" b="1" dirty="0">
                <a:solidFill>
                  <a:srgbClr val="000000"/>
                </a:solidFill>
                <a:latin typeface="Times New Roman" panose="02020603050405020304" pitchFamily="18" charset="0"/>
                <a:ea typeface="宋体" panose="02010600030101010101" pitchFamily="2" charset="-122"/>
              </a:rPr>
              <a:t>        </a:t>
            </a:r>
            <a:r>
              <a:rPr lang="zh-CN" altLang="en-US" sz="2400" b="1" dirty="0">
                <a:solidFill>
                  <a:srgbClr val="000000"/>
                </a:solidFill>
                <a:latin typeface="Times New Roman" panose="02020603050405020304" pitchFamily="18" charset="0"/>
                <a:ea typeface="宋体" panose="02010600030101010101" pitchFamily="2" charset="-122"/>
              </a:rPr>
              <a:t>本章的重点是掌握</a:t>
            </a:r>
            <a:r>
              <a:rPr lang="en-US" altLang="zh-CN" sz="2400" b="1" dirty="0">
                <a:solidFill>
                  <a:srgbClr val="000000"/>
                </a:solidFill>
                <a:latin typeface="Times New Roman" panose="02020603050405020304" pitchFamily="18" charset="0"/>
                <a:ea typeface="宋体" panose="02010600030101010101" pitchFamily="2" charset="-122"/>
              </a:rPr>
              <a:t>ADC</a:t>
            </a:r>
            <a:r>
              <a:rPr lang="zh-CN" altLang="en-US" sz="2400" b="1" dirty="0">
                <a:solidFill>
                  <a:srgbClr val="000000"/>
                </a:solidFill>
                <a:latin typeface="Times New Roman" panose="02020603050405020304" pitchFamily="18" charset="0"/>
                <a:ea typeface="宋体" panose="02010600030101010101" pitchFamily="2" charset="-122"/>
              </a:rPr>
              <a:t>和</a:t>
            </a:r>
            <a:r>
              <a:rPr lang="en-US" altLang="zh-CN" sz="2400" b="1" dirty="0">
                <a:solidFill>
                  <a:srgbClr val="000000"/>
                </a:solidFill>
                <a:latin typeface="Times New Roman" panose="02020603050405020304" pitchFamily="18" charset="0"/>
                <a:ea typeface="宋体" panose="02010600030101010101" pitchFamily="2" charset="-122"/>
              </a:rPr>
              <a:t>DAC</a:t>
            </a:r>
            <a:r>
              <a:rPr lang="zh-CN" altLang="en-US" sz="2400" b="1" dirty="0">
                <a:solidFill>
                  <a:srgbClr val="000000"/>
                </a:solidFill>
                <a:latin typeface="Times New Roman" panose="02020603050405020304" pitchFamily="18" charset="0"/>
                <a:ea typeface="宋体" panose="02010600030101010101" pitchFamily="2" charset="-122"/>
              </a:rPr>
              <a:t>与</a:t>
            </a:r>
            <a:r>
              <a:rPr lang="en-US" altLang="zh-CN" sz="2400" b="1" dirty="0">
                <a:solidFill>
                  <a:srgbClr val="000000"/>
                </a:solidFill>
                <a:latin typeface="Times New Roman" panose="02020603050405020304" pitchFamily="18" charset="0"/>
                <a:ea typeface="宋体" panose="02010600030101010101" pitchFamily="2" charset="-122"/>
              </a:rPr>
              <a:t>MCS-51</a:t>
            </a:r>
            <a:r>
              <a:rPr lang="zh-CN" altLang="en-US" sz="2400" b="1" dirty="0">
                <a:solidFill>
                  <a:srgbClr val="000000"/>
                </a:solidFill>
                <a:latin typeface="Times New Roman" panose="02020603050405020304" pitchFamily="18" charset="0"/>
                <a:ea typeface="宋体" panose="02010600030101010101" pitchFamily="2" charset="-122"/>
              </a:rPr>
              <a:t>单片机的接口技术和编程方法。</a:t>
            </a:r>
          </a:p>
        </p:txBody>
      </p:sp>
    </p:spTree>
  </p:cSld>
  <p:clrMapOvr>
    <a:masterClrMapping/>
  </p:clrMapOvr>
  <p:transition spd="med">
    <p:zoom/>
  </p:transition>
</p:sld>
</file>

<file path=ppt/theme/_rels/them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image" Target="../media/image2.jpeg"/></Relationships>
</file>

<file path=ppt/theme/theme1.xml><?xml version="1.0" encoding="utf-8"?>
<a:theme xmlns:a="http://schemas.openxmlformats.org/drawingml/2006/main" name="1_默认设计模板">
  <a:themeElements>
    <a:clrScheme name="">
      <a:dk1>
        <a:srgbClr val="000066"/>
      </a:dk1>
      <a:lt1>
        <a:srgbClr val="FFFFFF"/>
      </a:lt1>
      <a:dk2>
        <a:srgbClr val="000000"/>
      </a:dk2>
      <a:lt2>
        <a:srgbClr val="808080"/>
      </a:lt2>
      <a:accent1>
        <a:srgbClr val="00CC99"/>
      </a:accent1>
      <a:accent2>
        <a:srgbClr val="3333CC"/>
      </a:accent2>
      <a:accent3>
        <a:srgbClr val="FFFFFF"/>
      </a:accent3>
      <a:accent4>
        <a:srgbClr val="000056"/>
      </a:accent4>
      <a:accent5>
        <a:srgbClr val="AAE2CA"/>
      </a:accent5>
      <a:accent6>
        <a:srgbClr val="2D2DB9"/>
      </a:accent6>
      <a:hlink>
        <a:srgbClr val="6600CC"/>
      </a:hlink>
      <a:folHlink>
        <a:srgbClr val="CC99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默认设计模板">
  <a:themeElements>
    <a:clrScheme name="">
      <a:dk1>
        <a:srgbClr val="000066"/>
      </a:dk1>
      <a:lt1>
        <a:srgbClr val="FFFFFF"/>
      </a:lt1>
      <a:dk2>
        <a:srgbClr val="000000"/>
      </a:dk2>
      <a:lt2>
        <a:srgbClr val="808080"/>
      </a:lt2>
      <a:accent1>
        <a:srgbClr val="00CC99"/>
      </a:accent1>
      <a:accent2>
        <a:srgbClr val="3333CC"/>
      </a:accent2>
      <a:accent3>
        <a:srgbClr val="FFFFFF"/>
      </a:accent3>
      <a:accent4>
        <a:srgbClr val="000056"/>
      </a:accent4>
      <a:accent5>
        <a:srgbClr val="AAE2CA"/>
      </a:accent5>
      <a:accent6>
        <a:srgbClr val="2D2DB9"/>
      </a:accent6>
      <a:hlink>
        <a:srgbClr val="6600CC"/>
      </a:hlink>
      <a:folHlink>
        <a:srgbClr val="CC9900"/>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暗香扑面">
  <a:themeElements>
    <a:clrScheme name="暗香扑面">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暗香扑面">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703</TotalTime>
  <Words>3654</Words>
  <Application>Microsoft Office PowerPoint</Application>
  <PresentationFormat>全屏显示(4:3)</PresentationFormat>
  <Paragraphs>304</Paragraphs>
  <Slides>64</Slides>
  <Notes>1</Notes>
  <HiddenSlides>0</HiddenSlides>
  <MMClips>0</MMClips>
  <ScaleCrop>false</ScaleCrop>
  <HeadingPairs>
    <vt:vector size="8" baseType="variant">
      <vt:variant>
        <vt:lpstr>已用的字体</vt:lpstr>
      </vt:variant>
      <vt:variant>
        <vt:i4>11</vt:i4>
      </vt:variant>
      <vt:variant>
        <vt:lpstr>主题</vt:lpstr>
      </vt:variant>
      <vt:variant>
        <vt:i4>3</vt:i4>
      </vt:variant>
      <vt:variant>
        <vt:lpstr>嵌入 OLE 服务器</vt:lpstr>
      </vt:variant>
      <vt:variant>
        <vt:i4>1</vt:i4>
      </vt:variant>
      <vt:variant>
        <vt:lpstr>幻灯片标题</vt:lpstr>
      </vt:variant>
      <vt:variant>
        <vt:i4>64</vt:i4>
      </vt:variant>
    </vt:vector>
  </HeadingPairs>
  <TitlesOfParts>
    <vt:vector size="79" baseType="lpstr">
      <vt:lpstr>_GB2312</vt:lpstr>
      <vt:lpstr>黑体</vt:lpstr>
      <vt:lpstr>楷体_GB2312</vt:lpstr>
      <vt:lpstr>宋体</vt:lpstr>
      <vt:lpstr>Arial</vt:lpstr>
      <vt:lpstr>Calibri</vt:lpstr>
      <vt:lpstr>Franklin Gothic Book</vt:lpstr>
      <vt:lpstr>Franklin Gothic Medium</vt:lpstr>
      <vt:lpstr>Tahoma</vt:lpstr>
      <vt:lpstr>Times New Roman</vt:lpstr>
      <vt:lpstr>Wingdings 2</vt:lpstr>
      <vt:lpstr>1_默认设计模板</vt:lpstr>
      <vt:lpstr>3_默认设计模板</vt:lpstr>
      <vt:lpstr>暗香扑面</vt:lpstr>
      <vt:lpstr>Equation.3</vt:lpstr>
      <vt:lpstr>第10章  并行A/D及D/A转换器接口技术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西安电子科技大学出版社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李林娜</dc:creator>
  <cp:lastModifiedBy>宇佩 马</cp:lastModifiedBy>
  <cp:revision>240</cp:revision>
  <dcterms:created xsi:type="dcterms:W3CDTF">2002-11-19T02:54:00Z</dcterms:created>
  <dcterms:modified xsi:type="dcterms:W3CDTF">2026-01-02T08:37:29Z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EE23B2C1198F43048D3B484BE266F3C1</vt:lpwstr>
  </property>
</Properties>
</file>