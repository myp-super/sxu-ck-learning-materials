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notesSlides/notesSlide1.xml" ContentType="application/vnd.openxmlformats-officedocument.presentationml.notesSlide+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Lst>
  <p:notesMasterIdLst>
    <p:notesMasterId r:id="rId84"/>
  </p:notesMasterIdLst>
  <p:handoutMasterIdLst>
    <p:handoutMasterId r:id="rId85"/>
  </p:handoutMasterIdLst>
  <p:sldIdLst>
    <p:sldId id="256" r:id="rId2"/>
    <p:sldId id="360" r:id="rId3"/>
    <p:sldId id="336" r:id="rId4"/>
    <p:sldId id="462" r:id="rId5"/>
    <p:sldId id="463" r:id="rId6"/>
    <p:sldId id="339" r:id="rId7"/>
    <p:sldId id="342" r:id="rId8"/>
    <p:sldId id="465" r:id="rId9"/>
    <p:sldId id="464" r:id="rId10"/>
    <p:sldId id="262" r:id="rId11"/>
    <p:sldId id="263" r:id="rId12"/>
    <p:sldId id="264" r:id="rId13"/>
    <p:sldId id="265" r:id="rId14"/>
    <p:sldId id="266" r:id="rId15"/>
    <p:sldId id="267" r:id="rId16"/>
    <p:sldId id="343" r:id="rId17"/>
    <p:sldId id="344" r:id="rId18"/>
    <p:sldId id="345" r:id="rId19"/>
    <p:sldId id="346" r:id="rId20"/>
    <p:sldId id="348" r:id="rId21"/>
    <p:sldId id="361" r:id="rId22"/>
    <p:sldId id="362" r:id="rId23"/>
    <p:sldId id="514" r:id="rId24"/>
    <p:sldId id="492" r:id="rId25"/>
    <p:sldId id="351" r:id="rId26"/>
    <p:sldId id="352" r:id="rId27"/>
    <p:sldId id="468" r:id="rId28"/>
    <p:sldId id="494" r:id="rId29"/>
    <p:sldId id="495" r:id="rId30"/>
    <p:sldId id="364" r:id="rId31"/>
    <p:sldId id="365" r:id="rId32"/>
    <p:sldId id="366" r:id="rId33"/>
    <p:sldId id="521" r:id="rId34"/>
    <p:sldId id="522" r:id="rId35"/>
    <p:sldId id="537" r:id="rId36"/>
    <p:sldId id="524" r:id="rId37"/>
    <p:sldId id="525" r:id="rId38"/>
    <p:sldId id="526" r:id="rId39"/>
    <p:sldId id="527" r:id="rId40"/>
    <p:sldId id="538" r:id="rId41"/>
    <p:sldId id="533" r:id="rId42"/>
    <p:sldId id="534" r:id="rId43"/>
    <p:sldId id="535" r:id="rId44"/>
    <p:sldId id="382" r:id="rId45"/>
    <p:sldId id="383" r:id="rId46"/>
    <p:sldId id="384" r:id="rId47"/>
    <p:sldId id="414" r:id="rId48"/>
    <p:sldId id="498" r:id="rId49"/>
    <p:sldId id="415" r:id="rId50"/>
    <p:sldId id="497" r:id="rId51"/>
    <p:sldId id="471" r:id="rId52"/>
    <p:sldId id="418" r:id="rId53"/>
    <p:sldId id="419" r:id="rId54"/>
    <p:sldId id="420" r:id="rId55"/>
    <p:sldId id="422" r:id="rId56"/>
    <p:sldId id="518" r:id="rId57"/>
    <p:sldId id="425" r:id="rId58"/>
    <p:sldId id="426" r:id="rId59"/>
    <p:sldId id="427" r:id="rId60"/>
    <p:sldId id="428" r:id="rId61"/>
    <p:sldId id="519" r:id="rId62"/>
    <p:sldId id="429" r:id="rId63"/>
    <p:sldId id="430" r:id="rId64"/>
    <p:sldId id="439" r:id="rId65"/>
    <p:sldId id="636" r:id="rId66"/>
    <p:sldId id="637" r:id="rId67"/>
    <p:sldId id="607" r:id="rId68"/>
    <p:sldId id="450" r:id="rId69"/>
    <p:sldId id="451" r:id="rId70"/>
    <p:sldId id="640" r:id="rId71"/>
    <p:sldId id="641" r:id="rId72"/>
    <p:sldId id="512" r:id="rId73"/>
    <p:sldId id="504" r:id="rId74"/>
    <p:sldId id="505" r:id="rId75"/>
    <p:sldId id="506" r:id="rId76"/>
    <p:sldId id="507" r:id="rId77"/>
    <p:sldId id="508" r:id="rId78"/>
    <p:sldId id="509" r:id="rId79"/>
    <p:sldId id="510" r:id="rId80"/>
    <p:sldId id="452" r:id="rId81"/>
    <p:sldId id="458" r:id="rId82"/>
    <p:sldId id="459" r:id="rId83"/>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0">
          <p15:clr>
            <a:srgbClr val="A4A3A4"/>
          </p15:clr>
        </p15:guide>
        <p15:guide id="2" pos="2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CC"/>
    <a:srgbClr val="FFFFFF"/>
    <a:srgbClr val="DDDDDD"/>
    <a:srgbClr val="CCECFF"/>
    <a:srgbClr val="FFCCCC"/>
    <a:srgbClr val="006666"/>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p:restoredTop sz="93481"/>
  </p:normalViewPr>
  <p:slideViewPr>
    <p:cSldViewPr showGuides="1">
      <p:cViewPr varScale="1">
        <p:scale>
          <a:sx n="103" d="100"/>
          <a:sy n="103" d="100"/>
        </p:scale>
        <p:origin x="1632" y="102"/>
      </p:cViewPr>
      <p:guideLst>
        <p:guide orient="horz" pos="2250"/>
        <p:guide pos="2841"/>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Times New Roman" panose="02020603050405020304" pitchFamily="18" charset="0"/>
                <a:ea typeface="宋体" panose="02010600030101010101" pitchFamily="2" charset="-122"/>
                <a:cs typeface="+mn-cs"/>
              </a:rPr>
              <a:pPr fontAlgn="base"/>
              <a:t>2026/1/7</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Times New Roman" panose="02020603050405020304" pitchFamily="18" charset="0"/>
                <a:ea typeface="宋体" panose="02010600030101010101" pitchFamily="2" charset="-122"/>
                <a:cs typeface="+mn-cs"/>
              </a:rPr>
              <a:pPr fontAlgn="base"/>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4.669"/>
    </inkml:context>
    <inkml:brush xml:id="br0">
      <inkml:brushProperty name="width" value="0.1" units="cm"/>
      <inkml:brushProperty name="height" value="0.1" units="cm"/>
      <inkml:brushProperty name="color" value="#E71224"/>
    </inkml:brush>
  </inkml:definitions>
  <inkml:trace contextRef="#ctx0" brushRef="#br0">1 1 8192,'185'9'8291,"11"0"-5114,-163-10-3177,-19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4.996"/>
    </inkml:context>
    <inkml:brush xml:id="br0">
      <inkml:brushProperty name="width" value="0.1" units="cm"/>
      <inkml:brushProperty name="height" value="0.1" units="cm"/>
      <inkml:brushProperty name="color" value="#E71224"/>
    </inkml:brush>
  </inkml:definitions>
  <inkml:trace contextRef="#ctx0" brushRef="#br0">138 0 8192,'-2'35'1723,"-2"0"1,-1 0 0,-13 45 0,0-4 642,-2 32 155,-16 142-6781,35-236 3870,0-3 872,0 0-1,0-1 1,-1 1 0,0-1 0,0 0 0,-2 0 0,1 0-1,-7 13 1,2-13-482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5.324"/>
    </inkml:context>
    <inkml:brush xml:id="br0">
      <inkml:brushProperty name="width" value="0.1" units="cm"/>
      <inkml:brushProperty name="height" value="0.1" units="cm"/>
      <inkml:brushProperty name="color" value="#E71224"/>
    </inkml:brush>
  </inkml:definitions>
  <inkml:trace contextRef="#ctx0" brushRef="#br0">1 75 8192,'10'0'3356,"0"0"-3356,4 0 0,1 0 5996,5-2-5996,5-2 0,3 0 0,3-2 2116,3 0-2116,3-2 0,2 1 0,0-2 0,-1 1 0,-4 1 0,-4 0 0,-8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5.618"/>
    </inkml:context>
    <inkml:brush xml:id="br0">
      <inkml:brushProperty name="width" value="0.1" units="cm"/>
      <inkml:brushProperty name="height" value="0.1" units="cm"/>
      <inkml:brushProperty name="color" value="#E71224"/>
    </inkml:brush>
  </inkml:definitions>
  <inkml:trace contextRef="#ctx0" brushRef="#br0">144 0 8192,'-1'6'393,"0"1"1,0-1-1,0 0 1,-1 0 0,-4 9-1,-2 10 602,-21 85 765,-16 129 0,32-111-1791,2 65-4642,0-19 2944,8-135 2927,-3-4 6718,1-14-6005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5.869"/>
    </inkml:context>
    <inkml:brush xml:id="br0">
      <inkml:brushProperty name="width" value="0.1" units="cm"/>
      <inkml:brushProperty name="height" value="0.1" units="cm"/>
      <inkml:brushProperty name="color" value="#E71224"/>
    </inkml:brush>
  </inkml:definitions>
  <inkml:trace contextRef="#ctx0" brushRef="#br0">1 8 8192,'0'0'10,"0"0"0,0 0 0,0-1 1,0 1-1,0 0 0,0 0 0,0-1 1,0 1-1,0 0 0,0 0 0,0-1 1,0 1-1,0 0 0,0 0 0,0-1 1,0 1-1,0 0 0,0 0 0,1-1 1,-1 1-1,0 0 0,0 0 0,0 0 1,0 0-1,0-1 0,1 1 0,-1 0 1,0 0-1,0 0 0,0 0 0,1-1 1,-1 1-1,0 0 0,0 0 0,1 0 0,-1 0 1,0 0-1,1 0 0,9 5 1019,10 13 1898,12 21-1567,-2-2 558,2-1 0,60 53-1,64 25-1917,-133-100 0,0-1 0,1-1 0,0-1 0,1-1 0,31 8 0,-54-17 0,0-1 0,0 1 0,1-1 0,-1 1 0,0-1 0,0 0 0,0 0 0,1 0 0,-1 0 0,0 0 0,0-1 0,0 1 0,0-1 0,1 1 0,-1-1 0,0 0 0,0 0 0,0 0 0,3-2 0,-3 1 0,0 0 0,0 0 0,0-1 0,0 1 0,-1-1 0,1 0 0,-1 1 0,0-1 0,1 0 0,-1 0 0,0 0 0,-1 0 0,2-5 0,6-34 0,-4 23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6.117"/>
    </inkml:context>
    <inkml:brush xml:id="br0">
      <inkml:brushProperty name="width" value="0.1" units="cm"/>
      <inkml:brushProperty name="height" value="0.1" units="cm"/>
      <inkml:brushProperty name="color" value="#E71224"/>
    </inkml:brush>
  </inkml:definitions>
  <inkml:trace contextRef="#ctx0" brushRef="#br0">0 1 8192,'0'6'0,"0"7"3356,0 11-3356,0 7 0,0 10 0,0 6 5996,0 5-5996,0-2 0,0 1 0,0-4 0,0-3-2971,0-4 2971,0-2 0,0-5-5849,0-5 5849,0-5 0,0-3 2971,0-5-2971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6.385"/>
    </inkml:context>
    <inkml:brush xml:id="br0">
      <inkml:brushProperty name="width" value="0.1" units="cm"/>
      <inkml:brushProperty name="height" value="0.1" units="cm"/>
      <inkml:brushProperty name="color" value="#E71224"/>
    </inkml:brush>
  </inkml:definitions>
  <inkml:trace contextRef="#ctx0" brushRef="#br0">1 197 8192,'5'0'16,"23"2"1620,1-3 0,-1 0 0,0-2 0,1-1 0,-2-1 0,29-9 0,34-18-1636,122-64 0,-158 64 0,-35 21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6.601"/>
    </inkml:context>
    <inkml:brush xml:id="br0">
      <inkml:brushProperty name="width" value="0.1" units="cm"/>
      <inkml:brushProperty name="height" value="0.1" units="cm"/>
      <inkml:brushProperty name="color" value="#E71224"/>
    </inkml:brush>
  </inkml:definitions>
  <inkml:trace contextRef="#ctx0" brushRef="#br0">135 0 8192,'-4'9'0,"1"0"0,1 0 0,-1 0 0,1 0 0,1 0 0,-1 10 0,-3 18 0,-98 459 0,101-485 278,-1-2 1269,1 0-1,1 1 1,0-1-1,0 1 0,1 11 1,2-7 364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6.931"/>
    </inkml:context>
    <inkml:brush xml:id="br0">
      <inkml:brushProperty name="width" value="0.1" units="cm"/>
      <inkml:brushProperty name="height" value="0.1" units="cm"/>
      <inkml:brushProperty name="color" value="#E71224"/>
    </inkml:brush>
  </inkml:definitions>
  <inkml:trace contextRef="#ctx0" brushRef="#br0">1 160 8192,'1'26'1738,"1"0"1,1 0 0,13 49 0,32 71 2333,-45-140-3993,-1 0-1,1 0 1,-1-1 0,1 1 0,1-1 0,4 7 0,-7-11-83,0 0 0,0 0 0,0 0 0,1 0 1,-1 0-1,0 0 0,1 0 0,-1 0 0,1 0 0,-1 0 1,1-1-1,-1 1 0,1-1 0,-1 1 0,1-1 1,0 0-1,-1 1 0,1-1 0,0 0 0,-1 0 1,1 0-1,0 0 0,-1-1 0,1 1 0,-1 0 1,1-1-1,0 1 0,2-2 0,7-4 4,-1 0 0,0-1 0,0-1 0,0 1 0,-1-1 0,0-1 0,10-13 0,-1 3 0,9-8-1105,-1-2 0,-2 0 1,23-35-1,-41 54 828,0 1 1,-1-1 0,0 0 0,-1-1 0,0 1-1,0-1 1,-1 1 0,-1-1 0,1 0-1,-2 0 1,0-1 0,0 1 0,-1 0-1,0 0 1,-2-14 0,1 21 238,0 0 0,-1-1 0,1 1-1,-1 0 1,0 0 0,0 0 0,0 0 0,-1 0-1,1 1 1,-1-1 0,0 1 0,0-1 0,0 1-1,0 0 1,0 0 0,-1 1 0,0-1 0,1 1 0,-1-1-1,0 1 1,0 0 0,0 1 0,-1-1 0,1 1-1,0-1 1,-7 0 0,-11-1-252,0 1 1,0 0-1,0 2 0,-27 2 0,8 0 141,16-2 149,-1 3 0,-26 4 0,15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7.488"/>
    </inkml:context>
    <inkml:brush xml:id="br0">
      <inkml:brushProperty name="width" value="0.1" units="cm"/>
      <inkml:brushProperty name="height" value="0.1" units="cm"/>
      <inkml:brushProperty name="color" value="#E71224"/>
    </inkml:brush>
  </inkml:definitions>
  <inkml:trace contextRef="#ctx0" brushRef="#br0">1 104 8192,'19'0'423,"80"0"5100,137-17-1,147-56-5522,-332 62 0,-33 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7.739"/>
    </inkml:context>
    <inkml:brush xml:id="br0">
      <inkml:brushProperty name="width" value="0.1" units="cm"/>
      <inkml:brushProperty name="height" value="0.1" units="cm"/>
      <inkml:brushProperty name="color" value="#E71224"/>
    </inkml:brush>
  </inkml:definitions>
  <inkml:trace contextRef="#ctx0" brushRef="#br0">155 0 8192,'-1'10'550,"0"0"0,-1 0 0,-4 16 0,-1 1 221,-51 204 3351,-2 9 253,43-170-4375,15-57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8.100"/>
    </inkml:context>
    <inkml:brush xml:id="br0">
      <inkml:brushProperty name="width" value="0.1" units="cm"/>
      <inkml:brushProperty name="height" value="0.1" units="cm"/>
      <inkml:brushProperty name="color" value="#E71224"/>
    </inkml:brush>
  </inkml:definitions>
  <inkml:trace contextRef="#ctx0" brushRef="#br0">1 127 8192,'1'11'0,"1"1"0,0 0 0,1-1 0,0 1 0,1-1 0,1 0 0,9 19 0,-1-2 0,4 13 298,-9-19 246,0-1 1,2-1-1,17 28 1,-26-46-421,0-1 1,1 1 0,-1 0 0,0 0 0,1-1-1,0 1 1,-1-1 0,1 0 0,0 1 0,0-1-1,0 0 1,-1 0 0,1 0 0,0 0 0,0 0 0,1-1-1,-1 1 1,0 0 0,0-1 0,0 0 0,0 0-1,1 1 1,-1-1 0,0 0 0,0-1 0,0 1-1,0 0 1,1-1 0,-1 1 0,0-1 0,0 0 0,0 1-1,0-1 1,0 0 0,0 0 0,0 0 0,0-1-1,2-1 1,5-5 563,0 1-1,0-1 1,-1 0-1,-1-1 1,14-18-1,0-5-687,-2 0 0,-1-2 0,-2 0 0,-1-1 0,-2 0 0,14-60 0,-26 92 0,0 0 0,0 0 0,-1-1 0,1 1 0,-1 0 0,0 0 0,0 0 0,0-1 0,-1 1 0,1 0 0,-1 0 0,-1-5 0,1 6 0,0 1 0,0-1 0,0 1 0,0 0 0,0 0 0,-1 0 0,1-1 0,0 1 0,-1 0 0,1 1 0,-1-1 0,1 0 0,-1 0 0,1 1 0,-1-1 0,0 1 0,1-1 0,-1 1 0,0-1 0,1 1 0,-1 0 0,0 0 0,1 0 0,-1 0 0,-2 1 0,-90 3-699,82-3 722,0 1 1,0 1-1,1 0 0,-1 1 1,-18 8-1,11-3 536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8.526"/>
    </inkml:context>
    <inkml:brush xml:id="br0">
      <inkml:brushProperty name="width" value="0.1" units="cm"/>
      <inkml:brushProperty name="height" value="0.1" units="cm"/>
      <inkml:brushProperty name="color" value="#E71224"/>
    </inkml:brush>
  </inkml:definitions>
  <inkml:trace contextRef="#ctx0" brushRef="#br0">1 141 8192,'0'-1'175,"0"0"0,0 1 0,1-1 0,-1 0 0,0 1 0,0-1 1,1 1-1,-1-1 0,0 1 0,1-1 0,-1 1 0,1-1 0,-1 1 0,1-1 1,-1 1-1,1-1 0,-1 1 0,1 0 0,-1-1 0,1 1 0,-1 0 0,1 0 1,0-1-1,0 1 0,19-6 6126,-14 5-5535,39-9-752,68-5 0,-14 2-19,55-16-1637,-53 9-2168,193-14 1,-275 34 1602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8.810"/>
    </inkml:context>
    <inkml:brush xml:id="br0">
      <inkml:brushProperty name="width" value="0.1" units="cm"/>
      <inkml:brushProperty name="height" value="0.1" units="cm"/>
      <inkml:brushProperty name="color" value="#E71224"/>
    </inkml:brush>
  </inkml:definitions>
  <inkml:trace contextRef="#ctx0" brushRef="#br0">243 1 8192,'-3'5'0,"-3"9"0,-5 7 0,-5 12 0,-4 8 0,0 8 0,-1 5 0,1 4 0,1-3 0,-2-2 0,-1-4 0,4-5 0,1-4 0,5-5 0,3-7 0,4-10 0,2-9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9.277"/>
    </inkml:context>
    <inkml:brush xml:id="br0">
      <inkml:brushProperty name="width" value="0.1" units="cm"/>
      <inkml:brushProperty name="height" value="0.1" units="cm"/>
      <inkml:brushProperty name="color" value="#E71224"/>
    </inkml:brush>
  </inkml:definitions>
  <inkml:trace contextRef="#ctx0" brushRef="#br0">0 180 8192,'45'-1'2129,"-1"-3"-1,57-11 1,83-28-444,-141 32-1644,0 1-746,-15 5-350,-1-2 1,0-1-1,49-22 0,-69 25 2916,0 1-1,0-1 0,9-9 1,-7 6-1023,2-1-838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9.589"/>
    </inkml:context>
    <inkml:brush xml:id="br0">
      <inkml:brushProperty name="width" value="0.1" units="cm"/>
      <inkml:brushProperty name="height" value="0.1" units="cm"/>
      <inkml:brushProperty name="color" value="#E71224"/>
    </inkml:brush>
  </inkml:definitions>
  <inkml:trace contextRef="#ctx0" brushRef="#br0">173 0 8192,'-3'42'2252,"-2"0"-1,-2-1 1,-22 77 0,20-88-1907,-87 272-8606,96-301 8384,0 0 0,-1 1 1,1-1-1,-1 0 0,1 0 0,-1 0 0,1 0 0,-1 0 0,1 0 1,-1 0-1,0 0 0,0 0 0,1 0 0,-1-1 0,0 1 0,-1 1 1,1-2-3,1-1 0,-1 1 0,1 0 0,0 0 1,-1 0-1,1-1 0,0 1 0,-1 0 0,1 0 0,0-1 1,-1 1-1,1 0 0,0 0 0,0-1 0,-1 1 1,1-1-1,0 1 0,0 0 0,0-1 0,-1 1 1,1 0-1,0-1 0,0 1 0,0-1 0,0 1 1,0 0-1,0-1 0,0 0 0,-5-40 4648,5 17-4769,0 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39.822"/>
    </inkml:context>
    <inkml:brush xml:id="br0">
      <inkml:brushProperty name="width" value="0.1" units="cm"/>
      <inkml:brushProperty name="height" value="0.1" units="cm"/>
      <inkml:brushProperty name="color" value="#E71224"/>
    </inkml:brush>
  </inkml:definitions>
  <inkml:trace contextRef="#ctx0" brushRef="#br0">0 0 8192,'2'1'273,"0"-1"0,0 0 1,-1 1-1,1-1 1,0 1-1,-1 0 0,1-1 1,-1 1-1,1 0 0,-1 0 1,1 0-1,-1 0 0,0 0 1,3 3-1,18 21 3786,-14-14-3379,25 23-146,1-1 0,51 38 0,32 28 493,-112-94-1027,-1 0 0,1 0 0,0-1 0,0 1 0,1-1 0,-1 0 0,9 4 0,-13-8 0,1 1 0,-1-1 0,1 1 0,-1-1 0,1 0 0,-1 0 0,1 1 0,0-1 0,-1 0 0,1-1 0,-1 1 0,1 0 0,-1 0 0,1-1 0,-1 1 0,1 0 0,0-1 0,-1 0 0,0 1 0,1-1 0,-1 0 0,1 0 0,-1 0 0,0 0 0,0 0 0,0 0 0,1 0 0,-1 0 0,0 0 0,0-1 0,-1 1 0,2-2 0,9-13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0.086"/>
    </inkml:context>
    <inkml:brush xml:id="br0">
      <inkml:brushProperty name="width" value="0.1" units="cm"/>
      <inkml:brushProperty name="height" value="0.1" units="cm"/>
      <inkml:brushProperty name="color" value="#E71224"/>
    </inkml:brush>
  </inkml:definitions>
  <inkml:trace contextRef="#ctx0" brushRef="#br0">1 0 8192,'0'692'5406,"0"-678"-6911,0 20-1725,0-32 3359,0 0 0,1-1-1,-1 1 1,0 0 0,1 0 0,-1 0 0,1-1 0,0 1 0,-1 0 0,1-1 0,0 1 0,0 0 0,2 2 0,-2-4-93,-1 0 1,0 0-1,1 1 1,-1-1-1,1 0 1,-1 0-1,0 0 1,1 0-1,-1 1 1,1-1-1,-1 0 1,1 0 0,-1 0-1,1 0 1,-1 0-1,0 0 1,1 0-1,-1 0 1,1 0-1,-1-1 1,1 1-1,-1 0 1,1 0-1,-1 0 1,0 0 0,1-1-1,-1 1 1,1 0-1,-1 0 1,0-1-1,1 1 1,-1 0-1,0-1 1,1 1-1,-1 0 1,0-1-1,0 1 1,1 0 0,-1-1-1,0 0 1,11-17 3805,-11 18-3813,8-20 482,8-33 1,-12 41-561,4-18 49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0.353"/>
    </inkml:context>
    <inkml:brush xml:id="br0">
      <inkml:brushProperty name="width" value="0.1" units="cm"/>
      <inkml:brushProperty name="height" value="0.1" units="cm"/>
      <inkml:brushProperty name="color" value="#E71224"/>
    </inkml:brush>
  </inkml:definitions>
  <inkml:trace contextRef="#ctx0" brushRef="#br0">1 129 8192,'21'-2'1880,"0"0"0,0-1 1,0-1-1,28-10 0,6-1 187,0 2-2067,27-5 0,81-31 0,-140 41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0.585"/>
    </inkml:context>
    <inkml:brush xml:id="br0">
      <inkml:brushProperty name="width" value="0.1" units="cm"/>
      <inkml:brushProperty name="height" value="0.1" units="cm"/>
      <inkml:brushProperty name="color" value="#E71224"/>
    </inkml:brush>
  </inkml:definitions>
  <inkml:trace contextRef="#ctx0" brushRef="#br0">87 0 8192,'-2'39'0,"-2"0"0,-15 64 0,-1 8 0,4-1 1669,5-44 1459,-3 86 0,13-136-2214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0.944"/>
    </inkml:context>
    <inkml:brush xml:id="br0">
      <inkml:brushProperty name="width" value="0.1" units="cm"/>
      <inkml:brushProperty name="height" value="0.1" units="cm"/>
      <inkml:brushProperty name="color" value="#E71224"/>
    </inkml:brush>
  </inkml:definitions>
  <inkml:trace contextRef="#ctx0" brushRef="#br0">0 1 8192,'0'9'3356,"0"2"-3356,0 2 0,0 6 5483,0 1-5483,0 5 0,0-1 2629,0 3-2629,0-1 0,0 1 0,0-1 0,0-2 0,0-2 0,0-3 0,0 0 0,0-2 0,0-2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3.365"/>
    </inkml:context>
    <inkml:brush xml:id="br0">
      <inkml:brushProperty name="width" value="0.1" units="cm"/>
      <inkml:brushProperty name="height" value="0.1" units="cm"/>
      <inkml:brushProperty name="color" value="#E71224"/>
    </inkml:brush>
  </inkml:definitions>
  <inkml:trace contextRef="#ctx0" brushRef="#br0">0 67 8192,'50'-1'5734,"99"-12"0,166-36-5734,-295 46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3.646"/>
    </inkml:context>
    <inkml:brush xml:id="br0">
      <inkml:brushProperty name="width" value="0.1" units="cm"/>
      <inkml:brushProperty name="height" value="0.1" units="cm"/>
      <inkml:brushProperty name="color" value="#E71224"/>
    </inkml:brush>
  </inkml:definitions>
  <inkml:trace contextRef="#ctx0" brushRef="#br0">65 0 8192,'-19'270'6983,"7"-156"-5686,11-100-1021,-17 155-6922,12-133 8714,0-1 3511,4-24-3190,2-7-2628,2-8 0,2-3 239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3.894"/>
    </inkml:context>
    <inkml:brush xml:id="br0">
      <inkml:brushProperty name="width" value="0.1" units="cm"/>
      <inkml:brushProperty name="height" value="0.1" units="cm"/>
      <inkml:brushProperty name="color" value="#E71224"/>
    </inkml:brush>
  </inkml:definitions>
  <inkml:trace contextRef="#ctx0" brushRef="#br0">0 0 8192,'7'10'2971,"0"0"-2971,-1 4 5848,0 1-5848,-2 5 0,-1 2 0,2 2 2649,-1 4-2649,0 3 0,-1-2 0,-1-2 0,-1 0 0,-1-2 0,1-2 0,-2-2 0,1-2 0,0-3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44.829"/>
    </inkml:context>
    <inkml:brush xml:id="br0">
      <inkml:brushProperty name="width" value="0.1" units="cm"/>
      <inkml:brushProperty name="height" value="0.1" units="cm"/>
      <inkml:brushProperty name="color" value="#E71224"/>
    </inkml:brush>
  </inkml:definitions>
  <inkml:trace contextRef="#ctx0" brushRef="#br0">0 270 8192,'235'-16'7694,"-93"4"-6891,584-46-5283,-51 5 463,-515 42 4017,793-44 0,-214-3 2796,-699 52-2236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56.963"/>
    </inkml:context>
    <inkml:brush xml:id="br0">
      <inkml:brushProperty name="width" value="0.1" units="cm"/>
      <inkml:brushProperty name="height" value="0.1" units="cm"/>
      <inkml:brushProperty name="color" value="#E71224"/>
    </inkml:brush>
  </inkml:definitions>
  <inkml:trace contextRef="#ctx0" brushRef="#br0">0 138 8192,'42'-3'2299,"-1"-1"1,0-2 0,61-18-1,2 0-29,61-8-8004,201-12 0,-248 43 8530,-101 2-2236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0:59.266"/>
    </inkml:context>
    <inkml:brush xml:id="br0">
      <inkml:brushProperty name="width" value="0.1" units="cm"/>
      <inkml:brushProperty name="height" value="0.1" units="cm"/>
      <inkml:brushProperty name="color" value="#E71224"/>
    </inkml:brush>
  </inkml:definitions>
  <inkml:trace contextRef="#ctx0" brushRef="#br0">283 0 8192,'-1'3'453,"0"0"0,0 0 0,0 0 0,0 0 0,-1 0 1,0 0-1,1-1 0,-1 1 0,0 0 0,-5 3 0,-5 10 2488,0 4-1873,-1-1-1,-24 26 1,12-15-728,-29 44-340,-13 14 0,61-81 0,2-3 0,1 0 0,-1 0 0,1 1 0,-1-1 0,1 1 0,0 0 0,1-1 0,-1 2 0,1-1 0,-3 8 0,6-12 0,-1 0 0,0 0 0,0 0 0,0 0 0,0 0 0,1 0 0,-1 0 0,0-1 0,1 1 0,-1 0 0,1 0 0,-1 0 0,1 0 0,-1-1 0,1 1 0,0 0 0,-1-1 0,1 1 0,0 0 0,0-1 0,0 1 0,-1-1 0,1 1 0,0-1 0,0 1 0,0-1 0,0 0 0,0 1 0,0-1 0,0 0 0,0 0 0,0 0 0,-1 1 0,1-1 0,2-1 0,41 2 0,-36-1 0,49-1-497,115-7-4591,-136 5 3715,0-2 0,62-17 0,-95 21 1318,-1 0 0,1 0 1,-1 0-1,1 0 1,-1 0-1,1 0 0,-1-1 1,0 1-1,0-1 1,0 1-1,1-1 0,-2 0 1,1 0-1,0 0 1,0 0-1,-1 0 0,1-1 1,-1 1-1,1 0 1,0-4-1,-1 3 19,0 0-1,-1-1 1,1 1 0,-1 0 0,0 0-1,0-1 1,0 1 0,-1 0-1,1 0 1,-1-1 0,1 1-1,-1 0 1,0 0 0,-1 0-1,1 0 1,-3-5 0,-43-82 595,44 84-279,0 1-1,-1 0 1,1 0 0,-1 0-1,0 0 1,0 1 0,-1-1-1,1 1 1,-7-4 0,-3-1-280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00.158"/>
    </inkml:context>
    <inkml:brush xml:id="br0">
      <inkml:brushProperty name="width" value="0.1" units="cm"/>
      <inkml:brushProperty name="height" value="0.1" units="cm"/>
      <inkml:brushProperty name="color" value="#E71224"/>
    </inkml:brush>
  </inkml:definitions>
  <inkml:trace contextRef="#ctx0" brushRef="#br0">0 174 8192,'7'0'735,"0"0"0,0-1 0,0 1 0,0-2 0,0 1 1,-1-1-1,1 0 0,-1 0 0,1-1 0,-1 0 0,0 0 0,0 0 0,0-1 1,7-6-1,2 1-645,0 0 0,1 1 0,0 0 0,1 1 0,20-5 0,89-18-158,-74 19 37,29-5-2915,1 4-1,109-3 1,-171 15 2946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00.770"/>
    </inkml:context>
    <inkml:brush xml:id="br0">
      <inkml:brushProperty name="width" value="0.1" units="cm"/>
      <inkml:brushProperty name="height" value="0.1" units="cm"/>
      <inkml:brushProperty name="color" value="#E71224"/>
    </inkml:brush>
  </inkml:definitions>
  <inkml:trace contextRef="#ctx0" brushRef="#br0">0 85 8192,'50'-3'2159,"-1"-1"1,95-23-1,-87 14 336,89-8 0,-23 7-2495,-107 12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01.298"/>
    </inkml:context>
    <inkml:brush xml:id="br0">
      <inkml:brushProperty name="width" value="0.1" units="cm"/>
      <inkml:brushProperty name="height" value="0.1" units="cm"/>
      <inkml:brushProperty name="color" value="#E71224"/>
    </inkml:brush>
  </inkml:definitions>
  <inkml:trace contextRef="#ctx0" brushRef="#br0">1 87 8192,'30'0'3675,"0"-1"1,47-8 0,-57 5-3588,0 0 0,0-2 1,-1 0-1,23-10 0,-26 8-88,1 1 0,1 1 0,-1 1 0,1 0 0,32-3 0,-34 7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03.929"/>
    </inkml:context>
    <inkml:brush xml:id="br0">
      <inkml:brushProperty name="width" value="0.1" units="cm"/>
      <inkml:brushProperty name="height" value="0.1" units="cm"/>
      <inkml:brushProperty name="color" value="#E71224"/>
    </inkml:brush>
  </inkml:definitions>
  <inkml:trace contextRef="#ctx0" brushRef="#br0">0 173 8192,'12'-2'1041,"-1"1"0,0-2 0,0 1 1,0-2-1,0 1 0,0-2 0,-1 1 1,12-8-1,23-8 1056,21-4-2957,2 3 0,0 3 1,1 3-1,74-6 0,284 4-4102,-311 17 1820,-77 1 5992,-1-1 5351,-24 0-6849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04.587"/>
    </inkml:context>
    <inkml:brush xml:id="br0">
      <inkml:brushProperty name="width" value="0.1" units="cm"/>
      <inkml:brushProperty name="height" value="0.1" units="cm"/>
      <inkml:brushProperty name="color" value="#E71224"/>
    </inkml:brush>
  </inkml:definitions>
  <inkml:trace contextRef="#ctx0" brushRef="#br0">1 54 8192,'924'0'0,"-815"-5"0,114-19 0,-64 4 0,-101 16 0,-37 3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05.381"/>
    </inkml:context>
    <inkml:brush xml:id="br0">
      <inkml:brushProperty name="width" value="0.1" units="cm"/>
      <inkml:brushProperty name="height" value="0.1" units="cm"/>
      <inkml:brushProperty name="color" value="#E71224"/>
    </inkml:brush>
  </inkml:definitions>
  <inkml:trace contextRef="#ctx0" brushRef="#br0">0 37 8192,'14'0'276,"315"-10"10916,174-17-14994,1 27-2341,-208 2 4620,-264-2 1523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07.040"/>
    </inkml:context>
    <inkml:brush xml:id="br0">
      <inkml:brushProperty name="width" value="0.1" units="cm"/>
      <inkml:brushProperty name="height" value="0.1" units="cm"/>
      <inkml:brushProperty name="color" value="#E71224"/>
    </inkml:brush>
  </inkml:definitions>
  <inkml:trace contextRef="#ctx0" brushRef="#br0">0 1 8192,'174'0'10973,"87"0"-10417,-42 0-3413,283 0-4876,-142 0 6755,-181 0 4080,1 0 3392,-163 0-4583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10.436"/>
    </inkml:context>
    <inkml:brush xml:id="br0">
      <inkml:brushProperty name="width" value="0.1" units="cm"/>
      <inkml:brushProperty name="height" value="0.1" units="cm"/>
      <inkml:brushProperty name="color" value="#E71224"/>
    </inkml:brush>
  </inkml:definitions>
  <inkml:trace contextRef="#ctx0" brushRef="#br0">1 69 8192,'13'0'1538,"102"-1"5676,-1-11-4498,230-29-2716,-324 39 0,219-10-495,-225 12 990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11.139"/>
    </inkml:context>
    <inkml:brush xml:id="br0">
      <inkml:brushProperty name="width" value="0.1" units="cm"/>
      <inkml:brushProperty name="height" value="0.1" units="cm"/>
      <inkml:brushProperty name="color" value="#E71224"/>
    </inkml:brush>
  </inkml:definitions>
  <inkml:trace contextRef="#ctx0" brushRef="#br0">1 0 8192,'8'4'0,"0"-1"0,1 0 0,-1-1 0,0 0 0,14 2 0,11 2 0,-13-1 0,191 44 0,-152-38 0,97 4 0,93-14 0,-167-2 0,-53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11.870"/>
    </inkml:context>
    <inkml:brush xml:id="br0">
      <inkml:brushProperty name="width" value="0.1" units="cm"/>
      <inkml:brushProperty name="height" value="0.1" units="cm"/>
      <inkml:brushProperty name="color" value="#E71224"/>
    </inkml:brush>
  </inkml:definitions>
  <inkml:trace contextRef="#ctx0" brushRef="#br0">0 87 8192,'30'-4'7019,"16"-12"-4975,5-1-80,50-1-2079,179-9 1,-87 23-2857,-1 4-4503,-172 1 7121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12.666"/>
    </inkml:context>
    <inkml:brush xml:id="br0">
      <inkml:brushProperty name="width" value="0.1" units="cm"/>
      <inkml:brushProperty name="height" value="0.1" units="cm"/>
      <inkml:brushProperty name="color" value="#E71224"/>
    </inkml:brush>
  </inkml:definitions>
  <inkml:trace contextRef="#ctx0" brushRef="#br0">1 69 8192,'73'-2'7277,"0"-4"-3308,73-11-2810,83-6-4572,-98 15 1311,212-4-4788,-324 12 6890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15.986"/>
    </inkml:context>
    <inkml:brush xml:id="br0">
      <inkml:brushProperty name="width" value="0.1" units="cm"/>
      <inkml:brushProperty name="height" value="0.1" units="cm"/>
      <inkml:brushProperty name="color" value="#E71224"/>
    </inkml:brush>
  </inkml:definitions>
  <inkml:trace contextRef="#ctx0" brushRef="#br0">1 68 8192,'199'-8'7037,"-22"0"-2606,253 6-6881,357-10-4377,2081-26 4636,-2317 55 2191,-337 0 0,101 2 0,-116-18 880,692 19 9213,-735-8-10048,406 19-2951,659-39 2528,-1120 6 371,140-2 89,284-10-1548,-417 11-4458,-72 2 8267,0 1 4452,-29 0-6556,-1 0 0,1-1 0,0 0 0,-1 0-1,1 0 1,-1-1 0,12-5 0,-4 0-239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17.127"/>
    </inkml:context>
    <inkml:brush xml:id="br0">
      <inkml:brushProperty name="width" value="0.1" units="cm"/>
      <inkml:brushProperty name="height" value="0.1" units="cm"/>
      <inkml:brushProperty name="color" value="#E71224"/>
    </inkml:brush>
  </inkml:definitions>
  <inkml:trace contextRef="#ctx0" brushRef="#br0">0 104 8192,'380'-19'0,"-168"5"0,2274-56 0,-2376 69 0,2234 3 0,-675 68 0,-1630-68 0,103 6 0,149 9 0,-255-14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2.237"/>
    </inkml:context>
    <inkml:brush xml:id="br0">
      <inkml:brushProperty name="width" value="0.1" units="cm"/>
      <inkml:brushProperty name="height" value="0.1" units="cm"/>
      <inkml:brushProperty name="color" value="#E71224"/>
    </inkml:brush>
  </inkml:definitions>
  <inkml:trace contextRef="#ctx0" brushRef="#br0">137 71 8192,'10'-1'1694,"0"0"1,0-1 0,0-1-1,0 0 1,12-5 0,11-3-395,-17 7-1300,104-25 0,-101 25 0,0 2 0,0 0 0,0 1 0,27 3 0,-43-2 0,0 1 0,0-1 0,0 1 0,0 0 0,0 0 0,0 0 0,0 0 0,0 1 0,0-1 0,-1 1 0,1 0 0,-1-1 0,1 1 0,-1 0 0,0 1 0,0-1 0,1 0 0,-2 1 0,1-1 0,0 1 0,0-1 0,-1 1 0,0 0 0,1 0 0,-1 0 0,0 0 0,0 0 0,-1 0 0,1 3 0,2 11 0,-1 0 0,-1 0 0,-1 0 0,-2 22 0,1-8 0,0 304-559,0-321 412,0-1 1,-2 1-1,1 0 1,-8 21-1,-1 5-1974,5 0-4203,-3 8 4522,0 5 3443,8-49-407,1 0 1,0-1-1,1 1 1,-1-1-1,1 1 1,-1-1-1,3 5 0,-3-7-1232,1 1-1,0-1 0,0 1 0,0-1 0,0 0 0,0 1 1,1-1-1,-1 0 0,0 0 0,1 1 0,-1-1 0,1 0 1,-1-1-1,1 1 0,-1 0 0,1 0 0,0-1 1,-1 1-1,1-1 0,0 1 0,-1-1 0,1 0 0,2 1 1,6 0-4,1-1 1,18-1-1,-16 0 1,-6 0 9,-1 0 0,0 0-1,0-1 1,0 0 0,0 0 0,0-1-1,0 1 1,-1-1 0,1 0 0,-1-1-1,0 1 1,0-1 0,0 0 0,0 0-1,5-7 1,6-7-214,-1-1-1,22-35 1,-25 36-1447,18-31-865,-29 46 1609,1-1 1,0 0-1,-1 0 0,0 0 1,0 0-1,1-5 0,-2 8 893,0 0 0,0 0-1,0 1 1,0-1-1,0 0 1,0 0 0,-1 0-1,1 1 1,0-1 0,0 0-1,-1 0 1,1 1 0,0-1-1,-1 0 1,1 0 0,-1 1-1,1-1 1,-1 1 0,1-1-1,-1 0 1,1 1 0,-1-1-1,0 1 1,1-1-1,-1 1 1,0-1 0,-2 0 3,1 0 1,-1 0 0,0 0 0,1 0-1,-1 1 1,0-1 0,1 1 0,-4 0-1,-4 0 41,1 0 0,-1 1-1,-15 3 1,19-2-28,0 0 0,1 0 0,-1 0 0,0 1 0,1-1 0,0 1 0,-1 1 0,1-1 0,0 1 0,1 0 0,-1 0 0,-3 5 0,1-2 0,1 1 0,1 0 0,-1 0 0,2 1 0,-1-1 0,-6 19 0,5-5 0,0 0 0,1 1 0,1 0 0,1 0 0,1 37 0,1 8 0,5 141 0,-1-179 355,11 40 1,-8-46 85,-2 1 0,0-1 0,0 28 1,-4-39-319,0 1 1,-2-1 0,1 0 0,-7 23-1,6-29-134,0 0 0,-1 0 0,-1 0-1,1 0 1,-1-1 0,0 1 0,0-1-1,-1 0 1,0-1 0,-6 7 0,-4 1-218,-1 0 0,0-1 1,-1-1-1,-25 13 0,-79 32-1407,78-38 1445,-27 13 191,-133 62 0,168-75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2.846"/>
    </inkml:context>
    <inkml:brush xml:id="br0">
      <inkml:brushProperty name="width" value="0.1" units="cm"/>
      <inkml:brushProperty name="height" value="0.1" units="cm"/>
      <inkml:brushProperty name="color" value="#E71224"/>
    </inkml:brush>
  </inkml:definitions>
  <inkml:trace contextRef="#ctx0" brushRef="#br0">0 186 8192,'23'0'1274,"-1"-1"0,0-1 1,0-1-1,0-1 0,0-1 0,0-1 1,-1-1-1,26-11 0,58-26-1274,162-44 0,-261 86 0,-4 1 0,2 0 0,-1 0 0,0 0 0,0 1 0,0-1 0,0 1 0,0 0 0,1 0 0,-1 0 0,0 0 0,0 0 0,4 2 0,-4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3.082"/>
    </inkml:context>
    <inkml:brush xml:id="br0">
      <inkml:brushProperty name="width" value="0.1" units="cm"/>
      <inkml:brushProperty name="height" value="0.1" units="cm"/>
      <inkml:brushProperty name="color" value="#E71224"/>
    </inkml:brush>
  </inkml:definitions>
  <inkml:trace contextRef="#ctx0" brushRef="#br0">137 0 8192,'-5'96'480,"-4"-1"0,-29 128 0,-2 12-1010,-3 81 179,43-311 784,-2 29 4029,2-34-4335,0 1 0,0 0-1,0-1 1,0 1 0,0-1 0,0 1-1,0 0 1,1-1 0,-1 1 0,0 0-1,0-1 1,1 1 0,-1-1-1,0 1 1,1-1 0,-1 1 0,0-1-1,1 1 1,-1-1 0,1 1-1,-1-1 1,1 0 0,-1 1 0,1-1-1,-1 1 1,1-1 0,-1 0-1,1 0 1,-1 1 0,1-1 0,0 0-1,-1 0 1,1 0 0,-1 0 0,1 1-1,0-1 1,-1 0 0,1 0-1,0 0 1,-1-1 0,1 1 0,-1 0-1,2 0 1,9-4 311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3.426"/>
    </inkml:context>
    <inkml:brush xml:id="br0">
      <inkml:brushProperty name="width" value="0.1" units="cm"/>
      <inkml:brushProperty name="height" value="0.1" units="cm"/>
      <inkml:brushProperty name="color" value="#E71224"/>
    </inkml:brush>
  </inkml:definitions>
  <inkml:trace contextRef="#ctx0" brushRef="#br0">125 0 8192,'-1'4'768,"0"0"0,0 0 0,0-1 0,-1 1 0,1 0 0,-1-1 0,0 1 0,-3 4 0,-6 11 1159,-3 19-1317,2 0 0,-9 46 0,-3 10 189,21-87-799,1 0 0,-1 0 0,-8 13 0,4-9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3.990"/>
    </inkml:context>
    <inkml:brush xml:id="br0">
      <inkml:brushProperty name="width" value="0.1" units="cm"/>
      <inkml:brushProperty name="height" value="0.1" units="cm"/>
      <inkml:brushProperty name="color" value="#E71224"/>
    </inkml:brush>
  </inkml:definitions>
  <inkml:trace contextRef="#ctx0" brushRef="#br0">82 5 8192,'1'-1'538,"-1"0"-358,1 1-1,-1-1 1,1 1-1,-1 0 1,1 0-1,-1-1 1,1 1-1,-1 0 1,1 0-1,-1 0 1,1-1-1,-1 1 1,1 0-1,-1 0 1,1 0-1,-1 0 1,1 0-1,0 0 1,-1 0-1,1 0 1,-1 0-1,1 0 1,-1 1-1,1-1 1,-1 0-1,1 0 1,-1 0-1,1 1 1,-1-1-1,1 0 1,-1 1-1,2 0 539,-2 0-538,1-1-1,-1 0 1,0 1-1,1-1 1,-1 1-1,0-1 1,1 2-1,0-1 74,0 1-1,0 0 1,-1 0 0,1 0-1,0 0 1,0 0 0,-1 0 0,0 0-1,1 0 1,-1 0 0,0 3-1,-5 25-2113,-1-1 0,-14 42 1,-7 29-1910,-11 134 1654,38-233 2116,0 0 0,-1 0 0,1 1 0,0-1 0,0 0 0,-1 0 0,1 0 0,-1 0 0,1 1 0,-1-1 0,1 0 0,-1 0 0,0 0 0,1 0 0,-1 0 0,0 0 0,-1 0 0,-2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4.568"/>
    </inkml:context>
    <inkml:brush xml:id="br0">
      <inkml:brushProperty name="width" value="0.1" units="cm"/>
      <inkml:brushProperty name="height" value="0.1" units="cm"/>
      <inkml:brushProperty name="color" value="#E71224"/>
    </inkml:brush>
  </inkml:definitions>
  <inkml:trace contextRef="#ctx0" brushRef="#br0">0 114 8192,'1'-1'108,"-1"1"1,1-1 0,0 1 0,0-1-1,-1 1 1,1-1 0,0 1-1,0-1 1,-1 1 0,1-1-1,0 1 1,0 0 0,0 0 0,0-1-1,0 1 1,-1 0 0,1 0-1,0 0 1,0 0 0,0 0-1,0 0 1,0 0 0,0 0 0,0 1-1,0-1 1,-1 0 0,1 0-1,0 1 1,0-1 0,0 1-1,-1-1 1,1 0 0,0 1 0,0 0-1,-1-1 1,1 1 0,0-1-1,-1 1 1,1 0 0,-1-1-1,1 1 1,-1 0 0,1 0 0,-1-1-1,1 1 1,-1 1 0,5 6 820,-1-1 0,-1 1 1,5 13-1,-8-19-916,14 48 506,-2 0 0,8 99-1,-12-84 19,15 65-1,-14-108-536,-3-17 0,-1-16 0,46-177-2716,-29 116 2076,8-32-3416,58-131 0,-87 232 4056,1 0 0,-1 1 0,0-1 0,1 1 0,-1 0 0,1-1 0,0 1 0,0 0 0,3-3 0,-5 5 0,0 0 0,0 0 0,1 0 0,-1 0 0,0 0 0,0-1 0,1 1 0,-1 0 0,0 0 0,1 0 0,-1 0 0,0 0 0,0 0 0,1 0 0,-1 0 0,0 0 0,0 0 0,1 0 0,-1 0 0,0 0 0,1 0 0,-1 0 0,0 1 0,0-1 0,1 0 0,-1 0 0,0 0 0,0 0 0,1 0 0,-1 1 0,0-1 0,0 0 0,6 17 0,12 176 0,7 43 0,-19-196-38,-3 0 1,-3 66-1,2 28 646,-2-132-325,0-1 1,0 1-1,0 0 0,1-1 1,-1 1-1,0-1 0,1 1 1,0-1-1,-1 1 0,1-1 1,0 1-1,-1-1 0,1 0 1,0 1-1,2 1 1,-2-2-179,-1-1 0,0 0 0,1 0 0,-1 0 0,0 0 1,1 1-1,-1-1 0,1 0 0,-1 0 0,0 0 0,1 0 1,-1 0-1,0 0 0,1 0 0,-1 0 0,1 0 1,-1 0-1,0 0 0,1 0 0,-1 0 0,1 0 0,-1 0 1,0-1-1,1 1 0,11-13 1056,13-27 1047,-9 17-1767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4.975"/>
    </inkml:context>
    <inkml:brush xml:id="br0">
      <inkml:brushProperty name="width" value="0.1" units="cm"/>
      <inkml:brushProperty name="height" value="0.1" units="cm"/>
      <inkml:brushProperty name="color" value="#E71224"/>
    </inkml:brush>
  </inkml:definitions>
  <inkml:trace contextRef="#ctx0" brushRef="#br0">210 111 8192,'-1'0'71,"0"0"0,0 1 1,-1-1-1,1 1 0,0-1 1,0 1-1,0 0 0,0-1 1,0 1-1,0 0 0,0 0 1,1 0-1,-1 0 0,0-1 1,0 1-1,0 2 0,-14 21 1764,10-17-1526,-25 40 1043,3 1 0,-29 65 0,45-84-676,0 0 0,2 1 0,2 1 0,0-1 0,-3 50 0,8-62-676,1-9 0,0 1 0,1 0 0,0-1 0,0 1 0,1-1 0,4 18 0,-5-26 0,0 0 0,0-1 0,0 1 0,1 0 0,-1 0 0,0 0 0,1-1 0,-1 1 0,0 0 0,1-1 0,-1 1 0,1 0 0,-1-1 0,1 1 0,0 0 0,-1-1 0,1 1 0,0-1 0,-1 1 0,1-1 0,0 0 0,-1 1 0,1-1 0,0 0 0,0 1 0,-1-1 0,1 0 0,0 0 0,0 0 0,0 0 0,0 0 0,-1 0 0,1 0 0,0 0 0,0 0 0,0 0 0,-1 0 0,1 0 0,0 0 0,0-1 0,0 1 0,-1 0 0,1-1 0,0 1 0,-1-1 0,1 1 0,0 0 0,-1-1 0,1 0 0,0 1 0,0-1 0,4-3 0,-1 0 0,0-1 0,0 1 0,0-1 0,6-8 0,13-30-1089,-2-2 1,-2 0-1,23-82 0,-17 24-3785,-18 64 4525,-3-2 0,-2 1 1,-1 0-1,-5-48 0,4 86 368,0-1 0,-1 1 0,1-1 0,-1 1-1,0 0 1,1-1 0,-1 1 0,0 0 0,-1 0 0,1-1 0,0 1 0,0 0 0,-1 0 0,0 0 0,1 0-1,-1 1 1,-3-4 0,2 3-38,0 0-1,-1 0 0,1 1 1,-1-1-1,1 1 0,-1 0 0,1 0 1,-1 0-1,0 0 0,-6 0 1,-1 1-59,1 0 1,-1 0 0,0 1-1,0 1 1,1 0-1,-1 0 1,-14 6 0,5 0 77,2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5.367"/>
    </inkml:context>
    <inkml:brush xml:id="br0">
      <inkml:brushProperty name="width" value="0.1" units="cm"/>
      <inkml:brushProperty name="height" value="0.1" units="cm"/>
      <inkml:brushProperty name="color" value="#E71224"/>
    </inkml:brush>
  </inkml:definitions>
  <inkml:trace contextRef="#ctx0" brushRef="#br0">242 0 8192,'-7'25'829,"1"0"1,-4 42-1,3-15 953,-62 280-471,25-132-1409,-32 128-5385,75-326 5545,-11 34 9433,7-34-7584,3-9-1433,0-11-956,1-119 478,2 98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5.664"/>
    </inkml:context>
    <inkml:brush xml:id="br0">
      <inkml:brushProperty name="width" value="0.1" units="cm"/>
      <inkml:brushProperty name="height" value="0.1" units="cm"/>
      <inkml:brushProperty name="color" value="#E71224"/>
    </inkml:brush>
  </inkml:definitions>
  <inkml:trace contextRef="#ctx0" brushRef="#br0">639 19 8192,'33'-2'1593,"35"-6"0,-47 5-506,0 0-1,-1 2 0,1 0 1,0 1-1,27 3 0,-45-2-1042,1 0 1,-1 0-1,0 1 0,0-1 0,0 1 0,0-1 0,0 1 0,-1 0 0,1 0 0,0 0 0,-1 0 0,1 1 1,-1-1-1,0 1 0,0-1 0,0 1 0,0 0 0,0 0 0,-1 0 0,1 0 0,-1 0 0,0 0 1,0 0-1,0 0 0,1 4 0,-1-4-18,-1 1-1,1-1 1,-1 1 0,0 0-1,0-1 1,0 1 0,0-1 0,0 1-1,-1-1 1,0 1 0,1-1 0,-1 1-1,-1-1 1,1 0 0,0 1-1,-1-1 1,0 0 0,1 0 0,-1 0-1,-1 0 1,1 0 0,0-1-1,-5 5 1,-9 4-26,0-1 0,-25 12 0,-2 1 0,-29 17-424,17-10-553,2 2-1,-83 65 1,80-46-214,-66 78 0,-36 67-2873,67-81 2751,26-35 960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6.146"/>
    </inkml:context>
    <inkml:brush xml:id="br0">
      <inkml:brushProperty name="width" value="0.1" units="cm"/>
      <inkml:brushProperty name="height" value="0.1" units="cm"/>
      <inkml:brushProperty name="color" value="#E71224"/>
    </inkml:brush>
  </inkml:definitions>
  <inkml:trace contextRef="#ctx0" brushRef="#br0">0 562 8192,'35'-34'4275,"70"-52"0,-75 66-3036,45-24-1,0 9-1385,3 3 1,0 3 0,86-19-1,251-37-6671,27 31 5123,4 27 411,96-9 640,-509 33 644,169-20 0,-173 18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7.208"/>
    </inkml:context>
    <inkml:brush xml:id="br0">
      <inkml:brushProperty name="width" value="0.1" units="cm"/>
      <inkml:brushProperty name="height" value="0.1" units="cm"/>
      <inkml:brushProperty name="color" value="#E71224"/>
    </inkml:brush>
  </inkml:definitions>
  <inkml:trace contextRef="#ctx0" brushRef="#br0">17 1 8192,'0'697'11468,"-1"-672"-11468,-6 35 0,-1 2 0,7-48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27.649"/>
    </inkml:context>
    <inkml:brush xml:id="br0">
      <inkml:brushProperty name="width" value="0.1" units="cm"/>
      <inkml:brushProperty name="height" value="0.1" units="cm"/>
      <inkml:brushProperty name="color" value="#E71224"/>
    </inkml:brush>
  </inkml:definitions>
  <inkml:trace contextRef="#ctx0" brushRef="#br0">357 89 8192,'17'-11'7252,"5"3"-5180,24 0-1299,-40 8 157,342-36-3563,-115 19-3645,-193 13 6692,40-1 1878,-70 5-1007,-1 1 0,1 0-1,10 2 1,-19-3-1246,1 1 0,-1-1 1,0 0-1,1 1 0,-1-1 0,0 1 0,0 0 0,1-1 0,-1 1 0,0 0 0,0 0 0,0 0 1,0 0-1,0 0 0,0 0 0,0 0 0,0 0 0,0 0 0,-1 0 0,1 0 0,0 1 0,-1-1 1,1 0-1,-1 0 0,1 1 0,-1-1 0,0 0 0,0 1 0,1-1 0,-1 1 0,0-1 1,0 0-1,0 1 0,0-1 0,-1 0 0,1 1 0,-1 1 0,-1 5-95,0 1 0,-1-1 0,0 1 0,-7 12 0,7-14-138,-16 27-1395,-1-1 0,-2-1 0,-39 44 0,-5 9-379,-70 107 1384,-182 241-1481,294-404 2065,-132 154 0,108-131 0,-76 63 0,112-106 144,0 0 1,0-1-1,-1 0 0,0-1 1,-17 7-1,25-12-43,-1 0-1,0 0 1,0 0 0,1-1-1,-1 0 1,0 0-1,0-1 1,0 1-1,0-1 1,0 0 0,0-1-1,0 0 1,0 0-1,0 0 1,-8-3 0,3-2 394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31.631"/>
    </inkml:context>
    <inkml:brush xml:id="br0">
      <inkml:brushProperty name="width" value="0.1" units="cm"/>
      <inkml:brushProperty name="height" value="0.1" units="cm"/>
      <inkml:brushProperty name="color" value="#E71224"/>
    </inkml:brush>
  </inkml:definitions>
  <inkml:trace contextRef="#ctx0" brushRef="#br0">1 87 8192,'23'-2'1614,"0"0"-1,0-1 1,23-8 0,13-1 770,337-28-6377,3 28-748,-345 11 4636,789-3 105,-487 5 0,-343-1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32.178"/>
    </inkml:context>
    <inkml:brush xml:id="br0">
      <inkml:brushProperty name="width" value="0.1" units="cm"/>
      <inkml:brushProperty name="height" value="0.1" units="cm"/>
      <inkml:brushProperty name="color" value="#E71224"/>
    </inkml:brush>
  </inkml:definitions>
  <inkml:trace contextRef="#ctx0" brushRef="#br0">1 157 8192,'153'-2'5734,"189"-26"0,-228 13-6852,189-35-5609,-11-9 3663,-274 57 5861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32.652"/>
    </inkml:context>
    <inkml:brush xml:id="br0">
      <inkml:brushProperty name="width" value="0.1" units="cm"/>
      <inkml:brushProperty name="height" value="0.1" units="cm"/>
      <inkml:brushProperty name="color" value="#E71224"/>
    </inkml:brush>
  </inkml:definitions>
  <inkml:trace contextRef="#ctx0" brushRef="#br0">0 122 8192,'17'1'2470,"30"5"-1,8 2 1431,1-6-3934,1-3 1,-1-2 0,0-2-1,69-16 1,-122 20 30,152-33-4113,201-20 1,-328 51 3919,267-13-46,-261 15 242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33.291"/>
    </inkml:context>
    <inkml:brush xml:id="br0">
      <inkml:brushProperty name="width" value="0.1" units="cm"/>
      <inkml:brushProperty name="height" value="0.1" units="cm"/>
      <inkml:brushProperty name="color" value="#E71224"/>
    </inkml:brush>
  </inkml:definitions>
  <inkml:trace contextRef="#ctx0" brushRef="#br0">1 35 8192,'611'1'0,"661"-3"0,-277-16 0,-655 4 0,-311 13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35.571"/>
    </inkml:context>
    <inkml:brush xml:id="br0">
      <inkml:brushProperty name="width" value="0.1" units="cm"/>
      <inkml:brushProperty name="height" value="0.1" units="cm"/>
      <inkml:brushProperty name="color" value="#E71224"/>
    </inkml:brush>
  </inkml:definitions>
  <inkml:trace contextRef="#ctx0" brushRef="#br0">0 121 10134,'2730'-121'0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56.838"/>
    </inkml:context>
    <inkml:brush xml:id="br0">
      <inkml:brushProperty name="width" value="0.1" units="cm"/>
      <inkml:brushProperty name="height" value="0.1" units="cm"/>
      <inkml:brushProperty name="color" value="#E71224"/>
    </inkml:brush>
  </inkml:definitions>
  <inkml:trace contextRef="#ctx0" brushRef="#br0">543 435 8192,'-2'1'458,"1"-1"0,-1 1 1,0-1-1,1 1 0,-1 0 1,1-1-1,-1 1 0,1 0 1,0 0-1,-1 0 0,1 0 1,0 0-1,0 0 0,-1 1 1,0 1-1,-20 27 3250,15-20-3281,-3 2-427,0 0 0,-23 19 0,20-19 0,0 0 0,-12 14 0,-8 11 0,25-30 0,0 2 0,1-1 0,0 1 0,0 0 0,-6 12 0,-11 24 0,-2-2 0,-1-1 0,-3-1 0,-35 38 0,27-33 0,23-27 0,-24 24 0,30-34 0,8-7 0,-1 0 0,1 0 0,0 0 0,-1-1 0,0 1 0,1-1 0,-1 1 0,0-1 0,0 1 0,1-1 0,-1 0 0,0 0 0,0 0 0,-1 0 0,-1 0 0,26-16 0,-11 11 0,0 0 0,1 0 0,-1 1 0,1 0 0,0 1 0,-1 1 0,15-1 0,29-4 0,180-18-6219,-102 14 3619,59 5 1018,-45 3 515,-26-14 1067,-99 12 0,37-8 0,-30 5 0,0 2 0,33-2 0,-41 6 279,-1-1 1,1-1 0,-1-1-1,1-1 1,-1 0 0,-1-2-1,1 0 1,-1-1 0,21-13-1,-38 21-198,0-1-1,0 0 1,0 0-1,-1-1 1,1 1-1,0 0 1,-1 0-1,1-1 1,-1 1-1,1-1 1,-1 1-1,0-1 1,0 0-1,1 0 1,-1 1-1,0-1 1,-1 0-1,1 0 1,0 0-1,-1 0 1,1 0-1,-1 0 1,1 0-1,-1 0 1,0 0-1,0 0 1,0 0-1,0 0 1,0-1-1,0 1 1,-1 0-1,1 0 1,-1 0-1,1 0 1,-1 0-1,0 1 0,0-1 1,0 0-1,0 0 1,0 0-1,0 1 1,-3-3-1,-5-8 938,-1 2 0,-1 0-1,0 0 1,-23-16 0,25 19-896,-37-27-482,-43-33-3880,-163-94 1,70 69 3517,-161-90-1185,74-2 1907,247 168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1:58.788"/>
    </inkml:context>
    <inkml:brush xml:id="br0">
      <inkml:brushProperty name="width" value="0.1" units="cm"/>
      <inkml:brushProperty name="height" value="0.1" units="cm"/>
      <inkml:brushProperty name="color" value="#E71224"/>
    </inkml:brush>
  </inkml:definitions>
  <inkml:trace contextRef="#ctx0" brushRef="#br0">0 20 8192,'161'-9'6928,"-17"1"-2388,729 6-4540,-446 3 0,451 39 0,541 43 0,-1120-77 0,303 4 0,-1-30 0,516-31 0,-1056 51 0,826 25 0,-125 21 0,-244-38 0,156 0 0,-571-8 0,-88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03.061"/>
    </inkml:context>
    <inkml:brush xml:id="br0">
      <inkml:brushProperty name="width" value="0.1" units="cm"/>
      <inkml:brushProperty name="height" value="0.1" units="cm"/>
      <inkml:brushProperty name="color" value="#E71224"/>
    </inkml:brush>
  </inkml:definitions>
  <inkml:trace contextRef="#ctx0" brushRef="#br0">812 1185 8192,'143'9'8654,"-8"0"-5840,361-10-2814,-171-32 0,-288 27-1622,-9 1-1660,0 1 0,34 0 0,-44 4 4008,0-1 0,1-1-1,-1 0 1,0-2 0,28-8 0,9-4 1958,55-20 1745,-60 17-4429,-36 15 0,0-1 0,0 0 0,0-1 0,-1-1 0,0 0 0,-1-1 0,1 0 0,-1-1 0,11-10 0,19-19 0,-32 31 0,-1-1 0,0 0 0,0 0 0,-1-1 0,11-15 0,18-29 0,-23 35 0,-1-1 0,-1 0 0,15-32 0,-21 40-191,0 1 0,1-1 0,0 1 0,15-17 0,-14 18-116,-1 0 0,0 0 0,0 0 0,-1-1 0,7-15 1,-5 1-2126,-1 0 1,5-36-1,-5 20 1055,-3 20 1377,-1 0 0,0-26 0,-2 39 0,-1 1 0,0-1 0,-1 1 0,0-1 0,0 1 0,0-1 0,-1 1 0,0 0 0,0 0 0,0 0 0,-4-7 0,2 8 0,-1 0 0,1 0 0,-1 1 0,0 0 0,0 0 0,-1 0 0,1 0 0,-10-4 0,-50-22 0,57 27 0,-96-33 0,-13-5 0,49 5 0,56 28 0,0 1 0,-1 0 0,0 1 0,0 1 0,0 0 0,-1 0 0,1 2 0,-21-4 0,-36 0 0,-81-4 0,-883 11 2476,1012 1-3859,-43 9 0,20-3 4469,-152 30-4236,58-8 3070,68-11-2296,48-12 651,-39 8 1,48-12-601,0 1 0,0 0 0,1 1 0,-26 11-1,-48 32-460,35-23 3705,41-19-3435,0-1 1,0 2-1,0-1 1,1 2-1,-11 7 1,-4 7 996,7-8 1412,2 1 0,-25 27 0,36-34-1515,0-1-1,0 1 1,1 0-1,0 1 1,0-1 0,1 1-1,0-1 1,0 1-1,1 0 1,-2 13-1,-1 14-1094,2 0 1,2 0-1,1 0 0,2 0 0,1 0 1,2 0-1,13 50 0,-5-37-430,3-1 0,2-1 0,2-1 1,44 76-1,-47-96 1147,1-1 0,0 0 0,2-1 0,1-1 0,1-1 0,37 29 0,-27-28 0,0-1 0,1-1 0,1-2 0,62 24 0,-52-27 0,0-1 0,1-2 0,0-2 0,1-2 0,87 3 0,-23-11 0,150-19 0,-200 10 0,1-3 0,-2-2 0,0-3 0,58-24 0,-69 20 0,-9 2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11.240"/>
    </inkml:context>
    <inkml:brush xml:id="br0">
      <inkml:brushProperty name="width" value="0.1" units="cm"/>
      <inkml:brushProperty name="height" value="0.1" units="cm"/>
      <inkml:brushProperty name="color" value="#E71224"/>
    </inkml:brush>
  </inkml:definitions>
  <inkml:trace contextRef="#ctx0" brushRef="#br0">0 0 8192,'0'431'11468,"3"-401"-11468,1-19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11.802"/>
    </inkml:context>
    <inkml:brush xml:id="br0">
      <inkml:brushProperty name="width" value="0.1" units="cm"/>
      <inkml:brushProperty name="height" value="0.1" units="cm"/>
      <inkml:brushProperty name="color" value="#E71224"/>
    </inkml:brush>
  </inkml:definitions>
  <inkml:trace contextRef="#ctx0" brushRef="#br0">1 0 8192,'0'0'285,"10"7"3706,-10-6-3706,0-1 0,1 1 1,-1 0-1,1 0 0,-1-1 0,0 1 0,0 0 0,1 0 0,-1-1 0,0 1 0,0 0 0,0 1 1,4 27 3123,-4-26-3333,2 329-76,-4-170 0,-8-8 0,4-85 0,5-48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14.963"/>
    </inkml:context>
    <inkml:brush xml:id="br0">
      <inkml:brushProperty name="width" value="0.1" units="cm"/>
      <inkml:brushProperty name="height" value="0.1" units="cm"/>
      <inkml:brushProperty name="color" value="#E71224"/>
    </inkml:brush>
  </inkml:definitions>
  <inkml:trace contextRef="#ctx0" brushRef="#br0">0 35 8192,'117'0'6870,"-1"0"-3523,115 0-4181,-2 0-4926,185-9 3084,-53 1 1729,295 0 947,373-2 0,-984 11 0,-10-1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15.684"/>
    </inkml:context>
    <inkml:brush xml:id="br0">
      <inkml:brushProperty name="width" value="0.1" units="cm"/>
      <inkml:brushProperty name="height" value="0.1" units="cm"/>
      <inkml:brushProperty name="color" value="#E71224"/>
    </inkml:brush>
  </inkml:definitions>
  <inkml:trace contextRef="#ctx0" brushRef="#br0">1 2 8192,'2'1'69,"-1"1"0,1-1 0,0 0 0,1 1 1,-1-1-1,0 0 0,0-1 0,0 1 0,1 0 1,-1 0-1,0-1 0,4 1 0,33 1 2030,-26-1-1152,454 2 912,-262-4-1815,170-1-1330,488 4-3276,-529 12 4562,63 1 0,-276-16 0,153-21 0,-232 16 0,126-13 0,-148 18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17.273"/>
    </inkml:context>
    <inkml:brush xml:id="br0">
      <inkml:brushProperty name="width" value="0.1" units="cm"/>
      <inkml:brushProperty name="height" value="0.1" units="cm"/>
      <inkml:brushProperty name="color" value="#E71224"/>
    </inkml:brush>
  </inkml:definitions>
  <inkml:trace contextRef="#ctx0" brushRef="#br0">1 652 8192,'4'0'402,"1"0"-1,-1 1 1,1 0 0,-1 0 0,1 0 0,-1 0 0,1 1-1,-1-1 1,0 1 0,0 0 0,0 0 0,5 4-1,2 3 1466,0 1 0,16 16-1,-10-8-1221,-11-11-645,0 0 0,-1 0 0,0 0 0,-1 1 0,5 8 0,-4-7 0,0 0 0,0 0 0,10 11 0,-7-10-607,-3-4-656,-1-1-1,1 1 0,0-1 0,9 7 0,-13-11 1102,1 0 0,-1-1 0,0 1-1,1 0 1,-1-1 0,0 1 0,1 0-1,-1-1 1,1 0 0,-1 1 0,1-1-1,-1 0 1,1 0 0,-1 0 0,1 0 0,-1 0-1,1 0 1,-1 0 0,1 0 0,-1-1-1,1 1 1,-1-1 0,0 1 0,1-1-1,-1 1 1,0-1 0,3-1 0,5-6 162,-1 0 0,1 0 0,-1-1 0,0-1 0,-1 1 0,0-1 0,7-14 0,1-1 0,198-313 0,12-22 0,-202 322 0,-4 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6:48.554"/>
    </inkml:context>
    <inkml:brush xml:id="br0">
      <inkml:brushProperty name="width" value="0.1" units="cm"/>
      <inkml:brushProperty name="height" value="0.1" units="cm"/>
      <inkml:brushProperty name="color" value="#E71224"/>
    </inkml:brush>
  </inkml:definitions>
  <inkml:trace contextRef="#ctx0" brushRef="#br0">8 1 8192,'0'868'0,"-4"-832"0,0-26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6:51.920"/>
    </inkml:context>
    <inkml:brush xml:id="br0">
      <inkml:brushProperty name="width" value="0.1" units="cm"/>
      <inkml:brushProperty name="height" value="0.1" units="cm"/>
      <inkml:brushProperty name="color" value="#E71224"/>
    </inkml:brush>
  </inkml:definitions>
  <inkml:trace contextRef="#ctx0" brushRef="#br0">1 1 8192,'0'10'1767,"1"1"1,1-1-1,3 14 1,4 25 2630,-7 250-4398,-3-153 0,1-131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6:52.589"/>
    </inkml:context>
    <inkml:brush xml:id="br0">
      <inkml:brushProperty name="width" value="0.1" units="cm"/>
      <inkml:brushProperty name="height" value="0.1" units="cm"/>
      <inkml:brushProperty name="color" value="#E71224"/>
    </inkml:brush>
  </inkml:definitions>
  <inkml:trace contextRef="#ctx0" brushRef="#br0">21 1 8192,'-1'13'2037,"0"0"1,-6 21-1,-1 15 1203,5 284-1619,5-180-1126,-2 82-495,0-219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6:58.189"/>
    </inkml:context>
    <inkml:brush xml:id="br0">
      <inkml:brushProperty name="width" value="0.1" units="cm"/>
      <inkml:brushProperty name="height" value="0.1" units="cm"/>
      <inkml:brushProperty name="color" value="#E71224"/>
    </inkml:brush>
  </inkml:definitions>
  <inkml:trace contextRef="#ctx0" brushRef="#br0">1 1 8192,'0'495'11468,"3"-461"-11468,3-19 0,-6-15 0,1 1 0,-1-1 0,0 0 0,0 0 0,1 0 0,-1 0 0,0 0 0,0 0 0,1 1 0,-1-1 0,0 0 0,1 0 0,-1 0 0,0 0 0,1 0 0,-1 0 0,0 0 0,0 0 0,1 0 0,-1 0 0,0 0 0,1-1 0,-1 1 0,0 0 0,0 0 0,1 0 0,-1 0 0,0 0 0,0 0 0,1-1 0,-1 1 0,0 0 0,0 0 0,1 0 0,-1-1 0,0 1 0,0 0 0,0 0 0,1-1 0,-1 1 0,0 0 0,4-7 0,0 1 0,-1-1 0,0 0 0,0 0 0,-1 0 0,0 0 0,0-1 0,1-8 0,4-11 0,-1 6 0,-1 1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6:58.563"/>
    </inkml:context>
    <inkml:brush xml:id="br0">
      <inkml:brushProperty name="width" value="0.1" units="cm"/>
      <inkml:brushProperty name="height" value="0.1" units="cm"/>
      <inkml:brushProperty name="color" value="#E71224"/>
    </inkml:brush>
  </inkml:definitions>
  <inkml:trace contextRef="#ctx0" brushRef="#br0">161 1 8192,'-1'7'318,"0"0"0,-1 0 0,0 0 0,0 0 0,0-1 0,-5 9 1,-4 15 1724,-40 210 3109,19-77-3106,21-113-2046,3 1 0,1-1 0,1 85 0,7-113 0,0-12 0,-1-1 0,0 1 0,0-1 0,-4 17 0,4-25 0,0-1 0,0 0 0,0 1 0,0-1 0,0 1 0,0-1 0,0 0 0,0 1 0,0-1 0,0 1 0,0-1 0,-1 0 0,1 1 0,0-1 0,0 0 0,0 1 0,-1-1 0,1 0 0,0 0 0,0 1 0,-1-1 0,1 0 0,0 0 0,-1 1 0,1-1 0,0 0 0,-1 1 0,-4-10 0,1-18 0,3-48 0,1 59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6:59.093"/>
    </inkml:context>
    <inkml:brush xml:id="br0">
      <inkml:brushProperty name="width" value="0.1" units="cm"/>
      <inkml:brushProperty name="height" value="0.1" units="cm"/>
      <inkml:brushProperty name="color" value="#E71224"/>
    </inkml:brush>
  </inkml:definitions>
  <inkml:trace contextRef="#ctx0" brushRef="#br0">1 83 8192,'0'-3'11332,"0"-4"-11196,0-4-136,0-6 0,0-6 0,0 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6:59.465"/>
    </inkml:context>
    <inkml:brush xml:id="br0">
      <inkml:brushProperty name="width" value="0.1" units="cm"/>
      <inkml:brushProperty name="height" value="0.1" units="cm"/>
      <inkml:brushProperty name="color" value="#E71224"/>
    </inkml:brush>
  </inkml:definitions>
  <inkml:trace contextRef="#ctx0" brushRef="#br0">20 1 8192,'0'3'11332,"0"4"-11332,0 4 0,0 3 0,0 2 136,-3 1-136,-2 1 0,2 1 0,-1-1 0,2 0 0,1 0 0,0 0 0,1 0 0,0 0 0,0 0 0,0-1 0,0 16-11468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7:05.673"/>
    </inkml:context>
    <inkml:brush xml:id="br0">
      <inkml:brushProperty name="width" value="0.1" units="cm"/>
      <inkml:brushProperty name="height" value="0.1" units="cm"/>
      <inkml:brushProperty name="color" value="#E71224"/>
    </inkml:brush>
  </inkml:definitions>
  <inkml:trace contextRef="#ctx0" brushRef="#br0">583 1 8192,'-1'2'217,"1"-1"1,-1 1 0,1 0 0,-1 0-1,1-1 1,-1 1 0,0 0 0,0-1-1,0 1 1,0-1 0,0 1 0,0-1-1,-2 2 1,-22 20 4568,15-13-3781,4-5-713,1 1 0,0 1 0,0-1 0,0 1 1,1 0-1,0 0 0,0 0 0,-3 9 0,-1-1-292,0 0 0,-1-1 0,-17 21 0,16-22 0,0 0 0,1 1 0,-14 28 0,4-1-5734,-49 74 0,68-115 5734,-5 9 0,1-1 0,0 0 0,1 1 0,0 0 0,-2 10 0,3-11 0,0 1 0,0-1 0,-2 0 0,1 0 0,-1 0 0,-4 8 0,-19 24 0,-33 44 0,51-72 0,-2-1 0,1 0 0,-1 0 0,-20 14 0,-5-7 1945,31-16-1253,0 0 0,0 1 0,0-1 0,0 1 0,1 0 0,-1 0 0,1 1 0,-1-1 0,1 1 0,-4 5 0,8-9-646,0 0-1,0 1 1,0-1 0,-1 0 0,1 1 0,0-1 0,0 0 0,0 1-1,0-1 1,0 0 0,0 0 0,0 1 0,0-1 0,0 0 0,0 1-1,0-1 1,1 0 0,-1 1 0,0-1 0,0 0 0,0 0-1,0 1 1,0-1 0,0 0 0,1 0 0,-1 1 0,0-1 0,0 0-1,0 0 1,1 1 0,-1-1 0,0 0 0,0 0 0,1 0-1,-1 0 1,0 1 0,1-1 0,-1 0 0,0 0 0,0 0 0,1 0-1,-1 0 1,0 0 0,1 0 0,-1 0 0,0 0 0,1 0 0,-1 0-1,0 0 1,0 0 0,1 0 0,19 2-500,-18-2 435,11-1-908,1 0-1,-1-1 1,18-4 0,30-4-3289,313 8 1175,-191 4 2539,-74-3 1319,118 2 1722,-137 8-3798,33 1 42,-106-10 1252,-1 0 0,1-1 0,0-1 0,-1 0 0,0-1 0,1-1 0,-1-1 0,0 0 0,-1-1 0,18-9 0,-3 1 605,18-11 7140,-41 16-5997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7:06.578"/>
    </inkml:context>
    <inkml:brush xml:id="br0">
      <inkml:brushProperty name="width" value="0.1" units="cm"/>
      <inkml:brushProperty name="height" value="0.1" units="cm"/>
      <inkml:brushProperty name="color" value="#E71224"/>
    </inkml:brush>
  </inkml:definitions>
  <inkml:trace contextRef="#ctx0" brushRef="#br0">1 1 8192,'4'0'241,"1"1"0,0-1 0,-1 1 0,1 0 0,-1 0-1,1 1 1,-1-1 0,1 1 0,-1 0 0,0 0 0,0 1 0,0-1 0,6 6 0,3 3 1717,0 1 0,15 20 0,12 11 263,59 37-2221,17 16 0,-69-59 0,-35-29 0,0 1 0,11 11 0,54 43 0,-6-5 0,-3 6 0,136 97 0,-148-132 0,-45-24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7:11.547"/>
    </inkml:context>
    <inkml:brush xml:id="br0">
      <inkml:brushProperty name="width" value="0.1" units="cm"/>
      <inkml:brushProperty name="height" value="0.1" units="cm"/>
      <inkml:brushProperty name="color" value="#E71224"/>
    </inkml:brush>
  </inkml:definitions>
  <inkml:trace contextRef="#ctx0" brushRef="#br0">253 801 8192,'4'-1'642,"1"0"1,-1 0-1,1 0 1,-1 0-1,1-1 1,-1 1 0,0-1-1,1-1 1,5-3-1,16-7 1752,47-15-1952,1 5-1,82-17 1,158-7 882,-179 39-1324,13-1 0,-53 2 0,115 5 0,-97 4 0,-110-2 0,0 0 0,0 0 0,0 0 0,0-1 0,-1 1 0,1-1 0,3 0 0,-5 1 0,-1-1 0,0 1 0,0 0 0,1 0 0,-1 0 0,0 0 0,0-1 0,1 1 0,-1 0 0,0 0 0,0 0 0,0-1 0,0 1 0,1 0 0,-1 0 0,0-1 0,0 1 0,0 0 0,0 0 0,0-1 0,0 1 0,0 0 0,0-1 0,0 1 0,0 0 0,0 0 0,0-1 0,0 1 0,-8-13 0,-3 0 0,-1 2 0,-1 0 0,0 0 0,-1 1 0,0 1 0,-19-10 0,6 3-793,-33-27 0,35 25 348,-39-23 0,-20 1 2685,-18-9-5185,84 39 1258,0 2 1,-24-7 0,-24-12-1542,26 8 4366,-40-24 5114,71 38-5669,0-1-1,1-1 1,0 0 0,0 0-1,1 0 1,-11-14-1,13 14-582,0 1 0,0 0 0,0 0 0,-1 0 0,0 1 0,0 0 0,-9-6 0,-20-19 0,8 7 0,26 22 5,-1 0 0,1 1-1,0-1 1,0 1 0,-1-1 0,1 1-1,0 0 1,-1-1 0,1 1 0,0 0-1,-1 0 1,1 0 0,0 0 0,-1 0 0,1 0-1,0 1 1,0-1 0,-1 0 0,1 1-1,0-1 1,-1 0 0,1 1 0,0 0-1,0-1 1,0 1 0,0 0 0,-2 1-1,-4 4-87,0-1 1,1 1-1,-8 9 0,7-7-278,-1 2-928,0 0 0,0 1 1,-9 18-1,-13 18-1836,-20 30 1852,-4 4-83,14-28 1356,-37 65 0,40-60 0,-20 39 0,48-80 0,-1-1 0,-1-1 0,-14 17 0,-3 6 0,23-30 0,0 0 0,1 0 0,0 1 0,-4 14 0,-8 17 0,-30 46 0,46-86-3,-1 1 1,1-1 0,-1 1-1,1 0 1,0-1-1,-1 1 1,1 0 0,0-1-1,-1 1 1,1 0 0,0 0-1,0-1 1,0 1-1,0 0 1,-1-1 0,1 1-1,0 0 1,0 0 0,0-1-1,1 1 1,-1 0-1,0 0 1,0-1 0,0 1-1,1 1 1,-1-2-1,1 0 0,0 1 0,-1-1-1,1 1 1,0-1 0,-1 0 0,1 0 0,0 1 0,0-1 0,-1 0 0,1 0 0,0 0 0,0 0 0,0 0-1,-1 0 1,1 0 0,0 0 0,0 0 0,0-1 0,6 0 127,-1 0 0,0-1-1,0 0 1,9-4 0,22-12-146,2 1 0,-1 3 0,2 1 0,78-15 0,240-11-363,-256 38 385,-62 2 0,0-2 0,81-13 0,-59 4 37,1 4 0,0 1 0,83 6 0,60-3 759,-202 2-359,0-1 0,0 1 0,0-1 0,0 0 0,0-1 0,0 1 0,0-1 0,-1 0 0,1 0 1,0 0-1,-1 0 0,6-5 0,-8 6-270,0 0 1,0 0 0,0 0 0,-1 0 0,1 0-1,0 0 1,-1 0 0,1 0 0,-1 0-1,1 0 1,-1 0 0,1 0 0,-1 0-1,0 0 1,0 0 0,0-1 0,1 1 0,-1 0-1,0-2 1,-1 2-85,1-1-1,-1 0 1,0 1 0,1-1-1,-1 1 1,0-1-1,0 1 1,0-1 0,0 1-1,0 0 1,0-1 0,-1 1-1,1 0 1,0 0-1,-1 0 1,1 0 0,-2-1-1,-65-37-82,47 27 0,0 0 0,-26-19 0,39 25 0,0 1 0,0 0 0,-15-7 0,16 9 0,0 0 0,0-1 0,0 0 0,1 0 0,-1 0 0,1-1 0,-5-5 0,1-1-419,-1 0-1,1 1 1,-2 0-1,1 1 1,-1 0-1,0 1 1,-17-8-1,-25-12-1608,-88-61 0,-40-48-2028,143 110 4056,32 24 0,0-1 0,1 0 0,0-1 0,0 1 0,0-1 0,0 0 0,1-1 0,0 1 0,0-1 0,0 0 0,1 0 0,-5-10 0,-35-54 11468,44 69-11468,0 0 0,-1-1 0,0 1 0,1 0 0,-1 0 0,0-1 0,1 1 0,-1 0 0,0 0 0,0 0 0,0 0 0,0 0 0,0 0 0,0 0 0,-1 1 0,1-1 0,0 0 0,0 0 0,-1 1 0,1-1 0,0 1 0,-1-1 0,1 1 0,-2-1 0,0 2 0,1-1 0,-1 1 0,1 0 0,0 0 0,-1 0 0,1 0 0,0 0 0,-1 0 0,1 0 0,0 1 0,0-1 0,-4 5 0,-15 13-360,-22 25 0,28-26-225,-2-1 0,-31 24-1,-26 17-159,-35 23 610,88-67-961,0 2 0,1 1-1,1 0 1,0 2 0,1 0-1,-23 33 1,-61 67 553,21-28 648,69-77 518,7-8 336,-1 0-1,1 0 1,0 0 0,1 1 0,-6 10 0,10-16-837,-1 1 1,1-1-1,-1 0 1,1 1-1,0-1 0,-1 0 1,1 1-1,0-1 1,0 0-1,0 1 0,0-1 1,0 0-1,0 1 0,1-1 1,-1 0-1,0 1 1,1-1-1,-1 0 0,1 1 1,-1-1-1,1 0 1,0 0-1,-1 0 0,1 1 1,0-1-1,0 0 0,0 0 1,0 0-1,0 0 1,0-1-1,0 1 0,0 0 1,0 0-1,1-1 1,-1 1-1,0 0 0,3 0 1,4 2-211,0 0 1,0 0-1,0-1 1,1 0 0,-1 0-1,17 1 1,57-4-1775,-40 0 1421,486-20-5410,-248 7 3590,-214 12 2261,-43 2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7:57.530"/>
    </inkml:context>
    <inkml:brush xml:id="br0">
      <inkml:brushProperty name="width" value="0.1" units="cm"/>
      <inkml:brushProperty name="height" value="0.1" units="cm"/>
      <inkml:brushProperty name="color" value="#E71224"/>
    </inkml:brush>
  </inkml:definitions>
  <inkml:trace contextRef="#ctx0" brushRef="#br0">335 49 8192,'-1'23'1411,"-1"0"-1,-1 1 1,-1-1 0,-1 0 0,-12 36 0,1-18-410,-2 0 0,-23 39 0,37-75-1001,0 0 0,0 0 0,0 0 0,0 0 0,-1-1 0,-8 7 0,7-6 0,0 0 0,0 0 0,-9 12 0,11-11-78,0 0-1,-1 0 0,0 0 0,0-1 1,0 1-1,0-1 0,-1-1 1,0 1-1,0-1 0,0 0 1,-10 5-1,9-5-985,0 0 1,0 1-1,0 0 0,0 0 1,1 1-1,0 0 0,0 0 1,-6 9-1,-1 0 113,13-15 1022,0 0 0,-1 1 0,1-1 0,-1 0 0,1 0 0,0 1 0,-1-1 0,1 1 0,0-1 0,-1 0 0,1 1 0,0-1 0,-1 1 0,1-1 1,0 0-1,0 1 0,0-1 0,0 1 0,-1-1 0,1 1 0,0-1 0,0 1 0,0-1 0,0 1 0,0-1 0,0 1 0,0-1 0,0 1 0,0-1 0,0 1 0,1-1 0,-1 1 0,0-1 0,0 1 1,0-1-1,1 0 0,-1 1 0,0-1 0,0 1 0,1-1 0,-1 0 0,0 1 0,1-1 0,-1 1 0,0-1 0,1 0 0,-1 0 0,1 1 0,-1-1 0,0 0 0,1 0 0,-1 1 0,1-1 0,-1 0 1,1 0-1,-1 0 0,1 0 0,-1 0 0,1 0 0,-1 0 0,1 0 0,-1 0 0,1 0 0,-1 0 0,1 0 0,43 0 6237,-36 0-5837,118 0-4496,45-3-2980,-123-2 6742,79-19 1,-32 4 349,-32 6-87,70-23 0,-126 35 393,0-1 0,-1 0 0,0-1 1,1 1-1,-1-1 0,-1 0 0,1 0 1,0-1-1,8-9 0,-12 12-237,-1 0 0,1 0 0,0 0 0,-1 0-1,1 0 1,-1 0 0,0-1 0,0 1 0,0 0 0,0-1-1,0 1 1,0-1 0,-1 1 0,1-1 0,-1 1 0,0-1-1,0 0 1,0 1 0,0-1 0,0 1 0,0-1 0,-1 0 0,1 1-1,-1-1 1,0 1 0,1 0 0,-1-1 0,0 1 0,-3-4-1,-2-4-30,-1 1 0,0 1-1,0-1 1,-1 1 0,0 1-1,0 0 1,-1 0 0,-10-7-1,-7 1-1952,17 8 1988,0 0 0,0-1-1,1 0 1,0-1-1,0 0 1,0 0-1,1-1 1,-9-10 0,-25-25 1906,11 9-1986,24 27-84,0 0 0,0 0 0,-11-10 0,10 12 4,0-1 0,0 0 0,0 0 0,1-1 0,0 0 0,-7-10 0,9 12 0,0 0 0,0 0 0,0 0 0,-1 0 0,0 1 0,0 0 0,0 0 0,0 0 0,-1 0 0,1 1 0,-11-4 0,1 1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7:58.550"/>
    </inkml:context>
    <inkml:brush xml:id="br0">
      <inkml:brushProperty name="width" value="0.1" units="cm"/>
      <inkml:brushProperty name="height" value="0.1" units="cm"/>
      <inkml:brushProperty name="color" value="#E71224"/>
    </inkml:brush>
  </inkml:definitions>
  <inkml:trace contextRef="#ctx0" brushRef="#br0">1 1 8192,'2'51'3370,"3"0"0,12 51 1,0-3-2014,-1 93-1357,-9-86 0,-3 50 0,-2-30 0,16 26 0,-17-141 0,1 0 0,6 21 0,-5-24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7:59.485"/>
    </inkml:context>
    <inkml:brush xml:id="br0">
      <inkml:brushProperty name="width" value="0.1" units="cm"/>
      <inkml:brushProperty name="height" value="0.1" units="cm"/>
      <inkml:brushProperty name="color" value="#E71224"/>
    </inkml:brush>
  </inkml:definitions>
  <inkml:trace contextRef="#ctx0" brushRef="#br0">60 1 8192,'-11'24'11468,"4"-14"-11468,1 1 0,1 2 0,1 2 0,1 1 0,2 1 0,0 0 0,1 1 0,-2-3 0,-2-1 0,1 0 0,-3 1 0,0-3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8:00.125"/>
    </inkml:context>
    <inkml:brush xml:id="br0">
      <inkml:brushProperty name="width" value="0.1" units="cm"/>
      <inkml:brushProperty name="height" value="0.1" units="cm"/>
      <inkml:brushProperty name="color" value="#E71224"/>
    </inkml:brush>
  </inkml:definitions>
  <inkml:trace contextRef="#ctx0" brushRef="#br0">206 1 8192,'-2'12'1083,"0"0"0,0 0 1,-1 0-1,-1 0 0,0 0 0,0-1 1,-12 21-1,-7 20 1719,10-19-2802,-20 33 0,15-31 0,4-11 0,-19 27 0,5-10 0,21-30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8:01.495"/>
    </inkml:context>
    <inkml:brush xml:id="br0">
      <inkml:brushProperty name="width" value="0.1" units="cm"/>
      <inkml:brushProperty name="height" value="0.1" units="cm"/>
      <inkml:brushProperty name="color" value="#E71224"/>
    </inkml:brush>
  </inkml:definitions>
  <inkml:trace contextRef="#ctx0" brushRef="#br0">1 1 8192,'0'7'1130,"1"1"0,1-1 0,-1 0 0,1 0 0,0 0 0,6 12 0,6 23 2428,-8-19-3558,1-1 0,11 26 0,6 20 0,16 40 0,-13-40 0,-14-38 0,0-1 0,2 0 0,24 34 0,-32-52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6T14:34:31.139"/>
    </inkml:context>
    <inkml:brush xml:id="br0">
      <inkml:brushProperty name="width" value="0.1" units="cm"/>
      <inkml:brushProperty name="height" value="0.1" units="cm"/>
      <inkml:brushProperty name="color" value="#E71224"/>
    </inkml:brush>
  </inkml:definitions>
  <inkml:trace contextRef="#ctx0" brushRef="#br0">15 1307 8192,'-1'0'185,"0"0"0,0 0 0,1-1 0,-1 1 0,0 0 0,1-1 0,-1 1 0,0 0 0,1-1 0,-1 1 0,1-1 0,-1 1 0,1-1 1,-1 1-1,1-1 0,-1 0 0,1 1 0,-1-1 0,1 0 0,0 1 0,-1-1 0,1 0 0,0 1 0,0-1 0,-1 0 0,1 0 0,0 1 0,0-1 0,0 0 0,0 0 0,0 1 1,0-1-1,0 0 0,0-1 0,4-26 4806,7-5-4991,1 0 0,2 1 0,18-30 0,8-17 0,37-76 0,-60 116 0,-15 34 0,-1 0 0,1-1 0,0 1 0,1 0 0,-1 1 0,1-1 0,0 0 0,1 1 0,-1-1 0,1 1 0,-1 0 0,9-6 0,27-21 0,-22 18 0,0 0 0,18-10 0,-28 19 0,1 0 0,-1 1 0,0 0 0,1 1 0,0 0 0,0 0 0,-1 0 0,17 0 0,54-6-1483,-49 3 547,33 1-1,834 5-7175,-731 8 8112,-3 0 0,52 0 0,-6 9 0,-145-14 0,0-2 0,108-10 0,-67 1 0,161-6 0,-212 10 0,558-58 0,-499 41 0,151-46 0,-97 14 0,215-80 0,-368 127 185,0-2 1,-1 0 0,0 0-1,0-1 1,-1-1 0,0 0 0,11-11-1,-18 17-125,-1 0-1,0-1 0,0 0 1,0 0-1,-1 0 1,1 0-1,-1 0 1,0 0-1,0-1 0,-1 1 1,1-1-1,-1 1 1,0-1-1,0 1 0,0-1 1,-1 0-1,1 0 1,-1 1-1,-1-1 1,1 0-1,0 0 0,-1 1 1,0-1-1,-3-7 1,2 8 377,-1-1 0,0 1 1,0 0-1,0 0 0,-1 0 0,1 0 1,-1 0-1,0 1 0,0 0 1,0 0-1,-1 0 0,-4-3 0,-19-14 1935,26 19-2351,-7-8 68,-1 0-1,-1 0 0,0 1 1,0 1-1,-19-10 1,27 16-94,-1-1 1,1 1 0,-1 0 0,1 1-1,-1-1 1,0 0 0,1 1 0,-1 0-1,0 0 1,1 0 0,-1 0 0,0 1-1,1 0 1,-1-1 0,1 1 0,-1 0-1,1 1 1,-1-1 0,1 1 0,0-1-1,-1 1 1,1 0 0,0 0 0,0 0-1,-3 5 1,0-3 4,0 0 0,1 1 0,0 0 0,0 0 0,1 0 0,-1 1 0,1 0 0,0-1 0,1 2 0,0-1 0,-1 0 0,2 1 0,-1-1 0,1 1 0,0 0 0,0-1 0,1 1 0,0 0 0,0 13 0,1-8 0,0 0 0,1-1 0,0 1 0,3 12 0,-2-19 0,-1-1 0,1 0 0,0 0 0,0 1 0,0-1 0,0-1 0,1 1 0,0 0 0,0 0 0,0-1 0,0 0 0,0 0 0,6 5 0,12 9-475,-15-12 187,-1 0 0,1 0 0,0-1 0,0 0 0,0 0 0,1-1 0,0 1-1,-1-1 1,13 3 0,26 2-1740,0-3 0,0-1 0,57-3 0,846-2 2028,-833 10-124,4 0 743,-39-11-691,85 3 208,-140 4-152,0 0-1,0 2 1,42 17 0,-37-13-93,-22-8 94,1 1 1,-1 0 0,0 1-1,0 0 1,-1 0-1,1 0 1,-1 1 0,9 10-1,3 5-88,22 33-1,-8-10 56,113 124 11516,-137-155-11468,-1 0 0,0 1 0,-1-1 0,0 1 0,-1 1 0,5 21 0,5 7 0,-2-8-606,-3-10-769,13 46 0,-20-49 1375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39.153"/>
    </inkml:context>
    <inkml:brush xml:id="br0">
      <inkml:brushProperty name="width" value="0.1" units="cm"/>
      <inkml:brushProperty name="height" value="0.1" units="cm"/>
      <inkml:brushProperty name="color" value="#E71224"/>
    </inkml:brush>
  </inkml:definitions>
  <inkml:trace contextRef="#ctx0" brushRef="#br0">0 20 8192,'6'-1'1442,"-1"1"1,0-1-1,1-1 1,8-2-1,16-4 2814,198 5-4256,-124 4 0,328 22 0,-322-14 0,321 12-11115,-100-22 22230,-317 1-11115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2:40.700"/>
    </inkml:context>
    <inkml:brush xml:id="br0">
      <inkml:brushProperty name="width" value="0.1" units="cm"/>
      <inkml:brushProperty name="height" value="0.1" units="cm"/>
      <inkml:brushProperty name="color" value="#E71224"/>
    </inkml:brush>
  </inkml:definitions>
  <inkml:trace contextRef="#ctx0" brushRef="#br0">0 2 8192,'419'-1'3317,"418"3"-6634,-643 5 3317,234 39 0,-375-37 0,65 10 0,132 4 0,-230-23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10.396"/>
    </inkml:context>
    <inkml:brush xml:id="br0">
      <inkml:brushProperty name="width" value="0.1" units="cm"/>
      <inkml:brushProperty name="height" value="0.1" units="cm"/>
      <inkml:brushProperty name="color" value="#E71224"/>
    </inkml:brush>
  </inkml:definitions>
  <inkml:trace contextRef="#ctx0" brushRef="#br0">1 117 8192,'1117'0'3236,"560"0"-4930,-313 0 152,-614-33 1542,-214 3 0,-142 21 0,324-16 0,-665 23 1735,-3 0 3132,61-11-1,-96 11-4866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12.296"/>
    </inkml:context>
    <inkml:brush xml:id="br0">
      <inkml:brushProperty name="width" value="0.1" units="cm"/>
      <inkml:brushProperty name="height" value="0.1" units="cm"/>
      <inkml:brushProperty name="color" value="#E71224"/>
    </inkml:brush>
  </inkml:definitions>
  <inkml:trace contextRef="#ctx0" brushRef="#br0">1 103 8192,'8'7'456,"0"-1"-1,0 1 1,1-2 0,-1 1 0,1-1 0,0-1-1,1 1 1,-1-2 0,1 1 0,0-1-1,0-1 1,11 2 0,16 1 2225,74-1 0,-86-4-2500,667-34-9458,-520 13 8492,285-26-621,-297 28 944,-31 2 2835,4 15 3459,18-3-2107,58-10-3725,-59 6 0,-123 7 0,-5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13.558"/>
    </inkml:context>
    <inkml:brush xml:id="br0">
      <inkml:brushProperty name="width" value="0.1" units="cm"/>
      <inkml:brushProperty name="height" value="0.1" units="cm"/>
      <inkml:brushProperty name="color" value="#E71224"/>
    </inkml:brush>
  </inkml:definitions>
  <inkml:trace contextRef="#ctx0" brushRef="#br0">0 0 8192,'94'8'5862,"-15"0"-697,549-4-7949,-349-6 2064,1217 29-6803,-970-2 7523,1361 45 0,-1129-55 0,-703-14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17.867"/>
    </inkml:context>
    <inkml:brush xml:id="br0">
      <inkml:brushProperty name="width" value="0.1" units="cm"/>
      <inkml:brushProperty name="height" value="0.1" units="cm"/>
      <inkml:brushProperty name="color" value="#E71224"/>
    </inkml:brush>
  </inkml:definitions>
  <inkml:trace contextRef="#ctx0" brushRef="#br0">35 0 8192,'-17'291'11468,"9"-229"-11468,3-27 0,0 42 0,5-60 0,1-2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21.492"/>
    </inkml:context>
    <inkml:brush xml:id="br0">
      <inkml:brushProperty name="width" value="0.1" units="cm"/>
      <inkml:brushProperty name="height" value="0.1" units="cm"/>
      <inkml:brushProperty name="color" value="#E71224"/>
    </inkml:brush>
  </inkml:definitions>
  <inkml:trace contextRef="#ctx0" brushRef="#br0">29 0 8192,'-9'159'8681,"0"-13"-5894,10-21-2787,-2 63 0,-6-137 0,4-33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24.639"/>
    </inkml:context>
    <inkml:brush xml:id="br0">
      <inkml:brushProperty name="width" value="0.1" units="cm"/>
      <inkml:brushProperty name="height" value="0.1" units="cm"/>
      <inkml:brushProperty name="color" value="#E71224"/>
    </inkml:brush>
  </inkml:definitions>
  <inkml:trace contextRef="#ctx0" brushRef="#br0">171 0 8192,'-12'20'7569,"8"-9"-6888,1 0-1,0 0 1,-1 13 0,3-20 54,-58 425-1632,28-190-2120,10-69-2926,8-55 4782,4-38 3871,0-1 4128,7-58-4927</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25.698"/>
    </inkml:context>
    <inkml:brush xml:id="br0">
      <inkml:brushProperty name="width" value="0.1" units="cm"/>
      <inkml:brushProperty name="height" value="0.1" units="cm"/>
      <inkml:brushProperty name="color" value="#E71224"/>
    </inkml:brush>
  </inkml:definitions>
  <inkml:trace contextRef="#ctx0" brushRef="#br0">0 0 8192,'14'60'8839,"7"354"-6210,-20-260-2629,-3 121 0,-8-204 0,7-53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26.542"/>
    </inkml:context>
    <inkml:brush xml:id="br0">
      <inkml:brushProperty name="width" value="0.1" units="cm"/>
      <inkml:brushProperty name="height" value="0.1" units="cm"/>
      <inkml:brushProperty name="color" value="#E71224"/>
    </inkml:brush>
  </inkml:definitions>
  <inkml:trace contextRef="#ctx0" brushRef="#br0">0 1 8192,'1'6'332,"0"1"0,0-1 0,0 0 0,1 0 0,0 0 0,3 8 0,3 7 315,151 410-2133,29-11 1,-109-264 1485,158 236 0,-196-340 0,-26-36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27.365"/>
    </inkml:context>
    <inkml:brush xml:id="br0">
      <inkml:brushProperty name="width" value="0.1" units="cm"/>
      <inkml:brushProperty name="height" value="0.1" units="cm"/>
      <inkml:brushProperty name="color" value="#E71224"/>
    </inkml:brush>
  </inkml:definitions>
  <inkml:trace contextRef="#ctx0" brushRef="#br0">1 1 8192,'39'74'0,"64"93"0,63 60 0,-56-78 0,328 438 0,-322-430 2796,-105-143-2236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27.942"/>
    </inkml:context>
    <inkml:brush xml:id="br0">
      <inkml:brushProperty name="width" value="0.1" units="cm"/>
      <inkml:brushProperty name="height" value="0.1" units="cm"/>
      <inkml:brushProperty name="color" value="#E71224"/>
    </inkml:brush>
  </inkml:definitions>
  <inkml:trace contextRef="#ctx0" brushRef="#br0">722 0 8192,'-127'265'0,"95"-204"0,-163 297 0,141-270 0,-128 155 0,179-239 4,-113 119 2788,104-111-2232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28.505"/>
    </inkml:context>
    <inkml:brush xml:id="br0">
      <inkml:brushProperty name="width" value="0.1" units="cm"/>
      <inkml:brushProperty name="height" value="0.1" units="cm"/>
      <inkml:brushProperty name="color" value="#E71224"/>
    </inkml:brush>
  </inkml:definitions>
  <inkml:trace contextRef="#ctx0" brushRef="#br0">1362 1 8192,'-25'43'3351,"-15"14"-3404,9-14 1025,-583 779 241,96-248-6696,503-558 6109,6-6 729,-1 0 0,1-1 1,-2 0-1,1 0 0,-1-1 1,0-1-1,-20 11 0,15-13-1355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3:31.252"/>
    </inkml:context>
    <inkml:brush xml:id="br0">
      <inkml:brushProperty name="width" value="0.1" units="cm"/>
      <inkml:brushProperty name="height" value="0.1" units="cm"/>
      <inkml:brushProperty name="color" value="#E71224"/>
    </inkml:brush>
  </inkml:definitions>
  <inkml:trace contextRef="#ctx0" brushRef="#br0">1 139 8192,'43'0'0,"580"-14"0,-99-27 0,251-15 0,-238 30 0,-499 25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15:51.255"/>
    </inkml:context>
    <inkml:brush xml:id="br0">
      <inkml:brushProperty name="width" value="0.1" units="cm"/>
      <inkml:brushProperty name="height" value="0.1" units="cm"/>
      <inkml:brushProperty name="color" value="#E71224"/>
    </inkml:brush>
  </inkml:definitions>
  <inkml:trace contextRef="#ctx0" brushRef="#br0">1 53 8192,'143'7'0,"-32"0"0,184 10 0,-280-16 0,145 4 0,188-12 0,518-30 0,279-9 0,-403 68 0,97 27 880,-789-49-478,-18 0 7053,-18 0-6455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15:53.358"/>
    </inkml:context>
    <inkml:brush xml:id="br0">
      <inkml:brushProperty name="width" value="0.1" units="cm"/>
      <inkml:brushProperty name="height" value="0.1" units="cm"/>
      <inkml:brushProperty name="color" value="#E71224"/>
    </inkml:brush>
  </inkml:definitions>
  <inkml:trace contextRef="#ctx0" brushRef="#br0">1 460 8192,'15'-1'672,"1"-1"0,-1-1 0,0 0 0,0-1 0,15-5 0,-8 2 1234,34-7 1,174-8 1762,-96 11-4274,0-2-909,313-32-4956,-148 9 5309,1011-99-593,-1230 128 1744,1181-35 10,-916 43 0,750-2 0,-556-16 0,161-1 0,2414 19 0,-3010-3 0,175-26 0,91-11 0,-214 36 880,-141 3-1375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15:54.916"/>
    </inkml:context>
    <inkml:brush xml:id="br0">
      <inkml:brushProperty name="width" value="0.1" units="cm"/>
      <inkml:brushProperty name="height" value="0.1" units="cm"/>
      <inkml:brushProperty name="color" value="#E71224"/>
    </inkml:brush>
  </inkml:definitions>
  <inkml:trace contextRef="#ctx0" brushRef="#br0">1 1 8192,'6775'0'0,"-6477"19"0,-93-2 0,612 0 0,-473-6 0,-175-3 0,174 9 0,-204-11 0,254 6 0,-257-13 0,636 12 0,-141-3 0,-441-9 0,63-17 0,-200 10 655,-24 4 990,39-2 0,17 5 2117,158-22-1,-86-2-3761,-141 23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15:57.053"/>
    </inkml:context>
    <inkml:brush xml:id="br0">
      <inkml:brushProperty name="width" value="0.1" units="cm"/>
      <inkml:brushProperty name="height" value="0.1" units="cm"/>
      <inkml:brushProperty name="color" value="#E71224"/>
    </inkml:brush>
  </inkml:definitions>
  <inkml:trace contextRef="#ctx0" brushRef="#br0">0 107 11880,'12295'-106'0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02.438"/>
    </inkml:context>
    <inkml:brush xml:id="br0">
      <inkml:brushProperty name="width" value="0.1" units="cm"/>
      <inkml:brushProperty name="height" value="0.1" units="cm"/>
      <inkml:brushProperty name="color" value="#E71224"/>
    </inkml:brush>
  </inkml:definitions>
  <inkml:trace contextRef="#ctx0" brushRef="#br0">0 153 8192,'93'7'0,"-18"-1"0,150-1 0,284-30 0,300-90 0,-724 102 0,-16-2 2796,-55 12-2236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03.127"/>
    </inkml:context>
    <inkml:brush xml:id="br0">
      <inkml:brushProperty name="width" value="0.1" units="cm"/>
      <inkml:brushProperty name="height" value="0.1" units="cm"/>
      <inkml:brushProperty name="color" value="#E71224"/>
    </inkml:brush>
  </inkml:definitions>
  <inkml:trace contextRef="#ctx0" brushRef="#br0">1 173 8192,'48'-3'2847,"0"-1"-1,52-13 1,12-1 81,738-59-2928,-673 64 0,1048-28 0,-1196 41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03.610"/>
    </inkml:context>
    <inkml:brush xml:id="br0">
      <inkml:brushProperty name="width" value="0.1" units="cm"/>
      <inkml:brushProperty name="height" value="0.1" units="cm"/>
      <inkml:brushProperty name="color" value="#E71224"/>
    </inkml:brush>
  </inkml:definitions>
  <inkml:trace contextRef="#ctx0" brushRef="#br0">1 20 8192,'23'1'2100,"1"2"-1,38 8 1,-2 0 420,148 14-4258,257-4 0,215-38-3122,-457 9 4377,366-22 483,289-6 0,-357 37 0,-454-1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05.245"/>
    </inkml:context>
    <inkml:brush xml:id="br0">
      <inkml:brushProperty name="width" value="0.1" units="cm"/>
      <inkml:brushProperty name="height" value="0.1" units="cm"/>
      <inkml:brushProperty name="color" value="#E71224"/>
    </inkml:brush>
  </inkml:definitions>
  <inkml:trace contextRef="#ctx0" brushRef="#br0">47 67 8192,'-13'410'11468,"10"-352"-11468,3-36 0,-2 1 0,0-1 0,-1 1 0,-1-1 0,-9 27 0,12-47 0,0 0 0,0 0 0,0 0 0,1 0 0,-1 0 0,1 0 0,-1 0 0,1 1 0,0-1 0,0 0 0,0 0 0,0 0 0,0 0 0,1 1 0,-1-1 0,1 0 0,-1 0 0,2 3 0,-1-4 0,1 1 0,-1-1 0,1 1 0,-1-1 0,1 0 0,0 0 0,-1 0 0,1 0 0,0 0 0,0 0 0,0 0 0,0 0 0,-1-1 0,1 1 0,0-1 0,0 0 0,0 1 0,0-1 0,1 0 0,1 0 0,174 0-2141,-72-3 12,464-28-4315,-398 17 5690,295 6 6405,-291 10-2939,-173-2-2583,0 0-1,0 0 0,0-1 1,0 1-1,0-1 0,0 1 1,0-1-1,0 0 0,0 0 1,-1-1-1,1 1 0,0 0 0,-1-1 1,1 0-1,-1 1 0,1-1 1,-1 0-1,0 0 0,3-3 1,-1-2-39,1 0-1,-1 0 1,0-1 0,0 1-1,4-16 1,13-43-90,-3-1 0,-3-1 0,-3 0 0,6-132 0,-17 73-2796,-1 106 5592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12.957"/>
    </inkml:context>
    <inkml:brush xml:id="br0">
      <inkml:brushProperty name="width" value="0.1" units="cm"/>
      <inkml:brushProperty name="height" value="0.1" units="cm"/>
      <inkml:brushProperty name="color" value="#E71224"/>
    </inkml:brush>
  </inkml:definitions>
  <inkml:trace contextRef="#ctx0" brushRef="#br0">1 1 8192,'58'17'2442,"80"36"-1,-56-19 1028,263 99-2654,177 58-3902,363 87-2461,87-52 5016,-440-129 532,-380-72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25.154"/>
    </inkml:context>
    <inkml:brush xml:id="br0">
      <inkml:brushProperty name="width" value="0.1" units="cm"/>
      <inkml:brushProperty name="height" value="0.1" units="cm"/>
      <inkml:brushProperty name="color" value="#E71224"/>
    </inkml:brush>
  </inkml:definitions>
  <inkml:trace contextRef="#ctx0" brushRef="#br0">1 87 8192,'0'1'165,"1"-1"1,-1 1-1,1 0 1,-1 0-1,1 0 1,-1 0 0,1-1-1,-1 1 1,1 0-1,0-1 1,-1 1-1,1 0 1,0-1-1,0 1 1,0-1-1,-1 1 1,1-1 0,0 0-1,0 1 1,0-1-1,1 1 1,31 9 4544,-7-5-4199,0-1 0,1-1 0,-1-1 1,1-1-1,32-4 0,-33 2-462,240-22-2735,-166 12 1102,122-20-1727,113-8-576,-26 22 3887,-293 16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27.043"/>
    </inkml:context>
    <inkml:brush xml:id="br0">
      <inkml:brushProperty name="width" value="0.1" units="cm"/>
      <inkml:brushProperty name="height" value="0.1" units="cm"/>
      <inkml:brushProperty name="color" value="#E71224"/>
    </inkml:brush>
  </inkml:definitions>
  <inkml:trace contextRef="#ctx0" brushRef="#br0">1 0 8192,'10'4'738,"0"-1"0,0 0 0,1-1 0,0 0 0,-1-1 1,20 0-1,4 1 2447,675 16-7902,-506-19 1614,126 0 3076,1753 15-478,-1225 2 505,946 33 0,-599 17 0,-303-15 0,-154-23 0,-107-5 0,-38-12 11468,-590-11-11468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33.572"/>
    </inkml:context>
    <inkml:brush xml:id="br0">
      <inkml:brushProperty name="width" value="0.1" units="cm"/>
      <inkml:brushProperty name="height" value="0.1" units="cm"/>
      <inkml:brushProperty name="color" value="#E71224"/>
    </inkml:brush>
  </inkml:definitions>
  <inkml:trace contextRef="#ctx0" brushRef="#br0">1 310 8192,'125'-3'5734,"148"-23"0,293-28-7844,-224 27-50,68-4-2466,-55 5 2054,839-59 2572,-159 78 0,-601 9 0,-362-2 0,515-11 0,-462 4 0,809-27 0,-765 34 0,415 4 0,-1 22 0,314 12 0,-586-37 0,196 5 0,-397-1 0,852 40 0,-264-33 0,-288-11 0,121 25 0,74 0 0,279-37 0,41 2 0,-571 11 0,266-13 0,-351 4 0,126-7 0,223-4 0,2 29 0,236-6 7661,-553-5-6098,-285 0-1563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34.822"/>
    </inkml:context>
    <inkml:brush xml:id="br0">
      <inkml:brushProperty name="width" value="0.1" units="cm"/>
      <inkml:brushProperty name="height" value="0.1" units="cm"/>
      <inkml:brushProperty name="color" value="#E71224"/>
    </inkml:brush>
  </inkml:definitions>
  <inkml:trace contextRef="#ctx0" brushRef="#br0">1 1 8192,'5'0'441,"0"1"0,0 1 0,0-1 0,0 1 0,9 3 0,0 1 1268,40 11 1890,66 14 1,-73-23-5041,87 5 0,529-28-4802,-267-1 3814,1360 12 2429,-1722 4 0,1339 24 0,-1020-17 0,765 26 0,564 7 0,972-54 0,-1640-11 0,147-7 0,-742 2 0,-393 25 0,-5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25:57.407"/>
    </inkml:context>
    <inkml:brush xml:id="br0">
      <inkml:brushProperty name="width" value="0.1" units="cm"/>
      <inkml:brushProperty name="height" value="0.1" units="cm"/>
      <inkml:brushProperty name="color" value="#E71224"/>
    </inkml:brush>
  </inkml:definitions>
  <inkml:trace contextRef="#ctx0" brushRef="#br0">5211 1006 8192,'10'-28'9352,"-5"-11"-8907,-1 0 1,-3 0 0,-3-42-1,1 15-111,1-323-334,0 388 0,0-4 0,0 0 0,0-1 0,-1 1 0,0 0 0,-2-9 0,3 12 0,-1 1 0,1 0 0,-1-1 0,0 1 0,0 0 0,0 0 0,1-1 0,-1 1 0,0 0 0,0 0 0,-1 0 0,1 0 0,0 0 0,0 0 0,0 1 0,-1-1 0,1 0 0,0 0 0,-1 1 0,1-1 0,-1 1 0,1 0 0,0-1 0,-1 1 0,-1 0 0,-273-31 0,-84 6 0,144 14 0,90 3-535,-179-15-3285,-313-3-1291,190 14 3109,124-3 2002,-298-19 0,-447-21 0,971 52 0,-241-11 0,68 10 9188,155 5-6972,93-1-2207,0 0 0,0 0 0,0 0 0,0 0 0,0 1 0,0 0-1,0-1 1,-5 3 0,6-2-10,1 0 0,-1 0 1,1 0-1,0 0 0,-1 1 0,1-1 0,0 0 0,0 0 0,0 1 0,0-1 0,0 1 1,0-1-1,1 1 0,-1 0 0,0-1 0,1 1 0,-1 2 0,-17 69 1,-12 134 0,19-120 0,-3 44-1958,-15 91-4009,24-199 6526,-1-4 6807</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25:58.500"/>
    </inkml:context>
    <inkml:brush xml:id="br0">
      <inkml:brushProperty name="width" value="0.1" units="cm"/>
      <inkml:brushProperty name="height" value="0.1" units="cm"/>
      <inkml:brushProperty name="color" value="#E71224"/>
    </inkml:brush>
  </inkml:definitions>
  <inkml:trace contextRef="#ctx0" brushRef="#br0">4450 213 8192,'3'9'0,"0"1"0,0-1 0,-1 1 0,0 0 0,-1 0 0,0 0 0,-1 16 0,1-5 0,3 145 0,-7 1 0,-8-1 0,-33 172 0,32-256-222,-10 51 60,16-109 736,0 0-1,-2 0 1,-13 30 0,20-52-360,0 0 0,-1 0 0,1 0 0,0 0 0,-1 0 0,1-1 0,-1 1 0,0 0 0,0-1 0,0 1 0,1-1 0,-1 1 0,0-1 0,-1 0 0,1 0 0,0 0 0,0 0 0,0 0-1,-1 0 1,1-1 0,0 1 0,-1-1 0,-2 0 0,-5 1 567,0-2 1,-1 1-1,1-2 0,-13-2 0,-3 0-265,-120-12-393,-80-11-805,-166-19-3271,-2 27-1471,133 8 3892,-420-60 1532,155 11 0,-392-65 0,870 117-113,-208-40 2137,252 47-1731,1-1 0,0 1 0,0 0-1,-1-1 1,1 1 0,0-1 0,0 0-1,0 0 1,1-1 0,-1 1 0,0 0 0,1-1-1,0 1 1,0-1 0,-1 0 0,1 0 0,-3-6-1,-1-5 1003,0 0 0,-8-29 0,6 18-893,-50-182-402,16 48 0,-24-90-3942,-12-37-955,68 255 4897,0 7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4:25:59.232"/>
    </inkml:context>
    <inkml:brush xml:id="br0">
      <inkml:brushProperty name="width" value="0.1" units="cm"/>
      <inkml:brushProperty name="height" value="0.1" units="cm"/>
      <inkml:brushProperty name="color" value="#E71224"/>
    </inkml:brush>
  </inkml:definitions>
  <inkml:trace contextRef="#ctx0" brushRef="#br0">299 327 8192,'-24'1'1325,"0"2"0,1 1 1,0 0-1,0 2 0,0 0 1,-32 15-1,-18 19 866,71-40-2191,0 1 0,1-1 0,-1 1 0,0 0 0,1-1 0,-1 1 0,1 0 0,0 0 0,-1 0 0,1 0 0,0 0 0,-1 1 0,1-1 0,0 0 0,0 1 0,0-1 0,0 0 0,0 1 0,0 0 0,1-1 0,-1 1 0,0-1 0,1 1 0,0 0 0,-1-1 0,1 1 0,0 0 0,-1-1 0,1 3 0,1-1 0,0 0 0,0 0 0,-1 0 0,2-1 0,-1 1 0,0 0 0,0-1 0,1 1 0,0-1 0,-1 1 0,1-1 0,0 0 0,0 0 0,0 0 0,1 0 0,2 2 0,23 16 0,36 19 0,-11-8 0,109 79 0,-161-110 0,-1 1 0,2 0 0,-1 0 0,0-1 0,0 1 0,0-1 0,0 1 0,0-1 0,0 1 0,1-1 0,-1 0 0,0 0 0,0 1 0,0-1 0,1 0 0,-1 0 0,0 0 0,0 0 0,1-1 0,1 1 0,-2-1 0,-1 1 0,1-1 0,0 0 0,-1 1 0,1-1 0,0 0 0,-1 0 0,1 1 0,-1-1 0,1 0 0,-1 0 0,1 0 0,-1 0 0,0 0 0,0 0 0,1 1 0,-1-1 0,0 0 0,0 0 0,0-1 0,0-7 0,0 0 0,0 1 0,-1-1 0,-3-10 0,-11-43-1176,-44-110 1,46 140 730,-15-36 873,-14-16-3920,-61-86 0,78 130 3492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52.093"/>
    </inkml:context>
    <inkml:brush xml:id="br0">
      <inkml:brushProperty name="width" value="0.1" units="cm"/>
      <inkml:brushProperty name="height" value="0.1" units="cm"/>
      <inkml:brushProperty name="color" value="#E71224"/>
    </inkml:brush>
  </inkml:definitions>
  <inkml:trace contextRef="#ctx0" brushRef="#br0">0 143 8192,'418'1'0,"442"-3"0,-647-5 0,0-9 0,255-53 0,-421 59 0,65-21 0,-90 23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55.777"/>
    </inkml:context>
    <inkml:brush xml:id="br0">
      <inkml:brushProperty name="width" value="0.1" units="cm"/>
      <inkml:brushProperty name="height" value="0.1" units="cm"/>
      <inkml:brushProperty name="color" value="#E71224"/>
    </inkml:brush>
  </inkml:definitions>
  <inkml:trace contextRef="#ctx0" brushRef="#br0">1 42 8192,'2'1'320,"0"1"1,0-1-1,0 1 1,1-1-1,-1 0 0,1 0 1,-1 0-1,1 0 1,-1-1-1,1 1 1,-1-1-1,4 1 0,37 1 3744,-26-2-3454,332 6-242,-86-3-903,977-6-7699,404-57 7796,60 58 438,-1696 2 0,336 19 0,-238-9 0,125 30 0,-214-36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4:57.054"/>
    </inkml:context>
    <inkml:brush xml:id="br0">
      <inkml:brushProperty name="width" value="0.1" units="cm"/>
      <inkml:brushProperty name="height" value="0.1" units="cm"/>
      <inkml:brushProperty name="color" value="#E71224"/>
    </inkml:brush>
  </inkml:definitions>
  <inkml:trace contextRef="#ctx0" brushRef="#br0">0 173 8192,'1348'-45'0,"-657"2"0,523-28 0,-99 58 1670,-743 14-864,-356-1-311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5:00.030"/>
    </inkml:context>
    <inkml:brush xml:id="br0">
      <inkml:brushProperty name="width" value="0.1" units="cm"/>
      <inkml:brushProperty name="height" value="0.1" units="cm"/>
      <inkml:brushProperty name="color" value="#E71224"/>
    </inkml:brush>
  </inkml:definitions>
  <inkml:trace contextRef="#ctx0" brushRef="#br0">1 360 8192,'46'10'0,"0"-3"0,85 1 0,-98-6 0,669 6 0,3-28 0,671-53 0,-1-27 0,-621 43 0,-239 18 0,385-27 0,-471 30 0,-383 33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5:11.743"/>
    </inkml:context>
    <inkml:brush xml:id="br0">
      <inkml:brushProperty name="width" value="0.1" units="cm"/>
      <inkml:brushProperty name="height" value="0.1" units="cm"/>
      <inkml:brushProperty name="color" value="#E71224"/>
    </inkml:brush>
  </inkml:definitions>
  <inkml:trace contextRef="#ctx0" brushRef="#br0">0 378 8192,'19'-1'1995,"0"-2"1,0 0 0,0-1 0,22-7-1,20-5-505,182-41-2533,125-23-885,-247 63 1253,305-56-4940,102-25 3439,-476 90 2145,-26 4 31,-7 1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5:12.182"/>
    </inkml:context>
    <inkml:brush xml:id="br0">
      <inkml:brushProperty name="width" value="0.1" units="cm"/>
      <inkml:brushProperty name="height" value="0.1" units="cm"/>
      <inkml:brushProperty name="color" value="#E71224"/>
    </inkml:brush>
  </inkml:definitions>
  <inkml:trace contextRef="#ctx0" brushRef="#br0">0 0 8192,'125'4'7924,"60"11"-10019,-21-2 1140,348 11-3064,-249-14 3164,343 16 855,650 31 0,-261-24 0,-665-25 0,-263-5 0,-17 1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5:21.834"/>
    </inkml:context>
    <inkml:brush xml:id="br0">
      <inkml:brushProperty name="width" value="0.1" units="cm"/>
      <inkml:brushProperty name="height" value="0.1" units="cm"/>
      <inkml:brushProperty name="color" value="#E71224"/>
    </inkml:brush>
  </inkml:definitions>
  <inkml:trace contextRef="#ctx0" brushRef="#br0">0 276 8192,'1'-1'257,"-1"1"0,1-1 1,-1 0-1,1 0 1,-1 0-1,1 1 0,-1-1 1,1 0-1,0 1 0,-1-1 1,1 0-1,0 1 0,0-1 1,0 1-1,-1-1 0,1 1 1,0-1-1,0 1 0,0 0 1,2-1-1,24-7 5246,-21 6-4942,23-6-561,-1 1 0,2 2 0,-1 1 0,0 1 0,35 1 0,-40 1 0,41-6 0,-17 0 0,595-77 0,-584 75 0,102-3 0,-133 11 0,39-6 0,-38 2 0,31 1 0,-37 3 0,31-6 0,-32 3 0,33-1 0,-49 5 0,31 0 0,1-1 0,37-8 0,-40 5 0,54-1 0,10 0 0,194-18-8839,-160 18 7878,60-4-707,202 0 1639,-246 11 617,867-2-1147,-851 9 559,-3 0 0,-34-9 0,312 9 0,-38 9 0,-288-10 0,227 9 0,-124-9 0,-7 0 0,220-8 11468,-406-2-11468,30-4 0,-35 4 0,4-1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5:22.454"/>
    </inkml:context>
    <inkml:brush xml:id="br0">
      <inkml:brushProperty name="width" value="0.1" units="cm"/>
      <inkml:brushProperty name="height" value="0.1" units="cm"/>
      <inkml:brushProperty name="color" value="#E71224"/>
    </inkml:brush>
  </inkml:definitions>
  <inkml:trace contextRef="#ctx0" brushRef="#br0">0 138 8192,'5'0'618,"1"1"-1,-1 0 1,0 0 0,0 0 0,6 3 0,21 4 3600,10-6-2332,75-3 0,42-15-2143,-19 1-2191,6 5 1037,401-46-6170,-375 22 19049,-134 24-11468,10-2 0,-35 10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5:47.869"/>
    </inkml:context>
    <inkml:brush xml:id="br0">
      <inkml:brushProperty name="width" value="0.1" units="cm"/>
      <inkml:brushProperty name="height" value="0.1" units="cm"/>
      <inkml:brushProperty name="color" value="#E71224"/>
    </inkml:brush>
  </inkml:definitions>
  <inkml:trace contextRef="#ctx0" brushRef="#br0">0 53 8192,'67'1'6133,"73"-3"-798,-83-5-5335,-35 3 0,36-1 0,35 5 0,198-10 0,76 1 0,-228 11 0,1416-2-2853,-705 0 3923,-837-1-327,-1 0-1,25-6 1,-24 4-892,1 0 1,17 0 0,-15 3 148,-1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5:49.535"/>
    </inkml:context>
    <inkml:brush xml:id="br0">
      <inkml:brushProperty name="width" value="0.1" units="cm"/>
      <inkml:brushProperty name="height" value="0.1" units="cm"/>
      <inkml:brushProperty name="color" value="#E71224"/>
    </inkml:brush>
  </inkml:definitions>
  <inkml:trace contextRef="#ctx0" brushRef="#br0">1 335 8192,'5'1'902,"0"0"0,1 1 1,-1-1-1,0 1 0,0 0 1,0 0-1,7 5 0,12 4 1232,3-2-1905,1-2 0,0-1 0,45 4 0,87-3 923,-128-7-1104,294-17-3034,2-27-1774,-145 18 3667,528-85 228,-141 21-304,4 21 574,-54 31 595,-476 35 0,-12-1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2:56:12.418"/>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0:49.372"/>
    </inkml:context>
    <inkml:brush xml:id="br0">
      <inkml:brushProperty name="width" value="0.1" units="cm"/>
      <inkml:brushProperty name="height" value="0.1" units="cm"/>
      <inkml:brushProperty name="color" value="#E71224"/>
    </inkml:brush>
  </inkml:definitions>
  <inkml:trace contextRef="#ctx0" brushRef="#br0">0 84 8192,'157'7'0,"-25"-1"0,650-14 0,1-32 0,-728 37 0,844-43 0,-1 52 0,-790 3 0,-72-5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0:51.312"/>
    </inkml:context>
    <inkml:brush xml:id="br0">
      <inkml:brushProperty name="width" value="0.1" units="cm"/>
      <inkml:brushProperty name="height" value="0.1" units="cm"/>
      <inkml:brushProperty name="color" value="#E71224"/>
    </inkml:brush>
  </inkml:definitions>
  <inkml:trace contextRef="#ctx0" brushRef="#br0">0 11 8192,'7'-9'4479,"-7"9"-4243,1-1 0,0 1-1,-1 0 1,1 0 0,-1-1 0,1 1-1,0 0 1,-1 0 0,1 0 0,-1 0 0,1 0-1,0 0 1,-1 0 0,1 0 0,0 0-1,24 3 2969,-24-3-3191,62 7-839,1-3-1,81-5 0,-50-1 336,1001 2-6428,-633 0 14898,-451 0-6068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0:52.091"/>
    </inkml:context>
    <inkml:brush xml:id="br0">
      <inkml:brushProperty name="width" value="0.1" units="cm"/>
      <inkml:brushProperty name="height" value="0.1" units="cm"/>
      <inkml:brushProperty name="color" value="#E71224"/>
    </inkml:brush>
  </inkml:definitions>
  <inkml:trace contextRef="#ctx0" brushRef="#br0">1 1 8192,'126'0'0,"1119"4"0,-3 27 0,-217 23 0,-692-39 0,-293-14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0:53.728"/>
    </inkml:context>
    <inkml:brush xml:id="br0">
      <inkml:brushProperty name="width" value="0.1" units="cm"/>
      <inkml:brushProperty name="height" value="0.1" units="cm"/>
      <inkml:brushProperty name="color" value="#E71224"/>
    </inkml:brush>
  </inkml:definitions>
  <inkml:trace contextRef="#ctx0" brushRef="#br0">1 76 8192,'115'0'0,"696"-6"0,-4-41 0,-473 25 1911,-304 21 7646</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0:54.311"/>
    </inkml:context>
    <inkml:brush xml:id="br0">
      <inkml:brushProperty name="width" value="0.1" units="cm"/>
      <inkml:brushProperty name="height" value="0.1" units="cm"/>
      <inkml:brushProperty name="color" value="#E71224"/>
    </inkml:brush>
  </inkml:definitions>
  <inkml:trace contextRef="#ctx0" brushRef="#br0">0 58 8192,'325'14'3198,"-65"-1"-913,1066-7-6679,-794-8 3305,1312-51 1089,-1226 20 0,-562 30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1:00.790"/>
    </inkml:context>
    <inkml:brush xml:id="br0">
      <inkml:brushProperty name="width" value="0.1" units="cm"/>
      <inkml:brushProperty name="height" value="0.1" units="cm"/>
      <inkml:brushProperty name="color" value="#E71224"/>
    </inkml:brush>
  </inkml:definitions>
  <inkml:trace contextRef="#ctx0" brushRef="#br0">1 1 8192,'40'11'4270,"54"-5"-1254,95-6 1,-69-2-1852,911 31-7845,-204-1 1892,-444-24 4788,488 12 0,-222-4 0,-620-12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1:33.601"/>
    </inkml:context>
    <inkml:brush xml:id="br0">
      <inkml:brushProperty name="width" value="0.1" units="cm"/>
      <inkml:brushProperty name="height" value="0.1" units="cm"/>
      <inkml:brushProperty name="color" value="#E71224"/>
    </inkml:brush>
  </inkml:definitions>
  <inkml:trace contextRef="#ctx0" brushRef="#br0">0 327 8192,'88'0'7929,"-1"1"-4355,27-1-3638,154-2-7752,120-17 5330,26-2 1349,2262-87 1137,-1724 63 0,576-40 0,-1170 63 0,-235 14 0,228-9 0,-319 16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1:35.433"/>
    </inkml:context>
    <inkml:brush xml:id="br0">
      <inkml:brushProperty name="width" value="0.1" units="cm"/>
      <inkml:brushProperty name="height" value="0.1" units="cm"/>
      <inkml:brushProperty name="color" value="#E71224"/>
    </inkml:brush>
  </inkml:definitions>
  <inkml:trace contextRef="#ctx0" brushRef="#br0">0 646 8192,'1095'-37'0,"-191"1"0,-667 33 0,324-8 0,-520 9 0,712-14 0,-601 24 4395,58 0 2678,-143-7-7073,105-5 0,-147 2 0,-1-2 0,1 0 0,-1-2 0,45-16 0,33-13-716,168-37-1,-51 16-310,-160 38 1019,94-43 0,-144 57 210,0-1-1,0 0 0,-1 0 0,1-1 0,-1 0 0,0-1 1,11-12-1,-17 17-169,1-1 0,-1 0 0,-1 1 0,1-1 0,0 0 0,-1 0 0,1 0 0,-1-1 1,0 1-1,0 0 0,0 0 0,-1-1 0,1 1 0,-1-1 0,1 1 0,-1 0 0,-1-1 0,1 1 0,0-1 1,-1 1-1,1 0 0,-1-1 0,0 1 0,0 0 0,0 0 0,-3-4 0,-6-12-32,-19-25 0,1 1 0,15 21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1:35.697"/>
    </inkml:context>
    <inkml:brush xml:id="br0">
      <inkml:brushProperty name="width" value="0.1" units="cm"/>
      <inkml:brushProperty name="height" value="0.1" units="cm"/>
      <inkml:brushProperty name="color" value="#E71224"/>
    </inkml:brush>
  </inkml:definitions>
  <inkml:trace contextRef="#ctx0" brushRef="#br0">1634 119 8192,'-44'-10'3374,"-25"6"-3507,22 2 1247,-94-8 450,-78-6-1102,-378-33-6351,474 41 5397,111 7 492,-316-16 0,274 16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1:37.611"/>
    </inkml:context>
    <inkml:brush xml:id="br0">
      <inkml:brushProperty name="width" value="0.1" units="cm"/>
      <inkml:brushProperty name="height" value="0.1" units="cm"/>
      <inkml:brushProperty name="color" value="#E71224"/>
    </inkml:brush>
  </inkml:definitions>
  <inkml:trace contextRef="#ctx0" brushRef="#br0">968 427 8192,'-8'2'835,"0"0"0,0 0 0,0 0 0,0 1 0,0 1 0,1-1 0,-1 1 0,1 0 1,-9 7-1,4-4-347,-33 21 169,-68 55 1,94-67-439,1 1 0,1 1 0,0 0 0,2 1 0,-25 39 0,36-51-219,1 0 0,0 1 0,1 0 0,-1-1 0,1 1 0,1 0 0,0 0 0,-1 12 0,4 68 0,-1-68 0,4 25-373,1 0 0,3 0 1,1-1-1,2-1 0,2 1 0,2-2 0,2 0 0,27 46 0,-39-79 653,0 1 0,0-2-1,1 1 1,0-1 0,1 0-1,0 0 1,0-1 0,1 0-1,0-1 1,0 0 0,11 6-1,33 20-1384,-29-16-600,0-1 0,1-2 0,51 20 0,-32-20 1178,2-2 1,-1-3-1,81 6 1,143-11-773,-162-5 1161,1967 2 138,-1256 41 0,-115-8 0,-387-31 0,167 5 0,590-25 0,-506-4 0,-30-32 0,-533 53 0,439-86 0,-262 47 0,-18-1 0,167-64 0,32-45 0,-294 119 0,205-81 0,-239 101 0,198-72 0,-230 82 288,1 0 1,-1 0-1,0 0 0,1 0 1,-1-1-1,0 0 1,0 1-1,0-1 1,0 0-1,0 0 0,0 0 1,0 0-1,-1 0 1,1 0-1,-1 0 1,0-1-1,1 1 0,0-4 1,0-1 704,-1 0 0,0 0 0,-1 0 0,1-1 1,-2-11-1,1 15-964,-1-51-29,1 32 0,0-1 0,-1 0 0,-1 1 0,-2-1 0,0 1 0,-15-45 0,10 46-60,5 10 20,0 0 1,-2-1-1,1 2 1,-1-1-1,-1 1 1,0 0-1,-1 0 1,0 1-1,-1 0 1,-9-9-1,-10-3-163,0 1 0,-2 2 1,0 1-1,-1 1 0,-1 2 0,-49-17 0,-92-15-1236,54 24-3517,-450-56 1798,-287 23 3158,599 45 0,-285-8 0,-595 3 0,728 2 0,-75 0 0,-1302 14 0,-213 82 0,1993-81 0,-691 60 0,11 58 0,646-110 0,0 2 0,1 2 0,0 1 0,-38 20 0,68-28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1:38.500"/>
    </inkml:context>
    <inkml:brush xml:id="br0">
      <inkml:brushProperty name="width" value="0.1" units="cm"/>
      <inkml:brushProperty name="height" value="0.1" units="cm"/>
      <inkml:brushProperty name="color" value="#E71224"/>
    </inkml:brush>
  </inkml:definitions>
  <inkml:trace contextRef="#ctx0" brushRef="#br0">0 178 8192,'70'0'8387,"-1"-1"-4996,138-12-6497,610-64-1650,3 28 840,650 11 3916,2 50 0,-483 21 0,-449-11 0,45-3 0,1088 48 0,455 39 0,-1306-65 0,129-29 0,-781-12 0,127-18 1383,-148 5-290,-126 12-598</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5:35.538"/>
    </inkml:context>
    <inkml:brush xml:id="br0">
      <inkml:brushProperty name="width" value="0.1" units="cm"/>
      <inkml:brushProperty name="height" value="0.1" units="cm"/>
      <inkml:brushProperty name="color" value="#E71224"/>
    </inkml:brush>
  </inkml:definitions>
  <inkml:trace contextRef="#ctx0" brushRef="#br0">1 57 8192,'96'1'1205,"-15"1"2216,0-4 0,139-19 0,-128 5-5338,158-4 1,97 20-4242,-147 3 4681,-126-4 1891,76 2 1648,-91 7 1838,-38-4-1354,38 2 0,30-8-2546,67 3 0,-94 8 0,-41-5 0,39 2 0,-49-6 0,1 2 0,21 4 0,17 3 0,12-1-3523,-43-4 506,40 2 0,-42-6 3902,-2-1-325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40.447"/>
    </inkml:context>
    <inkml:brush xml:id="br0">
      <inkml:brushProperty name="width" value="0.1" units="cm"/>
      <inkml:brushProperty name="height" value="0.1" units="cm"/>
      <inkml:brushProperty name="color" value="#E71224"/>
    </inkml:brush>
  </inkml:definitions>
  <inkml:trace contextRef="#ctx0" brushRef="#br0">1 53 8192,'487'-20'8992,"-251"-10"-13866,-207 27 12224</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41.115"/>
    </inkml:context>
    <inkml:brush xml:id="br0">
      <inkml:brushProperty name="width" value="0.1" units="cm"/>
      <inkml:brushProperty name="height" value="0.1" units="cm"/>
      <inkml:brushProperty name="color" value="#E71224"/>
    </inkml:brush>
  </inkml:definitions>
  <inkml:trace contextRef="#ctx0" brushRef="#br0">1 1 8192,'0'1'147,"0"1"1,0-1-1,0 1 1,1-1-1,-1 1 1,1-1-1,-1 1 1,1-1-1,-1 0 1,1 1-1,0-1 1,0 0-1,0 1 1,0-1-1,0 0 1,0 0-1,0 0 1,0 0-1,0 0 1,0 0-1,1 0 1,-1-1-1,0 1 1,1 0-1,-1-1 1,0 1-1,1 0 1,-1-1-1,1 0 1,-1 1-1,3-1 1,6 2 1427,1-1 1,-1 0 0,17-1 0,-14-1-1131,54 0-445,0-3 0,92-18 0,-134 17 0,-5 2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45.833"/>
    </inkml:context>
    <inkml:brush xml:id="br0">
      <inkml:brushProperty name="width" value="0.1" units="cm"/>
      <inkml:brushProperty name="height" value="0.1" units="cm"/>
      <inkml:brushProperty name="color" value="#E71224"/>
    </inkml:brush>
  </inkml:definitions>
  <inkml:trace contextRef="#ctx0" brushRef="#br0">1 318 8192,'212'0'9765,"1"0"-6967,424 0-11738,1589 0 5317,-2015-10 3623,-78 2 0,617-10 0,-35 8 0,-654 7 0,432-30 0,-460 30 956,-6 1 1672,0-2 0,-1 0 0,43-14 0,-52 14-2628,-1 0 0,1 1 0,27-2 0,4-1 0,29-5 0,144-3 0,120 16-2024,592 8-7420,453-32 9444,-1272 18 0,564-28 0,-601 27 0,277-26 0,234-10 0,-579 40 0,142-7 1036,77-1 899,-142 11-2247,93-4-1467,-122-6 5306,-34 5 3,36-3 1,29 7-3531,-73-1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48.827"/>
    </inkml:context>
    <inkml:brush xml:id="br0">
      <inkml:brushProperty name="width" value="0.1" units="cm"/>
      <inkml:brushProperty name="height" value="0.1" units="cm"/>
      <inkml:brushProperty name="color" value="#E71224"/>
    </inkml:brush>
  </inkml:definitions>
  <inkml:trace contextRef="#ctx0" brushRef="#br0">1 797 8192,'1'-15'1403,"1"-1"-1,1 1 1,1 0 0,0 1 0,1-1-1,7-16 1,-2 4-107,4-14-1185,-2 0-1,-2-1 0,9-75 0,-9-130-198,-11 244 88,1 0 0,0-1 0,1 1 0,-1 0 0,1 0 0,-1-1 0,1 1 0,0 0 0,0 0 0,0 0 0,1 0 0,-1 0 0,1 0 0,1-3 0,0 4 0,-1 0 0,0 0 0,0 1 0,1-1 0,-1 0 0,1 1 0,-1 0 0,1-1 0,0 1 0,0 0 0,-1 0 0,1 0 0,0 1 0,0-1 0,0 1 0,3 0 0,190-7 0,65-9-4785,-36 2 309,577-3 2491,-534 19 1763,-237-2 1154,0-1 0,55-9 0,-46 4-2413,0 2 3332,36-4 4244,-32 2-5450,0 3 1,87 3-1,-46 2-374,124-2-4658,-206 0 4236,0 0 1,0 0-1,-1 1 0,1-1 1,0 1-1,-1-1 0,1 1 0,-1 0 1,1 0-1,-1 0 0,1 1 1,-1-1-1,0 0 0,0 1 0,1-1 1,-1 1-1,0 0 0,0 0 1,-1 0-1,1 0 0,0 0 0,-1 0 1,1 1-1,-1-1 0,0 0 1,0 1-1,2 3 0,1 6-402,-1 0 0,0 1 0,0 0-1,0 19 1,-1-17 458,49 314 95,-12-91 0,-32-165 0,-7-57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52.337"/>
    </inkml:context>
    <inkml:brush xml:id="br0">
      <inkml:brushProperty name="width" value="0.1" units="cm"/>
      <inkml:brushProperty name="height" value="0.1" units="cm"/>
      <inkml:brushProperty name="color" value="#E71224"/>
    </inkml:brush>
  </inkml:definitions>
  <inkml:trace contextRef="#ctx0" brushRef="#br0">1 1 8192,'205'17'8767,"-95"-5"-6066,777 74-11053,313-22 5236,-1096-61 12673,-74 0-7646</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53.804"/>
    </inkml:context>
    <inkml:brush xml:id="br0">
      <inkml:brushProperty name="width" value="0.1" units="cm"/>
      <inkml:brushProperty name="height" value="0.1" units="cm"/>
      <inkml:brushProperty name="color" value="#E71224"/>
    </inkml:brush>
  </inkml:definitions>
  <inkml:trace contextRef="#ctx0" brushRef="#br0">1 1 8192,'1'59'3823,"2"1"-1,15 71 1,-13-91-3823,-1-1 0,-3 44 0,2 19 0,-2-101 0,-1 1 0,0-1 0,0 1 0,1-1 0,-1 1 0,0-1 0,1 1 0,0-1 0,-1 1 0,1-1 0,0 1 0,0-1 0,0 0 0,0 1 0,0-1 0,0 0 0,0 0 0,0 0 0,0 0 0,3 2 0,-1-2 0,0 1 0,0-1 0,0 0 0,0 0 0,0 0 0,1-1 0,-1 1 0,0-1 0,6 1 0,6-2 0,-1 0 0,1-1 0,21-6 0,-34 8 0,125-24-1351,157-8 0,-130 17-302,437-14-5460,712 29 16670,-1282-1-8366,38-7 1,11-1-1664,172 8 472,-123 2 0,-109-1 0,1-1 0,0 0 0,-1 0 0,1-1 0,0 0 0,-1-1 0,16-7 0,-24 9 0,0 0 0,0-1 0,-1 1 0,1-1 0,-1 1 0,1-1 0,-1 0 0,1 1 0,-1-1 0,0 0 0,0 0 0,0 0 0,0 0 0,0 0 0,-1 0 0,1 0 0,-1-1 0,1 1 0,-1-3 0,2-6 0,-2 0 0,-1-18 0,1 14 0,-1-11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54.990"/>
    </inkml:context>
    <inkml:brush xml:id="br0">
      <inkml:brushProperty name="width" value="0.1" units="cm"/>
      <inkml:brushProperty name="height" value="0.1" units="cm"/>
      <inkml:brushProperty name="color" value="#E71224"/>
    </inkml:brush>
  </inkml:definitions>
  <inkml:trace contextRef="#ctx0" brushRef="#br0">20 1 8192,'0'37'3424,"-1"61"2432,-1-67-4762,-6 36 0,4-43-1094,0 34 0,4-41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55.632"/>
    </inkml:context>
    <inkml:brush xml:id="br0">
      <inkml:brushProperty name="width" value="0.1" units="cm"/>
      <inkml:brushProperty name="height" value="0.1" units="cm"/>
      <inkml:brushProperty name="color" value="#E71224"/>
    </inkml:brush>
  </inkml:definitions>
  <inkml:trace contextRef="#ctx0" brushRef="#br0">15 1 8192,'0'3'11468,"0"4"-11468,0 4 0,0 3 0,0 2 0,0 1 0,-3 1 0,-2 1 0,2-1 0,-1-3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58.674"/>
    </inkml:context>
    <inkml:brush xml:id="br0">
      <inkml:brushProperty name="width" value="0.1" units="cm"/>
      <inkml:brushProperty name="height" value="0.1" units="cm"/>
      <inkml:brushProperty name="color" value="#E71224"/>
    </inkml:brush>
  </inkml:definitions>
  <inkml:trace contextRef="#ctx0" brushRef="#br0">3 2 8192,'0'78'9317,"0"-1"-6009,0 157-7261,-1-169 555,0 19-2693,3-29 8819,-2-53-2666,0 0-1,1 0 0,-1 0 1,0 0-1,1 0 0,0 0 1,-1 0-1,1 0 0,0 0 1,0-1-1,0 1 1,0 0-1,0 0 0,1-1 1,-1 1-1,0-1 0,1 1 1,-1-1-1,1 0 1,-1 1-1,1-1 0,0 0 1,0 0-1,-1 0 0,1 0 1,0-1-1,0 1 1,0 0-1,0-1 0,3 1 1,6 1-255,1-1 1,-1-1 0,0 0 0,18-2 0,-3 0-12,78 0-400,130-9-1441,-42-10 2989,-150 17-643,76 2 0,-79 3-523,0-1 0,58-9 0,94-26 3468,-100 21-4626,51-9-422,-116 19 1856,37-1 0,-1 1-978,189-18 796,-49 2 128,-154 15 3007,1 2 1,54 5 0,-19 0-563,797-2-5416,-686 9-939,21 0-677,-222-10 4881,0 0 1,0 0 0,1-1-1,-1 0 1,0 0 0,1-1-1,0 0 1,-1 0-1,1 0 1,0 0 0,0-1-1,1 0 1,-1 0 0,-6-8-1,3 4 259,0-1-1,0-1 1,1 1-1,0-1 1,0-1-1,1 1 0,-6-17 1,4 6-356,-3-9 1019,-9-42 0,9 22-1245,-16-94-6,27 143 40,0 0-1,0 0 1,0-1 0,0 1 0,0 0-1,0 0 1,-1 0 0,1 0-1,-1 0 1,1 0 0,-1 0 0,1 0-1,-1 0 1,1 0 0,-1 0 0,-1-1-1,-2 5-12,1 10 0,-17 132-872,12-101 178,0 0-7896,7-29 7310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59.109"/>
    </inkml:context>
    <inkml:brush xml:id="br0">
      <inkml:brushProperty name="width" value="0.1" units="cm"/>
      <inkml:brushProperty name="height" value="0.1" units="cm"/>
      <inkml:brushProperty name="color" value="#E71224"/>
    </inkml:brush>
  </inkml:definitions>
  <inkml:trace contextRef="#ctx0" brushRef="#br0">1 1 8192,'0'271'11468,"0"-356"-11468,0 60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7:59.765"/>
    </inkml:context>
    <inkml:brush xml:id="br0">
      <inkml:brushProperty name="width" value="0.1" units="cm"/>
      <inkml:brushProperty name="height" value="0.1" units="cm"/>
      <inkml:brushProperty name="color" value="#E71224"/>
    </inkml:brush>
  </inkml:definitions>
  <inkml:trace contextRef="#ctx0" brushRef="#br0">1 1 8192,'0'5'925,"2"115"6725,0-88-6203,11 55-1,-2-18-5395,-7-43 1442,0 0 1,9 27 0,-13-53 2506,0 0 0,1-1 0,-1 1 0,0 0 0,0 0 0,0 0 0,0 0 0,0 0 0,0 0 0,0 0 0,0 0 0,0 0 0,0 0 0,0 0 0,1 0 0,-1 0 0,0 0 0,0 0 0,0 0 0,0 0 0,0 0 0,0 0 0,0 0 0,0 0 0,0 0 0,1 0 0,-1 0 0,0 0 0,0 0 0,0 0 0,0 0 0,0 0 0,0 0 0,0 0 0,0 0 0,0 0 0,0 0 0,1 0 0,-1-6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00.076"/>
    </inkml:context>
    <inkml:brush xml:id="br0">
      <inkml:brushProperty name="width" value="0.1" units="cm"/>
      <inkml:brushProperty name="height" value="0.1" units="cm"/>
      <inkml:brushProperty name="color" value="#E71224"/>
    </inkml:brush>
  </inkml:definitions>
  <inkml:trace contextRef="#ctx0" brushRef="#br0">11 8 8192,'-3'0'11332,"-1"-3"-11196,0-1-136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01.234"/>
    </inkml:context>
    <inkml:brush xml:id="br0">
      <inkml:brushProperty name="width" value="0.1" units="cm"/>
      <inkml:brushProperty name="height" value="0.1" units="cm"/>
      <inkml:brushProperty name="color" value="#E71224"/>
    </inkml:brush>
  </inkml:definitions>
  <inkml:trace contextRef="#ctx0" brushRef="#br0">17 331 17002,'82'-304'0,"-180"278"0,114 356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08.015"/>
    </inkml:context>
    <inkml:brush xml:id="br0">
      <inkml:brushProperty name="width" value="0.1" units="cm"/>
      <inkml:brushProperty name="height" value="0.1" units="cm"/>
      <inkml:brushProperty name="color" value="#E71224"/>
    </inkml:brush>
  </inkml:definitions>
  <inkml:trace contextRef="#ctx0" brushRef="#br0">218 1 8192,'-34'52'0,"3"2"0,2 1 0,3 1 0,-24 73 0,38-91 0,2 0 0,1 2 0,2-1 0,2 1 0,2-1 0,1 1 0,6 66 0,-3-102 0,-1-1 0,1 0 0,-1 0 0,1 0 0,0 0 0,0 0 0,0 0 0,0 0 0,1-1 0,-1 1 0,1 0 0,0-1 0,0 1 0,0-1 0,0 1 0,0-1 0,0 0 0,0 0 0,1 0 0,-1 0 0,1 0 0,0-1 0,0 1 0,-1-1 0,1 0 0,0 1 0,0-1 0,0-1 0,0 1 0,0 0 0,5 0 0,3-1 0,-1 1 0,1-2 0,-1 1 0,1-1 0,-1-1 0,0 0 0,1-1 0,12-4 0,57-26 0,-2-4 0,76-48 0,-130 71 0,29-16 0,-2-2 0,50-43 0,-82 59 0,-1 0 0,0-2 0,-1 0 0,-1 0 0,-1-2 0,-1 0 0,22-42 0,-32 53 0,0 0 0,0 0 0,-2 0 0,1 0 0,-1-1 0,2-17 0,-4 24 0,0-1 0,0 0 0,0 0 0,0 1 0,-1-1 0,1 0 0,-1 0 0,0 1 0,0-1 0,-1 1 0,1-1 0,-1 1 0,0 0 0,1-1 0,-1 1 0,-1 0 0,1 0 0,0 0 0,-1 1 0,-2-4 0,-10-5 209,1 0 1,-1 1 0,0 1 0,-1 0-1,0 1 1,-1 1 0,-22-7 0,17 8 69,0 2 1,0 0 0,-1 1-1,1 2 1,-33 1 0,43 0 734,0 0 0,0 1 0,0 1 0,0 0 0,0 1 0,0 0 0,-13 6 0,8-3-1014,3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08.447"/>
    </inkml:context>
    <inkml:brush xml:id="br0">
      <inkml:brushProperty name="width" value="0.1" units="cm"/>
      <inkml:brushProperty name="height" value="0.1" units="cm"/>
      <inkml:brushProperty name="color" value="#E71224"/>
    </inkml:brush>
  </inkml:definitions>
  <inkml:trace contextRef="#ctx0" brushRef="#br0">1 1 8192,'10'26'0,"2"0"0,28 44 0,-13-23 0,-2-1 0,183 312 0,-159-284 0,3-1 0,99 105 0,-139-165 1020,21 20 5338,-31-31-6082,0 0 1,0 0-1,0-1 1,1 1 0,-1 0-1,1-1 1,-1 0-1,1 0 1,-1 0-1,1 0 1,0 0-1,2 0 1,-4-1-325,0 0 0,0 0 1,-1 0-1,1 0 0,0-1 0,-1 1 0,1 0 1,0 0-1,-1-1 0,1 1 0,0 0 0,-1-1 0,1 1 1,-1-1-1,1 1 0,-1-1 0,1 1 0,-1-1 0,1 1 1,-1-1-1,0 0 0,1 1 0,-1-1 0,0 0 1,1 1-1,-1-1 0,0 0 0,0 1 0,0-1 0,1 0 1,2-25-917,-2 23 934,0-21 30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08.699"/>
    </inkml:context>
    <inkml:brush xml:id="br0">
      <inkml:brushProperty name="width" value="0.1" units="cm"/>
      <inkml:brushProperty name="height" value="0.1" units="cm"/>
      <inkml:brushProperty name="color" value="#E71224"/>
    </inkml:brush>
  </inkml:definitions>
  <inkml:trace contextRef="#ctx0" brushRef="#br0">842 1 8192,'-310'354'6066,"263"-297"-5751,-226 258-6696,202-244 6381,50-52 0,0 2 0,1 0 0,2 1 0,0 1 0,-18 31 0,29-41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33.566"/>
    </inkml:context>
    <inkml:brush xml:id="br0">
      <inkml:brushProperty name="width" value="0.1" units="cm"/>
      <inkml:brushProperty name="height" value="0.1" units="cm"/>
      <inkml:brushProperty name="color" value="#E71224"/>
    </inkml:brush>
  </inkml:definitions>
  <inkml:trace contextRef="#ctx0" brushRef="#br0">1 1 8192,'3'3'3356,"1"1"-3356</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35.783"/>
    </inkml:context>
    <inkml:brush xml:id="br0">
      <inkml:brushProperty name="width" value="0.1" units="cm"/>
      <inkml:brushProperty name="height" value="0.1" units="cm"/>
      <inkml:brushProperty name="color" value="#E71224"/>
    </inkml:brush>
  </inkml:definitions>
  <inkml:trace contextRef="#ctx0" brushRef="#br0">1 1 8192,'0'3'11468,"0"1"-11468</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36.511"/>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51.167"/>
    </inkml:context>
    <inkml:brush xml:id="br0">
      <inkml:brushProperty name="width" value="0.1" units="cm"/>
      <inkml:brushProperty name="height" value="0.1" units="cm"/>
      <inkml:brushProperty name="color" value="#E71224"/>
    </inkml:brush>
  </inkml:definitions>
  <inkml:trace contextRef="#ctx0" brushRef="#br0">1 268 8192,'77'0'4801,"57"0"33,-1-1-3398,300-8-6122,-246-1 5499,3273-213-8011,-3395 220 7143,484-18 2021,-483 23 5680,-25 2-5735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8:52.216"/>
    </inkml:context>
    <inkml:brush xml:id="br0">
      <inkml:brushProperty name="width" value="0.1" units="cm"/>
      <inkml:brushProperty name="height" value="0.1" units="cm"/>
      <inkml:brushProperty name="color" value="#E71224"/>
    </inkml:brush>
  </inkml:definitions>
  <inkml:trace contextRef="#ctx0" brushRef="#br0">1 385 8192,'125'7'3848,"-12"0"149,1055-31-6777,2-62-2175,-1014 73 4845,2744-193 110,-2477 178 0,180-9 0,-532 32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09:12.012"/>
    </inkml:context>
    <inkml:brush xml:id="br0">
      <inkml:brushProperty name="width" value="0.1" units="cm"/>
      <inkml:brushProperty name="height" value="0.1" units="cm"/>
      <inkml:brushProperty name="color" value="#E71224"/>
    </inkml:brush>
  </inkml:definitions>
  <inkml:trace contextRef="#ctx0" brushRef="#br0">1 108 8192,'2'-2'983,"-2"2"-860,0 0 0,0 0 0,1 0 0,-1-1 0,0 1 0,1 0 0,-1 0 0,0 0 0,1 0 0,-1 0 0,0 0 0,1 0 0,-1 0 0,0 0 0,1 0 0,-1 0 0,0 0 0,1 0 0,-1 0 0,0 1 0,1-1 0,-1 0 0,1 1 491,0-1-491,17 7 3897,-15-5-3750,53 20-361,0-3 0,2-1 0,0-4 1,1-2-1,1-2 0,-1-3 0,95-2 0,384-40-5046,-441 25 4791,1397-140-2283,-885 122 12186,-591 29-7646</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2:57.367"/>
    </inkml:context>
    <inkml:brush xml:id="br0">
      <inkml:brushProperty name="width" value="0.1" units="cm"/>
      <inkml:brushProperty name="height" value="0.1" units="cm"/>
      <inkml:brushProperty name="color" value="#E71224"/>
    </inkml:brush>
  </inkml:definitions>
  <inkml:trace contextRef="#ctx0" brushRef="#br0">1 1 8192,'302'-1'781,"331"2"-55,-226 8-2107,190-1 1255,-572-8 126</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8:26.792"/>
    </inkml:context>
    <inkml:brush xml:id="br0">
      <inkml:brushProperty name="width" value="0.1" units="cm"/>
      <inkml:brushProperty name="height" value="0.1" units="cm"/>
      <inkml:brushProperty name="color" value="#E71224"/>
    </inkml:brush>
  </inkml:definitions>
  <inkml:trace contextRef="#ctx0" brushRef="#br0">1 54 8192,'111'0'2637,"603"-17"-2625,186-20-2661,-811 38 2649,-58-1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8:37.474"/>
    </inkml:context>
    <inkml:brush xml:id="br0">
      <inkml:brushProperty name="width" value="0.1" units="cm"/>
      <inkml:brushProperty name="height" value="0.1" units="cm"/>
      <inkml:brushProperty name="color" value="#E71224"/>
    </inkml:brush>
  </inkml:definitions>
  <inkml:trace contextRef="#ctx0" brushRef="#br0">1 1 8192,'61'3'2532,"114"20"1,-51-4-1254,511 34-3607,3-29-665,-150-8 1970,448 34 1023,-132-9 0,-758-40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8:45.150"/>
    </inkml:context>
    <inkml:brush xml:id="br0">
      <inkml:brushProperty name="width" value="0.1" units="cm"/>
      <inkml:brushProperty name="height" value="0.1" units="cm"/>
      <inkml:brushProperty name="color" value="#E71224"/>
    </inkml:brush>
  </inkml:definitions>
  <inkml:trace contextRef="#ctx0" brushRef="#br0">161 1733 8192,'575'0'11970,"2"0"-12042,-5 0-11473,425 0 20031,-879-9-7098,-8-1-147,1 11-1241,-50 1 0,0-3 0,71-11 0,-100 8 0,0 2 0,39 2 0,26-2 0,29-15 0,-65 9 0,-27 3 0,38 0 0,42 7 0,96-4 0,-104-15 0,-95 15 0,0-1 0,0 0 0,13-6 0,-15 5 0,0 0 0,1 1 0,-1 1 0,1 0 0,10-2 0,102-14 0,-113 16 0,-1-1 0,1 0 0,-1 0 0,1-1 0,-1 0 0,0-1 0,10-7 0,8-3 0,-17 9 0,1-1 0,-2 0 0,1 0 0,9-10 0,8-8 0,3-3-932,0-1 0,47-64 0,-62 72 1323,-1-1 1,-1 0-1,12-28 1,6-31-3902,-23 56 647,5-43 0,-6 30 1861,11-106 1002,-12 107 0,-2-1 0,-3-70 0,-1 44 0,0 47 0,-1 1 0,0-1 0,-1 1 0,-1-1 0,-1 1 0,-6-17 0,-5-5 0,-27-46 0,36 72 285,-2 1 0,0 0 0,0 0 1,-1 1-1,0 0 0,-1 1 0,0 0 1,-16-10-1,7 5 302,-28-27 0,30 26 611,0 1 1,0 0 0,-23-12-1,-6-4 613,35 22-2550,-1 1 0,1 0 0,-1 1 0,-1 1 0,1 0 0,-1 1 0,0 0 0,0 1 0,0 0 0,0 2 0,0-1 0,-1 2 0,-18 1 0,-154-10 739,14 1 0,132 8 0,-71-10 0,45 3 0,0 4 0,-73 4 0,37 1 0,-389-2 321,463 1-380,0 2 0,-47 11 0,47-8 1326,0-1 0,-49 2 0,58-6 1524,-40 7-1,10 0-848,-139 28-1942,104-17 0,-395 50-11468,458-66 13299,-40 12-1,45-10-798,0-1 0,0-1-1,-1 0 1,-19 0-1,19-3-953,-21 0 779,0 1 0,-42 7 0,28-2-857,0-2 0,-82-5 0,42-1 0,59 3-639,-44 9 1,13-2-561,3 0-1716,27-4-124,-46 2 1,22-8 3038,26 1 0,0 0 0,0 3 0,-39 6 0,-157 37 0,224-44 0,0 0 0,0 1 0,0 0 0,0 0 0,0 0 0,0 1 0,0-1 0,1 1 0,-1 0 0,1 1 0,0-1 0,0 1 0,0-1 0,0 1 0,-5 9 0,-2 4 0,0 1 0,-16 36 0,-3 7 0,-2-15 0,-1-2 0,-71 72 0,103-116 0,-3 5-10,0 1 0,0-1 0,1 1 0,0 0 0,0 0 0,0 0 0,1 0 0,-2 8 0,-9 19 659,-24 58 7224,22-38-7026,1 1 0,-6 58 0,15-82-439,-1 3-365,-1 65 1,8 202-11512,0-287 11468,1 1 0,0-2 0,1 1 0,0 0 0,2 0 0,8 19 0,-1-3 0,-7-14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9:00.890"/>
    </inkml:context>
    <inkml:brush xml:id="br0">
      <inkml:brushProperty name="width" value="0.1" units="cm"/>
      <inkml:brushProperty name="height" value="0.1" units="cm"/>
      <inkml:brushProperty name="color" value="#E71224"/>
    </inkml:brush>
  </inkml:definitions>
  <inkml:trace contextRef="#ctx0" brushRef="#br0">284 55 8192,'-2'0'313,"1"1"0,-1 0 0,1-1-1,-1 1 1,1 0 0,0 0 0,-1 0 0,1 0 0,0 0 0,0 0 0,0 0 0,0 0 0,0 1 0,0-1 0,-1 2 0,-15 23 3483,17-25-3760,-7 14 232,0-1-1,1 2 1,1-1 0,1 0 0,-5 26 0,5-19 73,-1-1-1,-9 24 1,9-34-341,0 0 0,-13 17 0,12-20 0,1 1 0,-1 0 0,2 0 0,-5 11 0,3-3 0,-1 0 0,-1-1 0,0 1 0,-1-2 0,-1 1 0,-1-1 0,-16 18 0,22-26-55,-1-1 0,2 1 0,-1 0 0,1 0 0,0 0 0,0 0 0,1 1 0,-3 8 0,6-16 68,0 0-1,0 0 1,0 1-1,0-1 1,0 0-1,0 0 1,0 1 0,0-1-1,0 0 1,0 0-1,0 0 1,0 1-1,0-1 1,1 0-1,-1 0 1,0 1 0,0-1-1,0 0 1,0 0-1,0 0 1,0 1-1,1-1 1,-1 0-1,0 0 1,0 0 0,0 0-1,0 1 1,1-1-1,-1 0 1,0 0-1,0 0 1,0 0-1,1 0 1,-1 0 0,0 0-1,0 1 1,1-1-1,-1 0 1,0 0-1,15-1-30,15-8-2188,-30 9 1947,26-10-1539,0 2-1,1 0 1,0 2-1,27-3 1,67-6 1798,33-4 0,-16 3 0,64-3 0,-196 19 0,-1 0 0,1-1 0,-1 0 0,1 0 0,-1 0 0,1 0 0,-1-1 0,0 0 0,5-3 0,-9 5 0,1-1 0,-1 0 0,0 0 0,0 0 0,0 0 0,0 0 0,0 0 0,0 0 0,0 0 0,0 0 0,0 0 0,0 0 0,-1-1 0,1 1 0,0 0 0,-1 0 0,1-1 0,-1 1 0,0-1 0,1 1 0,-1 0 0,0-1 0,0 1 0,0-1 0,0 1 0,0 0 0,0-1 0,0 1 0,0-1 0,-1 1 0,1-1 0,0 1 0,-1 0 0,0-1 0,1 1 0,-1 0 0,0 0 0,1-1 0,-3-1 0,-2-3 148,0 0 1,0 0 0,-1 0 0,0 1-1,0 0 1,0 0 0,-1 0 0,-8-4-1,-22-16 990,7-1-1634,-1 2 1,-2 1 0,0 1 0,-40-18 0,-274-113 495,337 148 0,-7-2 0,1-1 0,0 0 0,1-1 0,0-1 0,-17-14 0,22 13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9:05.096"/>
    </inkml:context>
    <inkml:brush xml:id="br0">
      <inkml:brushProperty name="width" value="0.1" units="cm"/>
      <inkml:brushProperty name="height" value="0.1" units="cm"/>
      <inkml:brushProperty name="color" value="#E71224"/>
    </inkml:brush>
  </inkml:definitions>
  <inkml:trace contextRef="#ctx0" brushRef="#br0">1 140 8192,'145'0'7956,"0"0"-3919,146 0-4254,-2 0-7936,-28-10 15998,62-16-7845,-138 13 0,-94 3 0,-42 4 0,54 0 0,168-5-311,-166 4 237,75-10-100,-128 9-3298,-30 4 811,35-2 1,-26 6 3460,1 0 2051,0-2-1,40-6 1,-52 5-2851,0 1 0,1 1 0,-1 1 0,1 1 0,-1 1 0,0 0 0,31 8 0,-37-5 0,-3-1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9:42.234"/>
    </inkml:context>
    <inkml:brush xml:id="br0">
      <inkml:brushProperty name="width" value="0.1" units="cm"/>
      <inkml:brushProperty name="height" value="0.1" units="cm"/>
      <inkml:brushProperty name="color" value="#E71224"/>
    </inkml:brush>
  </inkml:definitions>
  <inkml:trace contextRef="#ctx0" brushRef="#br0">189 1 8192,'-1'20'925,"0"-1"0,-2 1 1,0 0-1,-1-1 0,-1 0 0,-9 24 1,-2-3 1569,-41 67 1,50-93-2496,1 0 0,-6 19 0,-2 4 0,2-10 0,3-7 0,0 1 0,-6 24 0,15-45 0,0 1 0,0-1 0,-1 1 0,1-1 0,0 0 0,0 1 0,0-1 0,0 1 0,0-1 0,0 1 0,0-1 0,0 1 0,0-1 0,0 0 0,0 1 0,1-1 0,-1 1 0,0-1 0,0 0 0,0 1 0,0-1 0,1 1 0,-1-1 0,0 0 0,0 1 0,1-1 0,-1 0 0,0 1 0,1-1 0,-1 0 0,1 1 0,15-1 0,21-14 0,-34 13 0,38-15-800,0 1 1,1 3-1,0 1 0,54-6 1,176-5-4298,-246 21 4931,222-17-2041,-247 18 2201,1 0 1,0 0-1,0 0 0,0 0 1,0-1-1,0 1 1,-1-1-1,1 1 0,0-1 1,0 1-1,0-1 1,-1 0-1,1 0 0,-1 0 1,1 0-1,0 0 1,-1 0-1,0-1 0,1 1 1,-1 0-1,0-1 1,0 1-1,0-1 1,2-1-1,-3 1 38,0 0-1,1 0 1,-1 0 0,0 0 0,0 0 0,0 0-1,-1 0 1,1 0 0,0-1 0,-1 2-1,1-1 1,-1 0 0,0 0 0,1 0 0,-1 0-1,0 0 1,0 0 0,0 1 0,-1-1 0,1 0-1,-3-2 1,-33-32 2929,-29-11-4385,46 33 208,-22-13 2008,-2 1 1,0 3-1,-1 1 1,-1 2-1,-2 3 1,-49-13-1,75 25-1351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9:45.747"/>
    </inkml:context>
    <inkml:brush xml:id="br0">
      <inkml:brushProperty name="width" value="0.1" units="cm"/>
      <inkml:brushProperty name="height" value="0.1" units="cm"/>
      <inkml:brushProperty name="color" value="#E71224"/>
    </inkml:brush>
  </inkml:definitions>
  <inkml:trace contextRef="#ctx0" brushRef="#br0">38 1482 8192,'-2'-80'8465,"-7"2"-5462,-1-27-3003,2 17 0,2 18-4645,4-129 0,4 95 2467,-3 74 2222,5-97 934,-2 105-615,1 0 1,1 0-1,12-37 1,0 11-2320,14-26 3388,-23 59-1227,1 0 0,0 1 0,1-1 0,0 1 0,20-21-1,37-33-2890,-60 62 2719,-1 1 0,1-1 0,0 1 1,0 0-1,1 1 0,-1 0 0,1 0 0,12-6 1,3 2-286,36-8-1,11-5-36,-43 11 289,1 1 0,0 1 0,1 1 0,0 2 0,0 0 0,52 0 0,-59 4 0,41-7 0,6 0 0,67 0 0,74-2 0,477 11 0,-659 0 0,36 7 0,20 0 0,54-9 671,66 2 1454,-98 17 6547,-94-16-8672,0 1 0,-1 0 0,12 6 0,-12-6 0,-1 1 0,1-1 0,0 0 0,11 1 0,129 16 0,-105-12 0,-32-5 0,1 0 0,20 0 0,-8-1 0,-1 1 0,1 1 0,-1 1 0,0 1 0,42 16 0,-30-2 0,-31-15 0,1-1 0,0-1 0,0 1 0,0-1 0,10 3 0,-7-3 0,-1 1 0,-1-1 0,1 2 0,0-1 0,-1 1 0,0 0 0,14 12 0,47 50 0,-55-51-1274,-1 1 0,0 1-1,-2 0 1,0 1 0,-1 0 0,0 0-1,-2 1 1,7 21 0,-11-20 3790,4 37 0,-5-38-517,0 1 1,5 19-1,-3-23-1921,-1 0 0,-1 0 1,0 0-1,-1 1 0,-1-1 0,-2 25 1,0-30-89,-1 0 0,0-1 0,-1 1 0,0-1 0,0 0 0,-2 0 0,1 0 0,-1 0 0,-1-1 0,-9 14 0,-51 75 10,56-87-871,0 0-1,-1-1 0,0 0 1,-1-1-1,0-1 0,0 1 1,-1-2-1,-25 13 0,-15 4 364,-1-3-1,0-2 1,-2-2-1,-71 13 0,40-17 149,-1-3 0,-99-1 0,-231-10 360,318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19:50.777"/>
    </inkml:context>
    <inkml:brush xml:id="br0">
      <inkml:brushProperty name="width" value="0.1" units="cm"/>
      <inkml:brushProperty name="height" value="0.1" units="cm"/>
      <inkml:brushProperty name="color" value="#E71224"/>
    </inkml:brush>
  </inkml:definitions>
  <inkml:trace contextRef="#ctx0" brushRef="#br0">156 1 8192,'-11'8'4907,"11"-8"-4600,-1 1 0,1 0 0,-1 0-1,1-1 1,0 1 0,-1 1-1,-7 24 3491,5-15-3180,-51 133-617,39-86 0,12-44 0,-1 0 0,0 0 0,0 0 0,-2 0 0,-7 14 0,8-20 0,2-2 0,-1-1 0,1 1 0,0 0 0,1 0 0,-1 0 0,-1 7 0,4-11 0,0-1 0,0 0 0,0 0 0,0 1 0,0-1 0,0 0 0,0 0 0,0 0 0,1 1 0,-1-1 0,0 0 0,1 0 0,-1 0 0,1 0 0,0 1 0,-1-1 0,1 0 0,0 0 0,-1 0 0,1 0 0,0-1 0,0 1 0,0 0 0,0 0 0,0 0 0,0-1 0,0 1 0,0 0 0,0-1 0,0 1 0,0-1 0,1 0 0,-1 1 0,0-1 0,0 0 0,0 1 0,1-1 0,-1 0 0,2 0 0,21 3-1748,0-2 0,0 0-1,36-4 1,4 1-611,23 3 250,20 1 2469,-37-6 8739,-68 4-9028,-1 1 0,0-2 0,1 1 0,-1 0 1,0 0-1,0 0 0,1 0 0,-1-1 0,0 1 0,0-1 1,1 1-1,-1-1 0,0 1 0,0-1 0,0 0 0,0 0 1,0 1-1,0-1 0,0 0 0,0 0 0,0 0 0,0 0 1,0 0-1,-1 0 0,2-2 0,-2 2-49,0-1 0,0 0 1,0 1-1,0-1 0,0 0 0,0 1 0,0-1 0,-1 0 1,1 0-1,0 1 0,-1-1 0,0 1 0,1-1 0,-1 0 1,0 1-1,-1-2 0,-4-6-179,0 0 0,-1 0 0,0 1 1,-15-14-1,5 9-2025,2-2 0,0 0 0,0-1 1,-13-20-1,22 28 2182,-1 0 0,0 0 0,0 1 0,-1 0 0,0 1 0,0-1 0,0 2 0,-12-7 0,8 4 0,-76-42 2476,78 45-1981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0:00.955"/>
    </inkml:context>
    <inkml:brush xml:id="br0">
      <inkml:brushProperty name="width" value="0.1" units="cm"/>
      <inkml:brushProperty name="height" value="0.1" units="cm"/>
      <inkml:brushProperty name="color" value="#E71224"/>
    </inkml:brush>
  </inkml:definitions>
  <inkml:trace contextRef="#ctx0" brushRef="#br0">1 196 8192,'159'-3'7686,"0"-4"-5212,317-29-9071,-120 8 5241,40-3 151,159-10 203,-270 24 1002,626-15 0,-838 32 9557,-50 1-7646</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0:01.675"/>
    </inkml:context>
    <inkml:brush xml:id="br0">
      <inkml:brushProperty name="width" value="0.1" units="cm"/>
      <inkml:brushProperty name="height" value="0.1" units="cm"/>
      <inkml:brushProperty name="color" value="#E71224"/>
    </inkml:brush>
  </inkml:definitions>
  <inkml:trace contextRef="#ctx0" brushRef="#br0">368 1 8192,'-12'12'3049,"-18"15"-1835,14-19 2875,-17 7-3100,1 1-1,-55 37 1,48-28-839,21-14-150,1 1 0,0 0 0,0 1 0,-16 19 0,31-30 0,0-1 0,1 1 0,-1 0 0,1 0 0,0 0 0,0 0 0,0 0 0,0 1 0,0-1 0,0 0 0,0 0 0,1 1 0,-1-1 0,1 0 0,-1 1 0,1 3 0,1-5 0,-1 1 0,0-1 0,1 0 0,-1 0 0,1 1 0,0-1 0,-1 0 0,1 0 0,0 0 0,0 0 0,0 0 0,0 0 0,0 0 0,0 0 0,0 0 0,0 0 0,0 0 0,0-1 0,1 1 0,-1 0 0,0-1 0,0 1 0,1-1 0,-1 0 0,0 1 0,1-1 0,-1 0 0,0 0 0,3 0 0,39 4 0,0-3 0,54-4 0,-65 1 0,173-25-8142,-146 17 6932,-58 10 1211,13-2 123,0-1 1,0 0 0,0-1 0,19-8 0,-31 11-93,1-1 1,0 1-1,-1-1 1,1 0-1,-1 1 1,1-1-1,-1 0 1,0 0 0,0-1-1,0 1 1,0 0-1,2-4 1,-3 4-24,-1 0 0,1 0 0,0 0 0,-1 0 0,0 0 1,1 0-1,-1 0 0,0 0 0,0 0 0,0 0 0,0 0 0,0 0 1,-1 0-1,1 0 0,0 0 0,-1 0 0,0 0 0,1 0 0,-1 0 1,-1-2-1,-1 0 196,1 0 0,-1 0 0,0 0 0,0 0 0,0 1 0,-1-1 0,1 1 0,-1 0 0,0 0 0,0 0 0,0 0 0,-5-2 0,-8-4 1962,-33-11-1,11 5-1052,-103-43-4085,117 49 2971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20:47.681"/>
    </inkml:context>
    <inkml:brush xml:id="br0">
      <inkml:brushProperty name="width" value="0.1" units="cm"/>
      <inkml:brushProperty name="height" value="0.1" units="cm"/>
      <inkml:brushProperty name="color" value="#E71224"/>
    </inkml:brush>
  </inkml:definitions>
  <inkml:trace contextRef="#ctx0" brushRef="#br0">1 1 8192,'0'3'11468,"0"4"-11468,3 4 0,4 3 0,3-1 0,4 0 0,2 1 0,2-1 0,0-4 0,0 0 0,-2 2 0,-2-2 0,0-2 0,1-2 0,1-2 0,-3 2 0,-3-1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3:47.419"/>
    </inkml:context>
    <inkml:brush xml:id="br0">
      <inkml:brushProperty name="width" value="0.1" units="cm"/>
      <inkml:brushProperty name="height" value="0.1" units="cm"/>
      <inkml:brushProperty name="color" value="#E71224"/>
    </inkml:brush>
  </inkml:definitions>
  <inkml:trace contextRef="#ctx0" brushRef="#br0">1 241 8192,'469'-24'6477,"-2"-32"-1486,224-35-8347,-354 61-904,-22 3 408,-275 18 6648,-26 5-2236</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5:59.472"/>
    </inkml:context>
    <inkml:brush xml:id="br0">
      <inkml:brushProperty name="width" value="0.1" units="cm"/>
      <inkml:brushProperty name="height" value="0.1" units="cm"/>
      <inkml:brushProperty name="color" value="#E71224"/>
    </inkml:brush>
  </inkml:definitions>
  <inkml:trace contextRef="#ctx0" brushRef="#br0">1 161 8192,'16'-1'1853,"30"-5"1,4-1 2284,223-14-5263,1-5-4685,567-19 4729,-415 30 1252,1119-25-171,849 42 0,-1811 16 0,-2 0 0,-296-1 0,-48-1 0,396-13 8628,-329-5-5788,-290 2-2840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0.910"/>
    </inkml:context>
    <inkml:brush xml:id="br0">
      <inkml:brushProperty name="width" value="0.1" units="cm"/>
      <inkml:brushProperty name="height" value="0.1" units="cm"/>
      <inkml:brushProperty name="color" value="#E71224"/>
    </inkml:brush>
  </inkml:definitions>
  <inkml:trace contextRef="#ctx0" brushRef="#br0">1 247 8192,'0'4'220,"2"0"1,-1 1-1,0-1 1,1 0 0,0 0-1,0-1 1,0 1-1,0 0 1,0-1-1,6 6 1,3 8 324,48 99 2132,-47-87-1513,2 0 0,1-1 0,2-1 0,36 48 0,8-2-1164,-60-72 0,0 0 0,0 0 0,0 0 0,0 0 0,0-1 0,0 1 0,0 0 0,0 0 0,0-1 0,0 1 0,0-1 0,1 1 0,-1-1 0,0 1 0,0-1 0,1 0 0,-1 0 0,0 0 0,1 1 0,-1-1 0,2-1 0,-1 1 0,1-1 0,-1 1 0,0-1 0,1 0 0,-1 0 0,0 0 0,0 0 0,0-1 0,0 1 0,4-3 0,3-5 0,0-1 0,-1 1 0,12-18 0,-13 18 0,79-113-1678,136-258 0,-191 316 1678,-7 7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4:10.808"/>
    </inkml:context>
    <inkml:brush xml:id="br0">
      <inkml:brushProperty name="width" value="0.1" units="cm"/>
      <inkml:brushProperty name="height" value="0.1" units="cm"/>
      <inkml:brushProperty name="color" value="#E71224"/>
    </inkml:brush>
  </inkml:definitions>
  <inkml:trace contextRef="#ctx0" brushRef="#br0">1 1254 8192,'503'0'10238,"-272"0"-9008,-89-9-1230,-12-1 0,61 0 0,2-8 0,-22 11 0,-112 7 0,72-10 0,-60 3 0,134 5 0,-101 4 0,-63-2-271,79 0-5327,165-19-1,-244 12 5599,39-5 0,143-4 0,-187 17 639,4 0 1958,1-1 0,-1-2 0,40-8 0,-41 5-2472,1 1 1,-1 2-1,45 4 1,-11 0-187,2128-2-5897,-1905 0 12462,-99 0-5818,-32 0-4246,-1 0-5139,-122 0 8342,0 1 329,0-2 0,62-9 0,-67 2 28,1-1 0,-1-2 0,48-21 0,-36 14 1755,-34 13 79,-1 0-1,22-12 0,-31 14-1489,0 0-1,0 0 0,0-1 0,-1 0 0,1 0 0,-1 0 0,0-1 1,0 1-1,-1-1 0,5-6 0,2-5-1382,1 1-1,15-16 1,-18 23 248,-1 0-1,0 0 1,-1-1 0,0 0 0,0 0 0,-1 0-1,0-1 1,0 0 0,5-19 0,7-24 791,-13 42 0,0 0 0,-1 0 0,0 0 0,-1-1 0,2-19 0,-4 20 680,0-1 0,-1 1 0,0-1-1,0 1 1,-1 0 0,-1-1 0,0 1 0,0 0 0,-1 1 0,0-1 0,-1 1 0,-9-14 0,7 13-1785,-1 1 0,0-1 0,0 2 0,-1-1 0,-1 1 1,0 0-1,-21-14 0,-13-9 1105,16 11 0,-57-32 0,60 39 0,-1 1 0,-1 2 0,0 0 0,-1 2 0,0 1 0,0 1 0,-1 1 0,-49-2 0,64 6 0,-1 0 0,1-1 0,0 0 0,0-1 0,0 0 0,-14-8 0,-18-5 0,-227-45 0,235 55 0,-37-2 1085,52 8-456,0-2-1,-39-10 1,18 2 2203,0 2 1,-62-5-1,52 6-2832,31 4 0,-41-2 0,-288 7-816,345-1 908,-1 1 0,1 0 0,-1 1 0,0-1 0,1 2 0,0-1 0,0 1 0,-9 4 0,1 1-96,-1 1 0,-19 16 0,23-16-1234,1 1 0,-15 19 0,-14 13-2973,17-20 3661,2 2 0,0 0 0,2 1 0,1 1 0,-20 38 0,3-7 307,24-39 243,1 0 0,0 1 0,2 0 0,0 0 0,1 1 0,1 0 0,-6 38 0,-4 12 2777,-2 8 2842,16-70-5235,2 1 0,-1-1 0,1 0 0,0 0 0,1 0 0,-1 1 0,4 9 0,1-6-384,0-1 0,1-1 0,0 1 0,1-1 0,0 0 0,0 0 0,12 10 0,-16-17 0,4 5 0,1-1 0,0 0 0,1 0 0,-1-1 0,1 0 0,1-1 0,14 7 0,4 0 0,40 11 0,75 25-9277,-127-43 7086</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4:20.130"/>
    </inkml:context>
    <inkml:brush xml:id="br0">
      <inkml:brushProperty name="width" value="0.1" units="cm"/>
      <inkml:brushProperty name="height" value="0.1" units="cm"/>
      <inkml:brushProperty name="color" value="#E71224"/>
    </inkml:brush>
  </inkml:definitions>
  <inkml:trace contextRef="#ctx0" brushRef="#br0">129 135 8192,'1'43'1186,"-2"45"5054,0-79-5734,0 0-1,-1 0 0,0-1 0,0 1 1,-1 0-1,0-1 0,-7 13 0,-79 155-505,83-165 0,5-9 0,-1 1 0,1-1 0,0 0 0,0 1 0,0-1 0,1 1 0,-1-1 0,0 1 0,1 3 0,0-5 0,0 0 0,1 0 0,-1-1 0,0 1 0,1 0 0,-1 0 0,1 0 0,0-1 0,-1 1 0,1 0 0,-1-1 0,1 1 0,0 0 0,0-1 0,-1 1 0,1-1 0,0 1 0,0-1 0,0 0 0,0 1 0,-1-1 0,1 0 0,0 1 0,0-1 0,0 0 0,0 0 0,0 0 0,0 0 0,0 0 0,0 0 0,0 0 0,1 0 0,25 1-365,0-1-1,0-1 1,37-7-1,81-21-1457,-119 23 1752,-8 2-108,-6 2-557,1-1 0,0 0 1,-1-1-1,0-1 0,19-9 0,-28 13 627,-1-1-1,1 1 0,-1-1 0,0 0 0,0 0 0,0 0 0,0 0 0,0 0 0,0-1 0,-1 1 0,1 0 0,-1-1 0,1 1 0,-1-1 0,0 0 0,0 1 0,0-1 0,-1 0 0,1 0 0,-1 0 0,1 1 0,-1-1 0,0 0 0,0 0 0,0 0 1,0 0-1,-1 0 0,1 1 0,-1-1 0,0 0 0,-1-3 0,-8-20 110,-2 0 0,0 0 0,-2 2 0,-31-44 0,33 51 0,-100-141 0,102 144 0,-1 1 0,-23-23 0,22 27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4.832"/>
    </inkml:context>
    <inkml:brush xml:id="br0">
      <inkml:brushProperty name="width" value="0.1" units="cm"/>
      <inkml:brushProperty name="height" value="0.1" units="cm"/>
      <inkml:brushProperty name="color" value="#E71224"/>
    </inkml:brush>
  </inkml:definitions>
  <inkml:trace contextRef="#ctx0" brushRef="#br0">748 1 8192,'-72'96'0,"-104"185"0,-28 120 0,156-304 0,-6 14 0,-96 200 0,143-295 1194,0-1 1,0 1 0,2 0-1,0 0 1,1 0 0,1 1-1,-2 21 1,5-37-1129,-1 0-1,1 0 1,0 0 0,0 0 0,0 0-1,0 0 1,1 0 0,-1-1 0,0 1 0,0 0-1,1 0 1,-1 0 0,0 0 0,1 0 0,-1 0-1,1-1 1,-1 1 0,1 0 0,-1 0-1,1-1 1,1 2 0,-2-2-92,1 1 0,0-1 0,0 0 0,-1 0 1,1 0-1,0 0 0,0 0 0,-1 0 0,1 0 0,0 0 0,0 0 0,0 0 1,-1 0-1,1-1 0,0 1 0,-1 0 0,1 0 0,0-1 0,0 1 0,0-1 1,4-2-303,0-1 1,-1 1 0,1-1 0,-1 0 0,6-6-1,14-21 696,-1-2-1,-1 0 0,20-42 0,45-113 1135,-86 186-1502,5-12 0,0 0 0,0-1 0,-2 1 0,0-1 0,0 0 0,-2 0 0,3-27 0,-6 40 0,1 1 0,0-1 0,-1 0 0,0 1 0,1-1 0,-1 0 0,0 1 0,1-1 0,-1 1 0,0-1 0,0 1 0,0-1 0,-1 1 0,1 0 0,0-1 0,0 1 0,-1 0 0,1 0 0,-1 0 0,1 0 0,-1 0 0,1 1 0,-1-1 0,0 0 0,1 1 0,-1-1 0,0 1 0,1-1 0,-1 1 0,-3 0 0,-8-2 0,0 1 0,1 1 0,-17 1 0,14 0 0,-3-1-27,0 1 1,-24 5-1,38-6 28,0 1 0,1 0 0,-1 0 0,0 0 0,0 1 0,0-1 0,1 1 0,-1 0-1,1 0 1,-1 0 0,1 1 0,0-1 0,0 1 0,0-1 0,0 1 0,-4 6 0,6-9 1,1 1 1,0-1-1,-1 1 0,1-1 1,0 1-1,0-1 1,0 1-1,-1 0 0,1-1 1,0 1-1,0-1 0,0 1 1,0-1-1,0 1 0,0-1 1,0 1-1,0 0 0,0-1 1,0 1-1,0-1 1,1 1-1,-1-1 0,0 1 1,0-1-1,0 1 0,1-1 1,-1 1-1,0-1 0,1 1 1,-1-1-1,0 1 1,1-1-1,0 1 0,17 7-18,1-3 16</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5.284"/>
    </inkml:context>
    <inkml:brush xml:id="br0">
      <inkml:brushProperty name="width" value="0.1" units="cm"/>
      <inkml:brushProperty name="height" value="0.1" units="cm"/>
      <inkml:brushProperty name="color" value="#E71224"/>
    </inkml:brush>
  </inkml:definitions>
  <inkml:trace contextRef="#ctx0" brushRef="#br0">233 1 8192,'-75'142'0,"39"-77"0,2 2 0,-31 92 0,59-136 0,0 0 0,2 0 0,1 0 0,1 0 0,1 1 0,0-1 0,2 1 0,1-1 0,1 0 0,1 0 0,11 36 0,-5-28 0,1 0 0,2-1 0,1 0 0,1-1 0,1-1 0,2-1 0,36 44 0,-42-58 1365,0 0 0,1-1 1,0-1-1,1 0 0,0-1 0,20 10 1,-33-19-1240,1 0-1,-1 0 1,0 0 0,1-1 0,-1 1-1,0 1 1,1-1 0,-1 0 0,0 0-1,0 0 1,0 1 0,0-1 0,0 0-1,0 1 1,0-1 0,-1 1 0,1-1-1,0 3 1,-1-3-142,0 1 0,0-1 0,0 0 0,-1 0 0,1 0 0,0 0 1,-1 0-1,1 0 0,-1 0 0,1-1 0,-1 1 0,0 0 0,1 0 0,-1 0 0,0 0 0,0-1 0,1 1 0,-1 0 0,0-1 0,0 1 1,0 0-1,0-1 0,0 1 0,0-1 0,0 0 0,0 1 0,0-1 0,0 0 0,-2 1 0,-17 5 16,-1-1 0,0-2 0,0 1 0,0-2 0,-34-1 0,26-1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5.892"/>
    </inkml:context>
    <inkml:brush xml:id="br0">
      <inkml:brushProperty name="width" value="0.1" units="cm"/>
      <inkml:brushProperty name="height" value="0.1" units="cm"/>
      <inkml:brushProperty name="color" value="#E71224"/>
    </inkml:brush>
  </inkml:definitions>
  <inkml:trace contextRef="#ctx0" brushRef="#br0">1 253 8192,'10'-3'3356,"0"-4"-3356,4-4 0,2-3 5483,5-2-5483,4-1 0,4-1 0,3-1 2629,0 1-2629,-1-3 0,1-1 0,2 0 0,-4 1 0,1 4 0,-6 2 0,-6 4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6.703"/>
    </inkml:context>
    <inkml:brush xml:id="br0">
      <inkml:brushProperty name="width" value="0.1" units="cm"/>
      <inkml:brushProperty name="height" value="0.1" units="cm"/>
      <inkml:brushProperty name="color" value="#E71224"/>
    </inkml:brush>
  </inkml:definitions>
  <inkml:trace contextRef="#ctx0" brushRef="#br0">69 1 8192,'0'44'213,"-4"207"6002,-1-176-3695,-18 98 0,-14 24-2520,37-183 0,6-23 0,11-28 0,-16 32 0,39-85 0,54-89 0,-78 140 0,-14 32 0,0 0 0,1-1 0,7-10 0,-10 17 0,0 1 0,0 0 0,0-1 0,0 1 0,0 0 0,1 0 0,-1-1 0,0 1 0,0 0 0,0-1 0,0 1 0,1 0 0,-1 0 0,0-1 0,0 1 0,1 0 0,-1 0 0,0 0 0,0-1 0,1 1 0,-1 0 0,0 0 0,1 0 0,-1 0 0,0 0 0,1-1 0,-1 1 0,0 0 0,1 0 0,-1 0 0,0 0 0,1 0 0,-1 0 0,0 0 0,1 0 0,-1 0 0,0 0 0,1 0 0,-1 1 0,1-1 0,5 15 0,-3 22 0,-3-23 0,1 1 0,0 0 0,1-1 0,1 1 0,8 23 0,-11-37 0,0 0 0,0 0 0,0 0 0,1-1 0,-1 1 0,0 0 0,1 0 0,-1 0 0,0-1 0,1 1 0,-1 0 0,1-1 0,-1 1 0,1 0 0,0-1 0,-1 1 0,1-1 0,0 1 0,-1 0 0,1-1 0,0 0 0,0 1 0,-1-1 0,1 1 0,0-1 0,0 0 0,0 0 0,-1 0 0,1 1 0,0-1 0,0 0 0,0 0 0,0 0 0,-1 0 0,1 0 0,0 0 0,0 0 0,0-1 0,0 1 0,-1 0 0,1 0 0,0-1 0,0 1 0,0 0 0,-1-1 0,1 1 0,0-1 0,-1 1 0,1-1 0,0 1 0,-1-1 0,1 0 0,0-1 0,5-3 0,-1-2 0,1 1 0,-1 0 0,5-11 0,32-58-701,-27 46 134,1 0-1,2 1 1,35-44-1,-50 69-39,-1 0 0,1 0 0,0 1 0,0-1 0,1 1 0,3-3 1,-6 5 504,-1-1 1,1 1 0,0 0 0,-1 0 0,1-1 0,0 1-1,0 0 1,-1 0 0,1 0 0,0 0 0,-1 0 0,1 0-1,0 0 1,0 0 0,-1 0 0,1 0 0,0 1 0,-1-1-1,1 0 1,0 0 0,-1 1 0,1-1 0,0 0 0,-1 1-1,1-1 1,0 1 0,-1-1 0,1 0 0,-1 1 0,1 0 0,-1-1-1,1 1 1,-1-1 0,0 1 0,1 0 0,-1-1 0,0 1-1,1-1 1,-1 1 0,0 0 0,1 0 0,4 17 101,0-1 0,-1 1 0,0 0 0,-2 0 0,1 21 0,1 3 0,2 28-305,-6-50 619,1 0-1,1 0 0,1 0 0,1-1 1,0 1-1,10 22 0,-14-40-30,1 0-1,0 0 0,0-1 0,0 1 0,0 0 0,0-1 0,0 1 0,0-1 0,0 0 0,0 1 1,1-1-1,-1 0 0,1 0 0,-1 1 0,1-1 0,-1 0 0,1-1 0,0 1 0,-1 0 1,1 0-1,2 0 0,-2-1-57,1 0 0,-1 0-1,1 0 1,-1 0 0,1-1 0,-1 1 0,1-1 0,-1 1 0,1-1 0,-1 0 0,0 0 0,1 0-1,-1 0 1,4-3 0,6-3-225</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7.109"/>
    </inkml:context>
    <inkml:brush xml:id="br0">
      <inkml:brushProperty name="width" value="0.1" units="cm"/>
      <inkml:brushProperty name="height" value="0.1" units="cm"/>
      <inkml:brushProperty name="color" value="#E71224"/>
    </inkml:brush>
  </inkml:definitions>
  <inkml:trace contextRef="#ctx0" brushRef="#br0">774 1 8192,'-4'1'380,"1"0"0,0 0 1,0 0-1,0 1 0,0-1 0,0 1 1,0 0-1,0 0 0,0 0 1,1 0-1,-4 3 0,-6 5 2982,-5 3-3141,0 1 1,1 0-1,1 1 1,1 1-1,0 1 1,1 0-1,0 0 1,2 1-1,0 1 1,1 0-1,1 0 0,0 1 1,2 1-1,0-1 1,-4 28-1,9-34-221,0-1 0,1 0 0,0 1 0,1-1 0,1 1 0,0-1 0,4 15 0,-3-21 0,0 0 0,0-1 0,0 1 0,1-1 0,0 1 0,1-1 0,-1 0 0,1 0 0,0-1 0,1 1 0,-1-1 0,1 0 0,0 0 0,1 0 0,6 4 0,7 3 0,-10-8 0,-2 1 0,1 0 0,0 0 0,10 11 0,-17-15 0,0 0 0,0 0 0,0 0 0,0 0 0,0 0 0,0 0 0,-1 1 0,1-1 0,0 0 0,-1 1 0,1-1 0,-1 1 0,1-1 0,-1 0 0,0 1 0,0-1 0,1 1 0,-1-1 0,0 1 0,0-1 0,0 1 0,-1-1 0,1 1 0,0-1 0,-1 0 0,1 1 0,0-1 0,-1 1 0,0-1 0,1 0 0,-1 1 0,0-1 0,0 0 0,-1 2 0,-3 3 0,0-1 0,-1 1 0,0-1 0,0 0 0,0 0 0,-11 6 0,-46 21 0,54-28 0,-39 17 0,-91 25 0,-56 2 0,138-35 0,-49 11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7.547"/>
    </inkml:context>
    <inkml:brush xml:id="br0">
      <inkml:brushProperty name="width" value="0.1" units="cm"/>
      <inkml:brushProperty name="height" value="0.1" units="cm"/>
      <inkml:brushProperty name="color" value="#E71224"/>
    </inkml:brush>
  </inkml:definitions>
  <inkml:trace contextRef="#ctx0" brushRef="#br0">1 702 8192,'387'-10'1827,"0"-17"1,506-101 0,959-242-7311,-1258 218 5483,-550 138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9.248"/>
    </inkml:context>
    <inkml:brush xml:id="br0">
      <inkml:brushProperty name="width" value="0.1" units="cm"/>
      <inkml:brushProperty name="height" value="0.1" units="cm"/>
      <inkml:brushProperty name="color" value="#E71224"/>
    </inkml:brush>
  </inkml:definitions>
  <inkml:trace contextRef="#ctx0" brushRef="#br0">36 1 8192,'0'21'955,"0"0"1,2 0 0,1 0 0,1 0-1,0-1 1,1 1 0,2-1-1,0-1 1,1 1 0,1-1-1,17 27 1,91 116-2827,-33-49 771,-50-71-679,-22-28 275,-1 0 1,19 31-1,-20-13-153,-6 5 4312,-9 36 4817,3-63-7122,1-4-311,-1 1 1,0-1-1,0 1 0,-1-1 1,0 0-1,0 0 1,0 0-1,-1-1 0,0 1 1,0-1-1,0 0 1,-1 0-1,-9 8 1,-4 2-77,0 0 0,-33 18 0,29-20 37,-1-2 0,-1-1 0,1-1 0,-2 0 0,1-2 0,-1-1 0,0-1 0,-32 2 0,40-6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9.579"/>
    </inkml:context>
    <inkml:brush xml:id="br0">
      <inkml:brushProperty name="width" value="0.1" units="cm"/>
      <inkml:brushProperty name="height" value="0.1" units="cm"/>
      <inkml:brushProperty name="color" value="#E71224"/>
    </inkml:brush>
  </inkml:definitions>
  <inkml:trace contextRef="#ctx0" brushRef="#br0">1 317 8192,'16'-5'3489,"9"-12"-3732,-15 10 1352,127-77 1554,-79 52-1551,-3-3 1,-1-2 0,54-48-1,-93 70-1112</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09.965"/>
    </inkml:context>
    <inkml:brush xml:id="br0">
      <inkml:brushProperty name="width" value="0.1" units="cm"/>
      <inkml:brushProperty name="height" value="0.1" units="cm"/>
      <inkml:brushProperty name="color" value="#E71224"/>
    </inkml:brush>
  </inkml:definitions>
  <inkml:trace contextRef="#ctx0" brushRef="#br0">1 1 8192,'1'41'2293,"2"0"1,3-1 0,0 1 0,15 44-1,-19-77-2293,0 0 0,1-1 0,0 1 0,1 0 0,0-1 0,0 0 0,0 0 0,1 0 0,0 0 0,6 6 0,-9-11 0,1 0 0,-1 0 0,1 0 0,0 0 0,-1-1 0,1 1 0,0-1 0,0 1 0,0-1 0,0 0 0,0 0 0,1-1 0,-1 1 0,0-1 0,0 1 0,0-1 0,1 0 0,-1 0 0,0 0 0,0-1 0,0 1 0,1-1 0,-1 0 0,0 0 0,0 0 0,0 0 0,0 0 0,5-4 0,4-2 0,0 0 0,0-1 0,0-1 0,-1 0 0,0-1 0,-1 0 0,12-14 0,-17 18 0,-1 0 0,1 0 0,-1 0 0,-1 0 0,1-1 0,-1 0 0,0 0 0,0 0 0,-1 0 0,0 0 0,0 0 0,-1-1 0,0 1 0,0-1 0,-1-11 0,0 16 0,-1 0 0,1 0 0,-1 0 0,0 0 0,0 0 0,0 1 0,-1-1 0,1 0 0,0 1 0,-1-1 0,0 1 0,0-1 0,1 1 0,-2 0 0,1 0 0,0 0 0,0 0 0,-1 0 0,1 0 0,0 1 0,-6-3 0,2 1 0,-1 0 0,0 1 0,1 0 0,-1 0 0,0 1 0,0 0 0,0 0 0,-8 0 0,0 1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10.778"/>
    </inkml:context>
    <inkml:brush xml:id="br0">
      <inkml:brushProperty name="width" value="0.1" units="cm"/>
      <inkml:brushProperty name="height" value="0.1" units="cm"/>
      <inkml:brushProperty name="color" value="#E71224"/>
    </inkml:brush>
  </inkml:definitions>
  <inkml:trace contextRef="#ctx0" brushRef="#br0">426 1 8192,'-4'0'283,"1"1"0,0-1 0,0 1 0,0 0 0,0 0 0,0 0 0,0 0 0,0 1 0,0-1 0,1 1 0,-1 0 0,0-1 0,1 1 0,-1 0 0,1 1 0,0-1 0,-2 3 0,-7 8 1583,2-1 0,-10 19-1,5-11-1088,-73 88-777,60-70 0,-43 44 0,51-65 0,-25 18 0,-2 1 0,31-23 0,2-1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11.152"/>
    </inkml:context>
    <inkml:brush xml:id="br0">
      <inkml:brushProperty name="width" value="0.1" units="cm"/>
      <inkml:brushProperty name="height" value="0.1" units="cm"/>
      <inkml:brushProperty name="color" value="#E71224"/>
    </inkml:brush>
  </inkml:definitions>
  <inkml:trace contextRef="#ctx0" brushRef="#br0">1 1 8192,'6'0'756,"1"1"1,-1 0-1,1 1 1,-1-1-1,1 1 1,-1 0-1,0 1 1,0-1-1,10 7 1,7 6 1055,22 18 0,-24-17-1533,22 18-279,-22-17 0,1-1 0,0 0 0,1-2 0,45 22 0,-54-31 0,2-1 0,24 3 0,-30-6 0,0 1 0,0-1 0,0 2 0,0 0 0,-1 0 0,0 0 0,1 1 0,12 8 0,-7-1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12.289"/>
    </inkml:context>
    <inkml:brush xml:id="br0">
      <inkml:brushProperty name="width" value="0.1" units="cm"/>
      <inkml:brushProperty name="height" value="0.1" units="cm"/>
      <inkml:brushProperty name="color" value="#E71224"/>
    </inkml:brush>
  </inkml:definitions>
  <inkml:trace contextRef="#ctx0" brushRef="#br0">74 1 8192,'0'0'287,"1"0"-1,0 1 1,0-1 0,5 5 2581,-5-4-2581,-1 0 0,1-1 0,-1 1-1,1 0 1,-1 0 0,0-1 0,1 1 0,-1 0-1,0 0 1,0 0 0,0-1 0,1 1 0,-1 2-1,3 26 3082,-3-26-3298,2 189-70,-3-99 0,0-87 0,1 0 0,-1 0 0,0 1 0,0-1 0,0 0 0,-1 0 0,0-1 0,-6 12 0,0-2 0,-20 26 0,-6 10 0,33-51 0,1 1 0,0-1 0,-1 1 0,1-1 0,0 1 0,-1-1 0,1 1 0,0-1 0,0 1 0,-1-1 0,1 1 0,0 0 0,0-1 0,0 1 0,0-1 0,0 1 0,0 0 0,0-1 0,0 1 0,0-1 0,0 1 0,0 0 0,0-1 0,1 1 0,-1-1 0,0 1 0,0 0 0,1-1 0,-1 1 0,0-1 0,1 1 0,-1-1 0,0 1 0,1-1 0,-1 0 0,1 1 0,-1-1 0,1 1 0,-1-1 0,1 0 0,-1 1 0,1-1 0,-1 0 0,1 0 0,-1 1 0,1-1 0,-1 0 0,1 0 0,0 0 0,-1 0 0,2 0 0,4 1 0,0 0 0,1-1 0,-1 0 0,8-1 0,-5 1 0,12-2 0,0 0 0,-1-1 0,1-1 0,-1-1 0,0-1 0,30-13 0,-44 16 0,1-1 0,0 0 0,-1-1 0,9-7 0,-12 10 0,8-7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12.648"/>
    </inkml:context>
    <inkml:brush xml:id="br0">
      <inkml:brushProperty name="width" value="0.1" units="cm"/>
      <inkml:brushProperty name="height" value="0.1" units="cm"/>
      <inkml:brushProperty name="color" value="#E71224"/>
    </inkml:brush>
  </inkml:definitions>
  <inkml:trace contextRef="#ctx0" brushRef="#br0">23 73 8192,'-14'37'7845,"11"-19"-7328,0-1 1,2 0 0,0 1-1,1-1 1,0 1 0,7 33-1,-5-44-517,1-1 0,-1 1 0,1-1 0,0 0 0,1 0 0,0 0 0,0-1 0,0 1 0,0-1 0,1 0 0,0 0 0,0 0 0,1-1 0,-1 0 0,10 6 0,-12-8 0,1 0 0,-1 0 0,1-1 0,0 1 0,0-1 0,0 1 0,0-1 0,0 0 0,0-1 0,0 1 0,0-1 0,0 0 0,0 0 0,0 0 0,0 0 0,0-1 0,0 0 0,0 1 0,0-2 0,0 1 0,0 0 0,0-1 0,-1 0 0,1 1 0,0-2 0,5-3 0,6-7 0,1 2 0,-2-2 0,1 0 0,-1 0 0,-1-2 0,20-27 0,-31 38 0,12-18 0,18-39 0,-28 53 0,-1 0 0,-1 0 0,1 0 0,-2 0 0,1 0 0,-1-1 0,0 1 0,-1-1 0,0-10 0,0 17 5,-1 0 0,1-1-1,-1 1 1,0 0 0,0-1-1,0 1 1,0 0 0,0 0 0,0 0-1,-1 0 1,1 0 0,-1 0-1,1 0 1,-1 1 0,0-1-1,1 0 1,-1 1 0,0-1 0,0 1-1,0 0 1,0 0 0,-1 0-1,1 0 1,0 0 0,0 0-1,-1 0 1,1 1 0,-4-1 0,-8-2-111,0 2-1,0-1 1,-24 2 0,25 0-165,-20 0-1966,2 0 1677</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13.338"/>
    </inkml:context>
    <inkml:brush xml:id="br0">
      <inkml:brushProperty name="width" value="0.1" units="cm"/>
      <inkml:brushProperty name="height" value="0.1" units="cm"/>
      <inkml:brushProperty name="color" value="#E71224"/>
    </inkml:brush>
  </inkml:definitions>
  <inkml:trace contextRef="#ctx0" brushRef="#br0">377 1189 8192,'6'6'717,"2"0"-1,-1 0 1,0-1 0,1 0 0,0 0-1,1-1 1,11 5 0,6 1 2150,32 7 0,-15-10-2867,0-1 0,0-2 0,0-2 0,53-4 0,-26 0 0,-40 2 0,1-2 0,-1 0 0,55-14 0,-75 14 0,0-1 0,-1 0 0,1-1 0,-1 0 0,0 0 0,0-1 0,0-1 0,-1 1 0,1-1 0,-1 0 0,-1-1 0,1 0 0,-1 0 0,-1-1 0,9-12 0,6-16-289,-3 0 1,18-47-1,19-81-1321,-18 32 1408,-23 76-1444,-3-1 1,-3-1-1,3-91 0,-12 128 1516,0 1 0,-1-1 1,-1 1-1,0-1 0,-2 1 0,-1 1 0,0-1 0,-1 1 0,-1 0 1,-1 0-1,-1 1 0,0 0 0,-2 1 0,0 0 0,0 1 1,-29-28-1,35 40 416,1-1 1,-1 2-1,0-1 1,0 1 0,0-1-1,-1 2 1,1-1-1,-1 1 1,0 0 0,1 0-1,-1 1 1,-12-2-1,-8 2 2695,-54 4 0,35-1-1641,8-1-1034,-69 4-67,93-3-256,-1 1 0,1 0-1,-1 1 1,1 1 0,-18 8-1,11-2-218,1 0-1,1 2 1,0 0 0,-29 27-1,-63 74-1589,58-57 1478,-36 38-3532,-98 134 1,150-178 3658,-53 99 1,80-128 231,0 0 0,1 1 0,1 0 0,2 0 0,0 1 0,1 0 0,-2 42 0,5-38-11,2 1 0,1-1 0,2 1 0,9 47 0,-9-65 0,1 1 0,0-1 0,0 1 0,1-1 0,1-1 0,0 1 0,0-1 0,1 0 0,0 0 0,1-1 0,0 0 0,0 0 0,17 12 0,-13-12 0,1 0 0,0-2 0,0 1 0,1-2 0,0 0 0,0 0 0,1-2 0,15 4 0,-3-3 0,2-1 0,-1-2 0,38 0 0,-32-3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14.084"/>
    </inkml:context>
    <inkml:brush xml:id="br0">
      <inkml:brushProperty name="width" value="0.1" units="cm"/>
      <inkml:brushProperty name="height" value="0.1" units="cm"/>
      <inkml:brushProperty name="color" value="#E71224"/>
    </inkml:brush>
  </inkml:definitions>
  <inkml:trace contextRef="#ctx0" brushRef="#br0">230 116 8192,'-13'5'8008,"12"-4"-7436,-17 21-244,6-7 1791,-10 6-1703,12-12-412,0 0 0,0 1 1,1 0-1,1 0 0,-12 18 0,-16 22-4,27-39 0,0-1 0,1 1 0,1 1 0,0 0 0,-9 20 0,15-29 0,0 0 0,0 0 0,1 0 0,-1 0 0,1 0 0,0 0 0,0 0 0,0 0 0,0 1 0,0-1 0,1 0 0,-1 0 0,1 0 0,0 0 0,0 0 0,0 0 0,0 0 0,1 0 0,-1-1 0,1 1 0,-1 0 0,1-1 0,0 1 0,0-1 0,0 1 0,1-1 0,-1 0 0,1 0 0,2 2 0,1 0-121,0-1 1,1 1-1,-1-1 0,1 0 0,0-1 0,0 0 1,0 0-1,0 0 0,0-1 0,1 0 0,11 0 1,2 0-820,1-2-1,35-5 1,-31 1-88,0-2 0,-1-1-1,-1-1 1,1-2 0,-1 0-1,42-27 1,-63 36 1028,0 0 0,-1 0 0,1-1 0,0 1 0,-1-1 0,0 1 0,1-1 0,-1 0 0,0 0 0,0 0 0,-1 0 0,1 0 0,-1 0 0,1 0 0,-1-1 0,0 1 0,0-1 0,0-5 0,0-5 0,0 0 0,-1 0 0,-3-21 0,0-1 0,3 27 0,-2-1 0,1 1 0,-1 0 0,-1-1 0,1 1 0,-2 0 0,1 0 0,-1 0 0,-10-15 0,2 6 0,0 2 0,-1-1 0,-24-21 0,31 33 500,1 0-1,-2 1 1,1 0 0,0 0 0,-14-5-1,6 2-141,3 1-358</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5.135"/>
    </inkml:context>
    <inkml:brush xml:id="br0">
      <inkml:brushProperty name="width" value="0.1" units="cm"/>
      <inkml:brushProperty name="height" value="0.1" units="cm"/>
      <inkml:brushProperty name="color" value="#E71224"/>
    </inkml:brush>
  </inkml:definitions>
  <inkml:trace contextRef="#ctx0" brushRef="#br0">216 1 8192,'-2'0'323,"0"1"1,1-1-1,-1 1 1,0-1-1,1 1 0,-1 0 1,1 0-1,0 0 1,-1 0-1,1 0 1,-1 0-1,1 0 1,0 0-1,0 0 1,-2 2-1,-18 25 5183,15-19-4719,-37 53-787,30-40 0,-2-2 0,-24 29 0,33-42-401,1 0-1,0 0 0,0 0 0,1 1 1,0-1-1,0 1 0,0 0 1,1 0-1,1 1 0,-1-1 1,1 0-1,-1 12 0,1 2-186,0-1-1,2 1 0,4 37 1,-4-57 965,0 0 0,0-1 0,0 1 0,1 0 0,-1-1 1,1 1-1,-1-1 0,1 1 0,0 0 0,-1-1 0,1 1 0,0-1 1,0 0-1,0 1 0,0-1 0,0 0 0,0 1 0,3 1 0,-3-3-324,1 1-1,-1 0 0,1-1 0,-1 1 0,1-1 0,0 1 0,-1-1 0,1 0 1,0 1-1,0-1 0,-1 0 0,1 0 0,0 0 0,-1-1 0,3 1 0,6-3-982,0 0-1,0-1 0,0 0 0,17-10 1,-14 7 805,10-3-1014,1 2 0,0 0 0,45-8-1,-41 11 288,-1-2 0,44-16 0,-68 22 832,0-1 0,0 1 1,0-1-1,0 0 0,0 0 1,-1 0-1,1 0 0,-1 0 1,1 0-1,-1-1 0,0 1 1,0-1-1,0 0 0,0 0 1,-1 1-1,1-1 0,-1 0 1,1 0-1,-1-1 0,0 1 1,0 0-1,-1 0 0,2-6 1,-2 6 103,0 0 0,-1 0 1,1 1-1,-1-1 0,1 0 0,-1 0 1,0 1-1,0-1 0,0 0 1,0 1-1,0-1 0,-1 1 1,1 0-1,-1-1 0,1 1 1,-1 0-1,0 0 0,0 0 1,0 0-1,0 0 0,-1 0 1,1 1-1,0-1 0,-1 1 0,1-1 1,-1 1-1,-4-2 0,-15-3 8007,-11 3-6738,17 3-1353</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6.149"/>
    </inkml:context>
    <inkml:brush xml:id="br0">
      <inkml:brushProperty name="width" value="0.1" units="cm"/>
      <inkml:brushProperty name="height" value="0.1" units="cm"/>
      <inkml:brushProperty name="color" value="#E71224"/>
    </inkml:brush>
  </inkml:definitions>
  <inkml:trace contextRef="#ctx0" brushRef="#br0">195 1 8192,'-142'338'11468,"97"-198"-11468,41-123 0,1-2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6.459"/>
    </inkml:context>
    <inkml:brush xml:id="br0">
      <inkml:brushProperty name="width" value="0.1" units="cm"/>
      <inkml:brushProperty name="height" value="0.1" units="cm"/>
      <inkml:brushProperty name="color" value="#E71224"/>
    </inkml:brush>
  </inkml:definitions>
  <inkml:trace contextRef="#ctx0" brushRef="#br0">1 1 8192,'0'3'11468,"0"4"-11468,3 1 0,4-1 0,4-2 0,3-1 0,-1-2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6.896"/>
    </inkml:context>
    <inkml:brush xml:id="br0">
      <inkml:brushProperty name="width" value="0.1" units="cm"/>
      <inkml:brushProperty name="height" value="0.1" units="cm"/>
      <inkml:brushProperty name="color" value="#E71224"/>
    </inkml:brush>
  </inkml:definitions>
  <inkml:trace contextRef="#ctx0" brushRef="#br0">2 2 8192,'0'1'0,"-1"29"2205,1 0 1,2 1-1,1-1 0,14 57 1,-16-83-2150,32 92 439,-29-87-507,0-1 0,0 1 0,1-1-1,1 0 1,-1 0 0,1-1 0,0 0-1,11 11 1,-14-16 12,-1-1 0,0 1 0,1 0 0,-1-1 0,1 0 0,0 0 0,-1 1 0,1-1 0,0-1 0,0 1 0,0 0 0,0-1 0,0 1 0,0-1 0,5 0 0,-3-1 0,0 0 0,0 0 0,0 0 0,0-1 0,-1 1 0,1-1 0,0 0 0,6-5 0,3-3 0,0 0 0,-1-1 0,0-1 0,16-19 0,6-12 0,-1-1 0,31-57 0,-63 97 0,1-1 0,-1 0 0,0 0 0,-1 0 0,1 0 0,-1 0 0,0 0 0,-1 0 0,1 0 0,-1 0 0,0-1 0,0 1 0,-1 0 0,-1-10 0,1 12 0,1 1 0,-1 0 0,1 0 0,-1 0 0,0 0 0,0 0 0,0 0 0,0 0 0,0 0 0,-1 0 0,1 0 0,0 1 0,-1-1 0,0 0 0,1 1 0,-1 0 0,0-1 0,0 1 0,1 0 0,-1 0 0,0 0 0,0 0 0,-1 0 0,1 0 0,0 0 0,0 1 0,0-1 0,0 1 0,-1 0 0,1 0 0,0-1 0,0 1 0,0 1 0,-1-1 0,1 0 0,-3 1 0,-6 2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7.593"/>
    </inkml:context>
    <inkml:brush xml:id="br0">
      <inkml:brushProperty name="width" value="0.1" units="cm"/>
      <inkml:brushProperty name="height" value="0.1" units="cm"/>
      <inkml:brushProperty name="color" value="#E71224"/>
    </inkml:brush>
  </inkml:definitions>
  <inkml:trace contextRef="#ctx0" brushRef="#br0">145 1 8192,'-7'4'997,"0"1"0,1 0 0,-1 0 1,1 1-1,-5 6 0,-15 12 1839,10-11-2658,8-7 187,1 0-1,-1 0 1,-8 11-1,13-14-286,1 0 0,0 0 0,0 0 0,1 1 0,-1-1 0,1 1 0,-1-1 0,1 1 0,0-1-1,0 1 1,1 0 0,-1 5 0,0-4-78,1 1 0,0-1 0,0 0 0,1 0 0,0 0 0,0 0 0,0 1 0,0-1 0,1-1 0,0 1 0,0 0 0,0 0 0,1-1 0,-1 1 0,5 5 0,2 0 0,1 0 0,0 0 0,1-1 0,17 12 0,56 34-4072,166 80 0,-180-99 3397,-55-29 773,0 1 1,0 1 0,0 1-1,25 22 1,-37-30-111,0 1 0,0 0 0,-1 0 0,1 0 0,-1 0 0,0 0 1,1 1-1,-2-1 0,1 1 0,0-1 0,-1 1 0,1 0 0,-1-1 0,0 1 0,0 0 0,-1 0 0,1 0 0,-1 0 1,0 0-1,0 0 0,0 0 0,-1 0 0,1 0 0,-1-1 0,0 1 0,0 0 0,0 0 0,-2 3 0,-1-1 5,0 0 0,0 0 0,-1 0 0,0-1 0,0 0 0,0 0 0,0 0 0,-1-1 1,-6 5-1,-13 11 251,16-14-462,0 1 1,0-2-1,0 1 1,-1-1-1,1-1 1,-1 0-1,0 0 1,-20 4-1,1-2 656,-58 5-1,85-10-72,0-1 1,-1 0-1,1 0 0,-1 0 0,1 0 0,0 0 0,-1-1 0,1 1 0,0-1 0,-1 1 0,1-1 0,0 0 0,0 0 1,0 0-1,-1 0 0,-1-2 0,2 1-167,1 0 1,-1 0-1,1 0 1,0 0-1,-1 0 0,1 0 1,0 0-1,0-1 1,1 1-1,-1 0 1,0-1-1,1 1 0,-1 0 1,1-1-1,0 1 1,0-5-1,0-10-290,1-1-1,1 1 1,1-1-1,0 1 1,1 0-1,1 0 0,1 0 1,0 0-1,1 1 1,13-22-1,13-15-1066,63-79-1,-65 92 552,-14 18-3292,-2 3 2926</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8.083"/>
    </inkml:context>
    <inkml:brush xml:id="br0">
      <inkml:brushProperty name="width" value="0.1" units="cm"/>
      <inkml:brushProperty name="height" value="0.1" units="cm"/>
      <inkml:brushProperty name="color" value="#E71224"/>
    </inkml:brush>
  </inkml:definitions>
  <inkml:trace contextRef="#ctx0" brushRef="#br0">256 1 8192,'-1'11'631,"-1"0"1,1 0 0,-5 14-1,-1 3 199,-3 35 1198,3 0 0,3 0 0,7 110 0,1-145-2028,1 0 0,1 0 0,1 0 0,14 32 0,-6-15 0,-7-26 0,1 0 0,0 0 0,23 32 0,-20-34 0,-2 0 0,0 1 0,0 0 0,6 22 0,-13-30 0,0-4 0,-1 0 0,0 1 0,-1-1 0,1 1 0,-1 0 0,0 7 0,-2-11 0,1 0 0,0-1 0,-1 1 0,0-1 0,0 0 0,0 1 0,0-1 0,0 0 0,0 1 0,0-1 0,-1 0 0,1 0 0,-1 0 0,1 0 0,-1 0 0,0-1 0,0 1 0,0 0 0,0-1 0,-2 2 0,-8 4 0,1 0 0,-1-1 0,0-1 0,0 0 0,0 0 0,-1-1 0,0-1 0,1 0 0,-1-1 0,-23 2 0,-29 2-96,-70 4-193,112-9 289</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8.347"/>
    </inkml:context>
    <inkml:brush xml:id="br0">
      <inkml:brushProperty name="width" value="0.1" units="cm"/>
      <inkml:brushProperty name="height" value="0.1" units="cm"/>
      <inkml:brushProperty name="color" value="#E71224"/>
    </inkml:brush>
  </inkml:definitions>
  <inkml:trace contextRef="#ctx0" brushRef="#br0">1 288 8192,'6'-6'0,"8"-5"0,4-4 0,6-1 0,1-3 0,3 1 0,-1-1 2971,-2 0-2971,-1 1 0,-3-1 0,-2 1 5848,0 1-5848,-2-1 0,1 0 2649,-4 1-2649,-1 2 0,-2 2 0,-4 2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9.551"/>
    </inkml:context>
    <inkml:brush xml:id="br0">
      <inkml:brushProperty name="width" value="0.1" units="cm"/>
      <inkml:brushProperty name="height" value="0.1" units="cm"/>
      <inkml:brushProperty name="color" value="#E71224"/>
    </inkml:brush>
  </inkml:definitions>
  <inkml:trace contextRef="#ctx0" brushRef="#br0">1 1127 8192,'2'0'312,"1"-1"1,-1 1 0,1-1-1,-1 0 1,0 0 0,1 1-1,-1-1 1,0-1 0,1 1-1,-1 0 1,0-1 0,0 1-1,0-1 1,3-3 0,25-30 3697,-26 30-3891,118-184 2221,-100 152-2526,46-90-4058,59-153 0,-41 83 1759,-48 95 2485,-38 102 0,0 0 0,0-1 0,0 1 0,0 0 0,0-1 0,0 1 0,0 0 0,0 0 0,0-1 0,0 1 0,0 0 0,0-1 0,0 1 0,1 0 0,-1 0 0,0-1 0,0 1 0,0 0 0,1 0 0,-1-1 0,0 1 0,0 0 0,1 0 0,-1 0 0,0-1 0,0 1 0,1 0 0,-1 0 0,0 0 0,0 0 0,1 0 0,0-1 0,0 12 0,-2 20 0,-11 351 8143,13-297-7025,-2-83-1028,1 1-1,0-1 1,1 1 0,-1-1-1,0 1 1,1-1 0,-1 0-1,1 1 1,0-1 0,0 0-1,0 1 1,0-1 0,0 0-1,0 0 1,2 3 0,-2-4-62,1-1 1,-1 1-1,0 0 1,1 0 0,-1-1-1,0 1 1,1-1 0,-1 1-1,1-1 1,-1 1-1,0-1 1,1 0 0,-1 0-1,1 0 1,-1 0-1,1 0 1,-1 0 0,1 0-1,-1 0 1,1-1 0,-1 1-1,1 0 1,-1-1-1,0 0 1,1 1 0,1-2-1,3-1-28,0 0 0,-1 0 0,1-1 0,-1 0 0,0 0 0,0-1 0,0 1 0,0-1 0,6-9 0,5-8 0,13-25 0,-13 20 0,104-193-1139,-74 130 1398,-6 6 511,-4 6-2850,-9 30-5910,-26 47 7926,-1 0-1,1 0 1,-1 0 0,1 1 0,-1-1 0,1 0 0,-1 0-1,1 0 1,0 1 0,0-1 0,-1 0 0,1 1 0,0-1 0,0 1-1,0-1 1,0 1 0,-1-1 0,3 0 0,-3 2 49,1-1 0,-1 0 1,1 0-1,-1 1 0,0-1 0,1 0 1,-1 1-1,0-1 0,1 0 1,-1 1-1,0-1 0,1 1 0,-1-1 1,0 0-1,0 1 0,1-1 1,-1 1-1,0-1 0,0 1 0,0-1 1,0 1-1,0-1 0,0 1 0,0-1 1,0 1-1,1 43 301,-1-38-258,-3 51 829,0 20 3345,6 82 0,-3-157-4160,0 0 0,0 0 0,0-1 1,0 1-1,1 0 0,-1 0 0,0 0 0,1-1 1,0 1-1,-1 0 0,1 0 0,0-1 0,0 1 1,0-1-1,0 1 0,0-1 0,0 1 0,0-1 1,0 0-1,1 1 0,-1-1 0,1 0 0,-1 0 1,1 0-1,-1 0 0,1 0 0,-1 0 0,1 0 1,0-1-1,0 1 0,-1-1 0,1 1 0,3-1 1,-1 0 0,-1 0-1,1 0 1,-1-1 0,1 0 0,-1 0 0,0 0 0,1 0 0,-1 0 0,0-1 0,0 1 0,0-1 0,0 0 0,0 0 0,0 0-1,-1 0 1,1-1 0,2-2 0,14-18-43,29-45 0,1-1 0,-20 34 0,-1 4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9.955"/>
    </inkml:context>
    <inkml:brush xml:id="br0">
      <inkml:brushProperty name="width" value="0.1" units="cm"/>
      <inkml:brushProperty name="height" value="0.1" units="cm"/>
      <inkml:brushProperty name="color" value="#E71224"/>
    </inkml:brush>
  </inkml:definitions>
  <inkml:trace contextRef="#ctx0" brushRef="#br0">1090 1 8192,'-2'0'248,"0"0"0,0 1 0,0-1-1,1 1 1,-1 0 0,0-1 0,1 1 0,-1 0 0,1 0 0,-1 0 0,1 0 0,-1 0 0,1 0 0,0 1 0,-3 1 0,-17 24 4506,19-23-4636,-19 27 174,2 2 0,1 0 0,2 1 0,1 0 1,2 2-1,1-1 0,2 2 0,-9 60 0,16-49-292,1 1 0,7 64 0,-4-108 0,0 0 0,0 0 0,0 0 0,1 0 0,0 0 0,0 0 0,0 0 0,0-1 0,1 1 0,-1-1 0,5 5 0,10 19 0,-16-26 0,0 0 0,0 0 0,0 0 0,-1 0 0,1 0 0,-1 0 0,1 0 0,-1 0 0,0 0 0,0 0 0,0 0 0,0 0 0,0 0 0,0 0 0,-1 0 0,1 0 0,-1 0 0,0 2 0,-1 0 0,0-1 0,0 0 0,0 0 0,0 0 0,0 0 0,0-1 0,-1 1 0,0 0 0,-4 3 0,-4 1 0,-1 1 0,0-2 0,0 1 0,-18 5 0,-54 16-1412,-162 30 1,195-48 1263,-297 59 148,240-49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30.858"/>
    </inkml:context>
    <inkml:brush xml:id="br0">
      <inkml:brushProperty name="width" value="0.1" units="cm"/>
      <inkml:brushProperty name="height" value="0.1" units="cm"/>
      <inkml:brushProperty name="color" value="#E71224"/>
    </inkml:brush>
  </inkml:definitions>
  <inkml:trace contextRef="#ctx0" brushRef="#br0">287 1786 8192,'8'8'1375,"0"-1"0,0 1 1,1-2-1,1 1 0,-1-1 0,16 7 1,-9-6-719,0-1-1,1 0 1,26 5 0,7-3-2302,98 2 1,-120-9 1351,214 5 24,329-9-6018,648-70 4398,-908 49 1662,774-71 227,-1069 94 0,221-27 0,-4-19 0,-216 42 0,0 0 0,0-2 0,-1 1 0,0-2 0,0 0 0,-1-1 0,16-13 0,-19 13 0,-1-1 0,0-1 0,-1 0 0,-1 0 0,0-1 0,0-1 0,-1 1 0,11-25 0,4-11 0,-3-2 0,-2 0 0,-2-1 0,-2 0 0,-2-2 0,-3 1 0,4-106 0,-12 107 0,-9-86 0,6 120 0,-1 0 0,-1 0 0,-1 0 0,0 1 0,-1-1 0,-1 1 0,-1 1 0,-17-28 0,5 16 0,-2 1 0,-1 1 0,-1 1 0,-1 1 0,-1 1 0,-50-32 0,21 20 0,-1 4 0,-100-40 0,59 35 0,-198-42 0,-109 12 0,-114 25 0,-3 43 0,461 0 0,-1 2 0,1 3 0,0 3 0,0 2 0,2 3 0,0 2 0,-95 44 0,-233 157 0,17 31 0,243-162 0,-266 200 0,219-157 0,-31 12 0,-108 87 0,308-227 245,0 0 1,1 0-1,-1 0 1,1 1-1,0 0 1,0-1-1,0 1 1,0 0-1,1 0 1,0 1-1,0-1 1,-2 6-1,3-7 0,1 1 0,0-1 0,-1 0 0,1 0 0,1 1 0,-1-1 0,0 0-1,1 0 1,0 1 0,0-1 0,0 0 0,0 0 0,0 0 0,0 0 0,1 0 0,0-1 0,-1 1 0,4 4 0,3 4 117,0-1 0,1 1 1,0-2-1,1 1 0,0-1 1,0 0-1,1-1 0,0-1 1,18 10-1,13 6-362,20 11 0,92 37 0,-42-31 0,-66-24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0.499"/>
    </inkml:context>
    <inkml:brush xml:id="br0">
      <inkml:brushProperty name="width" value="0.1" units="cm"/>
      <inkml:brushProperty name="height" value="0.1" units="cm"/>
      <inkml:brushProperty name="color" value="#E71224"/>
    </inkml:brush>
  </inkml:definitions>
  <inkml:trace contextRef="#ctx0" brushRef="#br0">1 56 8192,'0'-1'285,"0"0"0,0 0 0,1 1 0,-1-1 0,4-4 1997,-3 4-1997,0 1 0,-1-1 0,1 1 0,0-1 0,0 1 1,-1-1-1,1 1 0,0 0 0,0 0 0,0-1 0,-1 1 0,1 0 1,0 0-1,1 0 0,28-4 3114,-27 4-3314,81-8-85,47-2 0,-113 9 0,1 0 0,20-5 0,25-3 0,359 7 79,-218 4-717,-89-2-256,615 11-9121,-280-1 10015,-45-3 0,212 1 0,31 2 0,-299-5 0,-98-2 0,30 13 0,-14 18 0,432 4 0,-494-30 0,76 1 0,-49 0 0,24 0 0,-97-1 0,-13 1 0,196-9 0,248 7 0,-504-3 0,454 21 0,-109-7 0,-277-10 0,100 2 0,-86-9 3180,147-4 5108,-245-5-8288,7-2 0,-63 10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20.970"/>
    </inkml:context>
    <inkml:brush xml:id="br0">
      <inkml:brushProperty name="width" value="0.1" units="cm"/>
      <inkml:brushProperty name="height" value="0.1" units="cm"/>
      <inkml:brushProperty name="color" value="#E71224"/>
    </inkml:brush>
  </inkml:definitions>
  <inkml:trace contextRef="#ctx0" brushRef="#br0">1 141 8192,'714'-42'5849,"-206"1"-8868,-21 3 189,272 18 2830,-421 47 0,-14-1 0,-262-25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36.910"/>
    </inkml:context>
    <inkml:brush xml:id="br0">
      <inkml:brushProperty name="width" value="0.1" units="cm"/>
      <inkml:brushProperty name="height" value="0.1" units="cm"/>
      <inkml:brushProperty name="color" value="#E71224"/>
    </inkml:brush>
  </inkml:definitions>
  <inkml:trace contextRef="#ctx0" brushRef="#br0">162 1 8192,'-2'40'2812,"-1"0"0,-11 54 0,-27 76 220,35-148-3032,-2 15 0,-3-2 0,-1 1 0,-20 42 0,31-77 0,1 0 0,-1 0 0,1 0 0,-1 0 0,1 0 0,-1 0 0,1 0 0,-1 0 0,0 0 0,0 0 0,1 0 0,-1 0 0,0-1 0,0 1 0,0 0 0,0-1 0,0 1 0,0 0 0,-2 0 0,3-1 0,-1-1 0,0 1 0,1 0 0,-1-1 0,1 1 0,-1 0 0,1-1 0,-1 1 0,1-1 0,-1 1 0,1-1 0,0 1 0,-1-1 0,1 1 0,0-1 0,-1 1 0,1-1 0,0 0 0,0 1 0,-1-1 0,1 1 0,0-1 0,0 0 0,0 0 0,-2-9 0,0-1 0,0-18 0,2 3 0,0 2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37.238"/>
    </inkml:context>
    <inkml:brush xml:id="br0">
      <inkml:brushProperty name="width" value="0.1" units="cm"/>
      <inkml:brushProperty name="height" value="0.1" units="cm"/>
      <inkml:brushProperty name="color" value="#E71224"/>
    </inkml:brush>
  </inkml:definitions>
  <inkml:trace contextRef="#ctx0" brushRef="#br0">335 1 8192,'-14'15'2516,"1"1"1,-20 32 0,-12 15 1401,5-14-3918,-102 113 0,137-157 0,0-1 0,0 1 0,-1-1 0,-6 5 0,-2-2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37.486"/>
    </inkml:context>
    <inkml:brush xml:id="br0">
      <inkml:brushProperty name="width" value="0.1" units="cm"/>
      <inkml:brushProperty name="height" value="0.1" units="cm"/>
      <inkml:brushProperty name="color" value="#E71224"/>
    </inkml:brush>
  </inkml:definitions>
  <inkml:trace contextRef="#ctx0" brushRef="#br0">1 1 8192,'1'3'238,"0"1"0,0-1 0,0 1 1,1-1-1,0 0 0,0 0 0,0 1 0,0-1 0,0-1 1,1 1-1,-1 0 0,5 3 0,-1 1 22,119 133 7499,-90-107-7340,-26-26-430,0 1 0,-1 0 0,0 0 0,0 1 0,7 11 0,-7-6 11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38.745"/>
    </inkml:context>
    <inkml:brush xml:id="br0">
      <inkml:brushProperty name="width" value="0.1" units="cm"/>
      <inkml:brushProperty name="height" value="0.1" units="cm"/>
      <inkml:brushProperty name="color" value="#E71224"/>
    </inkml:brush>
  </inkml:definitions>
  <inkml:trace contextRef="#ctx0" brushRef="#br0">1 1 8192,'3'1'221,"1"0"1,0 0-1,0 1 0,0-1 1,-1 1-1,1 0 0,-1 0 1,1 0-1,5 5 1,10 6 535,4-3-922,1 0 0,0-1 0,0-2-1,0-1 1,1 0 0,0-2 0,0-1 0,50 0 0,-13-6-330,-1-2 0,91-18 0,-124 17 495,155-35 0,-166 36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56.248"/>
    </inkml:context>
    <inkml:brush xml:id="br0">
      <inkml:brushProperty name="width" value="0.1" units="cm"/>
      <inkml:brushProperty name="height" value="0.1" units="cm"/>
      <inkml:brushProperty name="color" value="#E71224"/>
    </inkml:brush>
  </inkml:definitions>
  <inkml:trace contextRef="#ctx0" brushRef="#br0">34 1 8192,'-14'614'4569,"13"-560"-9022,-1 3 6019,-6-2 7779,7-52-8988,1-3-352,0 1-1,0 0 1,0-1-1,0 1 0,0 0 1,-1-1-1,1 1 1,0 0-1,0-1 0,-1 1 1,1-1-1,0 1 1,-1 0-1,1-1 1,0 1-1,-1-1 0,1 1 1,-2 0-1,0-2-4</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56.984"/>
    </inkml:context>
    <inkml:brush xml:id="br0">
      <inkml:brushProperty name="width" value="0.1" units="cm"/>
      <inkml:brushProperty name="height" value="0.1" units="cm"/>
      <inkml:brushProperty name="color" value="#E71224"/>
    </inkml:brush>
  </inkml:definitions>
  <inkml:trace contextRef="#ctx0" brushRef="#br0">112 1 8192,'12'1'879,"0"1"1,0 0-1,0 1 1,-1 0 0,1 1-1,-1 0 1,1 1-1,-1 0 1,12 8 0,43 18 1792,-60-29-2672,0 1 0,0-1 0,0 1 0,0 0 0,-1 0 0,1 1 0,6 6 0,-10-9 0,-1 0 0,0 1 0,1-1 0,-1 1 0,0 0 0,0-1 0,0 1 0,0 0 0,0 0 0,-1-1 0,1 1 0,-1 0 0,1 0 0,-1 0 0,1 0 0,-1 0 0,0 0 0,0 0 0,0 0 0,0 0 0,0 0 0,-1 0 0,1 0 0,-1-1 0,1 1 0,-1 0 0,1 0 0,-3 3 0,-3 7-329,0-1 0,-1 0 0,0 0-1,-1 0 1,0-1 0,-1 0 0,-15 13-1,-5 2-2210,-41 24 0,38-28 882,-38 34 0,66-52 1608,0 0 0,1 1 1,0-1-1,0 1 0,0-1 0,0 1 0,0 0 1,1 0-1,0 0 0,-4 9 0,6-10 56,-1 0 0,1 0 0,0 0 1,0 0-1,0 0 0,0 0 0,1 0 0,-1 0 0,1 0 0,-1 0 0,1 0 0,0 0 0,1 0 0,-1 0 0,0 0 1,1-1-1,2 5 0,-1-3 18,-1 0 1,1 0-1,1 0 1,-1-1-1,1 1 1,-1-1-1,1 0 0,0 0 1,0 0-1,7 4 1,1-2 123,0 0-1,19 5 1,-22-8-172,0 1 0,-1 0 0,1 0 0,-1 1-1,0-1 1,0 2 0,-1-1 0,10 8 0,-16-11 11,0 0 1,0 0-1,0 0 0,0 0 1,0 0-1,0 1 1,-1-1-1,1 0 0,0 0 1,-1 1-1,1-1 1,-1 0-1,1 1 0,-1-1 1,0 1-1,1-1 1,-1 0-1,0 1 0,0-1 1,0 1-1,0-1 0,0 1 1,-1-1-1,1 0 1,0 1-1,-1-1 0,1 1 1,-1-1-1,1 0 1,-1 1-1,1-1 0,-1 0 1,0 0-1,0 0 1,0 1-1,-1 0 0,-6 7 81,0-1 1,0 0-1,-18 13 0,6-4 16,-107 107-469,82-77 385,33-36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57.438"/>
    </inkml:context>
    <inkml:brush xml:id="br0">
      <inkml:brushProperty name="width" value="0.1" units="cm"/>
      <inkml:brushProperty name="height" value="0.1" units="cm"/>
      <inkml:brushProperty name="color" value="#E71224"/>
    </inkml:brush>
  </inkml:definitions>
  <inkml:trace contextRef="#ctx0" brushRef="#br0">73 1 8192,'-3'56'2720,"-3"0"1,-14 67 0,-2 5 585,14-71-3306,3-31 0,1 1 0,1-1 0,2 42 0,1-67 0,0-1 0,0 1 0,0-1 0,0 1 0,0-1 0,0 1 0,0-1 0,0 1 0,0 0 0,0-1 0,0 1 0,0-1 0,0 1 0,1-1 0,-1 1 0,0-1 0,0 1 0,1-1 0,-1 0 0,0 1 0,1-1 0,-1 1 0,0-1 0,1 0 0,-1 1 0,1-1 0,-1 0 0,0 1 0,1-1 0,-1 0 0,1 0 0,-1 1 0,1-1 0,-1 0 0,1 0 0,-1 0 0,1 0 0,-1 0 0,1 0 0,0 1 0,-1-1 0,1 0 0,-1-1 0,1 1 0,-1 0 0,1 0 0,-1 0 0,1 0 0,-1 0 0,1 0 0,-1-1 0,1 1 0,-1 0 0,1 0 0,-1-1 0,1 1 0,0-1 0,10-6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57.891"/>
    </inkml:context>
    <inkml:brush xml:id="br0">
      <inkml:brushProperty name="width" value="0.1" units="cm"/>
      <inkml:brushProperty name="height" value="0.1" units="cm"/>
      <inkml:brushProperty name="color" value="#E71224"/>
    </inkml:brush>
  </inkml:definitions>
  <inkml:trace contextRef="#ctx0" brushRef="#br0">214 1 8192,'-2'19'1010,"0"0"0,-2 0 1,0-1-1,-11 32 0,6-21 1784,-50 156-1419,-26 93-8849,58-136 7098,23-101 3654,1 64-1,3-102-3231,0 1 0,0-1 0,1 0-1,-1 0 1,1 0 0,-1 0 0,1 0 0,0-1-1,0 1 1,0 0 0,1 0 0,-1 0 0,1-1 0,-1 1-1,1-1 1,2 3 0,-1-2-85,0-2-1,0 1 1,-1 0-1,1-1 1,0 1-1,1-1 1,-1 0-1,0 0 1,0 0 0,0 0-1,1-1 1,-1 1-1,0-1 1,6 0-1,-2 0 180,0-1 0,-1 0 0,1 0 0,-1-1-1,1 1 1,-1-1 0,0-1 0,0 1 0,0-1 0,0 0-1,11-8 1,-7 3 140,1 0 0,-1 0-1,0-2 1,-1 1 0,9-12-1,-14 16-279,-1 0 0,0 0 0,-1-1 0,1 1 0,-1-1 0,0 1 0,0-1 0,-1 0 0,1 0 0,0-6 0,-1 0 0,-1-1 0,0 1 0,-2-23 0,2 34 0,-1-1 0,1 0 0,0 1 0,-1-1 0,1 1 0,-1-1 0,1 1 0,-1-1 0,0 1 0,0-1 0,0 1 0,0-1 0,0 1 0,0 0 0,0 0 0,0 0 0,0 0 0,-3-2 0,-26-9 0,26 11 0,-11-3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59.154"/>
    </inkml:context>
    <inkml:brush xml:id="br0">
      <inkml:brushProperty name="width" value="0.1" units="cm"/>
      <inkml:brushProperty name="height" value="0.1" units="cm"/>
      <inkml:brushProperty name="color" value="#E71224"/>
    </inkml:brush>
  </inkml:definitions>
  <inkml:trace contextRef="#ctx0" brushRef="#br0">394 19 8192,'-3'-2'417,"1"0"0,-1 0 1,0 1-1,1-1 0,-1 1 0,0 0 1,0 0-1,0 0 0,0 0 1,0 0-1,0 1 0,-5-1 0,-41-1 5084,35 2-4958,9 0-543,-1-1 0,0 1 0,1 1 0,-1-1 0,0 1 0,1 0 0,-1 0 0,0 1 0,1 0 0,0-1 0,-1 2 0,1-1 0,0 1 0,0 0 0,0 0 0,1 0 0,-1 1 0,1-1 0,0 1 0,0 0 0,-7 9 0,1 0-1379,0 1 1,1 0-1,1 0 0,0 1 0,1 0 1,1 0-1,-7 27 0,-2 5 947,10-32 431,0-1 0,0 1 0,2 1 1,0-1-1,0 1 0,2-1 0,0 26 1,2-34 0,1-1 0,0 1 0,0-1 0,1 0 0,0 0 0,0 0 0,4 6 0,4 8 0,-2-5 0,0-1 0,1 1 0,0-2 0,13 13 0,21 28 0,-33-39 0,23 22 0,-24-26 0,0-1 0,-1 1 0,0 0 0,9 16 0,54 99 0,-69-122 14,0 1-1,0 0 1,-1 0 0,0 0 0,0 0-1,0 0 1,-1 1 0,0-1 0,0 0-1,0 1 1,-1-1 0,0 1 0,0 6-1,0-9-4,-1 0-1,0 1 0,0-1 1,0 0-1,0 0 0,-1 0 1,1 0-1,-1 0 1,0 0-1,0-1 0,0 1 1,0-1-1,0 1 0,0-1 1,-1 0-1,1 1 1,-1-1-1,0-1 0,1 1 1,-1 0-1,0-1 0,-6 3 1,-7 1 42,1 0 0,-1-2 0,0 1 0,0-2 0,-27 1 0,-7 1 28,25 0-152,-40 3-347,61-6 398,0-1 1,0 0 0,0 0-1,0-1 1,1 1 0,-1-1 0,0 0-1,0 0 1,0 0 0,1-1-1,-1 1 1,-5-4 0,7 3 21,-1 0 0,1-1 0,1 1 0,-1 0 0,0-1 0,0 1 0,1-1 0,0 0 0,-1 1 0,1-1 0,0 0 0,0 0 0,1 0 0,-1 0 0,1 0 0,-1 0 0,1-3 0,-1-10 0,1 0 0,2-17 0,0 7 0,-1 10 0,1 0 0,1 1 0,0-1 0,1 0 0,0 1 0,2 0 0,0 0 0,0 0 0,1 1 0,1 0 0,15-20 0,11-10 0,2 2 0,43-39 0,15-18 0,-92 96 0,1 0 0,-1 0 0,0 0 0,1-1 0,-2 1 0,1-1 0,0 0 0,-1 1 0,2-7 0,-1-2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7:00.262"/>
    </inkml:context>
    <inkml:brush xml:id="br0">
      <inkml:brushProperty name="width" value="0.1" units="cm"/>
      <inkml:brushProperty name="height" value="0.1" units="cm"/>
      <inkml:brushProperty name="color" value="#E71224"/>
    </inkml:brush>
  </inkml:definitions>
  <inkml:trace contextRef="#ctx0" brushRef="#br0">1 71 8192,'583'-30'4874,"179"-11"-9748,-755 41 4874,1 0 0,0 1 0,0 0 0,0 0 0,0 0 0,14 6 0,-6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7:00.651"/>
    </inkml:context>
    <inkml:brush xml:id="br0">
      <inkml:brushProperty name="width" value="0.1" units="cm"/>
      <inkml:brushProperty name="height" value="0.1" units="cm"/>
      <inkml:brushProperty name="color" value="#E71224"/>
    </inkml:brush>
  </inkml:definitions>
  <inkml:trace contextRef="#ctx0" brushRef="#br0">1 89 8192,'35'-2'2890,"0"-2"-1,42-9 1,4 0-91,340-27-2799,-213 25-3356,-184 14 3356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7:00.965"/>
    </inkml:context>
    <inkml:brush xml:id="br0">
      <inkml:brushProperty name="width" value="0.1" units="cm"/>
      <inkml:brushProperty name="height" value="0.1" units="cm"/>
      <inkml:brushProperty name="color" value="#E71224"/>
    </inkml:brush>
  </inkml:definitions>
  <inkml:trace contextRef="#ctx0" brushRef="#br0">1 1 8192,'29'0'0,"41"0"0,38 6 0,31 2 0,21-1 0,14-1 0,10-1 0,-2-3 0,-8 0 0,-16-2 0,-19 0 0,-22 0 0,-19 0 0,-19-4 0,-24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7:03.573"/>
    </inkml:context>
    <inkml:brush xml:id="br0">
      <inkml:brushProperty name="width" value="0.1" units="cm"/>
      <inkml:brushProperty name="height" value="0.1" units="cm"/>
      <inkml:brushProperty name="color" value="#E71224"/>
    </inkml:brush>
  </inkml:definitions>
  <inkml:trace contextRef="#ctx0" brushRef="#br0">279 1 8192,'-3'0'169,"1"0"0,0 1 1,-1-1-1,1 1 0,0 0 0,-1-1 1,1 1-1,0 0 0,0 0 0,0 0 1,0 1-1,0-1 0,0 1 0,0-1 1,1 1-1,-1-1 0,0 1 0,-1 2 1,-4 5 1745,0 1 1,-8 16 0,-8 9 589,0-5-2505,1 2 0,-33 62 0,-12 18 0,64-109 0,1 0 0,0 0 0,1 0 0,-1 0 0,1 0 0,-1 1 0,1-1 0,0 1 0,0-1 0,0 0 0,1 1 0,-1 6 0,1-8 0,0 0 0,1-1 0,-1 1 0,1 0 0,-1-1 0,1 1 0,0 0 0,0-1 0,0 1 0,0-1 0,0 1 0,0-1 0,0 0 0,0 1 0,0-1 0,1 0 0,-1 0 0,0 0 0,1 0 0,-1 0 0,1 0 0,0 0 0,-1-1 0,1 1 0,-1-1 0,1 1 0,0-1 0,2 1 0,6 1 0,0 0 0,1-1 0,-1 0 0,1 0 0,-1-1 0,1-1 0,-1 0 0,1 0 0,-1-1 0,0 0 0,0-1 0,20-8 0,-18 6 0,0-1 0,-1 0 0,1 0 0,-1-1 0,0-1 0,-1 0 0,0-1 0,0 0 0,-1 0 0,9-12 0,-15 16-318,0 0-1,0-1 0,-1 1 1,1-1-1,-1 0 1,-1 0-1,1 0 1,-1 0-1,0 0 1,0 0-1,0 0 0,-1 0 1,0 0-1,-1 0 1,1-1-1,-1 1 1,-2-8-1,1 7-63,0 0-1,0 0 1,0 0 0,-1 0 0,0 1-1,0-1 1,-1 1 0,0 0-1,0-1 1,0 2 0,-1-1 0,0 1-1,0-1 1,-7-4 0,0 3 382,0 1 0,-1 1 0,0 0 0,0 0 0,0 1 0,0 1 0,0 0 0,-24-1 0,1-2 0,9 2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39.730"/>
    </inkml:context>
    <inkml:brush xml:id="br0">
      <inkml:brushProperty name="width" value="0.1" units="cm"/>
      <inkml:brushProperty name="height" value="0.1" units="cm"/>
      <inkml:brushProperty name="color" value="#E71224"/>
    </inkml:brush>
  </inkml:definitions>
  <inkml:trace contextRef="#ctx0" brushRef="#br0">20 1 8192,'-9'428'3703,"0"-31"-1923,8-173-2625,3 455-3793,-2-667 6531,1 0 0,-1-1 0,2 1 1,5 21-1,-7-33-1829,0 1 0,0 0 0,0-1 0,0 1 0,1 0 0,-1-1 0,0 1 0,0-1 0,1 1 1,-1 0-1,0-1 0,1 1 0,-1-1 0,1 1 0,-1-1 0,0 1 0,1-1 0,-1 1 0,1-1 0,-1 1 0,1-1 0,0 0 0,-1 1 1,1-1-1,-1 0 0,1 0 0,0 1 0,-1-1 0,1 0 0,0 0 0,-1 0 0,1 0 0,0 0 0,-1 0 0,1 0 0,0 0 0,0 0 1,1-1-99,-1 0 1,1 1 0,-1-2 0,1 1-1,-1 0 1,0 0 0,0 0-1,1 0 1,-1-1 0,0 1 0,0-1-1,1-2 1,9-17 33</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40.592"/>
    </inkml:context>
    <inkml:brush xml:id="br0">
      <inkml:brushProperty name="width" value="0.1" units="cm"/>
      <inkml:brushProperty name="height" value="0.1" units="cm"/>
      <inkml:brushProperty name="color" value="#E71224"/>
    </inkml:brush>
  </inkml:definitions>
  <inkml:trace contextRef="#ctx0" brushRef="#br0">1 35 8192,'2'-2'312,"1"0"0,-1 0 0,1 1 0,0-1 0,-1 1 0,1-1 0,0 1-1,0 0 1,0 0 0,0 0 0,0 1 0,0-1 0,5 0 0,46 0 6000,-37 1-5523,1669 10-789,-1299-5 0,-65-2 0,1732 30 0,-2045-33 0,1649 40 0,1-22 0,2416-20 0,-3036-9 0,-663 5 0,451-34 0,-318 11 0,-14 7 0,-477 21 0,1-1 0,31-9 0,-50 11 0,0 0 0,1 0 0,-1 0 0,1 0 0,-1 0 0,1-1 0,-1 1 0,1 1 0,-1-1 0,0 0 0,1 0 0,-1 0 0,1 0 0,-1 0 0,1 0 0,-1 0 0,0 1 0,1-1 0,-1 0 0,1 0 0,-1 0 0,0 1 0,1-1 0,-1 0 0,0 1 0,1-1 0,-1 0 0,0 1 0,0-1 0,1 0 0,-1 1 0,0-1 0,0 1 0,1-1 0,-1 0 0,0 1 0,0 0 0,3 20 0,-3-15 0,15 617 0,-16-454 0,-14 745 0,-61-3 0,35-645 0,28-203 0,-3-1 0,-25 66 0,15-72 0,2-19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42.396"/>
    </inkml:context>
    <inkml:brush xml:id="br0">
      <inkml:brushProperty name="width" value="0.1" units="cm"/>
      <inkml:brushProperty name="height" value="0.1" units="cm"/>
      <inkml:brushProperty name="color" value="#E71224"/>
    </inkml:brush>
  </inkml:definitions>
  <inkml:trace contextRef="#ctx0" brushRef="#br0">303 1 8192,'-2'0'224,"0"1"0,1-1 0,-1 1 0,1-1 1,-1 1-1,1 0 0,-1-1 0,1 1 0,0 0 0,-1 0 1,1 0-1,0 0 0,0 0 0,0 0 0,0 1 1,-1-1-1,2 0 0,-1 1 0,0-1 0,0 0 0,-1 3 1,-14 36 6029,14-34-5972,-20 63-829,-16 101 0,-3 8-835,-88 362-7610,121-487 11255,-4 19 3760,10-66-5276,1-4-522,1 0 0,-1 0 0,1 0-1,-1 0 1,1 0 0,0 1 0,0-1 0,0 4 0,0-6-213,1 1 1,-1 0-1,0-1 0,1 1 1,-1-1-1,1 1 1,-1 0-1,1-1 1,-1 1-1,1-1 1,-1 1-1,1-1 1,0 0-1,-1 1 1,1-1-1,-1 0 1,1 1-1,0-1 1,-1 0-1,1 0 1,0 1-1,0-1 0,-1 0 1,1 0-1,0 0 1,0 0-1,-1 0 1,1 0-1,0 0 1,-1 0-1,1 0 1,1-1-1,997-8-7274,-633 11 5705,394-2 1305,2477 10-2145,-315-16 2397,-478 2 0,-929 46 0,-1002-4 0,-170-10 0,321 6 0,-19 20 3323,-605-49-3290,131 15-544,356 24-1454,-410-45 12553,-103 1-10588</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43.599"/>
    </inkml:context>
    <inkml:brush xml:id="br0">
      <inkml:brushProperty name="width" value="0.1" units="cm"/>
      <inkml:brushProperty name="height" value="0.1" units="cm"/>
      <inkml:brushProperty name="color" value="#E71224"/>
    </inkml:brush>
  </inkml:definitions>
  <inkml:trace contextRef="#ctx0" brushRef="#br0">381 1 8192,'-1'67'2946,"-2"-1"1,-14 85-1,-62 232-7216,43-201 1985,-16 212 1,33-72 2284,17-266 0,-1 17 406,-11 143 3458,9-168-1714,3-23-467,-1 1-1,-12 47 1,14-70-1683,0 0 0,0-1 0,0 1 0,0 0 0,0-1 0,-1 1 0,0-1 0,1 0 0,-1 1 0,0-1 0,0 0 0,0 0 0,0 0 0,0 0 0,-1 0 0,1-1 0,-1 1 0,1-1 0,-6 3 0,4-3 0,-1 0 0,0 0 0,1 0 0,-1-1 0,0 0 0,0 0 0,1 0 0,-1 0 0,0-1 0,1 0 0,-7-1 0,-16-5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44.753"/>
    </inkml:context>
    <inkml:brush xml:id="br0">
      <inkml:brushProperty name="width" value="0.1" units="cm"/>
      <inkml:brushProperty name="height" value="0.1" units="cm"/>
      <inkml:brushProperty name="color" value="#E71224"/>
    </inkml:brush>
  </inkml:definitions>
  <inkml:trace contextRef="#ctx0" brushRef="#br0">357 76 8192,'-27'-1'3639,"-38"3"2075,59-1-5502,0 0-1,1 0 1,-1 1-1,1-1 1,-1 1-1,1 0 1,0 1-1,0-1 1,-7 5-1,-76 56-211,68-49 0,7-4 0,0-1 0,1 2 0,-13 13 0,21-20 0,1 0 0,0 0 0,0 0 0,1 1 0,-1-1 0,1 1 0,0 0 0,0 0 0,0 0 0,1 0 0,0 0 0,0 0 0,-1 10 0,1 0-305,1 0 0,0 0 0,1 0 0,1 0 0,0 0 0,1-1 0,0 1 0,2-1-1,-1 1 1,14 25 0,0-6-506,2-1 0,1-1 0,1-1-1,2-1 1,1-1 0,1-1 0,2-1-1,1-2 1,33 24 0,-39-31 783,39 38 0,-26-21 579,-34-33-519,1 0 1,-1 1-1,0-1 0,1 1 1,-1-1-1,-1 1 0,1 0 1,0 0-1,-1 0 0,1 0 1,-1 0-1,0 0 1,0 1-1,0-1 0,0 0 1,-1 1-1,1-1 0,-1 0 1,0 1-1,0 3 0,-1-3 112,0 1-1,0 0 0,-1-1 1,1 1-1,-1-1 1,0 0-1,0 0 0,0 0 1,-1 0-1,0 0 0,1 0 1,-1 0-1,-6 5 0,-20 18-2670,19-19 3379,1-1 0,-1 0 0,-14 8 1,20-13-565,1 0 0,-1 0 0,1-1-1,-1 1 1,0-1 0,0 0 0,1 0 0,-1 0 0,0 0 0,0-1 0,0 0 0,0 0 0,0 0 0,0 0 0,0 0 0,0-1 0,0 0-1,0 0 1,1 0 0,-1 0 0,0-1 0,1 1 0,-7-5 0,-25-23-3119,29 23 3088,0-1 1,0 1-1,1-1 0,0 0 1,1-1-1,-1 1 1,2-1-1,-1 0 0,1 0 1,-4-13-1,2-2-394,1 1-1,-1-40 1,5 50-297,0 0 0,1 0 0,1 0 0,0 1 0,1-1 0,8-22-1,9-11-1445,3 1-1,2 1 0,40-53 1,4 2 1880,155-161 0,-52 67 0,-160 173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6:45.964"/>
    </inkml:context>
    <inkml:brush xml:id="br0">
      <inkml:brushProperty name="width" value="0.1" units="cm"/>
      <inkml:brushProperty name="height" value="0.1" units="cm"/>
      <inkml:brushProperty name="color" value="#E71224"/>
    </inkml:brush>
  </inkml:definitions>
  <inkml:trace contextRef="#ctx0" brushRef="#br0">298 730 8192,'-85'68'3356,"59"-49"-1509,-27 18 1,28-22 361,-39 33-1,59-44-2208,1 1 0,-1-1 0,1 1 0,0-1 0,0 1 0,0 0 0,1 1 0,-5 8 0,8-12 0,-1 1 0,0 0 0,1-1 0,-1 1 0,1 0 0,0-1 0,0 1 0,0 0 0,0-1 0,1 1 0,-1 0 0,1-1 0,-1 1 0,1-1 0,0 1 0,0-1 0,0 1 0,0-1 0,1 1 0,-1-1 0,1 0 0,1 3 0,3 2 0,0 0 0,1 0 0,-1-1 0,1 0 0,0 0 0,1-1 0,11 7 0,62 28 0,-22-12 0,-24-9 0,-1 2 0,55 43 0,-71-48 0,0 1 0,-1 0 0,0 1 0,-2 1 0,24 36 0,-33-44 0,0 1 0,0-1 0,-1 1 0,-1 0 0,0 1 0,-1-1 0,0 1 0,-1-1 0,1 17 0,-3-23 0,1 1 0,-2 0 0,1-1 0,-1 1 0,0-1 0,-1 1 0,1-1 0,-1 0 0,-1 1 0,1-1 0,-1 0 0,0 0 0,0-1 0,-1 1 0,1-1 0,-1 1 0,-1-1 0,1 0 0,-8 5 0,-16 11 0,-52 30 0,73-47 0,1 0 0,-1-1 0,0 1 0,0-1 0,-1-1 0,-9 3 0,15-5 0,1 0 0,-1 1 0,1-1 0,-1 0 0,0-1 0,1 1 0,-1 0 0,0 0 0,1-1 0,-1 1 0,1-1 0,-1 1 0,1-1 0,-1 0 0,1 1 0,-1-1 0,1 0 0,0 0 0,-1 0 0,1 0 0,0 0 0,0 0 0,0-1 0,0 1 0,0 0 0,0-1 0,0 1 0,0 0 0,1-1 0,-1 1 0,0-1 0,1 1 0,-1-1 0,1 0 0,-1-2 0,-2-18-424,0 0-1,1 0 1,1 0 0,2-1-1,0 1 1,6-32-1,1 5-415,2 1 0,30-85-1,50-86-3527,-18 50 2760,-12 7 1608,-6-3 0,61-332 0,-106 423 0,-8 51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0.136"/>
    </inkml:context>
    <inkml:brush xml:id="br0">
      <inkml:brushProperty name="width" value="0.1" units="cm"/>
      <inkml:brushProperty name="height" value="0.1" units="cm"/>
      <inkml:brushProperty name="color" value="#E71224"/>
    </inkml:brush>
  </inkml:definitions>
  <inkml:trace contextRef="#ctx0" brushRef="#br0">231 1 8192,'-1'35'4232,"-5"38"1,1-45-2732,-14 51 1,6-28-1502,2 2 0,-6 80 0,0-1 0,-34 293 0,49-398 0,-5 28 0,-2 27 0,0 47 0,-1 37 0,-8 93 0,11-208 0,3-20 0,-2 48 0,6-62 0,-1 0 0,0 0 0,-2 0 0,-8 33 0,10-48 0,0-6 0,1-3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0.560"/>
    </inkml:context>
    <inkml:brush xml:id="br0">
      <inkml:brushProperty name="width" value="0.1" units="cm"/>
      <inkml:brushProperty name="height" value="0.1" units="cm"/>
      <inkml:brushProperty name="color" value="#E71224"/>
    </inkml:brush>
  </inkml:definitions>
  <inkml:trace contextRef="#ctx0" brushRef="#br0">72 1 8192,'0'79'4321,"-1"185"2648,-9 130-9267,-32 185-6694,41-572 10903,0-1 1,0 1-1,0-1 0,-7 12 1912,5-24-3345,1-11-956,0-3 478</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0.933"/>
    </inkml:context>
    <inkml:brush xml:id="br0">
      <inkml:brushProperty name="width" value="0.1" units="cm"/>
      <inkml:brushProperty name="height" value="0.1" units="cm"/>
      <inkml:brushProperty name="color" value="#E71224"/>
    </inkml:brush>
  </inkml:definitions>
  <inkml:trace contextRef="#ctx0" brushRef="#br0">285 1 8192,'-7'301'8414,"-1"-152"-7888,-6 1-3443,-114 621-3106,62-553 6023,18-71 0,44-130 648,0 1 1,1 0 0,1 0-1,1 0 1,2 28 0,1-161 6927,-2 61-7576</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1.261"/>
    </inkml:context>
    <inkml:brush xml:id="br0">
      <inkml:brushProperty name="width" value="0.1" units="cm"/>
      <inkml:brushProperty name="height" value="0.1" units="cm"/>
      <inkml:brushProperty name="color" value="#E71224"/>
    </inkml:brush>
  </inkml:definitions>
  <inkml:trace contextRef="#ctx0" brushRef="#br0">180 1 8192,'0'141'5326,"0"78"-2340,-3-1-4352,-20 217-4670,-99 452 5126,105-815 910,12-61 0,1-14 0,0-19 0,3-140 0,1 97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1.542"/>
    </inkml:context>
    <inkml:brush xml:id="br0">
      <inkml:brushProperty name="width" value="0.1" units="cm"/>
      <inkml:brushProperty name="height" value="0.1" units="cm"/>
      <inkml:brushProperty name="color" value="#E71224"/>
    </inkml:brush>
  </inkml:definitions>
  <inkml:trace contextRef="#ctx0" brushRef="#br0">18 1 8192,'1'330'0,"-3"343"0,1-624 955,-14 83 7647,14-137-6691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3.273"/>
    </inkml:context>
    <inkml:brush xml:id="br0">
      <inkml:brushProperty name="width" value="0.1" units="cm"/>
      <inkml:brushProperty name="height" value="0.1" units="cm"/>
      <inkml:brushProperty name="color" value="#E71224"/>
    </inkml:brush>
  </inkml:definitions>
  <inkml:trace contextRef="#ctx0" brushRef="#br0">161 1 8192,'-82'300'0,"45"-147"0,22-88 559,4 1 0,3-1 1,2 2-1,5 104 0,2-140 708,-1-11 3022,0-5-3289</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3.600"/>
    </inkml:context>
    <inkml:brush xml:id="br0">
      <inkml:brushProperty name="width" value="0.1" units="cm"/>
      <inkml:brushProperty name="height" value="0.1" units="cm"/>
      <inkml:brushProperty name="color" value="#E71224"/>
    </inkml:brush>
  </inkml:definitions>
  <inkml:trace contextRef="#ctx0" brushRef="#br0">72 1 8192,'8'151'0,"0"-28"0,-7-80 0,0 328 0,-5-300 0,-2 0 0,-4-1 0,-23 84 0,21-117 9557,12-37-9541,0 0 1,0-1-1,0 1 1,0 0-1,0 0 0,0 0 1,0 0-1,0 0 1,0-1-1,-1 1 1,1 0-1,0 0 0,0 0 1,0 0-1,0 0 1,0 0-1,0 0 1,0-1-1,0 1 0,0 0 1,-1 0-1,1 0 1,0 0-1,0 0 1,0 0-1,0 0 0,0 0 1,0 0-1,-1 0 1,1 0-1,0 0 1,0 0-1,0 0 1,0 0-1,0 0 0,-1 0 1,1 0-1,0 0 1,0 0-1,0 0 1,0 0-1,0 0 0,0 0 1,-1 0-1,1 0 1,0 0-1,0 0 1,0 0-1,0 0 0,0 0 1,0 0-1,-1 0 1,1 0-1,0 1 1,-1-18-1981,-6-140 1862,-3-149-181,10 236 283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3.850"/>
    </inkml:context>
    <inkml:brush xml:id="br0">
      <inkml:brushProperty name="width" value="0.1" units="cm"/>
      <inkml:brushProperty name="height" value="0.1" units="cm"/>
      <inkml:brushProperty name="color" value="#E71224"/>
    </inkml:brush>
  </inkml:definitions>
  <inkml:trace contextRef="#ctx0" brushRef="#br0">118 1 8192,'1'159'8840,"-10"275"-13127,-10-287-1252,8-99 8290,-3-3 5041,14-45-7697,-1 1 1,1 0 0,0 0-1,0 0 1,-1-1-1,1 1 1,0 0-1,-1 0 1,1-1 0,-1 1-1,1 0 1,-1-1-1,1 1 1,-1 0-1,0-1 1,1 1 0,-1-1-1,0 1 1,-1 0-1,2-1-76,-1 0 0,1-1 1,-1 1-1,1 0 0,-1 0 0,1 0 0,0 0 0,-1-1 0,1 1 0,-1 0 0,1 0 1,0-1-1,-1 1 0,1 0 0,-1-1 0,1 1 0,0 0 0,0-1 0,-1 1 1,1-1-1,0 1 0,0 0 0,-1-1 0,1 0 0,-12-36-497,1-28-1068,-4-113 0,13 129 1282,-4-48 264</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36.356"/>
    </inkml:context>
    <inkml:brush xml:id="br0">
      <inkml:brushProperty name="width" value="0.1" units="cm"/>
      <inkml:brushProperty name="height" value="0.1" units="cm"/>
      <inkml:brushProperty name="color" value="#E71224"/>
    </inkml:brush>
  </inkml:definitions>
  <inkml:trace contextRef="#ctx0" brushRef="#br0">0 59 13370,'15417'0'0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8:57.725"/>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9:15.587"/>
    </inkml:context>
    <inkml:brush xml:id="br0">
      <inkml:brushProperty name="width" value="0.1" units="cm"/>
      <inkml:brushProperty name="height" value="0.1" units="cm"/>
      <inkml:brushProperty name="color" value="#E71224"/>
    </inkml:brush>
  </inkml:definitions>
  <inkml:trace contextRef="#ctx0" brushRef="#br0">1 108 8192,'114'1'3791,"129"-3"3886,-54-15-7677,-41 2 0,173-14-2553,411-16-6362,1633 46 8915,-2296 1 0,83 13 0,69 23 0,-163-27 0,-16-3 0,267 39 0,128-5 0,-33-11 0,-206-19 0,14-7 0,-52-3 0,57 14 3356,69 7-570,157 7 2540,-170-21-6752,61 1-504,545-11-6182,-651-8 8112,6-1 0,2649 11 0,-2858 0 947,38 7 0,11 1 515,37-1 1692,39 2 1804,110-12-4958,190 3 0,-73 27 0,-92-5 0,-101-14-253,407 34-2290,-57-6 3064,-305-34-6983,-94-4 5308,335-10-423,-298 2 1577,51-3 0,-95 7 3055,-6 1 2425,-102 2-4893,0-1 0,0 0-1,-1-2 1,22-8-1,21-11-586,1 3 0,1 3 0,1 2 0,85-9 0,159 4-1968,206-24-3909,-449 32 4607,-42 8 1240,0 0 0,42-1 1,154-11 5766,-74 2-2635,-59 10-3714,376-34-8420,-422 34 7573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9:16.739"/>
    </inkml:context>
    <inkml:brush xml:id="br0">
      <inkml:brushProperty name="width" value="0.1" units="cm"/>
      <inkml:brushProperty name="height" value="0.1" units="cm"/>
      <inkml:brushProperty name="color" value="#E71224"/>
    </inkml:brush>
  </inkml:definitions>
  <inkml:trace contextRef="#ctx0" brushRef="#br0">1 56 8192,'9'-1'2131,"1"0"0,-1 0 0,14-4 0,18-3-1378,266 4-1175,-168 6 64,566-11-3908,-3 0 35,82 0 4231,0 0 0,-487 8 0,341 3 0,-537 6 0,-1 5 0,114 28 0,116 15 0,-173-38 0,62 5 0,-188-22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5T13:49:18.217"/>
    </inkml:context>
    <inkml:brush xml:id="br0">
      <inkml:brushProperty name="width" value="0.1" units="cm"/>
      <inkml:brushProperty name="height" value="0.1" units="cm"/>
      <inkml:brushProperty name="color" value="#E71224"/>
    </inkml:brush>
  </inkml:definitions>
  <inkml:trace contextRef="#ctx0" brushRef="#br0">1 1 8192,'97'0'2190,"419"3"4560,-4 22-4222,245 31-2528,-193-4 0,-210-17 0,150-12-11468,-437-27 11468,97-18 0,-50 6 0,302-13 3945,-298 30 3578,-104-1-7523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Times New Roman" panose="02020603050405020304" pitchFamily="18" charset="0"/>
                <a:ea typeface="宋体" panose="02010600030101010101" pitchFamily="2" charset="-122"/>
                <a:cs typeface="+mn-cs"/>
              </a:rPr>
              <a:pPr fontAlgn="base"/>
              <a:t>2026/1/7</a:t>
            </a:fld>
            <a:endParaRPr lang="zh-CN" altLang="en-US" strike="noStrike" noProof="1"/>
          </a:p>
        </p:txBody>
      </p:sp>
      <p:sp>
        <p:nvSpPr>
          <p:cNvPr id="307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Times New Roman" panose="02020603050405020304" pitchFamily="18" charset="0"/>
                <a:ea typeface="宋体" panose="02010600030101010101" pitchFamily="2" charset="-122"/>
                <a:cs typeface="+mn-cs"/>
              </a:rPr>
              <a:pPr fontAlgn="base"/>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5901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a:xfrm>
            <a:off x="5330952" y="6400800"/>
            <a:ext cx="3733800" cy="2838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en-US" altLang="zh-CN" strike="noStrike" noProof="1" dirty="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lvl="0" eaLnBrk="1" fontAlgn="base" hangingPunct="1">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pPr lvl="0" eaLnBrk="1" fontAlgn="base" hangingPunct="1">
                <a:buNone/>
              </a:pPr>
              <a:t>‹#›</a:t>
            </a:fld>
            <a:endParaRPr lang="en-US" altLang="zh-CN" strike="noStrike" noProof="1">
              <a:latin typeface="Times New Roman" panose="02020603050405020304" pitchFamily="18" charset="0"/>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9" name="Rectangle 7"/>
          <p:cNvSpPr>
            <a:spLocks noChangeArrowheads="1"/>
          </p:cNvSpPr>
          <p:nvPr userDrawn="1"/>
        </p:nvSpPr>
        <p:spPr bwMode="auto">
          <a:xfrm>
            <a:off x="0" y="6477000"/>
            <a:ext cx="9144000" cy="381000"/>
          </a:xfrm>
          <a:prstGeom prst="rect">
            <a:avLst/>
          </a:prstGeom>
          <a:gradFill rotWithShape="0">
            <a:gsLst>
              <a:gs pos="0">
                <a:schemeClr val="bg1"/>
              </a:gs>
              <a:gs pos="100000">
                <a:schemeClr val="accent1"/>
              </a:gs>
            </a:gsLst>
            <a:lin ang="5400000" scaled="1"/>
          </a:gradFill>
          <a:ln>
            <a:noFill/>
          </a:ln>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Text Box 9"/>
          <p:cNvSpPr txBox="1">
            <a:spLocks noChangeArrowheads="1"/>
          </p:cNvSpPr>
          <p:nvPr userDrawn="1"/>
        </p:nvSpPr>
        <p:spPr bwMode="auto">
          <a:xfrm>
            <a:off x="5791200" y="0"/>
            <a:ext cx="3048000" cy="460375"/>
          </a:xfrm>
          <a:prstGeom prst="rect">
            <a:avLst/>
          </a:prstGeom>
          <a:noFill/>
          <a:ln>
            <a:noFill/>
          </a:ln>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第</a:t>
            </a:r>
            <a:r>
              <a:rPr kumimoji="1" lang="en-US" altLang="zh-CN" sz="24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6</a:t>
            </a:r>
            <a:r>
              <a:rPr kumimoji="1" lang="zh-CN" altLang="en-US" sz="24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章 中断系统</a:t>
            </a:r>
          </a:p>
        </p:txBody>
      </p:sp>
      <p:pic>
        <p:nvPicPr>
          <p:cNvPr id="11" name="Picture 11" descr="BJ2039"/>
          <p:cNvPicPr>
            <a:picLocks noChangeAspect="1"/>
          </p:cNvPicPr>
          <p:nvPr userDrawn="1"/>
        </p:nvPicPr>
        <p:blipFill>
          <a:blip r:embed="rId14"/>
          <a:stretch>
            <a:fillRect/>
          </a:stretch>
        </p:blipFill>
        <p:spPr>
          <a:xfrm>
            <a:off x="7924800" y="5791200"/>
            <a:ext cx="1066800" cy="749300"/>
          </a:xfrm>
          <a:prstGeom prst="rect">
            <a:avLst/>
          </a:prstGeom>
          <a:noFill/>
          <a:ln w="9525">
            <a:noFill/>
          </a:ln>
        </p:spPr>
      </p:pic>
      <p:cxnSp>
        <p:nvCxnSpPr>
          <p:cNvPr id="12" name="直接连接符 11"/>
          <p:cNvCxnSpPr/>
          <p:nvPr userDrawn="1"/>
        </p:nvCxnSpPr>
        <p:spPr>
          <a:xfrm>
            <a:off x="0" y="476250"/>
            <a:ext cx="9138920" cy="4445"/>
          </a:xfrm>
          <a:prstGeom prst="line">
            <a:avLst/>
          </a:prstGeom>
          <a:solidFill>
            <a:schemeClr val="accent1"/>
          </a:solidFill>
          <a:ln w="22225" cap="flat" cmpd="sng" algn="ctr">
            <a:solidFill>
              <a:schemeClr val="accent1">
                <a:shade val="50000"/>
              </a:schemeClr>
            </a:solidFill>
            <a:prstDash val="solid"/>
            <a:round/>
            <a:headEnd type="none" w="med" len="med"/>
            <a:tailEnd type="none" w="med" len="med"/>
          </a:ln>
        </p:spPr>
      </p:cxnSp>
      <p:sp>
        <p:nvSpPr>
          <p:cNvPr id="13" name="Text Box 9"/>
          <p:cNvSpPr txBox="1">
            <a:spLocks noChangeArrowheads="1"/>
          </p:cNvSpPr>
          <p:nvPr userDrawn="1"/>
        </p:nvSpPr>
        <p:spPr bwMode="auto">
          <a:xfrm>
            <a:off x="4718685" y="6477000"/>
            <a:ext cx="4425315" cy="368300"/>
          </a:xfrm>
          <a:prstGeom prst="rect">
            <a:avLst/>
          </a:prstGeom>
          <a:noFill/>
          <a:ln>
            <a:noFill/>
          </a:ln>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en-US" altLang="zh-CN" sz="18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MCS-51</a:t>
            </a:r>
            <a:r>
              <a:rPr kumimoji="1" lang="zh-CN" altLang="en-US" sz="18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单片机原理、接口及应用</a:t>
            </a:r>
            <a:r>
              <a:rPr kumimoji="1" lang="en-US" altLang="zh-CN" sz="18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a:t>
            </a:r>
            <a:r>
              <a:rPr kumimoji="1" lang="zh-CN" altLang="en-US" sz="18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郭文川</a:t>
            </a:r>
            <a:r>
              <a:rPr kumimoji="1" lang="en-US" altLang="zh-CN" sz="1800" b="1" i="0" u="none" strike="noStrike" kern="1200" cap="none" spc="0" normalizeH="0" baseline="0" noProof="0">
                <a:ln>
                  <a:noFill/>
                </a:ln>
                <a:solidFill>
                  <a:srgbClr val="CC6600"/>
                </a:solidFill>
                <a:effectLst/>
                <a:uLnTx/>
                <a:uFillTx/>
                <a:latin typeface="方正舒体" panose="02010601030101010101" pitchFamily="2" charset="-122"/>
                <a:ea typeface="方正舒体" panose="02010601030101010101" pitchFamily="2" charset="-122"/>
                <a:cs typeface="+mn-cs"/>
              </a:rPr>
              <a:t>)</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spd="med">
    <p:zoom/>
  </p:transition>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6.png"/><Relationship Id="rId26" Type="http://schemas.openxmlformats.org/officeDocument/2006/relationships/image" Target="../media/image20.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4.png"/><Relationship Id="rId42" Type="http://schemas.openxmlformats.org/officeDocument/2006/relationships/image" Target="../media/image28.png"/><Relationship Id="rId47" Type="http://schemas.openxmlformats.org/officeDocument/2006/relationships/customXml" Target="../ink/ink23.xml"/><Relationship Id="rId50" Type="http://schemas.openxmlformats.org/officeDocument/2006/relationships/image" Target="../media/image32.png"/><Relationship Id="rId7" Type="http://schemas.openxmlformats.org/officeDocument/2006/relationships/customXml" Target="../ink/ink3.xml"/><Relationship Id="rId2" Type="http://schemas.openxmlformats.org/officeDocument/2006/relationships/image" Target="../media/image8.png"/><Relationship Id="rId16" Type="http://schemas.openxmlformats.org/officeDocument/2006/relationships/image" Target="../media/image15.png"/><Relationship Id="rId29" Type="http://schemas.openxmlformats.org/officeDocument/2006/relationships/customXml" Target="../ink/ink14.xml"/><Relationship Id="rId11" Type="http://schemas.openxmlformats.org/officeDocument/2006/relationships/customXml" Target="../ink/ink5.xml"/><Relationship Id="rId24" Type="http://schemas.openxmlformats.org/officeDocument/2006/relationships/image" Target="../media/image19.png"/><Relationship Id="rId32" Type="http://schemas.openxmlformats.org/officeDocument/2006/relationships/image" Target="../media/image23.png"/><Relationship Id="rId37" Type="http://schemas.openxmlformats.org/officeDocument/2006/relationships/customXml" Target="../ink/ink18.xml"/><Relationship Id="rId40" Type="http://schemas.openxmlformats.org/officeDocument/2006/relationships/image" Target="../media/image27.png"/><Relationship Id="rId45"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1.png"/><Relationship Id="rId36" Type="http://schemas.openxmlformats.org/officeDocument/2006/relationships/image" Target="../media/image25.png"/><Relationship Id="rId49" Type="http://schemas.openxmlformats.org/officeDocument/2006/relationships/customXml" Target="../ink/ink24.xml"/><Relationship Id="rId10" Type="http://schemas.openxmlformats.org/officeDocument/2006/relationships/image" Target="../media/image12.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9.png"/><Relationship Id="rId52" Type="http://schemas.openxmlformats.org/officeDocument/2006/relationships/image" Target="../media/image33.png"/><Relationship Id="rId4" Type="http://schemas.openxmlformats.org/officeDocument/2006/relationships/image" Target="../media/image9.png"/><Relationship Id="rId9" Type="http://schemas.openxmlformats.org/officeDocument/2006/relationships/customXml" Target="../ink/ink4.xml"/><Relationship Id="rId14" Type="http://schemas.openxmlformats.org/officeDocument/2006/relationships/image" Target="../media/image14.png"/><Relationship Id="rId22" Type="http://schemas.openxmlformats.org/officeDocument/2006/relationships/image" Target="../media/image18.png"/><Relationship Id="rId27" Type="http://schemas.openxmlformats.org/officeDocument/2006/relationships/customXml" Target="../ink/ink13.xml"/><Relationship Id="rId30" Type="http://schemas.openxmlformats.org/officeDocument/2006/relationships/image" Target="../media/image22.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31.png"/><Relationship Id="rId8" Type="http://schemas.openxmlformats.org/officeDocument/2006/relationships/image" Target="../media/image11.png"/><Relationship Id="rId51" Type="http://schemas.openxmlformats.org/officeDocument/2006/relationships/customXml" Target="../ink/ink25.xml"/><Relationship Id="rId3" Type="http://schemas.openxmlformats.org/officeDocument/2006/relationships/customXml" Target="../ink/ink1.xml"/><Relationship Id="rId12" Type="http://schemas.openxmlformats.org/officeDocument/2006/relationships/image" Target="../media/image13.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6.png"/><Relationship Id="rId46" Type="http://schemas.openxmlformats.org/officeDocument/2006/relationships/image" Target="../media/image30.png"/><Relationship Id="rId20" Type="http://schemas.openxmlformats.org/officeDocument/2006/relationships/image" Target="../media/image17.png"/><Relationship Id="rId41" Type="http://schemas.openxmlformats.org/officeDocument/2006/relationships/customXml" Target="../ink/ink20.xml"/><Relationship Id="rId1" Type="http://schemas.openxmlformats.org/officeDocument/2006/relationships/slideLayout" Target="../slideLayouts/slideLayout7.xml"/><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customXml" Target="../ink/ink31.xml"/><Relationship Id="rId18" Type="http://schemas.openxmlformats.org/officeDocument/2006/relationships/image" Target="../media/image43.png"/><Relationship Id="rId26" Type="http://schemas.openxmlformats.org/officeDocument/2006/relationships/image" Target="../media/image47.png"/><Relationship Id="rId3" Type="http://schemas.openxmlformats.org/officeDocument/2006/relationships/customXml" Target="../ink/ink26.xml"/><Relationship Id="rId21" Type="http://schemas.openxmlformats.org/officeDocument/2006/relationships/customXml" Target="../ink/ink35.xml"/><Relationship Id="rId7" Type="http://schemas.openxmlformats.org/officeDocument/2006/relationships/customXml" Target="../ink/ink28.xml"/><Relationship Id="rId12" Type="http://schemas.openxmlformats.org/officeDocument/2006/relationships/image" Target="../media/image40.png"/><Relationship Id="rId17" Type="http://schemas.openxmlformats.org/officeDocument/2006/relationships/customXml" Target="../ink/ink33.xml"/><Relationship Id="rId25" Type="http://schemas.openxmlformats.org/officeDocument/2006/relationships/customXml" Target="../ink/ink37.xml"/><Relationship Id="rId2" Type="http://schemas.openxmlformats.org/officeDocument/2006/relationships/image" Target="../media/image35.png"/><Relationship Id="rId16" Type="http://schemas.openxmlformats.org/officeDocument/2006/relationships/image" Target="../media/image42.png"/><Relationship Id="rId20"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customXml" Target="../ink/ink30.xml"/><Relationship Id="rId24" Type="http://schemas.openxmlformats.org/officeDocument/2006/relationships/image" Target="../media/image46.png"/><Relationship Id="rId5" Type="http://schemas.openxmlformats.org/officeDocument/2006/relationships/customXml" Target="../ink/ink27.xml"/><Relationship Id="rId15" Type="http://schemas.openxmlformats.org/officeDocument/2006/relationships/customXml" Target="../ink/ink32.xml"/><Relationship Id="rId23" Type="http://schemas.openxmlformats.org/officeDocument/2006/relationships/customXml" Target="../ink/ink36.xml"/><Relationship Id="rId28" Type="http://schemas.openxmlformats.org/officeDocument/2006/relationships/image" Target="../media/image48.png"/><Relationship Id="rId10" Type="http://schemas.openxmlformats.org/officeDocument/2006/relationships/image" Target="../media/image39.png"/><Relationship Id="rId19" Type="http://schemas.openxmlformats.org/officeDocument/2006/relationships/customXml" Target="../ink/ink34.xml"/><Relationship Id="rId4" Type="http://schemas.openxmlformats.org/officeDocument/2006/relationships/image" Target="../media/image36.png"/><Relationship Id="rId9" Type="http://schemas.openxmlformats.org/officeDocument/2006/relationships/customXml" Target="../ink/ink29.xml"/><Relationship Id="rId14" Type="http://schemas.openxmlformats.org/officeDocument/2006/relationships/image" Target="../media/image41.png"/><Relationship Id="rId22" Type="http://schemas.openxmlformats.org/officeDocument/2006/relationships/image" Target="../media/image45.png"/><Relationship Id="rId27" Type="http://schemas.openxmlformats.org/officeDocument/2006/relationships/customXml" Target="../ink/ink38.xml"/></Relationships>
</file>

<file path=ppt/slides/_rels/slide11.xml.rels><?xml version="1.0" encoding="UTF-8" standalone="yes"?>
<Relationships xmlns="http://schemas.openxmlformats.org/package/2006/relationships"><Relationship Id="rId13" Type="http://schemas.openxmlformats.org/officeDocument/2006/relationships/image" Target="../media/image54.png"/><Relationship Id="rId18" Type="http://schemas.openxmlformats.org/officeDocument/2006/relationships/customXml" Target="../ink/ink45.xml"/><Relationship Id="rId26" Type="http://schemas.openxmlformats.org/officeDocument/2006/relationships/customXml" Target="../ink/ink49.xml"/><Relationship Id="rId3" Type="http://schemas.openxmlformats.org/officeDocument/2006/relationships/image" Target="../media/image36.wmf"/><Relationship Id="rId21" Type="http://schemas.openxmlformats.org/officeDocument/2006/relationships/image" Target="../media/image58.png"/><Relationship Id="rId7" Type="http://schemas.openxmlformats.org/officeDocument/2006/relationships/image" Target="../media/image51.png"/><Relationship Id="rId12" Type="http://schemas.openxmlformats.org/officeDocument/2006/relationships/customXml" Target="../ink/ink42.xml"/><Relationship Id="rId17" Type="http://schemas.openxmlformats.org/officeDocument/2006/relationships/image" Target="../media/image56.png"/><Relationship Id="rId25" Type="http://schemas.openxmlformats.org/officeDocument/2006/relationships/image" Target="../media/image60.png"/><Relationship Id="rId33" Type="http://schemas.openxmlformats.org/officeDocument/2006/relationships/image" Target="../media/image64.png"/><Relationship Id="rId2" Type="http://schemas.openxmlformats.org/officeDocument/2006/relationships/oleObject" Target="../embeddings/oleObject2.bin"/><Relationship Id="rId16" Type="http://schemas.openxmlformats.org/officeDocument/2006/relationships/customXml" Target="../ink/ink44.xml"/><Relationship Id="rId20" Type="http://schemas.openxmlformats.org/officeDocument/2006/relationships/customXml" Target="../ink/ink46.xml"/><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customXml" Target="../ink/ink39.xml"/><Relationship Id="rId11" Type="http://schemas.openxmlformats.org/officeDocument/2006/relationships/image" Target="../media/image53.png"/><Relationship Id="rId24" Type="http://schemas.openxmlformats.org/officeDocument/2006/relationships/customXml" Target="../ink/ink48.xml"/><Relationship Id="rId32" Type="http://schemas.openxmlformats.org/officeDocument/2006/relationships/customXml" Target="../ink/ink52.xml"/><Relationship Id="rId5" Type="http://schemas.openxmlformats.org/officeDocument/2006/relationships/image" Target="../media/image37.wmf"/><Relationship Id="rId15" Type="http://schemas.openxmlformats.org/officeDocument/2006/relationships/image" Target="../media/image55.png"/><Relationship Id="rId23" Type="http://schemas.openxmlformats.org/officeDocument/2006/relationships/image" Target="../media/image59.png"/><Relationship Id="rId28" Type="http://schemas.openxmlformats.org/officeDocument/2006/relationships/customXml" Target="../ink/ink50.xml"/><Relationship Id="rId10" Type="http://schemas.openxmlformats.org/officeDocument/2006/relationships/customXml" Target="../ink/ink41.xml"/><Relationship Id="rId19" Type="http://schemas.openxmlformats.org/officeDocument/2006/relationships/image" Target="../media/image57.png"/><Relationship Id="rId31" Type="http://schemas.openxmlformats.org/officeDocument/2006/relationships/image" Target="../media/image63.png"/><Relationship Id="rId4" Type="http://schemas.openxmlformats.org/officeDocument/2006/relationships/oleObject" Target="../embeddings/oleObject3.bin"/><Relationship Id="rId9" Type="http://schemas.openxmlformats.org/officeDocument/2006/relationships/image" Target="../media/image52.png"/><Relationship Id="rId14" Type="http://schemas.openxmlformats.org/officeDocument/2006/relationships/customXml" Target="../ink/ink43.xml"/><Relationship Id="rId22" Type="http://schemas.openxmlformats.org/officeDocument/2006/relationships/customXml" Target="../ink/ink47.xml"/><Relationship Id="rId27" Type="http://schemas.openxmlformats.org/officeDocument/2006/relationships/image" Target="../media/image61.png"/><Relationship Id="rId30" Type="http://schemas.openxmlformats.org/officeDocument/2006/relationships/customXml" Target="../ink/ink51.xml"/><Relationship Id="rId8" Type="http://schemas.openxmlformats.org/officeDocument/2006/relationships/customXml" Target="../ink/ink40.xml"/></Relationships>
</file>

<file path=ppt/slides/_rels/slide12.xml.rels><?xml version="1.0" encoding="UTF-8" standalone="yes"?>
<Relationships xmlns="http://schemas.openxmlformats.org/package/2006/relationships"><Relationship Id="rId8" Type="http://schemas.openxmlformats.org/officeDocument/2006/relationships/customXml" Target="../ink/ink56.xml"/><Relationship Id="rId3" Type="http://schemas.openxmlformats.org/officeDocument/2006/relationships/image" Target="../media/image65.png"/><Relationship Id="rId7" Type="http://schemas.openxmlformats.org/officeDocument/2006/relationships/image" Target="../media/image67.png"/><Relationship Id="rId2" Type="http://schemas.openxmlformats.org/officeDocument/2006/relationships/customXml" Target="../ink/ink53.xml"/><Relationship Id="rId1" Type="http://schemas.openxmlformats.org/officeDocument/2006/relationships/slideLayout" Target="../slideLayouts/slideLayout2.xml"/><Relationship Id="rId6" Type="http://schemas.openxmlformats.org/officeDocument/2006/relationships/customXml" Target="../ink/ink55.xml"/><Relationship Id="rId11" Type="http://schemas.openxmlformats.org/officeDocument/2006/relationships/image" Target="../media/image69.png"/><Relationship Id="rId5" Type="http://schemas.openxmlformats.org/officeDocument/2006/relationships/image" Target="../media/image66.png"/><Relationship Id="rId10" Type="http://schemas.openxmlformats.org/officeDocument/2006/relationships/customXml" Target="../ink/ink57.xml"/><Relationship Id="rId4" Type="http://schemas.openxmlformats.org/officeDocument/2006/relationships/customXml" Target="../ink/ink54.xml"/><Relationship Id="rId9" Type="http://schemas.openxmlformats.org/officeDocument/2006/relationships/image" Target="../media/image68.png"/></Relationships>
</file>

<file path=ppt/slides/_rels/slide1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13" Type="http://schemas.openxmlformats.org/officeDocument/2006/relationships/image" Target="../media/image197.png"/><Relationship Id="rId18" Type="http://schemas.openxmlformats.org/officeDocument/2006/relationships/customXml" Target="../ink/ink66.xml"/><Relationship Id="rId109" Type="http://schemas.openxmlformats.org/officeDocument/2006/relationships/image" Target="../media/image245.png"/><Relationship Id="rId117" Type="http://schemas.openxmlformats.org/officeDocument/2006/relationships/image" Target="../media/image249.png"/><Relationship Id="rId97" Type="http://schemas.openxmlformats.org/officeDocument/2006/relationships/image" Target="../media/image239.png"/><Relationship Id="rId104" Type="http://schemas.openxmlformats.org/officeDocument/2006/relationships/customXml" Target="../ink/ink71.xml"/><Relationship Id="rId112" Type="http://schemas.openxmlformats.org/officeDocument/2006/relationships/customXml" Target="../ink/ink75.xml"/><Relationship Id="rId120" Type="http://schemas.openxmlformats.org/officeDocument/2006/relationships/customXml" Target="../ink/ink79.xml"/><Relationship Id="rId125" Type="http://schemas.openxmlformats.org/officeDocument/2006/relationships/image" Target="../media/image49.png"/><Relationship Id="rId7" Type="http://schemas.openxmlformats.org/officeDocument/2006/relationships/image" Target="../media/image194.png"/><Relationship Id="rId2" Type="http://schemas.openxmlformats.org/officeDocument/2006/relationships/customXml" Target="../ink/ink58.xml"/><Relationship Id="rId16" Type="http://schemas.openxmlformats.org/officeDocument/2006/relationships/customXml" Target="../ink/ink65.xml"/><Relationship Id="rId107" Type="http://schemas.openxmlformats.org/officeDocument/2006/relationships/image" Target="../media/image244.png"/><Relationship Id="rId11" Type="http://schemas.openxmlformats.org/officeDocument/2006/relationships/image" Target="../media/image196.png"/><Relationship Id="rId102" Type="http://schemas.openxmlformats.org/officeDocument/2006/relationships/customXml" Target="../ink/ink70.xml"/><Relationship Id="rId110" Type="http://schemas.openxmlformats.org/officeDocument/2006/relationships/customXml" Target="../ink/ink74.xml"/><Relationship Id="rId115" Type="http://schemas.openxmlformats.org/officeDocument/2006/relationships/image" Target="../media/image248.png"/><Relationship Id="rId123" Type="http://schemas.openxmlformats.org/officeDocument/2006/relationships/image" Target="../media/image252.png"/><Relationship Id="rId5" Type="http://schemas.openxmlformats.org/officeDocument/2006/relationships/image" Target="../media/image193.png"/><Relationship Id="rId15" Type="http://schemas.openxmlformats.org/officeDocument/2006/relationships/image" Target="../media/image198.png"/><Relationship Id="rId95" Type="http://schemas.openxmlformats.org/officeDocument/2006/relationships/image" Target="../media/image238.png"/><Relationship Id="rId106" Type="http://schemas.openxmlformats.org/officeDocument/2006/relationships/customXml" Target="../ink/ink72.xml"/><Relationship Id="rId114" Type="http://schemas.openxmlformats.org/officeDocument/2006/relationships/customXml" Target="../ink/ink76.xml"/><Relationship Id="rId119" Type="http://schemas.openxmlformats.org/officeDocument/2006/relationships/image" Target="../media/image250.png"/><Relationship Id="rId10" Type="http://schemas.openxmlformats.org/officeDocument/2006/relationships/customXml" Target="../ink/ink62.xml"/><Relationship Id="rId99" Type="http://schemas.openxmlformats.org/officeDocument/2006/relationships/image" Target="../media/image240.png"/><Relationship Id="rId101" Type="http://schemas.openxmlformats.org/officeDocument/2006/relationships/image" Target="../media/image241.png"/><Relationship Id="rId122" Type="http://schemas.openxmlformats.org/officeDocument/2006/relationships/customXml" Target="../ink/ink80.xml"/><Relationship Id="rId4" Type="http://schemas.openxmlformats.org/officeDocument/2006/relationships/customXml" Target="../ink/ink59.xml"/><Relationship Id="rId9" Type="http://schemas.openxmlformats.org/officeDocument/2006/relationships/image" Target="../media/image195.png"/><Relationship Id="rId14" Type="http://schemas.openxmlformats.org/officeDocument/2006/relationships/customXml" Target="../ink/ink64.xml"/><Relationship Id="rId100" Type="http://schemas.openxmlformats.org/officeDocument/2006/relationships/customXml" Target="../ink/ink69.xml"/><Relationship Id="rId105" Type="http://schemas.openxmlformats.org/officeDocument/2006/relationships/image" Target="../media/image243.png"/><Relationship Id="rId113" Type="http://schemas.openxmlformats.org/officeDocument/2006/relationships/image" Target="../media/image247.png"/><Relationship Id="rId118" Type="http://schemas.openxmlformats.org/officeDocument/2006/relationships/customXml" Target="../ink/ink78.xml"/><Relationship Id="rId8" Type="http://schemas.openxmlformats.org/officeDocument/2006/relationships/customXml" Target="../ink/ink61.xml"/><Relationship Id="rId98" Type="http://schemas.openxmlformats.org/officeDocument/2006/relationships/customXml" Target="../ink/ink68.xml"/><Relationship Id="rId121" Type="http://schemas.openxmlformats.org/officeDocument/2006/relationships/image" Target="../media/image251.png"/><Relationship Id="rId3" Type="http://schemas.openxmlformats.org/officeDocument/2006/relationships/image" Target="../media/image192.png"/><Relationship Id="rId12" Type="http://schemas.openxmlformats.org/officeDocument/2006/relationships/customXml" Target="../ink/ink63.xml"/><Relationship Id="rId17" Type="http://schemas.openxmlformats.org/officeDocument/2006/relationships/image" Target="../media/image199.png"/><Relationship Id="rId103" Type="http://schemas.openxmlformats.org/officeDocument/2006/relationships/image" Target="../media/image242.png"/><Relationship Id="rId108" Type="http://schemas.openxmlformats.org/officeDocument/2006/relationships/customXml" Target="../ink/ink73.xml"/><Relationship Id="rId116" Type="http://schemas.openxmlformats.org/officeDocument/2006/relationships/customXml" Target="../ink/ink77.xml"/><Relationship Id="rId124" Type="http://schemas.openxmlformats.org/officeDocument/2006/relationships/customXml" Target="../ink/ink81.xml"/><Relationship Id="rId96" Type="http://schemas.openxmlformats.org/officeDocument/2006/relationships/customXml" Target="../ink/ink67.xml"/><Relationship Id="rId111" Type="http://schemas.openxmlformats.org/officeDocument/2006/relationships/image" Target="../media/image246.png"/><Relationship Id="rId1" Type="http://schemas.openxmlformats.org/officeDocument/2006/relationships/slideLayout" Target="../slideLayouts/slideLayout2.xml"/><Relationship Id="rId6" Type="http://schemas.openxmlformats.org/officeDocument/2006/relationships/customXml" Target="../ink/ink60.xml"/></Relationships>
</file>

<file path=ppt/slides/_rels/slide15.xml.rels><?xml version="1.0" encoding="UTF-8" standalone="yes"?>
<Relationships xmlns="http://schemas.openxmlformats.org/package/2006/relationships"><Relationship Id="rId13" Type="http://schemas.openxmlformats.org/officeDocument/2006/relationships/image" Target="../media/image258.png"/><Relationship Id="rId18" Type="http://schemas.openxmlformats.org/officeDocument/2006/relationships/customXml" Target="../ink/ink90.xml"/><Relationship Id="rId26" Type="http://schemas.openxmlformats.org/officeDocument/2006/relationships/customXml" Target="../ink/ink94.xml"/><Relationship Id="rId21" Type="http://schemas.openxmlformats.org/officeDocument/2006/relationships/image" Target="../media/image262.png"/><Relationship Id="rId34" Type="http://schemas.openxmlformats.org/officeDocument/2006/relationships/customXml" Target="../ink/ink98.xml"/><Relationship Id="rId7" Type="http://schemas.openxmlformats.org/officeDocument/2006/relationships/image" Target="../media/image255.png"/><Relationship Id="rId12" Type="http://schemas.openxmlformats.org/officeDocument/2006/relationships/customXml" Target="../ink/ink87.xml"/><Relationship Id="rId17" Type="http://schemas.openxmlformats.org/officeDocument/2006/relationships/image" Target="../media/image260.png"/><Relationship Id="rId25" Type="http://schemas.openxmlformats.org/officeDocument/2006/relationships/image" Target="../media/image264.png"/><Relationship Id="rId33" Type="http://schemas.openxmlformats.org/officeDocument/2006/relationships/image" Target="../media/image268.png"/><Relationship Id="rId2" Type="http://schemas.openxmlformats.org/officeDocument/2006/relationships/customXml" Target="../ink/ink82.xml"/><Relationship Id="rId16" Type="http://schemas.openxmlformats.org/officeDocument/2006/relationships/customXml" Target="../ink/ink89.xml"/><Relationship Id="rId20" Type="http://schemas.openxmlformats.org/officeDocument/2006/relationships/customXml" Target="../ink/ink91.xml"/><Relationship Id="rId29"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customXml" Target="../ink/ink84.xml"/><Relationship Id="rId11" Type="http://schemas.openxmlformats.org/officeDocument/2006/relationships/image" Target="../media/image257.png"/><Relationship Id="rId24" Type="http://schemas.openxmlformats.org/officeDocument/2006/relationships/customXml" Target="../ink/ink93.xml"/><Relationship Id="rId32" Type="http://schemas.openxmlformats.org/officeDocument/2006/relationships/customXml" Target="../ink/ink97.xml"/><Relationship Id="rId37" Type="http://schemas.openxmlformats.org/officeDocument/2006/relationships/image" Target="../media/image270.png"/><Relationship Id="rId5" Type="http://schemas.openxmlformats.org/officeDocument/2006/relationships/image" Target="../media/image254.png"/><Relationship Id="rId15" Type="http://schemas.openxmlformats.org/officeDocument/2006/relationships/image" Target="../media/image259.png"/><Relationship Id="rId23" Type="http://schemas.openxmlformats.org/officeDocument/2006/relationships/image" Target="../media/image263.png"/><Relationship Id="rId28" Type="http://schemas.openxmlformats.org/officeDocument/2006/relationships/customXml" Target="../ink/ink95.xml"/><Relationship Id="rId36" Type="http://schemas.openxmlformats.org/officeDocument/2006/relationships/customXml" Target="../ink/ink99.xml"/><Relationship Id="rId10" Type="http://schemas.openxmlformats.org/officeDocument/2006/relationships/customXml" Target="../ink/ink86.xml"/><Relationship Id="rId19" Type="http://schemas.openxmlformats.org/officeDocument/2006/relationships/image" Target="../media/image261.png"/><Relationship Id="rId31" Type="http://schemas.openxmlformats.org/officeDocument/2006/relationships/image" Target="../media/image267.png"/><Relationship Id="rId4" Type="http://schemas.openxmlformats.org/officeDocument/2006/relationships/customXml" Target="../ink/ink83.xml"/><Relationship Id="rId9" Type="http://schemas.openxmlformats.org/officeDocument/2006/relationships/image" Target="../media/image256.png"/><Relationship Id="rId14" Type="http://schemas.openxmlformats.org/officeDocument/2006/relationships/customXml" Target="../ink/ink88.xml"/><Relationship Id="rId22" Type="http://schemas.openxmlformats.org/officeDocument/2006/relationships/customXml" Target="../ink/ink92.xml"/><Relationship Id="rId27" Type="http://schemas.openxmlformats.org/officeDocument/2006/relationships/image" Target="../media/image265.png"/><Relationship Id="rId30" Type="http://schemas.openxmlformats.org/officeDocument/2006/relationships/customXml" Target="../ink/ink96.xml"/><Relationship Id="rId35" Type="http://schemas.openxmlformats.org/officeDocument/2006/relationships/image" Target="../media/image269.png"/><Relationship Id="rId8" Type="http://schemas.openxmlformats.org/officeDocument/2006/relationships/customXml" Target="../ink/ink85.xml"/><Relationship Id="rId3" Type="http://schemas.openxmlformats.org/officeDocument/2006/relationships/image" Target="../media/image253.png"/></Relationships>
</file>

<file path=ppt/slides/_rels/slide16.xml.rels><?xml version="1.0" encoding="UTF-8" standalone="yes"?>
<Relationships xmlns="http://schemas.openxmlformats.org/package/2006/relationships"><Relationship Id="rId8" Type="http://schemas.openxmlformats.org/officeDocument/2006/relationships/customXml" Target="../ink/ink103.xml"/><Relationship Id="rId3" Type="http://schemas.openxmlformats.org/officeDocument/2006/relationships/image" Target="../media/image271.png"/><Relationship Id="rId7" Type="http://schemas.openxmlformats.org/officeDocument/2006/relationships/image" Target="../media/image273.png"/><Relationship Id="rId2" Type="http://schemas.openxmlformats.org/officeDocument/2006/relationships/customXml" Target="../ink/ink100.xml"/><Relationship Id="rId1" Type="http://schemas.openxmlformats.org/officeDocument/2006/relationships/slideLayout" Target="../slideLayouts/slideLayout7.xml"/><Relationship Id="rId6" Type="http://schemas.openxmlformats.org/officeDocument/2006/relationships/customXml" Target="../ink/ink102.xml"/><Relationship Id="rId11" Type="http://schemas.openxmlformats.org/officeDocument/2006/relationships/image" Target="../media/image275.png"/><Relationship Id="rId5" Type="http://schemas.openxmlformats.org/officeDocument/2006/relationships/image" Target="../media/image272.png"/><Relationship Id="rId10" Type="http://schemas.openxmlformats.org/officeDocument/2006/relationships/customXml" Target="../ink/ink104.xml"/><Relationship Id="rId4" Type="http://schemas.openxmlformats.org/officeDocument/2006/relationships/customXml" Target="../ink/ink101.xml"/><Relationship Id="rId9" Type="http://schemas.openxmlformats.org/officeDocument/2006/relationships/image" Target="../media/image27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customXml" Target="../ink/ink108.xml"/><Relationship Id="rId3" Type="http://schemas.openxmlformats.org/officeDocument/2006/relationships/image" Target="../media/image298.png"/><Relationship Id="rId7" Type="http://schemas.openxmlformats.org/officeDocument/2006/relationships/image" Target="../media/image300.png"/><Relationship Id="rId2" Type="http://schemas.openxmlformats.org/officeDocument/2006/relationships/customXml" Target="../ink/ink105.xml"/><Relationship Id="rId1" Type="http://schemas.openxmlformats.org/officeDocument/2006/relationships/slideLayout" Target="../slideLayouts/slideLayout2.xml"/><Relationship Id="rId6" Type="http://schemas.openxmlformats.org/officeDocument/2006/relationships/customXml" Target="../ink/ink107.xml"/><Relationship Id="rId5" Type="http://schemas.openxmlformats.org/officeDocument/2006/relationships/image" Target="../media/image299.png"/><Relationship Id="rId4" Type="http://schemas.openxmlformats.org/officeDocument/2006/relationships/customXml" Target="../ink/ink106.xml"/><Relationship Id="rId9" Type="http://schemas.openxmlformats.org/officeDocument/2006/relationships/image" Target="../media/image30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2.png"/><Relationship Id="rId7" Type="http://schemas.openxmlformats.org/officeDocument/2006/relationships/image" Target="../media/image304.png"/><Relationship Id="rId2" Type="http://schemas.openxmlformats.org/officeDocument/2006/relationships/customXml" Target="../ink/ink109.xml"/><Relationship Id="rId1" Type="http://schemas.openxmlformats.org/officeDocument/2006/relationships/slideLayout" Target="../slideLayouts/slideLayout7.xml"/><Relationship Id="rId6" Type="http://schemas.openxmlformats.org/officeDocument/2006/relationships/customXml" Target="../ink/ink111.xml"/><Relationship Id="rId5" Type="http://schemas.openxmlformats.org/officeDocument/2006/relationships/image" Target="../media/image303.png"/><Relationship Id="rId4" Type="http://schemas.openxmlformats.org/officeDocument/2006/relationships/customXml" Target="../ink/ink110.xml"/></Relationships>
</file>

<file path=ppt/slides/_rels/slide21.xml.rels><?xml version="1.0" encoding="UTF-8" standalone="yes"?>
<Relationships xmlns="http://schemas.openxmlformats.org/package/2006/relationships"><Relationship Id="rId8" Type="http://schemas.openxmlformats.org/officeDocument/2006/relationships/customXml" Target="../ink/ink115.xml"/><Relationship Id="rId3" Type="http://schemas.openxmlformats.org/officeDocument/2006/relationships/image" Target="../media/image305.png"/><Relationship Id="rId7" Type="http://schemas.openxmlformats.org/officeDocument/2006/relationships/image" Target="../media/image307.png"/><Relationship Id="rId2" Type="http://schemas.openxmlformats.org/officeDocument/2006/relationships/customXml" Target="../ink/ink112.xml"/><Relationship Id="rId1" Type="http://schemas.openxmlformats.org/officeDocument/2006/relationships/slideLayout" Target="../slideLayouts/slideLayout7.xml"/><Relationship Id="rId6" Type="http://schemas.openxmlformats.org/officeDocument/2006/relationships/customXml" Target="../ink/ink114.xml"/><Relationship Id="rId5" Type="http://schemas.openxmlformats.org/officeDocument/2006/relationships/image" Target="../media/image306.png"/><Relationship Id="rId4" Type="http://schemas.openxmlformats.org/officeDocument/2006/relationships/customXml" Target="../ink/ink113.xml"/><Relationship Id="rId9" Type="http://schemas.openxmlformats.org/officeDocument/2006/relationships/image" Target="../media/image308.png"/></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314.png"/><Relationship Id="rId13" Type="http://schemas.openxmlformats.org/officeDocument/2006/relationships/customXml" Target="../ink/ink121.xml"/><Relationship Id="rId3" Type="http://schemas.openxmlformats.org/officeDocument/2006/relationships/customXml" Target="../ink/ink116.xml"/><Relationship Id="rId7" Type="http://schemas.openxmlformats.org/officeDocument/2006/relationships/customXml" Target="../ink/ink118.xml"/><Relationship Id="rId12" Type="http://schemas.openxmlformats.org/officeDocument/2006/relationships/image" Target="../media/image316.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313.png"/><Relationship Id="rId11" Type="http://schemas.openxmlformats.org/officeDocument/2006/relationships/customXml" Target="../ink/ink120.xml"/><Relationship Id="rId5" Type="http://schemas.openxmlformats.org/officeDocument/2006/relationships/customXml" Target="../ink/ink117.xml"/><Relationship Id="rId10" Type="http://schemas.openxmlformats.org/officeDocument/2006/relationships/image" Target="../media/image315.png"/><Relationship Id="rId4" Type="http://schemas.openxmlformats.org/officeDocument/2006/relationships/image" Target="../media/image312.png"/><Relationship Id="rId9" Type="http://schemas.openxmlformats.org/officeDocument/2006/relationships/customXml" Target="../ink/ink119.xml"/><Relationship Id="rId14" Type="http://schemas.openxmlformats.org/officeDocument/2006/relationships/image" Target="../media/image3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customXml" Target="../ink/ink122.xml"/><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customXml" Target="../ink/ink126.xml"/><Relationship Id="rId3" Type="http://schemas.openxmlformats.org/officeDocument/2006/relationships/image" Target="../media/image393.png"/><Relationship Id="rId7" Type="http://schemas.openxmlformats.org/officeDocument/2006/relationships/image" Target="../media/image395.png"/><Relationship Id="rId2" Type="http://schemas.openxmlformats.org/officeDocument/2006/relationships/customXml" Target="../ink/ink123.xml"/><Relationship Id="rId1" Type="http://schemas.openxmlformats.org/officeDocument/2006/relationships/slideLayout" Target="../slideLayouts/slideLayout7.xml"/><Relationship Id="rId6" Type="http://schemas.openxmlformats.org/officeDocument/2006/relationships/customXml" Target="../ink/ink125.xml"/><Relationship Id="rId11" Type="http://schemas.openxmlformats.org/officeDocument/2006/relationships/image" Target="../media/image397.png"/><Relationship Id="rId5" Type="http://schemas.openxmlformats.org/officeDocument/2006/relationships/image" Target="../media/image394.png"/><Relationship Id="rId10" Type="http://schemas.openxmlformats.org/officeDocument/2006/relationships/customXml" Target="../ink/ink127.xml"/><Relationship Id="rId4" Type="http://schemas.openxmlformats.org/officeDocument/2006/relationships/customXml" Target="../ink/ink124.xml"/><Relationship Id="rId9" Type="http://schemas.openxmlformats.org/officeDocument/2006/relationships/image" Target="../media/image396.png"/></Relationships>
</file>

<file path=ppt/slides/_rels/slide3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99.png"/><Relationship Id="rId2" Type="http://schemas.openxmlformats.org/officeDocument/2006/relationships/customXml" Target="../ink/ink1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customXml" Target="../ink/ink132.xml"/><Relationship Id="rId3" Type="http://schemas.openxmlformats.org/officeDocument/2006/relationships/image" Target="../media/image453.png"/><Relationship Id="rId7" Type="http://schemas.openxmlformats.org/officeDocument/2006/relationships/image" Target="../media/image455.png"/><Relationship Id="rId2" Type="http://schemas.openxmlformats.org/officeDocument/2006/relationships/customXml" Target="../ink/ink129.xml"/><Relationship Id="rId1" Type="http://schemas.openxmlformats.org/officeDocument/2006/relationships/slideLayout" Target="../slideLayouts/slideLayout7.xml"/><Relationship Id="rId6" Type="http://schemas.openxmlformats.org/officeDocument/2006/relationships/customXml" Target="../ink/ink131.xml"/><Relationship Id="rId11" Type="http://schemas.openxmlformats.org/officeDocument/2006/relationships/image" Target="../media/image457.png"/><Relationship Id="rId5" Type="http://schemas.openxmlformats.org/officeDocument/2006/relationships/image" Target="../media/image454.png"/><Relationship Id="rId10" Type="http://schemas.openxmlformats.org/officeDocument/2006/relationships/customXml" Target="../ink/ink133.xml"/><Relationship Id="rId4" Type="http://schemas.openxmlformats.org/officeDocument/2006/relationships/customXml" Target="../ink/ink130.xml"/><Relationship Id="rId9" Type="http://schemas.openxmlformats.org/officeDocument/2006/relationships/image" Target="../media/image4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77.png"/><Relationship Id="rId2" Type="http://schemas.openxmlformats.org/officeDocument/2006/relationships/customXml" Target="../ink/ink13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3" Type="http://schemas.openxmlformats.org/officeDocument/2006/relationships/customXml" Target="../ink/ink140.xml"/><Relationship Id="rId18" Type="http://schemas.openxmlformats.org/officeDocument/2006/relationships/image" Target="../media/image486.png"/><Relationship Id="rId26" Type="http://schemas.openxmlformats.org/officeDocument/2006/relationships/image" Target="../media/image490.png"/><Relationship Id="rId39" Type="http://schemas.openxmlformats.org/officeDocument/2006/relationships/customXml" Target="../ink/ink153.xml"/><Relationship Id="rId21" Type="http://schemas.openxmlformats.org/officeDocument/2006/relationships/customXml" Target="../ink/ink144.xml"/><Relationship Id="rId34" Type="http://schemas.openxmlformats.org/officeDocument/2006/relationships/image" Target="../media/image494.png"/><Relationship Id="rId7" Type="http://schemas.openxmlformats.org/officeDocument/2006/relationships/customXml" Target="../ink/ink137.xml"/><Relationship Id="rId12" Type="http://schemas.openxmlformats.org/officeDocument/2006/relationships/image" Target="../media/image483.png"/><Relationship Id="rId17" Type="http://schemas.openxmlformats.org/officeDocument/2006/relationships/customXml" Target="../ink/ink142.xml"/><Relationship Id="rId25" Type="http://schemas.openxmlformats.org/officeDocument/2006/relationships/customXml" Target="../ink/ink146.xml"/><Relationship Id="rId33" Type="http://schemas.openxmlformats.org/officeDocument/2006/relationships/customXml" Target="../ink/ink150.xml"/><Relationship Id="rId38" Type="http://schemas.openxmlformats.org/officeDocument/2006/relationships/image" Target="../media/image496.png"/><Relationship Id="rId2" Type="http://schemas.openxmlformats.org/officeDocument/2006/relationships/image" Target="../media/image77.png"/><Relationship Id="rId16" Type="http://schemas.openxmlformats.org/officeDocument/2006/relationships/image" Target="../media/image485.png"/><Relationship Id="rId20" Type="http://schemas.openxmlformats.org/officeDocument/2006/relationships/image" Target="../media/image487.png"/><Relationship Id="rId29" Type="http://schemas.openxmlformats.org/officeDocument/2006/relationships/customXml" Target="../ink/ink148.xml"/><Relationship Id="rId1" Type="http://schemas.openxmlformats.org/officeDocument/2006/relationships/slideLayout" Target="../slideLayouts/slideLayout7.xml"/><Relationship Id="rId6" Type="http://schemas.openxmlformats.org/officeDocument/2006/relationships/image" Target="../media/image480.png"/><Relationship Id="rId11" Type="http://schemas.openxmlformats.org/officeDocument/2006/relationships/customXml" Target="../ink/ink139.xml"/><Relationship Id="rId24" Type="http://schemas.openxmlformats.org/officeDocument/2006/relationships/image" Target="../media/image489.png"/><Relationship Id="rId32" Type="http://schemas.openxmlformats.org/officeDocument/2006/relationships/image" Target="../media/image493.png"/><Relationship Id="rId37" Type="http://schemas.openxmlformats.org/officeDocument/2006/relationships/customXml" Target="../ink/ink152.xml"/><Relationship Id="rId40" Type="http://schemas.openxmlformats.org/officeDocument/2006/relationships/image" Target="../media/image76.png"/><Relationship Id="rId5" Type="http://schemas.openxmlformats.org/officeDocument/2006/relationships/customXml" Target="../ink/ink136.xml"/><Relationship Id="rId15" Type="http://schemas.openxmlformats.org/officeDocument/2006/relationships/customXml" Target="../ink/ink141.xml"/><Relationship Id="rId23" Type="http://schemas.openxmlformats.org/officeDocument/2006/relationships/customXml" Target="../ink/ink145.xml"/><Relationship Id="rId28" Type="http://schemas.openxmlformats.org/officeDocument/2006/relationships/image" Target="../media/image491.png"/><Relationship Id="rId36" Type="http://schemas.openxmlformats.org/officeDocument/2006/relationships/image" Target="../media/image495.png"/><Relationship Id="rId10" Type="http://schemas.openxmlformats.org/officeDocument/2006/relationships/image" Target="../media/image482.png"/><Relationship Id="rId19" Type="http://schemas.openxmlformats.org/officeDocument/2006/relationships/customXml" Target="../ink/ink143.xml"/><Relationship Id="rId31" Type="http://schemas.openxmlformats.org/officeDocument/2006/relationships/customXml" Target="../ink/ink149.xml"/><Relationship Id="rId4" Type="http://schemas.openxmlformats.org/officeDocument/2006/relationships/image" Target="../media/image479.png"/><Relationship Id="rId9" Type="http://schemas.openxmlformats.org/officeDocument/2006/relationships/customXml" Target="../ink/ink138.xml"/><Relationship Id="rId14" Type="http://schemas.openxmlformats.org/officeDocument/2006/relationships/image" Target="../media/image484.png"/><Relationship Id="rId22" Type="http://schemas.openxmlformats.org/officeDocument/2006/relationships/image" Target="../media/image488.png"/><Relationship Id="rId27" Type="http://schemas.openxmlformats.org/officeDocument/2006/relationships/customXml" Target="../ink/ink147.xml"/><Relationship Id="rId30" Type="http://schemas.openxmlformats.org/officeDocument/2006/relationships/image" Target="../media/image492.png"/><Relationship Id="rId35" Type="http://schemas.openxmlformats.org/officeDocument/2006/relationships/customXml" Target="../ink/ink151.xml"/><Relationship Id="rId8" Type="http://schemas.openxmlformats.org/officeDocument/2006/relationships/image" Target="../media/image481.png"/><Relationship Id="rId3" Type="http://schemas.openxmlformats.org/officeDocument/2006/relationships/customXml" Target="../ink/ink135.xml"/></Relationships>
</file>

<file path=ppt/slides/_rels/slide41.xml.rels><?xml version="1.0" encoding="UTF-8" standalone="yes"?>
<Relationships xmlns="http://schemas.openxmlformats.org/package/2006/relationships"><Relationship Id="rId3" Type="http://schemas.openxmlformats.org/officeDocument/2006/relationships/image" Target="../media/image497.png"/><Relationship Id="rId2" Type="http://schemas.openxmlformats.org/officeDocument/2006/relationships/customXml" Target="../ink/ink154.xml"/><Relationship Id="rId1" Type="http://schemas.openxmlformats.org/officeDocument/2006/relationships/slideLayout" Target="../slideLayouts/slideLayout7.xml"/><Relationship Id="rId5" Type="http://schemas.openxmlformats.org/officeDocument/2006/relationships/image" Target="../media/image498.png"/><Relationship Id="rId4" Type="http://schemas.openxmlformats.org/officeDocument/2006/relationships/customXml" Target="../ink/ink155.xml"/></Relationships>
</file>

<file path=ppt/slides/_rels/slide42.xml.rels><?xml version="1.0" encoding="UTF-8" standalone="yes"?>
<Relationships xmlns="http://schemas.openxmlformats.org/package/2006/relationships"><Relationship Id="rId2" Type="http://schemas.openxmlformats.org/officeDocument/2006/relationships/customXml" Target="../ink/ink156.xml"/><Relationship Id="rId1" Type="http://schemas.openxmlformats.org/officeDocument/2006/relationships/slideLayout" Target="../slideLayouts/slideLayout7.xml"/><Relationship Id="rId15" Type="http://schemas.openxmlformats.org/officeDocument/2006/relationships/image" Target="../media/image505.png"/></Relationships>
</file>

<file path=ppt/slides/_rels/slide4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21.png"/><Relationship Id="rId2" Type="http://schemas.openxmlformats.org/officeDocument/2006/relationships/customXml" Target="../ink/ink15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customXml" Target="../ink/ink158.xml"/><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658.png"/><Relationship Id="rId5" Type="http://schemas.openxmlformats.org/officeDocument/2006/relationships/customXml" Target="../ink/ink159.xml"/><Relationship Id="rId4" Type="http://schemas.openxmlformats.org/officeDocument/2006/relationships/image" Target="../media/image657.png"/></Relationships>
</file>

<file path=ppt/slides/_rels/slide50.xml.rels><?xml version="1.0" encoding="UTF-8" standalone="yes"?>
<Relationships xmlns="http://schemas.openxmlformats.org/package/2006/relationships"><Relationship Id="rId8" Type="http://schemas.openxmlformats.org/officeDocument/2006/relationships/customXml" Target="../ink/ink163.xml"/><Relationship Id="rId13" Type="http://schemas.openxmlformats.org/officeDocument/2006/relationships/image" Target="../media/image664.png"/><Relationship Id="rId18" Type="http://schemas.openxmlformats.org/officeDocument/2006/relationships/customXml" Target="../ink/ink168.xml"/><Relationship Id="rId3" Type="http://schemas.openxmlformats.org/officeDocument/2006/relationships/image" Target="../media/image659.png"/><Relationship Id="rId7" Type="http://schemas.openxmlformats.org/officeDocument/2006/relationships/image" Target="../media/image661.png"/><Relationship Id="rId12" Type="http://schemas.openxmlformats.org/officeDocument/2006/relationships/customXml" Target="../ink/ink165.xml"/><Relationship Id="rId17" Type="http://schemas.openxmlformats.org/officeDocument/2006/relationships/image" Target="../media/image666.png"/><Relationship Id="rId2" Type="http://schemas.openxmlformats.org/officeDocument/2006/relationships/customXml" Target="../ink/ink160.xml"/><Relationship Id="rId16" Type="http://schemas.openxmlformats.org/officeDocument/2006/relationships/customXml" Target="../ink/ink167.xml"/><Relationship Id="rId1" Type="http://schemas.openxmlformats.org/officeDocument/2006/relationships/slideLayout" Target="../slideLayouts/slideLayout2.xml"/><Relationship Id="rId6" Type="http://schemas.openxmlformats.org/officeDocument/2006/relationships/customXml" Target="../ink/ink162.xml"/><Relationship Id="rId11" Type="http://schemas.openxmlformats.org/officeDocument/2006/relationships/image" Target="../media/image663.png"/><Relationship Id="rId5" Type="http://schemas.openxmlformats.org/officeDocument/2006/relationships/image" Target="../media/image660.png"/><Relationship Id="rId15" Type="http://schemas.openxmlformats.org/officeDocument/2006/relationships/image" Target="../media/image665.png"/><Relationship Id="rId10" Type="http://schemas.openxmlformats.org/officeDocument/2006/relationships/customXml" Target="../ink/ink164.xml"/><Relationship Id="rId19" Type="http://schemas.openxmlformats.org/officeDocument/2006/relationships/image" Target="../media/image667.png"/><Relationship Id="rId4" Type="http://schemas.openxmlformats.org/officeDocument/2006/relationships/customXml" Target="../ink/ink161.xml"/><Relationship Id="rId9" Type="http://schemas.openxmlformats.org/officeDocument/2006/relationships/image" Target="../media/image662.png"/><Relationship Id="rId14" Type="http://schemas.openxmlformats.org/officeDocument/2006/relationships/customXml" Target="../ink/ink166.xml"/></Relationships>
</file>

<file path=ppt/slides/_rels/slide5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17.png"/><Relationship Id="rId7" Type="http://schemas.openxmlformats.org/officeDocument/2006/relationships/image" Target="../media/image819.png"/><Relationship Id="rId2" Type="http://schemas.openxmlformats.org/officeDocument/2006/relationships/customXml" Target="../ink/ink169.xml"/><Relationship Id="rId1" Type="http://schemas.openxmlformats.org/officeDocument/2006/relationships/slideLayout" Target="../slideLayouts/slideLayout12.xml"/><Relationship Id="rId6" Type="http://schemas.openxmlformats.org/officeDocument/2006/relationships/customXml" Target="../ink/ink171.xml"/><Relationship Id="rId5" Type="http://schemas.openxmlformats.org/officeDocument/2006/relationships/image" Target="../media/image818.png"/><Relationship Id="rId4" Type="http://schemas.openxmlformats.org/officeDocument/2006/relationships/customXml" Target="../ink/ink170.xml"/></Relationships>
</file>

<file path=ppt/slides/_rels/slide56.xml.rels><?xml version="1.0" encoding="UTF-8" standalone="yes"?>
<Relationships xmlns="http://schemas.openxmlformats.org/package/2006/relationships"><Relationship Id="rId26" Type="http://schemas.openxmlformats.org/officeDocument/2006/relationships/customXml" Target="../ink/ink184.xml"/><Relationship Id="rId21" Type="http://schemas.openxmlformats.org/officeDocument/2006/relationships/image" Target="../media/image829.png"/><Relationship Id="rId42" Type="http://schemas.openxmlformats.org/officeDocument/2006/relationships/customXml" Target="../ink/ink192.xml"/><Relationship Id="rId47" Type="http://schemas.openxmlformats.org/officeDocument/2006/relationships/image" Target="../media/image842.png"/><Relationship Id="rId63" Type="http://schemas.openxmlformats.org/officeDocument/2006/relationships/image" Target="../media/image850.png"/><Relationship Id="rId68" Type="http://schemas.openxmlformats.org/officeDocument/2006/relationships/customXml" Target="../ink/ink205.xml"/><Relationship Id="rId84" Type="http://schemas.openxmlformats.org/officeDocument/2006/relationships/customXml" Target="../ink/ink213.xml"/><Relationship Id="rId89" Type="http://schemas.openxmlformats.org/officeDocument/2006/relationships/image" Target="../media/image863.png"/><Relationship Id="rId112" Type="http://schemas.openxmlformats.org/officeDocument/2006/relationships/customXml" Target="../ink/ink227.xml"/><Relationship Id="rId16" Type="http://schemas.openxmlformats.org/officeDocument/2006/relationships/customXml" Target="../ink/ink179.xml"/><Relationship Id="rId107" Type="http://schemas.openxmlformats.org/officeDocument/2006/relationships/image" Target="../media/image872.png"/><Relationship Id="rId11" Type="http://schemas.openxmlformats.org/officeDocument/2006/relationships/image" Target="../media/image824.png"/><Relationship Id="rId32" Type="http://schemas.openxmlformats.org/officeDocument/2006/relationships/customXml" Target="../ink/ink187.xml"/><Relationship Id="rId37" Type="http://schemas.openxmlformats.org/officeDocument/2006/relationships/image" Target="../media/image837.png"/><Relationship Id="rId53" Type="http://schemas.openxmlformats.org/officeDocument/2006/relationships/image" Target="../media/image845.png"/><Relationship Id="rId58" Type="http://schemas.openxmlformats.org/officeDocument/2006/relationships/customXml" Target="../ink/ink200.xml"/><Relationship Id="rId74" Type="http://schemas.openxmlformats.org/officeDocument/2006/relationships/customXml" Target="../ink/ink208.xml"/><Relationship Id="rId79" Type="http://schemas.openxmlformats.org/officeDocument/2006/relationships/image" Target="../media/image858.png"/><Relationship Id="rId102" Type="http://schemas.openxmlformats.org/officeDocument/2006/relationships/customXml" Target="../ink/ink222.xml"/><Relationship Id="rId5" Type="http://schemas.openxmlformats.org/officeDocument/2006/relationships/image" Target="../media/image821.png"/><Relationship Id="rId90" Type="http://schemas.openxmlformats.org/officeDocument/2006/relationships/customXml" Target="../ink/ink216.xml"/><Relationship Id="rId95" Type="http://schemas.openxmlformats.org/officeDocument/2006/relationships/image" Target="../media/image866.png"/><Relationship Id="rId22" Type="http://schemas.openxmlformats.org/officeDocument/2006/relationships/customXml" Target="../ink/ink182.xml"/><Relationship Id="rId27" Type="http://schemas.openxmlformats.org/officeDocument/2006/relationships/image" Target="../media/image832.png"/><Relationship Id="rId43" Type="http://schemas.openxmlformats.org/officeDocument/2006/relationships/image" Target="../media/image840.png"/><Relationship Id="rId48" Type="http://schemas.openxmlformats.org/officeDocument/2006/relationships/customXml" Target="../ink/ink195.xml"/><Relationship Id="rId64" Type="http://schemas.openxmlformats.org/officeDocument/2006/relationships/customXml" Target="../ink/ink203.xml"/><Relationship Id="rId69" Type="http://schemas.openxmlformats.org/officeDocument/2006/relationships/image" Target="../media/image853.png"/><Relationship Id="rId113" Type="http://schemas.openxmlformats.org/officeDocument/2006/relationships/image" Target="../media/image875.png"/><Relationship Id="rId80" Type="http://schemas.openxmlformats.org/officeDocument/2006/relationships/customXml" Target="../ink/ink211.xml"/><Relationship Id="rId85" Type="http://schemas.openxmlformats.org/officeDocument/2006/relationships/image" Target="../media/image861.png"/><Relationship Id="rId12" Type="http://schemas.openxmlformats.org/officeDocument/2006/relationships/customXml" Target="../ink/ink177.xml"/><Relationship Id="rId17" Type="http://schemas.openxmlformats.org/officeDocument/2006/relationships/image" Target="../media/image827.png"/><Relationship Id="rId33" Type="http://schemas.openxmlformats.org/officeDocument/2006/relationships/image" Target="../media/image835.png"/><Relationship Id="rId38" Type="http://schemas.openxmlformats.org/officeDocument/2006/relationships/customXml" Target="../ink/ink190.xml"/><Relationship Id="rId59" Type="http://schemas.openxmlformats.org/officeDocument/2006/relationships/image" Target="../media/image848.png"/><Relationship Id="rId103" Type="http://schemas.openxmlformats.org/officeDocument/2006/relationships/image" Target="../media/image870.png"/><Relationship Id="rId108" Type="http://schemas.openxmlformats.org/officeDocument/2006/relationships/customXml" Target="../ink/ink225.xml"/><Relationship Id="rId54" Type="http://schemas.openxmlformats.org/officeDocument/2006/relationships/customXml" Target="../ink/ink198.xml"/><Relationship Id="rId70" Type="http://schemas.openxmlformats.org/officeDocument/2006/relationships/customXml" Target="../ink/ink206.xml"/><Relationship Id="rId75" Type="http://schemas.openxmlformats.org/officeDocument/2006/relationships/image" Target="../media/image856.png"/><Relationship Id="rId91" Type="http://schemas.openxmlformats.org/officeDocument/2006/relationships/image" Target="../media/image864.png"/><Relationship Id="rId96" Type="http://schemas.openxmlformats.org/officeDocument/2006/relationships/customXml" Target="../ink/ink219.xml"/><Relationship Id="rId1" Type="http://schemas.openxmlformats.org/officeDocument/2006/relationships/slideLayout" Target="../slideLayouts/slideLayout7.xml"/><Relationship Id="rId6" Type="http://schemas.openxmlformats.org/officeDocument/2006/relationships/customXml" Target="../ink/ink174.xml"/><Relationship Id="rId15" Type="http://schemas.openxmlformats.org/officeDocument/2006/relationships/image" Target="../media/image826.png"/><Relationship Id="rId23" Type="http://schemas.openxmlformats.org/officeDocument/2006/relationships/image" Target="../media/image830.png"/><Relationship Id="rId28" Type="http://schemas.openxmlformats.org/officeDocument/2006/relationships/customXml" Target="../ink/ink185.xml"/><Relationship Id="rId36" Type="http://schemas.openxmlformats.org/officeDocument/2006/relationships/customXml" Target="../ink/ink189.xml"/><Relationship Id="rId49" Type="http://schemas.openxmlformats.org/officeDocument/2006/relationships/image" Target="../media/image843.png"/><Relationship Id="rId57" Type="http://schemas.openxmlformats.org/officeDocument/2006/relationships/image" Target="../media/image847.png"/><Relationship Id="rId106" Type="http://schemas.openxmlformats.org/officeDocument/2006/relationships/customXml" Target="../ink/ink224.xml"/><Relationship Id="rId114" Type="http://schemas.openxmlformats.org/officeDocument/2006/relationships/customXml" Target="../ink/ink228.xml"/><Relationship Id="rId10" Type="http://schemas.openxmlformats.org/officeDocument/2006/relationships/customXml" Target="../ink/ink176.xml"/><Relationship Id="rId31" Type="http://schemas.openxmlformats.org/officeDocument/2006/relationships/image" Target="../media/image834.png"/><Relationship Id="rId44" Type="http://schemas.openxmlformats.org/officeDocument/2006/relationships/customXml" Target="../ink/ink193.xml"/><Relationship Id="rId52" Type="http://schemas.openxmlformats.org/officeDocument/2006/relationships/customXml" Target="../ink/ink197.xml"/><Relationship Id="rId60" Type="http://schemas.openxmlformats.org/officeDocument/2006/relationships/customXml" Target="../ink/ink201.xml"/><Relationship Id="rId65" Type="http://schemas.openxmlformats.org/officeDocument/2006/relationships/image" Target="../media/image851.png"/><Relationship Id="rId73" Type="http://schemas.openxmlformats.org/officeDocument/2006/relationships/image" Target="../media/image855.png"/><Relationship Id="rId78" Type="http://schemas.openxmlformats.org/officeDocument/2006/relationships/customXml" Target="../ink/ink210.xml"/><Relationship Id="rId81" Type="http://schemas.openxmlformats.org/officeDocument/2006/relationships/image" Target="../media/image859.png"/><Relationship Id="rId86" Type="http://schemas.openxmlformats.org/officeDocument/2006/relationships/customXml" Target="../ink/ink214.xml"/><Relationship Id="rId94" Type="http://schemas.openxmlformats.org/officeDocument/2006/relationships/customXml" Target="../ink/ink218.xml"/><Relationship Id="rId99" Type="http://schemas.openxmlformats.org/officeDocument/2006/relationships/image" Target="../media/image868.png"/><Relationship Id="rId101" Type="http://schemas.openxmlformats.org/officeDocument/2006/relationships/image" Target="../media/image869.png"/><Relationship Id="rId4" Type="http://schemas.openxmlformats.org/officeDocument/2006/relationships/customXml" Target="../ink/ink173.xml"/><Relationship Id="rId9" Type="http://schemas.openxmlformats.org/officeDocument/2006/relationships/image" Target="../media/image823.png"/><Relationship Id="rId13" Type="http://schemas.openxmlformats.org/officeDocument/2006/relationships/image" Target="../media/image825.png"/><Relationship Id="rId18" Type="http://schemas.openxmlformats.org/officeDocument/2006/relationships/customXml" Target="../ink/ink180.xml"/><Relationship Id="rId39" Type="http://schemas.openxmlformats.org/officeDocument/2006/relationships/image" Target="../media/image838.png"/><Relationship Id="rId109" Type="http://schemas.openxmlformats.org/officeDocument/2006/relationships/image" Target="../media/image873.png"/><Relationship Id="rId34" Type="http://schemas.openxmlformats.org/officeDocument/2006/relationships/customXml" Target="../ink/ink188.xml"/><Relationship Id="rId50" Type="http://schemas.openxmlformats.org/officeDocument/2006/relationships/customXml" Target="../ink/ink196.xml"/><Relationship Id="rId55" Type="http://schemas.openxmlformats.org/officeDocument/2006/relationships/image" Target="../media/image846.png"/><Relationship Id="rId76" Type="http://schemas.openxmlformats.org/officeDocument/2006/relationships/customXml" Target="../ink/ink209.xml"/><Relationship Id="rId97" Type="http://schemas.openxmlformats.org/officeDocument/2006/relationships/image" Target="../media/image867.png"/><Relationship Id="rId104" Type="http://schemas.openxmlformats.org/officeDocument/2006/relationships/customXml" Target="../ink/ink223.xml"/><Relationship Id="rId7" Type="http://schemas.openxmlformats.org/officeDocument/2006/relationships/image" Target="../media/image822.png"/><Relationship Id="rId71" Type="http://schemas.openxmlformats.org/officeDocument/2006/relationships/image" Target="../media/image854.png"/><Relationship Id="rId92" Type="http://schemas.openxmlformats.org/officeDocument/2006/relationships/customXml" Target="../ink/ink217.xml"/><Relationship Id="rId2" Type="http://schemas.openxmlformats.org/officeDocument/2006/relationships/customXml" Target="../ink/ink172.xml"/><Relationship Id="rId29" Type="http://schemas.openxmlformats.org/officeDocument/2006/relationships/image" Target="../media/image833.png"/><Relationship Id="rId24" Type="http://schemas.openxmlformats.org/officeDocument/2006/relationships/customXml" Target="../ink/ink183.xml"/><Relationship Id="rId40" Type="http://schemas.openxmlformats.org/officeDocument/2006/relationships/customXml" Target="../ink/ink191.xml"/><Relationship Id="rId45" Type="http://schemas.openxmlformats.org/officeDocument/2006/relationships/image" Target="../media/image841.png"/><Relationship Id="rId66" Type="http://schemas.openxmlformats.org/officeDocument/2006/relationships/customXml" Target="../ink/ink204.xml"/><Relationship Id="rId87" Type="http://schemas.openxmlformats.org/officeDocument/2006/relationships/image" Target="../media/image862.png"/><Relationship Id="rId110" Type="http://schemas.openxmlformats.org/officeDocument/2006/relationships/customXml" Target="../ink/ink226.xml"/><Relationship Id="rId115" Type="http://schemas.openxmlformats.org/officeDocument/2006/relationships/image" Target="../media/image876.png"/><Relationship Id="rId61" Type="http://schemas.openxmlformats.org/officeDocument/2006/relationships/image" Target="../media/image849.png"/><Relationship Id="rId82" Type="http://schemas.openxmlformats.org/officeDocument/2006/relationships/customXml" Target="../ink/ink212.xml"/><Relationship Id="rId19" Type="http://schemas.openxmlformats.org/officeDocument/2006/relationships/image" Target="../media/image828.png"/><Relationship Id="rId14" Type="http://schemas.openxmlformats.org/officeDocument/2006/relationships/customXml" Target="../ink/ink178.xml"/><Relationship Id="rId30" Type="http://schemas.openxmlformats.org/officeDocument/2006/relationships/customXml" Target="../ink/ink186.xml"/><Relationship Id="rId35" Type="http://schemas.openxmlformats.org/officeDocument/2006/relationships/image" Target="../media/image836.png"/><Relationship Id="rId56" Type="http://schemas.openxmlformats.org/officeDocument/2006/relationships/customXml" Target="../ink/ink199.xml"/><Relationship Id="rId77" Type="http://schemas.openxmlformats.org/officeDocument/2006/relationships/image" Target="../media/image857.png"/><Relationship Id="rId100" Type="http://schemas.openxmlformats.org/officeDocument/2006/relationships/customXml" Target="../ink/ink221.xml"/><Relationship Id="rId105" Type="http://schemas.openxmlformats.org/officeDocument/2006/relationships/image" Target="../media/image871.png"/><Relationship Id="rId8" Type="http://schemas.openxmlformats.org/officeDocument/2006/relationships/customXml" Target="../ink/ink175.xml"/><Relationship Id="rId51" Type="http://schemas.openxmlformats.org/officeDocument/2006/relationships/image" Target="../media/image844.png"/><Relationship Id="rId72" Type="http://schemas.openxmlformats.org/officeDocument/2006/relationships/customXml" Target="../ink/ink207.xml"/><Relationship Id="rId93" Type="http://schemas.openxmlformats.org/officeDocument/2006/relationships/image" Target="../media/image865.png"/><Relationship Id="rId98" Type="http://schemas.openxmlformats.org/officeDocument/2006/relationships/customXml" Target="../ink/ink220.xml"/><Relationship Id="rId3" Type="http://schemas.openxmlformats.org/officeDocument/2006/relationships/image" Target="../media/image820.png"/><Relationship Id="rId25" Type="http://schemas.openxmlformats.org/officeDocument/2006/relationships/image" Target="../media/image831.png"/><Relationship Id="rId46" Type="http://schemas.openxmlformats.org/officeDocument/2006/relationships/customXml" Target="../ink/ink194.xml"/><Relationship Id="rId67" Type="http://schemas.openxmlformats.org/officeDocument/2006/relationships/image" Target="../media/image852.png"/><Relationship Id="rId20" Type="http://schemas.openxmlformats.org/officeDocument/2006/relationships/customXml" Target="../ink/ink181.xml"/><Relationship Id="rId41" Type="http://schemas.openxmlformats.org/officeDocument/2006/relationships/image" Target="../media/image839.png"/><Relationship Id="rId62" Type="http://schemas.openxmlformats.org/officeDocument/2006/relationships/customXml" Target="../ink/ink202.xml"/><Relationship Id="rId83" Type="http://schemas.openxmlformats.org/officeDocument/2006/relationships/image" Target="../media/image860.png"/><Relationship Id="rId88" Type="http://schemas.openxmlformats.org/officeDocument/2006/relationships/customXml" Target="../ink/ink215.xml"/><Relationship Id="rId111" Type="http://schemas.openxmlformats.org/officeDocument/2006/relationships/image" Target="../media/image874.png"/></Relationships>
</file>

<file path=ppt/slides/_rels/slide57.xml.rels><?xml version="1.0" encoding="UTF-8" standalone="yes"?>
<Relationships xmlns="http://schemas.openxmlformats.org/package/2006/relationships"><Relationship Id="rId8" Type="http://schemas.openxmlformats.org/officeDocument/2006/relationships/customXml" Target="../ink/ink232.xml"/><Relationship Id="rId3" Type="http://schemas.openxmlformats.org/officeDocument/2006/relationships/image" Target="../media/image76.png"/><Relationship Id="rId7" Type="http://schemas.openxmlformats.org/officeDocument/2006/relationships/image" Target="../media/image878.png"/><Relationship Id="rId2" Type="http://schemas.openxmlformats.org/officeDocument/2006/relationships/customXml" Target="../ink/ink229.xml"/><Relationship Id="rId1" Type="http://schemas.openxmlformats.org/officeDocument/2006/relationships/slideLayout" Target="../slideLayouts/slideLayout7.xml"/><Relationship Id="rId6" Type="http://schemas.openxmlformats.org/officeDocument/2006/relationships/customXml" Target="../ink/ink231.xml"/><Relationship Id="rId5" Type="http://schemas.openxmlformats.org/officeDocument/2006/relationships/image" Target="../media/image877.png"/><Relationship Id="rId4" Type="http://schemas.openxmlformats.org/officeDocument/2006/relationships/customXml" Target="../ink/ink230.xml"/><Relationship Id="rId9" Type="http://schemas.openxmlformats.org/officeDocument/2006/relationships/image" Target="../media/image879.png"/></Relationships>
</file>

<file path=ppt/slides/_rels/slide5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85.wmf"/></Relationships>
</file>

<file path=ppt/slides/_rels/slide6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7"/>
          <p:cNvSpPr/>
          <p:nvPr/>
        </p:nvSpPr>
        <p:spPr>
          <a:xfrm>
            <a:off x="395288" y="620713"/>
            <a:ext cx="8382000" cy="1568450"/>
          </a:xfrm>
          <a:prstGeom prst="rect">
            <a:avLst/>
          </a:prstGeom>
          <a:noFill/>
          <a:ln w="9525">
            <a:noFill/>
          </a:ln>
        </p:spPr>
        <p:txBody>
          <a:bodyPr anchor="t" anchorCtr="0">
            <a:spAutoFit/>
          </a:bodyPr>
          <a:lstStyle/>
          <a:p>
            <a:pPr indent="268605" algn="ctr">
              <a:lnSpc>
                <a:spcPct val="150000"/>
              </a:lnSpc>
            </a:pPr>
            <a:r>
              <a:rPr lang="zh-CN" altLang="en-US" sz="3200" b="1" dirty="0">
                <a:latin typeface="Times New Roman" panose="02020603050405020304" pitchFamily="18" charset="0"/>
                <a:ea typeface="宋体" panose="02010600030101010101" pitchFamily="2" charset="-122"/>
              </a:rPr>
              <a:t>第</a:t>
            </a:r>
            <a:r>
              <a:rPr lang="en-US" altLang="zh-CN" sz="3200" b="1" dirty="0">
                <a:latin typeface="Times New Roman" panose="02020603050405020304" pitchFamily="18" charset="0"/>
                <a:ea typeface="宋体" panose="02010600030101010101" pitchFamily="2" charset="-122"/>
              </a:rPr>
              <a:t>6</a:t>
            </a:r>
            <a:r>
              <a:rPr lang="zh-CN" altLang="en-US" sz="3200" b="1" dirty="0">
                <a:latin typeface="Times New Roman" panose="02020603050405020304" pitchFamily="18" charset="0"/>
                <a:ea typeface="宋体" panose="02010600030101010101" pitchFamily="2" charset="-122"/>
              </a:rPr>
              <a:t>章  </a:t>
            </a:r>
            <a:r>
              <a:rPr lang="en-US" altLang="zh-CN" sz="3200" b="1" dirty="0">
                <a:latin typeface="Times New Roman" panose="02020603050405020304" pitchFamily="18" charset="0"/>
                <a:ea typeface="宋体" panose="02010600030101010101" pitchFamily="2" charset="-122"/>
              </a:rPr>
              <a:t>MCS-51</a:t>
            </a:r>
            <a:r>
              <a:rPr lang="zh-CN" altLang="en-US" sz="3200" b="1" dirty="0">
                <a:latin typeface="Times New Roman" panose="02020603050405020304" pitchFamily="18" charset="0"/>
                <a:ea typeface="宋体" panose="02010600030101010101" pitchFamily="2" charset="-122"/>
              </a:rPr>
              <a:t>单片机中断系统与</a:t>
            </a:r>
          </a:p>
          <a:p>
            <a:pPr indent="268605" algn="ctr">
              <a:lnSpc>
                <a:spcPct val="150000"/>
              </a:lnSpc>
            </a:pPr>
            <a:r>
              <a:rPr lang="zh-CN" altLang="en-US" sz="3200" b="1" dirty="0">
                <a:latin typeface="Times New Roman" panose="02020603050405020304" pitchFamily="18" charset="0"/>
                <a:ea typeface="宋体" panose="02010600030101010101" pitchFamily="2" charset="-122"/>
              </a:rPr>
              <a:t>定时</a:t>
            </a:r>
            <a:r>
              <a:rPr lang="en-US" altLang="zh-CN" sz="3200" b="1" dirty="0">
                <a:latin typeface="Times New Roman" panose="02020603050405020304" pitchFamily="18" charset="0"/>
                <a:ea typeface="宋体" panose="02010600030101010101" pitchFamily="2" charset="-122"/>
              </a:rPr>
              <a:t>/</a:t>
            </a:r>
            <a:r>
              <a:rPr lang="zh-CN" altLang="en-US" sz="3200" b="1" dirty="0">
                <a:latin typeface="Times New Roman" panose="02020603050405020304" pitchFamily="18" charset="0"/>
                <a:ea typeface="宋体" panose="02010600030101010101" pitchFamily="2" charset="-122"/>
              </a:rPr>
              <a:t>计数器 	</a:t>
            </a:r>
          </a:p>
        </p:txBody>
      </p:sp>
      <p:sp>
        <p:nvSpPr>
          <p:cNvPr id="4098" name="AutoShape 8"/>
          <p:cNvSpPr/>
          <p:nvPr/>
        </p:nvSpPr>
        <p:spPr>
          <a:xfrm>
            <a:off x="1524000" y="2133600"/>
            <a:ext cx="6324600" cy="3962400"/>
          </a:xfrm>
          <a:prstGeom prst="horizontalScroll">
            <a:avLst>
              <a:gd name="adj" fmla="val 12500"/>
            </a:avLst>
          </a:prstGeom>
          <a:solidFill>
            <a:srgbClr val="99FFCC"/>
          </a:solidFill>
          <a:ln w="9525" cap="flat" cmpd="sng">
            <a:solidFill>
              <a:schemeClr val="tx1"/>
            </a:solidFill>
            <a:prstDash val="solid"/>
            <a:round/>
            <a:headEnd type="none" w="med" len="med"/>
            <a:tailEnd type="none" w="med" len="med"/>
          </a:ln>
        </p:spPr>
        <p:txBody>
          <a:bodyPr wrap="none" anchor="ctr" anchorCtr="0"/>
          <a:lstStyle/>
          <a:p>
            <a:pPr eaLnBrk="0" hangingPunct="0">
              <a:lnSpc>
                <a:spcPct val="150000"/>
              </a:lnSpc>
            </a:pPr>
            <a:r>
              <a:rPr lang="en-US" altLang="zh-CN" sz="2400" b="1" dirty="0">
                <a:latin typeface="Times New Roman" panose="02020603050405020304" pitchFamily="18" charset="0"/>
                <a:ea typeface="宋体" panose="02010600030101010101" pitchFamily="2" charset="-122"/>
              </a:rPr>
              <a:t>    6.1  </a:t>
            </a:r>
            <a:r>
              <a:rPr lang="zh-CN" altLang="en-US" sz="2400" b="1" dirty="0">
                <a:latin typeface="Times New Roman" panose="02020603050405020304" pitchFamily="18" charset="0"/>
                <a:ea typeface="宋体" panose="02010600030101010101" pitchFamily="2" charset="-122"/>
              </a:rPr>
              <a:t>中断概述</a:t>
            </a:r>
          </a:p>
          <a:p>
            <a:pPr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6.2  </a:t>
            </a:r>
            <a:r>
              <a:rPr lang="zh-CN" altLang="en-US" sz="2400" b="1" dirty="0">
                <a:latin typeface="Times New Roman" panose="02020603050405020304" pitchFamily="18" charset="0"/>
                <a:ea typeface="宋体" panose="02010600030101010101" pitchFamily="2" charset="-122"/>
              </a:rPr>
              <a:t>单片机的中断系统结构及中断控制</a:t>
            </a:r>
          </a:p>
          <a:p>
            <a:pPr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6.3  </a:t>
            </a:r>
            <a:r>
              <a:rPr lang="zh-CN" altLang="en-US" sz="2400" b="1" dirty="0">
                <a:latin typeface="Times New Roman" panose="02020603050405020304" pitchFamily="18" charset="0"/>
                <a:ea typeface="宋体" panose="02010600030101010101" pitchFamily="2" charset="-122"/>
              </a:rPr>
              <a:t>定时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计数器的概述</a:t>
            </a:r>
          </a:p>
          <a:p>
            <a:pPr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6.4  </a:t>
            </a:r>
            <a:r>
              <a:rPr lang="zh-CN" altLang="en-US" sz="2400" b="1" dirty="0">
                <a:latin typeface="Times New Roman" panose="02020603050405020304" pitchFamily="18" charset="0"/>
                <a:ea typeface="宋体" panose="02010600030101010101" pitchFamily="2" charset="-122"/>
              </a:rPr>
              <a:t>定时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计数器的工作方式和应用</a:t>
            </a:r>
          </a:p>
          <a:p>
            <a:pPr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6.5  </a:t>
            </a:r>
            <a:r>
              <a:rPr lang="zh-CN" altLang="en-US" sz="2400" b="1" dirty="0">
                <a:latin typeface="Times New Roman" panose="02020603050405020304" pitchFamily="18" charset="0"/>
                <a:ea typeface="宋体" panose="02010600030101010101" pitchFamily="2" charset="-122"/>
              </a:rPr>
              <a:t>中断系统综合应用举例</a:t>
            </a:r>
            <a:endParaRPr lang="zh-CN" altLang="en-US" sz="2400" dirty="0">
              <a:latin typeface="Times New Roman" panose="02020603050405020304" pitchFamily="18" charset="0"/>
              <a:ea typeface="宋体" panose="02010600030101010101" pitchFamily="2" charset="-122"/>
            </a:endParaRPr>
          </a:p>
          <a:p>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p:nvPr/>
        </p:nvSpPr>
        <p:spPr>
          <a:xfrm>
            <a:off x="457200" y="914400"/>
            <a:ext cx="8382000" cy="736600"/>
          </a:xfrm>
          <a:prstGeom prst="rect">
            <a:avLst/>
          </a:prstGeom>
          <a:noFill/>
          <a:ln w="9525">
            <a:noFill/>
          </a:ln>
        </p:spPr>
        <p:txBody>
          <a:bodyPr anchor="t" anchorCtr="0">
            <a:spAutoFit/>
          </a:bodyPr>
          <a:lstStyle/>
          <a:p>
            <a:pPr indent="268605" algn="ctr" eaLnBrk="0" hangingPunct="0">
              <a:lnSpc>
                <a:spcPct val="150000"/>
              </a:lnSpc>
            </a:pPr>
            <a:r>
              <a:rPr lang="en-US" altLang="zh-CN" b="1" dirty="0">
                <a:solidFill>
                  <a:srgbClr val="FF0000"/>
                </a:solidFill>
                <a:latin typeface="Times New Roman" panose="02020603050405020304" pitchFamily="18" charset="0"/>
                <a:ea typeface="宋体" panose="02010600030101010101" pitchFamily="2" charset="-122"/>
              </a:rPr>
              <a:t>6.1  </a:t>
            </a:r>
            <a:r>
              <a:rPr lang="zh-CN" altLang="en-US" b="1" dirty="0">
                <a:solidFill>
                  <a:srgbClr val="FF0000"/>
                </a:solidFill>
                <a:latin typeface="Times New Roman" panose="02020603050405020304" pitchFamily="18" charset="0"/>
                <a:ea typeface="宋体" panose="02010600030101010101" pitchFamily="2" charset="-122"/>
              </a:rPr>
              <a:t>中断概述</a:t>
            </a:r>
            <a:endParaRPr lang="zh-CN" altLang="en-US" dirty="0">
              <a:latin typeface="Times New Roman" panose="02020603050405020304" pitchFamily="18" charset="0"/>
              <a:ea typeface="宋体" panose="02010600030101010101" pitchFamily="2" charset="-122"/>
            </a:endParaRPr>
          </a:p>
        </p:txBody>
      </p:sp>
      <p:sp>
        <p:nvSpPr>
          <p:cNvPr id="5122" name="Text Box 3"/>
          <p:cNvSpPr txBox="1"/>
          <p:nvPr/>
        </p:nvSpPr>
        <p:spPr>
          <a:xfrm>
            <a:off x="304800" y="1905000"/>
            <a:ext cx="8610600" cy="3508375"/>
          </a:xfrm>
          <a:prstGeom prst="rect">
            <a:avLst/>
          </a:prstGeom>
          <a:noFill/>
          <a:ln w="9525">
            <a:noFill/>
          </a:ln>
        </p:spPr>
        <p:txBody>
          <a:bodyPr anchor="t" anchorCtr="0">
            <a:spAutoFit/>
          </a:bodyPr>
          <a:lstStyle/>
          <a:p>
            <a:pPr algn="just" eaLnBrk="0" hangingPunct="0">
              <a:lnSpc>
                <a:spcPct val="150000"/>
              </a:lnSpc>
            </a:pPr>
            <a:r>
              <a:rPr lang="en-US" altLang="zh-CN" b="1" dirty="0">
                <a:solidFill>
                  <a:schemeClr val="accent2"/>
                </a:solidFill>
                <a:latin typeface="Times New Roman" panose="02020603050405020304" pitchFamily="18" charset="0"/>
                <a:ea typeface="宋体" panose="02010600030101010101" pitchFamily="2" charset="-122"/>
              </a:rPr>
              <a:t>6.1.1  </a:t>
            </a:r>
            <a:r>
              <a:rPr lang="zh-CN" altLang="en-US" b="1" dirty="0">
                <a:solidFill>
                  <a:schemeClr val="accent2"/>
                </a:solidFill>
                <a:latin typeface="Times New Roman" panose="02020603050405020304" pitchFamily="18" charset="0"/>
                <a:ea typeface="宋体" panose="02010600030101010101" pitchFamily="2" charset="-122"/>
              </a:rPr>
              <a:t>单片机中输入输出传送方式</a:t>
            </a:r>
          </a:p>
          <a:p>
            <a:pPr algn="just" eaLnBrk="0" hangingPunct="0">
              <a:lnSpc>
                <a:spcPct val="150000"/>
              </a:lnSpc>
            </a:pPr>
            <a:r>
              <a:rPr lang="zh-CN" altLang="en-US" sz="2400" b="1" dirty="0">
                <a:solidFill>
                  <a:srgbClr val="003300"/>
                </a:solidFill>
                <a:latin typeface="Times New Roman" panose="02020603050405020304" pitchFamily="18" charset="0"/>
                <a:ea typeface="宋体" panose="02010600030101010101" pitchFamily="2" charset="-122"/>
              </a:rPr>
              <a:t>       三种控制方式：</a:t>
            </a:r>
            <a:endParaRPr lang="zh-CN" altLang="en-US" sz="2400" dirty="0">
              <a:solidFill>
                <a:srgbClr val="003300"/>
              </a:solidFill>
              <a:latin typeface="Times New Roman" panose="02020603050405020304" pitchFamily="18" charset="0"/>
              <a:ea typeface="宋体" panose="02010600030101010101" pitchFamily="2" charset="-122"/>
            </a:endParaRPr>
          </a:p>
          <a:p>
            <a:pPr algn="just" eaLnBrk="0" hangingPunct="0">
              <a:lnSpc>
                <a:spcPct val="150000"/>
              </a:lnSpc>
            </a:pPr>
            <a:r>
              <a:rPr lang="zh-CN" altLang="en-US" sz="2400" b="1" dirty="0">
                <a:solidFill>
                  <a:srgbClr val="003300"/>
                </a:solidFill>
                <a:latin typeface="Times New Roman" panose="02020603050405020304" pitchFamily="18" charset="0"/>
                <a:ea typeface="宋体" panose="02010600030101010101" pitchFamily="2" charset="-122"/>
              </a:rPr>
              <a:t>	</a:t>
            </a:r>
            <a:r>
              <a:rPr lang="en-US" altLang="zh-CN" sz="2400" b="1" dirty="0">
                <a:solidFill>
                  <a:srgbClr val="003300"/>
                </a:solidFill>
                <a:latin typeface="Times New Roman" panose="02020603050405020304" pitchFamily="18" charset="0"/>
                <a:ea typeface="宋体" panose="02010600030101010101" pitchFamily="2" charset="-122"/>
              </a:rPr>
              <a:t>1. </a:t>
            </a:r>
            <a:r>
              <a:rPr lang="zh-CN" altLang="en-US" sz="2400" b="1" dirty="0">
                <a:solidFill>
                  <a:srgbClr val="003300"/>
                </a:solidFill>
                <a:latin typeface="Times New Roman" panose="02020603050405020304" pitchFamily="18" charset="0"/>
                <a:ea typeface="宋体" panose="02010600030101010101" pitchFamily="2" charset="-122"/>
              </a:rPr>
              <a:t>无条件传送方式</a:t>
            </a:r>
            <a:endParaRPr lang="zh-CN" altLang="en-US" sz="2400" dirty="0">
              <a:solidFill>
                <a:srgbClr val="003300"/>
              </a:solidFill>
              <a:latin typeface="Times New Roman" panose="02020603050405020304" pitchFamily="18" charset="0"/>
              <a:ea typeface="宋体" panose="02010600030101010101" pitchFamily="2" charset="-122"/>
            </a:endParaRPr>
          </a:p>
          <a:p>
            <a:pPr algn="just" eaLnBrk="0" hangingPunct="0">
              <a:lnSpc>
                <a:spcPct val="150000"/>
              </a:lnSpc>
            </a:pPr>
            <a:r>
              <a:rPr lang="zh-CN" altLang="en-US" sz="2400" b="1" dirty="0">
                <a:solidFill>
                  <a:srgbClr val="003300"/>
                </a:solidFill>
                <a:latin typeface="Times New Roman" panose="02020603050405020304" pitchFamily="18" charset="0"/>
                <a:ea typeface="宋体" panose="02010600030101010101" pitchFamily="2" charset="-122"/>
              </a:rPr>
              <a:t>	</a:t>
            </a:r>
            <a:r>
              <a:rPr lang="en-US" altLang="zh-CN" sz="2400" b="1" dirty="0">
                <a:solidFill>
                  <a:srgbClr val="003300"/>
                </a:solidFill>
                <a:latin typeface="Times New Roman" panose="02020603050405020304" pitchFamily="18" charset="0"/>
                <a:ea typeface="宋体" panose="02010600030101010101" pitchFamily="2" charset="-122"/>
              </a:rPr>
              <a:t>2. </a:t>
            </a:r>
            <a:r>
              <a:rPr lang="zh-CN" altLang="en-US" sz="2400" b="1" dirty="0">
                <a:solidFill>
                  <a:srgbClr val="003300"/>
                </a:solidFill>
                <a:latin typeface="Times New Roman" panose="02020603050405020304" pitchFamily="18" charset="0"/>
                <a:ea typeface="宋体" panose="02010600030101010101" pitchFamily="2" charset="-122"/>
              </a:rPr>
              <a:t>查询方式</a:t>
            </a:r>
            <a:endParaRPr lang="zh-CN" altLang="en-US" sz="2400" dirty="0">
              <a:solidFill>
                <a:srgbClr val="003300"/>
              </a:solidFill>
              <a:latin typeface="Times New Roman" panose="02020603050405020304" pitchFamily="18" charset="0"/>
              <a:ea typeface="宋体" panose="02010600030101010101" pitchFamily="2" charset="-122"/>
            </a:endParaRPr>
          </a:p>
          <a:p>
            <a:pPr algn="just" eaLnBrk="0" hangingPunct="0">
              <a:lnSpc>
                <a:spcPct val="150000"/>
              </a:lnSpc>
            </a:pPr>
            <a:r>
              <a:rPr lang="zh-CN" altLang="en-US" sz="2400" b="1" dirty="0">
                <a:solidFill>
                  <a:srgbClr val="003300"/>
                </a:solidFill>
                <a:latin typeface="Times New Roman" panose="02020603050405020304" pitchFamily="18" charset="0"/>
                <a:ea typeface="宋体" panose="02010600030101010101" pitchFamily="2" charset="-122"/>
              </a:rPr>
              <a:t>	</a:t>
            </a:r>
            <a:r>
              <a:rPr lang="en-US" altLang="zh-CN" sz="2400" b="1" dirty="0">
                <a:solidFill>
                  <a:srgbClr val="003300"/>
                </a:solidFill>
                <a:latin typeface="Times New Roman" panose="02020603050405020304" pitchFamily="18" charset="0"/>
                <a:ea typeface="宋体" panose="02010600030101010101" pitchFamily="2" charset="-122"/>
              </a:rPr>
              <a:t>3. </a:t>
            </a:r>
            <a:r>
              <a:rPr lang="zh-CN" altLang="en-US" sz="2400" b="1" dirty="0">
                <a:solidFill>
                  <a:srgbClr val="003300"/>
                </a:solidFill>
                <a:latin typeface="Times New Roman" panose="02020603050405020304" pitchFamily="18" charset="0"/>
                <a:ea typeface="宋体" panose="02010600030101010101" pitchFamily="2" charset="-122"/>
              </a:rPr>
              <a:t>中断方式</a:t>
            </a:r>
            <a:endParaRPr lang="zh-CN" altLang="en-US" sz="2400" dirty="0">
              <a:solidFill>
                <a:srgbClr val="003300"/>
              </a:solidFill>
              <a:latin typeface="Times New Roman" panose="02020603050405020304" pitchFamily="18" charset="0"/>
              <a:ea typeface="宋体" panose="02010600030101010101" pitchFamily="2" charset="-122"/>
            </a:endParaRPr>
          </a:p>
          <a:p>
            <a:pPr>
              <a:spcBef>
                <a:spcPct val="50000"/>
              </a:spcBef>
            </a:pPr>
            <a:endParaRPr lang="en-US" altLang="zh-CN" sz="2400" dirty="0">
              <a:solidFill>
                <a:srgbClr val="003300"/>
              </a:solidFill>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4"/>
          <p:cNvSpPr/>
          <p:nvPr/>
        </p:nvSpPr>
        <p:spPr>
          <a:xfrm>
            <a:off x="304800" y="1219200"/>
            <a:ext cx="3429000" cy="566738"/>
          </a:xfrm>
          <a:prstGeom prst="rect">
            <a:avLst/>
          </a:prstGeom>
          <a:noFill/>
          <a:ln w="9525">
            <a:noFill/>
          </a:ln>
        </p:spPr>
        <p:txBody>
          <a:bodyPr anchor="t" anchorCtr="0">
            <a:spAutoFit/>
          </a:bodyPr>
          <a:lstStyle/>
          <a:p>
            <a:pPr indent="268605">
              <a:lnSpc>
                <a:spcPct val="130000"/>
              </a:lnSpc>
            </a:pPr>
            <a:r>
              <a:rPr lang="en-US" altLang="zh-CN" sz="2400" b="1" dirty="0">
                <a:solidFill>
                  <a:srgbClr val="FF3300"/>
                </a:solidFill>
                <a:latin typeface="Times New Roman" panose="02020603050405020304" pitchFamily="18" charset="0"/>
                <a:ea typeface="宋体" panose="02010600030101010101" pitchFamily="2" charset="-122"/>
              </a:rPr>
              <a:t>1.</a:t>
            </a:r>
            <a:r>
              <a:rPr lang="en-US" altLang="zh-CN" sz="2400" b="1" dirty="0">
                <a:solidFill>
                  <a:srgbClr val="FF3300"/>
                </a:solidFill>
                <a:latin typeface="Times New Roman" panose="02020603050405020304" pitchFamily="18" charset="0"/>
                <a:ea typeface="黑体" panose="02010609060101010101" pitchFamily="49" charset="-122"/>
              </a:rPr>
              <a:t> </a:t>
            </a:r>
            <a:r>
              <a:rPr lang="zh-CN" altLang="en-US" sz="2400" b="1" dirty="0">
                <a:solidFill>
                  <a:srgbClr val="FF3300"/>
                </a:solidFill>
                <a:latin typeface="Times New Roman" panose="02020603050405020304" pitchFamily="18" charset="0"/>
                <a:ea typeface="黑体" panose="02010609060101010101" pitchFamily="49" charset="-122"/>
              </a:rPr>
              <a:t>无条件传送方式</a:t>
            </a:r>
            <a:endParaRPr lang="zh-CN" altLang="en-US" sz="2400" dirty="0">
              <a:solidFill>
                <a:srgbClr val="FF3300"/>
              </a:solidFill>
              <a:latin typeface="Times New Roman" panose="02020603050405020304" pitchFamily="18" charset="0"/>
              <a:ea typeface="宋体" panose="02010600030101010101" pitchFamily="2" charset="-122"/>
            </a:endParaRPr>
          </a:p>
        </p:txBody>
      </p:sp>
      <p:graphicFrame>
        <p:nvGraphicFramePr>
          <p:cNvPr id="6146" name="Object 5"/>
          <p:cNvGraphicFramePr>
            <a:graphicFrameLocks/>
          </p:cNvGraphicFramePr>
          <p:nvPr/>
        </p:nvGraphicFramePr>
        <p:xfrm>
          <a:off x="5105400" y="990600"/>
          <a:ext cx="3654425" cy="3868738"/>
        </p:xfrm>
        <a:graphic>
          <a:graphicData uri="http://schemas.openxmlformats.org/presentationml/2006/ole">
            <mc:AlternateContent xmlns:mc="http://schemas.openxmlformats.org/markup-compatibility/2006">
              <mc:Choice xmlns:v="urn:schemas-microsoft-com:vml" Requires="v">
                <p:oleObj r:id="rId2" imgW="1870635" imgH="1948329" progId="">
                  <p:embed/>
                </p:oleObj>
              </mc:Choice>
              <mc:Fallback>
                <p:oleObj r:id="rId2" imgW="1870635" imgH="1948329" progId="">
                  <p:embed/>
                  <p:pic>
                    <p:nvPicPr>
                      <p:cNvPr id="0"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990600"/>
                        <a:ext cx="3654425" cy="3868738"/>
                      </a:xfrm>
                      <a:prstGeom prst="rect">
                        <a:avLst/>
                      </a:prstGeom>
                      <a:solidFill>
                        <a:srgbClr val="DDDDDD"/>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47" name="Text Box 6"/>
          <p:cNvSpPr txBox="1"/>
          <p:nvPr/>
        </p:nvSpPr>
        <p:spPr>
          <a:xfrm>
            <a:off x="228600" y="4486275"/>
            <a:ext cx="8686800" cy="2009775"/>
          </a:xfrm>
          <a:prstGeom prst="rect">
            <a:avLst/>
          </a:prstGeom>
          <a:noFill/>
          <a:ln w="9525">
            <a:noFill/>
          </a:ln>
        </p:spPr>
        <p:txBody>
          <a:bodyPr anchor="t" anchorCtr="0">
            <a:spAutoFit/>
          </a:bodyPr>
          <a:lstStyle/>
          <a:p>
            <a:pPr algn="just" eaLnBrk="0" hangingPunct="0">
              <a:lnSpc>
                <a:spcPct val="130000"/>
              </a:lnSpc>
            </a:pPr>
            <a:r>
              <a:rPr lang="zh-CN" altLang="en-US" sz="2400" b="1" dirty="0">
                <a:solidFill>
                  <a:schemeClr val="tx2"/>
                </a:solidFill>
                <a:latin typeface="Times New Roman" panose="02020603050405020304" pitchFamily="18" charset="0"/>
                <a:ea typeface="宋体" panose="02010600030101010101" pitchFamily="2" charset="-122"/>
              </a:rPr>
              <a:t>适用范围：</a:t>
            </a:r>
          </a:p>
          <a:p>
            <a:pPr algn="just" eaLnBrk="0" hangingPunct="0">
              <a:lnSpc>
                <a:spcPct val="130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）具有常驻的或状态变化缓慢的外部设备，</a:t>
            </a:r>
            <a:endParaRPr lang="zh-CN" altLang="en-US" sz="2400" dirty="0">
              <a:latin typeface="Times New Roman" panose="02020603050405020304" pitchFamily="18" charset="0"/>
              <a:ea typeface="宋体" panose="02010600030101010101" pitchFamily="2" charset="-122"/>
            </a:endParaRPr>
          </a:p>
          <a:p>
            <a:pPr algn="just" eaLnBrk="0" hangingPunct="0">
              <a:lnSpc>
                <a:spcPct val="130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）工作速度非常快，足以和</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同步工作的外部设备。</a:t>
            </a:r>
          </a:p>
          <a:p>
            <a:pPr algn="just" eaLnBrk="0" hangingPunct="0">
              <a:lnSpc>
                <a:spcPct val="130000"/>
              </a:lnSpc>
            </a:pPr>
            <a:r>
              <a:rPr lang="zh-CN" altLang="en-US" sz="2400" b="1" dirty="0">
                <a:latin typeface="Times New Roman" panose="02020603050405020304" pitchFamily="18" charset="0"/>
                <a:ea typeface="宋体" panose="02010600030101010101" pitchFamily="2" charset="-122"/>
              </a:rPr>
              <a:t>          例如：数</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模转换器</a:t>
            </a:r>
            <a:r>
              <a:rPr lang="en-US" altLang="zh-CN" sz="2400" b="1" dirty="0">
                <a:latin typeface="Times New Roman" panose="02020603050405020304" pitchFamily="18" charset="0"/>
                <a:ea typeface="宋体" panose="02010600030101010101" pitchFamily="2" charset="-122"/>
              </a:rPr>
              <a:t>DAC</a:t>
            </a:r>
            <a:r>
              <a:rPr lang="zh-CN" altLang="en-US" sz="2400" b="1"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sp>
        <p:nvSpPr>
          <p:cNvPr id="6148" name="Text Box 7"/>
          <p:cNvSpPr txBox="1"/>
          <p:nvPr/>
        </p:nvSpPr>
        <p:spPr>
          <a:xfrm>
            <a:off x="838200" y="2667000"/>
            <a:ext cx="3581400" cy="1004888"/>
          </a:xfrm>
          <a:prstGeom prst="rect">
            <a:avLst/>
          </a:prstGeom>
          <a:solidFill>
            <a:srgbClr val="FFFFCC"/>
          </a:solidFill>
          <a:ln w="9525">
            <a:noFill/>
          </a:ln>
        </p:spPr>
        <p:txBody>
          <a:bodyPr anchor="t" anchorCtr="0">
            <a:spAutoFit/>
          </a:bodyPr>
          <a:lstStyle/>
          <a:p>
            <a:pPr>
              <a:spcBef>
                <a:spcPct val="50000"/>
              </a:spcBef>
            </a:pPr>
            <a:r>
              <a:rPr lang="zh-CN" altLang="en-US" sz="2400" b="1" dirty="0">
                <a:solidFill>
                  <a:schemeClr val="tx2"/>
                </a:solidFill>
                <a:latin typeface="Times New Roman" panose="02020603050405020304" pitchFamily="18" charset="0"/>
                <a:ea typeface="宋体" panose="02010600030101010101" pitchFamily="2" charset="-122"/>
              </a:rPr>
              <a:t>输出</a:t>
            </a:r>
            <a:r>
              <a:rPr lang="en-US" altLang="zh-CN" sz="2400" b="1" dirty="0">
                <a:solidFill>
                  <a:schemeClr val="tx2"/>
                </a:solidFill>
                <a:latin typeface="Times New Roman" panose="02020603050405020304" pitchFamily="18" charset="0"/>
                <a:ea typeface="宋体" panose="02010600030101010101" pitchFamily="2" charset="-122"/>
              </a:rPr>
              <a:t>: MOV   P1, #30H</a:t>
            </a:r>
          </a:p>
          <a:p>
            <a:pPr>
              <a:spcBef>
                <a:spcPct val="50000"/>
              </a:spcBef>
            </a:pPr>
            <a:r>
              <a:rPr lang="zh-CN" altLang="en-US" sz="2400" b="1" dirty="0">
                <a:solidFill>
                  <a:schemeClr val="tx2"/>
                </a:solidFill>
                <a:latin typeface="Times New Roman" panose="02020603050405020304" pitchFamily="18" charset="0"/>
                <a:ea typeface="宋体" panose="02010600030101010101" pitchFamily="2" charset="-122"/>
              </a:rPr>
              <a:t>输入</a:t>
            </a:r>
            <a:r>
              <a:rPr lang="en-US" altLang="zh-CN" sz="2400" b="1" dirty="0">
                <a:solidFill>
                  <a:schemeClr val="tx2"/>
                </a:solidFill>
                <a:latin typeface="Times New Roman" panose="02020603050405020304" pitchFamily="18" charset="0"/>
                <a:ea typeface="宋体" panose="02010600030101010101" pitchFamily="2" charset="-122"/>
              </a:rPr>
              <a:t>: MOV   A,  P1</a:t>
            </a:r>
          </a:p>
        </p:txBody>
      </p:sp>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2"/>
          <p:cNvSpPr txBox="1"/>
          <p:nvPr/>
        </p:nvSpPr>
        <p:spPr>
          <a:xfrm>
            <a:off x="533400" y="1066800"/>
            <a:ext cx="3505200" cy="566738"/>
          </a:xfrm>
          <a:prstGeom prst="rect">
            <a:avLst/>
          </a:prstGeom>
          <a:noFill/>
          <a:ln w="9525">
            <a:noFill/>
          </a:ln>
        </p:spPr>
        <p:txBody>
          <a:bodyPr anchor="t" anchorCtr="0">
            <a:spAutoFit/>
          </a:bodyPr>
          <a:lstStyle/>
          <a:p>
            <a:pPr algn="just" eaLnBrk="0" hangingPunct="0">
              <a:lnSpc>
                <a:spcPct val="130000"/>
              </a:lnSpc>
            </a:pPr>
            <a:r>
              <a:rPr lang="en-US" altLang="zh-CN" sz="2400" b="1" dirty="0">
                <a:solidFill>
                  <a:srgbClr val="FF3300"/>
                </a:solidFill>
                <a:latin typeface="Times New Roman" panose="02020603050405020304" pitchFamily="18" charset="0"/>
                <a:ea typeface="黑体" panose="02010609060101010101" pitchFamily="49" charset="-122"/>
              </a:rPr>
              <a:t>2. </a:t>
            </a:r>
            <a:r>
              <a:rPr lang="zh-CN" altLang="en-US" sz="2400" b="1" dirty="0">
                <a:solidFill>
                  <a:srgbClr val="FF3300"/>
                </a:solidFill>
                <a:latin typeface="Times New Roman" panose="02020603050405020304" pitchFamily="18" charset="0"/>
                <a:ea typeface="黑体" panose="02010609060101010101" pitchFamily="49" charset="-122"/>
              </a:rPr>
              <a:t>程序查询方式</a:t>
            </a:r>
            <a:endParaRPr lang="zh-CN" altLang="en-US" sz="2400" dirty="0">
              <a:latin typeface="Times New Roman" panose="02020603050405020304" pitchFamily="18" charset="0"/>
              <a:ea typeface="宋体" panose="02010600030101010101" pitchFamily="2" charset="-122"/>
            </a:endParaRPr>
          </a:p>
        </p:txBody>
      </p:sp>
      <p:sp>
        <p:nvSpPr>
          <p:cNvPr id="7171" name="Text Box 5"/>
          <p:cNvSpPr txBox="1"/>
          <p:nvPr/>
        </p:nvSpPr>
        <p:spPr>
          <a:xfrm>
            <a:off x="609600" y="2133600"/>
            <a:ext cx="4419600" cy="2100263"/>
          </a:xfrm>
          <a:prstGeom prst="rect">
            <a:avLst/>
          </a:prstGeom>
          <a:noFill/>
          <a:ln w="9525">
            <a:noFill/>
          </a:ln>
        </p:spPr>
        <p:txBody>
          <a:bodyPr anchor="t" anchorCtr="0">
            <a:spAutoFit/>
          </a:bodyPr>
          <a:lstStyle/>
          <a:p>
            <a:pPr>
              <a:spcBef>
                <a:spcPct val="50000"/>
              </a:spcBef>
            </a:pPr>
            <a:r>
              <a:rPr lang="zh-CN" altLang="en-US" sz="2400" b="1" dirty="0">
                <a:solidFill>
                  <a:schemeClr val="accent2"/>
                </a:solidFill>
                <a:latin typeface="Times New Roman" panose="02020603050405020304" pitchFamily="18" charset="0"/>
                <a:ea typeface="宋体" panose="02010600030101010101" pitchFamily="2" charset="-122"/>
              </a:rPr>
              <a:t>特点：</a:t>
            </a:r>
          </a:p>
          <a:p>
            <a:pPr>
              <a:spcBef>
                <a:spcPct val="50000"/>
              </a:spcBef>
            </a:pPr>
            <a:r>
              <a:rPr lang="zh-CN" altLang="en-US" sz="2400" b="1" dirty="0">
                <a:solidFill>
                  <a:schemeClr val="tx2"/>
                </a:solidFill>
                <a:latin typeface="Times New Roman" panose="02020603050405020304" pitchFamily="18" charset="0"/>
                <a:ea typeface="宋体" panose="02010600030101010101" pitchFamily="2" charset="-122"/>
              </a:rPr>
              <a:t>        输入输出完全由</a:t>
            </a:r>
            <a:r>
              <a:rPr lang="en-US" altLang="zh-CN" sz="2400" b="1" dirty="0">
                <a:solidFill>
                  <a:schemeClr val="tx2"/>
                </a:solidFill>
                <a:latin typeface="Times New Roman" panose="02020603050405020304" pitchFamily="18" charset="0"/>
                <a:ea typeface="宋体" panose="02010600030101010101" pitchFamily="2" charset="-122"/>
              </a:rPr>
              <a:t>CPU</a:t>
            </a:r>
            <a:r>
              <a:rPr lang="zh-CN" altLang="en-US" sz="2400" b="1" dirty="0">
                <a:solidFill>
                  <a:schemeClr val="tx2"/>
                </a:solidFill>
                <a:latin typeface="Times New Roman" panose="02020603050405020304" pitchFamily="18" charset="0"/>
                <a:ea typeface="宋体" panose="02010600030101010101" pitchFamily="2" charset="-122"/>
              </a:rPr>
              <a:t>控制；</a:t>
            </a:r>
          </a:p>
          <a:p>
            <a:pPr>
              <a:spcBef>
                <a:spcPct val="50000"/>
              </a:spcBef>
            </a:pPr>
            <a:r>
              <a:rPr lang="zh-CN" altLang="en-US" sz="2400" b="1" dirty="0">
                <a:solidFill>
                  <a:schemeClr val="tx2"/>
                </a:solidFill>
                <a:latin typeface="Times New Roman" panose="02020603050405020304" pitchFamily="18" charset="0"/>
                <a:ea typeface="宋体" panose="02010600030101010101" pitchFamily="2" charset="-122"/>
              </a:rPr>
              <a:t>        硬件电路比较简单。</a:t>
            </a:r>
          </a:p>
          <a:p>
            <a:pPr>
              <a:spcBef>
                <a:spcPct val="50000"/>
              </a:spcBef>
            </a:pPr>
            <a:r>
              <a:rPr lang="zh-CN" altLang="en-US" sz="2400" b="1" dirty="0">
                <a:solidFill>
                  <a:schemeClr val="accent2"/>
                </a:solidFill>
                <a:latin typeface="Times New Roman" panose="02020603050405020304" pitchFamily="18" charset="0"/>
                <a:ea typeface="宋体" panose="02010600030101010101" pitchFamily="2" charset="-122"/>
              </a:rPr>
              <a:t>缺点：</a:t>
            </a:r>
            <a:r>
              <a:rPr lang="zh-CN" altLang="en-US" sz="2400" b="1" dirty="0">
                <a:solidFill>
                  <a:schemeClr val="tx2"/>
                </a:solidFill>
                <a:latin typeface="Times New Roman" panose="02020603050405020304" pitchFamily="18" charset="0"/>
                <a:ea typeface="宋体" panose="02010600030101010101" pitchFamily="2" charset="-122"/>
              </a:rPr>
              <a:t>浪费</a:t>
            </a:r>
            <a:r>
              <a:rPr lang="en-US" altLang="zh-CN" sz="2400" b="1" dirty="0">
                <a:solidFill>
                  <a:schemeClr val="tx2"/>
                </a:solidFill>
                <a:latin typeface="Times New Roman" panose="02020603050405020304" pitchFamily="18" charset="0"/>
                <a:ea typeface="宋体" panose="02010600030101010101" pitchFamily="2" charset="-122"/>
              </a:rPr>
              <a:t>CPU</a:t>
            </a:r>
            <a:r>
              <a:rPr lang="zh-CN" altLang="en-US" sz="2400" b="1" dirty="0">
                <a:solidFill>
                  <a:schemeClr val="tx2"/>
                </a:solidFill>
                <a:latin typeface="Times New Roman" panose="02020603050405020304" pitchFamily="18" charset="0"/>
                <a:ea typeface="宋体" panose="02010600030101010101" pitchFamily="2" charset="-122"/>
              </a:rPr>
              <a:t>的时间。</a:t>
            </a:r>
          </a:p>
        </p:txBody>
      </p:sp>
      <p:pic>
        <p:nvPicPr>
          <p:cNvPr id="2" name="图片 1"/>
          <p:cNvPicPr>
            <a:picLocks noChangeAspect="1"/>
          </p:cNvPicPr>
          <p:nvPr/>
        </p:nvPicPr>
        <p:blipFill>
          <a:blip r:embed="rId2"/>
          <a:stretch>
            <a:fillRect/>
          </a:stretch>
        </p:blipFill>
        <p:spPr>
          <a:xfrm>
            <a:off x="5652135" y="1340485"/>
            <a:ext cx="2792095" cy="3717925"/>
          </a:xfrm>
          <a:prstGeom prst="rect">
            <a:avLst/>
          </a:prstGeom>
        </p:spPr>
      </p:pic>
    </p:spTree>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p:cNvSpPr txBox="1"/>
          <p:nvPr/>
        </p:nvSpPr>
        <p:spPr>
          <a:xfrm>
            <a:off x="381000" y="990600"/>
            <a:ext cx="2514600" cy="566738"/>
          </a:xfrm>
          <a:prstGeom prst="rect">
            <a:avLst/>
          </a:prstGeom>
          <a:noFill/>
          <a:ln w="9525">
            <a:noFill/>
          </a:ln>
        </p:spPr>
        <p:txBody>
          <a:bodyPr anchor="t" anchorCtr="0">
            <a:spAutoFit/>
          </a:bodyPr>
          <a:lstStyle/>
          <a:p>
            <a:pPr algn="just" eaLnBrk="0" hangingPunct="0">
              <a:lnSpc>
                <a:spcPct val="130000"/>
              </a:lnSpc>
            </a:pPr>
            <a:r>
              <a:rPr lang="en-US" altLang="zh-CN" sz="2400" b="1" dirty="0">
                <a:solidFill>
                  <a:srgbClr val="FF3300"/>
                </a:solidFill>
                <a:latin typeface="Times New Roman" panose="02020603050405020304" pitchFamily="18" charset="0"/>
                <a:ea typeface="黑体" panose="02010609060101010101" pitchFamily="49" charset="-122"/>
              </a:rPr>
              <a:t>3. </a:t>
            </a:r>
            <a:r>
              <a:rPr lang="zh-CN" altLang="en-US" sz="2400" b="1" dirty="0">
                <a:solidFill>
                  <a:srgbClr val="FF3300"/>
                </a:solidFill>
                <a:latin typeface="Times New Roman" panose="02020603050405020304" pitchFamily="18" charset="0"/>
                <a:ea typeface="黑体" panose="02010609060101010101" pitchFamily="49" charset="-122"/>
              </a:rPr>
              <a:t>中断方式</a:t>
            </a:r>
            <a:endParaRPr lang="zh-CN" altLang="en-US" sz="2400" dirty="0">
              <a:solidFill>
                <a:srgbClr val="FF3300"/>
              </a:solidFill>
              <a:latin typeface="Times New Roman" panose="02020603050405020304" pitchFamily="18" charset="0"/>
              <a:ea typeface="宋体" panose="02010600030101010101" pitchFamily="2" charset="-122"/>
            </a:endParaRPr>
          </a:p>
        </p:txBody>
      </p:sp>
      <p:sp>
        <p:nvSpPr>
          <p:cNvPr id="221187" name="Text Box 3"/>
          <p:cNvSpPr txBox="1"/>
          <p:nvPr/>
        </p:nvSpPr>
        <p:spPr>
          <a:xfrm>
            <a:off x="467360" y="3284855"/>
            <a:ext cx="8305800" cy="1990725"/>
          </a:xfrm>
          <a:prstGeom prst="rect">
            <a:avLst/>
          </a:prstGeom>
          <a:solidFill>
            <a:srgbClr val="CCECFF"/>
          </a:solidFill>
          <a:ln w="9525">
            <a:noFill/>
          </a:ln>
        </p:spPr>
        <p:txBody>
          <a:bodyPr anchor="t" anchorCtr="0">
            <a:spAutoFit/>
          </a:bodyPr>
          <a:lstStyle/>
          <a:p>
            <a:pPr algn="just" eaLnBrk="0" hangingPunct="0">
              <a:lnSpc>
                <a:spcPct val="130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中断方式与查询方式的主要区别在于：</a:t>
            </a:r>
            <a:r>
              <a:rPr lang="zh-CN" altLang="en-US" sz="2400" b="1" dirty="0">
                <a:solidFill>
                  <a:srgbClr val="009900"/>
                </a:solidFill>
                <a:latin typeface="Times New Roman" panose="02020603050405020304" pitchFamily="18" charset="0"/>
                <a:ea typeface="宋体" panose="02010600030101010101" pitchFamily="2" charset="-122"/>
              </a:rPr>
              <a:t>如何知道外设是否为数据的传送作好了准备。</a:t>
            </a:r>
          </a:p>
          <a:p>
            <a:pPr algn="just" eaLnBrk="0" hangingPunct="0">
              <a:lnSpc>
                <a:spcPct val="130000"/>
              </a:lnSpc>
            </a:pPr>
            <a:r>
              <a:rPr lang="zh-CN" altLang="en-US" sz="2400" b="1" dirty="0">
                <a:solidFill>
                  <a:schemeClr val="tx2"/>
                </a:solidFill>
                <a:latin typeface="Times New Roman" panose="02020603050405020304" pitchFamily="18" charset="0"/>
                <a:ea typeface="宋体" panose="02010600030101010101" pitchFamily="2" charset="-122"/>
              </a:rPr>
              <a:t>        查询方式是</a:t>
            </a:r>
            <a:r>
              <a:rPr lang="en-US" altLang="zh-CN" sz="2400" b="1" dirty="0">
                <a:solidFill>
                  <a:srgbClr val="FF3300"/>
                </a:solidFill>
                <a:latin typeface="Times New Roman" panose="02020603050405020304" pitchFamily="18" charset="0"/>
                <a:ea typeface="宋体" panose="02010600030101010101" pitchFamily="2" charset="-122"/>
              </a:rPr>
              <a:t>CPU</a:t>
            </a:r>
            <a:r>
              <a:rPr lang="zh-CN" altLang="en-US" sz="2400" b="1" dirty="0">
                <a:solidFill>
                  <a:srgbClr val="FF3300"/>
                </a:solidFill>
                <a:latin typeface="Times New Roman" panose="02020603050405020304" pitchFamily="18" charset="0"/>
                <a:ea typeface="宋体" panose="02010600030101010101" pitchFamily="2" charset="-122"/>
              </a:rPr>
              <a:t>的主动形式</a:t>
            </a:r>
            <a:r>
              <a:rPr lang="zh-CN" altLang="en-US" sz="2400" b="1" dirty="0">
                <a:solidFill>
                  <a:schemeClr val="tx2"/>
                </a:solidFill>
                <a:latin typeface="Times New Roman" panose="02020603050405020304" pitchFamily="18" charset="0"/>
                <a:ea typeface="宋体" panose="02010600030101010101" pitchFamily="2" charset="-122"/>
              </a:rPr>
              <a:t>，而中断方式则是</a:t>
            </a:r>
            <a:r>
              <a:rPr lang="en-US" altLang="zh-CN" sz="2400" b="1" dirty="0">
                <a:solidFill>
                  <a:schemeClr val="tx2"/>
                </a:solidFill>
                <a:latin typeface="Times New Roman" panose="02020603050405020304" pitchFamily="18" charset="0"/>
                <a:ea typeface="宋体" panose="02010600030101010101" pitchFamily="2" charset="-122"/>
              </a:rPr>
              <a:t>CPU</a:t>
            </a:r>
            <a:r>
              <a:rPr lang="zh-CN" altLang="en-US" sz="2400" b="1" dirty="0">
                <a:solidFill>
                  <a:schemeClr val="tx2"/>
                </a:solidFill>
                <a:latin typeface="Times New Roman" panose="02020603050405020304" pitchFamily="18" charset="0"/>
                <a:ea typeface="宋体" panose="02010600030101010101" pitchFamily="2" charset="-122"/>
              </a:rPr>
              <a:t>等待通知（中断请求）的</a:t>
            </a:r>
            <a:r>
              <a:rPr lang="zh-CN" altLang="en-US" sz="2400" b="1" dirty="0">
                <a:solidFill>
                  <a:srgbClr val="FF3300"/>
                </a:solidFill>
                <a:latin typeface="Times New Roman" panose="02020603050405020304" pitchFamily="18" charset="0"/>
                <a:ea typeface="宋体" panose="02010600030101010101" pitchFamily="2" charset="-122"/>
              </a:rPr>
              <a:t>被动方式</a:t>
            </a:r>
            <a:r>
              <a:rPr lang="zh-CN" altLang="en-US" sz="2400" b="1" dirty="0">
                <a:solidFill>
                  <a:schemeClr val="tx2"/>
                </a:solidFill>
                <a:latin typeface="Times New Roman" panose="02020603050405020304" pitchFamily="18" charset="0"/>
                <a:ea typeface="宋体" panose="02010600030101010101" pitchFamily="2" charset="-122"/>
              </a:rPr>
              <a:t>。</a:t>
            </a:r>
            <a:endParaRPr lang="zh-CN" altLang="en-US" sz="2400" dirty="0">
              <a:solidFill>
                <a:schemeClr val="tx2"/>
              </a:solidFill>
              <a:latin typeface="Times New Roman" panose="02020603050405020304" pitchFamily="18" charset="0"/>
              <a:ea typeface="宋体" panose="02010600030101010101" pitchFamily="2" charset="-122"/>
            </a:endParaRPr>
          </a:p>
        </p:txBody>
      </p:sp>
      <p:sp>
        <p:nvSpPr>
          <p:cNvPr id="221191" name="Text Box 7"/>
          <p:cNvSpPr txBox="1"/>
          <p:nvPr/>
        </p:nvSpPr>
        <p:spPr>
          <a:xfrm>
            <a:off x="827405" y="2132965"/>
            <a:ext cx="3657600" cy="460375"/>
          </a:xfrm>
          <a:prstGeom prst="rect">
            <a:avLst/>
          </a:prstGeom>
          <a:solidFill>
            <a:srgbClr val="DDDDDD"/>
          </a:solidFill>
          <a:ln w="9525">
            <a:noFill/>
          </a:ln>
        </p:spPr>
        <p:txBody>
          <a:bodyPr anchor="t" anchorCtr="0">
            <a:spAutoFit/>
          </a:bodyPr>
          <a:lstStyle/>
          <a:p>
            <a:pPr>
              <a:spcBef>
                <a:spcPct val="50000"/>
              </a:spcBef>
            </a:pPr>
            <a:r>
              <a:rPr lang="zh-CN" altLang="en-US" sz="2400" b="1" dirty="0">
                <a:solidFill>
                  <a:schemeClr val="tx2"/>
                </a:solidFill>
                <a:latin typeface="Times New Roman" panose="02020603050405020304" pitchFamily="18" charset="0"/>
                <a:ea typeface="宋体" panose="02010600030101010101" pitchFamily="2" charset="-122"/>
              </a:rPr>
              <a:t>现实生活中的中断举例：</a:t>
            </a:r>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3"/>
          <p:cNvSpPr/>
          <p:nvPr/>
        </p:nvSpPr>
        <p:spPr>
          <a:xfrm>
            <a:off x="228600" y="762000"/>
            <a:ext cx="5943600" cy="693738"/>
          </a:xfrm>
          <a:prstGeom prst="rect">
            <a:avLst/>
          </a:prstGeom>
          <a:noFill/>
          <a:ln w="9525">
            <a:noFill/>
          </a:ln>
        </p:spPr>
        <p:txBody>
          <a:bodyPr anchor="t" anchorCtr="0">
            <a:spAutoFit/>
          </a:bodyPr>
          <a:lstStyle/>
          <a:p>
            <a:pPr indent="266700" algn="just" eaLnBrk="0" hangingPunct="0">
              <a:lnSpc>
                <a:spcPct val="140000"/>
              </a:lnSpc>
            </a:pPr>
            <a:r>
              <a:rPr lang="en-US" altLang="zh-CN" b="1" dirty="0">
                <a:solidFill>
                  <a:srgbClr val="FF0000"/>
                </a:solidFill>
                <a:latin typeface="Times New Roman" panose="02020603050405020304" pitchFamily="18" charset="0"/>
                <a:ea typeface="黑体" panose="02010609060101010101" pitchFamily="49" charset="-122"/>
              </a:rPr>
              <a:t>6.1.2   </a:t>
            </a:r>
            <a:r>
              <a:rPr lang="zh-CN" altLang="en-US" b="1" dirty="0">
                <a:solidFill>
                  <a:srgbClr val="FF0000"/>
                </a:solidFill>
                <a:latin typeface="Times New Roman" panose="02020603050405020304" pitchFamily="18" charset="0"/>
                <a:ea typeface="黑体" panose="02010609060101010101" pitchFamily="49" charset="-122"/>
              </a:rPr>
              <a:t>计算机中的中断</a:t>
            </a:r>
            <a:endParaRPr lang="zh-CN" altLang="en-US" b="1" dirty="0">
              <a:latin typeface="Times New Roman" panose="02020603050405020304" pitchFamily="18" charset="0"/>
              <a:ea typeface="宋体" panose="02010600030101010101" pitchFamily="2" charset="-122"/>
            </a:endParaRPr>
          </a:p>
        </p:txBody>
      </p:sp>
      <p:sp>
        <p:nvSpPr>
          <p:cNvPr id="88068" name="Rectangle 4"/>
          <p:cNvSpPr/>
          <p:nvPr/>
        </p:nvSpPr>
        <p:spPr>
          <a:xfrm>
            <a:off x="304800" y="1905000"/>
            <a:ext cx="5181600" cy="3159125"/>
          </a:xfrm>
          <a:prstGeom prst="rect">
            <a:avLst/>
          </a:prstGeom>
          <a:noFill/>
          <a:ln w="9525">
            <a:noFill/>
          </a:ln>
        </p:spPr>
        <p:txBody>
          <a:bodyPr anchor="t" anchorCtr="0">
            <a:spAutoFit/>
          </a:bodyPr>
          <a:lstStyle/>
          <a:p>
            <a:pPr indent="266700">
              <a:lnSpc>
                <a:spcPct val="140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指</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在处理某件事情的时候，外部发生了某一事件请求</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迅速去处理，于是</a:t>
            </a:r>
            <a:r>
              <a:rPr lang="en-US" altLang="zh-CN" sz="2400" b="1" dirty="0">
                <a:latin typeface="Times New Roman" panose="02020603050405020304" pitchFamily="18" charset="0"/>
                <a:ea typeface="宋体" panose="02010600030101010101" pitchFamily="2" charset="-122"/>
              </a:rPr>
              <a:t>CPU</a:t>
            </a:r>
            <a:r>
              <a:rPr lang="zh-CN" altLang="en-US" sz="2400" b="1" dirty="0">
                <a:solidFill>
                  <a:srgbClr val="009900"/>
                </a:solidFill>
                <a:latin typeface="Times New Roman" panose="02020603050405020304" pitchFamily="18" charset="0"/>
                <a:ea typeface="宋体" panose="02010600030101010101" pitchFamily="2" charset="-122"/>
              </a:rPr>
              <a:t>暂时</a:t>
            </a:r>
            <a:r>
              <a:rPr lang="zh-CN" altLang="en-US" sz="2400" b="1" dirty="0">
                <a:latin typeface="Times New Roman" panose="02020603050405020304" pitchFamily="18" charset="0"/>
                <a:ea typeface="宋体" panose="02010600030101010101" pitchFamily="2" charset="-122"/>
              </a:rPr>
              <a:t>中断当前的工作，转入处理所发生的事件，中断访问处理完后，再回到原来被中断的地方，继续原来的工作的过程称为</a:t>
            </a:r>
            <a:r>
              <a:rPr lang="zh-CN" altLang="en-US" sz="2400" b="1" dirty="0">
                <a:solidFill>
                  <a:srgbClr val="009900"/>
                </a:solidFill>
                <a:latin typeface="Times New Roman" panose="02020603050405020304" pitchFamily="18" charset="0"/>
                <a:ea typeface="宋体" panose="02010600030101010101" pitchFamily="2" charset="-122"/>
              </a:rPr>
              <a:t>中断</a:t>
            </a:r>
            <a:r>
              <a:rPr lang="zh-CN" altLang="en-US" sz="2400" b="1"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grpSp>
        <p:nvGrpSpPr>
          <p:cNvPr id="2" name="Group 5"/>
          <p:cNvGrpSpPr/>
          <p:nvPr/>
        </p:nvGrpSpPr>
        <p:grpSpPr>
          <a:xfrm>
            <a:off x="5410200" y="2057400"/>
            <a:ext cx="3022600" cy="3138488"/>
            <a:chOff x="6901" y="3838"/>
            <a:chExt cx="2095" cy="2514"/>
          </a:xfrm>
        </p:grpSpPr>
        <p:pic>
          <p:nvPicPr>
            <p:cNvPr id="9220" name="Picture 6" descr="中断流程"/>
            <p:cNvPicPr>
              <a:picLocks noChangeAspect="1"/>
            </p:cNvPicPr>
            <p:nvPr/>
          </p:nvPicPr>
          <p:blipFill>
            <a:blip r:embed="rId2"/>
            <a:srcRect l="13873" r="8340" b="19060"/>
            <a:stretch>
              <a:fillRect/>
            </a:stretch>
          </p:blipFill>
          <p:spPr>
            <a:xfrm>
              <a:off x="6943" y="3838"/>
              <a:ext cx="1996" cy="2238"/>
            </a:xfrm>
            <a:prstGeom prst="rect">
              <a:avLst/>
            </a:prstGeom>
            <a:solidFill>
              <a:srgbClr val="CCECFF"/>
            </a:solidFill>
            <a:ln w="9525">
              <a:noFill/>
            </a:ln>
          </p:spPr>
        </p:pic>
        <p:sp>
          <p:nvSpPr>
            <p:cNvPr id="9221" name="Text Box 7"/>
            <p:cNvSpPr txBox="1"/>
            <p:nvPr/>
          </p:nvSpPr>
          <p:spPr>
            <a:xfrm>
              <a:off x="6901" y="6010"/>
              <a:ext cx="2095" cy="342"/>
            </a:xfrm>
            <a:prstGeom prst="rect">
              <a:avLst/>
            </a:prstGeom>
            <a:solidFill>
              <a:srgbClr val="CCECFF"/>
            </a:solidFill>
            <a:ln w="9525">
              <a:noFill/>
            </a:ln>
          </p:spPr>
          <p:txBody>
            <a:bodyPr lIns="0" tIns="0" rIns="0" bIns="0" anchor="t" anchorCtr="0"/>
            <a:lstStyle/>
            <a:p>
              <a:pPr algn="ctr" eaLnBrk="0" hangingPunct="0"/>
              <a:r>
                <a:rPr lang="zh-CN" altLang="en-US" sz="2400" dirty="0">
                  <a:latin typeface="Times New Roman" panose="02020603050405020304" pitchFamily="18" charset="0"/>
                  <a:ea typeface="黑体" panose="02010609060101010101" pitchFamily="49" charset="-122"/>
                </a:rPr>
                <a:t>图</a:t>
              </a:r>
              <a:r>
                <a:rPr lang="en-US" altLang="zh-CN" sz="2400" dirty="0">
                  <a:latin typeface="Times New Roman" panose="02020603050405020304" pitchFamily="18" charset="0"/>
                  <a:ea typeface="黑体" panose="02010609060101010101" pitchFamily="49" charset="-122"/>
                </a:rPr>
                <a:t>6-2  </a:t>
              </a:r>
              <a:r>
                <a:rPr lang="zh-CN" altLang="en-US" sz="2400" dirty="0">
                  <a:latin typeface="Times New Roman" panose="02020603050405020304" pitchFamily="18" charset="0"/>
                  <a:ea typeface="黑体" panose="02010609060101010101" pitchFamily="49" charset="-122"/>
                </a:rPr>
                <a:t>中断流程</a:t>
              </a:r>
            </a:p>
          </p:txBody>
        </p:sp>
      </p:gr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50" name="Rectangle 14"/>
          <p:cNvSpPr/>
          <p:nvPr/>
        </p:nvSpPr>
        <p:spPr>
          <a:xfrm>
            <a:off x="107315" y="836295"/>
            <a:ext cx="4535805" cy="4575175"/>
          </a:xfrm>
          <a:prstGeom prst="rect">
            <a:avLst/>
          </a:prstGeom>
          <a:noFill/>
          <a:ln w="9525">
            <a:noFill/>
          </a:ln>
        </p:spPr>
        <p:txBody>
          <a:bodyPr wrap="square" anchor="t" anchorCtr="0">
            <a:spAutoFit/>
          </a:bodyPr>
          <a:lstStyle/>
          <a:p>
            <a:pPr indent="266700">
              <a:lnSpc>
                <a:spcPct val="135000"/>
              </a:lnSpc>
            </a:pPr>
            <a:r>
              <a:rPr lang="zh-CN" altLang="en-US" sz="2400" b="1" dirty="0">
                <a:solidFill>
                  <a:schemeClr val="tx2"/>
                </a:solidFill>
                <a:latin typeface="Times New Roman" panose="02020603050405020304" pitchFamily="18" charset="0"/>
                <a:ea typeface="宋体" panose="02010600030101010101" pitchFamily="2" charset="-122"/>
              </a:rPr>
              <a:t>实现中断功能的部件称为</a:t>
            </a:r>
            <a:r>
              <a:rPr lang="zh-CN" altLang="en-US" sz="2400" b="1" dirty="0">
                <a:solidFill>
                  <a:srgbClr val="009900"/>
                </a:solidFill>
                <a:latin typeface="Times New Roman" panose="02020603050405020304" pitchFamily="18" charset="0"/>
                <a:ea typeface="宋体" panose="02010600030101010101" pitchFamily="2" charset="-122"/>
              </a:rPr>
              <a:t>中断系统（中断机构）</a:t>
            </a:r>
            <a:r>
              <a:rPr lang="zh-CN" altLang="en-US" sz="2400" b="1" dirty="0">
                <a:solidFill>
                  <a:schemeClr val="tx2"/>
                </a:solidFill>
                <a:latin typeface="Times New Roman" panose="02020603050405020304" pitchFamily="18" charset="0"/>
                <a:ea typeface="宋体" panose="02010600030101010101" pitchFamily="2" charset="-122"/>
              </a:rPr>
              <a:t>；</a:t>
            </a:r>
          </a:p>
          <a:p>
            <a:pPr indent="266700">
              <a:lnSpc>
                <a:spcPct val="135000"/>
              </a:lnSpc>
            </a:pPr>
            <a:r>
              <a:rPr lang="zh-CN" altLang="en-US" sz="2400" b="1" dirty="0">
                <a:solidFill>
                  <a:schemeClr val="tx2"/>
                </a:solidFill>
                <a:latin typeface="Times New Roman" panose="02020603050405020304" pitchFamily="18" charset="0"/>
                <a:ea typeface="宋体" panose="02010600030101010101" pitchFamily="2" charset="-122"/>
              </a:rPr>
              <a:t>产生中断的请求源称为</a:t>
            </a:r>
            <a:r>
              <a:rPr lang="zh-CN" altLang="en-US" sz="2400" b="1" dirty="0">
                <a:solidFill>
                  <a:srgbClr val="009900"/>
                </a:solidFill>
                <a:latin typeface="Times New Roman" panose="02020603050405020304" pitchFamily="18" charset="0"/>
                <a:ea typeface="宋体" panose="02010600030101010101" pitchFamily="2" charset="-122"/>
              </a:rPr>
              <a:t>中断源</a:t>
            </a:r>
            <a:r>
              <a:rPr lang="zh-CN" altLang="en-US" sz="2400" b="1" dirty="0">
                <a:solidFill>
                  <a:schemeClr val="tx2"/>
                </a:solidFill>
                <a:latin typeface="Times New Roman" panose="02020603050405020304" pitchFamily="18" charset="0"/>
                <a:ea typeface="宋体" panose="02010600030101010101" pitchFamily="2" charset="-122"/>
              </a:rPr>
              <a:t>。</a:t>
            </a:r>
          </a:p>
          <a:p>
            <a:pPr indent="266700">
              <a:lnSpc>
                <a:spcPct val="135000"/>
              </a:lnSpc>
            </a:pPr>
            <a:r>
              <a:rPr lang="zh-CN" altLang="en-US"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hlink"/>
                </a:solidFill>
                <a:latin typeface="Times New Roman" panose="02020603050405020304" pitchFamily="18" charset="0"/>
                <a:ea typeface="宋体" panose="02010600030101010101" pitchFamily="2" charset="-122"/>
              </a:rPr>
              <a:t>五个中断源：</a:t>
            </a:r>
          </a:p>
          <a:p>
            <a:pPr indent="266700">
              <a:lnSpc>
                <a:spcPct val="135000"/>
              </a:lnSpc>
            </a:pPr>
            <a:r>
              <a:rPr lang="zh-CN" altLang="en-US" sz="2400" b="1" dirty="0">
                <a:solidFill>
                  <a:schemeClr val="hlink"/>
                </a:solidFill>
                <a:latin typeface="Times New Roman" panose="02020603050405020304" pitchFamily="18" charset="0"/>
                <a:ea typeface="宋体" panose="02010600030101010101" pitchFamily="2" charset="-122"/>
              </a:rPr>
              <a:t>         </a:t>
            </a:r>
            <a:r>
              <a:rPr lang="en-US" altLang="zh-CN" sz="2400" b="1" dirty="0">
                <a:solidFill>
                  <a:schemeClr val="hlink"/>
                </a:solidFill>
                <a:latin typeface="Times New Roman" panose="02020603050405020304" pitchFamily="18" charset="0"/>
                <a:ea typeface="宋体" panose="02010600030101010101" pitchFamily="2" charset="-122"/>
              </a:rPr>
              <a:t>2</a:t>
            </a:r>
            <a:r>
              <a:rPr lang="zh-CN" altLang="en-US" sz="2400" b="1" dirty="0">
                <a:solidFill>
                  <a:schemeClr val="hlink"/>
                </a:solidFill>
                <a:latin typeface="Times New Roman" panose="02020603050405020304" pitchFamily="18" charset="0"/>
                <a:ea typeface="宋体" panose="02010600030101010101" pitchFamily="2" charset="-122"/>
              </a:rPr>
              <a:t>个外部中断， </a:t>
            </a:r>
            <a:r>
              <a:rPr lang="en-US" altLang="zh-CN" sz="2400" b="1" dirty="0">
                <a:solidFill>
                  <a:schemeClr val="hlink"/>
                </a:solidFill>
                <a:latin typeface="Times New Roman" panose="02020603050405020304" pitchFamily="18" charset="0"/>
                <a:ea typeface="宋体" panose="02010600030101010101" pitchFamily="2" charset="-122"/>
              </a:rPr>
              <a:t>INT0</a:t>
            </a:r>
            <a:r>
              <a:rPr lang="zh-CN" altLang="en-US" sz="2400" b="1" dirty="0">
                <a:solidFill>
                  <a:schemeClr val="hlink"/>
                </a:solidFill>
                <a:latin typeface="Times New Roman" panose="02020603050405020304" pitchFamily="18" charset="0"/>
                <a:ea typeface="宋体" panose="02010600030101010101" pitchFamily="2" charset="-122"/>
              </a:rPr>
              <a:t>和</a:t>
            </a:r>
            <a:r>
              <a:rPr lang="en-US" altLang="zh-CN" sz="2400" b="1" dirty="0">
                <a:solidFill>
                  <a:schemeClr val="hlink"/>
                </a:solidFill>
                <a:latin typeface="Times New Roman" panose="02020603050405020304" pitchFamily="18" charset="0"/>
                <a:ea typeface="宋体" panose="02010600030101010101" pitchFamily="2" charset="-122"/>
              </a:rPr>
              <a:t>INT1</a:t>
            </a:r>
          </a:p>
          <a:p>
            <a:pPr indent="266700">
              <a:lnSpc>
                <a:spcPct val="135000"/>
              </a:lnSpc>
            </a:pPr>
            <a:r>
              <a:rPr lang="en-US" altLang="zh-CN" sz="2400" b="1" dirty="0">
                <a:solidFill>
                  <a:schemeClr val="hlink"/>
                </a:solidFill>
                <a:latin typeface="Times New Roman" panose="02020603050405020304" pitchFamily="18" charset="0"/>
                <a:ea typeface="宋体" panose="02010600030101010101" pitchFamily="2" charset="-122"/>
              </a:rPr>
              <a:t>         2</a:t>
            </a:r>
            <a:r>
              <a:rPr lang="zh-CN" altLang="en-US" sz="2400" b="1" dirty="0">
                <a:solidFill>
                  <a:schemeClr val="hlink"/>
                </a:solidFill>
                <a:latin typeface="Times New Roman" panose="02020603050405020304" pitchFamily="18" charset="0"/>
                <a:ea typeface="宋体" panose="02010600030101010101" pitchFamily="2" charset="-122"/>
              </a:rPr>
              <a:t>个定时</a:t>
            </a:r>
            <a:r>
              <a:rPr lang="en-US" altLang="zh-CN" sz="2400" b="1" dirty="0">
                <a:solidFill>
                  <a:schemeClr val="hlink"/>
                </a:solidFill>
                <a:latin typeface="Times New Roman" panose="02020603050405020304" pitchFamily="18" charset="0"/>
                <a:ea typeface="宋体" panose="02010600030101010101" pitchFamily="2" charset="-122"/>
              </a:rPr>
              <a:t>/</a:t>
            </a:r>
            <a:r>
              <a:rPr lang="zh-CN" altLang="en-US" sz="2400" b="1" dirty="0">
                <a:solidFill>
                  <a:schemeClr val="hlink"/>
                </a:solidFill>
                <a:latin typeface="Times New Roman" panose="02020603050405020304" pitchFamily="18" charset="0"/>
                <a:ea typeface="宋体" panose="02010600030101010101" pitchFamily="2" charset="-122"/>
              </a:rPr>
              <a:t>计数器中断， </a:t>
            </a:r>
            <a:r>
              <a:rPr lang="en-US" altLang="zh-CN" sz="2400" b="1" dirty="0">
                <a:solidFill>
                  <a:schemeClr val="hlink"/>
                </a:solidFill>
                <a:latin typeface="Times New Roman" panose="02020603050405020304" pitchFamily="18" charset="0"/>
                <a:ea typeface="宋体" panose="02010600030101010101" pitchFamily="2" charset="-122"/>
              </a:rPr>
              <a:t>T0</a:t>
            </a:r>
            <a:r>
              <a:rPr lang="zh-CN" altLang="en-US" sz="2400" b="1" dirty="0">
                <a:solidFill>
                  <a:schemeClr val="hlink"/>
                </a:solidFill>
                <a:latin typeface="Times New Roman" panose="02020603050405020304" pitchFamily="18" charset="0"/>
                <a:ea typeface="宋体" panose="02010600030101010101" pitchFamily="2" charset="-122"/>
              </a:rPr>
              <a:t>和</a:t>
            </a:r>
            <a:r>
              <a:rPr lang="en-US" altLang="zh-CN" sz="2400" b="1" dirty="0">
                <a:solidFill>
                  <a:schemeClr val="hlink"/>
                </a:solidFill>
                <a:latin typeface="Times New Roman" panose="02020603050405020304" pitchFamily="18" charset="0"/>
                <a:ea typeface="宋体" panose="02010600030101010101" pitchFamily="2" charset="-122"/>
              </a:rPr>
              <a:t>T1</a:t>
            </a:r>
          </a:p>
          <a:p>
            <a:pPr indent="266700">
              <a:lnSpc>
                <a:spcPct val="135000"/>
              </a:lnSpc>
            </a:pPr>
            <a:r>
              <a:rPr lang="en-US" altLang="zh-CN" sz="2400" b="1" dirty="0">
                <a:solidFill>
                  <a:schemeClr val="hlink"/>
                </a:solidFill>
                <a:latin typeface="Times New Roman" panose="02020603050405020304" pitchFamily="18" charset="0"/>
                <a:ea typeface="宋体" panose="02010600030101010101" pitchFamily="2" charset="-122"/>
              </a:rPr>
              <a:t>         1</a:t>
            </a:r>
            <a:r>
              <a:rPr lang="zh-CN" altLang="en-US" sz="2400" b="1" dirty="0">
                <a:solidFill>
                  <a:schemeClr val="hlink"/>
                </a:solidFill>
                <a:latin typeface="Times New Roman" panose="02020603050405020304" pitchFamily="18" charset="0"/>
                <a:ea typeface="宋体" panose="02010600030101010101" pitchFamily="2" charset="-122"/>
              </a:rPr>
              <a:t>个串行中断。</a:t>
            </a:r>
            <a:endParaRPr lang="zh-CN" altLang="en-US" sz="2400" dirty="0">
              <a:solidFill>
                <a:schemeClr val="hlink"/>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4860290" y="764540"/>
            <a:ext cx="4159250" cy="5046980"/>
          </a:xfrm>
          <a:prstGeom prst="rect">
            <a:avLst/>
          </a:prstGeom>
        </p:spPr>
      </p:pic>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Text Box 2"/>
          <p:cNvSpPr txBox="1"/>
          <p:nvPr/>
        </p:nvSpPr>
        <p:spPr>
          <a:xfrm>
            <a:off x="228600" y="838200"/>
            <a:ext cx="3581400" cy="522288"/>
          </a:xfrm>
          <a:prstGeom prst="rect">
            <a:avLst/>
          </a:prstGeom>
          <a:noFill/>
          <a:ln w="9525">
            <a:noFill/>
          </a:ln>
        </p:spPr>
        <p:txBody>
          <a:bodyPr anchor="t" anchorCtr="0">
            <a:spAutoFit/>
          </a:bodyPr>
          <a:lstStyle/>
          <a:p>
            <a:pPr>
              <a:spcBef>
                <a:spcPct val="50000"/>
              </a:spcBef>
            </a:pPr>
            <a:r>
              <a:rPr lang="en-US" altLang="zh-CN" b="1" dirty="0">
                <a:solidFill>
                  <a:srgbClr val="FF3300"/>
                </a:solidFill>
                <a:latin typeface="Times New Roman" panose="02020603050405020304" pitchFamily="18" charset="0"/>
                <a:ea typeface="宋体" panose="02010600030101010101" pitchFamily="2" charset="-122"/>
              </a:rPr>
              <a:t>6.1.3  </a:t>
            </a:r>
            <a:r>
              <a:rPr lang="zh-CN" altLang="en-US" b="1" dirty="0">
                <a:solidFill>
                  <a:srgbClr val="FF3300"/>
                </a:solidFill>
                <a:latin typeface="Times New Roman" panose="02020603050405020304" pitchFamily="18" charset="0"/>
                <a:ea typeface="宋体" panose="02010600030101010101" pitchFamily="2" charset="-122"/>
              </a:rPr>
              <a:t>中断矢量地址</a:t>
            </a:r>
          </a:p>
        </p:txBody>
      </p:sp>
      <p:pic>
        <p:nvPicPr>
          <p:cNvPr id="2" name="图片 1"/>
          <p:cNvPicPr>
            <a:picLocks noChangeAspect="1"/>
          </p:cNvPicPr>
          <p:nvPr/>
        </p:nvPicPr>
        <p:blipFill>
          <a:blip r:embed="rId2"/>
          <a:stretch>
            <a:fillRect/>
          </a:stretch>
        </p:blipFill>
        <p:spPr>
          <a:xfrm>
            <a:off x="395605" y="1772920"/>
            <a:ext cx="8437880" cy="4716780"/>
          </a:xfrm>
          <a:prstGeom prst="rect">
            <a:avLst/>
          </a:prstGeom>
        </p:spPr>
      </p:pic>
      <p:grpSp>
        <p:nvGrpSpPr>
          <p:cNvPr id="26" name="组合 25">
            <a:extLst>
              <a:ext uri="{FF2B5EF4-FFF2-40B4-BE49-F238E27FC236}">
                <a16:creationId xmlns:a16="http://schemas.microsoft.com/office/drawing/2014/main" id="{F066172B-654A-95B0-9993-11C37D884ECC}"/>
              </a:ext>
            </a:extLst>
          </p:cNvPr>
          <p:cNvGrpSpPr/>
          <p:nvPr/>
        </p:nvGrpSpPr>
        <p:grpSpPr>
          <a:xfrm>
            <a:off x="79959" y="3842650"/>
            <a:ext cx="904320" cy="432000"/>
            <a:chOff x="79959" y="3842650"/>
            <a:chExt cx="904320" cy="432000"/>
          </a:xfrm>
        </p:grpSpPr>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4ACC808D-BB41-D4F6-218F-C058E499C827}"/>
                    </a:ext>
                  </a:extLst>
                </p14:cNvPr>
                <p14:cNvContentPartPr/>
                <p14:nvPr/>
              </p14:nvContentPartPr>
              <p14:xfrm>
                <a:off x="104799" y="3842650"/>
                <a:ext cx="154800" cy="6840"/>
              </p14:xfrm>
            </p:contentPart>
          </mc:Choice>
          <mc:Fallback xmlns="">
            <p:pic>
              <p:nvPicPr>
                <p:cNvPr id="3" name="墨迹 2">
                  <a:extLst>
                    <a:ext uri="{FF2B5EF4-FFF2-40B4-BE49-F238E27FC236}">
                      <a16:creationId xmlns:a16="http://schemas.microsoft.com/office/drawing/2014/main" id="{4ACC808D-BB41-D4F6-218F-C058E499C827}"/>
                    </a:ext>
                  </a:extLst>
                </p:cNvPr>
                <p:cNvPicPr/>
                <p:nvPr/>
              </p:nvPicPr>
              <p:blipFill>
                <a:blip r:embed="rId4"/>
                <a:stretch>
                  <a:fillRect/>
                </a:stretch>
              </p:blipFill>
              <p:spPr>
                <a:xfrm>
                  <a:off x="87159" y="3825010"/>
                  <a:ext cx="19044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3A0A7F51-70CF-96BE-DAD4-36214556F9B5}"/>
                    </a:ext>
                  </a:extLst>
                </p14:cNvPr>
                <p14:cNvContentPartPr/>
                <p14:nvPr/>
              </p14:nvContentPartPr>
              <p14:xfrm>
                <a:off x="147999" y="3898450"/>
                <a:ext cx="50040" cy="270000"/>
              </p14:xfrm>
            </p:contentPart>
          </mc:Choice>
          <mc:Fallback xmlns="">
            <p:pic>
              <p:nvPicPr>
                <p:cNvPr id="4" name="墨迹 3">
                  <a:extLst>
                    <a:ext uri="{FF2B5EF4-FFF2-40B4-BE49-F238E27FC236}">
                      <a16:creationId xmlns:a16="http://schemas.microsoft.com/office/drawing/2014/main" id="{3A0A7F51-70CF-96BE-DAD4-36214556F9B5}"/>
                    </a:ext>
                  </a:extLst>
                </p:cNvPr>
                <p:cNvPicPr/>
                <p:nvPr/>
              </p:nvPicPr>
              <p:blipFill>
                <a:blip r:embed="rId6"/>
                <a:stretch>
                  <a:fillRect/>
                </a:stretch>
              </p:blipFill>
              <p:spPr>
                <a:xfrm>
                  <a:off x="129999" y="3880450"/>
                  <a:ext cx="8568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8A229AC1-8DF8-D2B1-5946-A7C586A2F0A6}"/>
                    </a:ext>
                  </a:extLst>
                </p14:cNvPr>
                <p14:cNvContentPartPr/>
                <p14:nvPr/>
              </p14:nvContentPartPr>
              <p14:xfrm>
                <a:off x="79959" y="4155490"/>
                <a:ext cx="153720" cy="27360"/>
              </p14:xfrm>
            </p:contentPart>
          </mc:Choice>
          <mc:Fallback xmlns="">
            <p:pic>
              <p:nvPicPr>
                <p:cNvPr id="5" name="墨迹 4">
                  <a:extLst>
                    <a:ext uri="{FF2B5EF4-FFF2-40B4-BE49-F238E27FC236}">
                      <a16:creationId xmlns:a16="http://schemas.microsoft.com/office/drawing/2014/main" id="{8A229AC1-8DF8-D2B1-5946-A7C586A2F0A6}"/>
                    </a:ext>
                  </a:extLst>
                </p:cNvPr>
                <p:cNvPicPr/>
                <p:nvPr/>
              </p:nvPicPr>
              <p:blipFill>
                <a:blip r:embed="rId8"/>
                <a:stretch>
                  <a:fillRect/>
                </a:stretch>
              </p:blipFill>
              <p:spPr>
                <a:xfrm>
                  <a:off x="62319" y="4137490"/>
                  <a:ext cx="18936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墨迹 5">
                  <a:extLst>
                    <a:ext uri="{FF2B5EF4-FFF2-40B4-BE49-F238E27FC236}">
                      <a16:creationId xmlns:a16="http://schemas.microsoft.com/office/drawing/2014/main" id="{D2ADE6F6-F2EF-E267-4A47-C507CAF6DF1A}"/>
                    </a:ext>
                  </a:extLst>
                </p14:cNvPr>
                <p14:cNvContentPartPr/>
                <p14:nvPr/>
              </p14:nvContentPartPr>
              <p14:xfrm>
                <a:off x="257079" y="3910690"/>
                <a:ext cx="51840" cy="363960"/>
              </p14:xfrm>
            </p:contentPart>
          </mc:Choice>
          <mc:Fallback xmlns="">
            <p:pic>
              <p:nvPicPr>
                <p:cNvPr id="6" name="墨迹 5">
                  <a:extLst>
                    <a:ext uri="{FF2B5EF4-FFF2-40B4-BE49-F238E27FC236}">
                      <a16:creationId xmlns:a16="http://schemas.microsoft.com/office/drawing/2014/main" id="{D2ADE6F6-F2EF-E267-4A47-C507CAF6DF1A}"/>
                    </a:ext>
                  </a:extLst>
                </p:cNvPr>
                <p:cNvPicPr/>
                <p:nvPr/>
              </p:nvPicPr>
              <p:blipFill>
                <a:blip r:embed="rId10"/>
                <a:stretch>
                  <a:fillRect/>
                </a:stretch>
              </p:blipFill>
              <p:spPr>
                <a:xfrm>
                  <a:off x="239439" y="3892690"/>
                  <a:ext cx="87480" cy="399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墨迹 6">
                  <a:extLst>
                    <a:ext uri="{FF2B5EF4-FFF2-40B4-BE49-F238E27FC236}">
                      <a16:creationId xmlns:a16="http://schemas.microsoft.com/office/drawing/2014/main" id="{0553A8B7-5218-79F1-F415-1812DA9C138F}"/>
                    </a:ext>
                  </a:extLst>
                </p14:cNvPr>
                <p14:cNvContentPartPr/>
                <p14:nvPr/>
              </p14:nvContentPartPr>
              <p14:xfrm>
                <a:off x="246639" y="4050010"/>
                <a:ext cx="227520" cy="151200"/>
              </p14:xfrm>
            </p:contentPart>
          </mc:Choice>
          <mc:Fallback xmlns="">
            <p:pic>
              <p:nvPicPr>
                <p:cNvPr id="7" name="墨迹 6">
                  <a:extLst>
                    <a:ext uri="{FF2B5EF4-FFF2-40B4-BE49-F238E27FC236}">
                      <a16:creationId xmlns:a16="http://schemas.microsoft.com/office/drawing/2014/main" id="{0553A8B7-5218-79F1-F415-1812DA9C138F}"/>
                    </a:ext>
                  </a:extLst>
                </p:cNvPr>
                <p:cNvPicPr/>
                <p:nvPr/>
              </p:nvPicPr>
              <p:blipFill>
                <a:blip r:embed="rId12"/>
                <a:stretch>
                  <a:fillRect/>
                </a:stretch>
              </p:blipFill>
              <p:spPr>
                <a:xfrm>
                  <a:off x="228999" y="4032370"/>
                  <a:ext cx="2631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墨迹 7">
                  <a:extLst>
                    <a:ext uri="{FF2B5EF4-FFF2-40B4-BE49-F238E27FC236}">
                      <a16:creationId xmlns:a16="http://schemas.microsoft.com/office/drawing/2014/main" id="{84DED4DD-6486-1DDF-E7FB-930D9D2BF702}"/>
                    </a:ext>
                  </a:extLst>
                </p14:cNvPr>
                <p14:cNvContentPartPr/>
                <p14:nvPr/>
              </p14:nvContentPartPr>
              <p14:xfrm>
                <a:off x="500439" y="3953890"/>
                <a:ext cx="360" cy="217440"/>
              </p14:xfrm>
            </p:contentPart>
          </mc:Choice>
          <mc:Fallback xmlns="">
            <p:pic>
              <p:nvPicPr>
                <p:cNvPr id="8" name="墨迹 7">
                  <a:extLst>
                    <a:ext uri="{FF2B5EF4-FFF2-40B4-BE49-F238E27FC236}">
                      <a16:creationId xmlns:a16="http://schemas.microsoft.com/office/drawing/2014/main" id="{84DED4DD-6486-1DDF-E7FB-930D9D2BF702}"/>
                    </a:ext>
                  </a:extLst>
                </p:cNvPr>
                <p:cNvPicPr/>
                <p:nvPr/>
              </p:nvPicPr>
              <p:blipFill>
                <a:blip r:embed="rId14"/>
                <a:stretch>
                  <a:fillRect/>
                </a:stretch>
              </p:blipFill>
              <p:spPr>
                <a:xfrm>
                  <a:off x="482439" y="3936250"/>
                  <a:ext cx="3600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墨迹 8">
                  <a:extLst>
                    <a:ext uri="{FF2B5EF4-FFF2-40B4-BE49-F238E27FC236}">
                      <a16:creationId xmlns:a16="http://schemas.microsoft.com/office/drawing/2014/main" id="{2D1BEE01-C74C-EC43-4032-D470A4F877A8}"/>
                    </a:ext>
                  </a:extLst>
                </p14:cNvPr>
                <p14:cNvContentPartPr/>
                <p14:nvPr/>
              </p14:nvContentPartPr>
              <p14:xfrm>
                <a:off x="574239" y="3889090"/>
                <a:ext cx="218160" cy="71640"/>
              </p14:xfrm>
            </p:contentPart>
          </mc:Choice>
          <mc:Fallback xmlns="">
            <p:pic>
              <p:nvPicPr>
                <p:cNvPr id="9" name="墨迹 8">
                  <a:extLst>
                    <a:ext uri="{FF2B5EF4-FFF2-40B4-BE49-F238E27FC236}">
                      <a16:creationId xmlns:a16="http://schemas.microsoft.com/office/drawing/2014/main" id="{2D1BEE01-C74C-EC43-4032-D470A4F877A8}"/>
                    </a:ext>
                  </a:extLst>
                </p:cNvPr>
                <p:cNvPicPr/>
                <p:nvPr/>
              </p:nvPicPr>
              <p:blipFill>
                <a:blip r:embed="rId16"/>
                <a:stretch>
                  <a:fillRect/>
                </a:stretch>
              </p:blipFill>
              <p:spPr>
                <a:xfrm>
                  <a:off x="556599" y="3871090"/>
                  <a:ext cx="25380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墨迹 9">
                  <a:extLst>
                    <a:ext uri="{FF2B5EF4-FFF2-40B4-BE49-F238E27FC236}">
                      <a16:creationId xmlns:a16="http://schemas.microsoft.com/office/drawing/2014/main" id="{61B7C3A1-EC49-189E-8749-5D724053A8DF}"/>
                    </a:ext>
                  </a:extLst>
                </p14:cNvPr>
                <p14:cNvContentPartPr/>
                <p14:nvPr/>
              </p14:nvContentPartPr>
              <p14:xfrm>
                <a:off x="705279" y="3947770"/>
                <a:ext cx="48960" cy="252000"/>
              </p14:xfrm>
            </p:contentPart>
          </mc:Choice>
          <mc:Fallback xmlns="">
            <p:pic>
              <p:nvPicPr>
                <p:cNvPr id="10" name="墨迹 9">
                  <a:extLst>
                    <a:ext uri="{FF2B5EF4-FFF2-40B4-BE49-F238E27FC236}">
                      <a16:creationId xmlns:a16="http://schemas.microsoft.com/office/drawing/2014/main" id="{61B7C3A1-EC49-189E-8749-5D724053A8DF}"/>
                    </a:ext>
                  </a:extLst>
                </p:cNvPr>
                <p:cNvPicPr/>
                <p:nvPr/>
              </p:nvPicPr>
              <p:blipFill>
                <a:blip r:embed="rId18"/>
                <a:stretch>
                  <a:fillRect/>
                </a:stretch>
              </p:blipFill>
              <p:spPr>
                <a:xfrm>
                  <a:off x="687279" y="3929770"/>
                  <a:ext cx="8460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墨迹 10">
                  <a:extLst>
                    <a:ext uri="{FF2B5EF4-FFF2-40B4-BE49-F238E27FC236}">
                      <a16:creationId xmlns:a16="http://schemas.microsoft.com/office/drawing/2014/main" id="{882D69F9-D194-FA1A-D42B-70CB7BCF0619}"/>
                    </a:ext>
                  </a:extLst>
                </p14:cNvPr>
                <p14:cNvContentPartPr/>
                <p14:nvPr/>
              </p14:nvContentPartPr>
              <p14:xfrm>
                <a:off x="833799" y="4026250"/>
                <a:ext cx="150480" cy="186840"/>
              </p14:xfrm>
            </p:contentPart>
          </mc:Choice>
          <mc:Fallback xmlns="">
            <p:pic>
              <p:nvPicPr>
                <p:cNvPr id="11" name="墨迹 10">
                  <a:extLst>
                    <a:ext uri="{FF2B5EF4-FFF2-40B4-BE49-F238E27FC236}">
                      <a16:creationId xmlns:a16="http://schemas.microsoft.com/office/drawing/2014/main" id="{882D69F9-D194-FA1A-D42B-70CB7BCF0619}"/>
                    </a:ext>
                  </a:extLst>
                </p:cNvPr>
                <p:cNvPicPr/>
                <p:nvPr/>
              </p:nvPicPr>
              <p:blipFill>
                <a:blip r:embed="rId20"/>
                <a:stretch>
                  <a:fillRect/>
                </a:stretch>
              </p:blipFill>
              <p:spPr>
                <a:xfrm>
                  <a:off x="816159" y="4008610"/>
                  <a:ext cx="186120" cy="222480"/>
                </a:xfrm>
                <a:prstGeom prst="rect">
                  <a:avLst/>
                </a:prstGeom>
              </p:spPr>
            </p:pic>
          </mc:Fallback>
        </mc:AlternateContent>
      </p:grpSp>
      <p:grpSp>
        <p:nvGrpSpPr>
          <p:cNvPr id="25" name="组合 24">
            <a:extLst>
              <a:ext uri="{FF2B5EF4-FFF2-40B4-BE49-F238E27FC236}">
                <a16:creationId xmlns:a16="http://schemas.microsoft.com/office/drawing/2014/main" id="{689ECC77-A728-646F-2BD7-B2380E9C3BEB}"/>
              </a:ext>
            </a:extLst>
          </p:cNvPr>
          <p:cNvGrpSpPr/>
          <p:nvPr/>
        </p:nvGrpSpPr>
        <p:grpSpPr>
          <a:xfrm>
            <a:off x="55479" y="4479130"/>
            <a:ext cx="412560" cy="305640"/>
            <a:chOff x="55479" y="4479130"/>
            <a:chExt cx="412560" cy="305640"/>
          </a:xfrm>
        </p:grpSpPr>
        <mc:AlternateContent xmlns:mc="http://schemas.openxmlformats.org/markup-compatibility/2006" xmlns:p14="http://schemas.microsoft.com/office/powerpoint/2010/main">
          <mc:Choice Requires="p14">
            <p:contentPart p14:bwMode="auto" r:id="rId21">
              <p14:nvContentPartPr>
                <p14:cNvPr id="12" name="墨迹 11">
                  <a:extLst>
                    <a:ext uri="{FF2B5EF4-FFF2-40B4-BE49-F238E27FC236}">
                      <a16:creationId xmlns:a16="http://schemas.microsoft.com/office/drawing/2014/main" id="{7C2BD0E2-D23D-7955-249A-3981F329D761}"/>
                    </a:ext>
                  </a:extLst>
                </p14:cNvPr>
                <p14:cNvContentPartPr/>
                <p14:nvPr/>
              </p14:nvContentPartPr>
              <p14:xfrm>
                <a:off x="55479" y="4479130"/>
                <a:ext cx="290520" cy="37800"/>
              </p14:xfrm>
            </p:contentPart>
          </mc:Choice>
          <mc:Fallback xmlns="">
            <p:pic>
              <p:nvPicPr>
                <p:cNvPr id="12" name="墨迹 11">
                  <a:extLst>
                    <a:ext uri="{FF2B5EF4-FFF2-40B4-BE49-F238E27FC236}">
                      <a16:creationId xmlns:a16="http://schemas.microsoft.com/office/drawing/2014/main" id="{7C2BD0E2-D23D-7955-249A-3981F329D761}"/>
                    </a:ext>
                  </a:extLst>
                </p:cNvPr>
                <p:cNvPicPr/>
                <p:nvPr/>
              </p:nvPicPr>
              <p:blipFill>
                <a:blip r:embed="rId22"/>
                <a:stretch>
                  <a:fillRect/>
                </a:stretch>
              </p:blipFill>
              <p:spPr>
                <a:xfrm>
                  <a:off x="37839" y="4461130"/>
                  <a:ext cx="32616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墨迹 12">
                  <a:extLst>
                    <a:ext uri="{FF2B5EF4-FFF2-40B4-BE49-F238E27FC236}">
                      <a16:creationId xmlns:a16="http://schemas.microsoft.com/office/drawing/2014/main" id="{CBCDEBE9-1695-02BF-611B-34F26AC8648C}"/>
                    </a:ext>
                  </a:extLst>
                </p14:cNvPr>
                <p14:cNvContentPartPr/>
                <p14:nvPr/>
              </p14:nvContentPartPr>
              <p14:xfrm>
                <a:off x="203799" y="4522690"/>
                <a:ext cx="55800" cy="229680"/>
              </p14:xfrm>
            </p:contentPart>
          </mc:Choice>
          <mc:Fallback xmlns="">
            <p:pic>
              <p:nvPicPr>
                <p:cNvPr id="13" name="墨迹 12">
                  <a:extLst>
                    <a:ext uri="{FF2B5EF4-FFF2-40B4-BE49-F238E27FC236}">
                      <a16:creationId xmlns:a16="http://schemas.microsoft.com/office/drawing/2014/main" id="{CBCDEBE9-1695-02BF-611B-34F26AC8648C}"/>
                    </a:ext>
                  </a:extLst>
                </p:cNvPr>
                <p:cNvPicPr/>
                <p:nvPr/>
              </p:nvPicPr>
              <p:blipFill>
                <a:blip r:embed="rId24"/>
                <a:stretch>
                  <a:fillRect/>
                </a:stretch>
              </p:blipFill>
              <p:spPr>
                <a:xfrm>
                  <a:off x="186159" y="4504690"/>
                  <a:ext cx="914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4" name="墨迹 13">
                  <a:extLst>
                    <a:ext uri="{FF2B5EF4-FFF2-40B4-BE49-F238E27FC236}">
                      <a16:creationId xmlns:a16="http://schemas.microsoft.com/office/drawing/2014/main" id="{63182FC3-E18D-9B4A-AE99-A83D3F3A506F}"/>
                    </a:ext>
                  </a:extLst>
                </p14:cNvPr>
                <p14:cNvContentPartPr/>
                <p14:nvPr/>
              </p14:nvContentPartPr>
              <p14:xfrm>
                <a:off x="327279" y="4625290"/>
                <a:ext cx="140760" cy="159480"/>
              </p14:xfrm>
            </p:contentPart>
          </mc:Choice>
          <mc:Fallback xmlns="">
            <p:pic>
              <p:nvPicPr>
                <p:cNvPr id="14" name="墨迹 13">
                  <a:extLst>
                    <a:ext uri="{FF2B5EF4-FFF2-40B4-BE49-F238E27FC236}">
                      <a16:creationId xmlns:a16="http://schemas.microsoft.com/office/drawing/2014/main" id="{63182FC3-E18D-9B4A-AE99-A83D3F3A506F}"/>
                    </a:ext>
                  </a:extLst>
                </p:cNvPr>
                <p:cNvPicPr/>
                <p:nvPr/>
              </p:nvPicPr>
              <p:blipFill>
                <a:blip r:embed="rId26"/>
                <a:stretch>
                  <a:fillRect/>
                </a:stretch>
              </p:blipFill>
              <p:spPr>
                <a:xfrm>
                  <a:off x="309639" y="4607290"/>
                  <a:ext cx="176400" cy="195120"/>
                </a:xfrm>
                <a:prstGeom prst="rect">
                  <a:avLst/>
                </a:prstGeom>
              </p:spPr>
            </p:pic>
          </mc:Fallback>
        </mc:AlternateContent>
      </p:grpSp>
      <p:grpSp>
        <p:nvGrpSpPr>
          <p:cNvPr id="24" name="组合 23">
            <a:extLst>
              <a:ext uri="{FF2B5EF4-FFF2-40B4-BE49-F238E27FC236}">
                <a16:creationId xmlns:a16="http://schemas.microsoft.com/office/drawing/2014/main" id="{DBF7C10A-D1F8-FC38-5F5B-C8BA8D805C8B}"/>
              </a:ext>
            </a:extLst>
          </p:cNvPr>
          <p:cNvGrpSpPr/>
          <p:nvPr/>
        </p:nvGrpSpPr>
        <p:grpSpPr>
          <a:xfrm>
            <a:off x="104799" y="4957930"/>
            <a:ext cx="939600" cy="360720"/>
            <a:chOff x="104799" y="4957930"/>
            <a:chExt cx="939600" cy="360720"/>
          </a:xfrm>
        </p:grpSpPr>
        <mc:AlternateContent xmlns:mc="http://schemas.openxmlformats.org/markup-compatibility/2006" xmlns:p14="http://schemas.microsoft.com/office/powerpoint/2010/main">
          <mc:Choice Requires="p14">
            <p:contentPart p14:bwMode="auto" r:id="rId27">
              <p14:nvContentPartPr>
                <p14:cNvPr id="15" name="墨迹 14">
                  <a:extLst>
                    <a:ext uri="{FF2B5EF4-FFF2-40B4-BE49-F238E27FC236}">
                      <a16:creationId xmlns:a16="http://schemas.microsoft.com/office/drawing/2014/main" id="{0101AA47-7A84-DF77-3F09-BD93A35A4C0C}"/>
                    </a:ext>
                  </a:extLst>
                </p14:cNvPr>
                <p14:cNvContentPartPr/>
                <p14:nvPr/>
              </p14:nvContentPartPr>
              <p14:xfrm>
                <a:off x="104799" y="4984930"/>
                <a:ext cx="310680" cy="50760"/>
              </p14:xfrm>
            </p:contentPart>
          </mc:Choice>
          <mc:Fallback xmlns="">
            <p:pic>
              <p:nvPicPr>
                <p:cNvPr id="15" name="墨迹 14">
                  <a:extLst>
                    <a:ext uri="{FF2B5EF4-FFF2-40B4-BE49-F238E27FC236}">
                      <a16:creationId xmlns:a16="http://schemas.microsoft.com/office/drawing/2014/main" id="{0101AA47-7A84-DF77-3F09-BD93A35A4C0C}"/>
                    </a:ext>
                  </a:extLst>
                </p:cNvPr>
                <p:cNvPicPr/>
                <p:nvPr/>
              </p:nvPicPr>
              <p:blipFill>
                <a:blip r:embed="rId28"/>
                <a:stretch>
                  <a:fillRect/>
                </a:stretch>
              </p:blipFill>
              <p:spPr>
                <a:xfrm>
                  <a:off x="87159" y="4967290"/>
                  <a:ext cx="34632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6" name="墨迹 15">
                  <a:extLst>
                    <a:ext uri="{FF2B5EF4-FFF2-40B4-BE49-F238E27FC236}">
                      <a16:creationId xmlns:a16="http://schemas.microsoft.com/office/drawing/2014/main" id="{E2B0A57C-2BE7-3141-CB20-6123F2B0B22C}"/>
                    </a:ext>
                  </a:extLst>
                </p14:cNvPr>
                <p14:cNvContentPartPr/>
                <p14:nvPr/>
              </p14:nvContentPartPr>
              <p14:xfrm>
                <a:off x="245919" y="5047570"/>
                <a:ext cx="87840" cy="218880"/>
              </p14:xfrm>
            </p:contentPart>
          </mc:Choice>
          <mc:Fallback xmlns="">
            <p:pic>
              <p:nvPicPr>
                <p:cNvPr id="16" name="墨迹 15">
                  <a:extLst>
                    <a:ext uri="{FF2B5EF4-FFF2-40B4-BE49-F238E27FC236}">
                      <a16:creationId xmlns:a16="http://schemas.microsoft.com/office/drawing/2014/main" id="{E2B0A57C-2BE7-3141-CB20-6123F2B0B22C}"/>
                    </a:ext>
                  </a:extLst>
                </p:cNvPr>
                <p:cNvPicPr/>
                <p:nvPr/>
              </p:nvPicPr>
              <p:blipFill>
                <a:blip r:embed="rId30"/>
                <a:stretch>
                  <a:fillRect/>
                </a:stretch>
              </p:blipFill>
              <p:spPr>
                <a:xfrm>
                  <a:off x="227919" y="5029930"/>
                  <a:ext cx="12348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7" name="墨迹 16">
                  <a:extLst>
                    <a:ext uri="{FF2B5EF4-FFF2-40B4-BE49-F238E27FC236}">
                      <a16:creationId xmlns:a16="http://schemas.microsoft.com/office/drawing/2014/main" id="{5A9C4A1D-21A1-A227-6058-193CD2634B6B}"/>
                    </a:ext>
                  </a:extLst>
                </p14:cNvPr>
                <p14:cNvContentPartPr/>
                <p14:nvPr/>
              </p14:nvContentPartPr>
              <p14:xfrm>
                <a:off x="110919" y="5236210"/>
                <a:ext cx="243000" cy="64800"/>
              </p14:xfrm>
            </p:contentPart>
          </mc:Choice>
          <mc:Fallback xmlns="">
            <p:pic>
              <p:nvPicPr>
                <p:cNvPr id="17" name="墨迹 16">
                  <a:extLst>
                    <a:ext uri="{FF2B5EF4-FFF2-40B4-BE49-F238E27FC236}">
                      <a16:creationId xmlns:a16="http://schemas.microsoft.com/office/drawing/2014/main" id="{5A9C4A1D-21A1-A227-6058-193CD2634B6B}"/>
                    </a:ext>
                  </a:extLst>
                </p:cNvPr>
                <p:cNvPicPr/>
                <p:nvPr/>
              </p:nvPicPr>
              <p:blipFill>
                <a:blip r:embed="rId32"/>
                <a:stretch>
                  <a:fillRect/>
                </a:stretch>
              </p:blipFill>
              <p:spPr>
                <a:xfrm>
                  <a:off x="92919" y="5218570"/>
                  <a:ext cx="27864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 name="墨迹 17">
                  <a:extLst>
                    <a:ext uri="{FF2B5EF4-FFF2-40B4-BE49-F238E27FC236}">
                      <a16:creationId xmlns:a16="http://schemas.microsoft.com/office/drawing/2014/main" id="{00B5F9F9-692A-38C6-ACD3-7FBC881FFB3C}"/>
                    </a:ext>
                  </a:extLst>
                </p14:cNvPr>
                <p14:cNvContentPartPr/>
                <p14:nvPr/>
              </p14:nvContentPartPr>
              <p14:xfrm>
                <a:off x="376239" y="5022730"/>
                <a:ext cx="62640" cy="213480"/>
              </p14:xfrm>
            </p:contentPart>
          </mc:Choice>
          <mc:Fallback xmlns="">
            <p:pic>
              <p:nvPicPr>
                <p:cNvPr id="18" name="墨迹 17">
                  <a:extLst>
                    <a:ext uri="{FF2B5EF4-FFF2-40B4-BE49-F238E27FC236}">
                      <a16:creationId xmlns:a16="http://schemas.microsoft.com/office/drawing/2014/main" id="{00B5F9F9-692A-38C6-ACD3-7FBC881FFB3C}"/>
                    </a:ext>
                  </a:extLst>
                </p:cNvPr>
                <p:cNvPicPr/>
                <p:nvPr/>
              </p:nvPicPr>
              <p:blipFill>
                <a:blip r:embed="rId34"/>
                <a:stretch>
                  <a:fillRect/>
                </a:stretch>
              </p:blipFill>
              <p:spPr>
                <a:xfrm>
                  <a:off x="358599" y="5004730"/>
                  <a:ext cx="9828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9" name="墨迹 18">
                  <a:extLst>
                    <a:ext uri="{FF2B5EF4-FFF2-40B4-BE49-F238E27FC236}">
                      <a16:creationId xmlns:a16="http://schemas.microsoft.com/office/drawing/2014/main" id="{FB6AB873-46A9-17CE-E9DD-9C84DFDDD36E}"/>
                    </a:ext>
                  </a:extLst>
                </p14:cNvPr>
                <p14:cNvContentPartPr/>
                <p14:nvPr/>
              </p14:nvContentPartPr>
              <p14:xfrm>
                <a:off x="383079" y="5103370"/>
                <a:ext cx="155520" cy="118800"/>
              </p14:xfrm>
            </p:contentPart>
          </mc:Choice>
          <mc:Fallback xmlns="">
            <p:pic>
              <p:nvPicPr>
                <p:cNvPr id="19" name="墨迹 18">
                  <a:extLst>
                    <a:ext uri="{FF2B5EF4-FFF2-40B4-BE49-F238E27FC236}">
                      <a16:creationId xmlns:a16="http://schemas.microsoft.com/office/drawing/2014/main" id="{FB6AB873-46A9-17CE-E9DD-9C84DFDDD36E}"/>
                    </a:ext>
                  </a:extLst>
                </p:cNvPr>
                <p:cNvPicPr/>
                <p:nvPr/>
              </p:nvPicPr>
              <p:blipFill>
                <a:blip r:embed="rId36"/>
                <a:stretch>
                  <a:fillRect/>
                </a:stretch>
              </p:blipFill>
              <p:spPr>
                <a:xfrm>
                  <a:off x="365079" y="5085370"/>
                  <a:ext cx="19116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 name="墨迹 19">
                  <a:extLst>
                    <a:ext uri="{FF2B5EF4-FFF2-40B4-BE49-F238E27FC236}">
                      <a16:creationId xmlns:a16="http://schemas.microsoft.com/office/drawing/2014/main" id="{2441318F-1179-4ADE-C202-9D31A719EF15}"/>
                    </a:ext>
                  </a:extLst>
                </p14:cNvPr>
                <p14:cNvContentPartPr/>
                <p14:nvPr/>
              </p14:nvContentPartPr>
              <p14:xfrm>
                <a:off x="592599" y="5041450"/>
                <a:ext cx="27000" cy="277200"/>
              </p14:xfrm>
            </p:contentPart>
          </mc:Choice>
          <mc:Fallback xmlns="">
            <p:pic>
              <p:nvPicPr>
                <p:cNvPr id="20" name="墨迹 19">
                  <a:extLst>
                    <a:ext uri="{FF2B5EF4-FFF2-40B4-BE49-F238E27FC236}">
                      <a16:creationId xmlns:a16="http://schemas.microsoft.com/office/drawing/2014/main" id="{2441318F-1179-4ADE-C202-9D31A719EF15}"/>
                    </a:ext>
                  </a:extLst>
                </p:cNvPr>
                <p:cNvPicPr/>
                <p:nvPr/>
              </p:nvPicPr>
              <p:blipFill>
                <a:blip r:embed="rId38"/>
                <a:stretch>
                  <a:fillRect/>
                </a:stretch>
              </p:blipFill>
              <p:spPr>
                <a:xfrm>
                  <a:off x="574959" y="5023450"/>
                  <a:ext cx="626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1" name="墨迹 20">
                  <a:extLst>
                    <a:ext uri="{FF2B5EF4-FFF2-40B4-BE49-F238E27FC236}">
                      <a16:creationId xmlns:a16="http://schemas.microsoft.com/office/drawing/2014/main" id="{653ED080-2738-0FBD-C20D-FA9E74F6920C}"/>
                    </a:ext>
                  </a:extLst>
                </p14:cNvPr>
                <p14:cNvContentPartPr/>
                <p14:nvPr/>
              </p14:nvContentPartPr>
              <p14:xfrm>
                <a:off x="704199" y="4957930"/>
                <a:ext cx="184320" cy="46440"/>
              </p14:xfrm>
            </p:contentPart>
          </mc:Choice>
          <mc:Fallback xmlns="">
            <p:pic>
              <p:nvPicPr>
                <p:cNvPr id="21" name="墨迹 20">
                  <a:extLst>
                    <a:ext uri="{FF2B5EF4-FFF2-40B4-BE49-F238E27FC236}">
                      <a16:creationId xmlns:a16="http://schemas.microsoft.com/office/drawing/2014/main" id="{653ED080-2738-0FBD-C20D-FA9E74F6920C}"/>
                    </a:ext>
                  </a:extLst>
                </p:cNvPr>
                <p:cNvPicPr/>
                <p:nvPr/>
              </p:nvPicPr>
              <p:blipFill>
                <a:blip r:embed="rId40"/>
                <a:stretch>
                  <a:fillRect/>
                </a:stretch>
              </p:blipFill>
              <p:spPr>
                <a:xfrm>
                  <a:off x="686559" y="4940290"/>
                  <a:ext cx="2199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2" name="墨迹 21">
                  <a:extLst>
                    <a:ext uri="{FF2B5EF4-FFF2-40B4-BE49-F238E27FC236}">
                      <a16:creationId xmlns:a16="http://schemas.microsoft.com/office/drawing/2014/main" id="{F52E3C5B-FDCC-E7E7-E08A-4FC049EEFB22}"/>
                    </a:ext>
                  </a:extLst>
                </p14:cNvPr>
                <p14:cNvContentPartPr/>
                <p14:nvPr/>
              </p14:nvContentPartPr>
              <p14:xfrm>
                <a:off x="833439" y="5010490"/>
                <a:ext cx="31680" cy="229320"/>
              </p14:xfrm>
            </p:contentPart>
          </mc:Choice>
          <mc:Fallback xmlns="">
            <p:pic>
              <p:nvPicPr>
                <p:cNvPr id="22" name="墨迹 21">
                  <a:extLst>
                    <a:ext uri="{FF2B5EF4-FFF2-40B4-BE49-F238E27FC236}">
                      <a16:creationId xmlns:a16="http://schemas.microsoft.com/office/drawing/2014/main" id="{F52E3C5B-FDCC-E7E7-E08A-4FC049EEFB22}"/>
                    </a:ext>
                  </a:extLst>
                </p:cNvPr>
                <p:cNvPicPr/>
                <p:nvPr/>
              </p:nvPicPr>
              <p:blipFill>
                <a:blip r:embed="rId42"/>
                <a:stretch>
                  <a:fillRect/>
                </a:stretch>
              </p:blipFill>
              <p:spPr>
                <a:xfrm>
                  <a:off x="815439" y="4992490"/>
                  <a:ext cx="6732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3" name="墨迹 22">
                  <a:extLst>
                    <a:ext uri="{FF2B5EF4-FFF2-40B4-BE49-F238E27FC236}">
                      <a16:creationId xmlns:a16="http://schemas.microsoft.com/office/drawing/2014/main" id="{28E642B6-F83F-18D0-AF68-FACE407AA81D}"/>
                    </a:ext>
                  </a:extLst>
                </p14:cNvPr>
                <p14:cNvContentPartPr/>
                <p14:nvPr/>
              </p14:nvContentPartPr>
              <p14:xfrm>
                <a:off x="1044039" y="5047570"/>
                <a:ext cx="360" cy="123840"/>
              </p14:xfrm>
            </p:contentPart>
          </mc:Choice>
          <mc:Fallback xmlns="">
            <p:pic>
              <p:nvPicPr>
                <p:cNvPr id="23" name="墨迹 22">
                  <a:extLst>
                    <a:ext uri="{FF2B5EF4-FFF2-40B4-BE49-F238E27FC236}">
                      <a16:creationId xmlns:a16="http://schemas.microsoft.com/office/drawing/2014/main" id="{28E642B6-F83F-18D0-AF68-FACE407AA81D}"/>
                    </a:ext>
                  </a:extLst>
                </p:cNvPr>
                <p:cNvPicPr/>
                <p:nvPr/>
              </p:nvPicPr>
              <p:blipFill>
                <a:blip r:embed="rId44"/>
                <a:stretch>
                  <a:fillRect/>
                </a:stretch>
              </p:blipFill>
              <p:spPr>
                <a:xfrm>
                  <a:off x="1026039" y="5029930"/>
                  <a:ext cx="36000" cy="159480"/>
                </a:xfrm>
                <a:prstGeom prst="rect">
                  <a:avLst/>
                </a:prstGeom>
              </p:spPr>
            </p:pic>
          </mc:Fallback>
        </mc:AlternateContent>
      </p:grpSp>
      <p:grpSp>
        <p:nvGrpSpPr>
          <p:cNvPr id="31" name="组合 30">
            <a:extLst>
              <a:ext uri="{FF2B5EF4-FFF2-40B4-BE49-F238E27FC236}">
                <a16:creationId xmlns:a16="http://schemas.microsoft.com/office/drawing/2014/main" id="{9B72EB5A-8452-B93C-17B6-5EF9971D0FB1}"/>
              </a:ext>
            </a:extLst>
          </p:cNvPr>
          <p:cNvGrpSpPr/>
          <p:nvPr/>
        </p:nvGrpSpPr>
        <p:grpSpPr>
          <a:xfrm>
            <a:off x="154479" y="5530330"/>
            <a:ext cx="290880" cy="265680"/>
            <a:chOff x="154479" y="5530330"/>
            <a:chExt cx="290880" cy="265680"/>
          </a:xfrm>
        </p:grpSpPr>
        <mc:AlternateContent xmlns:mc="http://schemas.openxmlformats.org/markup-compatibility/2006" xmlns:p14="http://schemas.microsoft.com/office/powerpoint/2010/main">
          <mc:Choice Requires="p14">
            <p:contentPart p14:bwMode="auto" r:id="rId45">
              <p14:nvContentPartPr>
                <p14:cNvPr id="27" name="墨迹 26">
                  <a:extLst>
                    <a:ext uri="{FF2B5EF4-FFF2-40B4-BE49-F238E27FC236}">
                      <a16:creationId xmlns:a16="http://schemas.microsoft.com/office/drawing/2014/main" id="{3BB1DCE9-A96D-408B-D419-DC06011D306D}"/>
                    </a:ext>
                  </a:extLst>
                </p14:cNvPr>
                <p14:cNvContentPartPr/>
                <p14:nvPr/>
              </p14:nvContentPartPr>
              <p14:xfrm>
                <a:off x="154479" y="5530330"/>
                <a:ext cx="192600" cy="24120"/>
              </p14:xfrm>
            </p:contentPart>
          </mc:Choice>
          <mc:Fallback xmlns="">
            <p:pic>
              <p:nvPicPr>
                <p:cNvPr id="27" name="墨迹 26">
                  <a:extLst>
                    <a:ext uri="{FF2B5EF4-FFF2-40B4-BE49-F238E27FC236}">
                      <a16:creationId xmlns:a16="http://schemas.microsoft.com/office/drawing/2014/main" id="{3BB1DCE9-A96D-408B-D419-DC06011D306D}"/>
                    </a:ext>
                  </a:extLst>
                </p:cNvPr>
                <p:cNvPicPr/>
                <p:nvPr/>
              </p:nvPicPr>
              <p:blipFill>
                <a:blip r:embed="rId46"/>
                <a:stretch>
                  <a:fillRect/>
                </a:stretch>
              </p:blipFill>
              <p:spPr>
                <a:xfrm>
                  <a:off x="136479" y="5512690"/>
                  <a:ext cx="22824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8" name="墨迹 27">
                  <a:extLst>
                    <a:ext uri="{FF2B5EF4-FFF2-40B4-BE49-F238E27FC236}">
                      <a16:creationId xmlns:a16="http://schemas.microsoft.com/office/drawing/2014/main" id="{4B55ED43-1EFA-E9FA-3347-8AF487E62CDC}"/>
                    </a:ext>
                  </a:extLst>
                </p14:cNvPr>
                <p14:cNvContentPartPr/>
                <p14:nvPr/>
              </p14:nvContentPartPr>
              <p14:xfrm>
                <a:off x="297759" y="5560570"/>
                <a:ext cx="23400" cy="235440"/>
              </p14:xfrm>
            </p:contentPart>
          </mc:Choice>
          <mc:Fallback xmlns="">
            <p:pic>
              <p:nvPicPr>
                <p:cNvPr id="28" name="墨迹 27">
                  <a:extLst>
                    <a:ext uri="{FF2B5EF4-FFF2-40B4-BE49-F238E27FC236}">
                      <a16:creationId xmlns:a16="http://schemas.microsoft.com/office/drawing/2014/main" id="{4B55ED43-1EFA-E9FA-3347-8AF487E62CDC}"/>
                    </a:ext>
                  </a:extLst>
                </p:cNvPr>
                <p:cNvPicPr/>
                <p:nvPr/>
              </p:nvPicPr>
              <p:blipFill>
                <a:blip r:embed="rId48"/>
                <a:stretch>
                  <a:fillRect/>
                </a:stretch>
              </p:blipFill>
              <p:spPr>
                <a:xfrm>
                  <a:off x="280119" y="5542570"/>
                  <a:ext cx="5904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9" name="墨迹 28">
                  <a:extLst>
                    <a:ext uri="{FF2B5EF4-FFF2-40B4-BE49-F238E27FC236}">
                      <a16:creationId xmlns:a16="http://schemas.microsoft.com/office/drawing/2014/main" id="{8E477C33-54E6-551C-9B6E-ED856D926242}"/>
                    </a:ext>
                  </a:extLst>
                </p14:cNvPr>
                <p14:cNvContentPartPr/>
                <p14:nvPr/>
              </p14:nvContentPartPr>
              <p14:xfrm>
                <a:off x="426279" y="5646970"/>
                <a:ext cx="19080" cy="129960"/>
              </p14:xfrm>
            </p:contentPart>
          </mc:Choice>
          <mc:Fallback xmlns="">
            <p:pic>
              <p:nvPicPr>
                <p:cNvPr id="29" name="墨迹 28">
                  <a:extLst>
                    <a:ext uri="{FF2B5EF4-FFF2-40B4-BE49-F238E27FC236}">
                      <a16:creationId xmlns:a16="http://schemas.microsoft.com/office/drawing/2014/main" id="{8E477C33-54E6-551C-9B6E-ED856D926242}"/>
                    </a:ext>
                  </a:extLst>
                </p:cNvPr>
                <p:cNvPicPr/>
                <p:nvPr/>
              </p:nvPicPr>
              <p:blipFill>
                <a:blip r:embed="rId50"/>
                <a:stretch>
                  <a:fillRect/>
                </a:stretch>
              </p:blipFill>
              <p:spPr>
                <a:xfrm>
                  <a:off x="408279" y="5628970"/>
                  <a:ext cx="54720" cy="165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30" name="墨迹 29">
                <a:extLst>
                  <a:ext uri="{FF2B5EF4-FFF2-40B4-BE49-F238E27FC236}">
                    <a16:creationId xmlns:a16="http://schemas.microsoft.com/office/drawing/2014/main" id="{4F452BF8-8981-D010-CED8-946D10D67D3F}"/>
                  </a:ext>
                </a:extLst>
              </p14:cNvPr>
              <p14:cNvContentPartPr/>
              <p14:nvPr/>
            </p14:nvContentPartPr>
            <p14:xfrm>
              <a:off x="1359039" y="6359410"/>
              <a:ext cx="1321560" cy="97200"/>
            </p14:xfrm>
          </p:contentPart>
        </mc:Choice>
        <mc:Fallback xmlns="">
          <p:pic>
            <p:nvPicPr>
              <p:cNvPr id="30" name="墨迹 29">
                <a:extLst>
                  <a:ext uri="{FF2B5EF4-FFF2-40B4-BE49-F238E27FC236}">
                    <a16:creationId xmlns:a16="http://schemas.microsoft.com/office/drawing/2014/main" id="{4F452BF8-8981-D010-CED8-946D10D67D3F}"/>
                  </a:ext>
                </a:extLst>
              </p:cNvPr>
              <p:cNvPicPr/>
              <p:nvPr/>
            </p:nvPicPr>
            <p:blipFill>
              <a:blip r:embed="rId52"/>
              <a:stretch>
                <a:fillRect/>
              </a:stretch>
            </p:blipFill>
            <p:spPr>
              <a:xfrm>
                <a:off x="1341039" y="6341770"/>
                <a:ext cx="1357200" cy="132840"/>
              </a:xfrm>
              <a:prstGeom prst="rect">
                <a:avLst/>
              </a:prstGeom>
            </p:spPr>
          </p:pic>
        </mc:Fallback>
      </mc:AlternateContent>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p:nvPr/>
        </p:nvSpPr>
        <p:spPr>
          <a:xfrm>
            <a:off x="381000" y="914400"/>
            <a:ext cx="6324600" cy="1690688"/>
          </a:xfrm>
          <a:prstGeom prst="rect">
            <a:avLst/>
          </a:prstGeom>
          <a:noFill/>
          <a:ln w="9525">
            <a:noFill/>
          </a:ln>
        </p:spPr>
        <p:txBody>
          <a:bodyPr anchor="t" anchorCtr="0">
            <a:spAutoFit/>
          </a:bodyPr>
          <a:lstStyle/>
          <a:p>
            <a:pPr indent="69850" algn="just" defTabSz="914400">
              <a:lnSpc>
                <a:spcPct val="130000"/>
              </a:lnSpc>
              <a:tabLst>
                <a:tab pos="200025" algn="l"/>
              </a:tabLst>
            </a:pPr>
            <a:r>
              <a:rPr lang="en-US" altLang="zh-CN" b="1" dirty="0">
                <a:solidFill>
                  <a:srgbClr val="FF0000"/>
                </a:solidFill>
                <a:latin typeface="Times New Roman" panose="02020603050405020304" pitchFamily="18" charset="0"/>
                <a:ea typeface="黑体" panose="02010609060101010101" pitchFamily="49" charset="-122"/>
              </a:rPr>
              <a:t>6.1.4  </a:t>
            </a:r>
            <a:r>
              <a:rPr lang="zh-CN" altLang="en-US" b="1" dirty="0">
                <a:solidFill>
                  <a:srgbClr val="FF0000"/>
                </a:solidFill>
                <a:latin typeface="Times New Roman" panose="02020603050405020304" pitchFamily="18" charset="0"/>
                <a:ea typeface="黑体" panose="02010609060101010101" pitchFamily="49" charset="-122"/>
              </a:rPr>
              <a:t>中断系统应具有的功能</a:t>
            </a:r>
            <a:endParaRPr lang="zh-CN" altLang="en-US" dirty="0">
              <a:latin typeface="Times New Roman" panose="02020603050405020304" pitchFamily="18" charset="0"/>
              <a:ea typeface="宋体" panose="02010600030101010101" pitchFamily="2" charset="-122"/>
            </a:endParaRPr>
          </a:p>
          <a:p>
            <a:pPr indent="69850" algn="just" defTabSz="914400" eaLnBrk="0" hangingPunct="0">
              <a:lnSpc>
                <a:spcPct val="130000"/>
              </a:lnSpc>
              <a:tabLst>
                <a:tab pos="200025" algn="l"/>
              </a:tabLst>
            </a:pPr>
            <a:endParaRPr lang="zh-CN" altLang="en-US" b="1" dirty="0">
              <a:latin typeface="Times New Roman" panose="02020603050405020304" pitchFamily="18" charset="0"/>
              <a:ea typeface="黑体" panose="02010609060101010101" pitchFamily="49" charset="-122"/>
            </a:endParaRPr>
          </a:p>
          <a:p>
            <a:pPr indent="69850" algn="just" defTabSz="914400" eaLnBrk="0" hangingPunct="0">
              <a:lnSpc>
                <a:spcPct val="130000"/>
              </a:lnSpc>
              <a:tabLst>
                <a:tab pos="200025" algn="l"/>
              </a:tabLst>
            </a:pPr>
            <a:r>
              <a:rPr lang="zh-CN" altLang="en-US" sz="2400" b="1" dirty="0">
                <a:latin typeface="Times New Roman" panose="02020603050405020304" pitchFamily="18" charset="0"/>
                <a:ea typeface="黑体" panose="02010609060101010101" pitchFamily="49" charset="-122"/>
              </a:rPr>
              <a:t>	</a:t>
            </a:r>
            <a:r>
              <a:rPr lang="en-US" altLang="zh-CN" sz="2400" b="1" dirty="0">
                <a:latin typeface="Times New Roman" panose="02020603050405020304" pitchFamily="18" charset="0"/>
                <a:ea typeface="黑体" panose="02010609060101010101" pitchFamily="49" charset="-122"/>
              </a:rPr>
              <a:t>1</a:t>
            </a:r>
            <a:r>
              <a:rPr lang="zh-CN" altLang="en-US" sz="2400" b="1" dirty="0">
                <a:latin typeface="Times New Roman" panose="02020603050405020304" pitchFamily="18" charset="0"/>
                <a:ea typeface="黑体" panose="02010609060101010101" pitchFamily="49" charset="-122"/>
              </a:rPr>
              <a:t>．能实现中断及返回；</a:t>
            </a:r>
            <a:endParaRPr lang="zh-CN" altLang="en-US" sz="2400" dirty="0">
              <a:latin typeface="Times New Roman" panose="02020603050405020304" pitchFamily="18" charset="0"/>
              <a:ea typeface="宋体" panose="02010600030101010101" pitchFamily="2" charset="-122"/>
            </a:endParaRPr>
          </a:p>
        </p:txBody>
      </p:sp>
      <p:grpSp>
        <p:nvGrpSpPr>
          <p:cNvPr id="2" name="Group 3"/>
          <p:cNvGrpSpPr/>
          <p:nvPr/>
        </p:nvGrpSpPr>
        <p:grpSpPr>
          <a:xfrm>
            <a:off x="3923983" y="3860483"/>
            <a:ext cx="3317875" cy="2811462"/>
            <a:chOff x="5260" y="2920"/>
            <a:chExt cx="3108" cy="2783"/>
          </a:xfrm>
        </p:grpSpPr>
        <p:pic>
          <p:nvPicPr>
            <p:cNvPr id="12291" name="Picture 4" descr="中断嵌套流程"/>
            <p:cNvPicPr>
              <a:picLocks noChangeAspect="1"/>
            </p:cNvPicPr>
            <p:nvPr/>
          </p:nvPicPr>
          <p:blipFill>
            <a:blip r:embed="rId2"/>
            <a:srcRect r="13689" b="47850"/>
            <a:stretch>
              <a:fillRect/>
            </a:stretch>
          </p:blipFill>
          <p:spPr>
            <a:xfrm>
              <a:off x="5260" y="2920"/>
              <a:ext cx="3108" cy="2496"/>
            </a:xfrm>
            <a:prstGeom prst="rect">
              <a:avLst/>
            </a:prstGeom>
            <a:solidFill>
              <a:srgbClr val="CCECFF"/>
            </a:solidFill>
            <a:ln w="9525">
              <a:noFill/>
            </a:ln>
          </p:spPr>
        </p:pic>
        <p:sp>
          <p:nvSpPr>
            <p:cNvPr id="12292" name="Text Box 5"/>
            <p:cNvSpPr txBox="1"/>
            <p:nvPr/>
          </p:nvSpPr>
          <p:spPr>
            <a:xfrm>
              <a:off x="5418" y="5389"/>
              <a:ext cx="2737" cy="314"/>
            </a:xfrm>
            <a:prstGeom prst="rect">
              <a:avLst/>
            </a:prstGeom>
            <a:solidFill>
              <a:srgbClr val="CCECFF"/>
            </a:solidFill>
            <a:ln w="9525">
              <a:noFill/>
            </a:ln>
          </p:spPr>
          <p:txBody>
            <a:bodyPr lIns="0" tIns="0" rIns="0" bIns="0" anchor="t" anchorCtr="0"/>
            <a:lstStyle/>
            <a:p>
              <a:pPr algn="ctr"/>
              <a:r>
                <a:rPr lang="zh-CN" altLang="en-US" sz="2200" dirty="0">
                  <a:latin typeface="Times New Roman" panose="02020603050405020304" pitchFamily="18" charset="0"/>
                  <a:ea typeface="黑体" panose="02010609060101010101" pitchFamily="49" charset="-122"/>
                </a:rPr>
                <a:t>图</a:t>
              </a:r>
              <a:r>
                <a:rPr lang="en-US" altLang="zh-CN" sz="2200" dirty="0">
                  <a:latin typeface="Times New Roman" panose="02020603050405020304" pitchFamily="18" charset="0"/>
                  <a:ea typeface="黑体" panose="02010609060101010101" pitchFamily="49" charset="-122"/>
                </a:rPr>
                <a:t>6-3 </a:t>
              </a:r>
              <a:r>
                <a:rPr lang="zh-CN" altLang="en-US" sz="2200" dirty="0">
                  <a:latin typeface="Times New Roman" panose="02020603050405020304" pitchFamily="18" charset="0"/>
                  <a:ea typeface="黑体" panose="02010609060101010101" pitchFamily="49" charset="-122"/>
                </a:rPr>
                <a:t>中断嵌套流程</a:t>
              </a:r>
              <a:endParaRPr lang="zh-CN" altLang="en-US" sz="2200" dirty="0">
                <a:latin typeface="Times New Roman" panose="02020603050405020304" pitchFamily="18" charset="0"/>
                <a:ea typeface="宋体" panose="02010600030101010101" pitchFamily="2" charset="-122"/>
              </a:endParaRPr>
            </a:p>
          </p:txBody>
        </p:sp>
      </p:grpSp>
      <p:sp>
        <p:nvSpPr>
          <p:cNvPr id="222214" name="Rectangle 6"/>
          <p:cNvSpPr/>
          <p:nvPr/>
        </p:nvSpPr>
        <p:spPr>
          <a:xfrm>
            <a:off x="609600" y="2667000"/>
            <a:ext cx="4572000" cy="977900"/>
          </a:xfrm>
          <a:prstGeom prst="rect">
            <a:avLst/>
          </a:prstGeom>
          <a:noFill/>
          <a:ln w="9525">
            <a:noFill/>
          </a:ln>
        </p:spPr>
        <p:txBody>
          <a:bodyPr anchor="t" anchorCtr="0">
            <a:spAutoFit/>
          </a:bodyPr>
          <a:lstStyle/>
          <a:p>
            <a:pPr eaLnBrk="0" hangingPunct="0">
              <a:lnSpc>
                <a:spcPct val="120000"/>
              </a:lnSpc>
            </a:pPr>
            <a:r>
              <a:rPr lang="en-US" altLang="zh-CN" sz="2400" b="1"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．能实现中断优先级排队</a:t>
            </a:r>
          </a:p>
          <a:p>
            <a:pPr eaLnBrk="0" hangingPunct="0">
              <a:lnSpc>
                <a:spcPct val="120000"/>
              </a:lnSpc>
            </a:pPr>
            <a:r>
              <a:rPr lang="zh-CN" altLang="en-US" sz="2400" b="1" dirty="0">
                <a:latin typeface="Times New Roman" panose="02020603050405020304" pitchFamily="18" charset="0"/>
                <a:ea typeface="黑体" panose="02010609060101010101" pitchFamily="49" charset="-122"/>
              </a:rPr>
              <a:t> （同级中断）；</a:t>
            </a:r>
          </a:p>
        </p:txBody>
      </p:sp>
      <p:sp>
        <p:nvSpPr>
          <p:cNvPr id="222215" name="Rectangle 7"/>
          <p:cNvSpPr/>
          <p:nvPr/>
        </p:nvSpPr>
        <p:spPr>
          <a:xfrm>
            <a:off x="609600" y="3708400"/>
            <a:ext cx="3733800" cy="569913"/>
          </a:xfrm>
          <a:prstGeom prst="rect">
            <a:avLst/>
          </a:prstGeom>
          <a:noFill/>
          <a:ln w="9525">
            <a:noFill/>
          </a:ln>
        </p:spPr>
        <p:txBody>
          <a:bodyPr anchor="t" anchorCtr="0">
            <a:spAutoFit/>
          </a:bodyPr>
          <a:lstStyle/>
          <a:p>
            <a:pPr eaLnBrk="0" hangingPunct="0">
              <a:lnSpc>
                <a:spcPct val="130000"/>
              </a:lnSpc>
              <a:spcBef>
                <a:spcPct val="50000"/>
              </a:spcBef>
            </a:pPr>
            <a:r>
              <a:rPr lang="en-US" altLang="zh-CN" sz="2400" b="1" dirty="0">
                <a:latin typeface="Times New Roman" panose="02020603050405020304" pitchFamily="18" charset="0"/>
                <a:ea typeface="黑体" panose="02010609060101010101" pitchFamily="49" charset="-122"/>
              </a:rPr>
              <a:t>3</a:t>
            </a:r>
            <a:r>
              <a:rPr lang="zh-CN" altLang="en-US" sz="2400" b="1" dirty="0">
                <a:latin typeface="Times New Roman" panose="02020603050405020304" pitchFamily="18" charset="0"/>
                <a:ea typeface="黑体" panose="02010609060101010101" pitchFamily="49" charset="-122"/>
              </a:rPr>
              <a:t>．能实现中断嵌套。</a:t>
            </a:r>
          </a:p>
        </p:txBody>
      </p:sp>
      <p:grpSp>
        <p:nvGrpSpPr>
          <p:cNvPr id="3" name="Group 5"/>
          <p:cNvGrpSpPr/>
          <p:nvPr/>
        </p:nvGrpSpPr>
        <p:grpSpPr>
          <a:xfrm>
            <a:off x="5944553" y="692785"/>
            <a:ext cx="3024187" cy="3138488"/>
            <a:chOff x="6846" y="3838"/>
            <a:chExt cx="2095" cy="2514"/>
          </a:xfrm>
        </p:grpSpPr>
        <p:pic>
          <p:nvPicPr>
            <p:cNvPr id="12296" name="Picture 6" descr="中断流程"/>
            <p:cNvPicPr>
              <a:picLocks noChangeAspect="1"/>
            </p:cNvPicPr>
            <p:nvPr/>
          </p:nvPicPr>
          <p:blipFill>
            <a:blip r:embed="rId3"/>
            <a:srcRect l="13873" r="8340" b="19060"/>
            <a:stretch>
              <a:fillRect/>
            </a:stretch>
          </p:blipFill>
          <p:spPr>
            <a:xfrm>
              <a:off x="6943" y="3838"/>
              <a:ext cx="1996" cy="2238"/>
            </a:xfrm>
            <a:prstGeom prst="rect">
              <a:avLst/>
            </a:prstGeom>
            <a:solidFill>
              <a:srgbClr val="CCECFF"/>
            </a:solidFill>
            <a:ln w="9525">
              <a:noFill/>
            </a:ln>
          </p:spPr>
        </p:pic>
        <p:sp>
          <p:nvSpPr>
            <p:cNvPr id="12297" name="Text Box 7"/>
            <p:cNvSpPr txBox="1"/>
            <p:nvPr/>
          </p:nvSpPr>
          <p:spPr>
            <a:xfrm>
              <a:off x="6846" y="6010"/>
              <a:ext cx="2095" cy="342"/>
            </a:xfrm>
            <a:prstGeom prst="rect">
              <a:avLst/>
            </a:prstGeom>
            <a:solidFill>
              <a:srgbClr val="CCECFF"/>
            </a:solidFill>
            <a:ln w="9525">
              <a:noFill/>
            </a:ln>
          </p:spPr>
          <p:txBody>
            <a:bodyPr lIns="0" tIns="0" rIns="0" bIns="0" anchor="t" anchorCtr="0"/>
            <a:lstStyle/>
            <a:p>
              <a:pPr algn="ctr" eaLnBrk="0" hangingPunct="0"/>
              <a:r>
                <a:rPr lang="zh-CN" altLang="en-US" sz="2200" dirty="0">
                  <a:latin typeface="Times New Roman" panose="02020603050405020304" pitchFamily="18" charset="0"/>
                  <a:ea typeface="黑体" panose="02010609060101010101" pitchFamily="49" charset="-122"/>
                </a:rPr>
                <a:t>图</a:t>
              </a:r>
              <a:r>
                <a:rPr lang="en-US" altLang="zh-CN" sz="2200" dirty="0">
                  <a:latin typeface="Times New Roman" panose="02020603050405020304" pitchFamily="18" charset="0"/>
                  <a:ea typeface="黑体" panose="02010609060101010101" pitchFamily="49" charset="-122"/>
                </a:rPr>
                <a:t>6-2  </a:t>
              </a:r>
              <a:r>
                <a:rPr lang="zh-CN" altLang="en-US" sz="2200" dirty="0">
                  <a:latin typeface="Times New Roman" panose="02020603050405020304" pitchFamily="18" charset="0"/>
                  <a:ea typeface="黑体" panose="02010609060101010101" pitchFamily="49" charset="-122"/>
                </a:rPr>
                <a:t>中断流程</a:t>
              </a:r>
            </a:p>
          </p:txBody>
        </p:sp>
      </p:gr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Rectangle 7"/>
          <p:cNvSpPr/>
          <p:nvPr/>
        </p:nvSpPr>
        <p:spPr>
          <a:xfrm>
            <a:off x="2024063" y="2152650"/>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grpSp>
        <p:nvGrpSpPr>
          <p:cNvPr id="4" name="组合 2"/>
          <p:cNvGrpSpPr/>
          <p:nvPr/>
        </p:nvGrpSpPr>
        <p:grpSpPr>
          <a:xfrm>
            <a:off x="304800" y="609600"/>
            <a:ext cx="8534400" cy="1146175"/>
            <a:chOff x="480" y="959"/>
            <a:chExt cx="13440" cy="1806"/>
          </a:xfrm>
        </p:grpSpPr>
        <p:sp>
          <p:nvSpPr>
            <p:cNvPr id="13319" name="Rectangle 5"/>
            <p:cNvSpPr/>
            <p:nvPr/>
          </p:nvSpPr>
          <p:spPr>
            <a:xfrm>
              <a:off x="600" y="959"/>
              <a:ext cx="13320" cy="822"/>
            </a:xfrm>
            <a:prstGeom prst="rect">
              <a:avLst/>
            </a:prstGeom>
            <a:noFill/>
            <a:ln w="9525">
              <a:noFill/>
            </a:ln>
          </p:spPr>
          <p:txBody>
            <a:bodyPr anchor="t" anchorCtr="0">
              <a:spAutoFit/>
            </a:bodyPr>
            <a:lstStyle/>
            <a:p>
              <a:pPr algn="ctr"/>
              <a:r>
                <a:rPr lang="en-US" altLang="zh-CN" b="1" dirty="0">
                  <a:solidFill>
                    <a:srgbClr val="FF0000"/>
                  </a:solidFill>
                  <a:latin typeface="Times New Roman" panose="02020603050405020304" pitchFamily="18" charset="0"/>
                  <a:ea typeface="宋体" panose="02010600030101010101" pitchFamily="2" charset="-122"/>
                </a:rPr>
                <a:t>6.2  </a:t>
              </a:r>
              <a:r>
                <a:rPr lang="zh-CN" altLang="en-US" b="1" dirty="0">
                  <a:solidFill>
                    <a:srgbClr val="FF0000"/>
                  </a:solidFill>
                  <a:latin typeface="Times New Roman" panose="02020603050405020304" pitchFamily="18" charset="0"/>
                  <a:ea typeface="宋体" panose="02010600030101010101" pitchFamily="2" charset="-122"/>
                </a:rPr>
                <a:t>单片机中断系统结构及中断控制</a:t>
              </a:r>
              <a:endParaRPr lang="zh-CN" altLang="en-US" dirty="0">
                <a:latin typeface="Times New Roman" panose="02020603050405020304" pitchFamily="18" charset="0"/>
                <a:ea typeface="宋体" panose="02010600030101010101" pitchFamily="2" charset="-122"/>
              </a:endParaRPr>
            </a:p>
          </p:txBody>
        </p:sp>
        <p:sp>
          <p:nvSpPr>
            <p:cNvPr id="13320" name="Text Box 12"/>
            <p:cNvSpPr txBox="1"/>
            <p:nvPr/>
          </p:nvSpPr>
          <p:spPr>
            <a:xfrm>
              <a:off x="480" y="2040"/>
              <a:ext cx="6960" cy="725"/>
            </a:xfrm>
            <a:prstGeom prst="rect">
              <a:avLst/>
            </a:prstGeom>
            <a:noFill/>
            <a:ln w="9525">
              <a:noFill/>
            </a:ln>
          </p:spPr>
          <p:txBody>
            <a:bodyPr anchor="t" anchorCtr="0">
              <a:spAutoFit/>
            </a:bodyPr>
            <a:lstStyle/>
            <a:p>
              <a:pPr>
                <a:spcBef>
                  <a:spcPct val="50000"/>
                </a:spcBef>
              </a:pPr>
              <a:r>
                <a:rPr lang="en-US" altLang="zh-CN" sz="2400" b="1" dirty="0">
                  <a:solidFill>
                    <a:schemeClr val="accent2"/>
                  </a:solidFill>
                  <a:latin typeface="Times New Roman" panose="02020603050405020304" pitchFamily="18" charset="0"/>
                  <a:ea typeface="宋体" panose="02010600030101010101" pitchFamily="2" charset="-122"/>
                </a:rPr>
                <a:t>6.2.1   </a:t>
              </a:r>
              <a:r>
                <a:rPr lang="zh-CN" altLang="en-US" sz="2400" b="1" dirty="0">
                  <a:solidFill>
                    <a:schemeClr val="accent2"/>
                  </a:solidFill>
                  <a:latin typeface="Times New Roman" panose="02020603050405020304" pitchFamily="18" charset="0"/>
                  <a:ea typeface="宋体" panose="02010600030101010101" pitchFamily="2" charset="-122"/>
                </a:rPr>
                <a:t>中断系统结构及中断源</a:t>
              </a:r>
            </a:p>
          </p:txBody>
        </p:sp>
      </p:grpSp>
      <p:pic>
        <p:nvPicPr>
          <p:cNvPr id="6" name="图片 5"/>
          <p:cNvPicPr>
            <a:picLocks noChangeAspect="1"/>
          </p:cNvPicPr>
          <p:nvPr/>
        </p:nvPicPr>
        <p:blipFill>
          <a:blip r:embed="rId2"/>
          <a:stretch>
            <a:fillRect/>
          </a:stretch>
        </p:blipFill>
        <p:spPr>
          <a:xfrm>
            <a:off x="251460" y="1919605"/>
            <a:ext cx="8399145" cy="4544695"/>
          </a:xfrm>
          <a:prstGeom prst="rect">
            <a:avLst/>
          </a:prstGeom>
        </p:spPr>
      </p:pic>
      <p:grpSp>
        <p:nvGrpSpPr>
          <p:cNvPr id="9" name="组合 8">
            <a:extLst>
              <a:ext uri="{FF2B5EF4-FFF2-40B4-BE49-F238E27FC236}">
                <a16:creationId xmlns:a16="http://schemas.microsoft.com/office/drawing/2014/main" id="{7C0E5AD2-6544-4186-EF2C-C88D7C5D8710}"/>
              </a:ext>
            </a:extLst>
          </p:cNvPr>
          <p:cNvGrpSpPr/>
          <p:nvPr/>
        </p:nvGrpSpPr>
        <p:grpSpPr>
          <a:xfrm>
            <a:off x="284079" y="2786050"/>
            <a:ext cx="358560" cy="236520"/>
            <a:chOff x="284079" y="2786050"/>
            <a:chExt cx="358560" cy="236520"/>
          </a:xfrm>
        </p:grpSpPr>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D6E5C299-249D-A409-F873-8E9948CCB009}"/>
                    </a:ext>
                  </a:extLst>
                </p14:cNvPr>
                <p14:cNvContentPartPr/>
                <p14:nvPr/>
              </p14:nvContentPartPr>
              <p14:xfrm>
                <a:off x="284079" y="2786050"/>
                <a:ext cx="358560" cy="50040"/>
              </p14:xfrm>
            </p:contentPart>
          </mc:Choice>
          <mc:Fallback xmlns="">
            <p:pic>
              <p:nvPicPr>
                <p:cNvPr id="2" name="墨迹 1">
                  <a:extLst>
                    <a:ext uri="{FF2B5EF4-FFF2-40B4-BE49-F238E27FC236}">
                      <a16:creationId xmlns:a16="http://schemas.microsoft.com/office/drawing/2014/main" id="{D6E5C299-249D-A409-F873-8E9948CCB009}"/>
                    </a:ext>
                  </a:extLst>
                </p:cNvPr>
                <p:cNvPicPr/>
                <p:nvPr/>
              </p:nvPicPr>
              <p:blipFill>
                <a:blip r:embed="rId4"/>
                <a:stretch>
                  <a:fillRect/>
                </a:stretch>
              </p:blipFill>
              <p:spPr>
                <a:xfrm>
                  <a:off x="266079" y="2768050"/>
                  <a:ext cx="3942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75C8F8FE-E907-A66F-3FA2-A41C5CF2C1A3}"/>
                    </a:ext>
                  </a:extLst>
                </p14:cNvPr>
                <p14:cNvContentPartPr/>
                <p14:nvPr/>
              </p14:nvContentPartPr>
              <p14:xfrm>
                <a:off x="349239" y="2872810"/>
                <a:ext cx="188280" cy="149760"/>
              </p14:xfrm>
            </p:contentPart>
          </mc:Choice>
          <mc:Fallback xmlns="">
            <p:pic>
              <p:nvPicPr>
                <p:cNvPr id="3" name="墨迹 2">
                  <a:extLst>
                    <a:ext uri="{FF2B5EF4-FFF2-40B4-BE49-F238E27FC236}">
                      <a16:creationId xmlns:a16="http://schemas.microsoft.com/office/drawing/2014/main" id="{75C8F8FE-E907-A66F-3FA2-A41C5CF2C1A3}"/>
                    </a:ext>
                  </a:extLst>
                </p:cNvPr>
                <p:cNvPicPr/>
                <p:nvPr/>
              </p:nvPicPr>
              <p:blipFill>
                <a:blip r:embed="rId6"/>
                <a:stretch>
                  <a:fillRect/>
                </a:stretch>
              </p:blipFill>
              <p:spPr>
                <a:xfrm>
                  <a:off x="331239" y="2854810"/>
                  <a:ext cx="223920" cy="185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DF46E87B-E55B-0E95-3C59-89BD72728BA8}"/>
                  </a:ext>
                </a:extLst>
              </p14:cNvPr>
              <p14:cNvContentPartPr/>
              <p14:nvPr/>
            </p14:nvContentPartPr>
            <p14:xfrm>
              <a:off x="475599" y="3446650"/>
              <a:ext cx="278280" cy="62640"/>
            </p14:xfrm>
          </p:contentPart>
        </mc:Choice>
        <mc:Fallback xmlns="">
          <p:pic>
            <p:nvPicPr>
              <p:cNvPr id="5" name="墨迹 4">
                <a:extLst>
                  <a:ext uri="{FF2B5EF4-FFF2-40B4-BE49-F238E27FC236}">
                    <a16:creationId xmlns:a16="http://schemas.microsoft.com/office/drawing/2014/main" id="{DF46E87B-E55B-0E95-3C59-89BD72728BA8}"/>
                  </a:ext>
                </a:extLst>
              </p:cNvPr>
              <p:cNvPicPr/>
              <p:nvPr/>
            </p:nvPicPr>
            <p:blipFill>
              <a:blip r:embed="rId8"/>
              <a:stretch>
                <a:fillRect/>
              </a:stretch>
            </p:blipFill>
            <p:spPr>
              <a:xfrm>
                <a:off x="457599" y="3429010"/>
                <a:ext cx="31392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墨迹 6">
                <a:extLst>
                  <a:ext uri="{FF2B5EF4-FFF2-40B4-BE49-F238E27FC236}">
                    <a16:creationId xmlns:a16="http://schemas.microsoft.com/office/drawing/2014/main" id="{E2B26D33-1541-E69D-344E-80A600FA4E9A}"/>
                  </a:ext>
                </a:extLst>
              </p14:cNvPr>
              <p14:cNvContentPartPr/>
              <p14:nvPr/>
            </p14:nvContentPartPr>
            <p14:xfrm>
              <a:off x="333399" y="4257010"/>
              <a:ext cx="210960" cy="30960"/>
            </p14:xfrm>
          </p:contentPart>
        </mc:Choice>
        <mc:Fallback xmlns="">
          <p:pic>
            <p:nvPicPr>
              <p:cNvPr id="7" name="墨迹 6">
                <a:extLst>
                  <a:ext uri="{FF2B5EF4-FFF2-40B4-BE49-F238E27FC236}">
                    <a16:creationId xmlns:a16="http://schemas.microsoft.com/office/drawing/2014/main" id="{E2B26D33-1541-E69D-344E-80A600FA4E9A}"/>
                  </a:ext>
                </a:extLst>
              </p:cNvPr>
              <p:cNvPicPr/>
              <p:nvPr/>
            </p:nvPicPr>
            <p:blipFill>
              <a:blip r:embed="rId10"/>
              <a:stretch>
                <a:fillRect/>
              </a:stretch>
            </p:blipFill>
            <p:spPr>
              <a:xfrm>
                <a:off x="315399" y="4239370"/>
                <a:ext cx="2466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墨迹 7">
                <a:extLst>
                  <a:ext uri="{FF2B5EF4-FFF2-40B4-BE49-F238E27FC236}">
                    <a16:creationId xmlns:a16="http://schemas.microsoft.com/office/drawing/2014/main" id="{E5A20512-455F-EBED-DF3D-0BB0F2EDBC05}"/>
                  </a:ext>
                </a:extLst>
              </p14:cNvPr>
              <p14:cNvContentPartPr/>
              <p14:nvPr/>
            </p14:nvContentPartPr>
            <p14:xfrm>
              <a:off x="432399" y="5047210"/>
              <a:ext cx="147960" cy="31680"/>
            </p14:xfrm>
          </p:contentPart>
        </mc:Choice>
        <mc:Fallback xmlns="">
          <p:pic>
            <p:nvPicPr>
              <p:cNvPr id="8" name="墨迹 7">
                <a:extLst>
                  <a:ext uri="{FF2B5EF4-FFF2-40B4-BE49-F238E27FC236}">
                    <a16:creationId xmlns:a16="http://schemas.microsoft.com/office/drawing/2014/main" id="{E5A20512-455F-EBED-DF3D-0BB0F2EDBC05}"/>
                  </a:ext>
                </a:extLst>
              </p:cNvPr>
              <p:cNvPicPr/>
              <p:nvPr/>
            </p:nvPicPr>
            <p:blipFill>
              <a:blip r:embed="rId12"/>
              <a:stretch>
                <a:fillRect/>
              </a:stretch>
            </p:blipFill>
            <p:spPr>
              <a:xfrm>
                <a:off x="414759" y="5029570"/>
                <a:ext cx="1836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墨迹 9">
                <a:extLst>
                  <a:ext uri="{FF2B5EF4-FFF2-40B4-BE49-F238E27FC236}">
                    <a16:creationId xmlns:a16="http://schemas.microsoft.com/office/drawing/2014/main" id="{D945F9C4-FDBF-1F15-3AD2-B7CD4B7920DF}"/>
                  </a:ext>
                </a:extLst>
              </p14:cNvPr>
              <p14:cNvContentPartPr/>
              <p14:nvPr/>
            </p14:nvContentPartPr>
            <p14:xfrm>
              <a:off x="2378559" y="2248570"/>
              <a:ext cx="433440" cy="62280"/>
            </p14:xfrm>
          </p:contentPart>
        </mc:Choice>
        <mc:Fallback xmlns="">
          <p:pic>
            <p:nvPicPr>
              <p:cNvPr id="10" name="墨迹 9">
                <a:extLst>
                  <a:ext uri="{FF2B5EF4-FFF2-40B4-BE49-F238E27FC236}">
                    <a16:creationId xmlns:a16="http://schemas.microsoft.com/office/drawing/2014/main" id="{D945F9C4-FDBF-1F15-3AD2-B7CD4B7920DF}"/>
                  </a:ext>
                </a:extLst>
              </p:cNvPr>
              <p:cNvPicPr/>
              <p:nvPr/>
            </p:nvPicPr>
            <p:blipFill>
              <a:blip r:embed="rId14"/>
              <a:stretch>
                <a:fillRect/>
              </a:stretch>
            </p:blipFill>
            <p:spPr>
              <a:xfrm>
                <a:off x="2360559" y="2230930"/>
                <a:ext cx="46908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墨迹 10">
                <a:extLst>
                  <a:ext uri="{FF2B5EF4-FFF2-40B4-BE49-F238E27FC236}">
                    <a16:creationId xmlns:a16="http://schemas.microsoft.com/office/drawing/2014/main" id="{B8FB89FB-C03C-959E-7E98-299B7C4ECB4E}"/>
                  </a:ext>
                </a:extLst>
              </p14:cNvPr>
              <p14:cNvContentPartPr/>
              <p14:nvPr/>
            </p14:nvContentPartPr>
            <p14:xfrm>
              <a:off x="3645039" y="2303650"/>
              <a:ext cx="538200" cy="19440"/>
            </p14:xfrm>
          </p:contentPart>
        </mc:Choice>
        <mc:Fallback xmlns="">
          <p:pic>
            <p:nvPicPr>
              <p:cNvPr id="11" name="墨迹 10">
                <a:extLst>
                  <a:ext uri="{FF2B5EF4-FFF2-40B4-BE49-F238E27FC236}">
                    <a16:creationId xmlns:a16="http://schemas.microsoft.com/office/drawing/2014/main" id="{B8FB89FB-C03C-959E-7E98-299B7C4ECB4E}"/>
                  </a:ext>
                </a:extLst>
              </p:cNvPr>
              <p:cNvPicPr/>
              <p:nvPr/>
            </p:nvPicPr>
            <p:blipFill>
              <a:blip r:embed="rId16"/>
              <a:stretch>
                <a:fillRect/>
              </a:stretch>
            </p:blipFill>
            <p:spPr>
              <a:xfrm>
                <a:off x="3627399" y="2285650"/>
                <a:ext cx="5738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墨迹 11">
                <a:extLst>
                  <a:ext uri="{FF2B5EF4-FFF2-40B4-BE49-F238E27FC236}">
                    <a16:creationId xmlns:a16="http://schemas.microsoft.com/office/drawing/2014/main" id="{B5034D36-1B74-97E7-E078-BD96005CA838}"/>
                  </a:ext>
                </a:extLst>
              </p14:cNvPr>
              <p14:cNvContentPartPr/>
              <p14:nvPr/>
            </p14:nvContentPartPr>
            <p14:xfrm>
              <a:off x="5387439" y="2303650"/>
              <a:ext cx="604080" cy="13680"/>
            </p14:xfrm>
          </p:contentPart>
        </mc:Choice>
        <mc:Fallback xmlns="">
          <p:pic>
            <p:nvPicPr>
              <p:cNvPr id="12" name="墨迹 11">
                <a:extLst>
                  <a:ext uri="{FF2B5EF4-FFF2-40B4-BE49-F238E27FC236}">
                    <a16:creationId xmlns:a16="http://schemas.microsoft.com/office/drawing/2014/main" id="{B5034D36-1B74-97E7-E078-BD96005CA838}"/>
                  </a:ext>
                </a:extLst>
              </p:cNvPr>
              <p:cNvPicPr/>
              <p:nvPr/>
            </p:nvPicPr>
            <p:blipFill>
              <a:blip r:embed="rId18"/>
              <a:stretch>
                <a:fillRect/>
              </a:stretch>
            </p:blipFill>
            <p:spPr>
              <a:xfrm>
                <a:off x="5369439" y="2285650"/>
                <a:ext cx="6397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墨迹 12">
                <a:extLst>
                  <a:ext uri="{FF2B5EF4-FFF2-40B4-BE49-F238E27FC236}">
                    <a16:creationId xmlns:a16="http://schemas.microsoft.com/office/drawing/2014/main" id="{D5948471-22CA-E3A1-73F3-6250E9D041A5}"/>
                  </a:ext>
                </a:extLst>
              </p14:cNvPr>
              <p14:cNvContentPartPr/>
              <p14:nvPr/>
            </p14:nvContentPartPr>
            <p14:xfrm>
              <a:off x="2267319" y="2285650"/>
              <a:ext cx="681480" cy="360"/>
            </p14:xfrm>
          </p:contentPart>
        </mc:Choice>
        <mc:Fallback xmlns="">
          <p:pic>
            <p:nvPicPr>
              <p:cNvPr id="13" name="墨迹 12">
                <a:extLst>
                  <a:ext uri="{FF2B5EF4-FFF2-40B4-BE49-F238E27FC236}">
                    <a16:creationId xmlns:a16="http://schemas.microsoft.com/office/drawing/2014/main" id="{D5948471-22CA-E3A1-73F3-6250E9D041A5}"/>
                  </a:ext>
                </a:extLst>
              </p:cNvPr>
              <p:cNvPicPr/>
              <p:nvPr/>
            </p:nvPicPr>
            <p:blipFill>
              <a:blip r:embed="rId20"/>
              <a:stretch>
                <a:fillRect/>
              </a:stretch>
            </p:blipFill>
            <p:spPr>
              <a:xfrm>
                <a:off x="2249319" y="2268010"/>
                <a:ext cx="7171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墨迹 13">
                <a:extLst>
                  <a:ext uri="{FF2B5EF4-FFF2-40B4-BE49-F238E27FC236}">
                    <a16:creationId xmlns:a16="http://schemas.microsoft.com/office/drawing/2014/main" id="{22E75277-7405-5848-369A-B673BA0F01A6}"/>
                  </a:ext>
                </a:extLst>
              </p14:cNvPr>
              <p14:cNvContentPartPr/>
              <p14:nvPr/>
            </p14:nvContentPartPr>
            <p14:xfrm>
              <a:off x="3694359" y="2279530"/>
              <a:ext cx="309600" cy="25200"/>
            </p14:xfrm>
          </p:contentPart>
        </mc:Choice>
        <mc:Fallback xmlns="">
          <p:pic>
            <p:nvPicPr>
              <p:cNvPr id="14" name="墨迹 13">
                <a:extLst>
                  <a:ext uri="{FF2B5EF4-FFF2-40B4-BE49-F238E27FC236}">
                    <a16:creationId xmlns:a16="http://schemas.microsoft.com/office/drawing/2014/main" id="{22E75277-7405-5848-369A-B673BA0F01A6}"/>
                  </a:ext>
                </a:extLst>
              </p:cNvPr>
              <p:cNvPicPr/>
              <p:nvPr/>
            </p:nvPicPr>
            <p:blipFill>
              <a:blip r:embed="rId22"/>
              <a:stretch>
                <a:fillRect/>
              </a:stretch>
            </p:blipFill>
            <p:spPr>
              <a:xfrm>
                <a:off x="3676719" y="2261890"/>
                <a:ext cx="34524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墨迹 14">
                <a:extLst>
                  <a:ext uri="{FF2B5EF4-FFF2-40B4-BE49-F238E27FC236}">
                    <a16:creationId xmlns:a16="http://schemas.microsoft.com/office/drawing/2014/main" id="{A7623123-0356-D855-8FDC-EB5F43D3500F}"/>
                  </a:ext>
                </a:extLst>
              </p14:cNvPr>
              <p14:cNvContentPartPr/>
              <p14:nvPr/>
            </p14:nvContentPartPr>
            <p14:xfrm>
              <a:off x="5418039" y="2341450"/>
              <a:ext cx="325080" cy="38160"/>
            </p14:xfrm>
          </p:contentPart>
        </mc:Choice>
        <mc:Fallback xmlns="">
          <p:pic>
            <p:nvPicPr>
              <p:cNvPr id="15" name="墨迹 14">
                <a:extLst>
                  <a:ext uri="{FF2B5EF4-FFF2-40B4-BE49-F238E27FC236}">
                    <a16:creationId xmlns:a16="http://schemas.microsoft.com/office/drawing/2014/main" id="{A7623123-0356-D855-8FDC-EB5F43D3500F}"/>
                  </a:ext>
                </a:extLst>
              </p:cNvPr>
              <p:cNvPicPr/>
              <p:nvPr/>
            </p:nvPicPr>
            <p:blipFill>
              <a:blip r:embed="rId24"/>
              <a:stretch>
                <a:fillRect/>
              </a:stretch>
            </p:blipFill>
            <p:spPr>
              <a:xfrm>
                <a:off x="5400399" y="2323450"/>
                <a:ext cx="36072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墨迹 15">
                <a:extLst>
                  <a:ext uri="{FF2B5EF4-FFF2-40B4-BE49-F238E27FC236}">
                    <a16:creationId xmlns:a16="http://schemas.microsoft.com/office/drawing/2014/main" id="{E86850B5-5DE6-1E2F-34F9-CE86E8192B99}"/>
                  </a:ext>
                </a:extLst>
              </p14:cNvPr>
              <p14:cNvContentPartPr/>
              <p14:nvPr/>
            </p14:nvContentPartPr>
            <p14:xfrm>
              <a:off x="3601839" y="2297890"/>
              <a:ext cx="329040" cy="31680"/>
            </p14:xfrm>
          </p:contentPart>
        </mc:Choice>
        <mc:Fallback xmlns="">
          <p:pic>
            <p:nvPicPr>
              <p:cNvPr id="16" name="墨迹 15">
                <a:extLst>
                  <a:ext uri="{FF2B5EF4-FFF2-40B4-BE49-F238E27FC236}">
                    <a16:creationId xmlns:a16="http://schemas.microsoft.com/office/drawing/2014/main" id="{E86850B5-5DE6-1E2F-34F9-CE86E8192B99}"/>
                  </a:ext>
                </a:extLst>
              </p:cNvPr>
              <p:cNvPicPr/>
              <p:nvPr/>
            </p:nvPicPr>
            <p:blipFill>
              <a:blip r:embed="rId26"/>
              <a:stretch>
                <a:fillRect/>
              </a:stretch>
            </p:blipFill>
            <p:spPr>
              <a:xfrm>
                <a:off x="3583839" y="2280250"/>
                <a:ext cx="3646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墨迹 16">
                <a:extLst>
                  <a:ext uri="{FF2B5EF4-FFF2-40B4-BE49-F238E27FC236}">
                    <a16:creationId xmlns:a16="http://schemas.microsoft.com/office/drawing/2014/main" id="{2D824229-8611-8753-375C-EC591937F7B2}"/>
                  </a:ext>
                </a:extLst>
              </p14:cNvPr>
              <p14:cNvContentPartPr/>
              <p14:nvPr/>
            </p14:nvContentPartPr>
            <p14:xfrm>
              <a:off x="5405799" y="2316610"/>
              <a:ext cx="365400" cy="25200"/>
            </p14:xfrm>
          </p:contentPart>
        </mc:Choice>
        <mc:Fallback xmlns="">
          <p:pic>
            <p:nvPicPr>
              <p:cNvPr id="17" name="墨迹 16">
                <a:extLst>
                  <a:ext uri="{FF2B5EF4-FFF2-40B4-BE49-F238E27FC236}">
                    <a16:creationId xmlns:a16="http://schemas.microsoft.com/office/drawing/2014/main" id="{2D824229-8611-8753-375C-EC591937F7B2}"/>
                  </a:ext>
                </a:extLst>
              </p:cNvPr>
              <p:cNvPicPr/>
              <p:nvPr/>
            </p:nvPicPr>
            <p:blipFill>
              <a:blip r:embed="rId28"/>
              <a:stretch>
                <a:fillRect/>
              </a:stretch>
            </p:blipFill>
            <p:spPr>
              <a:xfrm>
                <a:off x="5388159" y="2298970"/>
                <a:ext cx="401040" cy="60840"/>
              </a:xfrm>
              <a:prstGeom prst="rect">
                <a:avLst/>
              </a:prstGeom>
            </p:spPr>
          </p:pic>
        </mc:Fallback>
      </mc:AlternateContent>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p:nvPr/>
        </p:nvSpPr>
        <p:spPr>
          <a:xfrm>
            <a:off x="381000" y="914400"/>
            <a:ext cx="8534400" cy="5846763"/>
          </a:xfrm>
          <a:prstGeom prst="rect">
            <a:avLst/>
          </a:prstGeom>
          <a:noFill/>
          <a:ln w="9525">
            <a:noFill/>
          </a:ln>
        </p:spPr>
        <p:txBody>
          <a:bodyPr anchor="t" anchorCtr="0">
            <a:spAutoFit/>
          </a:bodyPr>
          <a:lstStyle/>
          <a:p>
            <a:pPr indent="268605" algn="just" defTabSz="914400">
              <a:lnSpc>
                <a:spcPct val="130000"/>
              </a:lnSpc>
              <a:tabLst>
                <a:tab pos="941705" algn="l"/>
              </a:tabLst>
            </a:pPr>
            <a:r>
              <a:rPr lang="zh-CN" altLang="en-US" sz="2400" b="1" dirty="0">
                <a:latin typeface="Times New Roman" panose="02020603050405020304" pitchFamily="18" charset="0"/>
                <a:ea typeface="黑体" panose="02010609060101010101" pitchFamily="49" charset="-122"/>
              </a:rPr>
              <a:t>中断源</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en-US" altLang="zh-CN" sz="2400" b="1" dirty="0">
                <a:solidFill>
                  <a:srgbClr val="0000FF"/>
                </a:solidFill>
                <a:latin typeface="Times New Roman" panose="02020603050405020304" pitchFamily="18" charset="0"/>
                <a:ea typeface="宋体" panose="02010600030101010101" pitchFamily="2" charset="-122"/>
              </a:rPr>
              <a:t>8051</a:t>
            </a:r>
            <a:r>
              <a:rPr lang="zh-CN" altLang="en-US" sz="2400" b="1" dirty="0">
                <a:solidFill>
                  <a:srgbClr val="0000FF"/>
                </a:solidFill>
                <a:latin typeface="Times New Roman" panose="02020603050405020304" pitchFamily="18" charset="0"/>
                <a:ea typeface="宋体" panose="02010600030101010101" pitchFamily="2" charset="-122"/>
              </a:rPr>
              <a:t>单片机的五个中断源分别是外部中断两个，定时中断两个和串行中断一个。</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en-US" altLang="zh-CN" sz="2400" b="1" dirty="0">
                <a:solidFill>
                  <a:srgbClr val="0000FF"/>
                </a:solidFill>
                <a:latin typeface="Times New Roman" panose="02020603050405020304" pitchFamily="18" charset="0"/>
                <a:ea typeface="黑体" panose="02010609060101010101" pitchFamily="49" charset="-122"/>
              </a:rPr>
              <a:t>1</a:t>
            </a:r>
            <a:r>
              <a:rPr lang="zh-CN" altLang="en-US" sz="2400" b="1" dirty="0">
                <a:solidFill>
                  <a:srgbClr val="0000FF"/>
                </a:solidFill>
                <a:latin typeface="Times New Roman" panose="02020603050405020304" pitchFamily="18" charset="0"/>
                <a:ea typeface="黑体" panose="02010609060101010101" pitchFamily="49" charset="-122"/>
              </a:rPr>
              <a:t>． 外中断类	</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zh-CN" altLang="en-US" sz="2400" b="1" dirty="0">
                <a:solidFill>
                  <a:srgbClr val="FF0000"/>
                </a:solidFill>
                <a:latin typeface="Times New Roman" panose="02020603050405020304" pitchFamily="18" charset="0"/>
                <a:ea typeface="宋体" panose="02010600030101010101" pitchFamily="2" charset="-122"/>
              </a:rPr>
              <a:t>即外部中断</a:t>
            </a:r>
            <a:r>
              <a:rPr lang="en-US" altLang="zh-CN" sz="2400" b="1" dirty="0">
                <a:solidFill>
                  <a:srgbClr val="FF0000"/>
                </a:solidFill>
                <a:latin typeface="Times New Roman" panose="02020603050405020304" pitchFamily="18" charset="0"/>
                <a:ea typeface="宋体" panose="02010600030101010101" pitchFamily="2" charset="-122"/>
              </a:rPr>
              <a:t>0</a:t>
            </a:r>
            <a:r>
              <a:rPr lang="zh-CN" altLang="en-US" sz="2400" b="1" dirty="0">
                <a:solidFill>
                  <a:srgbClr val="FF0000"/>
                </a:solidFill>
                <a:latin typeface="Times New Roman" panose="02020603050405020304" pitchFamily="18" charset="0"/>
                <a:ea typeface="宋体" panose="02010600030101010101" pitchFamily="2" charset="-122"/>
              </a:rPr>
              <a:t>和外部中断</a:t>
            </a:r>
            <a:r>
              <a:rPr lang="en-US" altLang="zh-CN" sz="2400" b="1" dirty="0">
                <a:solidFill>
                  <a:srgbClr val="FF0000"/>
                </a:solidFill>
                <a:latin typeface="Times New Roman" panose="02020603050405020304" pitchFamily="18" charset="0"/>
                <a:ea typeface="宋体" panose="02010600030101010101" pitchFamily="2" charset="-122"/>
              </a:rPr>
              <a:t>1</a:t>
            </a:r>
            <a:r>
              <a:rPr lang="zh-CN" altLang="en-US" sz="2400" b="1" dirty="0">
                <a:solidFill>
                  <a:srgbClr val="FF0000"/>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zh-CN" altLang="en-US" sz="2400" b="1" dirty="0">
                <a:latin typeface="Times New Roman" panose="02020603050405020304" pitchFamily="18" charset="0"/>
                <a:ea typeface="宋体" panose="02010600030101010101" pitchFamily="2" charset="-122"/>
              </a:rPr>
              <a:t>中断请求信号分别由引脚        </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P3.2</a:t>
            </a:r>
            <a:r>
              <a:rPr lang="zh-CN" altLang="en-US" sz="2400" b="1" dirty="0">
                <a:solidFill>
                  <a:srgbClr val="FF0000"/>
                </a:solidFill>
                <a:latin typeface="Times New Roman" panose="02020603050405020304" pitchFamily="18" charset="0"/>
                <a:ea typeface="宋体" panose="02010600030101010101" pitchFamily="2" charset="-122"/>
              </a:rPr>
              <a:t>）和          （</a:t>
            </a:r>
            <a:r>
              <a:rPr lang="en-US" altLang="zh-CN" sz="2400" b="1" dirty="0">
                <a:solidFill>
                  <a:srgbClr val="FF0000"/>
                </a:solidFill>
                <a:latin typeface="Times New Roman" panose="02020603050405020304" pitchFamily="18" charset="0"/>
                <a:ea typeface="宋体" panose="02010600030101010101" pitchFamily="2" charset="-122"/>
              </a:rPr>
              <a:t>P3.3</a:t>
            </a:r>
            <a:r>
              <a:rPr lang="zh-CN" altLang="en-US" sz="2400" b="1" dirty="0">
                <a:solidFill>
                  <a:srgbClr val="FF0000"/>
                </a:solidFill>
                <a:latin typeface="Times New Roman" panose="02020603050405020304" pitchFamily="18" charset="0"/>
                <a:ea typeface="宋体" panose="02010600030101010101" pitchFamily="2" charset="-122"/>
              </a:rPr>
              <a:t>）引入</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zh-CN" altLang="en-US" sz="2400" b="1" dirty="0">
                <a:solidFill>
                  <a:srgbClr val="FF0000"/>
                </a:solidFill>
                <a:latin typeface="Times New Roman" panose="02020603050405020304" pitchFamily="18" charset="0"/>
                <a:ea typeface="宋体" panose="02010600030101010101" pitchFamily="2" charset="-122"/>
              </a:rPr>
              <a:t>	外部中断请求有两种信号方式，</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zh-CN" altLang="en-US" sz="2400" b="1" dirty="0">
                <a:solidFill>
                  <a:srgbClr val="0000FF"/>
                </a:solidFill>
                <a:latin typeface="Times New Roman" panose="02020603050405020304" pitchFamily="18" charset="0"/>
                <a:ea typeface="宋体" panose="02010600030101010101" pitchFamily="2" charset="-122"/>
              </a:rPr>
              <a:t>	电平方式</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zh-CN" altLang="en-US" sz="2400" b="1" dirty="0">
                <a:solidFill>
                  <a:srgbClr val="0000FF"/>
                </a:solidFill>
                <a:latin typeface="Times New Roman" panose="02020603050405020304" pitchFamily="18" charset="0"/>
                <a:ea typeface="宋体" panose="02010600030101010101" pitchFamily="2" charset="-122"/>
              </a:rPr>
              <a:t>	脉冲方式。</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en-US" altLang="zh-CN" sz="2400" b="1" dirty="0">
                <a:latin typeface="Times New Roman" panose="02020603050405020304" pitchFamily="18" charset="0"/>
                <a:ea typeface="黑体" panose="02010609060101010101" pitchFamily="49" charset="-122"/>
              </a:rPr>
              <a:t>2</a:t>
            </a:r>
            <a:r>
              <a:rPr lang="zh-CN" altLang="en-US" sz="2400" b="1" dirty="0">
                <a:latin typeface="Times New Roman" panose="02020603050405020304" pitchFamily="18" charset="0"/>
                <a:ea typeface="黑体" panose="02010609060101010101" pitchFamily="49" charset="-122"/>
              </a:rPr>
              <a:t>．定时中断类：</a:t>
            </a:r>
            <a:r>
              <a:rPr lang="en-US" altLang="zh-CN" sz="2400" b="1" dirty="0">
                <a:latin typeface="Times New Roman" panose="02020603050405020304" pitchFamily="18" charset="0"/>
                <a:ea typeface="黑体" panose="02010609060101010101" pitchFamily="49" charset="-122"/>
              </a:rPr>
              <a:t>T0</a:t>
            </a:r>
            <a:r>
              <a:rPr lang="zh-CN" altLang="en-US" sz="2400" b="1" dirty="0">
                <a:latin typeface="Times New Roman" panose="02020603050405020304" pitchFamily="18" charset="0"/>
                <a:ea typeface="黑体" panose="02010609060101010101" pitchFamily="49" charset="-122"/>
              </a:rPr>
              <a:t>、</a:t>
            </a:r>
            <a:r>
              <a:rPr lang="en-US" altLang="zh-CN" sz="2400" b="1" dirty="0">
                <a:latin typeface="Times New Roman" panose="02020603050405020304" pitchFamily="18" charset="0"/>
                <a:ea typeface="黑体" panose="02010609060101010101" pitchFamily="49" charset="-122"/>
              </a:rPr>
              <a:t>T1</a:t>
            </a:r>
            <a:r>
              <a:rPr lang="zh-CN" altLang="en-US" sz="2400" b="1" dirty="0">
                <a:latin typeface="Times New Roman" panose="02020603050405020304" pitchFamily="18" charset="0"/>
                <a:ea typeface="黑体" panose="02010609060101010101" pitchFamily="49" charset="-122"/>
              </a:rPr>
              <a:t>。    </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en-US" altLang="zh-CN" sz="2400" b="1" dirty="0">
                <a:latin typeface="Times New Roman" panose="02020603050405020304" pitchFamily="18" charset="0"/>
                <a:ea typeface="黑体" panose="02010609060101010101" pitchFamily="49" charset="-122"/>
              </a:rPr>
              <a:t>3</a:t>
            </a:r>
            <a:r>
              <a:rPr lang="zh-CN" altLang="en-US" sz="2400" b="1" dirty="0">
                <a:latin typeface="Times New Roman" panose="02020603050405020304" pitchFamily="18" charset="0"/>
                <a:ea typeface="黑体" panose="02010609060101010101" pitchFamily="49" charset="-122"/>
              </a:rPr>
              <a:t>．串行中断类</a:t>
            </a:r>
            <a:endParaRPr lang="zh-CN" altLang="en-US" sz="2400" dirty="0">
              <a:latin typeface="Times New Roman" panose="02020603050405020304" pitchFamily="18" charset="0"/>
              <a:ea typeface="宋体" panose="02010600030101010101" pitchFamily="2" charset="-122"/>
            </a:endParaRPr>
          </a:p>
          <a:p>
            <a:pPr indent="268605" defTabSz="914400" eaLnBrk="0" hangingPunct="0">
              <a:lnSpc>
                <a:spcPct val="130000"/>
              </a:lnSpc>
              <a:tabLst>
                <a:tab pos="941705" algn="l"/>
              </a:tabLst>
            </a:pPr>
            <a:endParaRPr lang="en-US" altLang="zh-CN" sz="2400" dirty="0">
              <a:latin typeface="Times New Roman" panose="02020603050405020304" pitchFamily="18" charset="0"/>
              <a:ea typeface="宋体" panose="02010600030101010101" pitchFamily="2" charset="-122"/>
            </a:endParaRPr>
          </a:p>
        </p:txBody>
      </p:sp>
      <p:graphicFrame>
        <p:nvGraphicFramePr>
          <p:cNvPr id="14338" name="Object 2"/>
          <p:cNvGraphicFramePr>
            <a:graphicFrameLocks/>
          </p:cNvGraphicFramePr>
          <p:nvPr/>
        </p:nvGraphicFramePr>
        <p:xfrm>
          <a:off x="4140200" y="3429000"/>
          <a:ext cx="609600" cy="347663"/>
        </p:xfrm>
        <a:graphic>
          <a:graphicData uri="http://schemas.openxmlformats.org/presentationml/2006/ole">
            <mc:AlternateContent xmlns:mc="http://schemas.openxmlformats.org/markup-compatibility/2006">
              <mc:Choice xmlns:v="urn:schemas-microsoft-com:vml" Requires="v">
                <p:oleObj r:id="rId2" imgW="330057" imgH="190417" progId="Equation.3">
                  <p:embed/>
                </p:oleObj>
              </mc:Choice>
              <mc:Fallback>
                <p:oleObj r:id="rId2" imgW="330057" imgH="190417" progId="Equation.3">
                  <p:embed/>
                  <p:pic>
                    <p:nvPicPr>
                      <p:cNvPr id="0"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0200" y="3429000"/>
                        <a:ext cx="60960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39" name="Object 3"/>
          <p:cNvGraphicFramePr>
            <a:graphicFrameLocks/>
          </p:cNvGraphicFramePr>
          <p:nvPr/>
        </p:nvGraphicFramePr>
        <p:xfrm>
          <a:off x="6372225" y="3357563"/>
          <a:ext cx="609600" cy="396875"/>
        </p:xfrm>
        <a:graphic>
          <a:graphicData uri="http://schemas.openxmlformats.org/presentationml/2006/ole">
            <mc:AlternateContent xmlns:mc="http://schemas.openxmlformats.org/markup-compatibility/2006">
              <mc:Choice xmlns:v="urn:schemas-microsoft-com:vml" Requires="v">
                <p:oleObj r:id="rId4" imgW="304668" imgH="190417" progId="Equation.3">
                  <p:embed/>
                </p:oleObj>
              </mc:Choice>
              <mc:Fallback>
                <p:oleObj r:id="rId4" imgW="304668" imgH="190417" progId="Equation.3">
                  <p:embed/>
                  <p:pic>
                    <p:nvPicPr>
                      <p:cNvPr id="0" name="Picture 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2225" y="3357563"/>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84FB23E1-21D7-4C14-426E-EA3D3C8150C2}"/>
                  </a:ext>
                </a:extLst>
              </p14:cNvPr>
              <p14:cNvContentPartPr/>
              <p14:nvPr/>
            </p14:nvContentPartPr>
            <p14:xfrm>
              <a:off x="5047599" y="1927654"/>
              <a:ext cx="3490560" cy="42480"/>
            </p14:xfrm>
          </p:contentPart>
        </mc:Choice>
        <mc:Fallback xmlns="">
          <p:pic>
            <p:nvPicPr>
              <p:cNvPr id="2" name="墨迹 1">
                <a:extLst>
                  <a:ext uri="{FF2B5EF4-FFF2-40B4-BE49-F238E27FC236}">
                    <a16:creationId xmlns:a16="http://schemas.microsoft.com/office/drawing/2014/main" id="{84FB23E1-21D7-4C14-426E-EA3D3C8150C2}"/>
                  </a:ext>
                </a:extLst>
              </p:cNvPr>
              <p:cNvPicPr/>
              <p:nvPr/>
            </p:nvPicPr>
            <p:blipFill>
              <a:blip r:embed="rId7"/>
              <a:stretch>
                <a:fillRect/>
              </a:stretch>
            </p:blipFill>
            <p:spPr>
              <a:xfrm>
                <a:off x="5029959" y="1909654"/>
                <a:ext cx="35262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AB3E9458-4A86-CBEE-9908-EB4B958A4145}"/>
                  </a:ext>
                </a:extLst>
              </p14:cNvPr>
              <p14:cNvContentPartPr/>
              <p14:nvPr/>
            </p14:nvContentPartPr>
            <p14:xfrm>
              <a:off x="568479" y="2267134"/>
              <a:ext cx="2775600" cy="37800"/>
            </p14:xfrm>
          </p:contentPart>
        </mc:Choice>
        <mc:Fallback xmlns="">
          <p:pic>
            <p:nvPicPr>
              <p:cNvPr id="3" name="墨迹 2">
                <a:extLst>
                  <a:ext uri="{FF2B5EF4-FFF2-40B4-BE49-F238E27FC236}">
                    <a16:creationId xmlns:a16="http://schemas.microsoft.com/office/drawing/2014/main" id="{AB3E9458-4A86-CBEE-9908-EB4B958A4145}"/>
                  </a:ext>
                </a:extLst>
              </p:cNvPr>
              <p:cNvPicPr/>
              <p:nvPr/>
            </p:nvPicPr>
            <p:blipFill>
              <a:blip r:embed="rId9"/>
              <a:stretch>
                <a:fillRect/>
              </a:stretch>
            </p:blipFill>
            <p:spPr>
              <a:xfrm>
                <a:off x="550479" y="2249134"/>
                <a:ext cx="2811240" cy="73440"/>
              </a:xfrm>
              <a:prstGeom prst="rect">
                <a:avLst/>
              </a:prstGeom>
            </p:spPr>
          </p:pic>
        </mc:Fallback>
      </mc:AlternateContent>
      <p:grpSp>
        <p:nvGrpSpPr>
          <p:cNvPr id="17" name="组合 16">
            <a:extLst>
              <a:ext uri="{FF2B5EF4-FFF2-40B4-BE49-F238E27FC236}">
                <a16:creationId xmlns:a16="http://schemas.microsoft.com/office/drawing/2014/main" id="{6053BA56-4847-756E-AB0B-AD7C7FD9B2C6}"/>
              </a:ext>
            </a:extLst>
          </p:cNvPr>
          <p:cNvGrpSpPr/>
          <p:nvPr/>
        </p:nvGrpSpPr>
        <p:grpSpPr>
          <a:xfrm>
            <a:off x="2700039" y="4447294"/>
            <a:ext cx="1826280" cy="710640"/>
            <a:chOff x="2700039" y="4447294"/>
            <a:chExt cx="1826280" cy="710640"/>
          </a:xfrm>
        </p:grpSpPr>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1D32A879-981E-7CA0-B58D-1875F7FA8EC2}"/>
                    </a:ext>
                  </a:extLst>
                </p14:cNvPr>
                <p14:cNvContentPartPr/>
                <p14:nvPr/>
              </p14:nvContentPartPr>
              <p14:xfrm>
                <a:off x="2700039" y="4490854"/>
                <a:ext cx="299520" cy="667080"/>
              </p14:xfrm>
            </p:contentPart>
          </mc:Choice>
          <mc:Fallback xmlns="">
            <p:pic>
              <p:nvPicPr>
                <p:cNvPr id="4" name="墨迹 3">
                  <a:extLst>
                    <a:ext uri="{FF2B5EF4-FFF2-40B4-BE49-F238E27FC236}">
                      <a16:creationId xmlns:a16="http://schemas.microsoft.com/office/drawing/2014/main" id="{1D32A879-981E-7CA0-B58D-1875F7FA8EC2}"/>
                    </a:ext>
                  </a:extLst>
                </p:cNvPr>
                <p:cNvPicPr/>
                <p:nvPr/>
              </p:nvPicPr>
              <p:blipFill>
                <a:blip r:embed="rId11"/>
                <a:stretch>
                  <a:fillRect/>
                </a:stretch>
              </p:blipFill>
              <p:spPr>
                <a:xfrm>
                  <a:off x="2682039" y="4472854"/>
                  <a:ext cx="335160" cy="702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5F78DA4A-1612-CC2B-F3FD-B76E2C29E091}"/>
                    </a:ext>
                  </a:extLst>
                </p14:cNvPr>
                <p14:cNvContentPartPr/>
                <p14:nvPr/>
              </p14:nvContentPartPr>
              <p14:xfrm>
                <a:off x="3249759" y="4480414"/>
                <a:ext cx="233640" cy="66960"/>
              </p14:xfrm>
            </p:contentPart>
          </mc:Choice>
          <mc:Fallback xmlns="">
            <p:pic>
              <p:nvPicPr>
                <p:cNvPr id="5" name="墨迹 4">
                  <a:extLst>
                    <a:ext uri="{FF2B5EF4-FFF2-40B4-BE49-F238E27FC236}">
                      <a16:creationId xmlns:a16="http://schemas.microsoft.com/office/drawing/2014/main" id="{5F78DA4A-1612-CC2B-F3FD-B76E2C29E091}"/>
                    </a:ext>
                  </a:extLst>
                </p:cNvPr>
                <p:cNvPicPr/>
                <p:nvPr/>
              </p:nvPicPr>
              <p:blipFill>
                <a:blip r:embed="rId13"/>
                <a:stretch>
                  <a:fillRect/>
                </a:stretch>
              </p:blipFill>
              <p:spPr>
                <a:xfrm>
                  <a:off x="3231759" y="4462774"/>
                  <a:ext cx="26928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墨迹 5">
                  <a:extLst>
                    <a:ext uri="{FF2B5EF4-FFF2-40B4-BE49-F238E27FC236}">
                      <a16:creationId xmlns:a16="http://schemas.microsoft.com/office/drawing/2014/main" id="{ED8853EA-47EE-76C4-FFA1-F1EC9AF1A82B}"/>
                    </a:ext>
                  </a:extLst>
                </p14:cNvPr>
                <p14:cNvContentPartPr/>
                <p14:nvPr/>
              </p14:nvContentPartPr>
              <p14:xfrm>
                <a:off x="3422919" y="4559614"/>
                <a:ext cx="49680" cy="367200"/>
              </p14:xfrm>
            </p:contentPart>
          </mc:Choice>
          <mc:Fallback xmlns="">
            <p:pic>
              <p:nvPicPr>
                <p:cNvPr id="6" name="墨迹 5">
                  <a:extLst>
                    <a:ext uri="{FF2B5EF4-FFF2-40B4-BE49-F238E27FC236}">
                      <a16:creationId xmlns:a16="http://schemas.microsoft.com/office/drawing/2014/main" id="{ED8853EA-47EE-76C4-FFA1-F1EC9AF1A82B}"/>
                    </a:ext>
                  </a:extLst>
                </p:cNvPr>
                <p:cNvPicPr/>
                <p:nvPr/>
              </p:nvPicPr>
              <p:blipFill>
                <a:blip r:embed="rId15"/>
                <a:stretch>
                  <a:fillRect/>
                </a:stretch>
              </p:blipFill>
              <p:spPr>
                <a:xfrm>
                  <a:off x="3404919" y="4541614"/>
                  <a:ext cx="85320" cy="402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墨迹 6">
                  <a:extLst>
                    <a:ext uri="{FF2B5EF4-FFF2-40B4-BE49-F238E27FC236}">
                      <a16:creationId xmlns:a16="http://schemas.microsoft.com/office/drawing/2014/main" id="{9F932CCC-49DD-3201-D7B7-8022C681CB56}"/>
                    </a:ext>
                  </a:extLst>
                </p14:cNvPr>
                <p14:cNvContentPartPr/>
                <p14:nvPr/>
              </p14:nvContentPartPr>
              <p14:xfrm>
                <a:off x="3618759" y="4547374"/>
                <a:ext cx="45000" cy="131040"/>
              </p14:xfrm>
            </p:contentPart>
          </mc:Choice>
          <mc:Fallback xmlns="">
            <p:pic>
              <p:nvPicPr>
                <p:cNvPr id="7" name="墨迹 6">
                  <a:extLst>
                    <a:ext uri="{FF2B5EF4-FFF2-40B4-BE49-F238E27FC236}">
                      <a16:creationId xmlns:a16="http://schemas.microsoft.com/office/drawing/2014/main" id="{9F932CCC-49DD-3201-D7B7-8022C681CB56}"/>
                    </a:ext>
                  </a:extLst>
                </p:cNvPr>
                <p:cNvPicPr/>
                <p:nvPr/>
              </p:nvPicPr>
              <p:blipFill>
                <a:blip r:embed="rId17"/>
                <a:stretch>
                  <a:fillRect/>
                </a:stretch>
              </p:blipFill>
              <p:spPr>
                <a:xfrm>
                  <a:off x="3601119" y="4529374"/>
                  <a:ext cx="806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4EF63D53-3071-6F2D-D650-E58ECCA24DE5}"/>
                    </a:ext>
                  </a:extLst>
                </p14:cNvPr>
                <p14:cNvContentPartPr/>
                <p14:nvPr/>
              </p14:nvContentPartPr>
              <p14:xfrm>
                <a:off x="3603639" y="4601014"/>
                <a:ext cx="39960" cy="187560"/>
              </p14:xfrm>
            </p:contentPart>
          </mc:Choice>
          <mc:Fallback xmlns="">
            <p:pic>
              <p:nvPicPr>
                <p:cNvPr id="8" name="墨迹 7">
                  <a:extLst>
                    <a:ext uri="{FF2B5EF4-FFF2-40B4-BE49-F238E27FC236}">
                      <a16:creationId xmlns:a16="http://schemas.microsoft.com/office/drawing/2014/main" id="{4EF63D53-3071-6F2D-D650-E58ECCA24DE5}"/>
                    </a:ext>
                  </a:extLst>
                </p:cNvPr>
                <p:cNvPicPr/>
                <p:nvPr/>
              </p:nvPicPr>
              <p:blipFill>
                <a:blip r:embed="rId19"/>
                <a:stretch>
                  <a:fillRect/>
                </a:stretch>
              </p:blipFill>
              <p:spPr>
                <a:xfrm>
                  <a:off x="3585999" y="4583014"/>
                  <a:ext cx="756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8061329E-6EB1-17CA-39AD-9BCC0C51CF70}"/>
                    </a:ext>
                  </a:extLst>
                </p14:cNvPr>
                <p14:cNvContentPartPr/>
                <p14:nvPr/>
              </p14:nvContentPartPr>
              <p14:xfrm>
                <a:off x="3638919" y="4518574"/>
                <a:ext cx="181080" cy="286920"/>
              </p14:xfrm>
            </p:contentPart>
          </mc:Choice>
          <mc:Fallback xmlns="">
            <p:pic>
              <p:nvPicPr>
                <p:cNvPr id="9" name="墨迹 8">
                  <a:extLst>
                    <a:ext uri="{FF2B5EF4-FFF2-40B4-BE49-F238E27FC236}">
                      <a16:creationId xmlns:a16="http://schemas.microsoft.com/office/drawing/2014/main" id="{8061329E-6EB1-17CA-39AD-9BCC0C51CF70}"/>
                    </a:ext>
                  </a:extLst>
                </p:cNvPr>
                <p:cNvPicPr/>
                <p:nvPr/>
              </p:nvPicPr>
              <p:blipFill>
                <a:blip r:embed="rId21"/>
                <a:stretch>
                  <a:fillRect/>
                </a:stretch>
              </p:blipFill>
              <p:spPr>
                <a:xfrm>
                  <a:off x="3620919" y="4500574"/>
                  <a:ext cx="2167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 name="墨迹 9">
                  <a:extLst>
                    <a:ext uri="{FF2B5EF4-FFF2-40B4-BE49-F238E27FC236}">
                      <a16:creationId xmlns:a16="http://schemas.microsoft.com/office/drawing/2014/main" id="{232DAA30-0DE7-9DFE-EA83-893D565DEA06}"/>
                    </a:ext>
                  </a:extLst>
                </p14:cNvPr>
                <p14:cNvContentPartPr/>
                <p14:nvPr/>
              </p14:nvContentPartPr>
              <p14:xfrm>
                <a:off x="3903159" y="4550614"/>
                <a:ext cx="77400" cy="255960"/>
              </p14:xfrm>
            </p:contentPart>
          </mc:Choice>
          <mc:Fallback xmlns="">
            <p:pic>
              <p:nvPicPr>
                <p:cNvPr id="10" name="墨迹 9">
                  <a:extLst>
                    <a:ext uri="{FF2B5EF4-FFF2-40B4-BE49-F238E27FC236}">
                      <a16:creationId xmlns:a16="http://schemas.microsoft.com/office/drawing/2014/main" id="{232DAA30-0DE7-9DFE-EA83-893D565DEA06}"/>
                    </a:ext>
                  </a:extLst>
                </p:cNvPr>
                <p:cNvPicPr/>
                <p:nvPr/>
              </p:nvPicPr>
              <p:blipFill>
                <a:blip r:embed="rId23"/>
                <a:stretch>
                  <a:fillRect/>
                </a:stretch>
              </p:blipFill>
              <p:spPr>
                <a:xfrm>
                  <a:off x="3885519" y="4532974"/>
                  <a:ext cx="11304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 name="墨迹 10">
                  <a:extLst>
                    <a:ext uri="{FF2B5EF4-FFF2-40B4-BE49-F238E27FC236}">
                      <a16:creationId xmlns:a16="http://schemas.microsoft.com/office/drawing/2014/main" id="{112A9610-A3EB-5AC5-E3F1-50D8D8DB66D5}"/>
                    </a:ext>
                  </a:extLst>
                </p14:cNvPr>
                <p14:cNvContentPartPr/>
                <p14:nvPr/>
              </p14:nvContentPartPr>
              <p14:xfrm>
                <a:off x="4040319" y="4466734"/>
                <a:ext cx="87120" cy="385200"/>
              </p14:xfrm>
            </p:contentPart>
          </mc:Choice>
          <mc:Fallback xmlns="">
            <p:pic>
              <p:nvPicPr>
                <p:cNvPr id="11" name="墨迹 10">
                  <a:extLst>
                    <a:ext uri="{FF2B5EF4-FFF2-40B4-BE49-F238E27FC236}">
                      <a16:creationId xmlns:a16="http://schemas.microsoft.com/office/drawing/2014/main" id="{112A9610-A3EB-5AC5-E3F1-50D8D8DB66D5}"/>
                    </a:ext>
                  </a:extLst>
                </p:cNvPr>
                <p:cNvPicPr/>
                <p:nvPr/>
              </p:nvPicPr>
              <p:blipFill>
                <a:blip r:embed="rId25"/>
                <a:stretch>
                  <a:fillRect/>
                </a:stretch>
              </p:blipFill>
              <p:spPr>
                <a:xfrm>
                  <a:off x="4022319" y="4448734"/>
                  <a:ext cx="1227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 name="墨迹 11">
                  <a:extLst>
                    <a:ext uri="{FF2B5EF4-FFF2-40B4-BE49-F238E27FC236}">
                      <a16:creationId xmlns:a16="http://schemas.microsoft.com/office/drawing/2014/main" id="{0E08F9F7-7875-4A88-CC12-01B4BB4033A6}"/>
                    </a:ext>
                  </a:extLst>
                </p14:cNvPr>
                <p14:cNvContentPartPr/>
                <p14:nvPr/>
              </p14:nvContentPartPr>
              <p14:xfrm>
                <a:off x="3952479" y="4466374"/>
                <a:ext cx="343440" cy="354960"/>
              </p14:xfrm>
            </p:contentPart>
          </mc:Choice>
          <mc:Fallback xmlns="">
            <p:pic>
              <p:nvPicPr>
                <p:cNvPr id="12" name="墨迹 11">
                  <a:extLst>
                    <a:ext uri="{FF2B5EF4-FFF2-40B4-BE49-F238E27FC236}">
                      <a16:creationId xmlns:a16="http://schemas.microsoft.com/office/drawing/2014/main" id="{0E08F9F7-7875-4A88-CC12-01B4BB4033A6}"/>
                    </a:ext>
                  </a:extLst>
                </p:cNvPr>
                <p:cNvPicPr/>
                <p:nvPr/>
              </p:nvPicPr>
              <p:blipFill>
                <a:blip r:embed="rId27"/>
                <a:stretch>
                  <a:fillRect/>
                </a:stretch>
              </p:blipFill>
              <p:spPr>
                <a:xfrm>
                  <a:off x="3934839" y="4448734"/>
                  <a:ext cx="37908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墨迹 12">
                  <a:extLst>
                    <a:ext uri="{FF2B5EF4-FFF2-40B4-BE49-F238E27FC236}">
                      <a16:creationId xmlns:a16="http://schemas.microsoft.com/office/drawing/2014/main" id="{FA2E2444-2AE8-0FC8-1B20-EAFE0743BF61}"/>
                    </a:ext>
                  </a:extLst>
                </p14:cNvPr>
                <p14:cNvContentPartPr/>
                <p14:nvPr/>
              </p14:nvContentPartPr>
              <p14:xfrm>
                <a:off x="3274239" y="4944454"/>
                <a:ext cx="990000" cy="202320"/>
              </p14:xfrm>
            </p:contentPart>
          </mc:Choice>
          <mc:Fallback xmlns="">
            <p:pic>
              <p:nvPicPr>
                <p:cNvPr id="13" name="墨迹 12">
                  <a:extLst>
                    <a:ext uri="{FF2B5EF4-FFF2-40B4-BE49-F238E27FC236}">
                      <a16:creationId xmlns:a16="http://schemas.microsoft.com/office/drawing/2014/main" id="{FA2E2444-2AE8-0FC8-1B20-EAFE0743BF61}"/>
                    </a:ext>
                  </a:extLst>
                </p:cNvPr>
                <p:cNvPicPr/>
                <p:nvPr/>
              </p:nvPicPr>
              <p:blipFill>
                <a:blip r:embed="rId29"/>
                <a:stretch>
                  <a:fillRect/>
                </a:stretch>
              </p:blipFill>
              <p:spPr>
                <a:xfrm>
                  <a:off x="3256239" y="4926814"/>
                  <a:ext cx="102564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墨迹 14">
                  <a:extLst>
                    <a:ext uri="{FF2B5EF4-FFF2-40B4-BE49-F238E27FC236}">
                      <a16:creationId xmlns:a16="http://schemas.microsoft.com/office/drawing/2014/main" id="{CB8B286B-00DF-058E-386D-771D48F4C197}"/>
                    </a:ext>
                  </a:extLst>
                </p14:cNvPr>
                <p14:cNvContentPartPr/>
                <p14:nvPr/>
              </p14:nvContentPartPr>
              <p14:xfrm>
                <a:off x="4127079" y="4472854"/>
                <a:ext cx="6480" cy="309240"/>
              </p14:xfrm>
            </p:contentPart>
          </mc:Choice>
          <mc:Fallback xmlns="">
            <p:pic>
              <p:nvPicPr>
                <p:cNvPr id="15" name="墨迹 14">
                  <a:extLst>
                    <a:ext uri="{FF2B5EF4-FFF2-40B4-BE49-F238E27FC236}">
                      <a16:creationId xmlns:a16="http://schemas.microsoft.com/office/drawing/2014/main" id="{CB8B286B-00DF-058E-386D-771D48F4C197}"/>
                    </a:ext>
                  </a:extLst>
                </p:cNvPr>
                <p:cNvPicPr/>
                <p:nvPr/>
              </p:nvPicPr>
              <p:blipFill>
                <a:blip r:embed="rId31"/>
                <a:stretch>
                  <a:fillRect/>
                </a:stretch>
              </p:blipFill>
              <p:spPr>
                <a:xfrm>
                  <a:off x="4109079" y="4455214"/>
                  <a:ext cx="4212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E8E366E3-D0C0-0304-D721-20C90F45EB3D}"/>
                    </a:ext>
                  </a:extLst>
                </p14:cNvPr>
                <p14:cNvContentPartPr/>
                <p14:nvPr/>
              </p14:nvContentPartPr>
              <p14:xfrm>
                <a:off x="4085319" y="4447294"/>
                <a:ext cx="441000" cy="518400"/>
              </p14:xfrm>
            </p:contentPart>
          </mc:Choice>
          <mc:Fallback xmlns="">
            <p:pic>
              <p:nvPicPr>
                <p:cNvPr id="16" name="墨迹 15">
                  <a:extLst>
                    <a:ext uri="{FF2B5EF4-FFF2-40B4-BE49-F238E27FC236}">
                      <a16:creationId xmlns:a16="http://schemas.microsoft.com/office/drawing/2014/main" id="{E8E366E3-D0C0-0304-D721-20C90F45EB3D}"/>
                    </a:ext>
                  </a:extLst>
                </p:cNvPr>
                <p:cNvPicPr/>
                <p:nvPr/>
              </p:nvPicPr>
              <p:blipFill>
                <a:blip r:embed="rId33"/>
                <a:stretch>
                  <a:fillRect/>
                </a:stretch>
              </p:blipFill>
              <p:spPr>
                <a:xfrm>
                  <a:off x="4067679" y="4429294"/>
                  <a:ext cx="476640" cy="554040"/>
                </a:xfrm>
                <a:prstGeom prst="rect">
                  <a:avLst/>
                </a:prstGeom>
              </p:spPr>
            </p:pic>
          </mc:Fallback>
        </mc:AlternateContent>
      </p:grpSp>
    </p:spTree>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5"/>
          <p:cNvSpPr/>
          <p:nvPr/>
        </p:nvSpPr>
        <p:spPr>
          <a:xfrm>
            <a:off x="574675" y="1195388"/>
            <a:ext cx="6629400" cy="4138612"/>
          </a:xfrm>
          <a:prstGeom prst="rect">
            <a:avLst/>
          </a:prstGeom>
          <a:noFill/>
          <a:ln w="9525">
            <a:noFill/>
          </a:ln>
        </p:spPr>
        <p:txBody>
          <a:bodyPr anchor="t" anchorCtr="0">
            <a:spAutoFit/>
          </a:bodyPr>
          <a:lstStyle/>
          <a:p>
            <a:pPr indent="268605" algn="just" defTabSz="914400">
              <a:lnSpc>
                <a:spcPct val="150000"/>
              </a:lnSpc>
              <a:tabLst>
                <a:tab pos="941705" algn="l"/>
              </a:tabLst>
            </a:pPr>
            <a:r>
              <a:rPr lang="en-US" altLang="zh-CN" b="1" dirty="0">
                <a:solidFill>
                  <a:srgbClr val="FF3300"/>
                </a:solidFill>
                <a:latin typeface="Times New Roman" panose="02020603050405020304" pitchFamily="18" charset="0"/>
                <a:ea typeface="黑体" panose="02010609060101010101" pitchFamily="49" charset="-122"/>
              </a:rPr>
              <a:t>6.3.2 </a:t>
            </a:r>
            <a:r>
              <a:rPr lang="zh-CN" altLang="en-US" b="1" dirty="0">
                <a:solidFill>
                  <a:srgbClr val="FF3300"/>
                </a:solidFill>
                <a:latin typeface="Times New Roman" panose="02020603050405020304" pitchFamily="18" charset="0"/>
                <a:ea typeface="黑体" panose="02010609060101010101" pitchFamily="49" charset="-122"/>
              </a:rPr>
              <a:t>中断控制</a:t>
            </a:r>
            <a:endParaRPr lang="zh-CN" altLang="en-US" dirty="0">
              <a:solidFill>
                <a:srgbClr val="FF3300"/>
              </a:solidFill>
              <a:latin typeface="Times New Roman" panose="02020603050405020304" pitchFamily="18" charset="0"/>
              <a:ea typeface="宋体" panose="02010600030101010101" pitchFamily="2" charset="-122"/>
            </a:endParaRPr>
          </a:p>
          <a:p>
            <a:pPr indent="268605" algn="just" defTabSz="914400" eaLnBrk="0" hangingPunct="0">
              <a:lnSpc>
                <a:spcPct val="150000"/>
              </a:lnSpc>
              <a:spcBef>
                <a:spcPts val="600"/>
              </a:spcBef>
              <a:tabLst>
                <a:tab pos="941705" algn="l"/>
              </a:tabLst>
            </a:pPr>
            <a:r>
              <a:rPr lang="zh-CN" altLang="en-US" sz="2400" b="1" dirty="0">
                <a:latin typeface="Times New Roman" panose="02020603050405020304" pitchFamily="18" charset="0"/>
                <a:ea typeface="宋体" panose="02010600030101010101" pitchFamily="2" charset="-122"/>
              </a:rPr>
              <a:t>与中断控制有关的寄存器共四个，</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solidFill>
                  <a:srgbClr val="0000FF"/>
                </a:solidFill>
                <a:latin typeface="Times New Roman" panose="02020603050405020304" pitchFamily="18" charset="0"/>
                <a:ea typeface="宋体" panose="02010600030101010101" pitchFamily="2" charset="-122"/>
              </a:rPr>
              <a:t>定时器控制寄存器  </a:t>
            </a:r>
            <a:r>
              <a:rPr lang="en-US" altLang="zh-CN" sz="2400" b="1" dirty="0">
                <a:solidFill>
                  <a:srgbClr val="0000FF"/>
                </a:solidFill>
                <a:latin typeface="Times New Roman" panose="02020603050405020304" pitchFamily="18" charset="0"/>
                <a:ea typeface="宋体" panose="02010600030101010101" pitchFamily="2" charset="-122"/>
              </a:rPr>
              <a:t>TCON</a:t>
            </a:r>
            <a:endParaRPr lang="en-US" altLang="zh-CN" sz="2400" dirty="0">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solidFill>
                  <a:srgbClr val="0000FF"/>
                </a:solidFill>
                <a:latin typeface="Times New Roman" panose="02020603050405020304" pitchFamily="18" charset="0"/>
                <a:ea typeface="宋体" panose="02010600030101010101" pitchFamily="2" charset="-122"/>
              </a:rPr>
              <a:t>中断允许控制寄存器  </a:t>
            </a:r>
            <a:r>
              <a:rPr lang="en-US" altLang="zh-CN" sz="2400" b="1" dirty="0">
                <a:solidFill>
                  <a:srgbClr val="0000FF"/>
                </a:solidFill>
                <a:latin typeface="Times New Roman" panose="02020603050405020304" pitchFamily="18" charset="0"/>
                <a:ea typeface="宋体" panose="02010600030101010101" pitchFamily="2" charset="-122"/>
              </a:rPr>
              <a:t>IE</a:t>
            </a:r>
            <a:endParaRPr lang="en-US" altLang="zh-CN" sz="2400" dirty="0">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solidFill>
                  <a:srgbClr val="0000FF"/>
                </a:solidFill>
                <a:latin typeface="Times New Roman" panose="02020603050405020304" pitchFamily="18" charset="0"/>
                <a:ea typeface="宋体" panose="02010600030101010101" pitchFamily="2" charset="-122"/>
              </a:rPr>
              <a:t>中断优先控制寄存器  </a:t>
            </a:r>
            <a:r>
              <a:rPr lang="en-US" altLang="zh-CN" sz="2400" b="1" dirty="0">
                <a:solidFill>
                  <a:srgbClr val="0000FF"/>
                </a:solidFill>
                <a:latin typeface="Times New Roman" panose="02020603050405020304" pitchFamily="18" charset="0"/>
                <a:ea typeface="宋体" panose="02010600030101010101" pitchFamily="2" charset="-122"/>
              </a:rPr>
              <a:t>IP</a:t>
            </a:r>
            <a:endParaRPr lang="en-US" altLang="zh-CN" sz="2400" dirty="0">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solidFill>
                  <a:srgbClr val="0000FF"/>
                </a:solidFill>
                <a:latin typeface="Times New Roman" panose="02020603050405020304" pitchFamily="18" charset="0"/>
                <a:ea typeface="宋体" panose="02010600030101010101" pitchFamily="2" charset="-122"/>
              </a:rPr>
              <a:t>串行口控制寄存器  </a:t>
            </a:r>
            <a:r>
              <a:rPr lang="en-US" altLang="zh-CN" sz="2400" b="1" dirty="0">
                <a:solidFill>
                  <a:srgbClr val="0000FF"/>
                </a:solidFill>
                <a:latin typeface="Times New Roman" panose="02020603050405020304" pitchFamily="18" charset="0"/>
                <a:ea typeface="宋体" panose="02010600030101010101" pitchFamily="2" charset="-122"/>
              </a:rPr>
              <a:t>SCON</a:t>
            </a:r>
            <a:endParaRPr lang="en-US" altLang="zh-CN" sz="2400" dirty="0">
              <a:latin typeface="Times New Roman" panose="02020603050405020304" pitchFamily="18" charset="0"/>
              <a:ea typeface="宋体" panose="02010600030101010101" pitchFamily="2" charset="-122"/>
            </a:endParaRPr>
          </a:p>
          <a:p>
            <a:pPr indent="268605" defTabSz="914400" eaLnBrk="0" hangingPunct="0">
              <a:lnSpc>
                <a:spcPct val="150000"/>
              </a:lnSpc>
              <a:tabLst>
                <a:tab pos="941705" algn="l"/>
              </a:tabLst>
            </a:pPr>
            <a:endParaRPr lang="en-US" altLang="zh-CN" sz="2400"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D645CF42-44E5-AC20-306C-AFCF1A29E553}"/>
                  </a:ext>
                </a:extLst>
              </p14:cNvPr>
              <p14:cNvContentPartPr/>
              <p14:nvPr/>
            </p14:nvContentPartPr>
            <p14:xfrm>
              <a:off x="3539919" y="3027094"/>
              <a:ext cx="804960" cy="31680"/>
            </p14:xfrm>
          </p:contentPart>
        </mc:Choice>
        <mc:Fallback xmlns="">
          <p:pic>
            <p:nvPicPr>
              <p:cNvPr id="2" name="墨迹 1">
                <a:extLst>
                  <a:ext uri="{FF2B5EF4-FFF2-40B4-BE49-F238E27FC236}">
                    <a16:creationId xmlns:a16="http://schemas.microsoft.com/office/drawing/2014/main" id="{D645CF42-44E5-AC20-306C-AFCF1A29E553}"/>
                  </a:ext>
                </a:extLst>
              </p:cNvPr>
              <p:cNvPicPr/>
              <p:nvPr/>
            </p:nvPicPr>
            <p:blipFill>
              <a:blip r:embed="rId3"/>
              <a:stretch>
                <a:fillRect/>
              </a:stretch>
            </p:blipFill>
            <p:spPr>
              <a:xfrm>
                <a:off x="3522279" y="3009094"/>
                <a:ext cx="84060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366776C0-8983-149E-A08E-0FCC9B6B9C68}"/>
                  </a:ext>
                </a:extLst>
              </p14:cNvPr>
              <p14:cNvContentPartPr/>
              <p14:nvPr/>
            </p14:nvContentPartPr>
            <p14:xfrm>
              <a:off x="3811719" y="3576454"/>
              <a:ext cx="440280" cy="56520"/>
            </p14:xfrm>
          </p:contentPart>
        </mc:Choice>
        <mc:Fallback xmlns="">
          <p:pic>
            <p:nvPicPr>
              <p:cNvPr id="3" name="墨迹 2">
                <a:extLst>
                  <a:ext uri="{FF2B5EF4-FFF2-40B4-BE49-F238E27FC236}">
                    <a16:creationId xmlns:a16="http://schemas.microsoft.com/office/drawing/2014/main" id="{366776C0-8983-149E-A08E-0FCC9B6B9C68}"/>
                  </a:ext>
                </a:extLst>
              </p:cNvPr>
              <p:cNvPicPr/>
              <p:nvPr/>
            </p:nvPicPr>
            <p:blipFill>
              <a:blip r:embed="rId5"/>
              <a:stretch>
                <a:fillRect/>
              </a:stretch>
            </p:blipFill>
            <p:spPr>
              <a:xfrm>
                <a:off x="3794079" y="3558814"/>
                <a:ext cx="4759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043DF8AE-3FEE-624A-1FD8-AD9080527D3F}"/>
                  </a:ext>
                </a:extLst>
              </p14:cNvPr>
              <p14:cNvContentPartPr/>
              <p14:nvPr/>
            </p14:nvContentPartPr>
            <p14:xfrm>
              <a:off x="3805599" y="4077214"/>
              <a:ext cx="482760" cy="50400"/>
            </p14:xfrm>
          </p:contentPart>
        </mc:Choice>
        <mc:Fallback xmlns="">
          <p:pic>
            <p:nvPicPr>
              <p:cNvPr id="4" name="墨迹 3">
                <a:extLst>
                  <a:ext uri="{FF2B5EF4-FFF2-40B4-BE49-F238E27FC236}">
                    <a16:creationId xmlns:a16="http://schemas.microsoft.com/office/drawing/2014/main" id="{043DF8AE-3FEE-624A-1FD8-AD9080527D3F}"/>
                  </a:ext>
                </a:extLst>
              </p:cNvPr>
              <p:cNvPicPr/>
              <p:nvPr/>
            </p:nvPicPr>
            <p:blipFill>
              <a:blip r:embed="rId7"/>
              <a:stretch>
                <a:fillRect/>
              </a:stretch>
            </p:blipFill>
            <p:spPr>
              <a:xfrm>
                <a:off x="3787599" y="4059214"/>
                <a:ext cx="5184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A5BBDBF7-6020-B58E-8A8E-E7454B42AB7E}"/>
                  </a:ext>
                </a:extLst>
              </p14:cNvPr>
              <p14:cNvContentPartPr/>
              <p14:nvPr/>
            </p14:nvContentPartPr>
            <p14:xfrm>
              <a:off x="3465759" y="4683094"/>
              <a:ext cx="1169640" cy="12960"/>
            </p14:xfrm>
          </p:contentPart>
        </mc:Choice>
        <mc:Fallback xmlns="">
          <p:pic>
            <p:nvPicPr>
              <p:cNvPr id="5" name="墨迹 4">
                <a:extLst>
                  <a:ext uri="{FF2B5EF4-FFF2-40B4-BE49-F238E27FC236}">
                    <a16:creationId xmlns:a16="http://schemas.microsoft.com/office/drawing/2014/main" id="{A5BBDBF7-6020-B58E-8A8E-E7454B42AB7E}"/>
                  </a:ext>
                </a:extLst>
              </p:cNvPr>
              <p:cNvPicPr/>
              <p:nvPr/>
            </p:nvPicPr>
            <p:blipFill>
              <a:blip r:embed="rId9"/>
              <a:stretch>
                <a:fillRect/>
              </a:stretch>
            </p:blipFill>
            <p:spPr>
              <a:xfrm>
                <a:off x="3448119" y="4665454"/>
                <a:ext cx="120528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EE54B76C-9E12-74CC-0817-4FBA561F9E02}"/>
                  </a:ext>
                </a:extLst>
              </p14:cNvPr>
              <p14:cNvContentPartPr/>
              <p14:nvPr/>
            </p14:nvContentPartPr>
            <p14:xfrm>
              <a:off x="3434799" y="2983894"/>
              <a:ext cx="982800" cy="43920"/>
            </p14:xfrm>
          </p:contentPart>
        </mc:Choice>
        <mc:Fallback xmlns="">
          <p:pic>
            <p:nvPicPr>
              <p:cNvPr id="7" name="墨迹 6">
                <a:extLst>
                  <a:ext uri="{FF2B5EF4-FFF2-40B4-BE49-F238E27FC236}">
                    <a16:creationId xmlns:a16="http://schemas.microsoft.com/office/drawing/2014/main" id="{EE54B76C-9E12-74CC-0817-4FBA561F9E02}"/>
                  </a:ext>
                </a:extLst>
              </p:cNvPr>
              <p:cNvPicPr/>
              <p:nvPr/>
            </p:nvPicPr>
            <p:blipFill>
              <a:blip r:embed="rId11"/>
              <a:stretch>
                <a:fillRect/>
              </a:stretch>
            </p:blipFill>
            <p:spPr>
              <a:xfrm>
                <a:off x="3416799" y="2965894"/>
                <a:ext cx="1018440" cy="79560"/>
              </a:xfrm>
              <a:prstGeom prst="rect">
                <a:avLst/>
              </a:prstGeom>
            </p:spPr>
          </p:pic>
        </mc:Fallback>
      </mc:AlternateContent>
    </p:spTree>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8"/>
          <p:cNvGrpSpPr/>
          <p:nvPr/>
        </p:nvGrpSpPr>
        <p:grpSpPr>
          <a:xfrm>
            <a:off x="0" y="609600"/>
            <a:ext cx="8458200" cy="3097213"/>
            <a:chOff x="0" y="384"/>
            <a:chExt cx="5328" cy="1951"/>
          </a:xfrm>
        </p:grpSpPr>
        <p:sp>
          <p:nvSpPr>
            <p:cNvPr id="16386" name="Rectangle 5"/>
            <p:cNvSpPr/>
            <p:nvPr/>
          </p:nvSpPr>
          <p:spPr>
            <a:xfrm>
              <a:off x="0" y="384"/>
              <a:ext cx="5328" cy="978"/>
            </a:xfrm>
            <a:prstGeom prst="rect">
              <a:avLst/>
            </a:prstGeom>
            <a:noFill/>
            <a:ln w="9525">
              <a:noFill/>
            </a:ln>
          </p:spPr>
          <p:txBody>
            <a:bodyPr anchor="t" anchorCtr="0">
              <a:spAutoFit/>
            </a:bodyPr>
            <a:lstStyle/>
            <a:p>
              <a:pPr indent="268605" algn="just" defTabSz="914400">
                <a:tabLst>
                  <a:tab pos="941705" algn="l"/>
                </a:tabLst>
              </a:pPr>
              <a:r>
                <a:rPr lang="en-US" altLang="zh-CN" sz="2400" b="1" dirty="0">
                  <a:solidFill>
                    <a:srgbClr val="FF0000"/>
                  </a:solidFill>
                  <a:latin typeface="Times New Roman" panose="02020603050405020304" pitchFamily="18" charset="0"/>
                  <a:ea typeface="黑体" panose="02010609060101010101" pitchFamily="49" charset="-122"/>
                </a:rPr>
                <a:t>1</a:t>
              </a:r>
              <a:r>
                <a:rPr lang="zh-CN" altLang="en-US" sz="2400" b="1" dirty="0">
                  <a:solidFill>
                    <a:srgbClr val="FF0000"/>
                  </a:solidFill>
                  <a:latin typeface="Times New Roman" panose="02020603050405020304" pitchFamily="18" charset="0"/>
                  <a:ea typeface="黑体" panose="02010609060101010101" pitchFamily="49" charset="-122"/>
                </a:rPr>
                <a:t>．定时器控制寄存器（</a:t>
              </a:r>
              <a:r>
                <a:rPr lang="en-US" altLang="zh-CN" sz="2400" b="1" dirty="0">
                  <a:solidFill>
                    <a:srgbClr val="FF0000"/>
                  </a:solidFill>
                  <a:latin typeface="Times New Roman" panose="02020603050405020304" pitchFamily="18" charset="0"/>
                  <a:ea typeface="黑体" panose="02010609060101010101" pitchFamily="49" charset="-122"/>
                </a:rPr>
                <a:t>TCON</a:t>
              </a:r>
              <a:r>
                <a:rPr lang="zh-CN" altLang="en-US" sz="2400" b="1" dirty="0">
                  <a:solidFill>
                    <a:srgbClr val="FF0000"/>
                  </a:solidFill>
                  <a:latin typeface="Times New Roman" panose="02020603050405020304" pitchFamily="18" charset="0"/>
                  <a:ea typeface="黑体" panose="02010609060101010101" pitchFamily="49" charset="-122"/>
                </a:rPr>
                <a:t>）</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r>
                <a:rPr lang="zh-CN" altLang="en-US" sz="2400" b="1"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r>
                <a:rPr lang="zh-CN" altLang="en-US" sz="2400" b="1" dirty="0">
                  <a:latin typeface="Times New Roman" panose="02020603050405020304" pitchFamily="18" charset="0"/>
                  <a:ea typeface="宋体" panose="02010600030101010101" pitchFamily="2" charset="-122"/>
                </a:rPr>
                <a:t>该寄存器地址为</a:t>
              </a:r>
              <a:r>
                <a:rPr lang="en-US" altLang="zh-CN" sz="2400" b="1" dirty="0">
                  <a:latin typeface="Times New Roman" panose="02020603050405020304" pitchFamily="18" charset="0"/>
                  <a:ea typeface="宋体" panose="02010600030101010101" pitchFamily="2" charset="-122"/>
                </a:rPr>
                <a:t>88H</a:t>
              </a:r>
              <a:r>
                <a:rPr lang="zh-CN" altLang="en-US" sz="2400" b="1" dirty="0">
                  <a:latin typeface="Times New Roman" panose="02020603050405020304" pitchFamily="18" charset="0"/>
                  <a:ea typeface="宋体" panose="02010600030101010101" pitchFamily="2" charset="-122"/>
                </a:rPr>
                <a:t>，其位地址为</a:t>
              </a:r>
              <a:r>
                <a:rPr lang="en-US" altLang="zh-CN" sz="2400" b="1" dirty="0">
                  <a:latin typeface="Times New Roman" panose="02020603050405020304" pitchFamily="18" charset="0"/>
                  <a:ea typeface="宋体" panose="02010600030101010101" pitchFamily="2" charset="-122"/>
                </a:rPr>
                <a:t>8FH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88H</a:t>
              </a:r>
              <a:r>
                <a:rPr lang="zh-CN" altLang="en-US" sz="2400" b="1" dirty="0">
                  <a:latin typeface="Times New Roman" panose="02020603050405020304" pitchFamily="18" charset="0"/>
                  <a:ea typeface="宋体" panose="02010600030101010101" pitchFamily="2" charset="-122"/>
                </a:rPr>
                <a:t>。寄存器的内容及位地址表示如下：</a:t>
              </a:r>
              <a:endParaRPr lang="zh-CN" altLang="en-US" sz="2400" dirty="0">
                <a:latin typeface="Times New Roman" panose="02020603050405020304" pitchFamily="18" charset="0"/>
                <a:ea typeface="宋体" panose="02010600030101010101" pitchFamily="2" charset="-122"/>
              </a:endParaRPr>
            </a:p>
          </p:txBody>
        </p:sp>
        <p:grpSp>
          <p:nvGrpSpPr>
            <p:cNvPr id="16387" name="Group 64"/>
            <p:cNvGrpSpPr/>
            <p:nvPr/>
          </p:nvGrpSpPr>
          <p:grpSpPr>
            <a:xfrm>
              <a:off x="192" y="1587"/>
              <a:ext cx="5065" cy="748"/>
              <a:chOff x="293" y="1779"/>
              <a:chExt cx="5065" cy="748"/>
            </a:xfrm>
          </p:grpSpPr>
          <p:sp>
            <p:nvSpPr>
              <p:cNvPr id="16388" name="Rectangle 6"/>
              <p:cNvSpPr/>
              <p:nvPr/>
            </p:nvSpPr>
            <p:spPr>
              <a:xfrm>
                <a:off x="336" y="1779"/>
                <a:ext cx="580" cy="374"/>
              </a:xfrm>
              <a:prstGeom prst="rect">
                <a:avLst/>
              </a:prstGeom>
              <a:noFill/>
              <a:ln w="9525">
                <a:noFill/>
              </a:ln>
            </p:spPr>
            <p:txBody>
              <a:bodyPr lIns="0" tIns="0" rIns="0" bIns="0" anchor="ctr"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位地址</a:t>
                </a:r>
                <a:endParaRPr lang="en-US" altLang="zh-CN" sz="2400" dirty="0">
                  <a:latin typeface="Times New Roman" panose="02020603050405020304" pitchFamily="18" charset="0"/>
                  <a:ea typeface="宋体" panose="02010600030101010101" pitchFamily="2" charset="-122"/>
                </a:endParaRPr>
              </a:p>
            </p:txBody>
          </p:sp>
          <p:sp>
            <p:nvSpPr>
              <p:cNvPr id="16389" name="Rectangle 24"/>
              <p:cNvSpPr/>
              <p:nvPr/>
            </p:nvSpPr>
            <p:spPr>
              <a:xfrm>
                <a:off x="293" y="1779"/>
                <a:ext cx="666"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390" name="Rectangle 7"/>
              <p:cNvSpPr/>
              <p:nvPr/>
            </p:nvSpPr>
            <p:spPr>
              <a:xfrm>
                <a:off x="1004" y="1779"/>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8F</a:t>
                </a:r>
                <a:endParaRPr lang="en-US" altLang="zh-CN" sz="2400" dirty="0">
                  <a:latin typeface="Times New Roman" panose="02020603050405020304" pitchFamily="18" charset="0"/>
                  <a:ea typeface="宋体" panose="02010600030101010101" pitchFamily="2" charset="-122"/>
                </a:endParaRPr>
              </a:p>
            </p:txBody>
          </p:sp>
          <p:sp>
            <p:nvSpPr>
              <p:cNvPr id="16391" name="Rectangle 26"/>
              <p:cNvSpPr/>
              <p:nvPr/>
            </p:nvSpPr>
            <p:spPr>
              <a:xfrm>
                <a:off x="961" y="1779"/>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392" name="Rectangle 8"/>
              <p:cNvSpPr/>
              <p:nvPr/>
            </p:nvSpPr>
            <p:spPr>
              <a:xfrm>
                <a:off x="1554" y="1779"/>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8E</a:t>
                </a:r>
                <a:endParaRPr lang="en-US" altLang="zh-CN" sz="2400" dirty="0">
                  <a:latin typeface="Times New Roman" panose="02020603050405020304" pitchFamily="18" charset="0"/>
                  <a:ea typeface="宋体" panose="02010600030101010101" pitchFamily="2" charset="-122"/>
                </a:endParaRPr>
              </a:p>
            </p:txBody>
          </p:sp>
          <p:sp>
            <p:nvSpPr>
              <p:cNvPr id="16393" name="Rectangle 28"/>
              <p:cNvSpPr/>
              <p:nvPr/>
            </p:nvSpPr>
            <p:spPr>
              <a:xfrm>
                <a:off x="1511" y="1779"/>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394" name="Rectangle 9"/>
              <p:cNvSpPr/>
              <p:nvPr/>
            </p:nvSpPr>
            <p:spPr>
              <a:xfrm>
                <a:off x="2104"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8D</a:t>
                </a:r>
                <a:endParaRPr lang="en-US" altLang="zh-CN" sz="2400" dirty="0">
                  <a:latin typeface="Times New Roman" panose="02020603050405020304" pitchFamily="18" charset="0"/>
                  <a:ea typeface="宋体" panose="02010600030101010101" pitchFamily="2" charset="-122"/>
                </a:endParaRPr>
              </a:p>
            </p:txBody>
          </p:sp>
          <p:sp>
            <p:nvSpPr>
              <p:cNvPr id="16395" name="Rectangle 30"/>
              <p:cNvSpPr/>
              <p:nvPr/>
            </p:nvSpPr>
            <p:spPr>
              <a:xfrm>
                <a:off x="2061"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396" name="Rectangle 10"/>
              <p:cNvSpPr/>
              <p:nvPr/>
            </p:nvSpPr>
            <p:spPr>
              <a:xfrm>
                <a:off x="2655"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8C</a:t>
                </a:r>
                <a:endParaRPr lang="en-US" altLang="zh-CN" sz="2400" dirty="0">
                  <a:latin typeface="Times New Roman" panose="02020603050405020304" pitchFamily="18" charset="0"/>
                  <a:ea typeface="宋体" panose="02010600030101010101" pitchFamily="2" charset="-122"/>
                </a:endParaRPr>
              </a:p>
            </p:txBody>
          </p:sp>
          <p:sp>
            <p:nvSpPr>
              <p:cNvPr id="16397" name="Rectangle 32"/>
              <p:cNvSpPr/>
              <p:nvPr/>
            </p:nvSpPr>
            <p:spPr>
              <a:xfrm>
                <a:off x="2612"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398" name="Rectangle 11"/>
              <p:cNvSpPr/>
              <p:nvPr/>
            </p:nvSpPr>
            <p:spPr>
              <a:xfrm>
                <a:off x="3206"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8B</a:t>
                </a:r>
                <a:endParaRPr lang="en-US" altLang="zh-CN" sz="2400" dirty="0">
                  <a:latin typeface="Times New Roman" panose="02020603050405020304" pitchFamily="18" charset="0"/>
                  <a:ea typeface="宋体" panose="02010600030101010101" pitchFamily="2" charset="-122"/>
                </a:endParaRPr>
              </a:p>
            </p:txBody>
          </p:sp>
          <p:sp>
            <p:nvSpPr>
              <p:cNvPr id="16399" name="Rectangle 34"/>
              <p:cNvSpPr/>
              <p:nvPr/>
            </p:nvSpPr>
            <p:spPr>
              <a:xfrm>
                <a:off x="3163"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00" name="Rectangle 12"/>
              <p:cNvSpPr/>
              <p:nvPr/>
            </p:nvSpPr>
            <p:spPr>
              <a:xfrm>
                <a:off x="3757"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8A</a:t>
                </a:r>
                <a:endParaRPr lang="en-US" altLang="zh-CN" sz="2400" dirty="0">
                  <a:latin typeface="Times New Roman" panose="02020603050405020304" pitchFamily="18" charset="0"/>
                  <a:ea typeface="宋体" panose="02010600030101010101" pitchFamily="2" charset="-122"/>
                </a:endParaRPr>
              </a:p>
            </p:txBody>
          </p:sp>
          <p:sp>
            <p:nvSpPr>
              <p:cNvPr id="16401" name="Rectangle 36"/>
              <p:cNvSpPr/>
              <p:nvPr/>
            </p:nvSpPr>
            <p:spPr>
              <a:xfrm>
                <a:off x="3714"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02" name="Rectangle 13"/>
              <p:cNvSpPr/>
              <p:nvPr/>
            </p:nvSpPr>
            <p:spPr>
              <a:xfrm>
                <a:off x="4308"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89</a:t>
                </a:r>
                <a:endParaRPr lang="en-US" altLang="zh-CN" sz="2400" dirty="0">
                  <a:latin typeface="Times New Roman" panose="02020603050405020304" pitchFamily="18" charset="0"/>
                  <a:ea typeface="宋体" panose="02010600030101010101" pitchFamily="2" charset="-122"/>
                </a:endParaRPr>
              </a:p>
            </p:txBody>
          </p:sp>
          <p:sp>
            <p:nvSpPr>
              <p:cNvPr id="16403" name="Rectangle 38"/>
              <p:cNvSpPr/>
              <p:nvPr/>
            </p:nvSpPr>
            <p:spPr>
              <a:xfrm>
                <a:off x="4265"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04" name="Rectangle 14"/>
              <p:cNvSpPr/>
              <p:nvPr/>
            </p:nvSpPr>
            <p:spPr>
              <a:xfrm>
                <a:off x="4859" y="1779"/>
                <a:ext cx="456"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88</a:t>
                </a:r>
                <a:endParaRPr lang="en-US" altLang="zh-CN" sz="2400" dirty="0">
                  <a:latin typeface="Times New Roman" panose="02020603050405020304" pitchFamily="18" charset="0"/>
                  <a:ea typeface="宋体" panose="02010600030101010101" pitchFamily="2" charset="-122"/>
                </a:endParaRPr>
              </a:p>
            </p:txBody>
          </p:sp>
          <p:sp>
            <p:nvSpPr>
              <p:cNvPr id="16405" name="Rectangle 40"/>
              <p:cNvSpPr/>
              <p:nvPr/>
            </p:nvSpPr>
            <p:spPr>
              <a:xfrm>
                <a:off x="4816" y="1779"/>
                <a:ext cx="542"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06" name="Rectangle 15"/>
              <p:cNvSpPr/>
              <p:nvPr/>
            </p:nvSpPr>
            <p:spPr>
              <a:xfrm>
                <a:off x="336" y="2153"/>
                <a:ext cx="580" cy="374"/>
              </a:xfrm>
              <a:prstGeom prst="rect">
                <a:avLst/>
              </a:prstGeom>
              <a:noFill/>
              <a:ln w="9525">
                <a:noFill/>
              </a:ln>
            </p:spPr>
            <p:txBody>
              <a:bodyPr lIns="0" tIns="0" rIns="0" bIns="0" anchor="ctr"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位符号</a:t>
                </a:r>
                <a:endParaRPr lang="en-US" altLang="zh-CN" sz="2400" dirty="0">
                  <a:latin typeface="Times New Roman" panose="02020603050405020304" pitchFamily="18" charset="0"/>
                  <a:ea typeface="宋体" panose="02010600030101010101" pitchFamily="2" charset="-122"/>
                </a:endParaRPr>
              </a:p>
            </p:txBody>
          </p:sp>
          <p:sp>
            <p:nvSpPr>
              <p:cNvPr id="16407" name="Rectangle 42"/>
              <p:cNvSpPr/>
              <p:nvPr/>
            </p:nvSpPr>
            <p:spPr>
              <a:xfrm>
                <a:off x="293" y="2153"/>
                <a:ext cx="666"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08" name="Rectangle 16"/>
              <p:cNvSpPr/>
              <p:nvPr/>
            </p:nvSpPr>
            <p:spPr>
              <a:xfrm>
                <a:off x="1004" y="2153"/>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TF1</a:t>
                </a:r>
                <a:endParaRPr lang="en-US" altLang="zh-CN" sz="2400" dirty="0">
                  <a:latin typeface="Times New Roman" panose="02020603050405020304" pitchFamily="18" charset="0"/>
                  <a:ea typeface="宋体" panose="02010600030101010101" pitchFamily="2" charset="-122"/>
                </a:endParaRPr>
              </a:p>
            </p:txBody>
          </p:sp>
          <p:sp>
            <p:nvSpPr>
              <p:cNvPr id="16409" name="Rectangle 44"/>
              <p:cNvSpPr/>
              <p:nvPr/>
            </p:nvSpPr>
            <p:spPr>
              <a:xfrm>
                <a:off x="961" y="2153"/>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10" name="Rectangle 17"/>
              <p:cNvSpPr/>
              <p:nvPr/>
            </p:nvSpPr>
            <p:spPr>
              <a:xfrm>
                <a:off x="1554" y="2153"/>
                <a:ext cx="510"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TR1</a:t>
                </a:r>
                <a:endParaRPr lang="en-US" altLang="zh-CN" sz="2400" dirty="0">
                  <a:latin typeface="Times New Roman" panose="02020603050405020304" pitchFamily="18" charset="0"/>
                  <a:ea typeface="宋体" panose="02010600030101010101" pitchFamily="2" charset="-122"/>
                </a:endParaRPr>
              </a:p>
            </p:txBody>
          </p:sp>
          <p:sp>
            <p:nvSpPr>
              <p:cNvPr id="16411" name="Rectangle 46"/>
              <p:cNvSpPr/>
              <p:nvPr/>
            </p:nvSpPr>
            <p:spPr>
              <a:xfrm>
                <a:off x="1511" y="2153"/>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12" name="Rectangle 18"/>
              <p:cNvSpPr/>
              <p:nvPr/>
            </p:nvSpPr>
            <p:spPr>
              <a:xfrm>
                <a:off x="2104"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TF0</a:t>
                </a:r>
                <a:endParaRPr lang="en-US" altLang="zh-CN" sz="2400" dirty="0">
                  <a:latin typeface="Times New Roman" panose="02020603050405020304" pitchFamily="18" charset="0"/>
                  <a:ea typeface="宋体" panose="02010600030101010101" pitchFamily="2" charset="-122"/>
                </a:endParaRPr>
              </a:p>
            </p:txBody>
          </p:sp>
          <p:sp>
            <p:nvSpPr>
              <p:cNvPr id="16413" name="Rectangle 48"/>
              <p:cNvSpPr/>
              <p:nvPr/>
            </p:nvSpPr>
            <p:spPr>
              <a:xfrm>
                <a:off x="2061"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14" name="Rectangle 19"/>
              <p:cNvSpPr/>
              <p:nvPr/>
            </p:nvSpPr>
            <p:spPr>
              <a:xfrm>
                <a:off x="2655"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TR0</a:t>
                </a:r>
                <a:endParaRPr lang="en-US" altLang="zh-CN" sz="2400" dirty="0">
                  <a:latin typeface="Times New Roman" panose="02020603050405020304" pitchFamily="18" charset="0"/>
                  <a:ea typeface="宋体" panose="02010600030101010101" pitchFamily="2" charset="-122"/>
                </a:endParaRPr>
              </a:p>
            </p:txBody>
          </p:sp>
          <p:sp>
            <p:nvSpPr>
              <p:cNvPr id="16415" name="Rectangle 50"/>
              <p:cNvSpPr/>
              <p:nvPr/>
            </p:nvSpPr>
            <p:spPr>
              <a:xfrm>
                <a:off x="2612"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16" name="Rectangle 20"/>
              <p:cNvSpPr/>
              <p:nvPr/>
            </p:nvSpPr>
            <p:spPr>
              <a:xfrm>
                <a:off x="3206"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IE1</a:t>
                </a:r>
                <a:endParaRPr lang="en-US" altLang="zh-CN" sz="2400" dirty="0">
                  <a:latin typeface="Times New Roman" panose="02020603050405020304" pitchFamily="18" charset="0"/>
                  <a:ea typeface="宋体" panose="02010600030101010101" pitchFamily="2" charset="-122"/>
                </a:endParaRPr>
              </a:p>
            </p:txBody>
          </p:sp>
          <p:sp>
            <p:nvSpPr>
              <p:cNvPr id="16417" name="Rectangle 52"/>
              <p:cNvSpPr/>
              <p:nvPr/>
            </p:nvSpPr>
            <p:spPr>
              <a:xfrm>
                <a:off x="3163"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18" name="Rectangle 21"/>
              <p:cNvSpPr/>
              <p:nvPr/>
            </p:nvSpPr>
            <p:spPr>
              <a:xfrm>
                <a:off x="3757"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IT1</a:t>
                </a:r>
                <a:endParaRPr lang="en-US" altLang="zh-CN" sz="2400" dirty="0">
                  <a:latin typeface="Times New Roman" panose="02020603050405020304" pitchFamily="18" charset="0"/>
                  <a:ea typeface="宋体" panose="02010600030101010101" pitchFamily="2" charset="-122"/>
                </a:endParaRPr>
              </a:p>
            </p:txBody>
          </p:sp>
          <p:sp>
            <p:nvSpPr>
              <p:cNvPr id="16419" name="Rectangle 54"/>
              <p:cNvSpPr/>
              <p:nvPr/>
            </p:nvSpPr>
            <p:spPr>
              <a:xfrm>
                <a:off x="3714"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20" name="Rectangle 22"/>
              <p:cNvSpPr/>
              <p:nvPr/>
            </p:nvSpPr>
            <p:spPr>
              <a:xfrm>
                <a:off x="4308"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IE0</a:t>
                </a:r>
                <a:endParaRPr lang="en-US" altLang="zh-CN" sz="2400" dirty="0">
                  <a:latin typeface="Times New Roman" panose="02020603050405020304" pitchFamily="18" charset="0"/>
                  <a:ea typeface="宋体" panose="02010600030101010101" pitchFamily="2" charset="-122"/>
                </a:endParaRPr>
              </a:p>
            </p:txBody>
          </p:sp>
          <p:sp>
            <p:nvSpPr>
              <p:cNvPr id="16421" name="Rectangle 56"/>
              <p:cNvSpPr/>
              <p:nvPr/>
            </p:nvSpPr>
            <p:spPr>
              <a:xfrm>
                <a:off x="4265"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16422" name="Rectangle 23"/>
              <p:cNvSpPr/>
              <p:nvPr/>
            </p:nvSpPr>
            <p:spPr>
              <a:xfrm>
                <a:off x="4859" y="2153"/>
                <a:ext cx="456"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IT0</a:t>
                </a:r>
                <a:endParaRPr lang="en-US" altLang="zh-CN" sz="2400" dirty="0">
                  <a:latin typeface="Times New Roman" panose="02020603050405020304" pitchFamily="18" charset="0"/>
                  <a:ea typeface="宋体" panose="02010600030101010101" pitchFamily="2" charset="-122"/>
                </a:endParaRPr>
              </a:p>
            </p:txBody>
          </p:sp>
          <p:sp>
            <p:nvSpPr>
              <p:cNvPr id="16423" name="Rectangle 58"/>
              <p:cNvSpPr/>
              <p:nvPr/>
            </p:nvSpPr>
            <p:spPr>
              <a:xfrm>
                <a:off x="4816" y="2153"/>
                <a:ext cx="542"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grpSp>
      </p:grpSp>
      <p:grpSp>
        <p:nvGrpSpPr>
          <p:cNvPr id="4" name="Group 69"/>
          <p:cNvGrpSpPr/>
          <p:nvPr/>
        </p:nvGrpSpPr>
        <p:grpSpPr>
          <a:xfrm>
            <a:off x="381000" y="4038600"/>
            <a:ext cx="8153400" cy="2465388"/>
            <a:chOff x="240" y="2544"/>
            <a:chExt cx="5136" cy="1553"/>
          </a:xfrm>
        </p:grpSpPr>
        <p:sp>
          <p:nvSpPr>
            <p:cNvPr id="16425" name="Rectangle 65"/>
            <p:cNvSpPr/>
            <p:nvPr/>
          </p:nvSpPr>
          <p:spPr>
            <a:xfrm>
              <a:off x="240" y="2544"/>
              <a:ext cx="5136" cy="1553"/>
            </a:xfrm>
            <a:prstGeom prst="rect">
              <a:avLst/>
            </a:prstGeom>
            <a:noFill/>
            <a:ln w="9525">
              <a:noFill/>
            </a:ln>
          </p:spPr>
          <p:txBody>
            <a:bodyPr anchor="t" anchorCtr="0">
              <a:spAutoFit/>
            </a:bodyPr>
            <a:lstStyle/>
            <a:p>
              <a:pPr>
                <a:lnSpc>
                  <a:spcPct val="150000"/>
                </a:lnSpc>
                <a:spcBef>
                  <a:spcPct val="50000"/>
                </a:spcBef>
              </a:pPr>
              <a:r>
                <a:rPr lang="en-US" altLang="zh-CN" sz="2400" b="1" dirty="0">
                  <a:solidFill>
                    <a:srgbClr val="FF3300"/>
                  </a:solidFill>
                  <a:latin typeface="Times New Roman" panose="02020603050405020304" pitchFamily="18" charset="0"/>
                  <a:ea typeface="宋体" panose="02010600030101010101" pitchFamily="2" charset="-122"/>
                </a:rPr>
                <a:t>· IE0</a:t>
              </a:r>
              <a:r>
                <a:rPr lang="en-US" altLang="zh-CN" sz="2400" b="1" baseline="-30000" dirty="0">
                  <a:solidFill>
                    <a:srgbClr val="FF3300"/>
                  </a:solidFill>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IE1</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a:t>
              </a:r>
              <a:r>
                <a:rPr lang="zh-CN" altLang="en-US" sz="2400" b="1" dirty="0">
                  <a:solidFill>
                    <a:srgbClr val="FF3300"/>
                  </a:solidFill>
                  <a:latin typeface="Times New Roman" panose="02020603050405020304" pitchFamily="18" charset="0"/>
                  <a:ea typeface="宋体" panose="02010600030101010101" pitchFamily="2" charset="-122"/>
                </a:rPr>
                <a:t>外中断请求标志位</a:t>
              </a:r>
              <a:endParaRPr lang="zh-CN" altLang="en-US" sz="2400" dirty="0">
                <a:solidFill>
                  <a:srgbClr val="FF3300"/>
                </a:solidFill>
                <a:latin typeface="Times New Roman" panose="02020603050405020304" pitchFamily="18" charset="0"/>
                <a:ea typeface="宋体" panose="02010600030101010101" pitchFamily="2" charset="-122"/>
              </a:endParaRPr>
            </a:p>
            <a:p>
              <a:pPr eaLnBrk="0" hangingPunct="0">
                <a:lnSpc>
                  <a:spcPct val="150000"/>
                </a:lnSpc>
                <a:spcBef>
                  <a:spcPct val="50000"/>
                </a:spcBef>
              </a:pPr>
              <a:r>
                <a:rPr lang="zh-CN" altLang="en-US" sz="2400" b="1" dirty="0">
                  <a:latin typeface="Times New Roman" panose="02020603050405020304" pitchFamily="18" charset="0"/>
                  <a:ea typeface="宋体" panose="02010600030101010101" pitchFamily="2" charset="-122"/>
                </a:rPr>
                <a:t>当</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采样到       （或）      端出现</a:t>
              </a:r>
              <a:r>
                <a:rPr lang="zh-CN" altLang="en-US" sz="2400" b="1" dirty="0">
                  <a:solidFill>
                    <a:srgbClr val="0A0AFF"/>
                  </a:solidFill>
                  <a:latin typeface="Times New Roman" panose="02020603050405020304" pitchFamily="18" charset="0"/>
                  <a:ea typeface="宋体" panose="02010600030101010101" pitchFamily="2" charset="-122"/>
                </a:rPr>
                <a:t>有效中断</a:t>
              </a:r>
              <a:r>
                <a:rPr lang="zh-CN" altLang="en-US" sz="2400" b="1" dirty="0">
                  <a:latin typeface="Times New Roman" panose="02020603050405020304" pitchFamily="18" charset="0"/>
                  <a:ea typeface="宋体" panose="02010600030101010101" pitchFamily="2" charset="-122"/>
                </a:rPr>
                <a:t>请求时，此位由硬件</a:t>
              </a:r>
              <a:r>
                <a:rPr lang="zh-CN" altLang="en-US" sz="2400" b="1" dirty="0">
                  <a:solidFill>
                    <a:srgbClr val="0A0AFF"/>
                  </a:solidFill>
                  <a:latin typeface="Times New Roman" panose="02020603050405020304" pitchFamily="18" charset="0"/>
                  <a:ea typeface="宋体" panose="02010600030101010101" pitchFamily="2" charset="-122"/>
                </a:rPr>
                <a:t>置</a:t>
              </a:r>
              <a:r>
                <a:rPr lang="en-US" altLang="zh-CN" sz="2400" b="1" dirty="0">
                  <a:solidFill>
                    <a:srgbClr val="0A0AFF"/>
                  </a:solidFill>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a:t>
              </a:r>
              <a:r>
                <a:rPr lang="zh-CN" altLang="en-US" sz="2400" b="1" dirty="0">
                  <a:solidFill>
                    <a:srgbClr val="0A0AFF"/>
                  </a:solidFill>
                  <a:latin typeface="Times New Roman" panose="02020603050405020304" pitchFamily="18" charset="0"/>
                  <a:ea typeface="宋体" panose="02010600030101010101" pitchFamily="2" charset="-122"/>
                </a:rPr>
                <a:t>在中断响应完成后转向中断服务时，再由硬件自动清零</a:t>
              </a:r>
              <a:r>
                <a:rPr lang="zh-CN" altLang="en-US" sz="2400" b="1" dirty="0">
                  <a:latin typeface="Times New Roman" panose="02020603050405020304" pitchFamily="18" charset="0"/>
                  <a:ea typeface="宋体" panose="02010600030101010101" pitchFamily="2" charset="-122"/>
                </a:rPr>
                <a:t>。 </a:t>
              </a:r>
            </a:p>
          </p:txBody>
        </p:sp>
        <p:graphicFrame>
          <p:nvGraphicFramePr>
            <p:cNvPr id="16426" name="Object 66"/>
            <p:cNvGraphicFramePr>
              <a:graphicFrameLocks/>
            </p:cNvGraphicFramePr>
            <p:nvPr/>
          </p:nvGraphicFramePr>
          <p:xfrm>
            <a:off x="2299" y="3120"/>
            <a:ext cx="413" cy="234"/>
          </p:xfrm>
          <a:graphic>
            <a:graphicData uri="http://schemas.openxmlformats.org/presentationml/2006/ole">
              <mc:AlternateContent xmlns:mc="http://schemas.openxmlformats.org/markup-compatibility/2006">
                <mc:Choice xmlns:v="urn:schemas-microsoft-com:vml" Requires="v">
                  <p:oleObj r:id="rId2" imgW="355292" imgH="203024" progId="Equation.3">
                    <p:embed/>
                  </p:oleObj>
                </mc:Choice>
                <mc:Fallback>
                  <p:oleObj r:id="rId2" imgW="355292" imgH="203024" progId="Equation.3">
                    <p:embed/>
                    <p:pic>
                      <p:nvPicPr>
                        <p:cNvPr id="0"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9" y="3120"/>
                          <a:ext cx="413"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427" name="Object 67"/>
            <p:cNvGraphicFramePr>
              <a:graphicFrameLocks/>
            </p:cNvGraphicFramePr>
            <p:nvPr/>
          </p:nvGraphicFramePr>
          <p:xfrm>
            <a:off x="1505" y="3120"/>
            <a:ext cx="463" cy="244"/>
          </p:xfrm>
          <a:graphic>
            <a:graphicData uri="http://schemas.openxmlformats.org/presentationml/2006/ole">
              <mc:AlternateContent xmlns:mc="http://schemas.openxmlformats.org/markup-compatibility/2006">
                <mc:Choice xmlns:v="urn:schemas-microsoft-com:vml" Requires="v">
                  <p:oleObj r:id="rId4" imgW="304668" imgH="190417" progId="Equation.3">
                    <p:embed/>
                  </p:oleObj>
                </mc:Choice>
                <mc:Fallback>
                  <p:oleObj r:id="rId4" imgW="304668" imgH="190417" progId="Equation.3">
                    <p:embed/>
                    <p:pic>
                      <p:nvPicPr>
                        <p:cNvPr id="0" name="Picture 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5" y="3120"/>
                          <a:ext cx="46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8"/>
          <p:cNvSpPr/>
          <p:nvPr/>
        </p:nvSpPr>
        <p:spPr>
          <a:xfrm>
            <a:off x="366713" y="3233738"/>
            <a:ext cx="8610600" cy="2306637"/>
          </a:xfrm>
          <a:prstGeom prst="rect">
            <a:avLst/>
          </a:prstGeom>
          <a:noFill/>
          <a:ln w="9525">
            <a:noFill/>
          </a:ln>
        </p:spPr>
        <p:txBody>
          <a:bodyPr anchor="t" anchorCtr="0">
            <a:spAutoFit/>
          </a:bodyPr>
          <a:lstStyle/>
          <a:p>
            <a:pPr indent="268605" algn="just" defTabSz="914400">
              <a:lnSpc>
                <a:spcPct val="150000"/>
              </a:lnSpc>
              <a:tabLst>
                <a:tab pos="941705" algn="l"/>
              </a:tabLst>
            </a:pPr>
            <a:r>
              <a:rPr lang="en-US" altLang="zh-CN" sz="2400" b="1" dirty="0">
                <a:solidFill>
                  <a:srgbClr val="FF3300"/>
                </a:solidFill>
                <a:latin typeface="Times New Roman" panose="02020603050405020304" pitchFamily="18" charset="0"/>
                <a:ea typeface="宋体" panose="02010600030101010101" pitchFamily="2" charset="-122"/>
              </a:rPr>
              <a:t>· IT0</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IT1</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a:t>
            </a:r>
            <a:r>
              <a:rPr lang="zh-CN" altLang="en-US" sz="2400" b="1" dirty="0">
                <a:solidFill>
                  <a:srgbClr val="FF3300"/>
                </a:solidFill>
                <a:latin typeface="Times New Roman" panose="02020603050405020304" pitchFamily="18" charset="0"/>
                <a:ea typeface="宋体" panose="02010600030101010101" pitchFamily="2" charset="-122"/>
              </a:rPr>
              <a:t>外中断请求信号方式控制位</a:t>
            </a:r>
            <a:endParaRPr lang="zh-CN" altLang="en-US" sz="2400" dirty="0">
              <a:solidFill>
                <a:srgbClr val="FF3300"/>
              </a:solidFill>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IT0</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IT1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    </a:t>
            </a:r>
            <a:r>
              <a:rPr lang="zh-CN" altLang="en-US" sz="2400" b="1" dirty="0">
                <a:latin typeface="Times New Roman" panose="02020603050405020304" pitchFamily="18" charset="0"/>
                <a:ea typeface="宋体" panose="02010600030101010101" pitchFamily="2" charset="-122"/>
              </a:rPr>
              <a:t>脉冲方式（后沿负跳有效）</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IT0</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IT1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    </a:t>
            </a:r>
            <a:r>
              <a:rPr lang="zh-CN" altLang="en-US" sz="2400" b="1" dirty="0">
                <a:latin typeface="Times New Roman" panose="02020603050405020304" pitchFamily="18" charset="0"/>
                <a:ea typeface="宋体" panose="02010600030101010101" pitchFamily="2" charset="-122"/>
              </a:rPr>
              <a:t>电平方式（低电平有效）</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latin typeface="Times New Roman" panose="02020603050405020304" pitchFamily="18" charset="0"/>
                <a:ea typeface="宋体" panose="02010600030101010101" pitchFamily="2" charset="-122"/>
              </a:rPr>
              <a:t>     此位由软件（程序）置</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或清</a:t>
            </a:r>
            <a:r>
              <a:rPr lang="en-US" altLang="zh-CN" sz="2400" b="1" dirty="0">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a:t>
            </a:r>
          </a:p>
        </p:txBody>
      </p:sp>
      <p:graphicFrame>
        <p:nvGraphicFramePr>
          <p:cNvPr id="3" name="表格 2"/>
          <p:cNvGraphicFramePr/>
          <p:nvPr/>
        </p:nvGraphicFramePr>
        <p:xfrm>
          <a:off x="231775" y="1406525"/>
          <a:ext cx="8679815" cy="1146048"/>
        </p:xfrm>
        <a:graphic>
          <a:graphicData uri="http://schemas.openxmlformats.org/drawingml/2006/table">
            <a:tbl>
              <a:tblPr firstRow="1" bandRow="1">
                <a:tableStyleId>{5C22544A-7EE6-4342-B048-85BDC9FD1C3A}</a:tableStyleId>
              </a:tblPr>
              <a:tblGrid>
                <a:gridCol w="1334770">
                  <a:extLst>
                    <a:ext uri="{9D8B030D-6E8A-4147-A177-3AD203B41FA5}">
                      <a16:colId xmlns:a16="http://schemas.microsoft.com/office/drawing/2014/main" val="20000"/>
                    </a:ext>
                  </a:extLst>
                </a:gridCol>
                <a:gridCol w="788670">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936625">
                  <a:extLst>
                    <a:ext uri="{9D8B030D-6E8A-4147-A177-3AD203B41FA5}">
                      <a16:colId xmlns:a16="http://schemas.microsoft.com/office/drawing/2014/main" val="20005"/>
                    </a:ext>
                  </a:extLst>
                </a:gridCol>
                <a:gridCol w="936625">
                  <a:extLst>
                    <a:ext uri="{9D8B030D-6E8A-4147-A177-3AD203B41FA5}">
                      <a16:colId xmlns:a16="http://schemas.microsoft.com/office/drawing/2014/main" val="20006"/>
                    </a:ext>
                  </a:extLst>
                </a:gridCol>
                <a:gridCol w="936625">
                  <a:extLst>
                    <a:ext uri="{9D8B030D-6E8A-4147-A177-3AD203B41FA5}">
                      <a16:colId xmlns:a16="http://schemas.microsoft.com/office/drawing/2014/main" val="20007"/>
                    </a:ext>
                  </a:extLst>
                </a:gridCol>
                <a:gridCol w="936625">
                  <a:extLst>
                    <a:ext uri="{9D8B030D-6E8A-4147-A177-3AD203B41FA5}">
                      <a16:colId xmlns:a16="http://schemas.microsoft.com/office/drawing/2014/main" val="20008"/>
                    </a:ext>
                  </a:extLst>
                </a:gridCol>
              </a:tblGrid>
              <a:tr h="473710">
                <a:tc>
                  <a:txBody>
                    <a:bodyPr/>
                    <a:lstStyle/>
                    <a:p>
                      <a:pPr fontAlgn="auto">
                        <a:lnSpc>
                          <a:spcPct val="150000"/>
                        </a:lnSpc>
                        <a:buNone/>
                      </a:pPr>
                      <a:r>
                        <a:rPr lang="zh-CN" altLang="en-US" sz="2400" b="1">
                          <a:solidFill>
                            <a:schemeClr val="tx1"/>
                          </a:solidFill>
                        </a:rPr>
                        <a:t>位地址</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8F</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8E</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8D</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8C</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8B</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8A</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89</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88</a:t>
                      </a:r>
                    </a:p>
                  </a:txBody>
                  <a:tcPr>
                    <a:solidFill>
                      <a:schemeClr val="accent5">
                        <a:lumMod val="20000"/>
                        <a:lumOff val="80000"/>
                      </a:schemeClr>
                    </a:solidFill>
                  </a:tcPr>
                </a:tc>
                <a:extLst>
                  <a:ext uri="{0D108BD9-81ED-4DB2-BD59-A6C34878D82A}">
                    <a16:rowId xmlns:a16="http://schemas.microsoft.com/office/drawing/2014/main" val="10000"/>
                  </a:ext>
                </a:extLst>
              </a:tr>
              <a:tr h="473710">
                <a:tc>
                  <a:txBody>
                    <a:bodyPr/>
                    <a:lstStyle/>
                    <a:p>
                      <a:pPr fontAlgn="auto">
                        <a:lnSpc>
                          <a:spcPct val="150000"/>
                        </a:lnSpc>
                        <a:buNone/>
                      </a:pPr>
                      <a:r>
                        <a:rPr lang="zh-CN" altLang="en-US" sz="2400" b="1">
                          <a:solidFill>
                            <a:schemeClr val="tx1"/>
                          </a:solidFill>
                        </a:rPr>
                        <a:t>位符号</a:t>
                      </a:r>
                    </a:p>
                  </a:txBody>
                  <a:tcPr/>
                </a:tc>
                <a:tc>
                  <a:txBody>
                    <a:bodyPr/>
                    <a:lstStyle/>
                    <a:p>
                      <a:pPr fontAlgn="auto">
                        <a:lnSpc>
                          <a:spcPct val="150000"/>
                        </a:lnSpc>
                        <a:buNone/>
                      </a:pPr>
                      <a:r>
                        <a:rPr lang="en-US" altLang="zh-CN" sz="2400" b="1">
                          <a:solidFill>
                            <a:schemeClr val="tx1"/>
                          </a:solidFill>
                        </a:rPr>
                        <a:t>TF1</a:t>
                      </a:r>
                    </a:p>
                  </a:txBody>
                  <a:tcPr/>
                </a:tc>
                <a:tc>
                  <a:txBody>
                    <a:bodyPr/>
                    <a:lstStyle/>
                    <a:p>
                      <a:pPr fontAlgn="auto">
                        <a:lnSpc>
                          <a:spcPct val="150000"/>
                        </a:lnSpc>
                        <a:buNone/>
                      </a:pPr>
                      <a:r>
                        <a:rPr lang="en-US" altLang="zh-CN" sz="2400" b="1">
                          <a:solidFill>
                            <a:schemeClr val="tx1"/>
                          </a:solidFill>
                        </a:rPr>
                        <a:t>TR1</a:t>
                      </a:r>
                    </a:p>
                  </a:txBody>
                  <a:tcPr/>
                </a:tc>
                <a:tc>
                  <a:txBody>
                    <a:bodyPr/>
                    <a:lstStyle/>
                    <a:p>
                      <a:pPr fontAlgn="auto">
                        <a:lnSpc>
                          <a:spcPct val="150000"/>
                        </a:lnSpc>
                        <a:buNone/>
                      </a:pPr>
                      <a:r>
                        <a:rPr lang="en-US" altLang="zh-CN" sz="2400" b="1">
                          <a:solidFill>
                            <a:schemeClr val="tx1"/>
                          </a:solidFill>
                        </a:rPr>
                        <a:t>TF0</a:t>
                      </a:r>
                    </a:p>
                  </a:txBody>
                  <a:tcPr/>
                </a:tc>
                <a:tc>
                  <a:txBody>
                    <a:bodyPr/>
                    <a:lstStyle/>
                    <a:p>
                      <a:pPr fontAlgn="auto">
                        <a:lnSpc>
                          <a:spcPct val="150000"/>
                        </a:lnSpc>
                        <a:buNone/>
                      </a:pPr>
                      <a:r>
                        <a:rPr lang="en-US" altLang="zh-CN" sz="2400" b="1">
                          <a:solidFill>
                            <a:schemeClr val="tx1"/>
                          </a:solidFill>
                        </a:rPr>
                        <a:t>TR0</a:t>
                      </a:r>
                    </a:p>
                  </a:txBody>
                  <a:tcPr/>
                </a:tc>
                <a:tc>
                  <a:txBody>
                    <a:bodyPr/>
                    <a:lstStyle/>
                    <a:p>
                      <a:pPr fontAlgn="auto">
                        <a:lnSpc>
                          <a:spcPct val="150000"/>
                        </a:lnSpc>
                        <a:buNone/>
                      </a:pPr>
                      <a:r>
                        <a:rPr lang="en-US" altLang="zh-CN" sz="2400" b="1">
                          <a:solidFill>
                            <a:schemeClr val="tx1"/>
                          </a:solidFill>
                        </a:rPr>
                        <a:t>IE1</a:t>
                      </a:r>
                    </a:p>
                  </a:txBody>
                  <a:tcPr/>
                </a:tc>
                <a:tc>
                  <a:txBody>
                    <a:bodyPr/>
                    <a:lstStyle/>
                    <a:p>
                      <a:pPr fontAlgn="auto">
                        <a:lnSpc>
                          <a:spcPct val="150000"/>
                        </a:lnSpc>
                        <a:buNone/>
                      </a:pPr>
                      <a:r>
                        <a:rPr lang="en-US" altLang="zh-CN" sz="2400" b="1">
                          <a:solidFill>
                            <a:schemeClr val="tx1"/>
                          </a:solidFill>
                        </a:rPr>
                        <a:t>IT1</a:t>
                      </a:r>
                    </a:p>
                  </a:txBody>
                  <a:tcPr/>
                </a:tc>
                <a:tc>
                  <a:txBody>
                    <a:bodyPr/>
                    <a:lstStyle/>
                    <a:p>
                      <a:pPr fontAlgn="auto">
                        <a:lnSpc>
                          <a:spcPct val="150000"/>
                        </a:lnSpc>
                        <a:buNone/>
                      </a:pPr>
                      <a:r>
                        <a:rPr lang="en-US" altLang="zh-CN" sz="2400" b="1">
                          <a:solidFill>
                            <a:schemeClr val="tx1"/>
                          </a:solidFill>
                        </a:rPr>
                        <a:t>IE0</a:t>
                      </a:r>
                    </a:p>
                  </a:txBody>
                  <a:tcPr/>
                </a:tc>
                <a:tc>
                  <a:txBody>
                    <a:bodyPr/>
                    <a:lstStyle/>
                    <a:p>
                      <a:pPr fontAlgn="auto">
                        <a:lnSpc>
                          <a:spcPct val="150000"/>
                        </a:lnSpc>
                        <a:buNone/>
                      </a:pPr>
                      <a:r>
                        <a:rPr lang="en-US" altLang="zh-CN" sz="2400" b="1">
                          <a:solidFill>
                            <a:schemeClr val="tx1"/>
                          </a:solidFill>
                        </a:rPr>
                        <a:t>IT0</a:t>
                      </a:r>
                    </a:p>
                  </a:txBody>
                  <a:tcPr/>
                </a:tc>
                <a:extLst>
                  <a:ext uri="{0D108BD9-81ED-4DB2-BD59-A6C34878D82A}">
                    <a16:rowId xmlns:a16="http://schemas.microsoft.com/office/drawing/2014/main" val="1000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B0CD98A-4DC3-3DD1-6962-B4DBB4E6EA11}"/>
                  </a:ext>
                </a:extLst>
              </p14:cNvPr>
              <p14:cNvContentPartPr/>
              <p14:nvPr/>
            </p14:nvContentPartPr>
            <p14:xfrm>
              <a:off x="8089959" y="2388814"/>
              <a:ext cx="527040" cy="391320"/>
            </p14:xfrm>
          </p:contentPart>
        </mc:Choice>
        <mc:Fallback xmlns="">
          <p:pic>
            <p:nvPicPr>
              <p:cNvPr id="2" name="墨迹 1">
                <a:extLst>
                  <a:ext uri="{FF2B5EF4-FFF2-40B4-BE49-F238E27FC236}">
                    <a16:creationId xmlns:a16="http://schemas.microsoft.com/office/drawing/2014/main" id="{FB0CD98A-4DC3-3DD1-6962-B4DBB4E6EA11}"/>
                  </a:ext>
                </a:extLst>
              </p:cNvPr>
              <p:cNvPicPr/>
              <p:nvPr/>
            </p:nvPicPr>
            <p:blipFill>
              <a:blip r:embed="rId3"/>
              <a:stretch>
                <a:fillRect/>
              </a:stretch>
            </p:blipFill>
            <p:spPr>
              <a:xfrm>
                <a:off x="8071959" y="2370814"/>
                <a:ext cx="56268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A0162245-0778-330A-BE37-E12557AE0F57}"/>
                  </a:ext>
                </a:extLst>
              </p14:cNvPr>
              <p14:cNvContentPartPr/>
              <p14:nvPr/>
            </p14:nvContentPartPr>
            <p14:xfrm>
              <a:off x="3224919" y="3817294"/>
              <a:ext cx="3435120" cy="56520"/>
            </p14:xfrm>
          </p:contentPart>
        </mc:Choice>
        <mc:Fallback xmlns="">
          <p:pic>
            <p:nvPicPr>
              <p:cNvPr id="4" name="墨迹 3">
                <a:extLst>
                  <a:ext uri="{FF2B5EF4-FFF2-40B4-BE49-F238E27FC236}">
                    <a16:creationId xmlns:a16="http://schemas.microsoft.com/office/drawing/2014/main" id="{A0162245-0778-330A-BE37-E12557AE0F57}"/>
                  </a:ext>
                </a:extLst>
              </p:cNvPr>
              <p:cNvPicPr/>
              <p:nvPr/>
            </p:nvPicPr>
            <p:blipFill>
              <a:blip r:embed="rId5"/>
              <a:stretch>
                <a:fillRect/>
              </a:stretch>
            </p:blipFill>
            <p:spPr>
              <a:xfrm>
                <a:off x="3206919" y="3799654"/>
                <a:ext cx="34707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6F0B9716-1E21-1C08-B751-149E61A981C0}"/>
                  </a:ext>
                </a:extLst>
              </p14:cNvPr>
              <p14:cNvContentPartPr/>
              <p14:nvPr/>
            </p14:nvContentPartPr>
            <p14:xfrm>
              <a:off x="5725479" y="3391414"/>
              <a:ext cx="1047600" cy="527040"/>
            </p14:xfrm>
          </p:contentPart>
        </mc:Choice>
        <mc:Fallback xmlns="">
          <p:pic>
            <p:nvPicPr>
              <p:cNvPr id="5" name="墨迹 4">
                <a:extLst>
                  <a:ext uri="{FF2B5EF4-FFF2-40B4-BE49-F238E27FC236}">
                    <a16:creationId xmlns:a16="http://schemas.microsoft.com/office/drawing/2014/main" id="{6F0B9716-1E21-1C08-B751-149E61A981C0}"/>
                  </a:ext>
                </a:extLst>
              </p:cNvPr>
              <p:cNvPicPr/>
              <p:nvPr/>
            </p:nvPicPr>
            <p:blipFill>
              <a:blip r:embed="rId7"/>
              <a:stretch>
                <a:fillRect/>
              </a:stretch>
            </p:blipFill>
            <p:spPr>
              <a:xfrm>
                <a:off x="5707839" y="3373774"/>
                <a:ext cx="1083240" cy="562680"/>
              </a:xfrm>
              <a:prstGeom prst="rect">
                <a:avLst/>
              </a:prstGeom>
            </p:spPr>
          </p:pic>
        </mc:Fallback>
      </mc:AlternateContent>
      <p:grpSp>
        <p:nvGrpSpPr>
          <p:cNvPr id="11" name="组合 10">
            <a:extLst>
              <a:ext uri="{FF2B5EF4-FFF2-40B4-BE49-F238E27FC236}">
                <a16:creationId xmlns:a16="http://schemas.microsoft.com/office/drawing/2014/main" id="{6A020599-0193-E2F9-9D0A-D6C680C75747}"/>
              </a:ext>
            </a:extLst>
          </p:cNvPr>
          <p:cNvGrpSpPr/>
          <p:nvPr/>
        </p:nvGrpSpPr>
        <p:grpSpPr>
          <a:xfrm>
            <a:off x="3756279" y="2496094"/>
            <a:ext cx="896760" cy="284040"/>
            <a:chOff x="3756279" y="2496094"/>
            <a:chExt cx="896760" cy="284040"/>
          </a:xfrm>
        </p:grpSpPr>
        <mc:AlternateContent xmlns:mc="http://schemas.openxmlformats.org/markup-compatibility/2006" xmlns:p14="http://schemas.microsoft.com/office/powerpoint/2010/main">
          <mc:Choice Requires="p14">
            <p:contentPart p14:bwMode="auto" r:id="rId8">
              <p14:nvContentPartPr>
                <p14:cNvPr id="9" name="墨迹 8">
                  <a:extLst>
                    <a:ext uri="{FF2B5EF4-FFF2-40B4-BE49-F238E27FC236}">
                      <a16:creationId xmlns:a16="http://schemas.microsoft.com/office/drawing/2014/main" id="{29FC33FC-A69C-BB4A-5DD4-C0ED8AFE9013}"/>
                    </a:ext>
                  </a:extLst>
                </p14:cNvPr>
                <p14:cNvContentPartPr/>
                <p14:nvPr/>
              </p14:nvContentPartPr>
              <p14:xfrm>
                <a:off x="3756279" y="2520574"/>
                <a:ext cx="2880" cy="170280"/>
              </p14:xfrm>
            </p:contentPart>
          </mc:Choice>
          <mc:Fallback xmlns="">
            <p:pic>
              <p:nvPicPr>
                <p:cNvPr id="9" name="墨迹 8">
                  <a:extLst>
                    <a:ext uri="{FF2B5EF4-FFF2-40B4-BE49-F238E27FC236}">
                      <a16:creationId xmlns:a16="http://schemas.microsoft.com/office/drawing/2014/main" id="{29FC33FC-A69C-BB4A-5DD4-C0ED8AFE9013}"/>
                    </a:ext>
                  </a:extLst>
                </p:cNvPr>
                <p:cNvPicPr/>
                <p:nvPr/>
              </p:nvPicPr>
              <p:blipFill>
                <a:blip r:embed="rId9"/>
                <a:stretch>
                  <a:fillRect/>
                </a:stretch>
              </p:blipFill>
              <p:spPr>
                <a:xfrm>
                  <a:off x="3738279" y="2502574"/>
                  <a:ext cx="385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37787FDC-B873-50D0-E138-278C34076DB8}"/>
                    </a:ext>
                  </a:extLst>
                </p14:cNvPr>
                <p14:cNvContentPartPr/>
                <p14:nvPr/>
              </p14:nvContentPartPr>
              <p14:xfrm>
                <a:off x="4645839" y="2496094"/>
                <a:ext cx="7200" cy="284040"/>
              </p14:xfrm>
            </p:contentPart>
          </mc:Choice>
          <mc:Fallback xmlns="">
            <p:pic>
              <p:nvPicPr>
                <p:cNvPr id="10" name="墨迹 9">
                  <a:extLst>
                    <a:ext uri="{FF2B5EF4-FFF2-40B4-BE49-F238E27FC236}">
                      <a16:creationId xmlns:a16="http://schemas.microsoft.com/office/drawing/2014/main" id="{37787FDC-B873-50D0-E138-278C34076DB8}"/>
                    </a:ext>
                  </a:extLst>
                </p:cNvPr>
                <p:cNvPicPr/>
                <p:nvPr/>
              </p:nvPicPr>
              <p:blipFill>
                <a:blip r:embed="rId11"/>
                <a:stretch>
                  <a:fillRect/>
                </a:stretch>
              </p:blipFill>
              <p:spPr>
                <a:xfrm>
                  <a:off x="4628199" y="2478094"/>
                  <a:ext cx="42840" cy="31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2" name="墨迹 11">
                <a:extLst>
                  <a:ext uri="{FF2B5EF4-FFF2-40B4-BE49-F238E27FC236}">
                    <a16:creationId xmlns:a16="http://schemas.microsoft.com/office/drawing/2014/main" id="{F40A6C45-F112-D852-AFE0-93B405B2A511}"/>
                  </a:ext>
                </a:extLst>
              </p14:cNvPr>
              <p14:cNvContentPartPr/>
              <p14:nvPr/>
            </p14:nvContentPartPr>
            <p14:xfrm>
              <a:off x="3249759" y="4306174"/>
              <a:ext cx="1164240" cy="12600"/>
            </p14:xfrm>
          </p:contentPart>
        </mc:Choice>
        <mc:Fallback xmlns="">
          <p:pic>
            <p:nvPicPr>
              <p:cNvPr id="12" name="墨迹 11">
                <a:extLst>
                  <a:ext uri="{FF2B5EF4-FFF2-40B4-BE49-F238E27FC236}">
                    <a16:creationId xmlns:a16="http://schemas.microsoft.com/office/drawing/2014/main" id="{F40A6C45-F112-D852-AFE0-93B405B2A511}"/>
                  </a:ext>
                </a:extLst>
              </p:cNvPr>
              <p:cNvPicPr/>
              <p:nvPr/>
            </p:nvPicPr>
            <p:blipFill>
              <a:blip r:embed="rId13"/>
              <a:stretch>
                <a:fillRect/>
              </a:stretch>
            </p:blipFill>
            <p:spPr>
              <a:xfrm>
                <a:off x="3231759" y="4288174"/>
                <a:ext cx="119988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墨迹 12">
                <a:extLst>
                  <a:ext uri="{FF2B5EF4-FFF2-40B4-BE49-F238E27FC236}">
                    <a16:creationId xmlns:a16="http://schemas.microsoft.com/office/drawing/2014/main" id="{268AF42C-F306-A94D-7747-5514717E59CD}"/>
                  </a:ext>
                </a:extLst>
              </p14:cNvPr>
              <p14:cNvContentPartPr/>
              <p14:nvPr/>
            </p14:nvContentPartPr>
            <p14:xfrm>
              <a:off x="3218799" y="4898734"/>
              <a:ext cx="1206360" cy="17640"/>
            </p14:xfrm>
          </p:contentPart>
        </mc:Choice>
        <mc:Fallback xmlns="">
          <p:pic>
            <p:nvPicPr>
              <p:cNvPr id="13" name="墨迹 12">
                <a:extLst>
                  <a:ext uri="{FF2B5EF4-FFF2-40B4-BE49-F238E27FC236}">
                    <a16:creationId xmlns:a16="http://schemas.microsoft.com/office/drawing/2014/main" id="{268AF42C-F306-A94D-7747-5514717E59CD}"/>
                  </a:ext>
                </a:extLst>
              </p:cNvPr>
              <p:cNvPicPr/>
              <p:nvPr/>
            </p:nvPicPr>
            <p:blipFill>
              <a:blip r:embed="rId15"/>
              <a:stretch>
                <a:fillRect/>
              </a:stretch>
            </p:blipFill>
            <p:spPr>
              <a:xfrm>
                <a:off x="3201159" y="4880734"/>
                <a:ext cx="12420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墨迹 13">
                <a:extLst>
                  <a:ext uri="{FF2B5EF4-FFF2-40B4-BE49-F238E27FC236}">
                    <a16:creationId xmlns:a16="http://schemas.microsoft.com/office/drawing/2014/main" id="{48BEBBF2-C9EF-398B-8E71-F3C97C2D8366}"/>
                  </a:ext>
                </a:extLst>
              </p14:cNvPr>
              <p14:cNvContentPartPr/>
              <p14:nvPr/>
            </p14:nvContentPartPr>
            <p14:xfrm>
              <a:off x="6845439" y="3873814"/>
              <a:ext cx="302760" cy="318960"/>
            </p14:xfrm>
          </p:contentPart>
        </mc:Choice>
        <mc:Fallback xmlns="">
          <p:pic>
            <p:nvPicPr>
              <p:cNvPr id="14" name="墨迹 13">
                <a:extLst>
                  <a:ext uri="{FF2B5EF4-FFF2-40B4-BE49-F238E27FC236}">
                    <a16:creationId xmlns:a16="http://schemas.microsoft.com/office/drawing/2014/main" id="{48BEBBF2-C9EF-398B-8E71-F3C97C2D8366}"/>
                  </a:ext>
                </a:extLst>
              </p:cNvPr>
              <p:cNvPicPr/>
              <p:nvPr/>
            </p:nvPicPr>
            <p:blipFill>
              <a:blip r:embed="rId17"/>
              <a:stretch>
                <a:fillRect/>
              </a:stretch>
            </p:blipFill>
            <p:spPr>
              <a:xfrm>
                <a:off x="6827799" y="3855814"/>
                <a:ext cx="33840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7" name="墨迹 56">
                <a:extLst>
                  <a:ext uri="{FF2B5EF4-FFF2-40B4-BE49-F238E27FC236}">
                    <a16:creationId xmlns:a16="http://schemas.microsoft.com/office/drawing/2014/main" id="{4D883CE7-CFA0-A928-4E16-3CC85B66DEFC}"/>
                  </a:ext>
                </a:extLst>
              </p14:cNvPr>
              <p14:cNvContentPartPr/>
              <p14:nvPr/>
            </p14:nvContentPartPr>
            <p14:xfrm>
              <a:off x="8417440" y="2831830"/>
              <a:ext cx="2880" cy="329400"/>
            </p14:xfrm>
          </p:contentPart>
        </mc:Choice>
        <mc:Fallback xmlns="">
          <p:pic>
            <p:nvPicPr>
              <p:cNvPr id="57" name="墨迹 56">
                <a:extLst>
                  <a:ext uri="{FF2B5EF4-FFF2-40B4-BE49-F238E27FC236}">
                    <a16:creationId xmlns:a16="http://schemas.microsoft.com/office/drawing/2014/main" id="{4D883CE7-CFA0-A928-4E16-3CC85B66DEFC}"/>
                  </a:ext>
                </a:extLst>
              </p:cNvPr>
              <p:cNvPicPr/>
              <p:nvPr/>
            </p:nvPicPr>
            <p:blipFill>
              <a:blip r:embed="rId95"/>
              <a:stretch>
                <a:fillRect/>
              </a:stretch>
            </p:blipFill>
            <p:spPr>
              <a:xfrm>
                <a:off x="8399440" y="2814190"/>
                <a:ext cx="38520" cy="365040"/>
              </a:xfrm>
              <a:prstGeom prst="rect">
                <a:avLst/>
              </a:prstGeom>
            </p:spPr>
          </p:pic>
        </mc:Fallback>
      </mc:AlternateContent>
      <p:grpSp>
        <p:nvGrpSpPr>
          <p:cNvPr id="17423" name="组合 17422">
            <a:extLst>
              <a:ext uri="{FF2B5EF4-FFF2-40B4-BE49-F238E27FC236}">
                <a16:creationId xmlns:a16="http://schemas.microsoft.com/office/drawing/2014/main" id="{76BDCD3B-664D-AC5C-76C8-A3E007E6EB60}"/>
              </a:ext>
            </a:extLst>
          </p:cNvPr>
          <p:cNvGrpSpPr/>
          <p:nvPr/>
        </p:nvGrpSpPr>
        <p:grpSpPr>
          <a:xfrm>
            <a:off x="8056000" y="2469670"/>
            <a:ext cx="614520" cy="660600"/>
            <a:chOff x="8056000" y="2469670"/>
            <a:chExt cx="614520" cy="660600"/>
          </a:xfrm>
        </p:grpSpPr>
        <mc:AlternateContent xmlns:mc="http://schemas.openxmlformats.org/markup-compatibility/2006" xmlns:p14="http://schemas.microsoft.com/office/powerpoint/2010/main">
          <mc:Choice Requires="p14">
            <p:contentPart p14:bwMode="auto" r:id="rId96">
              <p14:nvContentPartPr>
                <p14:cNvPr id="60" name="墨迹 59">
                  <a:extLst>
                    <a:ext uri="{FF2B5EF4-FFF2-40B4-BE49-F238E27FC236}">
                      <a16:creationId xmlns:a16="http://schemas.microsoft.com/office/drawing/2014/main" id="{4E11A4B9-B75D-3716-E378-B6CB30D35643}"/>
                    </a:ext>
                  </a:extLst>
                </p14:cNvPr>
                <p14:cNvContentPartPr/>
                <p14:nvPr/>
              </p14:nvContentPartPr>
              <p14:xfrm>
                <a:off x="8400880" y="2742910"/>
                <a:ext cx="7560" cy="203400"/>
              </p14:xfrm>
            </p:contentPart>
          </mc:Choice>
          <mc:Fallback xmlns="">
            <p:pic>
              <p:nvPicPr>
                <p:cNvPr id="60" name="墨迹 59">
                  <a:extLst>
                    <a:ext uri="{FF2B5EF4-FFF2-40B4-BE49-F238E27FC236}">
                      <a16:creationId xmlns:a16="http://schemas.microsoft.com/office/drawing/2014/main" id="{4E11A4B9-B75D-3716-E378-B6CB30D35643}"/>
                    </a:ext>
                  </a:extLst>
                </p:cNvPr>
                <p:cNvPicPr/>
                <p:nvPr/>
              </p:nvPicPr>
              <p:blipFill>
                <a:blip r:embed="rId97"/>
                <a:stretch>
                  <a:fillRect/>
                </a:stretch>
              </p:blipFill>
              <p:spPr>
                <a:xfrm>
                  <a:off x="8383240" y="2725270"/>
                  <a:ext cx="4320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墨迹 60">
                  <a:extLst>
                    <a:ext uri="{FF2B5EF4-FFF2-40B4-BE49-F238E27FC236}">
                      <a16:creationId xmlns:a16="http://schemas.microsoft.com/office/drawing/2014/main" id="{A1E9DE1C-E2BE-A4CF-36E9-F05CB662D362}"/>
                    </a:ext>
                  </a:extLst>
                </p14:cNvPr>
                <p14:cNvContentPartPr/>
                <p14:nvPr/>
              </p14:nvContentPartPr>
              <p14:xfrm>
                <a:off x="8400160" y="2825350"/>
                <a:ext cx="7560" cy="304920"/>
              </p14:xfrm>
            </p:contentPart>
          </mc:Choice>
          <mc:Fallback xmlns="">
            <p:pic>
              <p:nvPicPr>
                <p:cNvPr id="61" name="墨迹 60">
                  <a:extLst>
                    <a:ext uri="{FF2B5EF4-FFF2-40B4-BE49-F238E27FC236}">
                      <a16:creationId xmlns:a16="http://schemas.microsoft.com/office/drawing/2014/main" id="{A1E9DE1C-E2BE-A4CF-36E9-F05CB662D362}"/>
                    </a:ext>
                  </a:extLst>
                </p:cNvPr>
                <p:cNvPicPr/>
                <p:nvPr/>
              </p:nvPicPr>
              <p:blipFill>
                <a:blip r:embed="rId99"/>
                <a:stretch>
                  <a:fillRect/>
                </a:stretch>
              </p:blipFill>
              <p:spPr>
                <a:xfrm>
                  <a:off x="8382520" y="2807710"/>
                  <a:ext cx="4320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7414" name="墨迹 17413">
                  <a:extLst>
                    <a:ext uri="{FF2B5EF4-FFF2-40B4-BE49-F238E27FC236}">
                      <a16:creationId xmlns:a16="http://schemas.microsoft.com/office/drawing/2014/main" id="{392AE9B5-DBB4-92B7-3DE0-D6F68F1B9F4C}"/>
                    </a:ext>
                  </a:extLst>
                </p14:cNvPr>
                <p14:cNvContentPartPr/>
                <p14:nvPr/>
              </p14:nvContentPartPr>
              <p14:xfrm>
                <a:off x="8419960" y="2755510"/>
                <a:ext cx="23400" cy="196920"/>
              </p14:xfrm>
            </p:contentPart>
          </mc:Choice>
          <mc:Fallback xmlns="">
            <p:pic>
              <p:nvPicPr>
                <p:cNvPr id="17414" name="墨迹 17413">
                  <a:extLst>
                    <a:ext uri="{FF2B5EF4-FFF2-40B4-BE49-F238E27FC236}">
                      <a16:creationId xmlns:a16="http://schemas.microsoft.com/office/drawing/2014/main" id="{392AE9B5-DBB4-92B7-3DE0-D6F68F1B9F4C}"/>
                    </a:ext>
                  </a:extLst>
                </p:cNvPr>
                <p:cNvPicPr/>
                <p:nvPr/>
              </p:nvPicPr>
              <p:blipFill>
                <a:blip r:embed="rId101"/>
                <a:stretch>
                  <a:fillRect/>
                </a:stretch>
              </p:blipFill>
              <p:spPr>
                <a:xfrm>
                  <a:off x="8402320" y="2737870"/>
                  <a:ext cx="5904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7415" name="墨迹 17414">
                  <a:extLst>
                    <a:ext uri="{FF2B5EF4-FFF2-40B4-BE49-F238E27FC236}">
                      <a16:creationId xmlns:a16="http://schemas.microsoft.com/office/drawing/2014/main" id="{E4791801-8374-4B40-80CA-C259FC82FF08}"/>
                    </a:ext>
                  </a:extLst>
                </p14:cNvPr>
                <p14:cNvContentPartPr/>
                <p14:nvPr/>
              </p14:nvContentPartPr>
              <p14:xfrm>
                <a:off x="8394040" y="2793670"/>
                <a:ext cx="57960" cy="313920"/>
              </p14:xfrm>
            </p:contentPart>
          </mc:Choice>
          <mc:Fallback xmlns="">
            <p:pic>
              <p:nvPicPr>
                <p:cNvPr id="17415" name="墨迹 17414">
                  <a:extLst>
                    <a:ext uri="{FF2B5EF4-FFF2-40B4-BE49-F238E27FC236}">
                      <a16:creationId xmlns:a16="http://schemas.microsoft.com/office/drawing/2014/main" id="{E4791801-8374-4B40-80CA-C259FC82FF08}"/>
                    </a:ext>
                  </a:extLst>
                </p:cNvPr>
                <p:cNvPicPr/>
                <p:nvPr/>
              </p:nvPicPr>
              <p:blipFill>
                <a:blip r:embed="rId103"/>
                <a:stretch>
                  <a:fillRect/>
                </a:stretch>
              </p:blipFill>
              <p:spPr>
                <a:xfrm>
                  <a:off x="8376400" y="2776030"/>
                  <a:ext cx="9360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7416" name="墨迹 17415">
                  <a:extLst>
                    <a:ext uri="{FF2B5EF4-FFF2-40B4-BE49-F238E27FC236}">
                      <a16:creationId xmlns:a16="http://schemas.microsoft.com/office/drawing/2014/main" id="{132049B3-E060-68C8-9F4D-8B6E321AF5C1}"/>
                    </a:ext>
                  </a:extLst>
                </p14:cNvPr>
                <p14:cNvContentPartPr/>
                <p14:nvPr/>
              </p14:nvContentPartPr>
              <p14:xfrm>
                <a:off x="8388280" y="2833990"/>
                <a:ext cx="360" cy="30240"/>
              </p14:xfrm>
            </p:contentPart>
          </mc:Choice>
          <mc:Fallback xmlns="">
            <p:pic>
              <p:nvPicPr>
                <p:cNvPr id="17416" name="墨迹 17415">
                  <a:extLst>
                    <a:ext uri="{FF2B5EF4-FFF2-40B4-BE49-F238E27FC236}">
                      <a16:creationId xmlns:a16="http://schemas.microsoft.com/office/drawing/2014/main" id="{132049B3-E060-68C8-9F4D-8B6E321AF5C1}"/>
                    </a:ext>
                  </a:extLst>
                </p:cNvPr>
                <p:cNvPicPr/>
                <p:nvPr/>
              </p:nvPicPr>
              <p:blipFill>
                <a:blip r:embed="rId105"/>
                <a:stretch>
                  <a:fillRect/>
                </a:stretch>
              </p:blipFill>
              <p:spPr>
                <a:xfrm>
                  <a:off x="8370640" y="2815990"/>
                  <a:ext cx="3600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7417" name="墨迹 17416">
                  <a:extLst>
                    <a:ext uri="{FF2B5EF4-FFF2-40B4-BE49-F238E27FC236}">
                      <a16:creationId xmlns:a16="http://schemas.microsoft.com/office/drawing/2014/main" id="{E4266344-8B35-8D87-EC4B-9AC25BF3ABCA}"/>
                    </a:ext>
                  </a:extLst>
                </p14:cNvPr>
                <p14:cNvContentPartPr/>
                <p14:nvPr/>
              </p14:nvContentPartPr>
              <p14:xfrm>
                <a:off x="8381440" y="2736430"/>
                <a:ext cx="7200" cy="101520"/>
              </p14:xfrm>
            </p:contentPart>
          </mc:Choice>
          <mc:Fallback xmlns="">
            <p:pic>
              <p:nvPicPr>
                <p:cNvPr id="17417" name="墨迹 17416">
                  <a:extLst>
                    <a:ext uri="{FF2B5EF4-FFF2-40B4-BE49-F238E27FC236}">
                      <a16:creationId xmlns:a16="http://schemas.microsoft.com/office/drawing/2014/main" id="{E4266344-8B35-8D87-EC4B-9AC25BF3ABCA}"/>
                    </a:ext>
                  </a:extLst>
                </p:cNvPr>
                <p:cNvPicPr/>
                <p:nvPr/>
              </p:nvPicPr>
              <p:blipFill>
                <a:blip r:embed="rId107"/>
                <a:stretch>
                  <a:fillRect/>
                </a:stretch>
              </p:blipFill>
              <p:spPr>
                <a:xfrm>
                  <a:off x="8363800" y="2718790"/>
                  <a:ext cx="4284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7419" name="墨迹 17418">
                  <a:extLst>
                    <a:ext uri="{FF2B5EF4-FFF2-40B4-BE49-F238E27FC236}">
                      <a16:creationId xmlns:a16="http://schemas.microsoft.com/office/drawing/2014/main" id="{FE58B3C3-DB4C-395B-7215-4F2BEBA0F6D8}"/>
                    </a:ext>
                  </a:extLst>
                </p14:cNvPr>
                <p14:cNvContentPartPr/>
                <p14:nvPr/>
              </p14:nvContentPartPr>
              <p14:xfrm>
                <a:off x="8089840" y="2476150"/>
                <a:ext cx="558360" cy="299520"/>
              </p14:xfrm>
            </p:contentPart>
          </mc:Choice>
          <mc:Fallback xmlns="">
            <p:pic>
              <p:nvPicPr>
                <p:cNvPr id="17419" name="墨迹 17418">
                  <a:extLst>
                    <a:ext uri="{FF2B5EF4-FFF2-40B4-BE49-F238E27FC236}">
                      <a16:creationId xmlns:a16="http://schemas.microsoft.com/office/drawing/2014/main" id="{FE58B3C3-DB4C-395B-7215-4F2BEBA0F6D8}"/>
                    </a:ext>
                  </a:extLst>
                </p:cNvPr>
                <p:cNvPicPr/>
                <p:nvPr/>
              </p:nvPicPr>
              <p:blipFill>
                <a:blip r:embed="rId109"/>
                <a:stretch>
                  <a:fillRect/>
                </a:stretch>
              </p:blipFill>
              <p:spPr>
                <a:xfrm>
                  <a:off x="8071840" y="2458510"/>
                  <a:ext cx="59400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17420" name="墨迹 17419">
                  <a:extLst>
                    <a:ext uri="{FF2B5EF4-FFF2-40B4-BE49-F238E27FC236}">
                      <a16:creationId xmlns:a16="http://schemas.microsoft.com/office/drawing/2014/main" id="{F0F01CEC-CFC1-DFCF-D12E-87278AD67A23}"/>
                    </a:ext>
                  </a:extLst>
                </p14:cNvPr>
                <p14:cNvContentPartPr/>
                <p14:nvPr/>
              </p14:nvContentPartPr>
              <p14:xfrm>
                <a:off x="8267320" y="2469670"/>
                <a:ext cx="344880" cy="271800"/>
              </p14:xfrm>
            </p:contentPart>
          </mc:Choice>
          <mc:Fallback xmlns="">
            <p:pic>
              <p:nvPicPr>
                <p:cNvPr id="17420" name="墨迹 17419">
                  <a:extLst>
                    <a:ext uri="{FF2B5EF4-FFF2-40B4-BE49-F238E27FC236}">
                      <a16:creationId xmlns:a16="http://schemas.microsoft.com/office/drawing/2014/main" id="{F0F01CEC-CFC1-DFCF-D12E-87278AD67A23}"/>
                    </a:ext>
                  </a:extLst>
                </p:cNvPr>
                <p:cNvPicPr/>
                <p:nvPr/>
              </p:nvPicPr>
              <p:blipFill>
                <a:blip r:embed="rId111"/>
                <a:stretch>
                  <a:fillRect/>
                </a:stretch>
              </p:blipFill>
              <p:spPr>
                <a:xfrm>
                  <a:off x="8249680" y="2452030"/>
                  <a:ext cx="3805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7422" name="墨迹 17421">
                  <a:extLst>
                    <a:ext uri="{FF2B5EF4-FFF2-40B4-BE49-F238E27FC236}">
                      <a16:creationId xmlns:a16="http://schemas.microsoft.com/office/drawing/2014/main" id="{E9B6A440-81CA-7CE2-3AA3-A7DF2FAE21B1}"/>
                    </a:ext>
                  </a:extLst>
                </p14:cNvPr>
                <p14:cNvContentPartPr/>
                <p14:nvPr/>
              </p14:nvContentPartPr>
              <p14:xfrm>
                <a:off x="8056000" y="2480110"/>
                <a:ext cx="614520" cy="346320"/>
              </p14:xfrm>
            </p:contentPart>
          </mc:Choice>
          <mc:Fallback xmlns="">
            <p:pic>
              <p:nvPicPr>
                <p:cNvPr id="17422" name="墨迹 17421">
                  <a:extLst>
                    <a:ext uri="{FF2B5EF4-FFF2-40B4-BE49-F238E27FC236}">
                      <a16:creationId xmlns:a16="http://schemas.microsoft.com/office/drawing/2014/main" id="{E9B6A440-81CA-7CE2-3AA3-A7DF2FAE21B1}"/>
                    </a:ext>
                  </a:extLst>
                </p:cNvPr>
                <p:cNvPicPr/>
                <p:nvPr/>
              </p:nvPicPr>
              <p:blipFill>
                <a:blip r:embed="rId113"/>
                <a:stretch>
                  <a:fillRect/>
                </a:stretch>
              </p:blipFill>
              <p:spPr>
                <a:xfrm>
                  <a:off x="8038000" y="2462470"/>
                  <a:ext cx="650160" cy="381960"/>
                </a:xfrm>
                <a:prstGeom prst="rect">
                  <a:avLst/>
                </a:prstGeom>
              </p:spPr>
            </p:pic>
          </mc:Fallback>
        </mc:AlternateContent>
      </p:grpSp>
      <p:grpSp>
        <p:nvGrpSpPr>
          <p:cNvPr id="17434" name="组合 17433">
            <a:extLst>
              <a:ext uri="{FF2B5EF4-FFF2-40B4-BE49-F238E27FC236}">
                <a16:creationId xmlns:a16="http://schemas.microsoft.com/office/drawing/2014/main" id="{81FB620C-941F-2C94-1D5B-52AD919AC63F}"/>
              </a:ext>
            </a:extLst>
          </p:cNvPr>
          <p:cNvGrpSpPr/>
          <p:nvPr/>
        </p:nvGrpSpPr>
        <p:grpSpPr>
          <a:xfrm>
            <a:off x="6280480" y="2444470"/>
            <a:ext cx="330480" cy="623880"/>
            <a:chOff x="6280480" y="2444470"/>
            <a:chExt cx="330480" cy="623880"/>
          </a:xfrm>
        </p:grpSpPr>
        <mc:AlternateContent xmlns:mc="http://schemas.openxmlformats.org/markup-compatibility/2006" xmlns:p14="http://schemas.microsoft.com/office/powerpoint/2010/main">
          <mc:Choice Requires="p14">
            <p:contentPart p14:bwMode="auto" r:id="rId114">
              <p14:nvContentPartPr>
                <p14:cNvPr id="17428" name="墨迹 17427">
                  <a:extLst>
                    <a:ext uri="{FF2B5EF4-FFF2-40B4-BE49-F238E27FC236}">
                      <a16:creationId xmlns:a16="http://schemas.microsoft.com/office/drawing/2014/main" id="{E4DBF51A-55DA-13D6-EE2A-BF5B4E04379B}"/>
                    </a:ext>
                  </a:extLst>
                </p14:cNvPr>
                <p14:cNvContentPartPr/>
                <p14:nvPr/>
              </p14:nvContentPartPr>
              <p14:xfrm>
                <a:off x="6280480" y="2458870"/>
                <a:ext cx="330480" cy="222120"/>
              </p14:xfrm>
            </p:contentPart>
          </mc:Choice>
          <mc:Fallback xmlns="">
            <p:pic>
              <p:nvPicPr>
                <p:cNvPr id="17428" name="墨迹 17427">
                  <a:extLst>
                    <a:ext uri="{FF2B5EF4-FFF2-40B4-BE49-F238E27FC236}">
                      <a16:creationId xmlns:a16="http://schemas.microsoft.com/office/drawing/2014/main" id="{E4DBF51A-55DA-13D6-EE2A-BF5B4E04379B}"/>
                    </a:ext>
                  </a:extLst>
                </p:cNvPr>
                <p:cNvPicPr/>
                <p:nvPr/>
              </p:nvPicPr>
              <p:blipFill>
                <a:blip r:embed="rId115"/>
                <a:stretch>
                  <a:fillRect/>
                </a:stretch>
              </p:blipFill>
              <p:spPr>
                <a:xfrm>
                  <a:off x="6262480" y="2441230"/>
                  <a:ext cx="36612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7429" name="墨迹 17428">
                  <a:extLst>
                    <a:ext uri="{FF2B5EF4-FFF2-40B4-BE49-F238E27FC236}">
                      <a16:creationId xmlns:a16="http://schemas.microsoft.com/office/drawing/2014/main" id="{0BBE7CFC-7AEC-22DB-69FE-E0F931E39DDE}"/>
                    </a:ext>
                  </a:extLst>
                </p14:cNvPr>
                <p14:cNvContentPartPr/>
                <p14:nvPr/>
              </p14:nvContentPartPr>
              <p14:xfrm>
                <a:off x="6470560" y="2673070"/>
                <a:ext cx="37080" cy="395280"/>
              </p14:xfrm>
            </p:contentPart>
          </mc:Choice>
          <mc:Fallback xmlns="">
            <p:pic>
              <p:nvPicPr>
                <p:cNvPr id="17429" name="墨迹 17428">
                  <a:extLst>
                    <a:ext uri="{FF2B5EF4-FFF2-40B4-BE49-F238E27FC236}">
                      <a16:creationId xmlns:a16="http://schemas.microsoft.com/office/drawing/2014/main" id="{0BBE7CFC-7AEC-22DB-69FE-E0F931E39DDE}"/>
                    </a:ext>
                  </a:extLst>
                </p:cNvPr>
                <p:cNvPicPr/>
                <p:nvPr/>
              </p:nvPicPr>
              <p:blipFill>
                <a:blip r:embed="rId117"/>
                <a:stretch>
                  <a:fillRect/>
                </a:stretch>
              </p:blipFill>
              <p:spPr>
                <a:xfrm>
                  <a:off x="6452920" y="2655430"/>
                  <a:ext cx="7272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7430" name="墨迹 17429">
                  <a:extLst>
                    <a:ext uri="{FF2B5EF4-FFF2-40B4-BE49-F238E27FC236}">
                      <a16:creationId xmlns:a16="http://schemas.microsoft.com/office/drawing/2014/main" id="{FA2626A1-029B-83BB-705F-B2BEE0938589}"/>
                    </a:ext>
                  </a:extLst>
                </p14:cNvPr>
                <p14:cNvContentPartPr/>
                <p14:nvPr/>
              </p14:nvContentPartPr>
              <p14:xfrm>
                <a:off x="6430240" y="2457070"/>
                <a:ext cx="21600" cy="76320"/>
              </p14:xfrm>
            </p:contentPart>
          </mc:Choice>
          <mc:Fallback xmlns="">
            <p:pic>
              <p:nvPicPr>
                <p:cNvPr id="17430" name="墨迹 17429">
                  <a:extLst>
                    <a:ext uri="{FF2B5EF4-FFF2-40B4-BE49-F238E27FC236}">
                      <a16:creationId xmlns:a16="http://schemas.microsoft.com/office/drawing/2014/main" id="{FA2626A1-029B-83BB-705F-B2BEE0938589}"/>
                    </a:ext>
                  </a:extLst>
                </p:cNvPr>
                <p:cNvPicPr/>
                <p:nvPr/>
              </p:nvPicPr>
              <p:blipFill>
                <a:blip r:embed="rId119"/>
                <a:stretch>
                  <a:fillRect/>
                </a:stretch>
              </p:blipFill>
              <p:spPr>
                <a:xfrm>
                  <a:off x="6412600" y="2439430"/>
                  <a:ext cx="572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7431" name="墨迹 17430">
                  <a:extLst>
                    <a:ext uri="{FF2B5EF4-FFF2-40B4-BE49-F238E27FC236}">
                      <a16:creationId xmlns:a16="http://schemas.microsoft.com/office/drawing/2014/main" id="{7A290C79-19F4-475F-39FC-5C5CE0B40810}"/>
                    </a:ext>
                  </a:extLst>
                </p14:cNvPr>
                <p14:cNvContentPartPr/>
                <p14:nvPr/>
              </p14:nvContentPartPr>
              <p14:xfrm>
                <a:off x="6364720" y="2482630"/>
                <a:ext cx="74160" cy="154440"/>
              </p14:xfrm>
            </p:contentPart>
          </mc:Choice>
          <mc:Fallback xmlns="">
            <p:pic>
              <p:nvPicPr>
                <p:cNvPr id="17431" name="墨迹 17430">
                  <a:extLst>
                    <a:ext uri="{FF2B5EF4-FFF2-40B4-BE49-F238E27FC236}">
                      <a16:creationId xmlns:a16="http://schemas.microsoft.com/office/drawing/2014/main" id="{7A290C79-19F4-475F-39FC-5C5CE0B40810}"/>
                    </a:ext>
                  </a:extLst>
                </p:cNvPr>
                <p:cNvPicPr/>
                <p:nvPr/>
              </p:nvPicPr>
              <p:blipFill>
                <a:blip r:embed="rId121"/>
                <a:stretch>
                  <a:fillRect/>
                </a:stretch>
              </p:blipFill>
              <p:spPr>
                <a:xfrm>
                  <a:off x="6346720" y="2464990"/>
                  <a:ext cx="1098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7433" name="墨迹 17432">
                  <a:extLst>
                    <a:ext uri="{FF2B5EF4-FFF2-40B4-BE49-F238E27FC236}">
                      <a16:creationId xmlns:a16="http://schemas.microsoft.com/office/drawing/2014/main" id="{EC5F148D-031F-9CE6-093E-CDA83C6AC05E}"/>
                    </a:ext>
                  </a:extLst>
                </p14:cNvPr>
                <p14:cNvContentPartPr/>
                <p14:nvPr/>
              </p14:nvContentPartPr>
              <p14:xfrm>
                <a:off x="6489640" y="2444470"/>
                <a:ext cx="86760" cy="217440"/>
              </p14:xfrm>
            </p:contentPart>
          </mc:Choice>
          <mc:Fallback xmlns="">
            <p:pic>
              <p:nvPicPr>
                <p:cNvPr id="17433" name="墨迹 17432">
                  <a:extLst>
                    <a:ext uri="{FF2B5EF4-FFF2-40B4-BE49-F238E27FC236}">
                      <a16:creationId xmlns:a16="http://schemas.microsoft.com/office/drawing/2014/main" id="{EC5F148D-031F-9CE6-093E-CDA83C6AC05E}"/>
                    </a:ext>
                  </a:extLst>
                </p:cNvPr>
                <p:cNvPicPr/>
                <p:nvPr/>
              </p:nvPicPr>
              <p:blipFill>
                <a:blip r:embed="rId123"/>
                <a:stretch>
                  <a:fillRect/>
                </a:stretch>
              </p:blipFill>
              <p:spPr>
                <a:xfrm>
                  <a:off x="6472000" y="2426830"/>
                  <a:ext cx="122400" cy="25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4">
            <p14:nvContentPartPr>
              <p14:cNvPr id="6" name="墨迹 5">
                <a:extLst>
                  <a:ext uri="{FF2B5EF4-FFF2-40B4-BE49-F238E27FC236}">
                    <a16:creationId xmlns:a16="http://schemas.microsoft.com/office/drawing/2014/main" id="{B7D5E9D3-865D-D5C5-9788-788C9FB7400C}"/>
                  </a:ext>
                </a:extLst>
              </p14:cNvPr>
              <p14:cNvContentPartPr/>
              <p14:nvPr/>
            </p14:nvContentPartPr>
            <p14:xfrm>
              <a:off x="5610863" y="901090"/>
              <a:ext cx="2426400" cy="470520"/>
            </p14:xfrm>
          </p:contentPart>
        </mc:Choice>
        <mc:Fallback xmlns="">
          <p:pic>
            <p:nvPicPr>
              <p:cNvPr id="6" name="墨迹 5">
                <a:extLst>
                  <a:ext uri="{FF2B5EF4-FFF2-40B4-BE49-F238E27FC236}">
                    <a16:creationId xmlns:a16="http://schemas.microsoft.com/office/drawing/2014/main" id="{B7D5E9D3-865D-D5C5-9788-788C9FB7400C}"/>
                  </a:ext>
                </a:extLst>
              </p:cNvPr>
              <p:cNvPicPr/>
              <p:nvPr/>
            </p:nvPicPr>
            <p:blipFill>
              <a:blip r:embed="rId125"/>
              <a:stretch>
                <a:fillRect/>
              </a:stretch>
            </p:blipFill>
            <p:spPr>
              <a:xfrm>
                <a:off x="5593223" y="883450"/>
                <a:ext cx="2462040" cy="506160"/>
              </a:xfrm>
              <a:prstGeom prst="rect">
                <a:avLst/>
              </a:prstGeom>
            </p:spPr>
          </p:pic>
        </mc:Fallback>
      </mc:AlternateContent>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p:nvPr/>
        </p:nvSpPr>
        <p:spPr>
          <a:xfrm>
            <a:off x="192088" y="2511425"/>
            <a:ext cx="8869362" cy="3414713"/>
          </a:xfrm>
          <a:prstGeom prst="rect">
            <a:avLst/>
          </a:prstGeom>
          <a:noFill/>
          <a:ln w="9525">
            <a:noFill/>
          </a:ln>
        </p:spPr>
        <p:txBody>
          <a:bodyPr anchor="t" anchorCtr="0">
            <a:spAutoFit/>
          </a:bodyPr>
          <a:lstStyle/>
          <a:p>
            <a:pPr indent="268605" algn="just" defTabSz="914400">
              <a:lnSpc>
                <a:spcPct val="150000"/>
              </a:lnSpc>
              <a:tabLst>
                <a:tab pos="941705" algn="l"/>
              </a:tabLst>
            </a:pPr>
            <a:r>
              <a:rPr lang="en-US" altLang="zh-CN" sz="2400" b="1" dirty="0">
                <a:solidFill>
                  <a:srgbClr val="FF3300"/>
                </a:solidFill>
                <a:latin typeface="Times New Roman" panose="02020603050405020304" pitchFamily="18" charset="0"/>
                <a:ea typeface="宋体" panose="02010600030101010101" pitchFamily="2" charset="-122"/>
              </a:rPr>
              <a:t> · TF0</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TF1</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a:t>
            </a:r>
            <a:r>
              <a:rPr lang="zh-CN" altLang="en-US" sz="2400" b="1" dirty="0">
                <a:solidFill>
                  <a:srgbClr val="FF3300"/>
                </a:solidFill>
                <a:latin typeface="Times New Roman" panose="02020603050405020304" pitchFamily="18" charset="0"/>
                <a:ea typeface="宋体" panose="02010600030101010101" pitchFamily="2" charset="-122"/>
              </a:rPr>
              <a:t>计数溢出标志位</a:t>
            </a:r>
            <a:endParaRPr lang="zh-CN" altLang="en-US" sz="2400" dirty="0">
              <a:solidFill>
                <a:srgbClr val="FF3300"/>
              </a:solidFill>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latin typeface="Times New Roman" panose="02020603050405020304" pitchFamily="18" charset="0"/>
                <a:ea typeface="宋体" panose="02010600030101010101" pitchFamily="2" charset="-122"/>
              </a:rPr>
              <a:t>当计数器产生计数溢出时，此位由</a:t>
            </a:r>
            <a:r>
              <a:rPr lang="zh-CN" altLang="en-US" sz="2400" b="1" dirty="0">
                <a:solidFill>
                  <a:schemeClr val="accent1"/>
                </a:solidFill>
                <a:latin typeface="Times New Roman" panose="02020603050405020304" pitchFamily="18" charset="0"/>
                <a:ea typeface="宋体" panose="02010600030101010101" pitchFamily="2" charset="-122"/>
              </a:rPr>
              <a:t>硬件置</a:t>
            </a:r>
            <a:r>
              <a:rPr lang="en-US" altLang="zh-CN" sz="2400" b="1" dirty="0">
                <a:solidFill>
                  <a:schemeClr val="accent1"/>
                </a:solidFill>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。当转向中断服务时，</a:t>
            </a:r>
            <a:r>
              <a:rPr lang="zh-CN" altLang="en-US" sz="2400" b="1" dirty="0">
                <a:solidFill>
                  <a:schemeClr val="accent1"/>
                </a:solidFill>
                <a:latin typeface="Times New Roman" panose="02020603050405020304" pitchFamily="18" charset="0"/>
                <a:ea typeface="宋体" panose="02010600030101010101" pitchFamily="2" charset="-122"/>
              </a:rPr>
              <a:t>再由硬件自动清</a:t>
            </a:r>
            <a:r>
              <a:rPr lang="en-US" altLang="zh-CN" sz="2400" b="1" dirty="0">
                <a:solidFill>
                  <a:schemeClr val="accent1"/>
                </a:solidFill>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a:t>
            </a:r>
          </a:p>
          <a:p>
            <a:pPr indent="268605" algn="just" defTabSz="914400" eaLnBrk="0" hangingPunct="0">
              <a:lnSpc>
                <a:spcPct val="150000"/>
              </a:lnSpc>
              <a:tabLst>
                <a:tab pos="941705" algn="l"/>
              </a:tabLst>
            </a:pPr>
            <a:r>
              <a:rPr lang="zh-CN" altLang="en-US" sz="2400" b="1" dirty="0">
                <a:latin typeface="Times New Roman" panose="02020603050405020304" pitchFamily="18" charset="0"/>
                <a:ea typeface="宋体" panose="02010600030101010101" pitchFamily="2" charset="-122"/>
              </a:rPr>
              <a:t> 计数溢出标志位的使用有两种情况：采用中断方式时，作中断请求标志位来使用，采用查询方式时，作查询状态位来使用。</a:t>
            </a:r>
            <a:endParaRPr lang="zh-CN" altLang="en-US" sz="2400" dirty="0">
              <a:latin typeface="Times New Roman" panose="02020603050405020304" pitchFamily="18" charset="0"/>
              <a:ea typeface="宋体" panose="02010600030101010101" pitchFamily="2" charset="-122"/>
            </a:endParaRPr>
          </a:p>
          <a:p>
            <a:pPr indent="268605" defTabSz="914400" eaLnBrk="0" hangingPunct="0">
              <a:lnSpc>
                <a:spcPct val="150000"/>
              </a:lnSpc>
              <a:tabLst>
                <a:tab pos="941705" algn="l"/>
              </a:tabLst>
            </a:pPr>
            <a:endParaRPr lang="en-US" altLang="zh-CN" sz="2400" dirty="0">
              <a:latin typeface="Times New Roman" panose="02020603050405020304" pitchFamily="18" charset="0"/>
              <a:ea typeface="宋体" panose="02010600030101010101" pitchFamily="2" charset="-122"/>
            </a:endParaRPr>
          </a:p>
        </p:txBody>
      </p:sp>
      <p:graphicFrame>
        <p:nvGraphicFramePr>
          <p:cNvPr id="3" name="表格 2"/>
          <p:cNvGraphicFramePr/>
          <p:nvPr/>
        </p:nvGraphicFramePr>
        <p:xfrm>
          <a:off x="231775" y="1231900"/>
          <a:ext cx="8679815" cy="1213104"/>
        </p:xfrm>
        <a:graphic>
          <a:graphicData uri="http://schemas.openxmlformats.org/drawingml/2006/table">
            <a:tbl>
              <a:tblPr firstRow="1" bandRow="1">
                <a:tableStyleId>{5C22544A-7EE6-4342-B048-85BDC9FD1C3A}</a:tableStyleId>
              </a:tblPr>
              <a:tblGrid>
                <a:gridCol w="1334770">
                  <a:extLst>
                    <a:ext uri="{9D8B030D-6E8A-4147-A177-3AD203B41FA5}">
                      <a16:colId xmlns:a16="http://schemas.microsoft.com/office/drawing/2014/main" val="20000"/>
                    </a:ext>
                  </a:extLst>
                </a:gridCol>
                <a:gridCol w="788670">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936625">
                  <a:extLst>
                    <a:ext uri="{9D8B030D-6E8A-4147-A177-3AD203B41FA5}">
                      <a16:colId xmlns:a16="http://schemas.microsoft.com/office/drawing/2014/main" val="20005"/>
                    </a:ext>
                  </a:extLst>
                </a:gridCol>
                <a:gridCol w="936625">
                  <a:extLst>
                    <a:ext uri="{9D8B030D-6E8A-4147-A177-3AD203B41FA5}">
                      <a16:colId xmlns:a16="http://schemas.microsoft.com/office/drawing/2014/main" val="20006"/>
                    </a:ext>
                  </a:extLst>
                </a:gridCol>
                <a:gridCol w="936625">
                  <a:extLst>
                    <a:ext uri="{9D8B030D-6E8A-4147-A177-3AD203B41FA5}">
                      <a16:colId xmlns:a16="http://schemas.microsoft.com/office/drawing/2014/main" val="20007"/>
                    </a:ext>
                  </a:extLst>
                </a:gridCol>
                <a:gridCol w="936625">
                  <a:extLst>
                    <a:ext uri="{9D8B030D-6E8A-4147-A177-3AD203B41FA5}">
                      <a16:colId xmlns:a16="http://schemas.microsoft.com/office/drawing/2014/main" val="20008"/>
                    </a:ext>
                  </a:extLst>
                </a:gridCol>
              </a:tblGrid>
              <a:tr h="640080">
                <a:tc>
                  <a:txBody>
                    <a:bodyPr/>
                    <a:lstStyle/>
                    <a:p>
                      <a:pPr fontAlgn="auto">
                        <a:lnSpc>
                          <a:spcPct val="150000"/>
                        </a:lnSpc>
                        <a:buNone/>
                      </a:pPr>
                      <a:r>
                        <a:rPr lang="zh-CN" altLang="en-US" sz="2400" b="1">
                          <a:solidFill>
                            <a:schemeClr val="tx1"/>
                          </a:solidFill>
                        </a:rPr>
                        <a:t>位地址</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8F</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8E</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8D</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8C</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8B</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8A</a:t>
                      </a:r>
                    </a:p>
                  </a:txBody>
                  <a:tcPr>
                    <a:solidFill>
                      <a:schemeClr val="accent5">
                        <a:lumMod val="20000"/>
                        <a:lumOff val="80000"/>
                      </a:schemeClr>
                    </a:solidFill>
                  </a:tcPr>
                </a:tc>
                <a:tc>
                  <a:txBody>
                    <a:bodyPr/>
                    <a:lstStyle/>
                    <a:p>
                      <a:pPr fontAlgn="auto">
                        <a:lnSpc>
                          <a:spcPct val="150000"/>
                        </a:lnSpc>
                        <a:buNone/>
                      </a:pPr>
                      <a:r>
                        <a:rPr lang="en-US" altLang="zh-CN" sz="2400" b="1" dirty="0">
                          <a:solidFill>
                            <a:schemeClr val="tx1"/>
                          </a:solidFill>
                        </a:rPr>
                        <a:t>89</a:t>
                      </a:r>
                    </a:p>
                  </a:txBody>
                  <a:tcPr>
                    <a:solidFill>
                      <a:schemeClr val="accent5">
                        <a:lumMod val="20000"/>
                        <a:lumOff val="80000"/>
                      </a:schemeClr>
                    </a:solidFill>
                  </a:tcPr>
                </a:tc>
                <a:tc>
                  <a:txBody>
                    <a:bodyPr/>
                    <a:lstStyle/>
                    <a:p>
                      <a:pPr fontAlgn="auto">
                        <a:lnSpc>
                          <a:spcPct val="150000"/>
                        </a:lnSpc>
                        <a:buNone/>
                      </a:pPr>
                      <a:r>
                        <a:rPr lang="en-US" altLang="zh-CN" sz="2400" b="1">
                          <a:solidFill>
                            <a:schemeClr val="tx1"/>
                          </a:solidFill>
                        </a:rPr>
                        <a:t>88</a:t>
                      </a:r>
                    </a:p>
                  </a:txBody>
                  <a:tcPr>
                    <a:solidFill>
                      <a:schemeClr val="accent5">
                        <a:lumMod val="20000"/>
                        <a:lumOff val="80000"/>
                      </a:schemeClr>
                    </a:solidFill>
                  </a:tcPr>
                </a:tc>
                <a:extLst>
                  <a:ext uri="{0D108BD9-81ED-4DB2-BD59-A6C34878D82A}">
                    <a16:rowId xmlns:a16="http://schemas.microsoft.com/office/drawing/2014/main" val="10000"/>
                  </a:ext>
                </a:extLst>
              </a:tr>
              <a:tr h="473710">
                <a:tc>
                  <a:txBody>
                    <a:bodyPr/>
                    <a:lstStyle/>
                    <a:p>
                      <a:pPr fontAlgn="auto">
                        <a:lnSpc>
                          <a:spcPct val="150000"/>
                        </a:lnSpc>
                        <a:buNone/>
                      </a:pPr>
                      <a:r>
                        <a:rPr lang="zh-CN" altLang="en-US" sz="2400" b="1">
                          <a:solidFill>
                            <a:schemeClr val="tx1"/>
                          </a:solidFill>
                        </a:rPr>
                        <a:t>位符号</a:t>
                      </a:r>
                    </a:p>
                  </a:txBody>
                  <a:tcPr>
                    <a:solidFill>
                      <a:schemeClr val="accent3">
                        <a:lumMod val="95000"/>
                      </a:schemeClr>
                    </a:solidFill>
                  </a:tcPr>
                </a:tc>
                <a:tc>
                  <a:txBody>
                    <a:bodyPr/>
                    <a:lstStyle/>
                    <a:p>
                      <a:pPr fontAlgn="auto">
                        <a:lnSpc>
                          <a:spcPct val="150000"/>
                        </a:lnSpc>
                        <a:buNone/>
                      </a:pPr>
                      <a:r>
                        <a:rPr lang="en-US" altLang="zh-CN" sz="2400" b="1">
                          <a:solidFill>
                            <a:schemeClr val="tx1"/>
                          </a:solidFill>
                        </a:rPr>
                        <a:t>TF1</a:t>
                      </a:r>
                    </a:p>
                  </a:txBody>
                  <a:tcPr>
                    <a:solidFill>
                      <a:schemeClr val="accent3">
                        <a:lumMod val="95000"/>
                      </a:schemeClr>
                    </a:solidFill>
                  </a:tcPr>
                </a:tc>
                <a:tc>
                  <a:txBody>
                    <a:bodyPr/>
                    <a:lstStyle/>
                    <a:p>
                      <a:pPr fontAlgn="auto">
                        <a:lnSpc>
                          <a:spcPct val="150000"/>
                        </a:lnSpc>
                        <a:buNone/>
                      </a:pPr>
                      <a:r>
                        <a:rPr lang="en-US" altLang="zh-CN" sz="2400" b="1">
                          <a:solidFill>
                            <a:schemeClr val="tx1"/>
                          </a:solidFill>
                        </a:rPr>
                        <a:t>TR1</a:t>
                      </a:r>
                    </a:p>
                  </a:txBody>
                  <a:tcPr>
                    <a:solidFill>
                      <a:schemeClr val="accent3">
                        <a:lumMod val="95000"/>
                      </a:schemeClr>
                    </a:solidFill>
                  </a:tcPr>
                </a:tc>
                <a:tc>
                  <a:txBody>
                    <a:bodyPr/>
                    <a:lstStyle/>
                    <a:p>
                      <a:pPr fontAlgn="auto">
                        <a:lnSpc>
                          <a:spcPct val="150000"/>
                        </a:lnSpc>
                        <a:buNone/>
                      </a:pPr>
                      <a:r>
                        <a:rPr lang="en-US" altLang="zh-CN" sz="2400" b="1">
                          <a:solidFill>
                            <a:schemeClr val="tx1"/>
                          </a:solidFill>
                        </a:rPr>
                        <a:t>TF0</a:t>
                      </a:r>
                    </a:p>
                  </a:txBody>
                  <a:tcPr>
                    <a:solidFill>
                      <a:schemeClr val="accent3">
                        <a:lumMod val="95000"/>
                      </a:schemeClr>
                    </a:solidFill>
                  </a:tcPr>
                </a:tc>
                <a:tc>
                  <a:txBody>
                    <a:bodyPr/>
                    <a:lstStyle/>
                    <a:p>
                      <a:pPr fontAlgn="auto">
                        <a:lnSpc>
                          <a:spcPct val="150000"/>
                        </a:lnSpc>
                        <a:buNone/>
                      </a:pPr>
                      <a:r>
                        <a:rPr lang="en-US" altLang="zh-CN" sz="2400" b="1" dirty="0">
                          <a:solidFill>
                            <a:schemeClr val="tx1"/>
                          </a:solidFill>
                        </a:rPr>
                        <a:t>TR0</a:t>
                      </a:r>
                    </a:p>
                  </a:txBody>
                  <a:tcPr>
                    <a:solidFill>
                      <a:schemeClr val="accent3">
                        <a:lumMod val="95000"/>
                      </a:schemeClr>
                    </a:solidFill>
                  </a:tcPr>
                </a:tc>
                <a:tc>
                  <a:txBody>
                    <a:bodyPr/>
                    <a:lstStyle/>
                    <a:p>
                      <a:pPr fontAlgn="auto">
                        <a:lnSpc>
                          <a:spcPct val="150000"/>
                        </a:lnSpc>
                        <a:buNone/>
                      </a:pPr>
                      <a:r>
                        <a:rPr lang="en-US" altLang="zh-CN" sz="2400" b="1">
                          <a:solidFill>
                            <a:schemeClr val="tx1"/>
                          </a:solidFill>
                        </a:rPr>
                        <a:t>IE1</a:t>
                      </a:r>
                    </a:p>
                  </a:txBody>
                  <a:tcPr>
                    <a:solidFill>
                      <a:schemeClr val="accent3">
                        <a:lumMod val="95000"/>
                      </a:schemeClr>
                    </a:solidFill>
                  </a:tcPr>
                </a:tc>
                <a:tc>
                  <a:txBody>
                    <a:bodyPr/>
                    <a:lstStyle/>
                    <a:p>
                      <a:pPr fontAlgn="auto">
                        <a:lnSpc>
                          <a:spcPct val="150000"/>
                        </a:lnSpc>
                        <a:buNone/>
                      </a:pPr>
                      <a:r>
                        <a:rPr lang="en-US" altLang="zh-CN" sz="2400" b="1">
                          <a:solidFill>
                            <a:schemeClr val="tx1"/>
                          </a:solidFill>
                        </a:rPr>
                        <a:t>IT1</a:t>
                      </a:r>
                    </a:p>
                  </a:txBody>
                  <a:tcPr>
                    <a:solidFill>
                      <a:schemeClr val="accent3">
                        <a:lumMod val="95000"/>
                      </a:schemeClr>
                    </a:solidFill>
                  </a:tcPr>
                </a:tc>
                <a:tc>
                  <a:txBody>
                    <a:bodyPr/>
                    <a:lstStyle/>
                    <a:p>
                      <a:pPr fontAlgn="auto">
                        <a:lnSpc>
                          <a:spcPct val="150000"/>
                        </a:lnSpc>
                        <a:buNone/>
                      </a:pPr>
                      <a:r>
                        <a:rPr lang="en-US" altLang="zh-CN" sz="2400" b="1">
                          <a:solidFill>
                            <a:schemeClr val="tx1"/>
                          </a:solidFill>
                        </a:rPr>
                        <a:t>IE0</a:t>
                      </a:r>
                    </a:p>
                  </a:txBody>
                  <a:tcPr>
                    <a:solidFill>
                      <a:schemeClr val="accent3">
                        <a:lumMod val="95000"/>
                      </a:schemeClr>
                    </a:solidFill>
                  </a:tcPr>
                </a:tc>
                <a:tc>
                  <a:txBody>
                    <a:bodyPr/>
                    <a:lstStyle/>
                    <a:p>
                      <a:pPr fontAlgn="auto">
                        <a:lnSpc>
                          <a:spcPct val="150000"/>
                        </a:lnSpc>
                        <a:buNone/>
                      </a:pPr>
                      <a:r>
                        <a:rPr lang="en-US" altLang="zh-CN" sz="2400" b="1" dirty="0">
                          <a:solidFill>
                            <a:schemeClr val="tx1"/>
                          </a:solidFill>
                        </a:rPr>
                        <a:t>IT0</a:t>
                      </a:r>
                    </a:p>
                  </a:txBody>
                  <a:tcPr>
                    <a:solidFill>
                      <a:schemeClr val="accent3">
                        <a:lumMod val="95000"/>
                      </a:schemeClr>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16CBAF5-E42E-4280-F9BA-C17A34E29A73}"/>
                  </a:ext>
                </a:extLst>
              </p14:cNvPr>
              <p14:cNvContentPartPr/>
              <p14:nvPr/>
            </p14:nvContentPartPr>
            <p14:xfrm>
              <a:off x="3015039" y="3051214"/>
              <a:ext cx="618120" cy="19800"/>
            </p14:xfrm>
          </p:contentPart>
        </mc:Choice>
        <mc:Fallback xmlns="">
          <p:pic>
            <p:nvPicPr>
              <p:cNvPr id="2" name="墨迹 1">
                <a:extLst>
                  <a:ext uri="{FF2B5EF4-FFF2-40B4-BE49-F238E27FC236}">
                    <a16:creationId xmlns:a16="http://schemas.microsoft.com/office/drawing/2014/main" id="{F16CBAF5-E42E-4280-F9BA-C17A34E29A73}"/>
                  </a:ext>
                </a:extLst>
              </p:cNvPr>
              <p:cNvPicPr/>
              <p:nvPr/>
            </p:nvPicPr>
            <p:blipFill>
              <a:blip r:embed="rId3"/>
              <a:stretch>
                <a:fillRect/>
              </a:stretch>
            </p:blipFill>
            <p:spPr>
              <a:xfrm>
                <a:off x="2997039" y="3033574"/>
                <a:ext cx="65376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84316F3F-DF49-8E6F-0D39-3D39D64AB652}"/>
                  </a:ext>
                </a:extLst>
              </p14:cNvPr>
              <p14:cNvContentPartPr/>
              <p14:nvPr/>
            </p14:nvContentPartPr>
            <p14:xfrm>
              <a:off x="5412279" y="3650614"/>
              <a:ext cx="835200" cy="38520"/>
            </p14:xfrm>
          </p:contentPart>
        </mc:Choice>
        <mc:Fallback xmlns="">
          <p:pic>
            <p:nvPicPr>
              <p:cNvPr id="4" name="墨迹 3">
                <a:extLst>
                  <a:ext uri="{FF2B5EF4-FFF2-40B4-BE49-F238E27FC236}">
                    <a16:creationId xmlns:a16="http://schemas.microsoft.com/office/drawing/2014/main" id="{84316F3F-DF49-8E6F-0D39-3D39D64AB652}"/>
                  </a:ext>
                </a:extLst>
              </p:cNvPr>
              <p:cNvPicPr/>
              <p:nvPr/>
            </p:nvPicPr>
            <p:blipFill>
              <a:blip r:embed="rId5"/>
              <a:stretch>
                <a:fillRect/>
              </a:stretch>
            </p:blipFill>
            <p:spPr>
              <a:xfrm>
                <a:off x="5394279" y="3632974"/>
                <a:ext cx="8708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01356B67-4C69-2B6E-B327-C25DD31B2BA3}"/>
                  </a:ext>
                </a:extLst>
              </p14:cNvPr>
              <p14:cNvContentPartPr/>
              <p14:nvPr/>
            </p14:nvContentPartPr>
            <p14:xfrm>
              <a:off x="2983719" y="3009814"/>
              <a:ext cx="2442960" cy="42480"/>
            </p14:xfrm>
          </p:contentPart>
        </mc:Choice>
        <mc:Fallback xmlns="">
          <p:pic>
            <p:nvPicPr>
              <p:cNvPr id="5" name="墨迹 4">
                <a:extLst>
                  <a:ext uri="{FF2B5EF4-FFF2-40B4-BE49-F238E27FC236}">
                    <a16:creationId xmlns:a16="http://schemas.microsoft.com/office/drawing/2014/main" id="{01356B67-4C69-2B6E-B327-C25DD31B2BA3}"/>
                  </a:ext>
                </a:extLst>
              </p:cNvPr>
              <p:cNvPicPr/>
              <p:nvPr/>
            </p:nvPicPr>
            <p:blipFill>
              <a:blip r:embed="rId7"/>
              <a:stretch>
                <a:fillRect/>
              </a:stretch>
            </p:blipFill>
            <p:spPr>
              <a:xfrm>
                <a:off x="2966079" y="2992174"/>
                <a:ext cx="24786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91368BDB-2623-B76A-99D9-60B738AB24FC}"/>
                  </a:ext>
                </a:extLst>
              </p14:cNvPr>
              <p14:cNvContentPartPr/>
              <p14:nvPr/>
            </p14:nvContentPartPr>
            <p14:xfrm>
              <a:off x="5300679" y="3614254"/>
              <a:ext cx="937800" cy="62640"/>
            </p14:xfrm>
          </p:contentPart>
        </mc:Choice>
        <mc:Fallback xmlns="">
          <p:pic>
            <p:nvPicPr>
              <p:cNvPr id="6" name="墨迹 5">
                <a:extLst>
                  <a:ext uri="{FF2B5EF4-FFF2-40B4-BE49-F238E27FC236}">
                    <a16:creationId xmlns:a16="http://schemas.microsoft.com/office/drawing/2014/main" id="{91368BDB-2623-B76A-99D9-60B738AB24FC}"/>
                  </a:ext>
                </a:extLst>
              </p:cNvPr>
              <p:cNvPicPr/>
              <p:nvPr/>
            </p:nvPicPr>
            <p:blipFill>
              <a:blip r:embed="rId9"/>
              <a:stretch>
                <a:fillRect/>
              </a:stretch>
            </p:blipFill>
            <p:spPr>
              <a:xfrm>
                <a:off x="5283039" y="3596254"/>
                <a:ext cx="97344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5A2782CB-E77C-C987-0083-E473219D9ADD}"/>
                  </a:ext>
                </a:extLst>
              </p14:cNvPr>
              <p14:cNvContentPartPr/>
              <p14:nvPr/>
            </p14:nvContentPartPr>
            <p14:xfrm>
              <a:off x="1476759" y="4126894"/>
              <a:ext cx="2089080" cy="56160"/>
            </p14:xfrm>
          </p:contentPart>
        </mc:Choice>
        <mc:Fallback xmlns="">
          <p:pic>
            <p:nvPicPr>
              <p:cNvPr id="7" name="墨迹 6">
                <a:extLst>
                  <a:ext uri="{FF2B5EF4-FFF2-40B4-BE49-F238E27FC236}">
                    <a16:creationId xmlns:a16="http://schemas.microsoft.com/office/drawing/2014/main" id="{5A2782CB-E77C-C987-0083-E473219D9ADD}"/>
                  </a:ext>
                </a:extLst>
              </p:cNvPr>
              <p:cNvPicPr/>
              <p:nvPr/>
            </p:nvPicPr>
            <p:blipFill>
              <a:blip r:embed="rId11"/>
              <a:stretch>
                <a:fillRect/>
              </a:stretch>
            </p:blipFill>
            <p:spPr>
              <a:xfrm>
                <a:off x="1458759" y="4108894"/>
                <a:ext cx="21247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059E3861-A43C-E005-190E-38E19DFA806B}"/>
                  </a:ext>
                </a:extLst>
              </p14:cNvPr>
              <p14:cNvContentPartPr/>
              <p14:nvPr/>
            </p14:nvContentPartPr>
            <p14:xfrm>
              <a:off x="1982919" y="2428054"/>
              <a:ext cx="12960" cy="178920"/>
            </p14:xfrm>
          </p:contentPart>
        </mc:Choice>
        <mc:Fallback xmlns="">
          <p:pic>
            <p:nvPicPr>
              <p:cNvPr id="8" name="墨迹 7">
                <a:extLst>
                  <a:ext uri="{FF2B5EF4-FFF2-40B4-BE49-F238E27FC236}">
                    <a16:creationId xmlns:a16="http://schemas.microsoft.com/office/drawing/2014/main" id="{059E3861-A43C-E005-190E-38E19DFA806B}"/>
                  </a:ext>
                </a:extLst>
              </p:cNvPr>
              <p:cNvPicPr/>
              <p:nvPr/>
            </p:nvPicPr>
            <p:blipFill>
              <a:blip r:embed="rId13"/>
              <a:stretch>
                <a:fillRect/>
              </a:stretch>
            </p:blipFill>
            <p:spPr>
              <a:xfrm>
                <a:off x="1964919" y="2410054"/>
                <a:ext cx="4860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3F8A2DFA-EDA9-9CF5-20E8-387DAABBEAD6}"/>
                  </a:ext>
                </a:extLst>
              </p14:cNvPr>
              <p14:cNvContentPartPr/>
              <p14:nvPr/>
            </p14:nvContentPartPr>
            <p14:xfrm>
              <a:off x="3672039" y="2390974"/>
              <a:ext cx="10440" cy="247680"/>
            </p14:xfrm>
          </p:contentPart>
        </mc:Choice>
        <mc:Fallback xmlns="">
          <p:pic>
            <p:nvPicPr>
              <p:cNvPr id="9" name="墨迹 8">
                <a:extLst>
                  <a:ext uri="{FF2B5EF4-FFF2-40B4-BE49-F238E27FC236}">
                    <a16:creationId xmlns:a16="http://schemas.microsoft.com/office/drawing/2014/main" id="{3F8A2DFA-EDA9-9CF5-20E8-387DAABBEAD6}"/>
                  </a:ext>
                </a:extLst>
              </p:cNvPr>
              <p:cNvPicPr/>
              <p:nvPr/>
            </p:nvPicPr>
            <p:blipFill>
              <a:blip r:embed="rId15"/>
              <a:stretch>
                <a:fillRect/>
              </a:stretch>
            </p:blipFill>
            <p:spPr>
              <a:xfrm>
                <a:off x="3654399" y="2372974"/>
                <a:ext cx="4608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墨迹 9">
                <a:extLst>
                  <a:ext uri="{FF2B5EF4-FFF2-40B4-BE49-F238E27FC236}">
                    <a16:creationId xmlns:a16="http://schemas.microsoft.com/office/drawing/2014/main" id="{D12F873D-BB65-801E-867E-9616D2E7930D}"/>
                  </a:ext>
                </a:extLst>
              </p14:cNvPr>
              <p14:cNvContentPartPr/>
              <p14:nvPr/>
            </p14:nvContentPartPr>
            <p14:xfrm>
              <a:off x="2737119" y="963574"/>
              <a:ext cx="61920" cy="433800"/>
            </p14:xfrm>
          </p:contentPart>
        </mc:Choice>
        <mc:Fallback xmlns="">
          <p:pic>
            <p:nvPicPr>
              <p:cNvPr id="10" name="墨迹 9">
                <a:extLst>
                  <a:ext uri="{FF2B5EF4-FFF2-40B4-BE49-F238E27FC236}">
                    <a16:creationId xmlns:a16="http://schemas.microsoft.com/office/drawing/2014/main" id="{D12F873D-BB65-801E-867E-9616D2E7930D}"/>
                  </a:ext>
                </a:extLst>
              </p:cNvPr>
              <p:cNvPicPr/>
              <p:nvPr/>
            </p:nvPicPr>
            <p:blipFill>
              <a:blip r:embed="rId17"/>
              <a:stretch>
                <a:fillRect/>
              </a:stretch>
            </p:blipFill>
            <p:spPr>
              <a:xfrm>
                <a:off x="2719119" y="945574"/>
                <a:ext cx="9756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墨迹 10">
                <a:extLst>
                  <a:ext uri="{FF2B5EF4-FFF2-40B4-BE49-F238E27FC236}">
                    <a16:creationId xmlns:a16="http://schemas.microsoft.com/office/drawing/2014/main" id="{4F48E007-90C5-95CB-555B-7057C6BF5564}"/>
                  </a:ext>
                </a:extLst>
              </p14:cNvPr>
              <p14:cNvContentPartPr/>
              <p14:nvPr/>
            </p14:nvContentPartPr>
            <p14:xfrm>
              <a:off x="4584279" y="1031614"/>
              <a:ext cx="13320" cy="357480"/>
            </p14:xfrm>
          </p:contentPart>
        </mc:Choice>
        <mc:Fallback xmlns="">
          <p:pic>
            <p:nvPicPr>
              <p:cNvPr id="11" name="墨迹 10">
                <a:extLst>
                  <a:ext uri="{FF2B5EF4-FFF2-40B4-BE49-F238E27FC236}">
                    <a16:creationId xmlns:a16="http://schemas.microsoft.com/office/drawing/2014/main" id="{4F48E007-90C5-95CB-555B-7057C6BF5564}"/>
                  </a:ext>
                </a:extLst>
              </p:cNvPr>
              <p:cNvPicPr/>
              <p:nvPr/>
            </p:nvPicPr>
            <p:blipFill>
              <a:blip r:embed="rId19"/>
              <a:stretch>
                <a:fillRect/>
              </a:stretch>
            </p:blipFill>
            <p:spPr>
              <a:xfrm>
                <a:off x="4566279" y="1013614"/>
                <a:ext cx="4896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墨迹 11">
                <a:extLst>
                  <a:ext uri="{FF2B5EF4-FFF2-40B4-BE49-F238E27FC236}">
                    <a16:creationId xmlns:a16="http://schemas.microsoft.com/office/drawing/2014/main" id="{5D466F53-CE27-615F-0C8B-BAE86BD4F25A}"/>
                  </a:ext>
                </a:extLst>
              </p14:cNvPr>
              <p14:cNvContentPartPr/>
              <p14:nvPr/>
            </p14:nvContentPartPr>
            <p14:xfrm>
              <a:off x="5492559" y="1062214"/>
              <a:ext cx="266760" cy="554400"/>
            </p14:xfrm>
          </p:contentPart>
        </mc:Choice>
        <mc:Fallback xmlns="">
          <p:pic>
            <p:nvPicPr>
              <p:cNvPr id="12" name="墨迹 11">
                <a:extLst>
                  <a:ext uri="{FF2B5EF4-FFF2-40B4-BE49-F238E27FC236}">
                    <a16:creationId xmlns:a16="http://schemas.microsoft.com/office/drawing/2014/main" id="{5D466F53-CE27-615F-0C8B-BAE86BD4F25A}"/>
                  </a:ext>
                </a:extLst>
              </p:cNvPr>
              <p:cNvPicPr/>
              <p:nvPr/>
            </p:nvPicPr>
            <p:blipFill>
              <a:blip r:embed="rId21"/>
              <a:stretch>
                <a:fillRect/>
              </a:stretch>
            </p:blipFill>
            <p:spPr>
              <a:xfrm>
                <a:off x="5474559" y="1044574"/>
                <a:ext cx="302400" cy="590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墨迹 12">
                <a:extLst>
                  <a:ext uri="{FF2B5EF4-FFF2-40B4-BE49-F238E27FC236}">
                    <a16:creationId xmlns:a16="http://schemas.microsoft.com/office/drawing/2014/main" id="{30353864-3BE5-DA65-AD0F-35B96581CE85}"/>
                  </a:ext>
                </a:extLst>
              </p14:cNvPr>
              <p14:cNvContentPartPr/>
              <p14:nvPr/>
            </p14:nvContentPartPr>
            <p14:xfrm>
              <a:off x="7117239" y="1118014"/>
              <a:ext cx="354240" cy="495720"/>
            </p14:xfrm>
          </p:contentPart>
        </mc:Choice>
        <mc:Fallback xmlns="">
          <p:pic>
            <p:nvPicPr>
              <p:cNvPr id="13" name="墨迹 12">
                <a:extLst>
                  <a:ext uri="{FF2B5EF4-FFF2-40B4-BE49-F238E27FC236}">
                    <a16:creationId xmlns:a16="http://schemas.microsoft.com/office/drawing/2014/main" id="{30353864-3BE5-DA65-AD0F-35B96581CE85}"/>
                  </a:ext>
                </a:extLst>
              </p:cNvPr>
              <p:cNvPicPr/>
              <p:nvPr/>
            </p:nvPicPr>
            <p:blipFill>
              <a:blip r:embed="rId23"/>
              <a:stretch>
                <a:fillRect/>
              </a:stretch>
            </p:blipFill>
            <p:spPr>
              <a:xfrm>
                <a:off x="7099599" y="1100374"/>
                <a:ext cx="38988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墨迹 13">
                <a:extLst>
                  <a:ext uri="{FF2B5EF4-FFF2-40B4-BE49-F238E27FC236}">
                    <a16:creationId xmlns:a16="http://schemas.microsoft.com/office/drawing/2014/main" id="{16DA14D5-D1BD-374C-D9C0-6F994997139F}"/>
                  </a:ext>
                </a:extLst>
              </p14:cNvPr>
              <p14:cNvContentPartPr/>
              <p14:nvPr/>
            </p14:nvContentPartPr>
            <p14:xfrm>
              <a:off x="6350799" y="2366134"/>
              <a:ext cx="259920" cy="415440"/>
            </p14:xfrm>
          </p:contentPart>
        </mc:Choice>
        <mc:Fallback xmlns="">
          <p:pic>
            <p:nvPicPr>
              <p:cNvPr id="14" name="墨迹 13">
                <a:extLst>
                  <a:ext uri="{FF2B5EF4-FFF2-40B4-BE49-F238E27FC236}">
                    <a16:creationId xmlns:a16="http://schemas.microsoft.com/office/drawing/2014/main" id="{16DA14D5-D1BD-374C-D9C0-6F994997139F}"/>
                  </a:ext>
                </a:extLst>
              </p:cNvPr>
              <p:cNvPicPr/>
              <p:nvPr/>
            </p:nvPicPr>
            <p:blipFill>
              <a:blip r:embed="rId25"/>
              <a:stretch>
                <a:fillRect/>
              </a:stretch>
            </p:blipFill>
            <p:spPr>
              <a:xfrm>
                <a:off x="6333159" y="2348134"/>
                <a:ext cx="295560" cy="451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墨迹 14">
                <a:extLst>
                  <a:ext uri="{FF2B5EF4-FFF2-40B4-BE49-F238E27FC236}">
                    <a16:creationId xmlns:a16="http://schemas.microsoft.com/office/drawing/2014/main" id="{B10327E4-FFC5-6E10-7F64-828BF4E7710D}"/>
                  </a:ext>
                </a:extLst>
              </p14:cNvPr>
              <p14:cNvContentPartPr/>
              <p14:nvPr/>
            </p14:nvContentPartPr>
            <p14:xfrm>
              <a:off x="8276799" y="2180734"/>
              <a:ext cx="490320" cy="590760"/>
            </p14:xfrm>
          </p:contentPart>
        </mc:Choice>
        <mc:Fallback xmlns="">
          <p:pic>
            <p:nvPicPr>
              <p:cNvPr id="15" name="墨迹 14">
                <a:extLst>
                  <a:ext uri="{FF2B5EF4-FFF2-40B4-BE49-F238E27FC236}">
                    <a16:creationId xmlns:a16="http://schemas.microsoft.com/office/drawing/2014/main" id="{B10327E4-FFC5-6E10-7F64-828BF4E7710D}"/>
                  </a:ext>
                </a:extLst>
              </p:cNvPr>
              <p:cNvPicPr/>
              <p:nvPr/>
            </p:nvPicPr>
            <p:blipFill>
              <a:blip r:embed="rId27"/>
              <a:stretch>
                <a:fillRect/>
              </a:stretch>
            </p:blipFill>
            <p:spPr>
              <a:xfrm>
                <a:off x="8259159" y="2163094"/>
                <a:ext cx="525960" cy="626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墨迹 15">
                <a:extLst>
                  <a:ext uri="{FF2B5EF4-FFF2-40B4-BE49-F238E27FC236}">
                    <a16:creationId xmlns:a16="http://schemas.microsoft.com/office/drawing/2014/main" id="{B1817B6C-A064-19CD-4890-511AFC4CBF98}"/>
                  </a:ext>
                </a:extLst>
              </p14:cNvPr>
              <p14:cNvContentPartPr/>
              <p14:nvPr/>
            </p14:nvContentPartPr>
            <p14:xfrm>
              <a:off x="6289239" y="4657894"/>
              <a:ext cx="914760" cy="50040"/>
            </p14:xfrm>
          </p:contentPart>
        </mc:Choice>
        <mc:Fallback xmlns="">
          <p:pic>
            <p:nvPicPr>
              <p:cNvPr id="16" name="墨迹 15">
                <a:extLst>
                  <a:ext uri="{FF2B5EF4-FFF2-40B4-BE49-F238E27FC236}">
                    <a16:creationId xmlns:a16="http://schemas.microsoft.com/office/drawing/2014/main" id="{B1817B6C-A064-19CD-4890-511AFC4CBF98}"/>
                  </a:ext>
                </a:extLst>
              </p:cNvPr>
              <p:cNvPicPr/>
              <p:nvPr/>
            </p:nvPicPr>
            <p:blipFill>
              <a:blip r:embed="rId29"/>
              <a:stretch>
                <a:fillRect/>
              </a:stretch>
            </p:blipFill>
            <p:spPr>
              <a:xfrm>
                <a:off x="6271599" y="4640254"/>
                <a:ext cx="9504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墨迹 16">
                <a:extLst>
                  <a:ext uri="{FF2B5EF4-FFF2-40B4-BE49-F238E27FC236}">
                    <a16:creationId xmlns:a16="http://schemas.microsoft.com/office/drawing/2014/main" id="{A5426685-2C0B-1D3C-3CFF-4054640BCCCE}"/>
                  </a:ext>
                </a:extLst>
              </p14:cNvPr>
              <p14:cNvContentPartPr/>
              <p14:nvPr/>
            </p14:nvContentPartPr>
            <p14:xfrm>
              <a:off x="838000" y="3136750"/>
              <a:ext cx="1714320" cy="32760"/>
            </p14:xfrm>
          </p:contentPart>
        </mc:Choice>
        <mc:Fallback xmlns="">
          <p:pic>
            <p:nvPicPr>
              <p:cNvPr id="17" name="墨迹 16">
                <a:extLst>
                  <a:ext uri="{FF2B5EF4-FFF2-40B4-BE49-F238E27FC236}">
                    <a16:creationId xmlns:a16="http://schemas.microsoft.com/office/drawing/2014/main" id="{A5426685-2C0B-1D3C-3CFF-4054640BCCCE}"/>
                  </a:ext>
                </a:extLst>
              </p:cNvPr>
              <p:cNvPicPr/>
              <p:nvPr/>
            </p:nvPicPr>
            <p:blipFill>
              <a:blip r:embed="rId31"/>
              <a:stretch>
                <a:fillRect/>
              </a:stretch>
            </p:blipFill>
            <p:spPr>
              <a:xfrm>
                <a:off x="820360" y="3118750"/>
                <a:ext cx="17499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墨迹 17">
                <a:extLst>
                  <a:ext uri="{FF2B5EF4-FFF2-40B4-BE49-F238E27FC236}">
                    <a16:creationId xmlns:a16="http://schemas.microsoft.com/office/drawing/2014/main" id="{9403D14A-E185-EFB5-DC3B-0FE30E1105D6}"/>
                  </a:ext>
                </a:extLst>
              </p14:cNvPr>
              <p14:cNvContentPartPr/>
              <p14:nvPr/>
            </p14:nvContentPartPr>
            <p14:xfrm>
              <a:off x="691840" y="3053950"/>
              <a:ext cx="3887280" cy="165960"/>
            </p14:xfrm>
          </p:contentPart>
        </mc:Choice>
        <mc:Fallback xmlns="">
          <p:pic>
            <p:nvPicPr>
              <p:cNvPr id="18" name="墨迹 17">
                <a:extLst>
                  <a:ext uri="{FF2B5EF4-FFF2-40B4-BE49-F238E27FC236}">
                    <a16:creationId xmlns:a16="http://schemas.microsoft.com/office/drawing/2014/main" id="{9403D14A-E185-EFB5-DC3B-0FE30E1105D6}"/>
                  </a:ext>
                </a:extLst>
              </p:cNvPr>
              <p:cNvPicPr/>
              <p:nvPr/>
            </p:nvPicPr>
            <p:blipFill>
              <a:blip r:embed="rId33"/>
              <a:stretch>
                <a:fillRect/>
              </a:stretch>
            </p:blipFill>
            <p:spPr>
              <a:xfrm>
                <a:off x="674200" y="3035950"/>
                <a:ext cx="39229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墨迹 18">
                <a:extLst>
                  <a:ext uri="{FF2B5EF4-FFF2-40B4-BE49-F238E27FC236}">
                    <a16:creationId xmlns:a16="http://schemas.microsoft.com/office/drawing/2014/main" id="{2684843C-A69E-7BF0-9C0B-2539C611E9F9}"/>
                  </a:ext>
                </a:extLst>
              </p14:cNvPr>
              <p14:cNvContentPartPr/>
              <p14:nvPr/>
            </p14:nvContentPartPr>
            <p14:xfrm>
              <a:off x="926920" y="3104710"/>
              <a:ext cx="4362480" cy="45360"/>
            </p14:xfrm>
          </p:contentPart>
        </mc:Choice>
        <mc:Fallback xmlns="">
          <p:pic>
            <p:nvPicPr>
              <p:cNvPr id="19" name="墨迹 18">
                <a:extLst>
                  <a:ext uri="{FF2B5EF4-FFF2-40B4-BE49-F238E27FC236}">
                    <a16:creationId xmlns:a16="http://schemas.microsoft.com/office/drawing/2014/main" id="{2684843C-A69E-7BF0-9C0B-2539C611E9F9}"/>
                  </a:ext>
                </a:extLst>
              </p:cNvPr>
              <p:cNvPicPr/>
              <p:nvPr/>
            </p:nvPicPr>
            <p:blipFill>
              <a:blip r:embed="rId35"/>
              <a:stretch>
                <a:fillRect/>
              </a:stretch>
            </p:blipFill>
            <p:spPr>
              <a:xfrm>
                <a:off x="909280" y="3087070"/>
                <a:ext cx="43981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墨迹 20">
                <a:extLst>
                  <a:ext uri="{FF2B5EF4-FFF2-40B4-BE49-F238E27FC236}">
                    <a16:creationId xmlns:a16="http://schemas.microsoft.com/office/drawing/2014/main" id="{B0E70FD4-ED80-D239-57CC-E32DB3F84B7B}"/>
                  </a:ext>
                </a:extLst>
              </p14:cNvPr>
              <p14:cNvContentPartPr/>
              <p14:nvPr/>
            </p14:nvContentPartPr>
            <p14:xfrm>
              <a:off x="812440" y="3130270"/>
              <a:ext cx="4426560" cy="38520"/>
            </p14:xfrm>
          </p:contentPart>
        </mc:Choice>
        <mc:Fallback xmlns="">
          <p:pic>
            <p:nvPicPr>
              <p:cNvPr id="21" name="墨迹 20">
                <a:extLst>
                  <a:ext uri="{FF2B5EF4-FFF2-40B4-BE49-F238E27FC236}">
                    <a16:creationId xmlns:a16="http://schemas.microsoft.com/office/drawing/2014/main" id="{B0E70FD4-ED80-D239-57CC-E32DB3F84B7B}"/>
                  </a:ext>
                </a:extLst>
              </p:cNvPr>
              <p:cNvPicPr/>
              <p:nvPr/>
            </p:nvPicPr>
            <p:blipFill>
              <a:blip r:embed="rId37"/>
              <a:stretch>
                <a:fillRect/>
              </a:stretch>
            </p:blipFill>
            <p:spPr>
              <a:xfrm>
                <a:off x="794440" y="3112630"/>
                <a:ext cx="4462200" cy="74160"/>
              </a:xfrm>
              <a:prstGeom prst="rect">
                <a:avLst/>
              </a:prstGeom>
            </p:spPr>
          </p:pic>
        </mc:Fallback>
      </mc:AlternateContent>
    </p:spTree>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p:nvPr/>
        </p:nvSpPr>
        <p:spPr>
          <a:xfrm>
            <a:off x="0" y="2443163"/>
            <a:ext cx="9144000" cy="396875"/>
          </a:xfrm>
          <a:prstGeom prst="rect">
            <a:avLst/>
          </a:prstGeom>
          <a:noFill/>
          <a:ln w="9525">
            <a:noFill/>
          </a:ln>
        </p:spPr>
        <p:txBody>
          <a:bodyPr anchor="t" anchorCtr="0">
            <a:spAutoFit/>
          </a:bodyPr>
          <a:lstStyle/>
          <a:p>
            <a:endParaRPr lang="zh-CN" altLang="zh-CN" sz="2000" dirty="0">
              <a:latin typeface="Times New Roman" panose="02020603050405020304" pitchFamily="18" charset="0"/>
              <a:ea typeface="宋体" panose="02010600030101010101" pitchFamily="2" charset="-122"/>
            </a:endParaRPr>
          </a:p>
        </p:txBody>
      </p:sp>
      <p:sp>
        <p:nvSpPr>
          <p:cNvPr id="19458" name="Rectangle 5"/>
          <p:cNvSpPr/>
          <p:nvPr/>
        </p:nvSpPr>
        <p:spPr>
          <a:xfrm>
            <a:off x="228600" y="860425"/>
            <a:ext cx="8305800" cy="1187450"/>
          </a:xfrm>
          <a:prstGeom prst="rect">
            <a:avLst/>
          </a:prstGeom>
          <a:noFill/>
          <a:ln w="9525">
            <a:noFill/>
          </a:ln>
        </p:spPr>
        <p:txBody>
          <a:bodyPr anchor="t" anchorCtr="0">
            <a:spAutoFit/>
          </a:bodyPr>
          <a:lstStyle/>
          <a:p>
            <a:pPr indent="268605" algn="just" defTabSz="914400">
              <a:tabLst>
                <a:tab pos="941705" algn="l"/>
              </a:tabLst>
            </a:pPr>
            <a:r>
              <a:rPr lang="en-US" altLang="zh-CN" sz="2400" b="1" dirty="0">
                <a:solidFill>
                  <a:srgbClr val="FF0000"/>
                </a:solidFill>
                <a:latin typeface="Times New Roman" panose="02020603050405020304" pitchFamily="18" charset="0"/>
                <a:ea typeface="黑体" panose="02010609060101010101" pitchFamily="49" charset="-122"/>
              </a:rPr>
              <a:t>2</a:t>
            </a:r>
            <a:r>
              <a:rPr lang="zh-CN" altLang="en-US" sz="2400" b="1" dirty="0">
                <a:solidFill>
                  <a:srgbClr val="FF0000"/>
                </a:solidFill>
                <a:latin typeface="Times New Roman" panose="02020603050405020304" pitchFamily="18" charset="0"/>
                <a:ea typeface="黑体" panose="02010609060101010101" pitchFamily="49" charset="-122"/>
              </a:rPr>
              <a:t>．串行口控制寄存器（</a:t>
            </a:r>
            <a:r>
              <a:rPr lang="en-US" altLang="zh-CN" sz="2400" b="1" dirty="0">
                <a:solidFill>
                  <a:srgbClr val="FF0000"/>
                </a:solidFill>
                <a:latin typeface="Times New Roman" panose="02020603050405020304" pitchFamily="18" charset="0"/>
                <a:ea typeface="黑体" panose="02010609060101010101" pitchFamily="49" charset="-122"/>
              </a:rPr>
              <a:t>SCON</a:t>
            </a:r>
            <a:r>
              <a:rPr lang="zh-CN" altLang="en-US" sz="2400" b="1" dirty="0">
                <a:solidFill>
                  <a:srgbClr val="FF0000"/>
                </a:solidFill>
                <a:latin typeface="Times New Roman" panose="02020603050405020304" pitchFamily="18" charset="0"/>
                <a:ea typeface="黑体" panose="02010609060101010101" pitchFamily="49" charset="-122"/>
              </a:rPr>
              <a:t>）</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endParaRPr lang="zh-CN" altLang="en-US" sz="2400" b="1"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r>
              <a:rPr lang="zh-CN" altLang="en-US" sz="2400" b="1" dirty="0">
                <a:latin typeface="Times New Roman" panose="02020603050405020304" pitchFamily="18" charset="0"/>
                <a:ea typeface="宋体" panose="02010600030101010101" pitchFamily="2" charset="-122"/>
              </a:rPr>
              <a:t>该寄存器地址为</a:t>
            </a:r>
            <a:r>
              <a:rPr lang="en-US" altLang="zh-CN" sz="2400" b="1" dirty="0">
                <a:latin typeface="Times New Roman" panose="02020603050405020304" pitchFamily="18" charset="0"/>
                <a:ea typeface="宋体" panose="02010600030101010101" pitchFamily="2" charset="-122"/>
              </a:rPr>
              <a:t>98H</a:t>
            </a:r>
            <a:r>
              <a:rPr lang="zh-CN" altLang="en-US" sz="2400" b="1" dirty="0">
                <a:latin typeface="Times New Roman" panose="02020603050405020304" pitchFamily="18" charset="0"/>
                <a:ea typeface="宋体" panose="02010600030101010101" pitchFamily="2" charset="-122"/>
              </a:rPr>
              <a:t>，其位地址为</a:t>
            </a:r>
            <a:r>
              <a:rPr lang="en-US" altLang="zh-CN" sz="2400" b="1" dirty="0">
                <a:latin typeface="Times New Roman" panose="02020603050405020304" pitchFamily="18" charset="0"/>
                <a:ea typeface="宋体" panose="02010600030101010101" pitchFamily="2" charset="-122"/>
              </a:rPr>
              <a:t>9FH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98H</a:t>
            </a:r>
            <a:r>
              <a:rPr lang="zh-CN" altLang="en-US" sz="2400" b="1"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grpSp>
        <p:nvGrpSpPr>
          <p:cNvPr id="19459" name="Group 64"/>
          <p:cNvGrpSpPr/>
          <p:nvPr/>
        </p:nvGrpSpPr>
        <p:grpSpPr>
          <a:xfrm>
            <a:off x="685800" y="2362200"/>
            <a:ext cx="7694613" cy="1196975"/>
            <a:chOff x="456" y="1878"/>
            <a:chExt cx="4847" cy="754"/>
          </a:xfrm>
        </p:grpSpPr>
        <p:sp>
          <p:nvSpPr>
            <p:cNvPr id="19460" name="Rectangle 6"/>
            <p:cNvSpPr/>
            <p:nvPr/>
          </p:nvSpPr>
          <p:spPr>
            <a:xfrm>
              <a:off x="502" y="1881"/>
              <a:ext cx="591" cy="374"/>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位地址</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61" name="Rectangle 24"/>
            <p:cNvSpPr/>
            <p:nvPr/>
          </p:nvSpPr>
          <p:spPr>
            <a:xfrm>
              <a:off x="459" y="1881"/>
              <a:ext cx="677"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62" name="Rectangle 7"/>
            <p:cNvSpPr/>
            <p:nvPr/>
          </p:nvSpPr>
          <p:spPr>
            <a:xfrm>
              <a:off x="1179" y="1881"/>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9F</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63" name="Rectangle 26"/>
            <p:cNvSpPr/>
            <p:nvPr/>
          </p:nvSpPr>
          <p:spPr>
            <a:xfrm>
              <a:off x="1136" y="1881"/>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64" name="Rectangle 8"/>
            <p:cNvSpPr/>
            <p:nvPr/>
          </p:nvSpPr>
          <p:spPr>
            <a:xfrm>
              <a:off x="1699" y="1881"/>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9E</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65" name="Rectangle 28"/>
            <p:cNvSpPr/>
            <p:nvPr/>
          </p:nvSpPr>
          <p:spPr>
            <a:xfrm>
              <a:off x="1656" y="1881"/>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66" name="Rectangle 9"/>
            <p:cNvSpPr/>
            <p:nvPr/>
          </p:nvSpPr>
          <p:spPr>
            <a:xfrm>
              <a:off x="2220" y="1881"/>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9D</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67" name="Rectangle 30"/>
            <p:cNvSpPr/>
            <p:nvPr/>
          </p:nvSpPr>
          <p:spPr>
            <a:xfrm>
              <a:off x="2177" y="1881"/>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68" name="Rectangle 10"/>
            <p:cNvSpPr/>
            <p:nvPr/>
          </p:nvSpPr>
          <p:spPr>
            <a:xfrm>
              <a:off x="2740" y="1881"/>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9C</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69" name="Rectangle 32"/>
            <p:cNvSpPr/>
            <p:nvPr/>
          </p:nvSpPr>
          <p:spPr>
            <a:xfrm>
              <a:off x="2697" y="1881"/>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70" name="Rectangle 11"/>
            <p:cNvSpPr/>
            <p:nvPr/>
          </p:nvSpPr>
          <p:spPr>
            <a:xfrm>
              <a:off x="3261" y="1881"/>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9B</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71" name="Rectangle 34"/>
            <p:cNvSpPr/>
            <p:nvPr/>
          </p:nvSpPr>
          <p:spPr>
            <a:xfrm>
              <a:off x="3218" y="1881"/>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72" name="Rectangle 12"/>
            <p:cNvSpPr/>
            <p:nvPr/>
          </p:nvSpPr>
          <p:spPr>
            <a:xfrm>
              <a:off x="3781" y="1881"/>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9A</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73" name="Rectangle 36"/>
            <p:cNvSpPr/>
            <p:nvPr/>
          </p:nvSpPr>
          <p:spPr>
            <a:xfrm>
              <a:off x="3738" y="1881"/>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74" name="Rectangle 13"/>
            <p:cNvSpPr/>
            <p:nvPr/>
          </p:nvSpPr>
          <p:spPr>
            <a:xfrm>
              <a:off x="4302" y="1881"/>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99</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75" name="Rectangle 38"/>
            <p:cNvSpPr/>
            <p:nvPr/>
          </p:nvSpPr>
          <p:spPr>
            <a:xfrm>
              <a:off x="4259" y="1881"/>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76" name="Rectangle 14"/>
            <p:cNvSpPr/>
            <p:nvPr/>
          </p:nvSpPr>
          <p:spPr>
            <a:xfrm>
              <a:off x="4822" y="1881"/>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98</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77" name="Rectangle 40"/>
            <p:cNvSpPr/>
            <p:nvPr/>
          </p:nvSpPr>
          <p:spPr>
            <a:xfrm>
              <a:off x="4779" y="1881"/>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78" name="Rectangle 15"/>
            <p:cNvSpPr/>
            <p:nvPr/>
          </p:nvSpPr>
          <p:spPr>
            <a:xfrm>
              <a:off x="502" y="2255"/>
              <a:ext cx="591" cy="374"/>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位符号</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79" name="Rectangle 42"/>
            <p:cNvSpPr/>
            <p:nvPr/>
          </p:nvSpPr>
          <p:spPr>
            <a:xfrm>
              <a:off x="459" y="2255"/>
              <a:ext cx="677"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80" name="Rectangle 16"/>
            <p:cNvSpPr/>
            <p:nvPr/>
          </p:nvSpPr>
          <p:spPr>
            <a:xfrm>
              <a:off x="1179" y="2255"/>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SM0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81" name="Rectangle 44"/>
            <p:cNvSpPr/>
            <p:nvPr/>
          </p:nvSpPr>
          <p:spPr>
            <a:xfrm>
              <a:off x="1136" y="2255"/>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82" name="Rectangle 17"/>
            <p:cNvSpPr/>
            <p:nvPr/>
          </p:nvSpPr>
          <p:spPr>
            <a:xfrm>
              <a:off x="1699" y="2255"/>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SM1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83" name="Rectangle 46"/>
            <p:cNvSpPr/>
            <p:nvPr/>
          </p:nvSpPr>
          <p:spPr>
            <a:xfrm>
              <a:off x="1656" y="2255"/>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84" name="Rectangle 18"/>
            <p:cNvSpPr/>
            <p:nvPr/>
          </p:nvSpPr>
          <p:spPr>
            <a:xfrm>
              <a:off x="2220" y="2255"/>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SM2</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85" name="Rectangle 48"/>
            <p:cNvSpPr/>
            <p:nvPr/>
          </p:nvSpPr>
          <p:spPr>
            <a:xfrm>
              <a:off x="2177" y="2255"/>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86" name="Rectangle 19"/>
            <p:cNvSpPr/>
            <p:nvPr/>
          </p:nvSpPr>
          <p:spPr>
            <a:xfrm>
              <a:off x="2740" y="2255"/>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REN</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87" name="Rectangle 50"/>
            <p:cNvSpPr/>
            <p:nvPr/>
          </p:nvSpPr>
          <p:spPr>
            <a:xfrm>
              <a:off x="2697" y="2255"/>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88" name="Rectangle 20"/>
            <p:cNvSpPr/>
            <p:nvPr/>
          </p:nvSpPr>
          <p:spPr>
            <a:xfrm>
              <a:off x="3261" y="2255"/>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TB8</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89" name="Rectangle 52"/>
            <p:cNvSpPr/>
            <p:nvPr/>
          </p:nvSpPr>
          <p:spPr>
            <a:xfrm>
              <a:off x="3218" y="2255"/>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90" name="Rectangle 21"/>
            <p:cNvSpPr/>
            <p:nvPr/>
          </p:nvSpPr>
          <p:spPr>
            <a:xfrm>
              <a:off x="3781" y="2255"/>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RB8</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91" name="Rectangle 54"/>
            <p:cNvSpPr/>
            <p:nvPr/>
          </p:nvSpPr>
          <p:spPr>
            <a:xfrm>
              <a:off x="3738" y="2255"/>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92" name="Rectangle 22"/>
            <p:cNvSpPr/>
            <p:nvPr/>
          </p:nvSpPr>
          <p:spPr>
            <a:xfrm>
              <a:off x="4302" y="2255"/>
              <a:ext cx="43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TI</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93" name="Rectangle 56"/>
            <p:cNvSpPr/>
            <p:nvPr/>
          </p:nvSpPr>
          <p:spPr>
            <a:xfrm>
              <a:off x="4259" y="2255"/>
              <a:ext cx="52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94" name="Rectangle 23"/>
            <p:cNvSpPr/>
            <p:nvPr/>
          </p:nvSpPr>
          <p:spPr>
            <a:xfrm>
              <a:off x="4822" y="2255"/>
              <a:ext cx="435"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RI</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19495" name="Rectangle 58"/>
            <p:cNvSpPr/>
            <p:nvPr/>
          </p:nvSpPr>
          <p:spPr>
            <a:xfrm>
              <a:off x="4779" y="2255"/>
              <a:ext cx="521"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19496" name="Rectangle 61"/>
            <p:cNvSpPr/>
            <p:nvPr/>
          </p:nvSpPr>
          <p:spPr>
            <a:xfrm>
              <a:off x="456" y="1878"/>
              <a:ext cx="4847" cy="754"/>
            </a:xfrm>
            <a:prstGeom prst="rect">
              <a:avLst/>
            </a:prstGeom>
            <a:noFill/>
            <a:ln w="9525"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grpSp>
      <p:sp>
        <p:nvSpPr>
          <p:cNvPr id="19497" name="Rectangle 65"/>
          <p:cNvSpPr/>
          <p:nvPr/>
        </p:nvSpPr>
        <p:spPr>
          <a:xfrm>
            <a:off x="228600" y="3933190"/>
            <a:ext cx="8534400" cy="1529715"/>
          </a:xfrm>
          <a:prstGeom prst="rect">
            <a:avLst/>
          </a:prstGeom>
          <a:noFill/>
          <a:ln w="9525">
            <a:noFill/>
          </a:ln>
        </p:spPr>
        <p:txBody>
          <a:bodyPr anchor="t" anchorCtr="0">
            <a:spAutoFit/>
          </a:bodyPr>
          <a:lstStyle/>
          <a:p>
            <a:pPr indent="268605" algn="just" defTabSz="914400">
              <a:lnSpc>
                <a:spcPct val="130000"/>
              </a:lnSpc>
              <a:tabLst>
                <a:tab pos="941705" algn="l"/>
              </a:tabLst>
            </a:pPr>
            <a:r>
              <a:rPr lang="en-US" altLang="zh-CN" sz="2400" b="1" dirty="0">
                <a:solidFill>
                  <a:srgbClr val="FF6600"/>
                </a:solidFill>
                <a:latin typeface="Times New Roman" panose="02020603050405020304" pitchFamily="18" charset="0"/>
                <a:ea typeface="宋体" panose="02010600030101010101" pitchFamily="2" charset="-122"/>
              </a:rPr>
              <a:t>·TI——</a:t>
            </a:r>
            <a:r>
              <a:rPr lang="zh-CN" altLang="en-US" sz="2400" b="1" dirty="0">
                <a:solidFill>
                  <a:srgbClr val="FF6600"/>
                </a:solidFill>
                <a:latin typeface="Times New Roman" panose="02020603050405020304" pitchFamily="18" charset="0"/>
                <a:ea typeface="宋体" panose="02010600030101010101" pitchFamily="2" charset="-122"/>
              </a:rPr>
              <a:t>串行口发送中断请求标志位</a:t>
            </a:r>
            <a:endParaRPr lang="zh-CN" altLang="en-US" sz="2400" dirty="0">
              <a:solidFill>
                <a:srgbClr val="FF6600"/>
              </a:solidFill>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r>
              <a:rPr lang="en-US" altLang="zh-CN" sz="2400" b="1" dirty="0">
                <a:solidFill>
                  <a:srgbClr val="FF6600"/>
                </a:solidFill>
                <a:latin typeface="Times New Roman" panose="02020603050405020304" pitchFamily="18" charset="0"/>
                <a:ea typeface="宋体" panose="02010600030101010101" pitchFamily="2" charset="-122"/>
              </a:rPr>
              <a:t>·RI——</a:t>
            </a:r>
            <a:r>
              <a:rPr lang="zh-CN" altLang="en-US" sz="2400" b="1" dirty="0">
                <a:solidFill>
                  <a:srgbClr val="FF6600"/>
                </a:solidFill>
                <a:latin typeface="Times New Roman" panose="02020603050405020304" pitchFamily="18" charset="0"/>
                <a:ea typeface="宋体" panose="02010600030101010101" pitchFamily="2" charset="-122"/>
              </a:rPr>
              <a:t>串行口接收中断请求标志位</a:t>
            </a:r>
            <a:endParaRPr lang="zh-CN" altLang="en-US" sz="2400" dirty="0">
              <a:solidFill>
                <a:srgbClr val="FF6600"/>
              </a:solidFill>
              <a:latin typeface="Times New Roman" panose="02020603050405020304" pitchFamily="18" charset="0"/>
              <a:ea typeface="宋体" panose="02010600030101010101" pitchFamily="2" charset="-122"/>
            </a:endParaRPr>
          </a:p>
          <a:p>
            <a:pPr indent="268605" algn="just" defTabSz="914400" eaLnBrk="0" hangingPunct="0">
              <a:lnSpc>
                <a:spcPct val="130000"/>
              </a:lnSpc>
              <a:tabLst>
                <a:tab pos="941705" algn="l"/>
              </a:tabLst>
            </a:pP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13F130AF-887F-612C-4345-D0DAD582E2AF}"/>
                  </a:ext>
                </a:extLst>
              </p14:cNvPr>
              <p14:cNvContentPartPr/>
              <p14:nvPr/>
            </p14:nvContentPartPr>
            <p14:xfrm>
              <a:off x="2847999" y="4387174"/>
              <a:ext cx="676440" cy="61920"/>
            </p14:xfrm>
          </p:contentPart>
        </mc:Choice>
        <mc:Fallback xmlns="">
          <p:pic>
            <p:nvPicPr>
              <p:cNvPr id="2" name="墨迹 1">
                <a:extLst>
                  <a:ext uri="{FF2B5EF4-FFF2-40B4-BE49-F238E27FC236}">
                    <a16:creationId xmlns:a16="http://schemas.microsoft.com/office/drawing/2014/main" id="{13F130AF-887F-612C-4345-D0DAD582E2AF}"/>
                  </a:ext>
                </a:extLst>
              </p:cNvPr>
              <p:cNvPicPr/>
              <p:nvPr/>
            </p:nvPicPr>
            <p:blipFill>
              <a:blip r:embed="rId3"/>
              <a:stretch>
                <a:fillRect/>
              </a:stretch>
            </p:blipFill>
            <p:spPr>
              <a:xfrm>
                <a:off x="2829999" y="4369174"/>
                <a:ext cx="71208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3BC9FF88-8DF4-1F82-7F5A-31CE52347293}"/>
                  </a:ext>
                </a:extLst>
              </p14:cNvPr>
              <p14:cNvContentPartPr/>
              <p14:nvPr/>
            </p14:nvContentPartPr>
            <p14:xfrm>
              <a:off x="4658439" y="4435774"/>
              <a:ext cx="932760" cy="62640"/>
            </p14:xfrm>
          </p:contentPart>
        </mc:Choice>
        <mc:Fallback xmlns="">
          <p:pic>
            <p:nvPicPr>
              <p:cNvPr id="3" name="墨迹 2">
                <a:extLst>
                  <a:ext uri="{FF2B5EF4-FFF2-40B4-BE49-F238E27FC236}">
                    <a16:creationId xmlns:a16="http://schemas.microsoft.com/office/drawing/2014/main" id="{3BC9FF88-8DF4-1F82-7F5A-31CE52347293}"/>
                  </a:ext>
                </a:extLst>
              </p:cNvPr>
              <p:cNvPicPr/>
              <p:nvPr/>
            </p:nvPicPr>
            <p:blipFill>
              <a:blip r:embed="rId5"/>
              <a:stretch>
                <a:fillRect/>
              </a:stretch>
            </p:blipFill>
            <p:spPr>
              <a:xfrm>
                <a:off x="4640799" y="4417774"/>
                <a:ext cx="9684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74937A27-1DF5-26CA-BE85-F511ACC136E7}"/>
                  </a:ext>
                </a:extLst>
              </p14:cNvPr>
              <p14:cNvContentPartPr/>
              <p14:nvPr/>
            </p14:nvContentPartPr>
            <p14:xfrm>
              <a:off x="4330839" y="4880014"/>
              <a:ext cx="1368360" cy="33120"/>
            </p14:xfrm>
          </p:contentPart>
        </mc:Choice>
        <mc:Fallback xmlns="">
          <p:pic>
            <p:nvPicPr>
              <p:cNvPr id="4" name="墨迹 3">
                <a:extLst>
                  <a:ext uri="{FF2B5EF4-FFF2-40B4-BE49-F238E27FC236}">
                    <a16:creationId xmlns:a16="http://schemas.microsoft.com/office/drawing/2014/main" id="{74937A27-1DF5-26CA-BE85-F511ACC136E7}"/>
                  </a:ext>
                </a:extLst>
              </p:cNvPr>
              <p:cNvPicPr/>
              <p:nvPr/>
            </p:nvPicPr>
            <p:blipFill>
              <a:blip r:embed="rId7"/>
              <a:stretch>
                <a:fillRect/>
              </a:stretch>
            </p:blipFill>
            <p:spPr>
              <a:xfrm>
                <a:off x="4313199" y="4862374"/>
                <a:ext cx="14040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92090394-BC2C-00E3-F7CC-45FDA1567ED0}"/>
                  </a:ext>
                </a:extLst>
              </p14:cNvPr>
              <p14:cNvContentPartPr/>
              <p14:nvPr/>
            </p14:nvContentPartPr>
            <p14:xfrm>
              <a:off x="7211559" y="3337054"/>
              <a:ext cx="678600" cy="272160"/>
            </p14:xfrm>
          </p:contentPart>
        </mc:Choice>
        <mc:Fallback xmlns="">
          <p:pic>
            <p:nvPicPr>
              <p:cNvPr id="5" name="墨迹 4">
                <a:extLst>
                  <a:ext uri="{FF2B5EF4-FFF2-40B4-BE49-F238E27FC236}">
                    <a16:creationId xmlns:a16="http://schemas.microsoft.com/office/drawing/2014/main" id="{92090394-BC2C-00E3-F7CC-45FDA1567ED0}"/>
                  </a:ext>
                </a:extLst>
              </p:cNvPr>
              <p:cNvPicPr/>
              <p:nvPr/>
            </p:nvPicPr>
            <p:blipFill>
              <a:blip r:embed="rId9"/>
              <a:stretch>
                <a:fillRect/>
              </a:stretch>
            </p:blipFill>
            <p:spPr>
              <a:xfrm>
                <a:off x="7193919" y="3319414"/>
                <a:ext cx="7142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3C209BFC-4DE6-FF2A-C7BE-65017D64BCDC}"/>
                  </a:ext>
                </a:extLst>
              </p14:cNvPr>
              <p14:cNvContentPartPr/>
              <p14:nvPr/>
            </p14:nvContentPartPr>
            <p14:xfrm>
              <a:off x="92199" y="951130"/>
              <a:ext cx="1327320" cy="379800"/>
            </p14:xfrm>
          </p:contentPart>
        </mc:Choice>
        <mc:Fallback xmlns="">
          <p:pic>
            <p:nvPicPr>
              <p:cNvPr id="6" name="墨迹 5">
                <a:extLst>
                  <a:ext uri="{FF2B5EF4-FFF2-40B4-BE49-F238E27FC236}">
                    <a16:creationId xmlns:a16="http://schemas.microsoft.com/office/drawing/2014/main" id="{3C209BFC-4DE6-FF2A-C7BE-65017D64BCDC}"/>
                  </a:ext>
                </a:extLst>
              </p:cNvPr>
              <p:cNvPicPr/>
              <p:nvPr/>
            </p:nvPicPr>
            <p:blipFill>
              <a:blip r:embed="rId11"/>
              <a:stretch>
                <a:fillRect/>
              </a:stretch>
            </p:blipFill>
            <p:spPr>
              <a:xfrm>
                <a:off x="74559" y="933490"/>
                <a:ext cx="1362960" cy="415440"/>
              </a:xfrm>
              <a:prstGeom prst="rect">
                <a:avLst/>
              </a:prstGeom>
            </p:spPr>
          </p:pic>
        </mc:Fallback>
      </mc:AlternateContent>
    </p:spTree>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p:cNvSpPr/>
          <p:nvPr/>
        </p:nvSpPr>
        <p:spPr>
          <a:xfrm>
            <a:off x="142875" y="771525"/>
            <a:ext cx="8759825" cy="1568450"/>
          </a:xfrm>
          <a:prstGeom prst="rect">
            <a:avLst/>
          </a:prstGeom>
          <a:noFill/>
          <a:ln w="9525">
            <a:noFill/>
          </a:ln>
        </p:spPr>
        <p:txBody>
          <a:bodyPr anchor="t" anchorCtr="0">
            <a:spAutoFit/>
          </a:bodyPr>
          <a:lstStyle/>
          <a:p>
            <a:pPr indent="268605" algn="just" defTabSz="914400">
              <a:tabLst>
                <a:tab pos="941705" algn="l"/>
              </a:tabLst>
            </a:pPr>
            <a:r>
              <a:rPr lang="en-US" altLang="zh-CN" sz="2400" b="1" dirty="0">
                <a:solidFill>
                  <a:srgbClr val="FF0000"/>
                </a:solidFill>
                <a:latin typeface="Times New Roman" panose="02020603050405020304" pitchFamily="18" charset="0"/>
                <a:ea typeface="黑体" panose="02010609060101010101" pitchFamily="49" charset="-122"/>
              </a:rPr>
              <a:t>3</a:t>
            </a:r>
            <a:r>
              <a:rPr lang="zh-CN" altLang="en-US" sz="2400" b="1" dirty="0">
                <a:solidFill>
                  <a:srgbClr val="FF0000"/>
                </a:solidFill>
                <a:latin typeface="Times New Roman" panose="02020603050405020304" pitchFamily="18" charset="0"/>
                <a:ea typeface="黑体" panose="02010609060101010101" pitchFamily="49" charset="-122"/>
              </a:rPr>
              <a:t>．中断允许控制寄存器（</a:t>
            </a:r>
            <a:r>
              <a:rPr lang="en-US" altLang="zh-CN" sz="2400" b="1" dirty="0">
                <a:solidFill>
                  <a:srgbClr val="FF0000"/>
                </a:solidFill>
                <a:latin typeface="Times New Roman" panose="02020603050405020304" pitchFamily="18" charset="0"/>
                <a:ea typeface="黑体" panose="02010609060101010101" pitchFamily="49" charset="-122"/>
              </a:rPr>
              <a:t>IE</a:t>
            </a:r>
            <a:r>
              <a:rPr lang="zh-CN" altLang="en-US" sz="2400" b="1" dirty="0">
                <a:solidFill>
                  <a:srgbClr val="FF0000"/>
                </a:solidFill>
                <a:latin typeface="Times New Roman" panose="02020603050405020304" pitchFamily="18" charset="0"/>
                <a:ea typeface="黑体" panose="02010609060101010101" pitchFamily="49" charset="-122"/>
              </a:rPr>
              <a:t>）</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endParaRPr lang="zh-CN" altLang="en-US" sz="2400" b="1"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r>
              <a:rPr lang="zh-CN" altLang="en-US" sz="2400" b="1" dirty="0">
                <a:latin typeface="Times New Roman" panose="02020603050405020304" pitchFamily="18" charset="0"/>
                <a:ea typeface="宋体" panose="02010600030101010101" pitchFamily="2" charset="-122"/>
              </a:rPr>
              <a:t>该寄存器地址为</a:t>
            </a:r>
            <a:r>
              <a:rPr lang="en-US" altLang="zh-CN" sz="2400" b="1" dirty="0">
                <a:latin typeface="Times New Roman" panose="02020603050405020304" pitchFamily="18" charset="0"/>
                <a:ea typeface="宋体" panose="02010600030101010101" pitchFamily="2" charset="-122"/>
              </a:rPr>
              <a:t>0A8H</a:t>
            </a:r>
            <a:r>
              <a:rPr lang="zh-CN" altLang="en-US" sz="2400" b="1" dirty="0">
                <a:latin typeface="Times New Roman" panose="02020603050405020304" pitchFamily="18" charset="0"/>
                <a:ea typeface="宋体" panose="02010600030101010101" pitchFamily="2" charset="-122"/>
              </a:rPr>
              <a:t>，其位地址为</a:t>
            </a:r>
            <a:r>
              <a:rPr lang="en-US" altLang="zh-CN" sz="2400" b="1" dirty="0">
                <a:latin typeface="Times New Roman" panose="02020603050405020304" pitchFamily="18" charset="0"/>
                <a:ea typeface="宋体" panose="02010600030101010101" pitchFamily="2" charset="-122"/>
              </a:rPr>
              <a:t>0AFH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0A8H</a:t>
            </a:r>
            <a:r>
              <a:rPr lang="zh-CN" altLang="en-US" sz="2400" b="1"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a:p>
            <a:pPr indent="268605"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93246" name="Rectangle 62"/>
          <p:cNvSpPr/>
          <p:nvPr/>
        </p:nvSpPr>
        <p:spPr>
          <a:xfrm>
            <a:off x="0" y="3870325"/>
            <a:ext cx="8382000" cy="1529715"/>
          </a:xfrm>
          <a:prstGeom prst="rect">
            <a:avLst/>
          </a:prstGeom>
          <a:noFill/>
          <a:ln w="9525">
            <a:noFill/>
          </a:ln>
        </p:spPr>
        <p:txBody>
          <a:bodyPr anchor="t" anchorCtr="0">
            <a:spAutoFit/>
          </a:bodyPr>
          <a:lstStyle/>
          <a:p>
            <a:pPr indent="-777875" algn="just" defTabSz="914400">
              <a:lnSpc>
                <a:spcPct val="130000"/>
              </a:lnSpc>
              <a:tabLst>
                <a:tab pos="941705" algn="l"/>
              </a:tabLst>
            </a:pPr>
            <a:r>
              <a:rPr lang="en-US" altLang="zh-CN" sz="2400" b="1" dirty="0">
                <a:solidFill>
                  <a:srgbClr val="FF6600"/>
                </a:solidFill>
                <a:latin typeface="Times New Roman" panose="02020603050405020304" pitchFamily="18" charset="0"/>
                <a:ea typeface="宋体" panose="02010600030101010101" pitchFamily="2" charset="-122"/>
              </a:rPr>
              <a:t>      ·EA——</a:t>
            </a:r>
            <a:r>
              <a:rPr lang="zh-CN" altLang="en-US" sz="2400" b="1" dirty="0">
                <a:solidFill>
                  <a:srgbClr val="FF6600"/>
                </a:solidFill>
                <a:latin typeface="Times New Roman" panose="02020603050405020304" pitchFamily="18" charset="0"/>
                <a:ea typeface="宋体" panose="02010600030101010101" pitchFamily="2" charset="-122"/>
              </a:rPr>
              <a:t>中断允许总控制位</a:t>
            </a:r>
            <a:endParaRPr lang="zh-CN" altLang="en-US" sz="2400" dirty="0">
              <a:solidFill>
                <a:srgbClr val="FF6600"/>
              </a:solidFill>
              <a:latin typeface="Times New Roman" panose="02020603050405020304" pitchFamily="18" charset="0"/>
              <a:ea typeface="宋体" panose="02010600030101010101" pitchFamily="2" charset="-122"/>
            </a:endParaRPr>
          </a:p>
          <a:p>
            <a:pPr indent="-777875" algn="just" defTabSz="914400" eaLnBrk="0" hangingPunct="0">
              <a:lnSpc>
                <a:spcPct val="130000"/>
              </a:lnSpc>
              <a:tabLst>
                <a:tab pos="941705" algn="l"/>
              </a:tabLst>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EA=0    </a:t>
            </a:r>
            <a:r>
              <a:rPr lang="zh-CN" altLang="en-US" sz="2400" b="1" dirty="0">
                <a:latin typeface="Times New Roman" panose="02020603050405020304" pitchFamily="18" charset="0"/>
                <a:ea typeface="宋体" panose="02010600030101010101" pitchFamily="2" charset="-122"/>
              </a:rPr>
              <a:t>中断总禁止。</a:t>
            </a:r>
            <a:endParaRPr lang="zh-CN" altLang="en-US" sz="2400" dirty="0">
              <a:latin typeface="Times New Roman" panose="02020603050405020304" pitchFamily="18" charset="0"/>
              <a:ea typeface="宋体" panose="02010600030101010101" pitchFamily="2" charset="-122"/>
            </a:endParaRPr>
          </a:p>
          <a:p>
            <a:pPr indent="-777875" algn="just" defTabSz="914400" eaLnBrk="0" hangingPunct="0">
              <a:lnSpc>
                <a:spcPct val="130000"/>
              </a:lnSpc>
              <a:tabLst>
                <a:tab pos="941705" algn="l"/>
              </a:tabLst>
            </a:pPr>
            <a:r>
              <a:rPr lang="en-US" altLang="zh-CN" sz="2400" b="1" dirty="0">
                <a:latin typeface="Times New Roman" panose="02020603050405020304" pitchFamily="18" charset="0"/>
                <a:ea typeface="宋体" panose="02010600030101010101" pitchFamily="2" charset="-122"/>
              </a:rPr>
              <a:t>             EA=1    </a:t>
            </a:r>
            <a:r>
              <a:rPr lang="zh-CN" altLang="en-US" sz="2400" b="1" dirty="0">
                <a:latin typeface="Times New Roman" panose="02020603050405020304" pitchFamily="18" charset="0"/>
                <a:ea typeface="宋体" panose="02010600030101010101" pitchFamily="2" charset="-122"/>
              </a:rPr>
              <a:t>中断总允许。</a:t>
            </a:r>
            <a:endParaRPr lang="en-US" altLang="zh-CN" sz="2400" dirty="0">
              <a:latin typeface="Times New Roman" panose="02020603050405020304" pitchFamily="18" charset="0"/>
              <a:ea typeface="宋体" panose="02010600030101010101" pitchFamily="2" charset="-122"/>
            </a:endParaRPr>
          </a:p>
        </p:txBody>
      </p:sp>
      <p:graphicFrame>
        <p:nvGraphicFramePr>
          <p:cNvPr id="40964" name="表格 40963"/>
          <p:cNvGraphicFramePr/>
          <p:nvPr/>
        </p:nvGraphicFramePr>
        <p:xfrm>
          <a:off x="231775" y="2339975"/>
          <a:ext cx="8680450" cy="1279525"/>
        </p:xfrm>
        <a:graphic>
          <a:graphicData uri="http://schemas.openxmlformats.org/drawingml/2006/table">
            <a:tbl>
              <a:tblPr/>
              <a:tblGrid>
                <a:gridCol w="1335088">
                  <a:extLst>
                    <a:ext uri="{9D8B030D-6E8A-4147-A177-3AD203B41FA5}">
                      <a16:colId xmlns:a16="http://schemas.microsoft.com/office/drawing/2014/main" val="20000"/>
                    </a:ext>
                  </a:extLst>
                </a:gridCol>
                <a:gridCol w="760412">
                  <a:extLst>
                    <a:ext uri="{9D8B030D-6E8A-4147-A177-3AD203B41FA5}">
                      <a16:colId xmlns:a16="http://schemas.microsoft.com/office/drawing/2014/main" val="20001"/>
                    </a:ext>
                  </a:extLst>
                </a:gridCol>
                <a:gridCol w="965200">
                  <a:extLst>
                    <a:ext uri="{9D8B030D-6E8A-4147-A177-3AD203B41FA5}">
                      <a16:colId xmlns:a16="http://schemas.microsoft.com/office/drawing/2014/main" val="20002"/>
                    </a:ext>
                  </a:extLst>
                </a:gridCol>
                <a:gridCol w="936625">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936625">
                  <a:extLst>
                    <a:ext uri="{9D8B030D-6E8A-4147-A177-3AD203B41FA5}">
                      <a16:colId xmlns:a16="http://schemas.microsoft.com/office/drawing/2014/main" val="20005"/>
                    </a:ext>
                  </a:extLst>
                </a:gridCol>
                <a:gridCol w="936625">
                  <a:extLst>
                    <a:ext uri="{9D8B030D-6E8A-4147-A177-3AD203B41FA5}">
                      <a16:colId xmlns:a16="http://schemas.microsoft.com/office/drawing/2014/main" val="20006"/>
                    </a:ext>
                  </a:extLst>
                </a:gridCol>
                <a:gridCol w="936625">
                  <a:extLst>
                    <a:ext uri="{9D8B030D-6E8A-4147-A177-3AD203B41FA5}">
                      <a16:colId xmlns:a16="http://schemas.microsoft.com/office/drawing/2014/main" val="20007"/>
                    </a:ext>
                  </a:extLst>
                </a:gridCol>
                <a:gridCol w="936625">
                  <a:extLst>
                    <a:ext uri="{9D8B030D-6E8A-4147-A177-3AD203B41FA5}">
                      <a16:colId xmlns:a16="http://schemas.microsoft.com/office/drawing/2014/main" val="20008"/>
                    </a:ext>
                  </a:extLst>
                </a:gridCol>
              </a:tblGrid>
              <a:tr h="6397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zh-CN" altLang="en-US" sz="2400" b="1" dirty="0">
                          <a:latin typeface="Times New Roman" panose="02020603050405020304" pitchFamily="18" charset="0"/>
                        </a:rPr>
                        <a:t>位地址</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AF</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AE</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AD</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AC</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AB</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AA</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A9</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A8</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rgbClr val="EEF9F4"/>
                    </a:solidFill>
                  </a:tcPr>
                </a:tc>
                <a:extLst>
                  <a:ext uri="{0D108BD9-81ED-4DB2-BD59-A6C34878D82A}">
                    <a16:rowId xmlns:a16="http://schemas.microsoft.com/office/drawing/2014/main" val="10000"/>
                  </a:ext>
                </a:extLst>
              </a:tr>
              <a:tr h="63976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zh-CN" altLang="en-US" sz="2400" b="1" dirty="0">
                          <a:latin typeface="Times New Roman" panose="02020603050405020304" pitchFamily="18" charset="0"/>
                        </a:rPr>
                        <a:t>位符号</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EA</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ES</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ET1</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EX1</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ET0</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50000"/>
                        </a:lnSpc>
                        <a:buNone/>
                      </a:pPr>
                      <a:r>
                        <a:rPr lang="en-US" altLang="zh-CN" sz="2400" b="1" dirty="0">
                          <a:latin typeface="Times New Roman" panose="02020603050405020304" pitchFamily="18" charset="0"/>
                        </a:rPr>
                        <a:t>EX0</a:t>
                      </a: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1"/>
                  </a:ext>
                </a:extLst>
              </a:tr>
            </a:tbl>
          </a:graphicData>
        </a:graphic>
      </p:graphicFrame>
    </p:spTree>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1"/>
          <p:cNvSpPr/>
          <p:nvPr/>
        </p:nvSpPr>
        <p:spPr>
          <a:xfrm>
            <a:off x="457200" y="685800"/>
            <a:ext cx="8382000" cy="2675255"/>
          </a:xfrm>
          <a:prstGeom prst="rect">
            <a:avLst/>
          </a:prstGeom>
          <a:noFill/>
          <a:ln w="9525">
            <a:noFill/>
          </a:ln>
        </p:spPr>
        <p:txBody>
          <a:bodyPr anchor="t" anchorCtr="0">
            <a:spAutoFit/>
          </a:bodyPr>
          <a:lstStyle/>
          <a:p>
            <a:pPr indent="268605" algn="just" defTabSz="914400">
              <a:lnSpc>
                <a:spcPct val="140000"/>
              </a:lnSpc>
              <a:tabLst>
                <a:tab pos="941705" algn="l"/>
              </a:tabLst>
            </a:pPr>
            <a:r>
              <a:rPr lang="en-US" altLang="zh-CN" sz="2400" b="1" dirty="0">
                <a:solidFill>
                  <a:srgbClr val="FF6600"/>
                </a:solidFill>
                <a:latin typeface="Times New Roman" panose="02020603050405020304" pitchFamily="18" charset="0"/>
                <a:ea typeface="宋体" panose="02010600030101010101" pitchFamily="2" charset="-122"/>
              </a:rPr>
              <a:t>·EX0</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EX1</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a:t>
            </a:r>
            <a:r>
              <a:rPr lang="zh-CN" altLang="en-US" sz="2400" b="1" dirty="0">
                <a:solidFill>
                  <a:srgbClr val="FF6600"/>
                </a:solidFill>
                <a:latin typeface="Times New Roman" panose="02020603050405020304" pitchFamily="18" charset="0"/>
                <a:ea typeface="宋体" panose="02010600030101010101" pitchFamily="2" charset="-122"/>
              </a:rPr>
              <a:t>外部中断允许控制位</a:t>
            </a:r>
            <a:endParaRPr lang="zh-CN" altLang="en-US" sz="2400" dirty="0">
              <a:solidFill>
                <a:srgbClr val="FF6600"/>
              </a:solidFill>
              <a:latin typeface="Times New Roman" panose="02020603050405020304" pitchFamily="18" charset="0"/>
              <a:ea typeface="宋体" panose="02010600030101010101" pitchFamily="2" charset="-122"/>
            </a:endParaRPr>
          </a:p>
          <a:p>
            <a:pPr indent="268605" algn="just" defTabSz="914400" eaLnBrk="0" hangingPunct="0">
              <a:lnSpc>
                <a:spcPct val="140000"/>
              </a:lnSpc>
              <a:tabLst>
                <a:tab pos="941705" algn="l"/>
              </a:tabLst>
            </a:pPr>
            <a:r>
              <a:rPr lang="en-US" altLang="zh-CN" sz="2400" b="1" dirty="0">
                <a:solidFill>
                  <a:srgbClr val="FF6600"/>
                </a:solidFill>
                <a:latin typeface="Times New Roman" panose="02020603050405020304" pitchFamily="18" charset="0"/>
                <a:ea typeface="宋体" panose="02010600030101010101" pitchFamily="2" charset="-122"/>
              </a:rPr>
              <a:t>·ET0</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ET1</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a:t>
            </a:r>
            <a:r>
              <a:rPr lang="zh-CN" altLang="en-US" sz="2400" b="1" dirty="0">
                <a:solidFill>
                  <a:srgbClr val="FF6600"/>
                </a:solidFill>
                <a:latin typeface="Times New Roman" panose="02020603050405020304" pitchFamily="18" charset="0"/>
                <a:ea typeface="宋体" panose="02010600030101010101" pitchFamily="2" charset="-122"/>
              </a:rPr>
              <a:t>定时／计数中断允许控制位</a:t>
            </a:r>
            <a:endParaRPr lang="zh-CN" altLang="en-US" sz="2400" dirty="0">
              <a:solidFill>
                <a:srgbClr val="FF6600"/>
              </a:solidFill>
              <a:latin typeface="Times New Roman" panose="02020603050405020304" pitchFamily="18" charset="0"/>
              <a:ea typeface="宋体" panose="02010600030101010101" pitchFamily="2" charset="-122"/>
            </a:endParaRPr>
          </a:p>
          <a:p>
            <a:pPr indent="268605" algn="just" defTabSz="914400" eaLnBrk="0" hangingPunct="0">
              <a:lnSpc>
                <a:spcPct val="140000"/>
              </a:lnSpc>
              <a:tabLst>
                <a:tab pos="941705" algn="l"/>
              </a:tabLst>
            </a:pPr>
            <a:r>
              <a:rPr lang="en-US" altLang="zh-CN" sz="2400" b="1" dirty="0">
                <a:solidFill>
                  <a:srgbClr val="FF6600"/>
                </a:solidFill>
                <a:latin typeface="Times New Roman" panose="02020603050405020304" pitchFamily="18" charset="0"/>
                <a:ea typeface="宋体" panose="02010600030101010101" pitchFamily="2" charset="-122"/>
              </a:rPr>
              <a:t>·ES——</a:t>
            </a:r>
            <a:r>
              <a:rPr lang="zh-CN" altLang="en-US" sz="2400" b="1" dirty="0">
                <a:solidFill>
                  <a:srgbClr val="FF6600"/>
                </a:solidFill>
                <a:latin typeface="Times New Roman" panose="02020603050405020304" pitchFamily="18" charset="0"/>
                <a:ea typeface="宋体" panose="02010600030101010101" pitchFamily="2" charset="-122"/>
              </a:rPr>
              <a:t>串行中断允许控制位</a:t>
            </a:r>
            <a:endParaRPr lang="zh-CN" altLang="en-US" sz="2400" dirty="0">
              <a:solidFill>
                <a:srgbClr val="FF6600"/>
              </a:solidFill>
              <a:latin typeface="Times New Roman" panose="02020603050405020304" pitchFamily="18" charset="0"/>
              <a:ea typeface="宋体" panose="02010600030101010101" pitchFamily="2" charset="-122"/>
            </a:endParaRPr>
          </a:p>
          <a:p>
            <a:pPr indent="268605" algn="just" defTabSz="914400" eaLnBrk="0" hangingPunct="0">
              <a:lnSpc>
                <a:spcPct val="140000"/>
              </a:lnSpc>
              <a:tabLst>
                <a:tab pos="941705" algn="l"/>
              </a:tabLst>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ES=0    </a:t>
            </a:r>
            <a:r>
              <a:rPr lang="zh-CN" altLang="en-US" sz="2400" b="1" dirty="0">
                <a:latin typeface="Times New Roman" panose="02020603050405020304" pitchFamily="18" charset="0"/>
                <a:ea typeface="宋体" panose="02010600030101010101" pitchFamily="2" charset="-122"/>
              </a:rPr>
              <a:t>禁止串行中断</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40000"/>
              </a:lnSpc>
              <a:tabLst>
                <a:tab pos="941705" algn="l"/>
              </a:tabLst>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ES=1    </a:t>
            </a:r>
            <a:r>
              <a:rPr lang="zh-CN" altLang="en-US" sz="2400" b="1" dirty="0">
                <a:latin typeface="Times New Roman" panose="02020603050405020304" pitchFamily="18" charset="0"/>
                <a:ea typeface="宋体" panose="02010600030101010101" pitchFamily="2" charset="-122"/>
              </a:rPr>
              <a:t>允许串行中断</a:t>
            </a:r>
            <a:endParaRPr lang="zh-CN" altLang="en-US" sz="2400" dirty="0">
              <a:latin typeface="Times New Roman" panose="02020603050405020304" pitchFamily="18" charset="0"/>
              <a:ea typeface="宋体" panose="02010600030101010101" pitchFamily="2" charset="-122"/>
            </a:endParaRPr>
          </a:p>
        </p:txBody>
      </p:sp>
      <p:sp>
        <p:nvSpPr>
          <p:cNvPr id="21506" name="Rectangle 12"/>
          <p:cNvSpPr/>
          <p:nvPr/>
        </p:nvSpPr>
        <p:spPr>
          <a:xfrm>
            <a:off x="457200" y="3789045"/>
            <a:ext cx="7924800" cy="1198880"/>
          </a:xfrm>
          <a:prstGeom prst="rect">
            <a:avLst/>
          </a:prstGeom>
          <a:noFill/>
          <a:ln w="9525">
            <a:noFill/>
          </a:ln>
        </p:spPr>
        <p:txBody>
          <a:bodyPr anchor="t" anchorCtr="0">
            <a:spAutoFit/>
          </a:bodyPr>
          <a:lstStyle/>
          <a:p>
            <a:pPr indent="268605" algn="just" defTabSz="914400">
              <a:lnSpc>
                <a:spcPct val="150000"/>
              </a:lnSpc>
              <a:tabLst>
                <a:tab pos="941705" algn="l"/>
              </a:tabLst>
            </a:pPr>
            <a:r>
              <a:rPr lang="zh-CN" altLang="en-US" sz="2400" b="1" dirty="0">
                <a:latin typeface="Times New Roman" panose="02020603050405020304" pitchFamily="18" charset="0"/>
                <a:ea typeface="宋体" panose="02010600030101010101" pitchFamily="2" charset="-122"/>
              </a:rPr>
              <a:t>单片机复位后</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IE</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00H</a:t>
            </a:r>
            <a:r>
              <a:rPr lang="zh-CN" altLang="en-US" sz="2400" b="1" dirty="0">
                <a:latin typeface="Times New Roman" panose="02020603050405020304" pitchFamily="18" charset="0"/>
                <a:ea typeface="宋体" panose="02010600030101010101" pitchFamily="2" charset="-122"/>
              </a:rPr>
              <a:t>，中断系统处于禁止状态。</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lnSpc>
                <a:spcPct val="150000"/>
              </a:lnSpc>
              <a:tabLst>
                <a:tab pos="941705" algn="l"/>
              </a:tabLst>
            </a:pPr>
            <a:r>
              <a:rPr lang="zh-CN" altLang="en-US" sz="2400" b="1" dirty="0">
                <a:latin typeface="Times New Roman" panose="02020603050405020304" pitchFamily="18" charset="0"/>
                <a:ea typeface="宋体" panose="02010600030101010101" pitchFamily="2" charset="-122"/>
              </a:rPr>
              <a:t> 中断允许与禁止，就是中断的开放与关闭。</a:t>
            </a: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168E9F4-ECA1-A475-357D-2F4013F89E0D}"/>
                  </a:ext>
                </a:extLst>
              </p14:cNvPr>
              <p14:cNvContentPartPr/>
              <p14:nvPr/>
            </p14:nvContentPartPr>
            <p14:xfrm>
              <a:off x="3305199" y="1136374"/>
              <a:ext cx="545400" cy="45360"/>
            </p14:xfrm>
          </p:contentPart>
        </mc:Choice>
        <mc:Fallback xmlns="">
          <p:pic>
            <p:nvPicPr>
              <p:cNvPr id="2" name="墨迹 1">
                <a:extLst>
                  <a:ext uri="{FF2B5EF4-FFF2-40B4-BE49-F238E27FC236}">
                    <a16:creationId xmlns:a16="http://schemas.microsoft.com/office/drawing/2014/main" id="{F168E9F4-ECA1-A475-357D-2F4013F89E0D}"/>
                  </a:ext>
                </a:extLst>
              </p:cNvPr>
              <p:cNvPicPr/>
              <p:nvPr/>
            </p:nvPicPr>
            <p:blipFill>
              <a:blip r:embed="rId3"/>
              <a:stretch>
                <a:fillRect/>
              </a:stretch>
            </p:blipFill>
            <p:spPr>
              <a:xfrm>
                <a:off x="3287559" y="1118374"/>
                <a:ext cx="5810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77DE6282-B413-0C24-91A8-B036FEB4106B}"/>
                  </a:ext>
                </a:extLst>
              </p14:cNvPr>
              <p14:cNvContentPartPr/>
              <p14:nvPr/>
            </p14:nvContentPartPr>
            <p14:xfrm>
              <a:off x="858639" y="2236534"/>
              <a:ext cx="3677760" cy="105480"/>
            </p14:xfrm>
          </p:contentPart>
        </mc:Choice>
        <mc:Fallback xmlns="">
          <p:pic>
            <p:nvPicPr>
              <p:cNvPr id="3" name="墨迹 2">
                <a:extLst>
                  <a:ext uri="{FF2B5EF4-FFF2-40B4-BE49-F238E27FC236}">
                    <a16:creationId xmlns:a16="http://schemas.microsoft.com/office/drawing/2014/main" id="{77DE6282-B413-0C24-91A8-B036FEB4106B}"/>
                  </a:ext>
                </a:extLst>
              </p:cNvPr>
              <p:cNvPicPr/>
              <p:nvPr/>
            </p:nvPicPr>
            <p:blipFill>
              <a:blip r:embed="rId5"/>
              <a:stretch>
                <a:fillRect/>
              </a:stretch>
            </p:blipFill>
            <p:spPr>
              <a:xfrm>
                <a:off x="840999" y="2218534"/>
                <a:ext cx="37134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FDD906B8-46F7-30A2-FBE4-676190202290}"/>
                  </a:ext>
                </a:extLst>
              </p14:cNvPr>
              <p14:cNvContentPartPr/>
              <p14:nvPr/>
            </p14:nvContentPartPr>
            <p14:xfrm>
              <a:off x="833799" y="4256494"/>
              <a:ext cx="6725520" cy="111600"/>
            </p14:xfrm>
          </p:contentPart>
        </mc:Choice>
        <mc:Fallback xmlns="">
          <p:pic>
            <p:nvPicPr>
              <p:cNvPr id="4" name="墨迹 3">
                <a:extLst>
                  <a:ext uri="{FF2B5EF4-FFF2-40B4-BE49-F238E27FC236}">
                    <a16:creationId xmlns:a16="http://schemas.microsoft.com/office/drawing/2014/main" id="{FDD906B8-46F7-30A2-FBE4-676190202290}"/>
                  </a:ext>
                </a:extLst>
              </p:cNvPr>
              <p:cNvPicPr/>
              <p:nvPr/>
            </p:nvPicPr>
            <p:blipFill>
              <a:blip r:embed="rId7"/>
              <a:stretch>
                <a:fillRect/>
              </a:stretch>
            </p:blipFill>
            <p:spPr>
              <a:xfrm>
                <a:off x="816159" y="4238854"/>
                <a:ext cx="676116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21626F32-26F7-5BF3-F7AC-E7F2BA546D1D}"/>
                  </a:ext>
                </a:extLst>
              </p14:cNvPr>
              <p14:cNvContentPartPr/>
              <p14:nvPr/>
            </p14:nvContentPartPr>
            <p14:xfrm>
              <a:off x="1568919" y="4849774"/>
              <a:ext cx="4708440" cy="56520"/>
            </p14:xfrm>
          </p:contentPart>
        </mc:Choice>
        <mc:Fallback xmlns="">
          <p:pic>
            <p:nvPicPr>
              <p:cNvPr id="5" name="墨迹 4">
                <a:extLst>
                  <a:ext uri="{FF2B5EF4-FFF2-40B4-BE49-F238E27FC236}">
                    <a16:creationId xmlns:a16="http://schemas.microsoft.com/office/drawing/2014/main" id="{21626F32-26F7-5BF3-F7AC-E7F2BA546D1D}"/>
                  </a:ext>
                </a:extLst>
              </p:cNvPr>
              <p:cNvPicPr/>
              <p:nvPr/>
            </p:nvPicPr>
            <p:blipFill>
              <a:blip r:embed="rId9"/>
              <a:stretch>
                <a:fillRect/>
              </a:stretch>
            </p:blipFill>
            <p:spPr>
              <a:xfrm>
                <a:off x="1551279" y="4832134"/>
                <a:ext cx="4744080" cy="92160"/>
              </a:xfrm>
              <a:prstGeom prst="rect">
                <a:avLst/>
              </a:prstGeom>
            </p:spPr>
          </p:pic>
        </mc:Fallback>
      </mc:AlternateContent>
    </p:spTree>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4"/>
          <p:cNvGrpSpPr/>
          <p:nvPr/>
        </p:nvGrpSpPr>
        <p:grpSpPr>
          <a:xfrm>
            <a:off x="228600" y="685800"/>
            <a:ext cx="8607425" cy="2835275"/>
            <a:chOff x="144" y="432"/>
            <a:chExt cx="5422" cy="1833"/>
          </a:xfrm>
        </p:grpSpPr>
        <p:sp>
          <p:nvSpPr>
            <p:cNvPr id="22530" name="Rectangle 3"/>
            <p:cNvSpPr/>
            <p:nvPr/>
          </p:nvSpPr>
          <p:spPr>
            <a:xfrm>
              <a:off x="144" y="432"/>
              <a:ext cx="5422" cy="815"/>
            </a:xfrm>
            <a:prstGeom prst="rect">
              <a:avLst/>
            </a:prstGeom>
            <a:noFill/>
            <a:ln w="9525">
              <a:noFill/>
            </a:ln>
          </p:spPr>
          <p:txBody>
            <a:bodyPr anchor="t" anchorCtr="0">
              <a:spAutoFit/>
            </a:bodyPr>
            <a:lstStyle/>
            <a:p>
              <a:pPr indent="268605" algn="just" defTabSz="914400">
                <a:tabLst>
                  <a:tab pos="941705" algn="l"/>
                </a:tabLst>
              </a:pPr>
              <a:r>
                <a:rPr lang="en-US" altLang="zh-CN" b="1" dirty="0">
                  <a:solidFill>
                    <a:srgbClr val="FF0000"/>
                  </a:solidFill>
                  <a:latin typeface="Times New Roman" panose="02020603050405020304" pitchFamily="18" charset="0"/>
                  <a:ea typeface="黑体" panose="02010609060101010101" pitchFamily="49" charset="-122"/>
                </a:rPr>
                <a:t>4</a:t>
              </a:r>
              <a:r>
                <a:rPr lang="zh-CN" altLang="en-US" b="1" dirty="0">
                  <a:solidFill>
                    <a:srgbClr val="FF0000"/>
                  </a:solidFill>
                  <a:latin typeface="Times New Roman" panose="02020603050405020304" pitchFamily="18" charset="0"/>
                  <a:ea typeface="黑体" panose="02010609060101010101" pitchFamily="49" charset="-122"/>
                </a:rPr>
                <a:t>．中断优先级控制寄存器（</a:t>
              </a:r>
              <a:r>
                <a:rPr lang="en-US" altLang="zh-CN" b="1" dirty="0">
                  <a:solidFill>
                    <a:srgbClr val="FF0000"/>
                  </a:solidFill>
                  <a:latin typeface="Times New Roman" panose="02020603050405020304" pitchFamily="18" charset="0"/>
                  <a:ea typeface="黑体" panose="02010609060101010101" pitchFamily="49" charset="-122"/>
                </a:rPr>
                <a:t>IP</a:t>
              </a:r>
              <a:r>
                <a:rPr lang="zh-CN" altLang="en-US" b="1" dirty="0">
                  <a:solidFill>
                    <a:srgbClr val="FF0000"/>
                  </a:solidFill>
                  <a:latin typeface="Times New Roman" panose="02020603050405020304" pitchFamily="18" charset="0"/>
                  <a:ea typeface="黑体" panose="02010609060101010101" pitchFamily="49" charset="-122"/>
                </a:rPr>
                <a:t>）</a:t>
              </a:r>
              <a:endParaRPr lang="zh-CN" altLang="en-US"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r>
                <a:rPr lang="zh-CN" altLang="en-US" sz="2400" b="1"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a:p>
              <a:pPr indent="268605" algn="just" defTabSz="914400" eaLnBrk="0" hangingPunct="0">
                <a:tabLst>
                  <a:tab pos="941705" algn="l"/>
                </a:tabLst>
              </a:pPr>
              <a:r>
                <a:rPr lang="en-US" altLang="zh-CN" sz="2400" b="1" dirty="0">
                  <a:latin typeface="Times New Roman" panose="02020603050405020304" pitchFamily="18" charset="0"/>
                  <a:ea typeface="宋体" panose="02010600030101010101" pitchFamily="2" charset="-122"/>
                </a:rPr>
                <a:t>IP</a:t>
              </a:r>
              <a:r>
                <a:rPr lang="zh-CN" altLang="en-US" sz="2400" b="1" dirty="0">
                  <a:latin typeface="Times New Roman" panose="02020603050405020304" pitchFamily="18" charset="0"/>
                  <a:ea typeface="宋体" panose="02010600030101010101" pitchFamily="2" charset="-122"/>
                </a:rPr>
                <a:t>寄存器地址</a:t>
              </a:r>
              <a:r>
                <a:rPr lang="en-US" altLang="zh-CN" sz="2400" b="1" dirty="0">
                  <a:latin typeface="Times New Roman" panose="02020603050405020304" pitchFamily="18" charset="0"/>
                  <a:ea typeface="宋体" panose="02010600030101010101" pitchFamily="2" charset="-122"/>
                </a:rPr>
                <a:t>0B8H</a:t>
              </a:r>
              <a:r>
                <a:rPr lang="zh-CN" altLang="en-US" sz="2400" b="1" dirty="0">
                  <a:latin typeface="Times New Roman" panose="02020603050405020304" pitchFamily="18" charset="0"/>
                  <a:ea typeface="宋体" panose="02010600030101010101" pitchFamily="2" charset="-122"/>
                </a:rPr>
                <a:t>，位地址为</a:t>
              </a:r>
              <a:r>
                <a:rPr lang="en-US" altLang="zh-CN" sz="2400" b="1" dirty="0">
                  <a:latin typeface="Times New Roman" panose="02020603050405020304" pitchFamily="18" charset="0"/>
                  <a:ea typeface="宋体" panose="02010600030101010101" pitchFamily="2" charset="-122"/>
                </a:rPr>
                <a:t>0BFH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0B8H</a:t>
              </a:r>
              <a:r>
                <a:rPr lang="zh-CN" altLang="en-US" sz="2400" b="1"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grpSp>
          <p:nvGrpSpPr>
            <p:cNvPr id="22531" name="Group 63"/>
            <p:cNvGrpSpPr/>
            <p:nvPr/>
          </p:nvGrpSpPr>
          <p:grpSpPr>
            <a:xfrm>
              <a:off x="288" y="1344"/>
              <a:ext cx="4855" cy="921"/>
              <a:chOff x="291" y="1635"/>
              <a:chExt cx="4855" cy="921"/>
            </a:xfrm>
          </p:grpSpPr>
          <p:sp>
            <p:nvSpPr>
              <p:cNvPr id="22532" name="Rectangle 4"/>
              <p:cNvSpPr/>
              <p:nvPr/>
            </p:nvSpPr>
            <p:spPr>
              <a:xfrm>
                <a:off x="334" y="1635"/>
                <a:ext cx="641" cy="374"/>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位地址</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33" name="Rectangle 22"/>
              <p:cNvSpPr/>
              <p:nvPr/>
            </p:nvSpPr>
            <p:spPr>
              <a:xfrm>
                <a:off x="291" y="1635"/>
                <a:ext cx="727"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34" name="Rectangle 5"/>
              <p:cNvSpPr/>
              <p:nvPr/>
            </p:nvSpPr>
            <p:spPr>
              <a:xfrm>
                <a:off x="1061"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BF</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35" name="Rectangle 24"/>
              <p:cNvSpPr/>
              <p:nvPr/>
            </p:nvSpPr>
            <p:spPr>
              <a:xfrm>
                <a:off x="1018"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36" name="Rectangle 6"/>
              <p:cNvSpPr/>
              <p:nvPr/>
            </p:nvSpPr>
            <p:spPr>
              <a:xfrm>
                <a:off x="1577"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BE</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37" name="Rectangle 26"/>
              <p:cNvSpPr/>
              <p:nvPr/>
            </p:nvSpPr>
            <p:spPr>
              <a:xfrm>
                <a:off x="1534"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38" name="Rectangle 7"/>
              <p:cNvSpPr/>
              <p:nvPr/>
            </p:nvSpPr>
            <p:spPr>
              <a:xfrm>
                <a:off x="2093"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BD</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39" name="Rectangle 28"/>
              <p:cNvSpPr/>
              <p:nvPr/>
            </p:nvSpPr>
            <p:spPr>
              <a:xfrm>
                <a:off x="2050"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40" name="Rectangle 8"/>
              <p:cNvSpPr/>
              <p:nvPr/>
            </p:nvSpPr>
            <p:spPr>
              <a:xfrm>
                <a:off x="2609"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BC</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41" name="Rectangle 30"/>
              <p:cNvSpPr/>
              <p:nvPr/>
            </p:nvSpPr>
            <p:spPr>
              <a:xfrm>
                <a:off x="2566"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42" name="Rectangle 9"/>
              <p:cNvSpPr/>
              <p:nvPr/>
            </p:nvSpPr>
            <p:spPr>
              <a:xfrm>
                <a:off x="3125"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BB</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43" name="Rectangle 32"/>
              <p:cNvSpPr/>
              <p:nvPr/>
            </p:nvSpPr>
            <p:spPr>
              <a:xfrm>
                <a:off x="3082"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44" name="Rectangle 10"/>
              <p:cNvSpPr/>
              <p:nvPr/>
            </p:nvSpPr>
            <p:spPr>
              <a:xfrm>
                <a:off x="3641"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BA</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45" name="Rectangle 34"/>
              <p:cNvSpPr/>
              <p:nvPr/>
            </p:nvSpPr>
            <p:spPr>
              <a:xfrm>
                <a:off x="3598"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46" name="Rectangle 11"/>
              <p:cNvSpPr/>
              <p:nvPr/>
            </p:nvSpPr>
            <p:spPr>
              <a:xfrm>
                <a:off x="4157"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B9</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47" name="Rectangle 36"/>
              <p:cNvSpPr/>
              <p:nvPr/>
            </p:nvSpPr>
            <p:spPr>
              <a:xfrm>
                <a:off x="4114"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48" name="Rectangle 12"/>
              <p:cNvSpPr/>
              <p:nvPr/>
            </p:nvSpPr>
            <p:spPr>
              <a:xfrm>
                <a:off x="4673" y="1635"/>
                <a:ext cx="430"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B8</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49" name="Rectangle 38"/>
              <p:cNvSpPr/>
              <p:nvPr/>
            </p:nvSpPr>
            <p:spPr>
              <a:xfrm>
                <a:off x="4630" y="1635"/>
                <a:ext cx="516"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50" name="Rectangle 13"/>
              <p:cNvSpPr/>
              <p:nvPr/>
            </p:nvSpPr>
            <p:spPr>
              <a:xfrm>
                <a:off x="334" y="2009"/>
                <a:ext cx="641" cy="384"/>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位符号</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51" name="Rectangle 40"/>
              <p:cNvSpPr/>
              <p:nvPr/>
            </p:nvSpPr>
            <p:spPr>
              <a:xfrm>
                <a:off x="291" y="2009"/>
                <a:ext cx="727"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52" name="Rectangle 14"/>
              <p:cNvSpPr/>
              <p:nvPr/>
            </p:nvSpPr>
            <p:spPr>
              <a:xfrm>
                <a:off x="1061" y="2009"/>
                <a:ext cx="430" cy="547"/>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53" name="Rectangle 42"/>
              <p:cNvSpPr/>
              <p:nvPr/>
            </p:nvSpPr>
            <p:spPr>
              <a:xfrm>
                <a:off x="1018"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54" name="Rectangle 15"/>
              <p:cNvSpPr/>
              <p:nvPr/>
            </p:nvSpPr>
            <p:spPr>
              <a:xfrm>
                <a:off x="1577" y="2009"/>
                <a:ext cx="430" cy="38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55" name="Rectangle 44"/>
              <p:cNvSpPr/>
              <p:nvPr/>
            </p:nvSpPr>
            <p:spPr>
              <a:xfrm>
                <a:off x="1534"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56" name="Rectangle 16"/>
              <p:cNvSpPr/>
              <p:nvPr/>
            </p:nvSpPr>
            <p:spPr>
              <a:xfrm>
                <a:off x="2093" y="2009"/>
                <a:ext cx="430" cy="38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57" name="Rectangle 46"/>
              <p:cNvSpPr/>
              <p:nvPr/>
            </p:nvSpPr>
            <p:spPr>
              <a:xfrm>
                <a:off x="2050"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58" name="Rectangle 17"/>
              <p:cNvSpPr/>
              <p:nvPr/>
            </p:nvSpPr>
            <p:spPr>
              <a:xfrm>
                <a:off x="2609" y="2009"/>
                <a:ext cx="430" cy="38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PS</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59" name="Rectangle 48"/>
              <p:cNvSpPr/>
              <p:nvPr/>
            </p:nvSpPr>
            <p:spPr>
              <a:xfrm>
                <a:off x="2566"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60" name="Rectangle 18"/>
              <p:cNvSpPr/>
              <p:nvPr/>
            </p:nvSpPr>
            <p:spPr>
              <a:xfrm>
                <a:off x="3125" y="2009"/>
                <a:ext cx="430" cy="302"/>
              </a:xfrm>
              <a:prstGeom prst="rect">
                <a:avLst/>
              </a:prstGeom>
              <a:noFill/>
              <a:ln w="9525">
                <a:noFill/>
              </a:ln>
            </p:spPr>
            <p:txBody>
              <a:bodyPr lIns="0" rIns="0" bIns="0" anchor="t" anchorCtr="0"/>
              <a:lstStyle/>
              <a:p>
                <a:pPr algn="ctr"/>
                <a:r>
                  <a:rPr lang="en-US" altLang="zh-CN" sz="2400" b="1" dirty="0">
                    <a:latin typeface="Times New Roman" panose="02020603050405020304" pitchFamily="18" charset="0"/>
                    <a:ea typeface="宋体" panose="02010600030101010101" pitchFamily="2" charset="-122"/>
                  </a:rPr>
                  <a:t>PT1</a:t>
                </a:r>
              </a:p>
              <a:p>
                <a:pPr algn="ctr" eaLnBrk="0" hangingPunct="0"/>
                <a:endParaRPr lang="en-US" altLang="zh-CN" sz="2400" dirty="0">
                  <a:latin typeface="Times New Roman" panose="02020603050405020304" pitchFamily="18" charset="0"/>
                  <a:ea typeface="宋体" panose="02010600030101010101" pitchFamily="2" charset="-122"/>
                </a:endParaRPr>
              </a:p>
              <a:p>
                <a:pPr algn="ctr" eaLnBrk="0" hangingPunct="0"/>
                <a:endParaRPr lang="en-US" altLang="zh-CN" sz="2400" dirty="0">
                  <a:latin typeface="Times New Roman" panose="02020603050405020304" pitchFamily="18" charset="0"/>
                  <a:ea typeface="宋体" panose="02010600030101010101" pitchFamily="2" charset="-122"/>
                </a:endParaRPr>
              </a:p>
            </p:txBody>
          </p:sp>
          <p:sp>
            <p:nvSpPr>
              <p:cNvPr id="22561" name="Rectangle 50"/>
              <p:cNvSpPr/>
              <p:nvPr/>
            </p:nvSpPr>
            <p:spPr>
              <a:xfrm>
                <a:off x="3082"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62" name="Rectangle 19"/>
              <p:cNvSpPr/>
              <p:nvPr/>
            </p:nvSpPr>
            <p:spPr>
              <a:xfrm>
                <a:off x="3598" y="2009"/>
                <a:ext cx="473" cy="38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PX1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63" name="Rectangle 52"/>
              <p:cNvSpPr/>
              <p:nvPr/>
            </p:nvSpPr>
            <p:spPr>
              <a:xfrm>
                <a:off x="3598"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64" name="Rectangle 20"/>
              <p:cNvSpPr/>
              <p:nvPr/>
            </p:nvSpPr>
            <p:spPr>
              <a:xfrm>
                <a:off x="4157" y="2009"/>
                <a:ext cx="430" cy="38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PT0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2565" name="Rectangle 54"/>
              <p:cNvSpPr/>
              <p:nvPr/>
            </p:nvSpPr>
            <p:spPr>
              <a:xfrm>
                <a:off x="4114"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2566" name="Rectangle 21"/>
              <p:cNvSpPr/>
              <p:nvPr/>
            </p:nvSpPr>
            <p:spPr>
              <a:xfrm>
                <a:off x="4661" y="2009"/>
                <a:ext cx="430" cy="384"/>
              </a:xfrm>
              <a:prstGeom prst="rect">
                <a:avLst/>
              </a:prstGeom>
              <a:noFill/>
              <a:ln w="9525">
                <a:noFill/>
              </a:ln>
            </p:spPr>
            <p:txBody>
              <a:bodyPr lIns="0" rIns="0" bIns="0" anchor="t" anchorCtr="0"/>
              <a:lstStyle/>
              <a:p>
                <a:pPr algn="ctr"/>
                <a:r>
                  <a:rPr lang="en-US" altLang="zh-CN" sz="2400" b="1" dirty="0">
                    <a:latin typeface="Times New Roman" panose="02020603050405020304" pitchFamily="18" charset="0"/>
                    <a:ea typeface="宋体" panose="02010600030101010101" pitchFamily="2" charset="-122"/>
                  </a:rPr>
                  <a:t>PX0</a:t>
                </a:r>
              </a:p>
              <a:p>
                <a:pPr algn="ctr" eaLnBrk="0" hangingPunct="0"/>
                <a:endParaRPr lang="en-US" altLang="zh-CN" sz="2400" dirty="0">
                  <a:latin typeface="Times New Roman" panose="02020603050405020304" pitchFamily="18" charset="0"/>
                  <a:ea typeface="宋体" panose="02010600030101010101" pitchFamily="2" charset="-122"/>
                </a:endParaRPr>
              </a:p>
              <a:p>
                <a:pPr algn="ctr" eaLnBrk="0" hangingPunct="0"/>
                <a:endParaRPr lang="en-US" altLang="zh-CN" sz="2400" dirty="0">
                  <a:latin typeface="Times New Roman" panose="02020603050405020304" pitchFamily="18" charset="0"/>
                  <a:ea typeface="宋体" panose="02010600030101010101" pitchFamily="2" charset="-122"/>
                </a:endParaRPr>
              </a:p>
            </p:txBody>
          </p:sp>
          <p:sp>
            <p:nvSpPr>
              <p:cNvPr id="22567" name="Rectangle 56"/>
              <p:cNvSpPr/>
              <p:nvPr/>
            </p:nvSpPr>
            <p:spPr>
              <a:xfrm>
                <a:off x="4630" y="2009"/>
                <a:ext cx="516" cy="38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grpSp>
      </p:grpSp>
      <p:sp>
        <p:nvSpPr>
          <p:cNvPr id="98366" name="Rectangle 62"/>
          <p:cNvSpPr/>
          <p:nvPr/>
        </p:nvSpPr>
        <p:spPr>
          <a:xfrm>
            <a:off x="611505" y="3573145"/>
            <a:ext cx="6553200" cy="2749550"/>
          </a:xfrm>
          <a:prstGeom prst="rect">
            <a:avLst/>
          </a:prstGeom>
          <a:noFill/>
          <a:ln w="9525">
            <a:noFill/>
          </a:ln>
        </p:spPr>
        <p:txBody>
          <a:bodyPr anchor="t" anchorCtr="0">
            <a:spAutoFit/>
          </a:bodyPr>
          <a:lstStyle/>
          <a:p>
            <a:pPr algn="just" defTabSz="914400">
              <a:lnSpc>
                <a:spcPct val="120000"/>
              </a:lnSpc>
              <a:tabLst>
                <a:tab pos="1485900" algn="l"/>
              </a:tabLst>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PX0——</a:t>
            </a:r>
            <a:r>
              <a:rPr lang="zh-CN" altLang="en-US" sz="2400" b="1" dirty="0">
                <a:latin typeface="Times New Roman" panose="02020603050405020304" pitchFamily="18" charset="0"/>
                <a:ea typeface="宋体" panose="02010600030101010101" pitchFamily="2" charset="-122"/>
              </a:rPr>
              <a:t>外部中断</a:t>
            </a:r>
            <a:r>
              <a:rPr lang="en-US" altLang="zh-CN" sz="2400" b="1" dirty="0">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优先级设定位</a:t>
            </a:r>
            <a:endParaRPr lang="zh-CN" altLang="en-US" sz="2400" dirty="0">
              <a:latin typeface="Times New Roman" panose="02020603050405020304" pitchFamily="18" charset="0"/>
              <a:ea typeface="宋体" panose="02010600030101010101" pitchFamily="2" charset="-122"/>
            </a:endParaRPr>
          </a:p>
          <a:p>
            <a:pPr algn="just" defTabSz="914400" eaLnBrk="0" hangingPunct="0">
              <a:lnSpc>
                <a:spcPct val="120000"/>
              </a:lnSpc>
              <a:tabLst>
                <a:tab pos="1485900" algn="l"/>
              </a:tabLst>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PT0——</a:t>
            </a:r>
            <a:r>
              <a:rPr lang="zh-CN" altLang="en-US" sz="2400" b="1" dirty="0">
                <a:latin typeface="Times New Roman" panose="02020603050405020304" pitchFamily="18" charset="0"/>
                <a:ea typeface="宋体" panose="02010600030101010101" pitchFamily="2" charset="-122"/>
              </a:rPr>
              <a:t>定时中断</a:t>
            </a:r>
            <a:r>
              <a:rPr lang="en-US" altLang="zh-CN" sz="2400" b="1" dirty="0">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优先级设定位</a:t>
            </a:r>
            <a:endParaRPr lang="zh-CN" altLang="en-US" sz="2400" dirty="0">
              <a:latin typeface="Times New Roman" panose="02020603050405020304" pitchFamily="18" charset="0"/>
              <a:ea typeface="宋体" panose="02010600030101010101" pitchFamily="2" charset="-122"/>
            </a:endParaRPr>
          </a:p>
          <a:p>
            <a:pPr algn="just" defTabSz="914400" eaLnBrk="0" hangingPunct="0">
              <a:lnSpc>
                <a:spcPct val="120000"/>
              </a:lnSpc>
              <a:tabLst>
                <a:tab pos="1485900" algn="l"/>
              </a:tabLst>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PX1——</a:t>
            </a:r>
            <a:r>
              <a:rPr lang="zh-CN" altLang="en-US" sz="2400" b="1" dirty="0">
                <a:latin typeface="Times New Roman" panose="02020603050405020304" pitchFamily="18" charset="0"/>
                <a:ea typeface="宋体" panose="02010600030101010101" pitchFamily="2" charset="-122"/>
              </a:rPr>
              <a:t>外部中断</a:t>
            </a:r>
            <a:r>
              <a:rPr lang="en-US" altLang="zh-CN" sz="2400" b="1" dirty="0">
                <a:latin typeface="Times New Roman" panose="02020603050405020304" pitchFamily="18" charset="0"/>
                <a:ea typeface="宋体" panose="02010600030101010101" pitchFamily="2" charset="-122"/>
              </a:rPr>
              <a:t>l</a:t>
            </a:r>
            <a:r>
              <a:rPr lang="zh-CN" altLang="en-US" sz="2400" b="1" dirty="0">
                <a:latin typeface="Times New Roman" panose="02020603050405020304" pitchFamily="18" charset="0"/>
                <a:ea typeface="宋体" panose="02010600030101010101" pitchFamily="2" charset="-122"/>
              </a:rPr>
              <a:t>优先级设定位</a:t>
            </a:r>
            <a:endParaRPr lang="zh-CN" altLang="en-US" sz="2400" dirty="0">
              <a:latin typeface="Times New Roman" panose="02020603050405020304" pitchFamily="18" charset="0"/>
              <a:ea typeface="宋体" panose="02010600030101010101" pitchFamily="2" charset="-122"/>
            </a:endParaRPr>
          </a:p>
          <a:p>
            <a:pPr algn="just" defTabSz="914400" eaLnBrk="0" hangingPunct="0">
              <a:lnSpc>
                <a:spcPct val="120000"/>
              </a:lnSpc>
              <a:tabLst>
                <a:tab pos="1485900" algn="l"/>
              </a:tabLst>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PT1——</a:t>
            </a:r>
            <a:r>
              <a:rPr lang="zh-CN" altLang="en-US" sz="2400" b="1" dirty="0">
                <a:latin typeface="Times New Roman" panose="02020603050405020304" pitchFamily="18" charset="0"/>
                <a:ea typeface="宋体" panose="02010600030101010101" pitchFamily="2" charset="-122"/>
              </a:rPr>
              <a:t>定时中断</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优先级设定位</a:t>
            </a:r>
          </a:p>
          <a:p>
            <a:pPr algn="just" defTabSz="914400" eaLnBrk="0" hangingPunct="0">
              <a:lnSpc>
                <a:spcPct val="120000"/>
              </a:lnSpc>
              <a:tabLst>
                <a:tab pos="1485900" algn="l"/>
              </a:tabLst>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PS  —— </a:t>
            </a:r>
            <a:r>
              <a:rPr lang="zh-CN" altLang="en-US" sz="2400" b="1" dirty="0">
                <a:latin typeface="Times New Roman" panose="02020603050405020304" pitchFamily="18" charset="0"/>
                <a:ea typeface="宋体" panose="02010600030101010101" pitchFamily="2" charset="-122"/>
              </a:rPr>
              <a:t>串行中断优先级设定位</a:t>
            </a:r>
          </a:p>
          <a:p>
            <a:pPr algn="just" defTabSz="914400" eaLnBrk="0" hangingPunct="0">
              <a:lnSpc>
                <a:spcPct val="120000"/>
              </a:lnSpc>
              <a:tabLst>
                <a:tab pos="1485900" algn="l"/>
              </a:tabLst>
            </a:pPr>
            <a:r>
              <a:rPr lang="zh-CN" altLang="en-US" sz="2400" b="1" dirty="0">
                <a:solidFill>
                  <a:srgbClr val="FF0000"/>
                </a:solidFill>
                <a:latin typeface="Times New Roman" panose="02020603050405020304" pitchFamily="18" charset="0"/>
                <a:ea typeface="宋体" panose="02010600030101010101" pitchFamily="2" charset="-122"/>
              </a:rPr>
              <a:t>   </a:t>
            </a:r>
            <a:r>
              <a:rPr lang="en-US" altLang="zh-CN" sz="2400" b="1" dirty="0">
                <a:solidFill>
                  <a:srgbClr val="FF0000"/>
                </a:solidFill>
                <a:latin typeface="Times New Roman" panose="02020603050405020304" pitchFamily="18" charset="0"/>
                <a:ea typeface="宋体" panose="02010600030101010101" pitchFamily="2" charset="-122"/>
              </a:rPr>
              <a:t>X =0,  </a:t>
            </a:r>
            <a:r>
              <a:rPr lang="zh-CN" altLang="en-US" sz="2400" b="1" dirty="0">
                <a:solidFill>
                  <a:srgbClr val="FF0000"/>
                </a:solidFill>
                <a:latin typeface="Times New Roman" panose="02020603050405020304" pitchFamily="18" charset="0"/>
                <a:ea typeface="宋体" panose="02010600030101010101" pitchFamily="2" charset="-122"/>
              </a:rPr>
              <a:t>优先级为低；</a:t>
            </a:r>
            <a:r>
              <a:rPr lang="en-US" altLang="zh-CN" sz="2400" b="1" dirty="0">
                <a:solidFill>
                  <a:srgbClr val="FF0000"/>
                </a:solidFill>
                <a:latin typeface="Times New Roman" panose="02020603050405020304" pitchFamily="18" charset="0"/>
                <a:ea typeface="宋体" panose="02010600030101010101" pitchFamily="2" charset="-122"/>
              </a:rPr>
              <a:t>X=1, </a:t>
            </a:r>
            <a:r>
              <a:rPr lang="zh-CN" altLang="en-US" sz="2400" b="1" dirty="0">
                <a:solidFill>
                  <a:srgbClr val="FF0000"/>
                </a:solidFill>
                <a:latin typeface="Times New Roman" panose="02020603050405020304" pitchFamily="18" charset="0"/>
                <a:ea typeface="宋体" panose="02010600030101010101" pitchFamily="2" charset="-122"/>
              </a:rPr>
              <a:t>优先级为高。 </a:t>
            </a:r>
          </a:p>
        </p:txBody>
      </p:sp>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p:nvPr/>
        </p:nvSpPr>
        <p:spPr>
          <a:xfrm>
            <a:off x="55563" y="920750"/>
            <a:ext cx="8870950" cy="1698625"/>
          </a:xfrm>
          <a:prstGeom prst="rect">
            <a:avLst/>
          </a:prstGeom>
          <a:noFill/>
          <a:ln w="9525">
            <a:noFill/>
          </a:ln>
        </p:spPr>
        <p:txBody>
          <a:bodyPr anchor="t" anchorCtr="0">
            <a:spAutoFit/>
          </a:bodyPr>
          <a:lstStyle/>
          <a:p>
            <a:pPr indent="268605" algn="just"/>
            <a:r>
              <a:rPr lang="en-US" altLang="zh-CN" sz="2400" b="1" dirty="0">
                <a:solidFill>
                  <a:srgbClr val="FF0000"/>
                </a:solidFill>
                <a:latin typeface="Times New Roman" panose="02020603050405020304" pitchFamily="18" charset="0"/>
                <a:ea typeface="黑体" panose="02010609060101010101" pitchFamily="49" charset="-122"/>
              </a:rPr>
              <a:t>5</a:t>
            </a:r>
            <a:r>
              <a:rPr lang="zh-CN" altLang="en-US" sz="2400" b="1" dirty="0">
                <a:solidFill>
                  <a:srgbClr val="FF0000"/>
                </a:solidFill>
                <a:latin typeface="Times New Roman" panose="02020603050405020304" pitchFamily="18" charset="0"/>
                <a:ea typeface="黑体" panose="02010609060101010101" pitchFamily="49" charset="-122"/>
              </a:rPr>
              <a:t>．中断控制寄存器状态设置</a:t>
            </a:r>
            <a:endParaRPr lang="zh-CN" altLang="en-US" sz="2400" dirty="0">
              <a:latin typeface="Times New Roman" panose="02020603050405020304" pitchFamily="18" charset="0"/>
              <a:ea typeface="宋体" panose="02010600030101010101" pitchFamily="2" charset="-122"/>
            </a:endParaRPr>
          </a:p>
          <a:p>
            <a:pPr indent="268605" algn="just" eaLnBrk="0" hangingPunct="0"/>
            <a:r>
              <a:rPr lang="zh-CN" altLang="en-US" sz="2400" b="1" dirty="0">
                <a:solidFill>
                  <a:srgbClr val="FF0000"/>
                </a:solidFill>
                <a:latin typeface="Times New Roman" panose="02020603050405020304" pitchFamily="18" charset="0"/>
                <a:ea typeface="黑体" panose="02010609060101010101" pitchFamily="49" charset="-122"/>
              </a:rPr>
              <a:t> </a:t>
            </a:r>
            <a:endParaRPr lang="zh-CN" altLang="en-US" sz="2400" dirty="0">
              <a:latin typeface="Times New Roman" panose="02020603050405020304" pitchFamily="18" charset="0"/>
              <a:ea typeface="宋体" panose="02010600030101010101" pitchFamily="2" charset="-122"/>
            </a:endParaRPr>
          </a:p>
          <a:p>
            <a:pPr indent="268605" algn="just" eaLnBrk="0" hangingPunct="0">
              <a:lnSpc>
                <a:spcPct val="120000"/>
              </a:lnSpc>
            </a:pPr>
            <a:r>
              <a:rPr lang="zh-CN" altLang="en-US" sz="2400" b="1" dirty="0">
                <a:latin typeface="Times New Roman" panose="02020603050405020304" pitchFamily="18" charset="0"/>
                <a:ea typeface="宋体" panose="02010600030101010101" pitchFamily="2" charset="-122"/>
              </a:rPr>
              <a:t>这四个控制寄存器都是既可进行</a:t>
            </a:r>
            <a:r>
              <a:rPr lang="zh-CN" altLang="en-US" sz="2400" b="1" dirty="0">
                <a:solidFill>
                  <a:srgbClr val="FF0000"/>
                </a:solidFill>
                <a:latin typeface="Times New Roman" panose="02020603050405020304" pitchFamily="18" charset="0"/>
                <a:ea typeface="宋体" panose="02010600030101010101" pitchFamily="2" charset="-122"/>
              </a:rPr>
              <a:t>字节寻址</a:t>
            </a:r>
            <a:r>
              <a:rPr lang="zh-CN" altLang="en-US" sz="2400" b="1" dirty="0">
                <a:latin typeface="Times New Roman" panose="02020603050405020304" pitchFamily="18" charset="0"/>
                <a:ea typeface="宋体" panose="02010600030101010101" pitchFamily="2" charset="-122"/>
              </a:rPr>
              <a:t>又可进行</a:t>
            </a:r>
            <a:r>
              <a:rPr lang="zh-CN" altLang="en-US" sz="2400" b="1" dirty="0">
                <a:solidFill>
                  <a:srgbClr val="FF0000"/>
                </a:solidFill>
                <a:latin typeface="Times New Roman" panose="02020603050405020304" pitchFamily="18" charset="0"/>
                <a:ea typeface="宋体" panose="02010600030101010101" pitchFamily="2" charset="-122"/>
              </a:rPr>
              <a:t>位寻址的</a:t>
            </a:r>
            <a:r>
              <a:rPr lang="zh-CN" altLang="en-US" sz="2400" b="1"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indent="268605" algn="just" eaLnBrk="0" hangingPunct="0">
              <a:lnSpc>
                <a:spcPct val="120000"/>
              </a:lnSpc>
            </a:pPr>
            <a:r>
              <a:rPr lang="zh-CN" altLang="en-US" sz="2400" b="1" dirty="0">
                <a:latin typeface="Times New Roman" panose="02020603050405020304" pitchFamily="18" charset="0"/>
                <a:ea typeface="宋体" panose="02010600030101010101" pitchFamily="2" charset="-122"/>
              </a:rPr>
              <a:t>初始化方式：</a:t>
            </a:r>
            <a:r>
              <a:rPr lang="zh-CN" altLang="en-US" sz="2400" b="1" dirty="0">
                <a:solidFill>
                  <a:srgbClr val="FF0000"/>
                </a:solidFill>
                <a:latin typeface="Times New Roman" panose="02020603050405020304" pitchFamily="18" charset="0"/>
                <a:ea typeface="宋体" panose="02010600030101010101" pitchFamily="2" charset="-122"/>
              </a:rPr>
              <a:t>字节操作指令，位操作指令。</a:t>
            </a:r>
            <a:endParaRPr lang="zh-CN" altLang="en-US" sz="2400" dirty="0">
              <a:latin typeface="Times New Roman" panose="02020603050405020304" pitchFamily="18" charset="0"/>
              <a:ea typeface="宋体" panose="02010600030101010101" pitchFamily="2" charset="-122"/>
            </a:endParaRPr>
          </a:p>
        </p:txBody>
      </p:sp>
      <p:grpSp>
        <p:nvGrpSpPr>
          <p:cNvPr id="2" name="Group 42"/>
          <p:cNvGrpSpPr/>
          <p:nvPr/>
        </p:nvGrpSpPr>
        <p:grpSpPr>
          <a:xfrm>
            <a:off x="457200" y="4267200"/>
            <a:ext cx="8305800" cy="1828800"/>
            <a:chOff x="288" y="2688"/>
            <a:chExt cx="5232" cy="1152"/>
          </a:xfrm>
        </p:grpSpPr>
        <p:sp>
          <p:nvSpPr>
            <p:cNvPr id="24579" name="Rectangle 4"/>
            <p:cNvSpPr/>
            <p:nvPr/>
          </p:nvSpPr>
          <p:spPr>
            <a:xfrm>
              <a:off x="338" y="2692"/>
              <a:ext cx="533" cy="513"/>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位地址</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80" name="Rectangle 5"/>
            <p:cNvSpPr/>
            <p:nvPr/>
          </p:nvSpPr>
          <p:spPr>
            <a:xfrm>
              <a:off x="291" y="2692"/>
              <a:ext cx="626"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81" name="Rectangle 6"/>
            <p:cNvSpPr/>
            <p:nvPr/>
          </p:nvSpPr>
          <p:spPr>
            <a:xfrm>
              <a:off x="964" y="2692"/>
              <a:ext cx="482"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AF</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82" name="Rectangle 7"/>
            <p:cNvSpPr/>
            <p:nvPr/>
          </p:nvSpPr>
          <p:spPr>
            <a:xfrm>
              <a:off x="917" y="2692"/>
              <a:ext cx="576"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83" name="Rectangle 8"/>
            <p:cNvSpPr/>
            <p:nvPr/>
          </p:nvSpPr>
          <p:spPr>
            <a:xfrm>
              <a:off x="1539" y="2692"/>
              <a:ext cx="483"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AE</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84" name="Rectangle 9"/>
            <p:cNvSpPr/>
            <p:nvPr/>
          </p:nvSpPr>
          <p:spPr>
            <a:xfrm>
              <a:off x="1493" y="2692"/>
              <a:ext cx="575"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85" name="Rectangle 10"/>
            <p:cNvSpPr/>
            <p:nvPr/>
          </p:nvSpPr>
          <p:spPr>
            <a:xfrm>
              <a:off x="2114" y="2692"/>
              <a:ext cx="483"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AD</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86" name="Rectangle 11"/>
            <p:cNvSpPr/>
            <p:nvPr/>
          </p:nvSpPr>
          <p:spPr>
            <a:xfrm>
              <a:off x="2068" y="2692"/>
              <a:ext cx="575"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87" name="Rectangle 12"/>
            <p:cNvSpPr/>
            <p:nvPr/>
          </p:nvSpPr>
          <p:spPr>
            <a:xfrm>
              <a:off x="2690" y="2692"/>
              <a:ext cx="482"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AC</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88" name="Rectangle 13"/>
            <p:cNvSpPr/>
            <p:nvPr/>
          </p:nvSpPr>
          <p:spPr>
            <a:xfrm>
              <a:off x="2643" y="2692"/>
              <a:ext cx="576"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89" name="Rectangle 14"/>
            <p:cNvSpPr/>
            <p:nvPr/>
          </p:nvSpPr>
          <p:spPr>
            <a:xfrm>
              <a:off x="3265" y="2692"/>
              <a:ext cx="483"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AB</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90" name="Rectangle 15"/>
            <p:cNvSpPr/>
            <p:nvPr/>
          </p:nvSpPr>
          <p:spPr>
            <a:xfrm>
              <a:off x="3219" y="2692"/>
              <a:ext cx="575"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91" name="Rectangle 16"/>
            <p:cNvSpPr/>
            <p:nvPr/>
          </p:nvSpPr>
          <p:spPr>
            <a:xfrm>
              <a:off x="3840" y="2692"/>
              <a:ext cx="483"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AA</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92" name="Rectangle 17"/>
            <p:cNvSpPr/>
            <p:nvPr/>
          </p:nvSpPr>
          <p:spPr>
            <a:xfrm>
              <a:off x="3794" y="2692"/>
              <a:ext cx="575"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93" name="Rectangle 18"/>
            <p:cNvSpPr/>
            <p:nvPr/>
          </p:nvSpPr>
          <p:spPr>
            <a:xfrm>
              <a:off x="4416" y="2692"/>
              <a:ext cx="482"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A9</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94" name="Rectangle 19"/>
            <p:cNvSpPr/>
            <p:nvPr/>
          </p:nvSpPr>
          <p:spPr>
            <a:xfrm>
              <a:off x="4369" y="2692"/>
              <a:ext cx="576"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95" name="Rectangle 20"/>
            <p:cNvSpPr/>
            <p:nvPr/>
          </p:nvSpPr>
          <p:spPr>
            <a:xfrm>
              <a:off x="4991" y="2692"/>
              <a:ext cx="479" cy="513"/>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A8</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96" name="Rectangle 21"/>
            <p:cNvSpPr/>
            <p:nvPr/>
          </p:nvSpPr>
          <p:spPr>
            <a:xfrm>
              <a:off x="4945" y="2692"/>
              <a:ext cx="572" cy="513"/>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97" name="Rectangle 22"/>
            <p:cNvSpPr/>
            <p:nvPr/>
          </p:nvSpPr>
          <p:spPr>
            <a:xfrm>
              <a:off x="338" y="3205"/>
              <a:ext cx="533" cy="631"/>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位符号</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598" name="Rectangle 23"/>
            <p:cNvSpPr/>
            <p:nvPr/>
          </p:nvSpPr>
          <p:spPr>
            <a:xfrm>
              <a:off x="291" y="3205"/>
              <a:ext cx="626"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599" name="Rectangle 24"/>
            <p:cNvSpPr/>
            <p:nvPr/>
          </p:nvSpPr>
          <p:spPr>
            <a:xfrm>
              <a:off x="964" y="3205"/>
              <a:ext cx="482"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EA</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solidFill>
                    <a:srgbClr val="FF0000"/>
                  </a:solidFill>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00" name="Rectangle 25"/>
            <p:cNvSpPr/>
            <p:nvPr/>
          </p:nvSpPr>
          <p:spPr>
            <a:xfrm>
              <a:off x="917" y="3205"/>
              <a:ext cx="576"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01" name="Rectangle 26"/>
            <p:cNvSpPr/>
            <p:nvPr/>
          </p:nvSpPr>
          <p:spPr>
            <a:xfrm>
              <a:off x="1539" y="3205"/>
              <a:ext cx="483"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02" name="Rectangle 27"/>
            <p:cNvSpPr/>
            <p:nvPr/>
          </p:nvSpPr>
          <p:spPr>
            <a:xfrm>
              <a:off x="1493" y="3205"/>
              <a:ext cx="575"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03" name="Rectangle 28"/>
            <p:cNvSpPr/>
            <p:nvPr/>
          </p:nvSpPr>
          <p:spPr>
            <a:xfrm>
              <a:off x="2114" y="3205"/>
              <a:ext cx="483"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04" name="Rectangle 29"/>
            <p:cNvSpPr/>
            <p:nvPr/>
          </p:nvSpPr>
          <p:spPr>
            <a:xfrm>
              <a:off x="2068" y="3205"/>
              <a:ext cx="575"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05" name="Rectangle 30"/>
            <p:cNvSpPr/>
            <p:nvPr/>
          </p:nvSpPr>
          <p:spPr>
            <a:xfrm>
              <a:off x="2690" y="3205"/>
              <a:ext cx="482"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ES</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06" name="Rectangle 31"/>
            <p:cNvSpPr/>
            <p:nvPr/>
          </p:nvSpPr>
          <p:spPr>
            <a:xfrm>
              <a:off x="2643" y="3205"/>
              <a:ext cx="576"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07" name="Rectangle 32"/>
            <p:cNvSpPr/>
            <p:nvPr/>
          </p:nvSpPr>
          <p:spPr>
            <a:xfrm>
              <a:off x="3265" y="3205"/>
              <a:ext cx="483"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ET1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solidFill>
                    <a:srgbClr val="FF0000"/>
                  </a:solidFill>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08" name="Rectangle 33"/>
            <p:cNvSpPr/>
            <p:nvPr/>
          </p:nvSpPr>
          <p:spPr>
            <a:xfrm>
              <a:off x="3219" y="3205"/>
              <a:ext cx="575"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09" name="Rectangle 34"/>
            <p:cNvSpPr/>
            <p:nvPr/>
          </p:nvSpPr>
          <p:spPr>
            <a:xfrm>
              <a:off x="3840" y="3205"/>
              <a:ext cx="483"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EX1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10" name="Rectangle 35"/>
            <p:cNvSpPr/>
            <p:nvPr/>
          </p:nvSpPr>
          <p:spPr>
            <a:xfrm>
              <a:off x="3794" y="3205"/>
              <a:ext cx="575"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11" name="Rectangle 36"/>
            <p:cNvSpPr/>
            <p:nvPr/>
          </p:nvSpPr>
          <p:spPr>
            <a:xfrm>
              <a:off x="4416" y="3205"/>
              <a:ext cx="482"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12" name="Rectangle 37"/>
            <p:cNvSpPr/>
            <p:nvPr/>
          </p:nvSpPr>
          <p:spPr>
            <a:xfrm>
              <a:off x="4369" y="3205"/>
              <a:ext cx="576"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13" name="Rectangle 38"/>
            <p:cNvSpPr/>
            <p:nvPr/>
          </p:nvSpPr>
          <p:spPr>
            <a:xfrm>
              <a:off x="4991" y="3205"/>
              <a:ext cx="479" cy="631"/>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EX0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r>
                <a:rPr lang="en-US" altLang="zh-CN" sz="2400" b="1" dirty="0">
                  <a:solidFill>
                    <a:srgbClr val="FF0000"/>
                  </a:solidFill>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24614" name="Rectangle 39"/>
            <p:cNvSpPr/>
            <p:nvPr/>
          </p:nvSpPr>
          <p:spPr>
            <a:xfrm>
              <a:off x="4945" y="3205"/>
              <a:ext cx="572" cy="631"/>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24615" name="Rectangle 40"/>
            <p:cNvSpPr/>
            <p:nvPr/>
          </p:nvSpPr>
          <p:spPr>
            <a:xfrm>
              <a:off x="288" y="2688"/>
              <a:ext cx="5232" cy="1152"/>
            </a:xfrm>
            <a:prstGeom prst="rect">
              <a:avLst/>
            </a:prstGeom>
            <a:noFill/>
            <a:ln w="9525"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grpSp>
      <p:sp>
        <p:nvSpPr>
          <p:cNvPr id="100393" name="Rectangle 41"/>
          <p:cNvSpPr/>
          <p:nvPr/>
        </p:nvSpPr>
        <p:spPr>
          <a:xfrm>
            <a:off x="395288" y="2997200"/>
            <a:ext cx="8424862" cy="968375"/>
          </a:xfrm>
          <a:prstGeom prst="rect">
            <a:avLst/>
          </a:prstGeom>
          <a:noFill/>
          <a:ln w="9525">
            <a:noFill/>
          </a:ln>
        </p:spPr>
        <p:txBody>
          <a:bodyPr anchor="t" anchorCtr="0">
            <a:spAutoFit/>
          </a:bodyPr>
          <a:lstStyle/>
          <a:p>
            <a:pPr eaLnBrk="0" hangingPunct="0">
              <a:lnSpc>
                <a:spcPct val="120000"/>
              </a:lnSpc>
            </a:pPr>
            <a:r>
              <a:rPr lang="zh-CN" altLang="en-US" sz="2400" b="1" dirty="0">
                <a:latin typeface="Times New Roman" panose="02020603050405020304" pitchFamily="18" charset="0"/>
                <a:ea typeface="宋体" panose="02010600030101010101" pitchFamily="2" charset="-122"/>
              </a:rPr>
              <a:t>例：在中断允许控制寄存器</a:t>
            </a:r>
            <a:r>
              <a:rPr lang="en-US" altLang="zh-CN" sz="2400" b="1" dirty="0">
                <a:latin typeface="Times New Roman" panose="02020603050405020304" pitchFamily="18" charset="0"/>
                <a:ea typeface="宋体" panose="02010600030101010101" pitchFamily="2" charset="-122"/>
              </a:rPr>
              <a:t>IE</a:t>
            </a:r>
            <a:r>
              <a:rPr lang="zh-CN" altLang="en-US" sz="2400" b="1" dirty="0">
                <a:latin typeface="Times New Roman" panose="02020603050405020304" pitchFamily="18" charset="0"/>
                <a:ea typeface="宋体" panose="02010600030101010101" pitchFamily="2" charset="-122"/>
              </a:rPr>
              <a:t>中，假定要开放外部中断</a:t>
            </a:r>
            <a:r>
              <a:rPr lang="en-US" altLang="zh-CN" sz="2400" b="1" dirty="0">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和定时中断</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，则：</a:t>
            </a:r>
          </a:p>
        </p:txBody>
      </p:sp>
      <mc:AlternateContent xmlns:mc="http://schemas.openxmlformats.org/markup-compatibility/2006" xmlns:p14="http://schemas.microsoft.com/office/powerpoint/2010/main">
        <mc:Choice Requires="p14">
          <p:contentPart p14:bwMode="auto" r:id="rId2">
            <p14:nvContentPartPr>
              <p14:cNvPr id="3" name="墨迹 2">
                <a:extLst>
                  <a:ext uri="{FF2B5EF4-FFF2-40B4-BE49-F238E27FC236}">
                    <a16:creationId xmlns:a16="http://schemas.microsoft.com/office/drawing/2014/main" id="{06EE84F8-D6C7-A4F8-E9B5-58312AA45D56}"/>
                  </a:ext>
                </a:extLst>
              </p14:cNvPr>
              <p14:cNvContentPartPr/>
              <p14:nvPr/>
            </p14:nvContentPartPr>
            <p14:xfrm>
              <a:off x="6474520" y="4889230"/>
              <a:ext cx="1883520" cy="362520"/>
            </p14:xfrm>
          </p:contentPart>
        </mc:Choice>
        <mc:Fallback xmlns="">
          <p:pic>
            <p:nvPicPr>
              <p:cNvPr id="3" name="墨迹 2">
                <a:extLst>
                  <a:ext uri="{FF2B5EF4-FFF2-40B4-BE49-F238E27FC236}">
                    <a16:creationId xmlns:a16="http://schemas.microsoft.com/office/drawing/2014/main" id="{06EE84F8-D6C7-A4F8-E9B5-58312AA45D56}"/>
                  </a:ext>
                </a:extLst>
              </p:cNvPr>
              <p:cNvPicPr/>
              <p:nvPr/>
            </p:nvPicPr>
            <p:blipFill>
              <a:blip r:embed="rId3"/>
              <a:stretch>
                <a:fillRect/>
              </a:stretch>
            </p:blipFill>
            <p:spPr>
              <a:xfrm>
                <a:off x="6456880" y="4871230"/>
                <a:ext cx="191916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235AE1AC-4207-6CEC-03BF-E6745EDED767}"/>
                  </a:ext>
                </a:extLst>
              </p14:cNvPr>
              <p14:cNvContentPartPr/>
              <p14:nvPr/>
            </p14:nvContentPartPr>
            <p14:xfrm>
              <a:off x="5738680" y="5784550"/>
              <a:ext cx="1609560" cy="553680"/>
            </p14:xfrm>
          </p:contentPart>
        </mc:Choice>
        <mc:Fallback xmlns="">
          <p:pic>
            <p:nvPicPr>
              <p:cNvPr id="4" name="墨迹 3">
                <a:extLst>
                  <a:ext uri="{FF2B5EF4-FFF2-40B4-BE49-F238E27FC236}">
                    <a16:creationId xmlns:a16="http://schemas.microsoft.com/office/drawing/2014/main" id="{235AE1AC-4207-6CEC-03BF-E6745EDED767}"/>
                  </a:ext>
                </a:extLst>
              </p:cNvPr>
              <p:cNvPicPr/>
              <p:nvPr/>
            </p:nvPicPr>
            <p:blipFill>
              <a:blip r:embed="rId5"/>
              <a:stretch>
                <a:fillRect/>
              </a:stretch>
            </p:blipFill>
            <p:spPr>
              <a:xfrm>
                <a:off x="5720680" y="5766550"/>
                <a:ext cx="1645200" cy="589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63177504-6F1B-8AAD-BF83-174E5F75C39F}"/>
                  </a:ext>
                </a:extLst>
              </p14:cNvPr>
              <p14:cNvContentPartPr/>
              <p14:nvPr/>
            </p14:nvContentPartPr>
            <p14:xfrm>
              <a:off x="4528000" y="5857630"/>
              <a:ext cx="133920" cy="252720"/>
            </p14:xfrm>
          </p:contentPart>
        </mc:Choice>
        <mc:Fallback xmlns="">
          <p:pic>
            <p:nvPicPr>
              <p:cNvPr id="5" name="墨迹 4">
                <a:extLst>
                  <a:ext uri="{FF2B5EF4-FFF2-40B4-BE49-F238E27FC236}">
                    <a16:creationId xmlns:a16="http://schemas.microsoft.com/office/drawing/2014/main" id="{63177504-6F1B-8AAD-BF83-174E5F75C39F}"/>
                  </a:ext>
                </a:extLst>
              </p:cNvPr>
              <p:cNvPicPr/>
              <p:nvPr/>
            </p:nvPicPr>
            <p:blipFill>
              <a:blip r:embed="rId7"/>
              <a:stretch>
                <a:fillRect/>
              </a:stretch>
            </p:blipFill>
            <p:spPr>
              <a:xfrm>
                <a:off x="4510000" y="5839990"/>
                <a:ext cx="169560" cy="288360"/>
              </a:xfrm>
              <a:prstGeom prst="rect">
                <a:avLst/>
              </a:prstGeom>
            </p:spPr>
          </p:pic>
        </mc:Fallback>
      </mc:AlternateContent>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ext Box 2"/>
          <p:cNvSpPr txBox="1"/>
          <p:nvPr/>
        </p:nvSpPr>
        <p:spPr>
          <a:xfrm>
            <a:off x="479425" y="860425"/>
            <a:ext cx="7239000" cy="3414713"/>
          </a:xfrm>
          <a:prstGeom prst="rect">
            <a:avLst/>
          </a:prstGeom>
          <a:noFill/>
          <a:ln w="9525">
            <a:noFill/>
          </a:ln>
        </p:spPr>
        <p:txBody>
          <a:bodyPr anchor="t" anchorCtr="0">
            <a:spAutoFit/>
          </a:bodyPr>
          <a:lstStyle/>
          <a:p>
            <a:pPr algn="just">
              <a:lnSpc>
                <a:spcPct val="150000"/>
              </a:lnSpc>
            </a:pPr>
            <a:r>
              <a:rPr lang="zh-CN" altLang="en-US" sz="2400" b="1" dirty="0">
                <a:latin typeface="Times New Roman" panose="02020603050405020304" pitchFamily="18" charset="0"/>
                <a:ea typeface="宋体" panose="02010600030101010101" pitchFamily="2" charset="-122"/>
              </a:rPr>
              <a:t>某一个中断被响应的</a:t>
            </a:r>
            <a:r>
              <a:rPr lang="zh-CN" altLang="en-US" sz="2400" b="1" dirty="0">
                <a:solidFill>
                  <a:srgbClr val="0A0AFF"/>
                </a:solidFill>
                <a:latin typeface="Times New Roman" panose="02020603050405020304" pitchFamily="18" charset="0"/>
                <a:ea typeface="宋体" panose="02010600030101010101" pitchFamily="2" charset="-122"/>
              </a:rPr>
              <a:t>必要条件：</a:t>
            </a:r>
          </a:p>
          <a:p>
            <a:pPr algn="just">
              <a:lnSpc>
                <a:spcPct val="150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）该中断源</a:t>
            </a:r>
            <a:r>
              <a:rPr lang="zh-CN" altLang="en-US" sz="2400" b="1" dirty="0">
                <a:solidFill>
                  <a:srgbClr val="C00000"/>
                </a:solidFill>
                <a:latin typeface="Times New Roman" panose="02020603050405020304" pitchFamily="18" charset="0"/>
                <a:ea typeface="宋体" panose="02010600030101010101" pitchFamily="2" charset="-122"/>
              </a:rPr>
              <a:t>发出中断请求</a:t>
            </a:r>
            <a:r>
              <a:rPr lang="zh-CN" altLang="en-US" sz="2400" b="1" dirty="0">
                <a:latin typeface="Times New Roman" panose="02020603050405020304" pitchFamily="18" charset="0"/>
                <a:ea typeface="宋体" panose="02010600030101010101" pitchFamily="2" charset="-122"/>
              </a:rPr>
              <a:t>；</a:t>
            </a:r>
          </a:p>
          <a:p>
            <a:pPr algn="just">
              <a:lnSpc>
                <a:spcPct val="150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开中断，即中断</a:t>
            </a:r>
            <a:r>
              <a:rPr lang="zh-CN" altLang="en-US" sz="2400" b="1" dirty="0">
                <a:solidFill>
                  <a:srgbClr val="C00000"/>
                </a:solidFill>
                <a:latin typeface="Times New Roman" panose="02020603050405020304" pitchFamily="18" charset="0"/>
                <a:ea typeface="宋体" panose="02010600030101010101" pitchFamily="2" charset="-122"/>
              </a:rPr>
              <a:t>总允许位</a:t>
            </a:r>
            <a:r>
              <a:rPr lang="en-US" altLang="zh-CN" sz="2400" b="1" dirty="0">
                <a:solidFill>
                  <a:srgbClr val="C00000"/>
                </a:solidFill>
                <a:latin typeface="Times New Roman" panose="02020603050405020304" pitchFamily="18" charset="0"/>
                <a:ea typeface="宋体" panose="02010600030101010101" pitchFamily="2" charset="-122"/>
              </a:rPr>
              <a:t>EA=1</a:t>
            </a:r>
            <a:r>
              <a:rPr lang="zh-CN" altLang="en-US" sz="2400" b="1" dirty="0">
                <a:latin typeface="Times New Roman" panose="02020603050405020304" pitchFamily="18" charset="0"/>
                <a:ea typeface="宋体" panose="02010600030101010101" pitchFamily="2" charset="-122"/>
              </a:rPr>
              <a:t>；</a:t>
            </a:r>
          </a:p>
          <a:p>
            <a:pPr algn="just">
              <a:lnSpc>
                <a:spcPct val="150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）申请中断的中断源的</a:t>
            </a:r>
            <a:r>
              <a:rPr lang="zh-CN" altLang="en-US" sz="2400" b="1" dirty="0">
                <a:solidFill>
                  <a:srgbClr val="C00000"/>
                </a:solidFill>
                <a:latin typeface="Times New Roman" panose="02020603050405020304" pitchFamily="18" charset="0"/>
                <a:ea typeface="宋体" panose="02010600030101010101" pitchFamily="2" charset="-122"/>
              </a:rPr>
              <a:t>中断允许位为</a:t>
            </a:r>
            <a:r>
              <a:rPr lang="en-US" altLang="zh-CN" sz="2400" b="1" dirty="0">
                <a:solidFill>
                  <a:srgbClr val="C00000"/>
                </a:solidFill>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，即该中断没有被屏蔽；</a:t>
            </a:r>
          </a:p>
          <a:p>
            <a:pPr>
              <a:lnSpc>
                <a:spcPct val="150000"/>
              </a:lnSpc>
            </a:pPr>
            <a:r>
              <a:rPr lang="zh-CN" altLang="en-US" sz="2400" b="1" dirty="0">
                <a:latin typeface="宋体" panose="02010600030101010101" pitchFamily="2" charset="-122"/>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a:t>
            </a:r>
            <a:r>
              <a:rPr lang="zh-CN" altLang="en-US" sz="2400" b="1" dirty="0">
                <a:solidFill>
                  <a:srgbClr val="C00000"/>
                </a:solidFill>
                <a:latin typeface="宋体" panose="02010600030101010101" pitchFamily="2" charset="-122"/>
                <a:ea typeface="宋体" panose="02010600030101010101" pitchFamily="2" charset="-122"/>
              </a:rPr>
              <a:t>无同级或是更高级中断正在被服务</a:t>
            </a:r>
            <a:r>
              <a:rPr lang="zh-CN" altLang="en-US" sz="2400" b="1" dirty="0">
                <a:latin typeface="宋体" panose="02010600030101010101" pitchFamily="2" charset="-122"/>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a:t>
            </a:r>
          </a:p>
        </p:txBody>
      </p:sp>
      <p:sp>
        <p:nvSpPr>
          <p:cNvPr id="2" name="文本框 1"/>
          <p:cNvSpPr txBox="1"/>
          <p:nvPr/>
        </p:nvSpPr>
        <p:spPr>
          <a:xfrm>
            <a:off x="863600" y="5040313"/>
            <a:ext cx="5310188" cy="522287"/>
          </a:xfrm>
          <a:prstGeom prst="rect">
            <a:avLst/>
          </a:prstGeom>
          <a:noFill/>
          <a:ln w="9525">
            <a:noFill/>
          </a:ln>
        </p:spPr>
        <p:txBody>
          <a:bodyPr wrap="none" anchor="t" anchorCtr="0">
            <a:spAutoFit/>
          </a:bodyPr>
          <a:lstStyle/>
          <a:p>
            <a:r>
              <a:rPr lang="zh-CN" altLang="en-US" b="1" dirty="0">
                <a:latin typeface="Times New Roman" panose="02020603050405020304" pitchFamily="18" charset="0"/>
                <a:ea typeface="宋体" panose="02010600030101010101" pitchFamily="2" charset="-122"/>
              </a:rPr>
              <a:t>中断响应时间</a:t>
            </a:r>
            <a:r>
              <a:rPr lang="en-US" altLang="zh-CN" b="1" dirty="0">
                <a:latin typeface="Times New Roman" panose="02020603050405020304" pitchFamily="18" charset="0"/>
                <a:ea typeface="宋体" panose="02010600030101010101" pitchFamily="2" charset="-122"/>
              </a:rPr>
              <a:t>:  3~8</a:t>
            </a:r>
            <a:r>
              <a:rPr lang="zh-CN" altLang="en-US" b="1" dirty="0">
                <a:latin typeface="Times New Roman" panose="02020603050405020304" pitchFamily="18" charset="0"/>
                <a:ea typeface="宋体" panose="02010600030101010101" pitchFamily="2" charset="-122"/>
              </a:rPr>
              <a:t>个机器周期。</a:t>
            </a:r>
            <a:endParaRPr lang="zh-CN" altLang="en-US"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3" name="墨迹 2">
                <a:extLst>
                  <a:ext uri="{FF2B5EF4-FFF2-40B4-BE49-F238E27FC236}">
                    <a16:creationId xmlns:a16="http://schemas.microsoft.com/office/drawing/2014/main" id="{7E51BF3D-2EDB-C689-3679-AFC7703B6038}"/>
                  </a:ext>
                </a:extLst>
              </p14:cNvPr>
              <p14:cNvContentPartPr/>
              <p14:nvPr/>
            </p14:nvContentPartPr>
            <p14:xfrm>
              <a:off x="3188199" y="1987414"/>
              <a:ext cx="847440" cy="51840"/>
            </p14:xfrm>
          </p:contentPart>
        </mc:Choice>
        <mc:Fallback xmlns="">
          <p:pic>
            <p:nvPicPr>
              <p:cNvPr id="3" name="墨迹 2">
                <a:extLst>
                  <a:ext uri="{FF2B5EF4-FFF2-40B4-BE49-F238E27FC236}">
                    <a16:creationId xmlns:a16="http://schemas.microsoft.com/office/drawing/2014/main" id="{7E51BF3D-2EDB-C689-3679-AFC7703B6038}"/>
                  </a:ext>
                </a:extLst>
              </p:cNvPr>
              <p:cNvPicPr/>
              <p:nvPr/>
            </p:nvPicPr>
            <p:blipFill>
              <a:blip r:embed="rId3"/>
              <a:stretch>
                <a:fillRect/>
              </a:stretch>
            </p:blipFill>
            <p:spPr>
              <a:xfrm>
                <a:off x="3170199" y="1969774"/>
                <a:ext cx="88308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944287E6-78CC-F6FA-13AF-EA8AD2881FF9}"/>
                  </a:ext>
                </a:extLst>
              </p14:cNvPr>
              <p14:cNvContentPartPr/>
              <p14:nvPr/>
            </p14:nvContentPartPr>
            <p14:xfrm>
              <a:off x="3997119" y="2592214"/>
              <a:ext cx="2160360" cy="26640"/>
            </p14:xfrm>
          </p:contentPart>
        </mc:Choice>
        <mc:Fallback xmlns="">
          <p:pic>
            <p:nvPicPr>
              <p:cNvPr id="4" name="墨迹 3">
                <a:extLst>
                  <a:ext uri="{FF2B5EF4-FFF2-40B4-BE49-F238E27FC236}">
                    <a16:creationId xmlns:a16="http://schemas.microsoft.com/office/drawing/2014/main" id="{944287E6-78CC-F6FA-13AF-EA8AD2881FF9}"/>
                  </a:ext>
                </a:extLst>
              </p:cNvPr>
              <p:cNvPicPr/>
              <p:nvPr/>
            </p:nvPicPr>
            <p:blipFill>
              <a:blip r:embed="rId5"/>
              <a:stretch>
                <a:fillRect/>
              </a:stretch>
            </p:blipFill>
            <p:spPr>
              <a:xfrm>
                <a:off x="3979479" y="2574574"/>
                <a:ext cx="21960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84A1D8C7-9F2E-BC12-26BA-24B6A6D45C44}"/>
                  </a:ext>
                </a:extLst>
              </p14:cNvPr>
              <p14:cNvContentPartPr/>
              <p14:nvPr/>
            </p14:nvContentPartPr>
            <p14:xfrm>
              <a:off x="4263159" y="3020614"/>
              <a:ext cx="1712160" cy="62280"/>
            </p14:xfrm>
          </p:contentPart>
        </mc:Choice>
        <mc:Fallback xmlns="">
          <p:pic>
            <p:nvPicPr>
              <p:cNvPr id="5" name="墨迹 4">
                <a:extLst>
                  <a:ext uri="{FF2B5EF4-FFF2-40B4-BE49-F238E27FC236}">
                    <a16:creationId xmlns:a16="http://schemas.microsoft.com/office/drawing/2014/main" id="{84A1D8C7-9F2E-BC12-26BA-24B6A6D45C44}"/>
                  </a:ext>
                </a:extLst>
              </p:cNvPr>
              <p:cNvPicPr/>
              <p:nvPr/>
            </p:nvPicPr>
            <p:blipFill>
              <a:blip r:embed="rId7"/>
              <a:stretch>
                <a:fillRect/>
              </a:stretch>
            </p:blipFill>
            <p:spPr>
              <a:xfrm>
                <a:off x="4245159" y="3002974"/>
                <a:ext cx="174780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E78F64E6-593D-07AB-324A-BE93528C8951}"/>
                  </a:ext>
                </a:extLst>
              </p14:cNvPr>
              <p14:cNvContentPartPr/>
              <p14:nvPr/>
            </p14:nvContentPartPr>
            <p14:xfrm>
              <a:off x="3490599" y="4269094"/>
              <a:ext cx="2541240" cy="142560"/>
            </p14:xfrm>
          </p:contentPart>
        </mc:Choice>
        <mc:Fallback xmlns="">
          <p:pic>
            <p:nvPicPr>
              <p:cNvPr id="6" name="墨迹 5">
                <a:extLst>
                  <a:ext uri="{FF2B5EF4-FFF2-40B4-BE49-F238E27FC236}">
                    <a16:creationId xmlns:a16="http://schemas.microsoft.com/office/drawing/2014/main" id="{E78F64E6-593D-07AB-324A-BE93528C8951}"/>
                  </a:ext>
                </a:extLst>
              </p:cNvPr>
              <p:cNvPicPr/>
              <p:nvPr/>
            </p:nvPicPr>
            <p:blipFill>
              <a:blip r:embed="rId9"/>
              <a:stretch>
                <a:fillRect/>
              </a:stretch>
            </p:blipFill>
            <p:spPr>
              <a:xfrm>
                <a:off x="3472959" y="4251454"/>
                <a:ext cx="2576880" cy="178200"/>
              </a:xfrm>
              <a:prstGeom prst="rect">
                <a:avLst/>
              </a:prstGeom>
            </p:spPr>
          </p:pic>
        </mc:Fallback>
      </mc:AlternateContent>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4"/>
          <p:cNvSpPr/>
          <p:nvPr/>
        </p:nvSpPr>
        <p:spPr>
          <a:xfrm>
            <a:off x="1979613" y="765175"/>
            <a:ext cx="4876800" cy="585788"/>
          </a:xfrm>
          <a:prstGeom prst="rect">
            <a:avLst/>
          </a:prstGeom>
          <a:noFill/>
          <a:ln w="9525">
            <a:noFill/>
          </a:ln>
        </p:spPr>
        <p:txBody>
          <a:bodyPr anchor="t" anchorCtr="0">
            <a:spAutoFit/>
          </a:bodyPr>
          <a:lstStyle/>
          <a:p>
            <a:pPr indent="304800" algn="just">
              <a:lnSpc>
                <a:spcPct val="135000"/>
              </a:lnSpc>
            </a:pPr>
            <a:r>
              <a:rPr lang="zh-CN" altLang="en-US" sz="2400" b="1" dirty="0">
                <a:solidFill>
                  <a:srgbClr val="FF3300"/>
                </a:solidFill>
                <a:latin typeface="Times New Roman" panose="02020603050405020304" pitchFamily="18" charset="0"/>
                <a:ea typeface="宋体" panose="02010600030101010101" pitchFamily="2" charset="-122"/>
              </a:rPr>
              <a:t>内部</a:t>
            </a:r>
            <a:r>
              <a:rPr lang="en-US" altLang="zh-CN" sz="2400" b="1" dirty="0">
                <a:solidFill>
                  <a:srgbClr val="FF3300"/>
                </a:solidFill>
                <a:latin typeface="Times New Roman" panose="02020603050405020304" pitchFamily="18" charset="0"/>
                <a:ea typeface="宋体" panose="02010600030101010101" pitchFamily="2" charset="-122"/>
              </a:rPr>
              <a:t>ROM</a:t>
            </a:r>
            <a:r>
              <a:rPr lang="zh-CN" altLang="en-US" sz="2400" b="1" dirty="0">
                <a:solidFill>
                  <a:srgbClr val="FF3300"/>
                </a:solidFill>
                <a:latin typeface="Times New Roman" panose="02020603050405020304" pitchFamily="18" charset="0"/>
                <a:ea typeface="宋体" panose="02010600030101010101" pitchFamily="2" charset="-122"/>
              </a:rPr>
              <a:t>中的一些特殊单元</a:t>
            </a:r>
            <a:r>
              <a:rPr lang="zh-CN" altLang="en-US" sz="2400" b="1" dirty="0">
                <a:latin typeface="Times New Roman" panose="02020603050405020304" pitchFamily="18" charset="0"/>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p:txBody>
      </p:sp>
      <p:sp>
        <p:nvSpPr>
          <p:cNvPr id="29732" name="Text Box 56"/>
          <p:cNvSpPr txBox="1"/>
          <p:nvPr/>
        </p:nvSpPr>
        <p:spPr>
          <a:xfrm>
            <a:off x="0" y="836613"/>
            <a:ext cx="3960813" cy="457200"/>
          </a:xfrm>
          <a:prstGeom prst="rect">
            <a:avLst/>
          </a:prstGeom>
          <a:noFill/>
          <a:ln w="9525">
            <a:noFill/>
          </a:ln>
        </p:spPr>
        <p:txBody>
          <a:bodyPr anchor="t" anchorCtr="0">
            <a:spAutoFit/>
          </a:bodyPr>
          <a:lstStyle/>
          <a:p>
            <a:pPr>
              <a:spcBef>
                <a:spcPct val="50000"/>
              </a:spcBef>
            </a:pPr>
            <a:r>
              <a:rPr lang="zh-CN" altLang="en-US" sz="2400" b="1" dirty="0">
                <a:latin typeface="Times New Roman" panose="02020603050405020304" pitchFamily="18" charset="0"/>
                <a:ea typeface="宋体" panose="02010600030101010101" pitchFamily="2" charset="-122"/>
              </a:rPr>
              <a:t>中断矢量地址：</a:t>
            </a:r>
          </a:p>
        </p:txBody>
      </p:sp>
      <p:pic>
        <p:nvPicPr>
          <p:cNvPr id="2" name="图片 1"/>
          <p:cNvPicPr>
            <a:picLocks noChangeAspect="1"/>
          </p:cNvPicPr>
          <p:nvPr/>
        </p:nvPicPr>
        <p:blipFill>
          <a:blip r:embed="rId2"/>
          <a:stretch>
            <a:fillRect/>
          </a:stretch>
        </p:blipFill>
        <p:spPr>
          <a:xfrm>
            <a:off x="539750" y="1844675"/>
            <a:ext cx="7618095" cy="3812540"/>
          </a:xfrm>
          <a:prstGeom prst="rect">
            <a:avLst/>
          </a:prstGeom>
        </p:spPr>
      </p:pic>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1027"/>
          <p:cNvSpPr/>
          <p:nvPr/>
        </p:nvSpPr>
        <p:spPr>
          <a:xfrm>
            <a:off x="304800" y="685800"/>
            <a:ext cx="8610600" cy="939800"/>
          </a:xfrm>
          <a:prstGeom prst="rect">
            <a:avLst/>
          </a:prstGeom>
          <a:noFill/>
          <a:ln w="9525">
            <a:noFill/>
          </a:ln>
        </p:spPr>
        <p:txBody>
          <a:bodyPr anchor="t" anchorCtr="0">
            <a:spAutoFit/>
          </a:bodyPr>
          <a:lstStyle/>
          <a:p>
            <a:pPr indent="266700" algn="just">
              <a:lnSpc>
                <a:spcPct val="115000"/>
              </a:lnSpc>
            </a:pPr>
            <a:r>
              <a:rPr lang="zh-CN" altLang="en-US" sz="2400" b="1" dirty="0">
                <a:latin typeface="Times New Roman" panose="02020603050405020304" pitchFamily="18" charset="0"/>
                <a:ea typeface="宋体" panose="02010600030101010101" pitchFamily="2" charset="-122"/>
              </a:rPr>
              <a:t>例</a:t>
            </a:r>
            <a:r>
              <a:rPr lang="en-US" altLang="zh-CN" sz="2400" b="1" dirty="0">
                <a:latin typeface="Times New Roman" panose="02020603050405020304" pitchFamily="18" charset="0"/>
                <a:ea typeface="宋体" panose="02010600030101010101" pitchFamily="2" charset="-122"/>
              </a:rPr>
              <a:t>5-1  </a:t>
            </a:r>
            <a:r>
              <a:rPr lang="zh-CN" altLang="en-US" sz="2400" b="1" dirty="0">
                <a:latin typeface="Times New Roman" panose="02020603050405020304" pitchFamily="18" charset="0"/>
                <a:ea typeface="宋体" panose="02010600030101010101" pitchFamily="2" charset="-122"/>
              </a:rPr>
              <a:t>统计脉冲触发方式</a:t>
            </a:r>
            <a:r>
              <a:rPr lang="en-US" altLang="zh-CN" sz="2400" b="1" dirty="0">
                <a:latin typeface="Times New Roman" panose="02020603050405020304" pitchFamily="18" charset="0"/>
                <a:ea typeface="宋体" panose="02010600030101010101" pitchFamily="2" charset="-122"/>
              </a:rPr>
              <a:t>INT0</a:t>
            </a:r>
            <a:r>
              <a:rPr lang="zh-CN" altLang="en-US" sz="2400" b="1" dirty="0">
                <a:latin typeface="Times New Roman" panose="02020603050405020304" pitchFamily="18" charset="0"/>
                <a:ea typeface="宋体" panose="02010600030101010101" pitchFamily="2" charset="-122"/>
              </a:rPr>
              <a:t>端脉冲的个数，若满</a:t>
            </a:r>
            <a:r>
              <a:rPr lang="en-US" altLang="zh-CN" sz="2400" b="1" dirty="0">
                <a:latin typeface="Times New Roman" panose="02020603050405020304" pitchFamily="18" charset="0"/>
                <a:ea typeface="宋体" panose="02010600030101010101" pitchFamily="2" charset="-122"/>
              </a:rPr>
              <a:t>10</a:t>
            </a:r>
            <a:r>
              <a:rPr lang="zh-CN" altLang="en-US" sz="2400" b="1" dirty="0">
                <a:latin typeface="Times New Roman" panose="02020603050405020304" pitchFamily="18" charset="0"/>
                <a:ea typeface="宋体" panose="02010600030101010101" pitchFamily="2" charset="-122"/>
              </a:rPr>
              <a:t>个，则停止统计并将</a:t>
            </a:r>
            <a:r>
              <a:rPr lang="en-US" altLang="zh-CN" sz="2400" b="1" dirty="0">
                <a:latin typeface="Times New Roman" panose="02020603050405020304" pitchFamily="18" charset="0"/>
                <a:ea typeface="宋体" panose="02010600030101010101" pitchFamily="2" charset="-122"/>
              </a:rPr>
              <a:t>P1.0</a:t>
            </a:r>
            <a:r>
              <a:rPr lang="zh-CN" altLang="en-US" sz="2400" b="1" dirty="0">
                <a:latin typeface="Times New Roman" panose="02020603050405020304" pitchFamily="18" charset="0"/>
                <a:ea typeface="宋体" panose="02010600030101010101" pitchFamily="2" charset="-122"/>
              </a:rPr>
              <a:t>置</a:t>
            </a:r>
            <a:r>
              <a:rPr lang="en-US" altLang="zh-CN" sz="2400" b="1" dirty="0">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683895" y="1988820"/>
            <a:ext cx="7946390" cy="3633470"/>
          </a:xfrm>
          <a:prstGeom prst="rect">
            <a:avLst/>
          </a:prstGeom>
        </p:spPr>
      </p:pic>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Rectangle 4"/>
          <p:cNvSpPr/>
          <p:nvPr/>
        </p:nvSpPr>
        <p:spPr>
          <a:xfrm>
            <a:off x="2627313" y="404813"/>
            <a:ext cx="4006850" cy="736600"/>
          </a:xfrm>
          <a:prstGeom prst="rect">
            <a:avLst/>
          </a:prstGeom>
          <a:noFill/>
          <a:ln w="9525">
            <a:noFill/>
          </a:ln>
        </p:spPr>
        <p:txBody>
          <a:bodyPr anchor="t" anchorCtr="0">
            <a:spAutoFit/>
          </a:bodyPr>
          <a:lstStyle/>
          <a:p>
            <a:pPr>
              <a:lnSpc>
                <a:spcPct val="150000"/>
              </a:lnSpc>
            </a:pPr>
            <a:r>
              <a:rPr lang="en-US" altLang="zh-CN" b="1" dirty="0">
                <a:solidFill>
                  <a:srgbClr val="FF6600"/>
                </a:solidFill>
                <a:latin typeface="Times New Roman" panose="02020603050405020304" pitchFamily="18" charset="0"/>
                <a:ea typeface="宋体" panose="02010600030101010101" pitchFamily="2" charset="-122"/>
              </a:rPr>
              <a:t>6.3  </a:t>
            </a:r>
            <a:r>
              <a:rPr lang="zh-CN" altLang="en-US" b="1" dirty="0">
                <a:solidFill>
                  <a:srgbClr val="FF6600"/>
                </a:solidFill>
                <a:latin typeface="Times New Roman" panose="02020603050405020304" pitchFamily="18" charset="0"/>
                <a:ea typeface="宋体" panose="02010600030101010101" pitchFamily="2" charset="-122"/>
              </a:rPr>
              <a:t>中断技术应用举例</a:t>
            </a:r>
          </a:p>
        </p:txBody>
      </p:sp>
      <p:pic>
        <p:nvPicPr>
          <p:cNvPr id="2" name="图片 1"/>
          <p:cNvPicPr>
            <a:picLocks noChangeAspect="1"/>
          </p:cNvPicPr>
          <p:nvPr/>
        </p:nvPicPr>
        <p:blipFill>
          <a:blip r:embed="rId2"/>
          <a:stretch>
            <a:fillRect/>
          </a:stretch>
        </p:blipFill>
        <p:spPr>
          <a:xfrm>
            <a:off x="277495" y="1595755"/>
            <a:ext cx="8763000" cy="4990465"/>
          </a:xfrm>
          <a:prstGeom prst="rect">
            <a:avLst/>
          </a:prstGeom>
        </p:spPr>
      </p:pic>
      <p:grpSp>
        <p:nvGrpSpPr>
          <p:cNvPr id="5" name="组合 4">
            <a:extLst>
              <a:ext uri="{FF2B5EF4-FFF2-40B4-BE49-F238E27FC236}">
                <a16:creationId xmlns:a16="http://schemas.microsoft.com/office/drawing/2014/main" id="{649744B5-E0E4-BE82-0688-725B20004328}"/>
              </a:ext>
            </a:extLst>
          </p:cNvPr>
          <p:cNvGrpSpPr/>
          <p:nvPr/>
        </p:nvGrpSpPr>
        <p:grpSpPr>
          <a:xfrm>
            <a:off x="3391959" y="2038690"/>
            <a:ext cx="3103560" cy="136440"/>
            <a:chOff x="3391959" y="2038690"/>
            <a:chExt cx="3103560" cy="136440"/>
          </a:xfrm>
        </p:grpSpPr>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7794FD33-3C69-B9F3-323C-E61F2EEBEF22}"/>
                    </a:ext>
                  </a:extLst>
                </p14:cNvPr>
                <p14:cNvContentPartPr/>
                <p14:nvPr/>
              </p14:nvContentPartPr>
              <p14:xfrm>
                <a:off x="3391959" y="2038690"/>
                <a:ext cx="706320" cy="136440"/>
              </p14:xfrm>
            </p:contentPart>
          </mc:Choice>
          <mc:Fallback xmlns="">
            <p:pic>
              <p:nvPicPr>
                <p:cNvPr id="3" name="墨迹 2">
                  <a:extLst>
                    <a:ext uri="{FF2B5EF4-FFF2-40B4-BE49-F238E27FC236}">
                      <a16:creationId xmlns:a16="http://schemas.microsoft.com/office/drawing/2014/main" id="{7794FD33-3C69-B9F3-323C-E61F2EEBEF22}"/>
                    </a:ext>
                  </a:extLst>
                </p:cNvPr>
                <p:cNvPicPr/>
                <p:nvPr/>
              </p:nvPicPr>
              <p:blipFill>
                <a:blip r:embed="rId4"/>
                <a:stretch>
                  <a:fillRect/>
                </a:stretch>
              </p:blipFill>
              <p:spPr>
                <a:xfrm>
                  <a:off x="3373959" y="2020690"/>
                  <a:ext cx="74196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FB58372A-49BA-A2D3-BE8E-EA4E9FF44DF7}"/>
                    </a:ext>
                  </a:extLst>
                </p14:cNvPr>
                <p14:cNvContentPartPr/>
                <p14:nvPr/>
              </p14:nvContentPartPr>
              <p14:xfrm>
                <a:off x="4856079" y="2081890"/>
                <a:ext cx="1639440" cy="71280"/>
              </p14:xfrm>
            </p:contentPart>
          </mc:Choice>
          <mc:Fallback xmlns="">
            <p:pic>
              <p:nvPicPr>
                <p:cNvPr id="4" name="墨迹 3">
                  <a:extLst>
                    <a:ext uri="{FF2B5EF4-FFF2-40B4-BE49-F238E27FC236}">
                      <a16:creationId xmlns:a16="http://schemas.microsoft.com/office/drawing/2014/main" id="{FB58372A-49BA-A2D3-BE8E-EA4E9FF44DF7}"/>
                    </a:ext>
                  </a:extLst>
                </p:cNvPr>
                <p:cNvPicPr/>
                <p:nvPr/>
              </p:nvPicPr>
              <p:blipFill>
                <a:blip r:embed="rId6"/>
                <a:stretch>
                  <a:fillRect/>
                </a:stretch>
              </p:blipFill>
              <p:spPr>
                <a:xfrm>
                  <a:off x="4838079" y="2063890"/>
                  <a:ext cx="1675080" cy="106920"/>
                </a:xfrm>
                <a:prstGeom prst="rect">
                  <a:avLst/>
                </a:prstGeom>
              </p:spPr>
            </p:pic>
          </mc:Fallback>
        </mc:AlternateContent>
      </p:grpSp>
      <p:grpSp>
        <p:nvGrpSpPr>
          <p:cNvPr id="8" name="组合 7">
            <a:extLst>
              <a:ext uri="{FF2B5EF4-FFF2-40B4-BE49-F238E27FC236}">
                <a16:creationId xmlns:a16="http://schemas.microsoft.com/office/drawing/2014/main" id="{7EF2FA37-7C95-538A-2573-EA3EA157409F}"/>
              </a:ext>
            </a:extLst>
          </p:cNvPr>
          <p:cNvGrpSpPr/>
          <p:nvPr/>
        </p:nvGrpSpPr>
        <p:grpSpPr>
          <a:xfrm>
            <a:off x="1692759" y="3162610"/>
            <a:ext cx="3354480" cy="99720"/>
            <a:chOff x="1692759" y="3162610"/>
            <a:chExt cx="3354480" cy="99720"/>
          </a:xfrm>
        </p:grpSpPr>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59908AD2-D72A-AAE7-6ED2-8D575134C8D0}"/>
                    </a:ext>
                  </a:extLst>
                </p14:cNvPr>
                <p14:cNvContentPartPr/>
                <p14:nvPr/>
              </p14:nvContentPartPr>
              <p14:xfrm>
                <a:off x="1692759" y="3162610"/>
                <a:ext cx="2478240" cy="99720"/>
              </p14:xfrm>
            </p:contentPart>
          </mc:Choice>
          <mc:Fallback xmlns="">
            <p:pic>
              <p:nvPicPr>
                <p:cNvPr id="6" name="墨迹 5">
                  <a:extLst>
                    <a:ext uri="{FF2B5EF4-FFF2-40B4-BE49-F238E27FC236}">
                      <a16:creationId xmlns:a16="http://schemas.microsoft.com/office/drawing/2014/main" id="{59908AD2-D72A-AAE7-6ED2-8D575134C8D0}"/>
                    </a:ext>
                  </a:extLst>
                </p:cNvPr>
                <p:cNvPicPr/>
                <p:nvPr/>
              </p:nvPicPr>
              <p:blipFill>
                <a:blip r:embed="rId8"/>
                <a:stretch>
                  <a:fillRect/>
                </a:stretch>
              </p:blipFill>
              <p:spPr>
                <a:xfrm>
                  <a:off x="1674759" y="3144610"/>
                  <a:ext cx="25138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墨迹 6">
                  <a:extLst>
                    <a:ext uri="{FF2B5EF4-FFF2-40B4-BE49-F238E27FC236}">
                      <a16:creationId xmlns:a16="http://schemas.microsoft.com/office/drawing/2014/main" id="{3F8CFD78-97A2-E66D-B8B9-B3A30F59D14B}"/>
                    </a:ext>
                  </a:extLst>
                </p14:cNvPr>
                <p14:cNvContentPartPr/>
                <p14:nvPr/>
              </p14:nvContentPartPr>
              <p14:xfrm>
                <a:off x="4510119" y="3193930"/>
                <a:ext cx="537120" cy="56520"/>
              </p14:xfrm>
            </p:contentPart>
          </mc:Choice>
          <mc:Fallback xmlns="">
            <p:pic>
              <p:nvPicPr>
                <p:cNvPr id="7" name="墨迹 6">
                  <a:extLst>
                    <a:ext uri="{FF2B5EF4-FFF2-40B4-BE49-F238E27FC236}">
                      <a16:creationId xmlns:a16="http://schemas.microsoft.com/office/drawing/2014/main" id="{3F8CFD78-97A2-E66D-B8B9-B3A30F59D14B}"/>
                    </a:ext>
                  </a:extLst>
                </p:cNvPr>
                <p:cNvPicPr/>
                <p:nvPr/>
              </p:nvPicPr>
              <p:blipFill>
                <a:blip r:embed="rId10"/>
                <a:stretch>
                  <a:fillRect/>
                </a:stretch>
              </p:blipFill>
              <p:spPr>
                <a:xfrm>
                  <a:off x="4492119" y="3175930"/>
                  <a:ext cx="572760" cy="92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9" name="墨迹 8">
                <a:extLst>
                  <a:ext uri="{FF2B5EF4-FFF2-40B4-BE49-F238E27FC236}">
                    <a16:creationId xmlns:a16="http://schemas.microsoft.com/office/drawing/2014/main" id="{17AB24A2-0B2C-3E64-63FC-286A620396D6}"/>
                  </a:ext>
                </a:extLst>
              </p14:cNvPr>
              <p14:cNvContentPartPr/>
              <p14:nvPr/>
            </p14:nvContentPartPr>
            <p14:xfrm>
              <a:off x="1631199" y="3805210"/>
              <a:ext cx="1364760" cy="19440"/>
            </p14:xfrm>
          </p:contentPart>
        </mc:Choice>
        <mc:Fallback xmlns="">
          <p:pic>
            <p:nvPicPr>
              <p:cNvPr id="9" name="墨迹 8">
                <a:extLst>
                  <a:ext uri="{FF2B5EF4-FFF2-40B4-BE49-F238E27FC236}">
                    <a16:creationId xmlns:a16="http://schemas.microsoft.com/office/drawing/2014/main" id="{17AB24A2-0B2C-3E64-63FC-286A620396D6}"/>
                  </a:ext>
                </a:extLst>
              </p:cNvPr>
              <p:cNvPicPr/>
              <p:nvPr/>
            </p:nvPicPr>
            <p:blipFill>
              <a:blip r:embed="rId12"/>
              <a:stretch>
                <a:fillRect/>
              </a:stretch>
            </p:blipFill>
            <p:spPr>
              <a:xfrm>
                <a:off x="1613199" y="3787570"/>
                <a:ext cx="14004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墨迹 9">
                <a:extLst>
                  <a:ext uri="{FF2B5EF4-FFF2-40B4-BE49-F238E27FC236}">
                    <a16:creationId xmlns:a16="http://schemas.microsoft.com/office/drawing/2014/main" id="{07538150-E58B-41DF-9372-BF3314C5CD64}"/>
                  </a:ext>
                </a:extLst>
              </p14:cNvPr>
              <p14:cNvContentPartPr/>
              <p14:nvPr/>
            </p14:nvContentPartPr>
            <p14:xfrm>
              <a:off x="3527679" y="4995010"/>
              <a:ext cx="1335240" cy="145440"/>
            </p14:xfrm>
          </p:contentPart>
        </mc:Choice>
        <mc:Fallback xmlns="">
          <p:pic>
            <p:nvPicPr>
              <p:cNvPr id="10" name="墨迹 9">
                <a:extLst>
                  <a:ext uri="{FF2B5EF4-FFF2-40B4-BE49-F238E27FC236}">
                    <a16:creationId xmlns:a16="http://schemas.microsoft.com/office/drawing/2014/main" id="{07538150-E58B-41DF-9372-BF3314C5CD64}"/>
                  </a:ext>
                </a:extLst>
              </p:cNvPr>
              <p:cNvPicPr/>
              <p:nvPr/>
            </p:nvPicPr>
            <p:blipFill>
              <a:blip r:embed="rId14"/>
              <a:stretch>
                <a:fillRect/>
              </a:stretch>
            </p:blipFill>
            <p:spPr>
              <a:xfrm>
                <a:off x="3510039" y="4977370"/>
                <a:ext cx="1370880" cy="181080"/>
              </a:xfrm>
              <a:prstGeom prst="rect">
                <a:avLst/>
              </a:prstGeom>
            </p:spPr>
          </p:pic>
        </mc:Fallback>
      </mc:AlternateContent>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p:nvPr/>
        </p:nvSpPr>
        <p:spPr>
          <a:xfrm>
            <a:off x="323850" y="1858963"/>
            <a:ext cx="8153400" cy="639762"/>
          </a:xfrm>
          <a:prstGeom prst="rect">
            <a:avLst/>
          </a:prstGeom>
          <a:noFill/>
          <a:ln w="9525">
            <a:noFill/>
          </a:ln>
        </p:spPr>
        <p:txBody>
          <a:bodyPr anchor="t" anchorCtr="0">
            <a:spAutoFit/>
          </a:bodyPr>
          <a:lstStyle/>
          <a:p>
            <a:pPr indent="266700" algn="just" eaLnBrk="0" hangingPunct="0">
              <a:lnSpc>
                <a:spcPct val="150000"/>
              </a:lnSpc>
            </a:pPr>
            <a:r>
              <a:rPr lang="zh-CN" altLang="en-US" sz="2400" b="1" dirty="0">
                <a:latin typeface="Times New Roman" panose="02020603050405020304" pitchFamily="18" charset="0"/>
                <a:ea typeface="宋体" panose="02010600030101010101" pitchFamily="2" charset="-122"/>
              </a:rPr>
              <a:t>主程序和中断服务程序。	</a:t>
            </a:r>
            <a:endParaRPr lang="zh-CN" altLang="en-US" sz="2400" dirty="0">
              <a:latin typeface="Times New Roman" panose="02020603050405020304" pitchFamily="18" charset="0"/>
              <a:ea typeface="宋体" panose="02010600030101010101" pitchFamily="2" charset="-122"/>
            </a:endParaRPr>
          </a:p>
        </p:txBody>
      </p:sp>
      <p:sp>
        <p:nvSpPr>
          <p:cNvPr id="103428" name="Text Box 4"/>
          <p:cNvSpPr txBox="1"/>
          <p:nvPr/>
        </p:nvSpPr>
        <p:spPr>
          <a:xfrm>
            <a:off x="468313" y="3995738"/>
            <a:ext cx="8675687" cy="2009775"/>
          </a:xfrm>
          <a:prstGeom prst="rect">
            <a:avLst/>
          </a:prstGeom>
          <a:noFill/>
          <a:ln w="9525">
            <a:noFill/>
          </a:ln>
        </p:spPr>
        <p:txBody>
          <a:bodyPr anchor="t" anchorCtr="0">
            <a:spAutoFit/>
          </a:bodyPr>
          <a:lstStyle/>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MCS-51</a:t>
            </a:r>
            <a:r>
              <a:rPr lang="zh-CN" altLang="en-US" sz="2400" b="1" dirty="0">
                <a:latin typeface="Times New Roman" panose="02020603050405020304" pitchFamily="18" charset="0"/>
                <a:ea typeface="宋体" panose="02010600030101010101" pitchFamily="2" charset="-122"/>
              </a:rPr>
              <a:t>单片机复位后，</a:t>
            </a:r>
            <a:r>
              <a:rPr lang="en-US" altLang="zh-CN" sz="2400" b="1" dirty="0">
                <a:solidFill>
                  <a:srgbClr val="FF3300"/>
                </a:solidFill>
                <a:latin typeface="Times New Roman" panose="02020603050405020304" pitchFamily="18" charset="0"/>
                <a:ea typeface="宋体" panose="02010600030101010101" pitchFamily="2" charset="-122"/>
              </a:rPr>
              <a:t>PC=0000H</a:t>
            </a:r>
            <a:r>
              <a:rPr lang="zh-CN" altLang="en-US" sz="2400" b="1" dirty="0">
                <a:latin typeface="Times New Roman" panose="02020603050405020304" pitchFamily="18" charset="0"/>
                <a:ea typeface="宋体" panose="02010600030101010101" pitchFamily="2" charset="-122"/>
              </a:rPr>
              <a:t>，而各中断源的入口地址为</a:t>
            </a:r>
            <a:r>
              <a:rPr lang="en-US" altLang="zh-CN" sz="2400" b="1" dirty="0">
                <a:solidFill>
                  <a:srgbClr val="FF3300"/>
                </a:solidFill>
                <a:latin typeface="Times New Roman" panose="02020603050405020304" pitchFamily="18" charset="0"/>
                <a:ea typeface="宋体" panose="02010600030101010101" pitchFamily="2" charset="-122"/>
              </a:rPr>
              <a:t>0003H~0023H</a:t>
            </a:r>
            <a:r>
              <a:rPr lang="zh-CN" altLang="en-US" sz="2400" b="1" dirty="0">
                <a:latin typeface="Times New Roman" panose="02020603050405020304" pitchFamily="18" charset="0"/>
                <a:ea typeface="宋体" panose="02010600030101010101" pitchFamily="2" charset="-122"/>
              </a:rPr>
              <a:t>。因此，在编写程序时应在</a:t>
            </a:r>
            <a:r>
              <a:rPr lang="en-US" altLang="zh-CN" sz="2400" b="1" dirty="0">
                <a:latin typeface="Times New Roman" panose="02020603050405020304" pitchFamily="18" charset="0"/>
                <a:ea typeface="宋体" panose="02010600030101010101" pitchFamily="2" charset="-122"/>
              </a:rPr>
              <a:t>0000H</a:t>
            </a:r>
            <a:r>
              <a:rPr lang="zh-CN" altLang="en-US" sz="2400" b="1" dirty="0">
                <a:latin typeface="Times New Roman" panose="02020603050405020304" pitchFamily="18" charset="0"/>
                <a:ea typeface="宋体" panose="02010600030101010101" pitchFamily="2" charset="-122"/>
              </a:rPr>
              <a:t>处使用一条转移指令，跳过上述区域。主程序则以转移指令的目的地址作为其起始地址。</a:t>
            </a:r>
          </a:p>
        </p:txBody>
      </p:sp>
      <p:sp>
        <p:nvSpPr>
          <p:cNvPr id="103429" name="Rectangle 5"/>
          <p:cNvSpPr/>
          <p:nvPr/>
        </p:nvSpPr>
        <p:spPr>
          <a:xfrm>
            <a:off x="322263" y="2613025"/>
            <a:ext cx="8153400" cy="1187450"/>
          </a:xfrm>
          <a:prstGeom prst="rect">
            <a:avLst/>
          </a:prstGeom>
          <a:noFill/>
          <a:ln w="9525">
            <a:noFill/>
          </a:ln>
        </p:spPr>
        <p:txBody>
          <a:bodyPr anchor="t" anchorCtr="0">
            <a:spAutoFit/>
          </a:bodyPr>
          <a:lstStyle/>
          <a:p>
            <a:pPr indent="266700" algn="just" eaLnBrk="0" hangingPunct="0">
              <a:lnSpc>
                <a:spcPct val="150000"/>
              </a:lnSpc>
            </a:pPr>
            <a:r>
              <a:rPr lang="zh-CN" altLang="en-US" sz="2400" b="1" dirty="0">
                <a:latin typeface="Times New Roman" panose="02020603050405020304" pitchFamily="18" charset="0"/>
                <a:ea typeface="宋体" panose="02010600030101010101" pitchFamily="2" charset="-122"/>
              </a:rPr>
              <a:t>在编写主程序时应注意以下几点：</a:t>
            </a:r>
            <a:endParaRPr lang="zh-CN" altLang="en-US" sz="2400" dirty="0">
              <a:latin typeface="Times New Roman" panose="02020603050405020304" pitchFamily="18" charset="0"/>
              <a:ea typeface="宋体" panose="02010600030101010101" pitchFamily="2" charset="-122"/>
            </a:endParaRPr>
          </a:p>
          <a:p>
            <a:pPr indent="266700" algn="just"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1</a:t>
            </a:r>
            <a:r>
              <a:rPr lang="zh-CN" altLang="en-US" sz="2400" b="1" dirty="0">
                <a:solidFill>
                  <a:schemeClr val="accent2"/>
                </a:solidFill>
                <a:latin typeface="Times New Roman" panose="02020603050405020304" pitchFamily="18" charset="0"/>
                <a:ea typeface="宋体" panose="02010600030101010101" pitchFamily="2" charset="-122"/>
              </a:rPr>
              <a:t>）主程序的起始地址。</a:t>
            </a:r>
            <a:r>
              <a:rPr lang="zh-CN" altLang="en-US" sz="2400" b="1"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33796" name="Text Box 6"/>
          <p:cNvSpPr txBox="1"/>
          <p:nvPr/>
        </p:nvSpPr>
        <p:spPr>
          <a:xfrm>
            <a:off x="323850" y="1196975"/>
            <a:ext cx="5616575" cy="460375"/>
          </a:xfrm>
          <a:prstGeom prst="rect">
            <a:avLst/>
          </a:prstGeom>
          <a:noFill/>
          <a:ln w="9525">
            <a:noFill/>
          </a:ln>
        </p:spPr>
        <p:txBody>
          <a:bodyPr anchor="t" anchorCtr="0">
            <a:spAutoFit/>
          </a:bodyPr>
          <a:lstStyle/>
          <a:p>
            <a:pPr algn="just">
              <a:spcBef>
                <a:spcPct val="50000"/>
              </a:spcBef>
            </a:pPr>
            <a:r>
              <a:rPr lang="en-US" altLang="zh-CN" sz="2400" b="1" dirty="0">
                <a:solidFill>
                  <a:srgbClr val="CC00CC"/>
                </a:solidFill>
                <a:latin typeface="Times New Roman" panose="02020603050405020304" pitchFamily="18" charset="0"/>
                <a:ea typeface="宋体" panose="02010600030101010101" pitchFamily="2" charset="-122"/>
              </a:rPr>
              <a:t>6.3.1  </a:t>
            </a:r>
            <a:r>
              <a:rPr lang="zh-CN" altLang="en-US" sz="2400" b="1" dirty="0">
                <a:solidFill>
                  <a:srgbClr val="CC00CC"/>
                </a:solidFill>
                <a:latin typeface="Times New Roman" panose="02020603050405020304" pitchFamily="18" charset="0"/>
                <a:ea typeface="宋体" panose="02010600030101010101" pitchFamily="2" charset="-122"/>
              </a:rPr>
              <a:t>汇编语言中断程序的设计</a:t>
            </a:r>
          </a:p>
        </p:txBody>
      </p:sp>
    </p:spTree>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p:nvPr/>
        </p:nvSpPr>
        <p:spPr>
          <a:xfrm>
            <a:off x="381000" y="1387475"/>
            <a:ext cx="8267700" cy="3378200"/>
          </a:xfrm>
          <a:prstGeom prst="rect">
            <a:avLst/>
          </a:prstGeom>
          <a:noFill/>
          <a:ln w="9525">
            <a:noFill/>
          </a:ln>
        </p:spPr>
        <p:txBody>
          <a:bodyPr anchor="t" anchorCtr="0">
            <a:spAutoFit/>
          </a:bodyPr>
          <a:lstStyle/>
          <a:p>
            <a:pPr eaLnBrk="0" hangingPunct="0">
              <a:lnSpc>
                <a:spcPct val="150000"/>
              </a:lnSpc>
            </a:pP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2</a:t>
            </a:r>
            <a:r>
              <a:rPr lang="zh-CN" altLang="en-US" sz="2400" b="1" dirty="0">
                <a:solidFill>
                  <a:schemeClr val="accent2"/>
                </a:solidFill>
                <a:latin typeface="Times New Roman" panose="02020603050405020304" pitchFamily="18" charset="0"/>
                <a:ea typeface="宋体" panose="02010600030101010101" pitchFamily="2" charset="-122"/>
              </a:rPr>
              <a:t>） 主程序的初始化内容。</a:t>
            </a:r>
          </a:p>
          <a:p>
            <a:pPr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MCS-51</a:t>
            </a:r>
            <a:r>
              <a:rPr lang="zh-CN" altLang="en-US" sz="2400" b="1" dirty="0">
                <a:latin typeface="Times New Roman" panose="02020603050405020304" pitchFamily="18" charset="0"/>
                <a:ea typeface="宋体" panose="02010600030101010101" pitchFamily="2" charset="-122"/>
              </a:rPr>
              <a:t>中断系统的功能是通过上述特殊功能寄存器进行统一管理的，中断系统的初始化是指用户对这些特殊功能寄存器中的各控制位进行赋值。</a:t>
            </a:r>
          </a:p>
          <a:p>
            <a:pPr eaLnBrk="0" hangingPunct="0">
              <a:lnSpc>
                <a:spcPct val="150000"/>
              </a:lnSpc>
            </a:pPr>
            <a:r>
              <a:rPr lang="zh-CN" altLang="en-US" sz="2400" b="1" dirty="0">
                <a:latin typeface="Times New Roman" panose="02020603050405020304" pitchFamily="18" charset="0"/>
                <a:ea typeface="宋体" panose="02010600030101010101" pitchFamily="2" charset="-122"/>
              </a:rPr>
              <a:t>        </a:t>
            </a:r>
            <a:r>
              <a:rPr lang="zh-CN" altLang="en-US" sz="2400" b="1" dirty="0">
                <a:solidFill>
                  <a:srgbClr val="FF6600"/>
                </a:solidFill>
                <a:latin typeface="Times New Roman" panose="02020603050405020304" pitchFamily="18" charset="0"/>
                <a:ea typeface="宋体" panose="02010600030101010101" pitchFamily="2" charset="-122"/>
              </a:rPr>
              <a:t>初始化包括：相应中断源开中断；设定所涉及中断源的中断优先级；若为外部中断，应规定其触发方式。</a:t>
            </a:r>
          </a:p>
        </p:txBody>
      </p:sp>
      <p:sp>
        <p:nvSpPr>
          <p:cNvPr id="104451" name="Rectangle 3"/>
          <p:cNvSpPr/>
          <p:nvPr/>
        </p:nvSpPr>
        <p:spPr>
          <a:xfrm>
            <a:off x="449263" y="5018088"/>
            <a:ext cx="6264275" cy="639762"/>
          </a:xfrm>
          <a:prstGeom prst="rect">
            <a:avLst/>
          </a:prstGeom>
          <a:noFill/>
          <a:ln w="9525">
            <a:noFill/>
          </a:ln>
        </p:spPr>
        <p:txBody>
          <a:bodyPr wrap="none" anchor="t" anchorCtr="0">
            <a:spAutoFit/>
          </a:bodyPr>
          <a:lstStyle/>
          <a:p>
            <a:pPr eaLnBrk="0" hangingPunct="0">
              <a:lnSpc>
                <a:spcPct val="150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）中断服务程序的最后一条指令是</a:t>
            </a:r>
            <a:r>
              <a:rPr lang="en-US" altLang="zh-CN" sz="2400" b="1" dirty="0">
                <a:latin typeface="Times New Roman" panose="02020603050405020304" pitchFamily="18" charset="0"/>
                <a:ea typeface="宋体" panose="02010600030101010101" pitchFamily="2" charset="-122"/>
              </a:rPr>
              <a:t>RETI</a:t>
            </a:r>
            <a:r>
              <a:rPr lang="zh-CN" altLang="en-US" sz="2400" b="1" dirty="0">
                <a:latin typeface="Times New Roman" panose="02020603050405020304" pitchFamily="18" charset="0"/>
                <a:ea typeface="宋体" panose="02010600030101010101" pitchFamily="2" charset="-122"/>
              </a:rPr>
              <a:t>。</a:t>
            </a:r>
          </a:p>
        </p:txBody>
      </p:sp>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3"/>
          <p:cNvSpPr>
            <a:spLocks noGrp="1"/>
          </p:cNvSpPr>
          <p:nvPr>
            <p:ph idx="1"/>
          </p:nvPr>
        </p:nvSpPr>
        <p:spPr>
          <a:xfrm>
            <a:off x="323850" y="1844358"/>
            <a:ext cx="8229600" cy="2735262"/>
          </a:xfrm>
          <a:noFill/>
          <a:ln>
            <a:noFill/>
          </a:ln>
        </p:spPr>
        <p:txBody>
          <a:bodyPr anchor="t" anchorCtr="0">
            <a:normAutofit fontScale="85000" lnSpcReduction="10000"/>
          </a:bodyPr>
          <a:lstStyle/>
          <a:p>
            <a:pPr eaLnBrk="1" hangingPunct="1">
              <a:lnSpc>
                <a:spcPct val="120000"/>
              </a:lnSpc>
              <a:buNone/>
            </a:pPr>
            <a:r>
              <a:rPr lang="en-US" altLang="zh-CN" b="1" dirty="0"/>
              <a:t>C51</a:t>
            </a:r>
            <a:r>
              <a:rPr lang="zh-CN" altLang="en-US" b="1" dirty="0"/>
              <a:t>的中断函数格式：</a:t>
            </a:r>
          </a:p>
          <a:p>
            <a:pPr eaLnBrk="1" hangingPunct="1">
              <a:lnSpc>
                <a:spcPct val="120000"/>
              </a:lnSpc>
              <a:buNone/>
            </a:pPr>
            <a:r>
              <a:rPr lang="en-US" altLang="zh-CN" b="1" dirty="0">
                <a:solidFill>
                  <a:srgbClr val="FF3300"/>
                </a:solidFill>
              </a:rPr>
              <a:t>void  </a:t>
            </a:r>
            <a:r>
              <a:rPr lang="zh-CN" altLang="en-US" b="1" dirty="0">
                <a:solidFill>
                  <a:srgbClr val="FF3300"/>
                </a:solidFill>
              </a:rPr>
              <a:t>函数名（） </a:t>
            </a:r>
            <a:r>
              <a:rPr lang="en-US" altLang="zh-CN" b="1" dirty="0">
                <a:solidFill>
                  <a:srgbClr val="FF3300"/>
                </a:solidFill>
              </a:rPr>
              <a:t>interrupt </a:t>
            </a:r>
            <a:r>
              <a:rPr lang="zh-CN" altLang="en-US" b="1" dirty="0">
                <a:solidFill>
                  <a:srgbClr val="FF3300"/>
                </a:solidFill>
              </a:rPr>
              <a:t>中断号</a:t>
            </a:r>
            <a:r>
              <a:rPr lang="zh-CN" altLang="en-US" b="1" dirty="0"/>
              <a:t>   </a:t>
            </a:r>
            <a:r>
              <a:rPr lang="en-US" altLang="zh-CN" b="1" dirty="0"/>
              <a:t>using   </a:t>
            </a:r>
            <a:r>
              <a:rPr lang="zh-CN" altLang="en-US" b="1" dirty="0"/>
              <a:t>工作组</a:t>
            </a:r>
          </a:p>
          <a:p>
            <a:pPr eaLnBrk="1" hangingPunct="1">
              <a:lnSpc>
                <a:spcPct val="120000"/>
              </a:lnSpc>
              <a:buNone/>
            </a:pPr>
            <a:r>
              <a:rPr lang="zh-CN" altLang="en-US" b="1" dirty="0"/>
              <a:t>           </a:t>
            </a:r>
            <a:r>
              <a:rPr lang="en-US" altLang="zh-CN" b="1" dirty="0"/>
              <a:t>{</a:t>
            </a:r>
          </a:p>
          <a:p>
            <a:pPr eaLnBrk="1" hangingPunct="1">
              <a:lnSpc>
                <a:spcPct val="120000"/>
              </a:lnSpc>
              <a:buNone/>
            </a:pPr>
            <a:r>
              <a:rPr lang="en-US" altLang="zh-CN" b="1" dirty="0"/>
              <a:t>		</a:t>
            </a:r>
            <a:r>
              <a:rPr lang="zh-CN" altLang="en-US" b="1" dirty="0"/>
              <a:t>中断服务程序内容</a:t>
            </a:r>
          </a:p>
          <a:p>
            <a:pPr eaLnBrk="1" hangingPunct="1">
              <a:lnSpc>
                <a:spcPct val="120000"/>
              </a:lnSpc>
              <a:buNone/>
            </a:pPr>
            <a:r>
              <a:rPr lang="zh-CN" altLang="en-US" b="1" dirty="0"/>
              <a:t>		</a:t>
            </a:r>
            <a:r>
              <a:rPr lang="en-US" altLang="zh-CN" b="1" dirty="0"/>
              <a:t>}</a:t>
            </a:r>
          </a:p>
        </p:txBody>
      </p:sp>
      <p:sp>
        <p:nvSpPr>
          <p:cNvPr id="38915" name="Rectangle 5"/>
          <p:cNvSpPr/>
          <p:nvPr/>
        </p:nvSpPr>
        <p:spPr>
          <a:xfrm>
            <a:off x="0" y="690563"/>
            <a:ext cx="3860800" cy="414337"/>
          </a:xfrm>
          <a:prstGeom prst="rect">
            <a:avLst/>
          </a:prstGeom>
          <a:solidFill>
            <a:srgbClr val="FFCC99"/>
          </a:solidFill>
          <a:ln w="9525">
            <a:noFill/>
          </a:ln>
        </p:spPr>
        <p:txBody>
          <a:bodyPr bIns="0" anchor="ctr" anchorCtr="0">
            <a:spAutoFit/>
          </a:bodyPr>
          <a:lstStyle/>
          <a:p>
            <a:r>
              <a:rPr lang="en-US" altLang="zh-CN" sz="2400" b="1" dirty="0">
                <a:latin typeface="Times New Roman" panose="02020603050405020304" pitchFamily="18" charset="0"/>
                <a:ea typeface="宋体" panose="02010600030101010101" pitchFamily="2" charset="-122"/>
              </a:rPr>
              <a:t>6.3.2   C51</a:t>
            </a:r>
            <a:r>
              <a:rPr lang="zh-CN" altLang="en-US" sz="2400" b="1" dirty="0">
                <a:latin typeface="Times New Roman" panose="02020603050405020304" pitchFamily="18" charset="0"/>
                <a:ea typeface="宋体" panose="02010600030101010101" pitchFamily="2" charset="-122"/>
              </a:rPr>
              <a:t>中断程序的编写</a:t>
            </a:r>
          </a:p>
        </p:txBody>
      </p:sp>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1" name="Rectangle 3"/>
          <p:cNvSpPr>
            <a:spLocks noGrp="1"/>
          </p:cNvSpPr>
          <p:nvPr>
            <p:ph idx="1"/>
          </p:nvPr>
        </p:nvSpPr>
        <p:spPr>
          <a:xfrm>
            <a:off x="0" y="548640"/>
            <a:ext cx="8820150" cy="3673475"/>
          </a:xfrm>
          <a:noFill/>
          <a:ln>
            <a:noFill/>
          </a:ln>
        </p:spPr>
        <p:txBody>
          <a:bodyPr anchor="t" anchorCtr="0"/>
          <a:lstStyle/>
          <a:p>
            <a:pPr eaLnBrk="1" hangingPunct="1">
              <a:buNone/>
            </a:pPr>
            <a:r>
              <a:rPr lang="zh-CN" altLang="en-US" b="1" dirty="0"/>
              <a:t>例</a:t>
            </a:r>
            <a:r>
              <a:rPr lang="en-US" altLang="zh-CN" b="1" dirty="0"/>
              <a:t>6-2  </a:t>
            </a:r>
            <a:r>
              <a:rPr lang="zh-CN" altLang="en-US" b="1" dirty="0"/>
              <a:t>环境安全检测是一个非常重要的问题。某大楼内安装了</a:t>
            </a:r>
            <a:r>
              <a:rPr lang="en-US" altLang="zh-CN" b="1" dirty="0"/>
              <a:t>2</a:t>
            </a:r>
            <a:r>
              <a:rPr lang="zh-CN" altLang="en-US" b="1" dirty="0"/>
              <a:t>个烟雾检测点和</a:t>
            </a:r>
            <a:r>
              <a:rPr lang="en-US" altLang="zh-CN" b="1" dirty="0"/>
              <a:t>2</a:t>
            </a:r>
            <a:r>
              <a:rPr lang="zh-CN" altLang="en-US" b="1" dirty="0"/>
              <a:t>个煤气泄漏检测点，监控室由</a:t>
            </a:r>
            <a:r>
              <a:rPr lang="en-US" altLang="zh-CN" b="1" dirty="0"/>
              <a:t>4</a:t>
            </a:r>
            <a:r>
              <a:rPr lang="zh-CN" altLang="en-US" b="1" dirty="0"/>
              <a:t>个指示灯分别显示每个检测点的安全状态。当有意外发生时，相应的指示灯亮，发出报警。设计一个以</a:t>
            </a:r>
            <a:r>
              <a:rPr lang="en-US" altLang="zh-CN" b="1" dirty="0"/>
              <a:t>89C51</a:t>
            </a:r>
            <a:r>
              <a:rPr lang="zh-CN" altLang="en-US" b="1" dirty="0"/>
              <a:t>单片机为核心的检测系统实现环境检测功能。</a:t>
            </a:r>
          </a:p>
        </p:txBody>
      </p:sp>
      <p:pic>
        <p:nvPicPr>
          <p:cNvPr id="258054" name="Picture 6"/>
          <p:cNvPicPr>
            <a:picLocks noChangeAspect="1"/>
          </p:cNvPicPr>
          <p:nvPr/>
        </p:nvPicPr>
        <p:blipFill>
          <a:blip r:embed="rId2"/>
          <a:stretch>
            <a:fillRect/>
          </a:stretch>
        </p:blipFill>
        <p:spPr>
          <a:xfrm>
            <a:off x="395536" y="3501008"/>
            <a:ext cx="2448983" cy="2952328"/>
          </a:xfrm>
          <a:prstGeom prst="rect">
            <a:avLst/>
          </a:prstGeom>
          <a:noFill/>
          <a:ln w="9525">
            <a:noFill/>
          </a:ln>
        </p:spPr>
      </p:pic>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31C29E9C-FCA7-9EA1-50DA-29AE21DB4E6C}"/>
                  </a:ext>
                </a:extLst>
              </p14:cNvPr>
              <p14:cNvContentPartPr/>
              <p14:nvPr/>
            </p14:nvContentPartPr>
            <p14:xfrm>
              <a:off x="5862999" y="3051788"/>
              <a:ext cx="360" cy="360"/>
            </p14:xfrm>
          </p:contentPart>
        </mc:Choice>
        <mc:Fallback xmlns="">
          <p:pic>
            <p:nvPicPr>
              <p:cNvPr id="5" name="墨迹 4">
                <a:extLst>
                  <a:ext uri="{FF2B5EF4-FFF2-40B4-BE49-F238E27FC236}">
                    <a16:creationId xmlns:a16="http://schemas.microsoft.com/office/drawing/2014/main" id="{31C29E9C-FCA7-9EA1-50DA-29AE21DB4E6C}"/>
                  </a:ext>
                </a:extLst>
              </p:cNvPr>
              <p:cNvPicPr/>
              <p:nvPr/>
            </p:nvPicPr>
            <p:blipFill>
              <a:blip r:embed="rId8"/>
              <a:stretch>
                <a:fillRect/>
              </a:stretch>
            </p:blipFill>
            <p:spPr>
              <a:xfrm>
                <a:off x="5845359" y="3034148"/>
                <a:ext cx="36000" cy="36000"/>
              </a:xfrm>
              <a:prstGeom prst="rect">
                <a:avLst/>
              </a:prstGeom>
            </p:spPr>
          </p:pic>
        </mc:Fallback>
      </mc:AlternateContent>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332656"/>
            <a:ext cx="9116060" cy="6381750"/>
          </a:xfrm>
          <a:prstGeom prst="rect">
            <a:avLst/>
          </a:prstGeom>
        </p:spPr>
      </p:pic>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p:nvPr/>
        </p:nvSpPr>
        <p:spPr>
          <a:xfrm>
            <a:off x="179388" y="549275"/>
            <a:ext cx="8458200" cy="4324350"/>
          </a:xfrm>
          <a:prstGeom prst="rect">
            <a:avLst/>
          </a:prstGeom>
          <a:noFill/>
          <a:ln w="9525">
            <a:noFill/>
          </a:ln>
        </p:spPr>
        <p:txBody>
          <a:bodyPr>
            <a:spAutoFit/>
          </a:bodyPr>
          <a:lstStyle/>
          <a:p>
            <a:pPr marL="0" marR="0" lvl="0" indent="257175" algn="ctr" defTabSz="914400" rtl="0" eaLnBrk="1" fontAlgn="base" latinLnBrk="0" hangingPunct="1">
              <a:lnSpc>
                <a:spcPct val="160000"/>
              </a:lnSpc>
              <a:spcBef>
                <a:spcPct val="0"/>
              </a:spcBef>
              <a:spcAft>
                <a:spcPct val="0"/>
              </a:spcAft>
              <a:buClrTx/>
              <a:buSzTx/>
              <a:buFontTx/>
              <a:buNone/>
              <a:tabLst>
                <a:tab pos="941705" algn="l"/>
              </a:tabLst>
              <a:defRPr/>
            </a:pPr>
            <a:r>
              <a:rPr kumimoji="0" lang="en-US" altLang="zh-CN" sz="2800" b="1" i="0" u="none" strike="noStrike" kern="1200" cap="none" spc="0" normalizeH="0" baseline="0" noProof="1">
                <a:ln>
                  <a:noFill/>
                </a:ln>
                <a:solidFill>
                  <a:srgbClr val="FF0000"/>
                </a:solidFill>
                <a:effectLst/>
                <a:uLnTx/>
                <a:uFillTx/>
                <a:latin typeface="Times New Roman" panose="02020603050405020304" pitchFamily="18" charset="0"/>
                <a:ea typeface="宋体" panose="02010600030101010101" pitchFamily="2" charset="-122"/>
                <a:cs typeface="+mn-cs"/>
              </a:rPr>
              <a:t>6.4  51</a:t>
            </a:r>
            <a:r>
              <a:rPr kumimoji="0" lang="zh-CN" altLang="en-US" sz="2800" b="1" i="0" u="none" strike="noStrike" kern="1200" cap="none" spc="0" normalizeH="0" baseline="0" noProof="1">
                <a:ln>
                  <a:noFill/>
                </a:ln>
                <a:solidFill>
                  <a:srgbClr val="FF0000"/>
                </a:solidFill>
                <a:effectLst/>
                <a:uLnTx/>
                <a:uFillTx/>
                <a:latin typeface="Times New Roman" panose="02020603050405020304" pitchFamily="18" charset="0"/>
                <a:ea typeface="宋体" panose="02010600030101010101" pitchFamily="2" charset="-122"/>
                <a:cs typeface="+mn-cs"/>
              </a:rPr>
              <a:t>子系列单片机定时</a:t>
            </a:r>
            <a:r>
              <a:rPr kumimoji="0" lang="en-US" altLang="zh-CN" sz="2800" b="1" i="0" u="none" strike="noStrike" kern="1200" cap="none" spc="0" normalizeH="0" baseline="0" noProof="1">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0" lang="zh-CN" altLang="en-US" sz="2800" b="1" i="0" u="none" strike="noStrike" kern="1200" cap="none" spc="0" normalizeH="0" baseline="0" noProof="1">
                <a:ln>
                  <a:noFill/>
                </a:ln>
                <a:solidFill>
                  <a:srgbClr val="FF0000"/>
                </a:solidFill>
                <a:effectLst/>
                <a:uLnTx/>
                <a:uFillTx/>
                <a:latin typeface="Times New Roman" panose="02020603050405020304" pitchFamily="18" charset="0"/>
                <a:ea typeface="宋体" panose="02010600030101010101" pitchFamily="2" charset="-122"/>
                <a:cs typeface="+mn-cs"/>
              </a:rPr>
              <a:t>计数器的结构和寄存器</a:t>
            </a:r>
          </a:p>
          <a:p>
            <a:pPr marL="0" marR="0" lvl="0" indent="257175" algn="just" defTabSz="914400" rtl="0" eaLnBrk="0" fontAlgn="base" latinLnBrk="0" hangingPunct="0">
              <a:lnSpc>
                <a:spcPct val="160000"/>
              </a:lnSpc>
              <a:spcBef>
                <a:spcPct val="0"/>
              </a:spcBef>
              <a:spcAft>
                <a:spcPct val="0"/>
              </a:spcAft>
              <a:buClrTx/>
              <a:buSzTx/>
              <a:buFontTx/>
              <a:buNone/>
              <a:tabLst>
                <a:tab pos="941705" algn="l"/>
              </a:tabLst>
              <a:defRPr/>
            </a:pPr>
            <a:endParaRPr kumimoji="0" lang="zh-CN" altLang="en-US" sz="2400" b="1" i="0" u="none" strike="noStrike" kern="1200" cap="none" spc="0" normalizeH="0" baseline="0" noProof="1">
              <a:ln>
                <a:noFill/>
              </a:ln>
              <a:solidFill>
                <a:srgbClr val="FF0000"/>
              </a:solidFill>
              <a:effectLst/>
              <a:uLnTx/>
              <a:uFillTx/>
              <a:latin typeface="Times New Roman" panose="02020603050405020304" pitchFamily="18" charset="0"/>
              <a:ea typeface="黑体" panose="02010609060101010101" pitchFamily="49" charset="-122"/>
              <a:cs typeface="+mn-cs"/>
            </a:endParaRPr>
          </a:p>
          <a:p>
            <a:pPr marL="0" marR="0" lvl="0" indent="257175" algn="just" defTabSz="914400" rtl="0" eaLnBrk="0" fontAlgn="base" latinLnBrk="0" hangingPunct="0">
              <a:lnSpc>
                <a:spcPct val="160000"/>
              </a:lnSpc>
              <a:spcBef>
                <a:spcPct val="0"/>
              </a:spcBef>
              <a:spcAft>
                <a:spcPct val="0"/>
              </a:spcAft>
              <a:buClrTx/>
              <a:buSzTx/>
              <a:buFontTx/>
              <a:buNone/>
              <a:tabLst>
                <a:tab pos="941705" algn="l"/>
              </a:tabLst>
              <a:defRPr/>
            </a:pPr>
            <a:r>
              <a:rPr kumimoji="0" lang="en-US" altLang="zh-CN" sz="2400" b="1" i="0" u="none" strike="noStrike" kern="1200" cap="none" spc="0" normalizeH="0" baseline="0" noProof="1">
                <a:ln>
                  <a:noFill/>
                </a:ln>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ea typeface="黑体" panose="02010609060101010101" pitchFamily="49" charset="-122"/>
                <a:cs typeface="+mn-cs"/>
              </a:rPr>
              <a:t>6.4.1  </a:t>
            </a:r>
            <a:r>
              <a:rPr kumimoji="0" lang="zh-CN" altLang="en-US" sz="2400" b="1" i="0" u="none" strike="noStrike" kern="1200" cap="none" spc="0" normalizeH="0" baseline="0" noProof="1">
                <a:ln>
                  <a:noFill/>
                </a:ln>
                <a:solidFill>
                  <a:schemeClr val="accent1"/>
                </a:solidFill>
                <a:effectLst>
                  <a:outerShdw blurRad="38100" dist="25400" dir="5400000" algn="ctr" rotWithShape="0">
                    <a:srgbClr val="6E747A">
                      <a:alpha val="43000"/>
                    </a:srgbClr>
                  </a:outerShdw>
                </a:effectLst>
                <a:uLnTx/>
                <a:uFillTx/>
                <a:latin typeface="Times New Roman" panose="02020603050405020304" pitchFamily="18" charset="0"/>
                <a:ea typeface="黑体" panose="02010609060101010101" pitchFamily="49" charset="-122"/>
                <a:cs typeface="+mn-cs"/>
              </a:rPr>
              <a:t>定时和计数的概念</a:t>
            </a:r>
          </a:p>
          <a:p>
            <a:pPr marL="0" marR="0" lvl="0" indent="257175" algn="just" defTabSz="914400" rtl="0" eaLnBrk="0" fontAlgn="base" latinLnBrk="0" hangingPunct="0">
              <a:lnSpc>
                <a:spcPct val="160000"/>
              </a:lnSpc>
              <a:spcBef>
                <a:spcPct val="0"/>
              </a:spcBef>
              <a:spcAft>
                <a:spcPct val="0"/>
              </a:spcAft>
              <a:buClrTx/>
              <a:buSzTx/>
              <a:buFontTx/>
              <a:buNone/>
              <a:tabLst>
                <a:tab pos="941705" algn="l"/>
              </a:tabLst>
              <a:defRPr/>
            </a:pPr>
            <a:r>
              <a:rPr kumimoji="0" lang="en-US" altLang="zh-CN" sz="2400" b="1" i="0" u="none" strike="noStrike" kern="1200" cap="none" spc="0" normalizeH="0" baseline="0" noProof="1">
                <a:ln>
                  <a:noFill/>
                </a:ln>
                <a:solidFill>
                  <a:schemeClr val="accent2"/>
                </a:solidFill>
                <a:effectLst/>
                <a:uLnTx/>
                <a:uFillTx/>
                <a:latin typeface="Times New Roman" panose="02020603050405020304" pitchFamily="18" charset="0"/>
                <a:ea typeface="黑体" panose="02010609060101010101" pitchFamily="49" charset="-122"/>
                <a:cs typeface="+mn-cs"/>
              </a:rPr>
              <a:t>(1)  </a:t>
            </a:r>
            <a:r>
              <a:rPr kumimoji="0" lang="zh-CN" altLang="en-US" sz="2400" b="1" i="0" u="none" strike="noStrike" kern="1200" cap="none" spc="0" normalizeH="0" baseline="0" noProof="1">
                <a:ln>
                  <a:noFill/>
                </a:ln>
                <a:solidFill>
                  <a:schemeClr val="accent2"/>
                </a:solidFill>
                <a:effectLst/>
                <a:uLnTx/>
                <a:uFillTx/>
                <a:latin typeface="Times New Roman" panose="02020603050405020304" pitchFamily="18" charset="0"/>
                <a:ea typeface="黑体" panose="02010609060101010101" pitchFamily="49" charset="-122"/>
                <a:cs typeface="+mn-cs"/>
              </a:rPr>
              <a:t>定时</a:t>
            </a:r>
          </a:p>
          <a:p>
            <a:pPr marL="0" marR="0" lvl="0" indent="257175" algn="just" defTabSz="914400" rtl="0" eaLnBrk="0" fontAlgn="base" latinLnBrk="0" hangingPunct="0">
              <a:lnSpc>
                <a:spcPct val="160000"/>
              </a:lnSpc>
              <a:spcBef>
                <a:spcPct val="0"/>
              </a:spcBef>
              <a:spcAft>
                <a:spcPct val="0"/>
              </a:spcAft>
              <a:buClrTx/>
              <a:buSzTx/>
              <a:buFontTx/>
              <a:buNone/>
              <a:tabLst>
                <a:tab pos="941705" algn="l"/>
              </a:tabLst>
              <a:defRPr/>
            </a:pPr>
            <a:r>
              <a:rPr kumimoji="0" lang="zh-CN" altLang="en-US" sz="24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rPr>
              <a:t>	* 软件定时</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257175" algn="just" defTabSz="914400" rtl="0" eaLnBrk="0" fontAlgn="base" latinLnBrk="0" hangingPunct="0">
              <a:lnSpc>
                <a:spcPct val="160000"/>
              </a:lnSpc>
              <a:spcBef>
                <a:spcPct val="0"/>
              </a:spcBef>
              <a:spcAft>
                <a:spcPct val="0"/>
              </a:spcAft>
              <a:buClrTx/>
              <a:buSzTx/>
              <a:buFontTx/>
              <a:buNone/>
              <a:tabLst>
                <a:tab pos="941705" algn="l"/>
              </a:tabLst>
              <a:defRPr/>
            </a:pPr>
            <a:r>
              <a:rPr kumimoji="0" lang="zh-CN" altLang="en-US" sz="24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rPr>
              <a:t>	* 硬件定时</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257175" algn="just" defTabSz="914400" rtl="0" eaLnBrk="0" fontAlgn="base" latinLnBrk="0" hangingPunct="0">
              <a:lnSpc>
                <a:spcPct val="160000"/>
              </a:lnSpc>
              <a:spcBef>
                <a:spcPct val="0"/>
              </a:spcBef>
              <a:spcAft>
                <a:spcPct val="0"/>
              </a:spcAft>
              <a:buClrTx/>
              <a:buSzTx/>
              <a:buFontTx/>
              <a:buNone/>
              <a:tabLst>
                <a:tab pos="941705" algn="l"/>
              </a:tabLst>
              <a:defRPr/>
            </a:pPr>
            <a:r>
              <a:rPr kumimoji="0" lang="zh-CN" altLang="en-US" sz="24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rPr>
              <a:t>	* 可编程定时器定时－－可编程定时</a:t>
            </a:r>
            <a:r>
              <a:rPr kumimoji="0" lang="en-US" altLang="zh-CN" sz="24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24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mn-cs"/>
              </a:rPr>
              <a:t>计数器</a:t>
            </a:r>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6739" name="Text Box 3"/>
          <p:cNvSpPr txBox="1"/>
          <p:nvPr/>
        </p:nvSpPr>
        <p:spPr>
          <a:xfrm>
            <a:off x="1187450" y="4724400"/>
            <a:ext cx="7956550" cy="682625"/>
          </a:xfrm>
          <a:prstGeom prst="rect">
            <a:avLst/>
          </a:prstGeom>
          <a:noFill/>
          <a:ln w="9525">
            <a:noFill/>
          </a:ln>
        </p:spPr>
        <p:txBody>
          <a:bodyPr anchor="t" anchorCtr="0">
            <a:spAutoFit/>
          </a:bodyPr>
          <a:lstStyle/>
          <a:p>
            <a:pPr eaLnBrk="0" hangingPunct="0">
              <a:lnSpc>
                <a:spcPct val="160000"/>
              </a:lnSpc>
            </a:pPr>
            <a:r>
              <a:rPr lang="en-US" altLang="zh-CN" sz="2400"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个</a:t>
            </a:r>
            <a:r>
              <a:rPr lang="zh-CN" altLang="en-US" sz="2400" b="1" dirty="0">
                <a:solidFill>
                  <a:srgbClr val="000000"/>
                </a:solidFill>
                <a:latin typeface="Times New Roman" panose="02020603050405020304" pitchFamily="18" charset="0"/>
                <a:ea typeface="宋体" panose="02010600030101010101" pitchFamily="2" charset="-122"/>
              </a:rPr>
              <a:t>可编程定时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计数器（简称定时器）： </a:t>
            </a:r>
            <a:r>
              <a:rPr lang="en-US" altLang="zh-CN" sz="2400" b="1" dirty="0">
                <a:solidFill>
                  <a:schemeClr val="accent2"/>
                </a:solidFill>
                <a:latin typeface="Times New Roman" panose="02020603050405020304" pitchFamily="18" charset="0"/>
                <a:ea typeface="宋体" panose="02010600030101010101" pitchFamily="2" charset="-122"/>
              </a:rPr>
              <a:t>T0</a:t>
            </a:r>
            <a:r>
              <a:rPr lang="zh-CN" altLang="en-US" sz="2400" b="1" dirty="0">
                <a:solidFill>
                  <a:schemeClr val="accent2"/>
                </a:solidFill>
                <a:latin typeface="Times New Roman" panose="02020603050405020304" pitchFamily="18" charset="0"/>
                <a:ea typeface="宋体" panose="02010600030101010101" pitchFamily="2" charset="-122"/>
              </a:rPr>
              <a:t>， </a:t>
            </a:r>
            <a:r>
              <a:rPr lang="en-US" altLang="zh-CN" sz="2400" b="1" dirty="0">
                <a:solidFill>
                  <a:schemeClr val="accent2"/>
                </a:solidFill>
                <a:latin typeface="Times New Roman" panose="02020603050405020304" pitchFamily="18" charset="0"/>
                <a:ea typeface="宋体" panose="02010600030101010101" pitchFamily="2" charset="-122"/>
              </a:rPr>
              <a:t>T1</a:t>
            </a:r>
            <a:endParaRPr lang="en-US" altLang="zh-CN" sz="2400" dirty="0">
              <a:latin typeface="Times New Roman" panose="02020603050405020304" pitchFamily="18" charset="0"/>
              <a:ea typeface="宋体" panose="02010600030101010101" pitchFamily="2" charset="-122"/>
            </a:endParaRPr>
          </a:p>
        </p:txBody>
      </p:sp>
      <p:sp>
        <p:nvSpPr>
          <p:cNvPr id="43012" name="Rectangle 4"/>
          <p:cNvSpPr/>
          <p:nvPr/>
        </p:nvSpPr>
        <p:spPr>
          <a:xfrm>
            <a:off x="468313" y="5699125"/>
            <a:ext cx="5387975" cy="457200"/>
          </a:xfrm>
          <a:prstGeom prst="rect">
            <a:avLst/>
          </a:prstGeom>
          <a:noFill/>
          <a:ln w="9525">
            <a:noFill/>
          </a:ln>
        </p:spPr>
        <p:txBody>
          <a:bodyPr wrap="none" anchor="ctr" anchorCtr="0">
            <a:spAutoFit/>
          </a:bodyPr>
          <a:lstStyle/>
          <a:p>
            <a:r>
              <a:rPr lang="en-US" altLang="zh-CN" sz="2400" b="1" dirty="0">
                <a:solidFill>
                  <a:schemeClr val="accent2"/>
                </a:solidFill>
                <a:latin typeface="Times New Roman" panose="02020603050405020304" pitchFamily="18" charset="0"/>
                <a:ea typeface="黑体" panose="02010609060101010101" pitchFamily="49" charset="-122"/>
              </a:rPr>
              <a:t>(2)  </a:t>
            </a:r>
            <a:r>
              <a:rPr lang="zh-CN" altLang="en-US" sz="2400" b="1" dirty="0">
                <a:solidFill>
                  <a:schemeClr val="accent2"/>
                </a:solidFill>
                <a:latin typeface="Times New Roman" panose="02020603050405020304" pitchFamily="18" charset="0"/>
                <a:ea typeface="黑体" panose="02010609060101010101" pitchFamily="49" charset="-122"/>
              </a:rPr>
              <a:t>计数</a:t>
            </a:r>
            <a:r>
              <a:rPr lang="en-US" altLang="zh-CN" sz="2400" b="1" dirty="0">
                <a:solidFill>
                  <a:schemeClr val="accent2"/>
                </a:solidFill>
                <a:latin typeface="Times New Roman" panose="02020603050405020304" pitchFamily="18" charset="0"/>
                <a:ea typeface="黑体" panose="02010609060101010101" pitchFamily="49" charset="-122"/>
              </a:rPr>
              <a:t>:  </a:t>
            </a:r>
            <a:r>
              <a:rPr lang="zh-CN" altLang="en-US" sz="2400" b="1" dirty="0">
                <a:solidFill>
                  <a:schemeClr val="accent2"/>
                </a:solidFill>
                <a:latin typeface="Times New Roman" panose="02020603050405020304" pitchFamily="18" charset="0"/>
                <a:ea typeface="黑体" panose="02010609060101010101" pitchFamily="49" charset="-122"/>
              </a:rPr>
              <a:t>指统计外部事件发生的次数</a:t>
            </a:r>
            <a:r>
              <a:rPr lang="en-US" altLang="zh-CN" sz="2400" b="1" dirty="0">
                <a:latin typeface="Times New Roman" panose="02020603050405020304" pitchFamily="18" charset="0"/>
                <a:ea typeface="宋体" panose="02010600030101010101" pitchFamily="2" charset="-122"/>
              </a:rPr>
              <a:t>. </a:t>
            </a:r>
          </a:p>
        </p:txBody>
      </p:sp>
    </p:spTree>
  </p:cSld>
  <p:clrMapOvr>
    <a:masterClrMapping/>
  </p:clrMapOvr>
  <p:transition spd="med">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p:nvPr/>
        </p:nvSpPr>
        <p:spPr>
          <a:xfrm>
            <a:off x="457200" y="1143000"/>
            <a:ext cx="8001000" cy="4486275"/>
          </a:xfrm>
          <a:prstGeom prst="rect">
            <a:avLst/>
          </a:prstGeom>
          <a:noFill/>
          <a:ln w="9525">
            <a:noFill/>
          </a:ln>
        </p:spPr>
        <p:txBody>
          <a:bodyPr anchor="t" anchorCtr="0">
            <a:spAutoFit/>
          </a:bodyPr>
          <a:lstStyle/>
          <a:p>
            <a:pPr indent="257175" algn="just" defTabSz="914400">
              <a:lnSpc>
                <a:spcPct val="170000"/>
              </a:lnSpc>
              <a:tabLst>
                <a:tab pos="941705" algn="l"/>
              </a:tabLst>
            </a:pPr>
            <a:r>
              <a:rPr lang="en-US" altLang="zh-CN" sz="2400" b="1" dirty="0">
                <a:solidFill>
                  <a:srgbClr val="FF5050"/>
                </a:solidFill>
                <a:latin typeface="Times New Roman" panose="02020603050405020304" pitchFamily="18" charset="0"/>
                <a:ea typeface="黑体" panose="02010609060101010101" pitchFamily="49" charset="-122"/>
              </a:rPr>
              <a:t>6.4.2  </a:t>
            </a:r>
            <a:r>
              <a:rPr lang="zh-CN" altLang="en-US" sz="2400" b="1" dirty="0">
                <a:solidFill>
                  <a:srgbClr val="FF5050"/>
                </a:solidFill>
                <a:latin typeface="Times New Roman" panose="02020603050405020304" pitchFamily="18" charset="0"/>
                <a:ea typeface="黑体" panose="02010609060101010101" pitchFamily="49" charset="-122"/>
              </a:rPr>
              <a:t>定时</a:t>
            </a:r>
            <a:r>
              <a:rPr lang="en-US" altLang="zh-CN" sz="2400" b="1" dirty="0">
                <a:solidFill>
                  <a:srgbClr val="FF5050"/>
                </a:solidFill>
                <a:latin typeface="Times New Roman" panose="02020603050405020304" pitchFamily="18" charset="0"/>
                <a:ea typeface="黑体" panose="02010609060101010101" pitchFamily="49" charset="-122"/>
              </a:rPr>
              <a:t>/</a:t>
            </a:r>
            <a:r>
              <a:rPr lang="zh-CN" altLang="en-US" sz="2400" b="1" dirty="0">
                <a:solidFill>
                  <a:srgbClr val="FF5050"/>
                </a:solidFill>
                <a:latin typeface="Times New Roman" panose="02020603050405020304" pitchFamily="18" charset="0"/>
                <a:ea typeface="黑体" panose="02010609060101010101" pitchFamily="49" charset="-122"/>
              </a:rPr>
              <a:t>计数器的结构和原理</a:t>
            </a:r>
            <a:endParaRPr lang="zh-CN" altLang="en-US" sz="2400" dirty="0">
              <a:solidFill>
                <a:srgbClr val="FF5050"/>
              </a:solidFill>
              <a:latin typeface="Times New Roman" panose="02020603050405020304" pitchFamily="18" charset="0"/>
              <a:ea typeface="宋体" panose="02010600030101010101" pitchFamily="2" charset="-122"/>
            </a:endParaRPr>
          </a:p>
          <a:p>
            <a:pPr indent="257175" algn="just" defTabSz="914400">
              <a:lnSpc>
                <a:spcPct val="170000"/>
              </a:lnSpc>
              <a:tabLst>
                <a:tab pos="941705" algn="l"/>
              </a:tabLst>
            </a:pPr>
            <a:endParaRPr lang="zh-CN" altLang="en-US" sz="2400" b="1" dirty="0">
              <a:solidFill>
                <a:schemeClr val="accent2"/>
              </a:solidFill>
              <a:latin typeface="Times New Roman" panose="02020603050405020304" pitchFamily="18" charset="0"/>
              <a:ea typeface="宋体" panose="02010600030101010101" pitchFamily="2" charset="-122"/>
            </a:endParaRPr>
          </a:p>
          <a:p>
            <a:pPr indent="257175" algn="just" defTabSz="914400">
              <a:lnSpc>
                <a:spcPct val="170000"/>
              </a:lnSpc>
              <a:tabLst>
                <a:tab pos="941705" algn="l"/>
              </a:tabLst>
            </a:pPr>
            <a:r>
              <a:rPr lang="zh-CN" altLang="en-US" sz="2400" b="1" dirty="0">
                <a:solidFill>
                  <a:schemeClr val="accent2"/>
                </a:solidFill>
                <a:latin typeface="Times New Roman" panose="02020603050405020304" pitchFamily="18" charset="0"/>
                <a:ea typeface="宋体" panose="02010600030101010101" pitchFamily="2" charset="-122"/>
              </a:rPr>
              <a:t>两个</a:t>
            </a:r>
            <a:r>
              <a:rPr lang="en-US" altLang="zh-CN" sz="2400" b="1" dirty="0">
                <a:solidFill>
                  <a:schemeClr val="accent2"/>
                </a:solidFill>
                <a:latin typeface="Times New Roman" panose="02020603050405020304" pitchFamily="18" charset="0"/>
                <a:ea typeface="宋体" panose="02010600030101010101" pitchFamily="2" charset="-122"/>
              </a:rPr>
              <a:t>16</a:t>
            </a:r>
            <a:r>
              <a:rPr lang="zh-CN" altLang="en-US" sz="2400" b="1" dirty="0">
                <a:solidFill>
                  <a:schemeClr val="accent2"/>
                </a:solidFill>
                <a:latin typeface="Times New Roman" panose="02020603050405020304" pitchFamily="18" charset="0"/>
                <a:ea typeface="宋体" panose="02010600030101010101" pitchFamily="2" charset="-122"/>
              </a:rPr>
              <a:t>位的可编程定时</a:t>
            </a:r>
            <a:r>
              <a:rPr lang="en-US" altLang="zh-CN" sz="2400" b="1" dirty="0">
                <a:solidFill>
                  <a:schemeClr val="accent2"/>
                </a:solidFill>
                <a:latin typeface="Times New Roman" panose="02020603050405020304" pitchFamily="18" charset="0"/>
                <a:ea typeface="宋体" panose="02010600030101010101" pitchFamily="2" charset="-122"/>
              </a:rPr>
              <a:t>/</a:t>
            </a:r>
            <a:r>
              <a:rPr lang="zh-CN" altLang="en-US" sz="2400" b="1" dirty="0">
                <a:solidFill>
                  <a:schemeClr val="accent2"/>
                </a:solidFill>
                <a:latin typeface="Times New Roman" panose="02020603050405020304" pitchFamily="18" charset="0"/>
                <a:ea typeface="宋体" panose="02010600030101010101" pitchFamily="2" charset="-122"/>
              </a:rPr>
              <a:t>计数器，</a:t>
            </a:r>
            <a:r>
              <a:rPr lang="en-US" altLang="zh-CN" sz="2400" b="1" dirty="0">
                <a:solidFill>
                  <a:schemeClr val="accent2"/>
                </a:solidFill>
                <a:latin typeface="Times New Roman" panose="02020603050405020304" pitchFamily="18" charset="0"/>
                <a:ea typeface="宋体" panose="02010600030101010101" pitchFamily="2" charset="-122"/>
              </a:rPr>
              <a:t>T0</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T1</a:t>
            </a:r>
            <a:r>
              <a:rPr lang="zh-CN" altLang="en-US" sz="2400" b="1" dirty="0">
                <a:solidFill>
                  <a:schemeClr val="accent2"/>
                </a:solidFill>
                <a:latin typeface="Times New Roman" panose="02020603050405020304" pitchFamily="18" charset="0"/>
                <a:ea typeface="宋体" panose="02010600030101010101" pitchFamily="2" charset="-122"/>
              </a:rPr>
              <a:t>。</a:t>
            </a:r>
            <a:endParaRPr lang="zh-CN" altLang="en-US" sz="2400" dirty="0">
              <a:solidFill>
                <a:schemeClr val="accent2"/>
              </a:solidFill>
              <a:latin typeface="Times New Roman" panose="02020603050405020304" pitchFamily="18" charset="0"/>
              <a:ea typeface="宋体" panose="02010600030101010101" pitchFamily="2" charset="-122"/>
            </a:endParaRPr>
          </a:p>
          <a:p>
            <a:pPr indent="257175" algn="just" defTabSz="914400" eaLnBrk="0" hangingPunct="0">
              <a:lnSpc>
                <a:spcPct val="170000"/>
              </a:lnSpc>
              <a:tabLst>
                <a:tab pos="941705" algn="l"/>
              </a:tabLst>
            </a:pPr>
            <a:r>
              <a:rPr lang="zh-CN" altLang="en-US" sz="2400" b="1" dirty="0">
                <a:solidFill>
                  <a:srgbClr val="000000"/>
                </a:solidFill>
                <a:latin typeface="Times New Roman" panose="02020603050405020304" pitchFamily="18" charset="0"/>
                <a:ea typeface="宋体" panose="02010600030101010101" pitchFamily="2" charset="-122"/>
              </a:rPr>
              <a:t>两个特殊功能寄存器：</a:t>
            </a:r>
          </a:p>
          <a:p>
            <a:pPr indent="257175" algn="just" defTabSz="914400" eaLnBrk="0" hangingPunct="0">
              <a:lnSpc>
                <a:spcPct val="170000"/>
              </a:lnSpc>
              <a:tabLst>
                <a:tab pos="941705" algn="l"/>
              </a:tabLst>
            </a:pPr>
            <a:r>
              <a:rPr lang="zh-CN" altLang="en-US" sz="2400" b="1" dirty="0">
                <a:solidFill>
                  <a:srgbClr val="FF0000"/>
                </a:solidFill>
                <a:latin typeface="Times New Roman" panose="02020603050405020304" pitchFamily="18" charset="0"/>
                <a:ea typeface="宋体" panose="02010600030101010101" pitchFamily="2" charset="-122"/>
              </a:rPr>
              <a:t>方式寄存器</a:t>
            </a:r>
            <a:r>
              <a:rPr lang="en-US" altLang="zh-CN" sz="2400" b="1" dirty="0">
                <a:solidFill>
                  <a:srgbClr val="FF0000"/>
                </a:solidFill>
                <a:latin typeface="Times New Roman" panose="02020603050405020304" pitchFamily="18" charset="0"/>
                <a:ea typeface="宋体" panose="02010600030101010101" pitchFamily="2" charset="-122"/>
              </a:rPr>
              <a:t>TMOD</a:t>
            </a:r>
            <a:r>
              <a:rPr lang="zh-CN" altLang="en-US" sz="2400" b="1" dirty="0">
                <a:solidFill>
                  <a:srgbClr val="FF0000"/>
                </a:solidFill>
                <a:latin typeface="Times New Roman" panose="02020603050405020304" pitchFamily="18" charset="0"/>
                <a:ea typeface="宋体" panose="02010600030101010101" pitchFamily="2" charset="-122"/>
              </a:rPr>
              <a:t>：控制和确定</a:t>
            </a:r>
            <a:r>
              <a:rPr lang="en-US" altLang="zh-CN" sz="2400" b="1" dirty="0">
                <a:solidFill>
                  <a:srgbClr val="FF0000"/>
                </a:solidFill>
                <a:latin typeface="Times New Roman" panose="02020603050405020304" pitchFamily="18" charset="0"/>
                <a:ea typeface="宋体" panose="02010600030101010101" pitchFamily="2" charset="-122"/>
              </a:rPr>
              <a:t>T0</a:t>
            </a:r>
            <a:r>
              <a:rPr lang="zh-CN" altLang="en-US" sz="2400" b="1" dirty="0">
                <a:solidFill>
                  <a:srgbClr val="FF0000"/>
                </a:solidFill>
                <a:latin typeface="Times New Roman" panose="02020603050405020304" pitchFamily="18" charset="0"/>
                <a:ea typeface="宋体" panose="02010600030101010101" pitchFamily="2" charset="-122"/>
              </a:rPr>
              <a:t>和</a:t>
            </a:r>
            <a:r>
              <a:rPr lang="en-US" altLang="zh-CN" sz="2400" b="1" dirty="0">
                <a:solidFill>
                  <a:srgbClr val="FF0000"/>
                </a:solidFill>
                <a:latin typeface="Times New Roman" panose="02020603050405020304" pitchFamily="18" charset="0"/>
                <a:ea typeface="宋体" panose="02010600030101010101" pitchFamily="2" charset="-122"/>
              </a:rPr>
              <a:t>T1</a:t>
            </a:r>
            <a:r>
              <a:rPr lang="zh-CN" altLang="en-US" sz="2400" b="1" dirty="0">
                <a:solidFill>
                  <a:srgbClr val="FF0000"/>
                </a:solidFill>
                <a:latin typeface="Times New Roman" panose="02020603050405020304" pitchFamily="18" charset="0"/>
                <a:ea typeface="宋体" panose="02010600030101010101" pitchFamily="2" charset="-122"/>
              </a:rPr>
              <a:t>的工作方式；</a:t>
            </a:r>
          </a:p>
          <a:p>
            <a:pPr indent="257175" algn="just" defTabSz="914400" eaLnBrk="0" hangingPunct="0">
              <a:lnSpc>
                <a:spcPct val="170000"/>
              </a:lnSpc>
              <a:tabLst>
                <a:tab pos="941705" algn="l"/>
              </a:tabLst>
            </a:pPr>
            <a:r>
              <a:rPr lang="zh-CN" altLang="en-US" sz="2400" b="1" dirty="0">
                <a:solidFill>
                  <a:srgbClr val="FF0000"/>
                </a:solidFill>
                <a:latin typeface="Times New Roman" panose="02020603050405020304" pitchFamily="18" charset="0"/>
                <a:ea typeface="宋体" panose="02010600030101010101" pitchFamily="2" charset="-122"/>
              </a:rPr>
              <a:t>控制寄存器</a:t>
            </a:r>
            <a:r>
              <a:rPr lang="en-US" altLang="zh-CN" sz="2400" b="1" dirty="0">
                <a:solidFill>
                  <a:srgbClr val="FF0000"/>
                </a:solidFill>
                <a:latin typeface="Times New Roman" panose="02020603050405020304" pitchFamily="18" charset="0"/>
                <a:ea typeface="宋体" panose="02010600030101010101" pitchFamily="2" charset="-122"/>
              </a:rPr>
              <a:t>TCON</a:t>
            </a:r>
            <a:r>
              <a:rPr lang="zh-CN" altLang="en-US" sz="2400" b="1" dirty="0">
                <a:solidFill>
                  <a:srgbClr val="FF0000"/>
                </a:solidFill>
                <a:latin typeface="Times New Roman" panose="02020603050405020304" pitchFamily="18" charset="0"/>
                <a:ea typeface="宋体" panose="02010600030101010101" pitchFamily="2" charset="-122"/>
              </a:rPr>
              <a:t>：控制</a:t>
            </a:r>
            <a:r>
              <a:rPr lang="en-US" altLang="zh-CN" sz="2400" b="1" dirty="0">
                <a:solidFill>
                  <a:srgbClr val="FF0000"/>
                </a:solidFill>
                <a:latin typeface="Times New Roman" panose="02020603050405020304" pitchFamily="18" charset="0"/>
                <a:ea typeface="宋体" panose="02010600030101010101" pitchFamily="2" charset="-122"/>
              </a:rPr>
              <a:t>T0</a:t>
            </a:r>
            <a:r>
              <a:rPr lang="zh-CN" altLang="en-US" sz="2400" b="1" dirty="0">
                <a:solidFill>
                  <a:srgbClr val="FF0000"/>
                </a:solidFill>
                <a:latin typeface="Times New Roman" panose="02020603050405020304" pitchFamily="18" charset="0"/>
                <a:ea typeface="宋体" panose="02010600030101010101" pitchFamily="2" charset="-122"/>
              </a:rPr>
              <a:t>和</a:t>
            </a:r>
            <a:r>
              <a:rPr lang="en-US" altLang="zh-CN" sz="2400" b="1" dirty="0">
                <a:solidFill>
                  <a:srgbClr val="FF0000"/>
                </a:solidFill>
                <a:latin typeface="Times New Roman" panose="02020603050405020304" pitchFamily="18" charset="0"/>
                <a:ea typeface="宋体" panose="02010600030101010101" pitchFamily="2" charset="-122"/>
              </a:rPr>
              <a:t>T1</a:t>
            </a:r>
            <a:r>
              <a:rPr lang="zh-CN" altLang="en-US" sz="2400" b="1" dirty="0">
                <a:solidFill>
                  <a:srgbClr val="FF0000"/>
                </a:solidFill>
                <a:latin typeface="Times New Roman" panose="02020603050405020304" pitchFamily="18" charset="0"/>
                <a:ea typeface="宋体" panose="02010600030101010101" pitchFamily="2" charset="-122"/>
              </a:rPr>
              <a:t>的启动和停止。</a:t>
            </a:r>
            <a:endParaRPr lang="zh-CN" altLang="en-US" sz="2400" dirty="0">
              <a:latin typeface="Times New Roman" panose="02020603050405020304" pitchFamily="18" charset="0"/>
              <a:ea typeface="宋体" panose="02010600030101010101" pitchFamily="2" charset="-122"/>
            </a:endParaRPr>
          </a:p>
          <a:p>
            <a:pPr indent="257175" defTabSz="914400" eaLnBrk="0" hangingPunct="0">
              <a:lnSpc>
                <a:spcPct val="170000"/>
              </a:lnSpc>
              <a:tabLst>
                <a:tab pos="941705" algn="l"/>
              </a:tabLst>
            </a:pPr>
            <a:r>
              <a:rPr lang="zh-CN" altLang="en-US" sz="2400" b="1" dirty="0">
                <a:solidFill>
                  <a:srgbClr val="000000"/>
                </a:solidFill>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77F14ACC-7C41-0909-6A1F-16CCEBA339E3}"/>
                  </a:ext>
                </a:extLst>
              </p14:cNvPr>
              <p14:cNvContentPartPr/>
              <p14:nvPr/>
            </p14:nvContentPartPr>
            <p14:xfrm>
              <a:off x="5119384" y="2978849"/>
              <a:ext cx="1386000" cy="35280"/>
            </p14:xfrm>
          </p:contentPart>
        </mc:Choice>
        <mc:Fallback xmlns="">
          <p:pic>
            <p:nvPicPr>
              <p:cNvPr id="2" name="墨迹 1">
                <a:extLst>
                  <a:ext uri="{FF2B5EF4-FFF2-40B4-BE49-F238E27FC236}">
                    <a16:creationId xmlns:a16="http://schemas.microsoft.com/office/drawing/2014/main" id="{77F14ACC-7C41-0909-6A1F-16CCEBA339E3}"/>
                  </a:ext>
                </a:extLst>
              </p:cNvPr>
              <p:cNvPicPr/>
              <p:nvPr/>
            </p:nvPicPr>
            <p:blipFill>
              <a:blip r:embed="rId3"/>
              <a:stretch>
                <a:fillRect/>
              </a:stretch>
            </p:blipFill>
            <p:spPr>
              <a:xfrm>
                <a:off x="5101384" y="2960849"/>
                <a:ext cx="142164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C36405FB-5EC1-EFFF-F190-BD548801DBA5}"/>
                  </a:ext>
                </a:extLst>
              </p14:cNvPr>
              <p14:cNvContentPartPr/>
              <p14:nvPr/>
            </p14:nvContentPartPr>
            <p14:xfrm>
              <a:off x="2429464" y="4280835"/>
              <a:ext cx="713520" cy="5400"/>
            </p14:xfrm>
          </p:contentPart>
        </mc:Choice>
        <mc:Fallback xmlns="">
          <p:pic>
            <p:nvPicPr>
              <p:cNvPr id="3" name="墨迹 2">
                <a:extLst>
                  <a:ext uri="{FF2B5EF4-FFF2-40B4-BE49-F238E27FC236}">
                    <a16:creationId xmlns:a16="http://schemas.microsoft.com/office/drawing/2014/main" id="{C36405FB-5EC1-EFFF-F190-BD548801DBA5}"/>
                  </a:ext>
                </a:extLst>
              </p:cNvPr>
              <p:cNvPicPr/>
              <p:nvPr/>
            </p:nvPicPr>
            <p:blipFill>
              <a:blip r:embed="rId5"/>
              <a:stretch>
                <a:fillRect/>
              </a:stretch>
            </p:blipFill>
            <p:spPr>
              <a:xfrm>
                <a:off x="2411464" y="4262835"/>
                <a:ext cx="7491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2C1CB25B-2F99-2B23-3AB5-2D998BC2D935}"/>
                  </a:ext>
                </a:extLst>
              </p14:cNvPr>
              <p14:cNvContentPartPr/>
              <p14:nvPr/>
            </p14:nvContentPartPr>
            <p14:xfrm>
              <a:off x="5188504" y="4321875"/>
              <a:ext cx="1444680" cy="38160"/>
            </p14:xfrm>
          </p:contentPart>
        </mc:Choice>
        <mc:Fallback xmlns="">
          <p:pic>
            <p:nvPicPr>
              <p:cNvPr id="4" name="墨迹 3">
                <a:extLst>
                  <a:ext uri="{FF2B5EF4-FFF2-40B4-BE49-F238E27FC236}">
                    <a16:creationId xmlns:a16="http://schemas.microsoft.com/office/drawing/2014/main" id="{2C1CB25B-2F99-2B23-3AB5-2D998BC2D935}"/>
                  </a:ext>
                </a:extLst>
              </p:cNvPr>
              <p:cNvPicPr/>
              <p:nvPr/>
            </p:nvPicPr>
            <p:blipFill>
              <a:blip r:embed="rId7"/>
              <a:stretch>
                <a:fillRect/>
              </a:stretch>
            </p:blipFill>
            <p:spPr>
              <a:xfrm>
                <a:off x="5170864" y="4304235"/>
                <a:ext cx="1480320" cy="73800"/>
              </a:xfrm>
              <a:prstGeom prst="rect">
                <a:avLst/>
              </a:prstGeom>
            </p:spPr>
          </p:pic>
        </mc:Fallback>
      </mc:AlternateContent>
      <p:grpSp>
        <p:nvGrpSpPr>
          <p:cNvPr id="7" name="组合 6">
            <a:extLst>
              <a:ext uri="{FF2B5EF4-FFF2-40B4-BE49-F238E27FC236}">
                <a16:creationId xmlns:a16="http://schemas.microsoft.com/office/drawing/2014/main" id="{84D93707-42F3-0224-A04A-6FA9367C66A9}"/>
              </a:ext>
            </a:extLst>
          </p:cNvPr>
          <p:cNvGrpSpPr/>
          <p:nvPr/>
        </p:nvGrpSpPr>
        <p:grpSpPr>
          <a:xfrm>
            <a:off x="2370784" y="4874115"/>
            <a:ext cx="3673800" cy="55080"/>
            <a:chOff x="2370784" y="4874115"/>
            <a:chExt cx="3673800" cy="55080"/>
          </a:xfrm>
        </p:grpSpPr>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CCB26DF1-6F4A-6714-3DFF-26804E58CDDC}"/>
                    </a:ext>
                  </a:extLst>
                </p14:cNvPr>
                <p14:cNvContentPartPr/>
                <p14:nvPr/>
              </p14:nvContentPartPr>
              <p14:xfrm>
                <a:off x="2370784" y="4874115"/>
                <a:ext cx="755640" cy="27720"/>
              </p14:xfrm>
            </p:contentPart>
          </mc:Choice>
          <mc:Fallback xmlns="">
            <p:pic>
              <p:nvPicPr>
                <p:cNvPr id="5" name="墨迹 4">
                  <a:extLst>
                    <a:ext uri="{FF2B5EF4-FFF2-40B4-BE49-F238E27FC236}">
                      <a16:creationId xmlns:a16="http://schemas.microsoft.com/office/drawing/2014/main" id="{CCB26DF1-6F4A-6714-3DFF-26804E58CDDC}"/>
                    </a:ext>
                  </a:extLst>
                </p:cNvPr>
                <p:cNvPicPr/>
                <p:nvPr/>
              </p:nvPicPr>
              <p:blipFill>
                <a:blip r:embed="rId9"/>
                <a:stretch>
                  <a:fillRect/>
                </a:stretch>
              </p:blipFill>
              <p:spPr>
                <a:xfrm>
                  <a:off x="2353144" y="4856115"/>
                  <a:ext cx="7912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BB917337-DD78-93C2-3020-20BDA4FD7EC0}"/>
                    </a:ext>
                  </a:extLst>
                </p14:cNvPr>
                <p14:cNvContentPartPr/>
                <p14:nvPr/>
              </p14:nvContentPartPr>
              <p14:xfrm>
                <a:off x="4258264" y="4896435"/>
                <a:ext cx="1786320" cy="32760"/>
              </p14:xfrm>
            </p:contentPart>
          </mc:Choice>
          <mc:Fallback xmlns="">
            <p:pic>
              <p:nvPicPr>
                <p:cNvPr id="6" name="墨迹 5">
                  <a:extLst>
                    <a:ext uri="{FF2B5EF4-FFF2-40B4-BE49-F238E27FC236}">
                      <a16:creationId xmlns:a16="http://schemas.microsoft.com/office/drawing/2014/main" id="{BB917337-DD78-93C2-3020-20BDA4FD7EC0}"/>
                    </a:ext>
                  </a:extLst>
                </p:cNvPr>
                <p:cNvPicPr/>
                <p:nvPr/>
              </p:nvPicPr>
              <p:blipFill>
                <a:blip r:embed="rId11"/>
                <a:stretch>
                  <a:fillRect/>
                </a:stretch>
              </p:blipFill>
              <p:spPr>
                <a:xfrm>
                  <a:off x="4240264" y="4878435"/>
                  <a:ext cx="1821960" cy="68400"/>
                </a:xfrm>
                <a:prstGeom prst="rect">
                  <a:avLst/>
                </a:prstGeom>
              </p:spPr>
            </p:pic>
          </mc:Fallback>
        </mc:AlternateContent>
      </p:grpSp>
    </p:spTree>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p:nvPr/>
        </p:nvSpPr>
        <p:spPr>
          <a:xfrm>
            <a:off x="2381250" y="2228850"/>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sp>
        <p:nvSpPr>
          <p:cNvPr id="47106" name="Rectangle 4"/>
          <p:cNvSpPr/>
          <p:nvPr/>
        </p:nvSpPr>
        <p:spPr>
          <a:xfrm>
            <a:off x="2133600" y="6400800"/>
            <a:ext cx="3944938" cy="457200"/>
          </a:xfrm>
          <a:prstGeom prst="rect">
            <a:avLst/>
          </a:prstGeom>
          <a:noFill/>
          <a:ln w="9525">
            <a:noFill/>
          </a:ln>
        </p:spPr>
        <p:txBody>
          <a:bodyPr wrap="none" anchor="t" anchorCtr="0">
            <a:spAutoFit/>
          </a:bodyPr>
          <a:lstStyle/>
          <a:p>
            <a:r>
              <a:rPr lang="zh-CN" altLang="en-US" sz="2400" b="1" dirty="0">
                <a:solidFill>
                  <a:srgbClr val="000000"/>
                </a:solidFill>
                <a:latin typeface="Times New Roman" panose="02020603050405020304" pitchFamily="18" charset="0"/>
                <a:ea typeface="宋体" panose="02010600030101010101" pitchFamily="2" charset="-122"/>
              </a:rPr>
              <a:t>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计数器的原理结构框图</a:t>
            </a:r>
          </a:p>
        </p:txBody>
      </p:sp>
      <p:sp>
        <p:nvSpPr>
          <p:cNvPr id="47107" name="Rectangle 6"/>
          <p:cNvSpPr/>
          <p:nvPr/>
        </p:nvSpPr>
        <p:spPr>
          <a:xfrm>
            <a:off x="2276475" y="2205038"/>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179705" y="919480"/>
            <a:ext cx="8417560" cy="5019675"/>
          </a:xfrm>
          <a:prstGeom prst="rect">
            <a:avLst/>
          </a:prstGeom>
        </p:spPr>
      </p:pic>
    </p:spTree>
  </p:cSld>
  <p:clrMapOvr>
    <a:masterClrMapping/>
  </p:clrMapOvr>
  <p:transition spd="med">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p:nvPr/>
        </p:nvSpPr>
        <p:spPr>
          <a:xfrm>
            <a:off x="179705" y="405130"/>
            <a:ext cx="8607425" cy="2306955"/>
          </a:xfrm>
          <a:prstGeom prst="rect">
            <a:avLst/>
          </a:prstGeom>
          <a:noFill/>
          <a:ln w="9525">
            <a:noFill/>
          </a:ln>
        </p:spPr>
        <p:txBody>
          <a:bodyPr wrap="square" anchor="t" anchorCtr="0">
            <a:spAutoFit/>
          </a:bodyPr>
          <a:lstStyle/>
          <a:p>
            <a:pPr indent="26225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计数器的功能：定时和计数。</a:t>
            </a:r>
            <a:endParaRPr lang="zh-CN" altLang="en-US" sz="2400" b="1" dirty="0">
              <a:latin typeface="Times New Roman" panose="02020603050405020304" pitchFamily="18" charset="0"/>
              <a:ea typeface="宋体" panose="02010600030101010101" pitchFamily="2" charset="-122"/>
            </a:endParaRPr>
          </a:p>
          <a:p>
            <a:pPr indent="262255" algn="just">
              <a:lnSpc>
                <a:spcPct val="150000"/>
              </a:lnSpc>
            </a:pPr>
            <a:r>
              <a:rPr lang="en-US" altLang="zh-CN" sz="2400" b="1" dirty="0">
                <a:solidFill>
                  <a:srgbClr val="FF0000"/>
                </a:solidFill>
                <a:latin typeface="Times New Roman" panose="02020603050405020304" pitchFamily="18" charset="0"/>
                <a:ea typeface="宋体" panose="02010600030101010101" pitchFamily="2" charset="-122"/>
              </a:rPr>
              <a:t>(1)  </a:t>
            </a:r>
            <a:r>
              <a:rPr lang="zh-CN" altLang="en-US" sz="2400" b="1" dirty="0">
                <a:solidFill>
                  <a:srgbClr val="FF0000"/>
                </a:solidFill>
                <a:latin typeface="Times New Roman" panose="02020603050405020304" pitchFamily="18" charset="0"/>
                <a:ea typeface="宋体" panose="02010600030101010101" pitchFamily="2" charset="-122"/>
              </a:rPr>
              <a:t>计数功能</a:t>
            </a:r>
            <a:r>
              <a:rPr lang="en-US" altLang="zh-CN" sz="2400" b="1" dirty="0">
                <a:solidFill>
                  <a:srgbClr val="FF0000"/>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对外部事件进行计数</a:t>
            </a:r>
            <a:r>
              <a:rPr lang="zh-CN" altLang="en-US" sz="2400" b="1" dirty="0">
                <a:latin typeface="Times New Roman" panose="02020603050405020304" pitchFamily="18" charset="0"/>
                <a:ea typeface="宋体" panose="02010600030101010101" pitchFamily="2" charset="-122"/>
              </a:rPr>
              <a:t>。</a:t>
            </a:r>
          </a:p>
          <a:p>
            <a:pPr indent="262255" algn="just">
              <a:lnSpc>
                <a:spcPct val="150000"/>
              </a:lnSpc>
            </a:pPr>
            <a:r>
              <a:rPr lang="zh-CN" altLang="en-US" sz="2400" b="1" dirty="0">
                <a:solidFill>
                  <a:srgbClr val="FF0000"/>
                </a:solidFill>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外部事件的发生以输入脉冲表示，因此计数功能的实质就是对外来脉冲进行计数。</a:t>
            </a:r>
          </a:p>
        </p:txBody>
      </p:sp>
      <p:sp>
        <p:nvSpPr>
          <p:cNvPr id="48131" name="Rectangle 2"/>
          <p:cNvSpPr/>
          <p:nvPr/>
        </p:nvSpPr>
        <p:spPr>
          <a:xfrm>
            <a:off x="0" y="2996565"/>
            <a:ext cx="8792210" cy="1916430"/>
          </a:xfrm>
          <a:prstGeom prst="rect">
            <a:avLst/>
          </a:prstGeom>
          <a:noFill/>
          <a:ln w="9525">
            <a:noFill/>
          </a:ln>
        </p:spPr>
        <p:txBody>
          <a:bodyPr wrap="square" anchor="t" anchorCtr="0">
            <a:spAutoFit/>
          </a:bodyPr>
          <a:lstStyle/>
          <a:p>
            <a:pPr indent="262255">
              <a:lnSpc>
                <a:spcPct val="150000"/>
              </a:lnSpc>
              <a:spcAft>
                <a:spcPct val="40000"/>
              </a:spcAft>
            </a:pPr>
            <a:r>
              <a:rPr lang="zh-CN" altLang="en-US" sz="2400" b="1" dirty="0">
                <a:solidFill>
                  <a:schemeClr val="accent2"/>
                </a:solidFill>
                <a:latin typeface="Times New Roman" panose="02020603050405020304" pitchFamily="18" charset="0"/>
                <a:ea typeface="宋体" panose="02010600030101010101" pitchFamily="2" charset="-122"/>
              </a:rPr>
              <a:t>计数输入端：</a:t>
            </a:r>
            <a:r>
              <a:rPr lang="en-US" altLang="zh-CN" sz="2400" b="1" dirty="0">
                <a:solidFill>
                  <a:srgbClr val="FF0000"/>
                </a:solidFill>
                <a:latin typeface="Times New Roman" panose="02020603050405020304" pitchFamily="18" charset="0"/>
                <a:ea typeface="宋体" panose="02010600030101010101" pitchFamily="2" charset="-122"/>
              </a:rPr>
              <a:t>T0</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P3.4</a:t>
            </a:r>
            <a:r>
              <a:rPr lang="zh-CN" altLang="en-US" sz="2400" b="1" dirty="0">
                <a:solidFill>
                  <a:srgbClr val="FF0000"/>
                </a:solidFill>
                <a:latin typeface="Times New Roman" panose="02020603050405020304" pitchFamily="18" charset="0"/>
                <a:ea typeface="宋体" panose="02010600030101010101" pitchFamily="2" charset="-122"/>
              </a:rPr>
              <a:t>）和</a:t>
            </a:r>
            <a:r>
              <a:rPr lang="en-US" altLang="zh-CN" sz="2400" b="1" dirty="0">
                <a:solidFill>
                  <a:srgbClr val="FF0000"/>
                </a:solidFill>
                <a:latin typeface="Times New Roman" panose="02020603050405020304" pitchFamily="18" charset="0"/>
                <a:ea typeface="宋体" panose="02010600030101010101" pitchFamily="2" charset="-122"/>
              </a:rPr>
              <a:t>T1</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P3.5</a:t>
            </a:r>
            <a:r>
              <a:rPr lang="zh-CN" altLang="en-US" sz="2400" b="1" dirty="0">
                <a:solidFill>
                  <a:srgbClr val="FF0000"/>
                </a:solidFill>
                <a:latin typeface="Times New Roman" panose="02020603050405020304" pitchFamily="18" charset="0"/>
                <a:ea typeface="宋体" panose="02010600030101010101" pitchFamily="2" charset="-122"/>
              </a:rPr>
              <a:t>）。</a:t>
            </a:r>
          </a:p>
          <a:p>
            <a:pPr indent="262255" algn="just">
              <a:lnSpc>
                <a:spcPct val="150000"/>
              </a:lnSpc>
            </a:pPr>
            <a:r>
              <a:rPr lang="zh-CN" altLang="en-US" sz="2400" b="1" dirty="0">
                <a:solidFill>
                  <a:srgbClr val="FF0000"/>
                </a:solidFill>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外部输入的脉冲在负跳变时有效，进行计数器加</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（加法计数）。</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EBB89FE2-3761-7FFE-DCDF-3CA5C447F32F}"/>
                  </a:ext>
                </a:extLst>
              </p14:cNvPr>
              <p14:cNvContentPartPr/>
              <p14:nvPr/>
            </p14:nvContentPartPr>
            <p14:xfrm>
              <a:off x="1047064" y="1520129"/>
              <a:ext cx="1524240" cy="38160"/>
            </p14:xfrm>
          </p:contentPart>
        </mc:Choice>
        <mc:Fallback xmlns="">
          <p:pic>
            <p:nvPicPr>
              <p:cNvPr id="2" name="墨迹 1">
                <a:extLst>
                  <a:ext uri="{FF2B5EF4-FFF2-40B4-BE49-F238E27FC236}">
                    <a16:creationId xmlns:a16="http://schemas.microsoft.com/office/drawing/2014/main" id="{EBB89FE2-3761-7FFE-DCDF-3CA5C447F32F}"/>
                  </a:ext>
                </a:extLst>
              </p:cNvPr>
              <p:cNvPicPr/>
              <p:nvPr/>
            </p:nvPicPr>
            <p:blipFill>
              <a:blip r:embed="rId3"/>
              <a:stretch>
                <a:fillRect/>
              </a:stretch>
            </p:blipFill>
            <p:spPr>
              <a:xfrm>
                <a:off x="1029424" y="1502489"/>
                <a:ext cx="1559880" cy="738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blinds(horizontal)">
                                      <p:cBhvr>
                                        <p:cTn id="7" dur="500"/>
                                        <p:tgtEl>
                                          <p:spTgt spid="46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p:nvPr/>
        </p:nvSpPr>
        <p:spPr>
          <a:xfrm>
            <a:off x="250825" y="549275"/>
            <a:ext cx="8382000" cy="639763"/>
          </a:xfrm>
          <a:prstGeom prst="rect">
            <a:avLst/>
          </a:prstGeom>
          <a:noFill/>
          <a:ln w="9525">
            <a:noFill/>
          </a:ln>
        </p:spPr>
        <p:txBody>
          <a:bodyPr anchor="t" anchorCtr="0">
            <a:spAutoFit/>
          </a:bodyPr>
          <a:lstStyle/>
          <a:p>
            <a:pPr indent="262255" algn="just">
              <a:lnSpc>
                <a:spcPct val="150000"/>
              </a:lnSpc>
            </a:pPr>
            <a:r>
              <a:rPr lang="en-US" altLang="zh-CN" sz="2400" b="1" dirty="0">
                <a:solidFill>
                  <a:srgbClr val="FF5050"/>
                </a:solidFill>
                <a:latin typeface="Times New Roman" panose="02020603050405020304" pitchFamily="18" charset="0"/>
                <a:ea typeface="宋体" panose="02010600030101010101" pitchFamily="2" charset="-122"/>
              </a:rPr>
              <a:t>(2) </a:t>
            </a:r>
            <a:r>
              <a:rPr lang="zh-CN" altLang="en-US" sz="2400" b="1" dirty="0">
                <a:solidFill>
                  <a:srgbClr val="FF5050"/>
                </a:solidFill>
                <a:latin typeface="Times New Roman" panose="02020603050405020304" pitchFamily="18" charset="0"/>
                <a:ea typeface="宋体" panose="02010600030101010101" pitchFamily="2" charset="-122"/>
              </a:rPr>
              <a:t>定时功能</a:t>
            </a:r>
            <a:r>
              <a:rPr lang="en-US" altLang="zh-CN" sz="2400" b="1" dirty="0">
                <a:solidFill>
                  <a:srgbClr val="FF5050"/>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对机器周期进行计数。</a:t>
            </a:r>
            <a:endParaRPr lang="zh-CN" altLang="en-US" sz="2400" dirty="0">
              <a:latin typeface="Times New Roman" panose="02020603050405020304" pitchFamily="18" charset="0"/>
              <a:ea typeface="宋体" panose="02010600030101010101" pitchFamily="2" charset="-122"/>
            </a:endParaRPr>
          </a:p>
        </p:txBody>
      </p:sp>
      <p:sp>
        <p:nvSpPr>
          <p:cNvPr id="121859" name="Rectangle 3"/>
          <p:cNvSpPr/>
          <p:nvPr/>
        </p:nvSpPr>
        <p:spPr>
          <a:xfrm>
            <a:off x="0" y="4221163"/>
            <a:ext cx="8382000" cy="2282825"/>
          </a:xfrm>
          <a:prstGeom prst="rect">
            <a:avLst/>
          </a:prstGeom>
          <a:noFill/>
          <a:ln w="9525">
            <a:noFill/>
          </a:ln>
        </p:spPr>
        <p:txBody>
          <a:bodyPr anchor="t" anchorCtr="0">
            <a:spAutoFit/>
          </a:bodyPr>
          <a:lstStyle/>
          <a:p>
            <a:pPr indent="26225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       一个机器周期</a:t>
            </a:r>
            <a:r>
              <a:rPr lang="en-US" altLang="zh-CN" sz="2400" b="1" dirty="0">
                <a:solidFill>
                  <a:srgbClr val="000000"/>
                </a:solidFill>
                <a:latin typeface="Times New Roman" panose="02020603050405020304" pitchFamily="18" charset="0"/>
                <a:ea typeface="宋体" panose="02010600030101010101" pitchFamily="2" charset="-122"/>
              </a:rPr>
              <a:t>=12</a:t>
            </a:r>
            <a:r>
              <a:rPr lang="zh-CN" altLang="en-US" sz="2400" b="1" dirty="0">
                <a:solidFill>
                  <a:srgbClr val="000000"/>
                </a:solidFill>
                <a:latin typeface="Times New Roman" panose="02020603050405020304" pitchFamily="18" charset="0"/>
                <a:ea typeface="宋体" panose="02010600030101010101" pitchFamily="2" charset="-122"/>
              </a:rPr>
              <a:t>个振荡周期，</a:t>
            </a:r>
          </a:p>
          <a:p>
            <a:pPr indent="26225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      故，计数频率为振荡频率的</a:t>
            </a:r>
            <a:r>
              <a:rPr lang="en-US" altLang="zh-CN" sz="2400" b="1" dirty="0">
                <a:solidFill>
                  <a:srgbClr val="000000"/>
                </a:solidFill>
                <a:latin typeface="Times New Roman" panose="02020603050405020304" pitchFamily="18" charset="0"/>
                <a:ea typeface="宋体" panose="02010600030101010101" pitchFamily="2" charset="-122"/>
              </a:rPr>
              <a:t>1/12</a:t>
            </a:r>
            <a:r>
              <a:rPr lang="zh-CN" altLang="en-US" sz="2400" b="1" dirty="0">
                <a:solidFill>
                  <a:srgbClr val="000000"/>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indent="26225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若：单片机晶振＝</a:t>
            </a:r>
            <a:r>
              <a:rPr lang="en-US" altLang="zh-CN" sz="2400" b="1" dirty="0">
                <a:solidFill>
                  <a:srgbClr val="000000"/>
                </a:solidFill>
                <a:latin typeface="Times New Roman" panose="02020603050405020304" pitchFamily="18" charset="0"/>
                <a:ea typeface="宋体" panose="02010600030101010101" pitchFamily="2" charset="-122"/>
              </a:rPr>
              <a:t>6MHz</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FF0000"/>
                </a:solidFill>
                <a:latin typeface="Times New Roman" panose="02020603050405020304" pitchFamily="18" charset="0"/>
                <a:ea typeface="宋体" panose="02010600030101010101" pitchFamily="2" charset="-122"/>
              </a:rPr>
              <a:t>则计数频率为</a:t>
            </a:r>
            <a:r>
              <a:rPr lang="en-US" altLang="zh-CN" sz="2400" b="1" dirty="0">
                <a:solidFill>
                  <a:srgbClr val="FF0000"/>
                </a:solidFill>
                <a:latin typeface="Times New Roman" panose="02020603050405020304" pitchFamily="18" charset="0"/>
                <a:ea typeface="宋体" panose="02010600030101010101" pitchFamily="2" charset="-122"/>
              </a:rPr>
              <a:t>0.5MHz</a:t>
            </a:r>
            <a:r>
              <a:rPr lang="zh-CN" altLang="en-US" sz="2400" b="1" dirty="0">
                <a:solidFill>
                  <a:srgbClr val="FF0000"/>
                </a:solidFill>
                <a:latin typeface="Times New Roman" panose="02020603050405020304" pitchFamily="18" charset="0"/>
                <a:ea typeface="宋体" panose="02010600030101010101" pitchFamily="2" charset="-122"/>
              </a:rPr>
              <a:t>，</a:t>
            </a:r>
          </a:p>
          <a:p>
            <a:pPr indent="262255" algn="just">
              <a:lnSpc>
                <a:spcPct val="150000"/>
              </a:lnSpc>
            </a:pPr>
            <a:r>
              <a:rPr lang="zh-CN" altLang="en-US" sz="2400" b="1" dirty="0">
                <a:solidFill>
                  <a:srgbClr val="FF0000"/>
                </a:solidFill>
                <a:latin typeface="Times New Roman" panose="02020603050405020304" pitchFamily="18" charset="0"/>
                <a:ea typeface="宋体" panose="02010600030101010101" pitchFamily="2" charset="-122"/>
              </a:rPr>
              <a:t>                                               </a:t>
            </a:r>
            <a:r>
              <a:rPr lang="en-US" altLang="zh-CN" sz="2400" b="1" dirty="0">
                <a:solidFill>
                  <a:srgbClr val="FF0000"/>
                </a:solidFill>
                <a:latin typeface="Times New Roman" panose="02020603050405020304" pitchFamily="18" charset="0"/>
                <a:ea typeface="宋体" panose="02010600030101010101" pitchFamily="2" charset="-122"/>
              </a:rPr>
              <a:t>2</a:t>
            </a:r>
            <a:r>
              <a:rPr lang="zh-CN" altLang="en-US" sz="2400" b="1" dirty="0">
                <a:solidFill>
                  <a:srgbClr val="FF0000"/>
                </a:solidFill>
                <a:latin typeface="Times New Roman" panose="02020603050405020304" pitchFamily="18" charset="0"/>
                <a:ea typeface="宋体" panose="02010600030101010101" pitchFamily="2" charset="-122"/>
              </a:rPr>
              <a:t>微秒计数器加</a:t>
            </a:r>
            <a:r>
              <a:rPr lang="en-US" altLang="zh-CN" sz="2400" b="1" dirty="0">
                <a:solidFill>
                  <a:srgbClr val="FF0000"/>
                </a:solidFill>
                <a:latin typeface="Times New Roman" panose="02020603050405020304" pitchFamily="18" charset="0"/>
                <a:ea typeface="宋体" panose="02010600030101010101" pitchFamily="2" charset="-122"/>
              </a:rPr>
              <a:t>1</a:t>
            </a:r>
            <a:r>
              <a:rPr lang="zh-CN" altLang="en-US" sz="2400" b="1" dirty="0">
                <a:solidFill>
                  <a:srgbClr val="FF0000"/>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2"/>
          <a:stretch>
            <a:fillRect/>
          </a:stretch>
        </p:blipFill>
        <p:spPr>
          <a:xfrm>
            <a:off x="683895" y="1268730"/>
            <a:ext cx="7812405" cy="2883535"/>
          </a:xfrm>
          <a:prstGeom prst="rect">
            <a:avLst/>
          </a:prstGeom>
        </p:spPr>
      </p:pic>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矩形 1"/>
          <p:cNvSpPr/>
          <p:nvPr/>
        </p:nvSpPr>
        <p:spPr>
          <a:xfrm>
            <a:off x="0" y="1027113"/>
            <a:ext cx="8964613" cy="1735137"/>
          </a:xfrm>
          <a:prstGeom prst="rect">
            <a:avLst/>
          </a:prstGeom>
          <a:noFill/>
          <a:ln w="9525">
            <a:noFill/>
          </a:ln>
        </p:spPr>
        <p:txBody>
          <a:bodyPr anchor="t" anchorCtr="0">
            <a:spAutoFit/>
          </a:bodyPr>
          <a:lstStyle/>
          <a:p>
            <a:pPr>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计数与定时的</a:t>
            </a:r>
            <a:r>
              <a:rPr lang="zh-CN" altLang="en-US" sz="2400" b="1" dirty="0">
                <a:solidFill>
                  <a:srgbClr val="FF3300"/>
                </a:solidFill>
                <a:latin typeface="Times New Roman" panose="02020603050405020304" pitchFamily="18" charset="0"/>
                <a:ea typeface="宋体" panose="02010600030101010101" pitchFamily="2" charset="-122"/>
              </a:rPr>
              <a:t>相同之处</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chemeClr val="accent2"/>
                </a:solidFill>
                <a:latin typeface="Times New Roman" panose="02020603050405020304" pitchFamily="18" charset="0"/>
                <a:ea typeface="宋体" panose="02010600030101010101" pitchFamily="2" charset="-122"/>
              </a:rPr>
              <a:t>都是通过计数完成的。</a:t>
            </a:r>
          </a:p>
          <a:p>
            <a:pPr>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不同之处</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chemeClr val="accent2"/>
                </a:solidFill>
                <a:latin typeface="Times New Roman" panose="02020603050405020304" pitchFamily="18" charset="0"/>
                <a:ea typeface="宋体" panose="02010600030101010101" pitchFamily="2" charset="-122"/>
              </a:rPr>
              <a:t>计数功能下，脉冲来自单片机的外部；</a:t>
            </a:r>
          </a:p>
          <a:p>
            <a:pPr>
              <a:lnSpc>
                <a:spcPct val="150000"/>
              </a:lnSpc>
            </a:pPr>
            <a:r>
              <a:rPr lang="zh-CN" altLang="en-US" sz="2400" b="1" dirty="0">
                <a:solidFill>
                  <a:schemeClr val="accent2"/>
                </a:solidFill>
                <a:latin typeface="Times New Roman" panose="02020603050405020304" pitchFamily="18" charset="0"/>
                <a:ea typeface="宋体" panose="02010600030101010101" pitchFamily="2" charset="-122"/>
              </a:rPr>
              <a:t>                                             定时功能下，脉冲来自单片机的内部。</a:t>
            </a:r>
          </a:p>
        </p:txBody>
      </p:sp>
      <p:grpSp>
        <p:nvGrpSpPr>
          <p:cNvPr id="6" name="组合 5">
            <a:extLst>
              <a:ext uri="{FF2B5EF4-FFF2-40B4-BE49-F238E27FC236}">
                <a16:creationId xmlns:a16="http://schemas.microsoft.com/office/drawing/2014/main" id="{749871BB-EA4F-89EA-E8E1-28B2D31BEDC3}"/>
              </a:ext>
            </a:extLst>
          </p:cNvPr>
          <p:cNvGrpSpPr/>
          <p:nvPr/>
        </p:nvGrpSpPr>
        <p:grpSpPr>
          <a:xfrm>
            <a:off x="3641584" y="1450649"/>
            <a:ext cx="5025600" cy="759240"/>
            <a:chOff x="3641584" y="1450649"/>
            <a:chExt cx="5025600" cy="759240"/>
          </a:xfrm>
        </p:grpSpPr>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C29A0395-68F6-A4B0-B0C4-AA5866AD5A3E}"/>
                    </a:ext>
                  </a:extLst>
                </p14:cNvPr>
                <p14:cNvContentPartPr/>
                <p14:nvPr/>
              </p14:nvContentPartPr>
              <p14:xfrm>
                <a:off x="3641584" y="1450649"/>
                <a:ext cx="2656800" cy="118440"/>
              </p14:xfrm>
            </p:contentPart>
          </mc:Choice>
          <mc:Fallback xmlns="">
            <p:pic>
              <p:nvPicPr>
                <p:cNvPr id="2" name="墨迹 1">
                  <a:extLst>
                    <a:ext uri="{FF2B5EF4-FFF2-40B4-BE49-F238E27FC236}">
                      <a16:creationId xmlns:a16="http://schemas.microsoft.com/office/drawing/2014/main" id="{C29A0395-68F6-A4B0-B0C4-AA5866AD5A3E}"/>
                    </a:ext>
                  </a:extLst>
                </p:cNvPr>
                <p:cNvPicPr/>
                <p:nvPr/>
              </p:nvPicPr>
              <p:blipFill>
                <a:blip r:embed="rId3"/>
                <a:stretch>
                  <a:fillRect/>
                </a:stretch>
              </p:blipFill>
              <p:spPr>
                <a:xfrm>
                  <a:off x="3623584" y="1432649"/>
                  <a:ext cx="269244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E0967F37-9112-FBFB-4409-7A90F0870B49}"/>
                    </a:ext>
                  </a:extLst>
                </p14:cNvPr>
                <p14:cNvContentPartPr/>
                <p14:nvPr/>
              </p14:nvContentPartPr>
              <p14:xfrm>
                <a:off x="6772864" y="1915409"/>
                <a:ext cx="1894320" cy="232920"/>
              </p14:xfrm>
            </p:contentPart>
          </mc:Choice>
          <mc:Fallback xmlns="">
            <p:pic>
              <p:nvPicPr>
                <p:cNvPr id="3" name="墨迹 2">
                  <a:extLst>
                    <a:ext uri="{FF2B5EF4-FFF2-40B4-BE49-F238E27FC236}">
                      <a16:creationId xmlns:a16="http://schemas.microsoft.com/office/drawing/2014/main" id="{E0967F37-9112-FBFB-4409-7A90F0870B49}"/>
                    </a:ext>
                  </a:extLst>
                </p:cNvPr>
                <p:cNvPicPr/>
                <p:nvPr/>
              </p:nvPicPr>
              <p:blipFill>
                <a:blip r:embed="rId5"/>
                <a:stretch>
                  <a:fillRect/>
                </a:stretch>
              </p:blipFill>
              <p:spPr>
                <a:xfrm>
                  <a:off x="6754864" y="1897409"/>
                  <a:ext cx="19299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D82122EB-417D-1A3F-B78E-C913C6672ECF}"/>
                    </a:ext>
                  </a:extLst>
                </p14:cNvPr>
                <p14:cNvContentPartPr/>
                <p14:nvPr/>
              </p14:nvContentPartPr>
              <p14:xfrm>
                <a:off x="7673224" y="1732889"/>
                <a:ext cx="588600" cy="42840"/>
              </p14:xfrm>
            </p:contentPart>
          </mc:Choice>
          <mc:Fallback xmlns="">
            <p:pic>
              <p:nvPicPr>
                <p:cNvPr id="4" name="墨迹 3">
                  <a:extLst>
                    <a:ext uri="{FF2B5EF4-FFF2-40B4-BE49-F238E27FC236}">
                      <a16:creationId xmlns:a16="http://schemas.microsoft.com/office/drawing/2014/main" id="{D82122EB-417D-1A3F-B78E-C913C6672ECF}"/>
                    </a:ext>
                  </a:extLst>
                </p:cNvPr>
                <p:cNvPicPr/>
                <p:nvPr/>
              </p:nvPicPr>
              <p:blipFill>
                <a:blip r:embed="rId7"/>
                <a:stretch>
                  <a:fillRect/>
                </a:stretch>
              </p:blipFill>
              <p:spPr>
                <a:xfrm>
                  <a:off x="7655224" y="1715249"/>
                  <a:ext cx="6242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705C8F90-0104-66E5-5AE3-76273484349B}"/>
                    </a:ext>
                  </a:extLst>
                </p14:cNvPr>
                <p14:cNvContentPartPr/>
                <p14:nvPr/>
              </p14:nvContentPartPr>
              <p14:xfrm>
                <a:off x="4856224" y="1600409"/>
                <a:ext cx="3725280" cy="609480"/>
              </p14:xfrm>
            </p:contentPart>
          </mc:Choice>
          <mc:Fallback xmlns="">
            <p:pic>
              <p:nvPicPr>
                <p:cNvPr id="5" name="墨迹 4">
                  <a:extLst>
                    <a:ext uri="{FF2B5EF4-FFF2-40B4-BE49-F238E27FC236}">
                      <a16:creationId xmlns:a16="http://schemas.microsoft.com/office/drawing/2014/main" id="{705C8F90-0104-66E5-5AE3-76273484349B}"/>
                    </a:ext>
                  </a:extLst>
                </p:cNvPr>
                <p:cNvPicPr/>
                <p:nvPr/>
              </p:nvPicPr>
              <p:blipFill>
                <a:blip r:embed="rId9"/>
                <a:stretch>
                  <a:fillRect/>
                </a:stretch>
              </p:blipFill>
              <p:spPr>
                <a:xfrm>
                  <a:off x="4838584" y="1582409"/>
                  <a:ext cx="3760920" cy="645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D9B40CBD-2163-608B-4A41-6ADD2456FE2E}"/>
                  </a:ext>
                </a:extLst>
              </p14:cNvPr>
              <p14:cNvContentPartPr/>
              <p14:nvPr/>
            </p14:nvContentPartPr>
            <p14:xfrm>
              <a:off x="3482104" y="2828009"/>
              <a:ext cx="4770720" cy="112680"/>
            </p14:xfrm>
          </p:contentPart>
        </mc:Choice>
        <mc:Fallback xmlns="">
          <p:pic>
            <p:nvPicPr>
              <p:cNvPr id="7" name="墨迹 6">
                <a:extLst>
                  <a:ext uri="{FF2B5EF4-FFF2-40B4-BE49-F238E27FC236}">
                    <a16:creationId xmlns:a16="http://schemas.microsoft.com/office/drawing/2014/main" id="{D9B40CBD-2163-608B-4A41-6ADD2456FE2E}"/>
                  </a:ext>
                </a:extLst>
              </p:cNvPr>
              <p:cNvPicPr/>
              <p:nvPr/>
            </p:nvPicPr>
            <p:blipFill>
              <a:blip r:embed="rId11"/>
              <a:stretch>
                <a:fillRect/>
              </a:stretch>
            </p:blipFill>
            <p:spPr>
              <a:xfrm>
                <a:off x="3464104" y="2810009"/>
                <a:ext cx="4806360" cy="148320"/>
              </a:xfrm>
              <a:prstGeom prst="rect">
                <a:avLst/>
              </a:prstGeom>
            </p:spPr>
          </p:pic>
        </mc:Fallback>
      </mc:AlternateContent>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p:nvPr/>
        </p:nvSpPr>
        <p:spPr>
          <a:xfrm>
            <a:off x="179388" y="1052513"/>
            <a:ext cx="8839200" cy="3524250"/>
          </a:xfrm>
          <a:prstGeom prst="rect">
            <a:avLst/>
          </a:prstGeom>
          <a:noFill/>
          <a:ln w="9525">
            <a:noFill/>
          </a:ln>
        </p:spPr>
        <p:txBody>
          <a:bodyPr anchor="t" anchorCtr="0">
            <a:spAutoFit/>
          </a:bodyPr>
          <a:lstStyle/>
          <a:p>
            <a:pPr>
              <a:lnSpc>
                <a:spcPct val="140000"/>
              </a:lnSpc>
              <a:spcBef>
                <a:spcPct val="50000"/>
              </a:spcBef>
            </a:pPr>
            <a:r>
              <a:rPr lang="zh-CN" altLang="en-US" sz="2400" b="1" dirty="0">
                <a:latin typeface="Times New Roman" panose="02020603050405020304" pitchFamily="18" charset="0"/>
                <a:ea typeface="宋体" panose="02010600030101010101" pitchFamily="2" charset="-122"/>
              </a:rPr>
              <a:t>定时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计数器的特点：</a:t>
            </a:r>
            <a:r>
              <a:rPr lang="zh-CN" altLang="en-US" sz="2400" b="1" dirty="0">
                <a:solidFill>
                  <a:srgbClr val="FF3300"/>
                </a:solidFill>
                <a:latin typeface="Times New Roman" panose="02020603050405020304" pitchFamily="18" charset="0"/>
                <a:ea typeface="宋体" panose="02010600030101010101" pitchFamily="2" charset="-122"/>
              </a:rPr>
              <a:t>一种可编程部件。</a:t>
            </a:r>
          </a:p>
          <a:p>
            <a:pPr>
              <a:lnSpc>
                <a:spcPct val="140000"/>
              </a:lnSpc>
              <a:spcBef>
                <a:spcPct val="50000"/>
              </a:spcBef>
            </a:pPr>
            <a:r>
              <a:rPr lang="zh-CN" altLang="en-US" sz="2400" b="1" dirty="0">
                <a:solidFill>
                  <a:srgbClr val="FF5050"/>
                </a:solidFill>
                <a:latin typeface="Times New Roman" panose="02020603050405020304" pitchFamily="18" charset="0"/>
                <a:ea typeface="宋体" panose="02010600030101010101" pitchFamily="2" charset="-122"/>
              </a:rPr>
              <a:t>编程：</a:t>
            </a:r>
            <a:r>
              <a:rPr lang="zh-CN" altLang="en-US" sz="2400" b="1" dirty="0">
                <a:solidFill>
                  <a:srgbClr val="000000"/>
                </a:solidFill>
                <a:latin typeface="Times New Roman" panose="02020603050405020304" pitchFamily="18" charset="0"/>
                <a:ea typeface="宋体" panose="02010600030101010101" pitchFamily="2" charset="-122"/>
              </a:rPr>
              <a:t>在定时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计数器开始工作之前，</a:t>
            </a:r>
            <a:r>
              <a:rPr lang="en-US" altLang="zh-CN" sz="2400" b="1" dirty="0">
                <a:solidFill>
                  <a:srgbClr val="000000"/>
                </a:solidFill>
                <a:latin typeface="Times New Roman" panose="02020603050405020304" pitchFamily="18" charset="0"/>
                <a:ea typeface="宋体" panose="02010600030101010101" pitchFamily="2" charset="-122"/>
              </a:rPr>
              <a:t>CPU</a:t>
            </a:r>
            <a:r>
              <a:rPr lang="zh-CN" altLang="en-US" sz="2400" b="1" dirty="0">
                <a:solidFill>
                  <a:srgbClr val="000000"/>
                </a:solidFill>
                <a:latin typeface="Times New Roman" panose="02020603050405020304" pitchFamily="18" charset="0"/>
                <a:ea typeface="宋体" panose="02010600030101010101" pitchFamily="2" charset="-122"/>
              </a:rPr>
              <a:t>必须将一些</a:t>
            </a:r>
            <a:r>
              <a:rPr lang="zh-CN" altLang="en-US" sz="2400" b="1" dirty="0">
                <a:solidFill>
                  <a:schemeClr val="accent2"/>
                </a:solidFill>
                <a:latin typeface="Times New Roman" panose="02020603050405020304" pitchFamily="18" charset="0"/>
                <a:ea typeface="宋体" panose="02010600030101010101" pitchFamily="2" charset="-122"/>
              </a:rPr>
              <a:t>命令（称为控制字</a:t>
            </a:r>
            <a:r>
              <a:rPr lang="zh-CN" altLang="en-US" sz="2400" b="1" dirty="0">
                <a:solidFill>
                  <a:srgbClr val="000000"/>
                </a:solidFill>
                <a:latin typeface="Times New Roman" panose="02020603050405020304" pitchFamily="18" charset="0"/>
                <a:ea typeface="宋体" panose="02010600030101010101" pitchFamily="2" charset="-122"/>
              </a:rPr>
              <a:t>）写入定时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计数器，决定</a:t>
            </a:r>
            <a:r>
              <a:rPr lang="en-US" altLang="zh-CN" sz="2400" b="1" dirty="0">
                <a:solidFill>
                  <a:srgbClr val="000000"/>
                </a:solidFill>
                <a:latin typeface="Times New Roman" panose="02020603050405020304" pitchFamily="18" charset="0"/>
                <a:ea typeface="宋体" panose="02010600030101010101" pitchFamily="2" charset="-122"/>
              </a:rPr>
              <a:t>T0</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T1</a:t>
            </a:r>
            <a:r>
              <a:rPr lang="zh-CN" altLang="en-US" sz="2400" b="1" dirty="0">
                <a:solidFill>
                  <a:srgbClr val="000000"/>
                </a:solidFill>
                <a:latin typeface="Times New Roman" panose="02020603050405020304" pitchFamily="18" charset="0"/>
                <a:ea typeface="宋体" panose="02010600030101010101" pitchFamily="2" charset="-122"/>
              </a:rPr>
              <a:t>的工作方式。</a:t>
            </a:r>
            <a:endParaRPr lang="zh-CN" altLang="en-US" sz="2400" dirty="0">
              <a:latin typeface="Times New Roman" panose="02020603050405020304" pitchFamily="18" charset="0"/>
              <a:ea typeface="宋体" panose="02010600030101010101" pitchFamily="2" charset="-122"/>
            </a:endParaRPr>
          </a:p>
          <a:p>
            <a:pPr>
              <a:lnSpc>
                <a:spcPct val="140000"/>
              </a:lnSpc>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当定时器</a:t>
            </a:r>
            <a:r>
              <a:rPr lang="zh-CN" altLang="en-US" sz="2400" b="1" dirty="0">
                <a:solidFill>
                  <a:schemeClr val="accent2"/>
                </a:solidFill>
                <a:latin typeface="Times New Roman" panose="02020603050405020304" pitchFamily="18" charset="0"/>
                <a:ea typeface="宋体" panose="02010600030101010101" pitchFamily="2" charset="-122"/>
              </a:rPr>
              <a:t>设置了</a:t>
            </a:r>
            <a:r>
              <a:rPr lang="zh-CN" altLang="en-US" sz="2400" b="1" dirty="0">
                <a:solidFill>
                  <a:srgbClr val="000000"/>
                </a:solidFill>
                <a:latin typeface="Times New Roman" panose="02020603050405020304" pitchFamily="18" charset="0"/>
                <a:ea typeface="宋体" panose="02010600030101010101" pitchFamily="2" charset="-122"/>
              </a:rPr>
              <a:t>某种工作方式之后，定时器就会按设定的工作方式独立运行，不再占用</a:t>
            </a:r>
            <a:r>
              <a:rPr lang="en-US" altLang="zh-CN" sz="2400" b="1" dirty="0">
                <a:solidFill>
                  <a:srgbClr val="000000"/>
                </a:solidFill>
                <a:latin typeface="Times New Roman" panose="02020603050405020304" pitchFamily="18" charset="0"/>
                <a:ea typeface="宋体" panose="02010600030101010101" pitchFamily="2" charset="-122"/>
              </a:rPr>
              <a:t>CPU</a:t>
            </a:r>
            <a:r>
              <a:rPr lang="zh-CN" altLang="en-US" sz="2400" b="1" dirty="0">
                <a:solidFill>
                  <a:srgbClr val="000000"/>
                </a:solidFill>
                <a:latin typeface="Times New Roman" panose="02020603050405020304" pitchFamily="18" charset="0"/>
                <a:ea typeface="宋体" panose="02010600030101010101" pitchFamily="2" charset="-122"/>
              </a:rPr>
              <a:t>的操作时间</a:t>
            </a:r>
            <a:r>
              <a:rPr lang="zh-CN" altLang="en-US" sz="2400" b="1" dirty="0">
                <a:solidFill>
                  <a:srgbClr val="FF0000"/>
                </a:solidFill>
                <a:latin typeface="Times New Roman" panose="02020603050405020304" pitchFamily="18" charset="0"/>
                <a:ea typeface="宋体" panose="02010600030101010101" pitchFamily="2" charset="-122"/>
              </a:rPr>
              <a:t>，除非计满溢出，才可能中断</a:t>
            </a:r>
            <a:r>
              <a:rPr lang="en-US" altLang="zh-CN" sz="2400" b="1" dirty="0">
                <a:solidFill>
                  <a:srgbClr val="FF0000"/>
                </a:solidFill>
                <a:latin typeface="Times New Roman" panose="02020603050405020304" pitchFamily="18" charset="0"/>
                <a:ea typeface="宋体" panose="02010600030101010101" pitchFamily="2" charset="-122"/>
              </a:rPr>
              <a:t>CPU</a:t>
            </a:r>
            <a:r>
              <a:rPr lang="zh-CN" altLang="en-US" sz="2400" b="1" dirty="0">
                <a:solidFill>
                  <a:srgbClr val="FF0000"/>
                </a:solidFill>
                <a:latin typeface="Times New Roman" panose="02020603050405020304" pitchFamily="18" charset="0"/>
                <a:ea typeface="宋体" panose="02010600030101010101" pitchFamily="2" charset="-122"/>
              </a:rPr>
              <a:t>当前操作</a:t>
            </a:r>
            <a:r>
              <a:rPr lang="zh-CN" altLang="en-US" sz="2400" b="1" dirty="0">
                <a:solidFill>
                  <a:srgbClr val="000000"/>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ext Box 3"/>
          <p:cNvSpPr txBox="1"/>
          <p:nvPr/>
        </p:nvSpPr>
        <p:spPr>
          <a:xfrm>
            <a:off x="179388" y="908050"/>
            <a:ext cx="8763000" cy="5021263"/>
          </a:xfrm>
          <a:prstGeom prst="rect">
            <a:avLst/>
          </a:prstGeom>
          <a:noFill/>
          <a:ln w="9525">
            <a:noFill/>
          </a:ln>
        </p:spPr>
        <p:txBody>
          <a:bodyPr anchor="t" anchorCtr="0">
            <a:spAutoFit/>
          </a:bodyPr>
          <a:lstStyle/>
          <a:p>
            <a:pPr algn="just">
              <a:lnSpc>
                <a:spcPct val="150000"/>
              </a:lnSpc>
            </a:pPr>
            <a:r>
              <a:rPr lang="zh-CN" altLang="en-US" sz="2400" b="1" dirty="0">
                <a:latin typeface="Times New Roman" panose="02020603050405020304" pitchFamily="18" charset="0"/>
                <a:ea typeface="宋体" panose="02010600030101010101" pitchFamily="2" charset="-122"/>
              </a:rPr>
              <a:t>将控制字写入定时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计数器的过程叫定时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计数器的</a:t>
            </a:r>
            <a:r>
              <a:rPr lang="zh-CN" altLang="en-US" sz="2400" b="1" dirty="0">
                <a:solidFill>
                  <a:srgbClr val="FF6600"/>
                </a:solidFill>
                <a:latin typeface="Times New Roman" panose="02020603050405020304" pitchFamily="18" charset="0"/>
                <a:ea typeface="宋体" panose="02010600030101010101" pitchFamily="2" charset="-122"/>
              </a:rPr>
              <a:t>初始化</a:t>
            </a:r>
            <a:r>
              <a:rPr lang="zh-CN" altLang="en-US" sz="2400" b="1" dirty="0">
                <a:latin typeface="Times New Roman" panose="02020603050405020304" pitchFamily="18" charset="0"/>
                <a:ea typeface="宋体" panose="02010600030101010101" pitchFamily="2" charset="-122"/>
              </a:rPr>
              <a:t>。</a:t>
            </a:r>
          </a:p>
          <a:p>
            <a:pPr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初始化内容：</a:t>
            </a:r>
          </a:p>
          <a:p>
            <a:pPr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规定</a:t>
            </a:r>
            <a:r>
              <a:rPr lang="en-US" altLang="zh-CN" sz="2400" b="1" dirty="0">
                <a:solidFill>
                  <a:schemeClr val="accent2"/>
                </a:solidFill>
                <a:latin typeface="Times New Roman" panose="02020603050405020304" pitchFamily="18" charset="0"/>
                <a:ea typeface="宋体" panose="02010600030101010101" pitchFamily="2" charset="-122"/>
              </a:rPr>
              <a:t>T0</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T1</a:t>
            </a:r>
            <a:r>
              <a:rPr lang="zh-CN" altLang="en-US" sz="2400" b="1" dirty="0">
                <a:solidFill>
                  <a:schemeClr val="accent2"/>
                </a:solidFill>
                <a:latin typeface="Times New Roman" panose="02020603050405020304" pitchFamily="18" charset="0"/>
                <a:ea typeface="宋体" panose="02010600030101010101" pitchFamily="2" charset="-122"/>
              </a:rPr>
              <a:t>的工作方式；</a:t>
            </a:r>
          </a:p>
          <a:p>
            <a:pPr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将工作方式控制字写入方式寄存器。</a:t>
            </a:r>
          </a:p>
          <a:p>
            <a:pPr algn="just">
              <a:lnSpc>
                <a:spcPct val="150000"/>
              </a:lnSpc>
            </a:pPr>
            <a:r>
              <a:rPr lang="zh-CN" altLang="en-US" sz="2400" b="1" dirty="0">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规定</a:t>
            </a:r>
            <a:r>
              <a:rPr lang="en-US" altLang="zh-CN" sz="2400" b="1" dirty="0">
                <a:solidFill>
                  <a:schemeClr val="accent2"/>
                </a:solidFill>
                <a:latin typeface="Times New Roman" panose="02020603050405020304" pitchFamily="18" charset="0"/>
                <a:ea typeface="宋体" panose="02010600030101010101" pitchFamily="2" charset="-122"/>
              </a:rPr>
              <a:t>T0</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T1</a:t>
            </a:r>
            <a:r>
              <a:rPr lang="zh-CN" altLang="en-US" sz="2400" b="1" dirty="0">
                <a:solidFill>
                  <a:schemeClr val="accent2"/>
                </a:solidFill>
                <a:latin typeface="Times New Roman" panose="02020603050405020304" pitchFamily="18" charset="0"/>
                <a:ea typeface="宋体" panose="02010600030101010101" pitchFamily="2" charset="-122"/>
              </a:rPr>
              <a:t>的工作状态；</a:t>
            </a:r>
          </a:p>
          <a:p>
            <a:pPr algn="just">
              <a:lnSpc>
                <a:spcPct val="150000"/>
              </a:lnSpc>
            </a:pPr>
            <a:r>
              <a:rPr lang="zh-CN" altLang="en-US" sz="2400" b="1" dirty="0">
                <a:latin typeface="Times New Roman" panose="02020603050405020304" pitchFamily="18" charset="0"/>
                <a:ea typeface="宋体" panose="02010600030101010101" pitchFamily="2" charset="-122"/>
              </a:rPr>
              <a:t>                    将工作状态控制字写入控制寄存器。</a:t>
            </a:r>
          </a:p>
          <a:p>
            <a:pPr algn="just">
              <a:lnSpc>
                <a:spcPct val="150000"/>
              </a:lnSpc>
            </a:pPr>
            <a:r>
              <a:rPr lang="zh-CN" altLang="en-US" sz="2400" b="1" dirty="0">
                <a:solidFill>
                  <a:srgbClr val="FF0000"/>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赋定时</a:t>
            </a:r>
            <a:r>
              <a:rPr lang="en-US" altLang="zh-CN" sz="2400" b="1" dirty="0">
                <a:solidFill>
                  <a:schemeClr val="accent2"/>
                </a:solidFill>
                <a:latin typeface="Times New Roman" panose="02020603050405020304" pitchFamily="18" charset="0"/>
                <a:ea typeface="宋体" panose="02010600030101010101" pitchFamily="2" charset="-122"/>
              </a:rPr>
              <a:t>/</a:t>
            </a:r>
            <a:r>
              <a:rPr lang="zh-CN" altLang="en-US" sz="2400" b="1" dirty="0">
                <a:solidFill>
                  <a:schemeClr val="accent2"/>
                </a:solidFill>
                <a:latin typeface="Times New Roman" panose="02020603050405020304" pitchFamily="18" charset="0"/>
                <a:ea typeface="宋体" panose="02010600030101010101" pitchFamily="2" charset="-122"/>
              </a:rPr>
              <a:t>计数初值</a:t>
            </a:r>
            <a:r>
              <a:rPr lang="zh-CN" altLang="en-US" sz="2400" b="1" dirty="0">
                <a:solidFill>
                  <a:srgbClr val="FF0000"/>
                </a:solidFill>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a:lnSpc>
                <a:spcPct val="150000"/>
              </a:lnSpc>
            </a:pPr>
            <a:endParaRPr lang="zh-CN" altLang="en-US" sz="2400" b="1" dirty="0">
              <a:latin typeface="Times New Roman" panose="02020603050405020304" pitchFamily="18" charset="0"/>
              <a:ea typeface="宋体" panose="02010600030101010101" pitchFamily="2" charset="-122"/>
            </a:endParaRPr>
          </a:p>
          <a:p>
            <a:pPr>
              <a:spcBef>
                <a:spcPct val="50000"/>
              </a:spcBef>
            </a:pP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 name="Rectangle 2"/>
          <p:cNvSpPr/>
          <p:nvPr/>
        </p:nvSpPr>
        <p:spPr>
          <a:xfrm>
            <a:off x="179388" y="333375"/>
            <a:ext cx="8458200" cy="1198563"/>
          </a:xfrm>
          <a:prstGeom prst="rect">
            <a:avLst/>
          </a:prstGeom>
          <a:noFill/>
          <a:ln w="9525">
            <a:noFill/>
          </a:ln>
        </p:spPr>
        <p:txBody>
          <a:bodyPr anchor="t" anchorCtr="0">
            <a:spAutoFit/>
          </a:bodyPr>
          <a:lstStyle/>
          <a:p>
            <a:pPr indent="268605" algn="just" defTabSz="914400">
              <a:lnSpc>
                <a:spcPct val="150000"/>
              </a:lnSpc>
              <a:tabLst>
                <a:tab pos="941705" algn="l"/>
              </a:tabLst>
            </a:pPr>
            <a:r>
              <a:rPr lang="en-US" altLang="zh-CN" sz="2400" b="1" dirty="0">
                <a:solidFill>
                  <a:srgbClr val="FF0000"/>
                </a:solidFill>
                <a:latin typeface="Times New Roman" panose="02020603050405020304" pitchFamily="18" charset="0"/>
                <a:ea typeface="黑体" panose="02010609060101010101" pitchFamily="49" charset="-122"/>
              </a:rPr>
              <a:t>6.4.4  </a:t>
            </a:r>
            <a:r>
              <a:rPr lang="zh-CN" altLang="en-US" sz="2400" b="1" dirty="0">
                <a:solidFill>
                  <a:srgbClr val="FF0000"/>
                </a:solidFill>
                <a:latin typeface="Times New Roman" panose="02020603050405020304" pitchFamily="18" charset="0"/>
                <a:ea typeface="黑体" panose="02010609060101010101" pitchFamily="49" charset="-122"/>
              </a:rPr>
              <a:t>定时</a:t>
            </a:r>
            <a:r>
              <a:rPr lang="en-US" altLang="zh-CN" sz="2400" b="1" dirty="0">
                <a:solidFill>
                  <a:srgbClr val="FF0000"/>
                </a:solidFill>
                <a:latin typeface="Times New Roman" panose="02020603050405020304" pitchFamily="18" charset="0"/>
                <a:ea typeface="黑体" panose="02010609060101010101" pitchFamily="49" charset="-122"/>
              </a:rPr>
              <a:t>/</a:t>
            </a:r>
            <a:r>
              <a:rPr lang="zh-CN" altLang="en-US" sz="2400" b="1" dirty="0">
                <a:solidFill>
                  <a:srgbClr val="FF0000"/>
                </a:solidFill>
                <a:latin typeface="Times New Roman" panose="02020603050405020304" pitchFamily="18" charset="0"/>
                <a:ea typeface="黑体" panose="02010609060101010101" pitchFamily="49" charset="-122"/>
              </a:rPr>
              <a:t>计数器的控制寄存器和方式寄存器</a:t>
            </a:r>
            <a:endParaRPr lang="zh-CN" altLang="en-US" sz="2400" b="1" dirty="0">
              <a:solidFill>
                <a:srgbClr val="FF0000"/>
              </a:solidFill>
              <a:latin typeface="Times New Roman" panose="02020603050405020304" pitchFamily="18" charset="0"/>
              <a:ea typeface="宋体" panose="02010600030101010101" pitchFamily="2" charset="-122"/>
            </a:endParaRPr>
          </a:p>
          <a:p>
            <a:pPr indent="268605" algn="just" defTabSz="914400">
              <a:lnSpc>
                <a:spcPct val="150000"/>
              </a:lnSpc>
              <a:tabLst>
                <a:tab pos="941705" algn="l"/>
              </a:tabLst>
            </a:pPr>
            <a:r>
              <a:rPr lang="en-US" altLang="zh-CN" sz="2400" b="1" dirty="0">
                <a:solidFill>
                  <a:srgbClr val="0000FF"/>
                </a:solidFill>
                <a:latin typeface="Times New Roman" panose="02020603050405020304" pitchFamily="18" charset="0"/>
                <a:ea typeface="宋体" panose="02010600030101010101" pitchFamily="2" charset="-122"/>
              </a:rPr>
              <a:t>(1) </a:t>
            </a:r>
            <a:r>
              <a:rPr lang="zh-CN" altLang="en-US" sz="2400" b="1" dirty="0">
                <a:solidFill>
                  <a:srgbClr val="0000FF"/>
                </a:solidFill>
                <a:latin typeface="Times New Roman" panose="02020603050405020304" pitchFamily="18" charset="0"/>
                <a:ea typeface="宋体" panose="02010600030101010101" pitchFamily="2" charset="-122"/>
              </a:rPr>
              <a:t>定时器控制寄存器（</a:t>
            </a:r>
            <a:r>
              <a:rPr lang="en-US" altLang="zh-CN" sz="2400" b="1" dirty="0">
                <a:solidFill>
                  <a:srgbClr val="0000FF"/>
                </a:solidFill>
                <a:latin typeface="Times New Roman" panose="02020603050405020304" pitchFamily="18" charset="0"/>
                <a:ea typeface="宋体" panose="02010600030101010101" pitchFamily="2" charset="-122"/>
              </a:rPr>
              <a:t>TCON</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88H</a:t>
            </a:r>
            <a:r>
              <a:rPr lang="zh-CN" altLang="en-US" sz="2400" b="1" dirty="0">
                <a:solidFill>
                  <a:srgbClr val="0000FF"/>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grpSp>
        <p:nvGrpSpPr>
          <p:cNvPr id="2" name="Group 3"/>
          <p:cNvGrpSpPr/>
          <p:nvPr/>
        </p:nvGrpSpPr>
        <p:grpSpPr>
          <a:xfrm>
            <a:off x="323850" y="1844675"/>
            <a:ext cx="8045450" cy="1196975"/>
            <a:chOff x="293" y="1776"/>
            <a:chExt cx="5068" cy="754"/>
          </a:xfrm>
        </p:grpSpPr>
        <p:sp>
          <p:nvSpPr>
            <p:cNvPr id="54275" name="Rectangle 4"/>
            <p:cNvSpPr/>
            <p:nvPr/>
          </p:nvSpPr>
          <p:spPr>
            <a:xfrm>
              <a:off x="336" y="1779"/>
              <a:ext cx="580" cy="374"/>
            </a:xfrm>
            <a:prstGeom prst="rect">
              <a:avLst/>
            </a:prstGeom>
            <a:noFill/>
            <a:ln w="9525">
              <a:noFill/>
            </a:ln>
          </p:spPr>
          <p:txBody>
            <a:bodyPr lIns="0" tIns="0" rIns="0" bIns="0" anchor="ctr" anchorCtr="0"/>
            <a:lstStyle/>
            <a:p>
              <a:pPr algn="ctr" defTabSz="914400">
                <a:tabLst>
                  <a:tab pos="941705" algn="l"/>
                </a:tabLst>
              </a:pPr>
              <a:r>
                <a:rPr lang="zh-CN" altLang="en-US" sz="2000" b="1" dirty="0">
                  <a:latin typeface="Times New Roman" panose="02020603050405020304" pitchFamily="18" charset="0"/>
                  <a:ea typeface="宋体" panose="02010600030101010101" pitchFamily="2" charset="-122"/>
                </a:rPr>
                <a:t>位地址</a:t>
              </a:r>
              <a:endParaRPr lang="zh-CN" altLang="en-US" sz="20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000" dirty="0">
                <a:latin typeface="Times New Roman" panose="02020603050405020304" pitchFamily="18" charset="0"/>
                <a:ea typeface="宋体" panose="02010600030101010101" pitchFamily="2" charset="-122"/>
              </a:endParaRPr>
            </a:p>
          </p:txBody>
        </p:sp>
        <p:sp>
          <p:nvSpPr>
            <p:cNvPr id="54276" name="Rectangle 5"/>
            <p:cNvSpPr/>
            <p:nvPr/>
          </p:nvSpPr>
          <p:spPr>
            <a:xfrm>
              <a:off x="293" y="1779"/>
              <a:ext cx="666"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77" name="Rectangle 6"/>
            <p:cNvSpPr/>
            <p:nvPr/>
          </p:nvSpPr>
          <p:spPr>
            <a:xfrm>
              <a:off x="1004" y="1779"/>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8F</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78" name="Rectangle 7"/>
            <p:cNvSpPr/>
            <p:nvPr/>
          </p:nvSpPr>
          <p:spPr>
            <a:xfrm>
              <a:off x="961" y="1779"/>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79" name="Rectangle 8"/>
            <p:cNvSpPr/>
            <p:nvPr/>
          </p:nvSpPr>
          <p:spPr>
            <a:xfrm>
              <a:off x="1554" y="1779"/>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8E</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80" name="Rectangle 9"/>
            <p:cNvSpPr/>
            <p:nvPr/>
          </p:nvSpPr>
          <p:spPr>
            <a:xfrm>
              <a:off x="1511" y="1779"/>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81" name="Rectangle 10"/>
            <p:cNvSpPr/>
            <p:nvPr/>
          </p:nvSpPr>
          <p:spPr>
            <a:xfrm>
              <a:off x="2104"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8D</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82" name="Rectangle 11"/>
            <p:cNvSpPr/>
            <p:nvPr/>
          </p:nvSpPr>
          <p:spPr>
            <a:xfrm>
              <a:off x="2061"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83" name="Rectangle 12"/>
            <p:cNvSpPr/>
            <p:nvPr/>
          </p:nvSpPr>
          <p:spPr>
            <a:xfrm>
              <a:off x="2655"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8C</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84" name="Rectangle 13"/>
            <p:cNvSpPr/>
            <p:nvPr/>
          </p:nvSpPr>
          <p:spPr>
            <a:xfrm>
              <a:off x="2612"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85" name="Rectangle 14"/>
            <p:cNvSpPr/>
            <p:nvPr/>
          </p:nvSpPr>
          <p:spPr>
            <a:xfrm>
              <a:off x="3206"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8B</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86" name="Rectangle 15"/>
            <p:cNvSpPr/>
            <p:nvPr/>
          </p:nvSpPr>
          <p:spPr>
            <a:xfrm>
              <a:off x="3163"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87" name="Rectangle 16"/>
            <p:cNvSpPr/>
            <p:nvPr/>
          </p:nvSpPr>
          <p:spPr>
            <a:xfrm>
              <a:off x="3757"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8A</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88" name="Rectangle 17"/>
            <p:cNvSpPr/>
            <p:nvPr/>
          </p:nvSpPr>
          <p:spPr>
            <a:xfrm>
              <a:off x="3714"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89" name="Rectangle 18"/>
            <p:cNvSpPr/>
            <p:nvPr/>
          </p:nvSpPr>
          <p:spPr>
            <a:xfrm>
              <a:off x="4308"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89</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90" name="Rectangle 19"/>
            <p:cNvSpPr/>
            <p:nvPr/>
          </p:nvSpPr>
          <p:spPr>
            <a:xfrm>
              <a:off x="4265"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91" name="Rectangle 20"/>
            <p:cNvSpPr/>
            <p:nvPr/>
          </p:nvSpPr>
          <p:spPr>
            <a:xfrm>
              <a:off x="4859" y="1779"/>
              <a:ext cx="456"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88</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92" name="Rectangle 21"/>
            <p:cNvSpPr/>
            <p:nvPr/>
          </p:nvSpPr>
          <p:spPr>
            <a:xfrm>
              <a:off x="4816" y="1779"/>
              <a:ext cx="542"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93" name="Rectangle 22"/>
            <p:cNvSpPr/>
            <p:nvPr/>
          </p:nvSpPr>
          <p:spPr>
            <a:xfrm>
              <a:off x="336" y="2153"/>
              <a:ext cx="580" cy="374"/>
            </a:xfrm>
            <a:prstGeom prst="rect">
              <a:avLst/>
            </a:prstGeom>
            <a:noFill/>
            <a:ln w="9525">
              <a:noFill/>
            </a:ln>
          </p:spPr>
          <p:txBody>
            <a:bodyPr lIns="0" tIns="0" rIns="0" bIns="0" anchor="ctr" anchorCtr="0"/>
            <a:lstStyle/>
            <a:p>
              <a:pPr algn="ctr" defTabSz="914400">
                <a:tabLst>
                  <a:tab pos="941705" algn="l"/>
                </a:tabLst>
              </a:pPr>
              <a:r>
                <a:rPr lang="zh-CN" altLang="en-US" sz="2000" b="1" dirty="0">
                  <a:latin typeface="Times New Roman" panose="02020603050405020304" pitchFamily="18" charset="0"/>
                  <a:ea typeface="宋体" panose="02010600030101010101" pitchFamily="2" charset="-122"/>
                </a:rPr>
                <a:t>位符号</a:t>
              </a:r>
              <a:endParaRPr lang="zh-CN" altLang="en-US" sz="20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94" name="Rectangle 23"/>
            <p:cNvSpPr/>
            <p:nvPr/>
          </p:nvSpPr>
          <p:spPr>
            <a:xfrm>
              <a:off x="293" y="2153"/>
              <a:ext cx="666"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95" name="Rectangle 24"/>
            <p:cNvSpPr/>
            <p:nvPr/>
          </p:nvSpPr>
          <p:spPr>
            <a:xfrm>
              <a:off x="1004" y="2153"/>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TF1</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96" name="Rectangle 25"/>
            <p:cNvSpPr/>
            <p:nvPr/>
          </p:nvSpPr>
          <p:spPr>
            <a:xfrm>
              <a:off x="961" y="2153"/>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97" name="Rectangle 26"/>
            <p:cNvSpPr/>
            <p:nvPr/>
          </p:nvSpPr>
          <p:spPr>
            <a:xfrm>
              <a:off x="1554" y="2153"/>
              <a:ext cx="510"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TR1</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298" name="Rectangle 27"/>
            <p:cNvSpPr/>
            <p:nvPr/>
          </p:nvSpPr>
          <p:spPr>
            <a:xfrm>
              <a:off x="1511" y="2153"/>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299" name="Rectangle 28"/>
            <p:cNvSpPr/>
            <p:nvPr/>
          </p:nvSpPr>
          <p:spPr>
            <a:xfrm>
              <a:off x="2104"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TF0</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300" name="Rectangle 29"/>
            <p:cNvSpPr/>
            <p:nvPr/>
          </p:nvSpPr>
          <p:spPr>
            <a:xfrm>
              <a:off x="2061"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301" name="Rectangle 30"/>
            <p:cNvSpPr/>
            <p:nvPr/>
          </p:nvSpPr>
          <p:spPr>
            <a:xfrm>
              <a:off x="2655"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TR0</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302" name="Rectangle 31"/>
            <p:cNvSpPr/>
            <p:nvPr/>
          </p:nvSpPr>
          <p:spPr>
            <a:xfrm>
              <a:off x="2612"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303" name="Rectangle 32"/>
            <p:cNvSpPr/>
            <p:nvPr/>
          </p:nvSpPr>
          <p:spPr>
            <a:xfrm>
              <a:off x="3206"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IE1</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304" name="Rectangle 33"/>
            <p:cNvSpPr/>
            <p:nvPr/>
          </p:nvSpPr>
          <p:spPr>
            <a:xfrm>
              <a:off x="3163"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305" name="Rectangle 34"/>
            <p:cNvSpPr/>
            <p:nvPr/>
          </p:nvSpPr>
          <p:spPr>
            <a:xfrm>
              <a:off x="3757"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IT1</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306" name="Rectangle 35"/>
            <p:cNvSpPr/>
            <p:nvPr/>
          </p:nvSpPr>
          <p:spPr>
            <a:xfrm>
              <a:off x="3714"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307" name="Rectangle 36"/>
            <p:cNvSpPr/>
            <p:nvPr/>
          </p:nvSpPr>
          <p:spPr>
            <a:xfrm>
              <a:off x="4308"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IE0</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308" name="Rectangle 37"/>
            <p:cNvSpPr/>
            <p:nvPr/>
          </p:nvSpPr>
          <p:spPr>
            <a:xfrm>
              <a:off x="4265"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309" name="Rectangle 38"/>
            <p:cNvSpPr/>
            <p:nvPr/>
          </p:nvSpPr>
          <p:spPr>
            <a:xfrm>
              <a:off x="4859" y="2153"/>
              <a:ext cx="456"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IT0</a:t>
              </a:r>
              <a:endParaRPr lang="en-US" altLang="zh-CN" sz="2400" dirty="0">
                <a:latin typeface="Times New Roman" panose="02020603050405020304" pitchFamily="18" charset="0"/>
                <a:ea typeface="宋体" panose="02010600030101010101" pitchFamily="2" charset="-122"/>
              </a:endParaRPr>
            </a:p>
            <a:p>
              <a:pPr algn="ctr" defTabSz="91440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54310" name="Rectangle 39"/>
            <p:cNvSpPr/>
            <p:nvPr/>
          </p:nvSpPr>
          <p:spPr>
            <a:xfrm>
              <a:off x="4816" y="2153"/>
              <a:ext cx="542"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54311" name="Rectangle 40"/>
            <p:cNvSpPr/>
            <p:nvPr/>
          </p:nvSpPr>
          <p:spPr>
            <a:xfrm>
              <a:off x="305" y="1776"/>
              <a:ext cx="5056" cy="754"/>
            </a:xfrm>
            <a:prstGeom prst="rect">
              <a:avLst/>
            </a:prstGeom>
            <a:noFill/>
            <a:ln w="9525"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grpSp>
      <p:sp>
        <p:nvSpPr>
          <p:cNvPr id="53294" name="Rectangle 2"/>
          <p:cNvSpPr/>
          <p:nvPr/>
        </p:nvSpPr>
        <p:spPr>
          <a:xfrm>
            <a:off x="107950" y="3141663"/>
            <a:ext cx="8610600" cy="3414712"/>
          </a:xfrm>
          <a:prstGeom prst="rect">
            <a:avLst/>
          </a:prstGeom>
          <a:noFill/>
          <a:ln w="9525">
            <a:noFill/>
          </a:ln>
        </p:spPr>
        <p:txBody>
          <a:bodyPr anchor="t" anchorCtr="0">
            <a:spAutoFit/>
          </a:bodyPr>
          <a:lstStyle/>
          <a:p>
            <a:pPr indent="268605" algn="just" defTabSz="914400">
              <a:lnSpc>
                <a:spcPct val="130000"/>
              </a:lnSpc>
              <a:tabLst>
                <a:tab pos="941705" algn="l"/>
              </a:tabLst>
            </a:pPr>
            <a:r>
              <a:rPr lang="en-US" altLang="zh-CN" sz="2400" b="1" dirty="0">
                <a:solidFill>
                  <a:srgbClr val="FF3300"/>
                </a:solidFill>
                <a:latin typeface="Times New Roman" panose="02020603050405020304" pitchFamily="18" charset="0"/>
                <a:ea typeface="宋体" panose="02010600030101010101" pitchFamily="2" charset="-122"/>
              </a:rPr>
              <a:t> · TF0</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TF1</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a:t>
            </a:r>
            <a:r>
              <a:rPr lang="zh-CN" altLang="en-US" sz="2400" b="1" dirty="0">
                <a:solidFill>
                  <a:srgbClr val="FF3300"/>
                </a:solidFill>
                <a:latin typeface="Times New Roman" panose="02020603050405020304" pitchFamily="18" charset="0"/>
                <a:ea typeface="宋体" panose="02010600030101010101" pitchFamily="2" charset="-122"/>
              </a:rPr>
              <a:t>计数溢出标志位</a:t>
            </a:r>
            <a:endParaRPr lang="zh-CN" altLang="en-US" sz="2400" dirty="0">
              <a:solidFill>
                <a:srgbClr val="FF3300"/>
              </a:solidFill>
              <a:latin typeface="Times New Roman" panose="02020603050405020304" pitchFamily="18" charset="0"/>
              <a:ea typeface="宋体" panose="02010600030101010101" pitchFamily="2" charset="-122"/>
            </a:endParaRPr>
          </a:p>
          <a:p>
            <a:pPr indent="268605" algn="just" defTabSz="914400">
              <a:lnSpc>
                <a:spcPct val="130000"/>
              </a:lnSpc>
              <a:tabLst>
                <a:tab pos="941705" algn="l"/>
              </a:tabLst>
            </a:pPr>
            <a:r>
              <a:rPr lang="zh-CN" altLang="en-US" sz="2400" b="1" dirty="0">
                <a:latin typeface="Times New Roman" panose="02020603050405020304" pitchFamily="18" charset="0"/>
                <a:ea typeface="宋体" panose="02010600030101010101" pitchFamily="2" charset="-122"/>
              </a:rPr>
              <a:t>若</a:t>
            </a:r>
            <a:r>
              <a:rPr lang="zh-CN" altLang="en-US" sz="2400" b="1" dirty="0">
                <a:solidFill>
                  <a:schemeClr val="accent2"/>
                </a:solidFill>
                <a:latin typeface="Times New Roman" panose="02020603050405020304" pitchFamily="18" charset="0"/>
                <a:ea typeface="宋体" panose="02010600030101010101" pitchFamily="2" charset="-122"/>
              </a:rPr>
              <a:t>有溢出，</a:t>
            </a:r>
            <a:r>
              <a:rPr lang="en-US" altLang="zh-CN" sz="2400" b="1" dirty="0">
                <a:solidFill>
                  <a:schemeClr val="accent2"/>
                </a:solidFill>
                <a:latin typeface="Times New Roman" panose="02020603050405020304" pitchFamily="18" charset="0"/>
                <a:ea typeface="宋体" panose="02010600030101010101" pitchFamily="2" charset="-122"/>
              </a:rPr>
              <a:t>TF0</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TF1</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1</a:t>
            </a:r>
          </a:p>
          <a:p>
            <a:pPr indent="268605" algn="just" defTabSz="914400">
              <a:lnSpc>
                <a:spcPct val="130000"/>
              </a:lnSpc>
              <a:tabLst>
                <a:tab pos="941705" algn="l"/>
              </a:tabLst>
            </a:pPr>
            <a:r>
              <a:rPr lang="en-US" altLang="zh-CN" sz="2400" b="1" dirty="0">
                <a:solidFill>
                  <a:schemeClr val="accent2"/>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无溢出，</a:t>
            </a:r>
            <a:r>
              <a:rPr lang="en-US" altLang="zh-CN" sz="2400" b="1" dirty="0">
                <a:solidFill>
                  <a:schemeClr val="accent2"/>
                </a:solidFill>
                <a:latin typeface="Times New Roman" panose="02020603050405020304" pitchFamily="18" charset="0"/>
                <a:ea typeface="宋体" panose="02010600030101010101" pitchFamily="2" charset="-122"/>
              </a:rPr>
              <a:t>TF0</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TF1</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0</a:t>
            </a:r>
          </a:p>
          <a:p>
            <a:pPr indent="268605" algn="just" defTabSz="914400">
              <a:lnSpc>
                <a:spcPct val="130000"/>
              </a:lnSpc>
              <a:tabLst>
                <a:tab pos="941705" algn="l"/>
              </a:tabLst>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有溢出时，当转向中断服务时，再由硬件自动</a:t>
            </a:r>
            <a:r>
              <a:rPr lang="zh-CN" altLang="en-US" sz="2400" b="1" dirty="0">
                <a:solidFill>
                  <a:schemeClr val="accent2"/>
                </a:solidFill>
                <a:latin typeface="Times New Roman" panose="02020603050405020304" pitchFamily="18" charset="0"/>
                <a:ea typeface="宋体" panose="02010600030101010101" pitchFamily="2" charset="-122"/>
              </a:rPr>
              <a:t>清</a:t>
            </a:r>
            <a:r>
              <a:rPr lang="en-US" altLang="zh-CN" sz="2400" b="1" dirty="0">
                <a:solidFill>
                  <a:schemeClr val="accent2"/>
                </a:solidFill>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a:t>
            </a:r>
          </a:p>
          <a:p>
            <a:pPr indent="268605" algn="just" defTabSz="914400">
              <a:lnSpc>
                <a:spcPct val="130000"/>
              </a:lnSpc>
              <a:tabLst>
                <a:tab pos="941705" algn="l"/>
              </a:tabLst>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TF0</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TF1</a:t>
            </a:r>
            <a:r>
              <a:rPr lang="zh-CN" altLang="en-US" sz="2400" b="1" dirty="0">
                <a:latin typeface="Times New Roman" panose="02020603050405020304" pitchFamily="18" charset="0"/>
                <a:ea typeface="宋体" panose="02010600030101010101" pitchFamily="2" charset="-122"/>
              </a:rPr>
              <a:t>）的使用方式：</a:t>
            </a:r>
          </a:p>
          <a:p>
            <a:pPr indent="268605" algn="just" defTabSz="914400">
              <a:lnSpc>
                <a:spcPct val="130000"/>
              </a:lnSpc>
              <a:tabLst>
                <a:tab pos="941705" algn="l"/>
              </a:tabLst>
            </a:pPr>
            <a:r>
              <a:rPr lang="zh-CN" altLang="en-US" sz="2400" b="1" dirty="0">
                <a:solidFill>
                  <a:schemeClr val="accent2"/>
                </a:solidFill>
                <a:latin typeface="Times New Roman" panose="02020603050405020304" pitchFamily="18" charset="0"/>
                <a:ea typeface="宋体" panose="02010600030101010101" pitchFamily="2" charset="-122"/>
              </a:rPr>
              <a:t>           中断方式时</a:t>
            </a:r>
            <a:r>
              <a:rPr lang="zh-CN" altLang="en-US" sz="2400" b="1" dirty="0">
                <a:latin typeface="Times New Roman" panose="02020603050405020304" pitchFamily="18" charset="0"/>
                <a:ea typeface="宋体" panose="02010600030101010101" pitchFamily="2" charset="-122"/>
              </a:rPr>
              <a:t>，作中断请求标志位来使用，</a:t>
            </a:r>
          </a:p>
          <a:p>
            <a:pPr indent="268605" algn="just" defTabSz="914400">
              <a:lnSpc>
                <a:spcPct val="130000"/>
              </a:lnSpc>
              <a:tabLst>
                <a:tab pos="941705" algn="l"/>
              </a:tabLst>
            </a:pPr>
            <a:r>
              <a:rPr lang="zh-CN" altLang="en-US" sz="2400" b="1" dirty="0">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查询方式时</a:t>
            </a:r>
            <a:r>
              <a:rPr lang="zh-CN" altLang="en-US" sz="2400" b="1" dirty="0">
                <a:latin typeface="Times New Roman" panose="02020603050405020304" pitchFamily="18" charset="0"/>
                <a:ea typeface="宋体" panose="02010600030101010101" pitchFamily="2" charset="-122"/>
              </a:rPr>
              <a:t>，作查询状态位来使用。</a:t>
            </a:r>
            <a:endParaRPr lang="en-US" altLang="zh-CN" sz="2400" dirty="0">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p:nvPr/>
        </p:nvSpPr>
        <p:spPr>
          <a:xfrm>
            <a:off x="107950" y="836613"/>
            <a:ext cx="8928100" cy="1735137"/>
          </a:xfrm>
          <a:prstGeom prst="rect">
            <a:avLst/>
          </a:prstGeom>
          <a:noFill/>
          <a:ln w="9525">
            <a:noFill/>
          </a:ln>
        </p:spPr>
        <p:txBody>
          <a:bodyPr anchor="t" anchorCtr="0">
            <a:spAutoFit/>
          </a:bodyPr>
          <a:lstStyle/>
          <a:p>
            <a:pPr indent="262255" algn="just" defTabSz="914400">
              <a:lnSpc>
                <a:spcPct val="150000"/>
              </a:lnSpc>
              <a:tabLst>
                <a:tab pos="490855" algn="l"/>
              </a:tabLst>
            </a:pPr>
            <a:r>
              <a:rPr lang="en-US" altLang="zh-CN" sz="2400" b="1" dirty="0">
                <a:solidFill>
                  <a:srgbClr val="FF0000"/>
                </a:solidFill>
                <a:latin typeface="Times New Roman" panose="02020603050405020304" pitchFamily="18" charset="0"/>
                <a:ea typeface="宋体" panose="02010600030101010101" pitchFamily="2" charset="-122"/>
              </a:rPr>
              <a:t> 2.   </a:t>
            </a:r>
            <a:r>
              <a:rPr lang="zh-CN" altLang="en-US" sz="2400" b="1" dirty="0">
                <a:solidFill>
                  <a:srgbClr val="FF0000"/>
                </a:solidFill>
                <a:latin typeface="Times New Roman" panose="02020603050405020304" pitchFamily="18" charset="0"/>
                <a:ea typeface="宋体" panose="02010600030101010101" pitchFamily="2" charset="-122"/>
              </a:rPr>
              <a:t>定时器工作方式寄存器（</a:t>
            </a:r>
            <a:r>
              <a:rPr lang="en-US" altLang="zh-CN" sz="2400" b="1" dirty="0">
                <a:solidFill>
                  <a:srgbClr val="FF0000"/>
                </a:solidFill>
                <a:latin typeface="Times New Roman" panose="02020603050405020304" pitchFamily="18" charset="0"/>
                <a:ea typeface="宋体" panose="02010600030101010101" pitchFamily="2" charset="-122"/>
              </a:rPr>
              <a:t>TMOD</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89H</a:t>
            </a:r>
            <a:r>
              <a:rPr lang="zh-CN" altLang="en-US" sz="2400" b="1" dirty="0">
                <a:solidFill>
                  <a:srgbClr val="FF0000"/>
                </a:solidFill>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indent="262255" algn="just" defTabSz="914400">
              <a:lnSpc>
                <a:spcPct val="150000"/>
              </a:lnSpc>
              <a:tabLst>
                <a:tab pos="490855" algn="l"/>
              </a:tabLst>
            </a:pPr>
            <a:r>
              <a:rPr lang="zh-CN" altLang="en-US" sz="2400" b="1" dirty="0">
                <a:solidFill>
                  <a:srgbClr val="000000"/>
                </a:solidFill>
                <a:latin typeface="Times New Roman" panose="02020603050405020304" pitchFamily="18" charset="0"/>
                <a:ea typeface="宋体" panose="02010600030101010101" pitchFamily="2" charset="-122"/>
              </a:rPr>
              <a:t>作用：设置两个定时器</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计数器工作方式。</a:t>
            </a:r>
            <a:endParaRPr lang="zh-CN" altLang="en-US" sz="2400" b="1" dirty="0">
              <a:latin typeface="Times New Roman" panose="02020603050405020304" pitchFamily="18" charset="0"/>
              <a:ea typeface="宋体" panose="02010600030101010101" pitchFamily="2" charset="-122"/>
            </a:endParaRPr>
          </a:p>
          <a:p>
            <a:pPr indent="262255" algn="just" defTabSz="914400">
              <a:lnSpc>
                <a:spcPct val="150000"/>
              </a:lnSpc>
              <a:tabLst>
                <a:tab pos="490855" algn="l"/>
              </a:tabLst>
            </a:pPr>
            <a:r>
              <a:rPr lang="en-US" altLang="zh-CN" sz="2400" b="1" dirty="0">
                <a:solidFill>
                  <a:srgbClr val="000000"/>
                </a:solidFill>
                <a:latin typeface="Times New Roman" panose="02020603050405020304" pitchFamily="18" charset="0"/>
                <a:ea typeface="宋体" panose="02010600030101010101" pitchFamily="2" charset="-122"/>
              </a:rPr>
              <a:t>TMOD</a:t>
            </a:r>
            <a:r>
              <a:rPr lang="zh-CN" altLang="en-US" sz="2400" b="1" dirty="0">
                <a:solidFill>
                  <a:srgbClr val="000000"/>
                </a:solidFill>
                <a:latin typeface="Times New Roman" panose="02020603050405020304" pitchFamily="18" charset="0"/>
                <a:ea typeface="宋体" panose="02010600030101010101" pitchFamily="2" charset="-122"/>
              </a:rPr>
              <a:t>寄存器</a:t>
            </a:r>
            <a:r>
              <a:rPr lang="zh-CN" altLang="en-US" sz="2400" b="1" dirty="0">
                <a:solidFill>
                  <a:srgbClr val="0000FF"/>
                </a:solidFill>
                <a:latin typeface="Times New Roman" panose="02020603050405020304" pitchFamily="18" charset="0"/>
                <a:ea typeface="宋体" panose="02010600030101010101" pitchFamily="2" charset="-122"/>
              </a:rPr>
              <a:t>不能位寻址，只能用字节传送指令设置其内容。</a:t>
            </a:r>
            <a:endParaRPr lang="zh-CN" altLang="en-US" sz="2400" b="1" dirty="0">
              <a:latin typeface="Times New Roman" panose="02020603050405020304" pitchFamily="18" charset="0"/>
              <a:ea typeface="宋体" panose="02010600030101010101" pitchFamily="2" charset="-122"/>
            </a:endParaRPr>
          </a:p>
        </p:txBody>
      </p:sp>
      <p:graphicFrame>
        <p:nvGraphicFramePr>
          <p:cNvPr id="56365" name="Group 45"/>
          <p:cNvGraphicFramePr>
            <a:graphicFrameLocks noGrp="1"/>
          </p:cNvGraphicFramePr>
          <p:nvPr/>
        </p:nvGraphicFramePr>
        <p:xfrm>
          <a:off x="304800" y="2924175"/>
          <a:ext cx="8229600" cy="1133476"/>
        </p:xfrm>
        <a:graphic>
          <a:graphicData uri="http://schemas.openxmlformats.org/drawingml/2006/table">
            <a:tbl>
              <a:tblPr/>
              <a:tblGrid>
                <a:gridCol w="1157288">
                  <a:extLst>
                    <a:ext uri="{9D8B030D-6E8A-4147-A177-3AD203B41FA5}">
                      <a16:colId xmlns:a16="http://schemas.microsoft.com/office/drawing/2014/main" val="20000"/>
                    </a:ext>
                  </a:extLst>
                </a:gridCol>
                <a:gridCol w="116522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77887">
                  <a:extLst>
                    <a:ext uri="{9D8B030D-6E8A-4147-A177-3AD203B41FA5}">
                      <a16:colId xmlns:a16="http://schemas.microsoft.com/office/drawing/2014/main" val="20003"/>
                    </a:ext>
                  </a:extLst>
                </a:gridCol>
                <a:gridCol w="714375">
                  <a:extLst>
                    <a:ext uri="{9D8B030D-6E8A-4147-A177-3AD203B41FA5}">
                      <a16:colId xmlns:a16="http://schemas.microsoft.com/office/drawing/2014/main" val="20004"/>
                    </a:ext>
                  </a:extLst>
                </a:gridCol>
                <a:gridCol w="1114425">
                  <a:extLst>
                    <a:ext uri="{9D8B030D-6E8A-4147-A177-3AD203B41FA5}">
                      <a16:colId xmlns:a16="http://schemas.microsoft.com/office/drawing/2014/main" val="20005"/>
                    </a:ext>
                  </a:extLst>
                </a:gridCol>
                <a:gridCol w="868363">
                  <a:extLst>
                    <a:ext uri="{9D8B030D-6E8A-4147-A177-3AD203B41FA5}">
                      <a16:colId xmlns:a16="http://schemas.microsoft.com/office/drawing/2014/main" val="20006"/>
                    </a:ext>
                  </a:extLst>
                </a:gridCol>
                <a:gridCol w="731837">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tblGrid>
              <a:tr h="566738">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zh-CN" altLang="en-US" sz="24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位序号</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D7</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D6</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D5</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D4</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D3</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D2</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D1</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D0</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6738">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位符号</a:t>
                      </a:r>
                    </a:p>
                  </a:txBody>
                  <a:tcPr marT="45681" marB="4568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GATE</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C/T</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M1</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M0</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GATE</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C/T</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M1</a:t>
                      </a:r>
                    </a:p>
                  </a:txBody>
                  <a:tcPr marT="45681" marB="4568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M0</a:t>
                      </a:r>
                    </a:p>
                  </a:txBody>
                  <a:tcPr marT="45681" marB="4568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5330" name="Text Box 35"/>
          <p:cNvSpPr txBox="1"/>
          <p:nvPr/>
        </p:nvSpPr>
        <p:spPr>
          <a:xfrm>
            <a:off x="1600200" y="4676775"/>
            <a:ext cx="6477000" cy="457200"/>
          </a:xfrm>
          <a:prstGeom prst="rect">
            <a:avLst/>
          </a:prstGeom>
          <a:noFill/>
          <a:ln w="9525">
            <a:noFill/>
          </a:ln>
        </p:spPr>
        <p:txBody>
          <a:bodyPr anchor="t" anchorCtr="0">
            <a:spAutoFit/>
          </a:bodyPr>
          <a:lstStyle/>
          <a:p>
            <a:pPr>
              <a:spcBef>
                <a:spcPct val="50000"/>
              </a:spcBef>
            </a:pPr>
            <a:endParaRPr lang="zh-CN" altLang="zh-CN" sz="2400" dirty="0">
              <a:latin typeface="Times New Roman" panose="02020603050405020304" pitchFamily="18" charset="0"/>
              <a:ea typeface="宋体" panose="02010600030101010101" pitchFamily="2" charset="-122"/>
            </a:endParaRPr>
          </a:p>
        </p:txBody>
      </p:sp>
      <p:grpSp>
        <p:nvGrpSpPr>
          <p:cNvPr id="55331" name="Group 36"/>
          <p:cNvGrpSpPr/>
          <p:nvPr/>
        </p:nvGrpSpPr>
        <p:grpSpPr>
          <a:xfrm>
            <a:off x="1468438" y="4064000"/>
            <a:ext cx="6989762" cy="792163"/>
            <a:chOff x="925" y="2878"/>
            <a:chExt cx="4403" cy="982"/>
          </a:xfrm>
        </p:grpSpPr>
        <p:sp>
          <p:nvSpPr>
            <p:cNvPr id="55332" name="AutoShape 37"/>
            <p:cNvSpPr/>
            <p:nvPr/>
          </p:nvSpPr>
          <p:spPr>
            <a:xfrm rot="-5379096" flipV="1">
              <a:off x="1883" y="1965"/>
              <a:ext cx="196" cy="2112"/>
            </a:xfrm>
            <a:prstGeom prst="leftBrace">
              <a:avLst>
                <a:gd name="adj1" fmla="val 89696"/>
                <a:gd name="adj2" fmla="val 50000"/>
              </a:avLst>
            </a:prstGeom>
            <a:noFill/>
            <a:ln w="9525" cap="flat" cmpd="sng">
              <a:solidFill>
                <a:schemeClr val="tx1"/>
              </a:solidFill>
              <a:prstDash val="solid"/>
              <a:round/>
              <a:headEnd type="none" w="med" len="med"/>
              <a:tailEnd type="none" w="med" len="med"/>
            </a:ln>
          </p:spPr>
          <p:txBody>
            <a:bodyPr rot="10800000" vert="eaVert"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5333" name="AutoShape 38"/>
            <p:cNvSpPr/>
            <p:nvPr/>
          </p:nvSpPr>
          <p:spPr>
            <a:xfrm rot="-5346244" flipV="1">
              <a:off x="4176" y="1966"/>
              <a:ext cx="240" cy="2064"/>
            </a:xfrm>
            <a:prstGeom prst="leftBrace">
              <a:avLst>
                <a:gd name="adj1" fmla="val 71587"/>
                <a:gd name="adj2" fmla="val 50000"/>
              </a:avLst>
            </a:prstGeom>
            <a:noFill/>
            <a:ln w="9525" cap="flat" cmpd="sng">
              <a:solidFill>
                <a:schemeClr val="tx1"/>
              </a:solidFill>
              <a:prstDash val="solid"/>
              <a:round/>
              <a:headEnd type="none" w="med" len="med"/>
              <a:tailEnd type="none" w="med" len="med"/>
            </a:ln>
          </p:spPr>
          <p:txBody>
            <a:bodyPr rot="10800000" vert="eaVert" wrap="none" anchor="ctr" anchorCtr="0"/>
            <a:lstStyle/>
            <a:p>
              <a:endParaRPr lang="zh-CN" altLang="en-US" dirty="0">
                <a:latin typeface="Times New Roman" panose="02020603050405020304" pitchFamily="18" charset="0"/>
                <a:ea typeface="宋体" panose="02010600030101010101" pitchFamily="2" charset="-122"/>
              </a:endParaRPr>
            </a:p>
          </p:txBody>
        </p:sp>
        <p:sp>
          <p:nvSpPr>
            <p:cNvPr id="55334" name="Text Box 39"/>
            <p:cNvSpPr txBox="1"/>
            <p:nvPr/>
          </p:nvSpPr>
          <p:spPr>
            <a:xfrm>
              <a:off x="1056" y="3216"/>
              <a:ext cx="3840" cy="644"/>
            </a:xfrm>
            <a:prstGeom prst="rect">
              <a:avLst/>
            </a:prstGeom>
            <a:noFill/>
            <a:ln w="9525">
              <a:noFill/>
            </a:ln>
          </p:spPr>
          <p:txBody>
            <a:bodyPr anchor="t" anchorCtr="0">
              <a:spAutoFit/>
            </a:bodyPr>
            <a:lstStyle/>
            <a:p>
              <a:pPr>
                <a:spcBef>
                  <a:spcPct val="50000"/>
                </a:spcBef>
              </a:pPr>
              <a:r>
                <a:rPr lang="en-US" altLang="zh-CN"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T1                                              T0</a:t>
              </a:r>
            </a:p>
          </p:txBody>
        </p:sp>
      </p:grpSp>
      <p:sp>
        <p:nvSpPr>
          <p:cNvPr id="55335" name="Line 40"/>
          <p:cNvSpPr/>
          <p:nvPr/>
        </p:nvSpPr>
        <p:spPr>
          <a:xfrm>
            <a:off x="6553200" y="3644900"/>
            <a:ext cx="228600" cy="0"/>
          </a:xfrm>
          <a:prstGeom prst="line">
            <a:avLst/>
          </a:prstGeom>
          <a:ln w="9525" cap="flat" cmpd="sng">
            <a:solidFill>
              <a:schemeClr val="tx1"/>
            </a:solidFill>
            <a:prstDash val="solid"/>
            <a:round/>
            <a:headEnd type="none" w="med" len="med"/>
            <a:tailEnd type="none" w="med" len="med"/>
          </a:ln>
        </p:spPr>
      </p:sp>
      <p:sp>
        <p:nvSpPr>
          <p:cNvPr id="55336" name="Line 41"/>
          <p:cNvSpPr/>
          <p:nvPr/>
        </p:nvSpPr>
        <p:spPr>
          <a:xfrm>
            <a:off x="2971800" y="3644900"/>
            <a:ext cx="228600" cy="0"/>
          </a:xfrm>
          <a:prstGeom prst="line">
            <a:avLst/>
          </a:prstGeom>
          <a:ln w="9525" cap="flat" cmpd="sng">
            <a:solidFill>
              <a:schemeClr val="tx1"/>
            </a:solidFill>
            <a:prstDash val="solid"/>
            <a:round/>
            <a:headEnd type="none" w="med" len="med"/>
            <a:tailEnd type="none" w="med" len="med"/>
          </a:ln>
        </p:spPr>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CA0BEE0C-31C7-0B83-A484-A9F7A82FDDB8}"/>
                  </a:ext>
                </a:extLst>
              </p14:cNvPr>
              <p14:cNvContentPartPr/>
              <p14:nvPr/>
            </p14:nvContentPartPr>
            <p14:xfrm>
              <a:off x="4387600" y="1408390"/>
              <a:ext cx="863280" cy="27000"/>
            </p14:xfrm>
          </p:contentPart>
        </mc:Choice>
        <mc:Fallback xmlns="">
          <p:pic>
            <p:nvPicPr>
              <p:cNvPr id="2" name="墨迹 1">
                <a:extLst>
                  <a:ext uri="{FF2B5EF4-FFF2-40B4-BE49-F238E27FC236}">
                    <a16:creationId xmlns:a16="http://schemas.microsoft.com/office/drawing/2014/main" id="{CA0BEE0C-31C7-0B83-A484-A9F7A82FDDB8}"/>
                  </a:ext>
                </a:extLst>
              </p:cNvPr>
              <p:cNvPicPr/>
              <p:nvPr/>
            </p:nvPicPr>
            <p:blipFill>
              <a:blip r:embed="rId3"/>
              <a:stretch>
                <a:fillRect/>
              </a:stretch>
            </p:blipFill>
            <p:spPr>
              <a:xfrm>
                <a:off x="4369960" y="1390750"/>
                <a:ext cx="898920" cy="62640"/>
              </a:xfrm>
              <a:prstGeom prst="rect">
                <a:avLst/>
              </a:prstGeom>
            </p:spPr>
          </p:pic>
        </mc:Fallback>
      </mc:AlternateContent>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467360" y="1052830"/>
            <a:ext cx="8529320" cy="5034915"/>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08A6CE5D-67E9-E4B1-D765-AE397EDEF49F}"/>
                  </a:ext>
                </a:extLst>
              </p14:cNvPr>
              <p14:cNvContentPartPr/>
              <p14:nvPr/>
            </p14:nvContentPartPr>
            <p14:xfrm>
              <a:off x="2387440" y="3809950"/>
              <a:ext cx="271080" cy="19440"/>
            </p14:xfrm>
          </p:contentPart>
        </mc:Choice>
        <mc:Fallback xmlns="">
          <p:pic>
            <p:nvPicPr>
              <p:cNvPr id="2" name="墨迹 1">
                <a:extLst>
                  <a:ext uri="{FF2B5EF4-FFF2-40B4-BE49-F238E27FC236}">
                    <a16:creationId xmlns:a16="http://schemas.microsoft.com/office/drawing/2014/main" id="{08A6CE5D-67E9-E4B1-D765-AE397EDEF49F}"/>
                  </a:ext>
                </a:extLst>
              </p:cNvPr>
              <p:cNvPicPr/>
              <p:nvPr/>
            </p:nvPicPr>
            <p:blipFill>
              <a:blip r:embed="rId4"/>
              <a:stretch>
                <a:fillRect/>
              </a:stretch>
            </p:blipFill>
            <p:spPr>
              <a:xfrm>
                <a:off x="2369800" y="3791950"/>
                <a:ext cx="3067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101A2227-71A4-7952-84B6-9817A24E8A7E}"/>
                  </a:ext>
                </a:extLst>
              </p14:cNvPr>
              <p14:cNvContentPartPr/>
              <p14:nvPr/>
            </p14:nvContentPartPr>
            <p14:xfrm>
              <a:off x="2374840" y="4425550"/>
              <a:ext cx="159480" cy="13680"/>
            </p14:xfrm>
          </p:contentPart>
        </mc:Choice>
        <mc:Fallback xmlns="">
          <p:pic>
            <p:nvPicPr>
              <p:cNvPr id="3" name="墨迹 2">
                <a:extLst>
                  <a:ext uri="{FF2B5EF4-FFF2-40B4-BE49-F238E27FC236}">
                    <a16:creationId xmlns:a16="http://schemas.microsoft.com/office/drawing/2014/main" id="{101A2227-71A4-7952-84B6-9817A24E8A7E}"/>
                  </a:ext>
                </a:extLst>
              </p:cNvPr>
              <p:cNvPicPr/>
              <p:nvPr/>
            </p:nvPicPr>
            <p:blipFill>
              <a:blip r:embed="rId6"/>
              <a:stretch>
                <a:fillRect/>
              </a:stretch>
            </p:blipFill>
            <p:spPr>
              <a:xfrm>
                <a:off x="2357200" y="4407910"/>
                <a:ext cx="1951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544BAAAC-1CA4-5865-1314-28AC21D0DE5E}"/>
                  </a:ext>
                </a:extLst>
              </p14:cNvPr>
              <p14:cNvContentPartPr/>
              <p14:nvPr/>
            </p14:nvContentPartPr>
            <p14:xfrm>
              <a:off x="2914480" y="5473510"/>
              <a:ext cx="4190760" cy="114840"/>
            </p14:xfrm>
          </p:contentPart>
        </mc:Choice>
        <mc:Fallback xmlns="">
          <p:pic>
            <p:nvPicPr>
              <p:cNvPr id="4" name="墨迹 3">
                <a:extLst>
                  <a:ext uri="{FF2B5EF4-FFF2-40B4-BE49-F238E27FC236}">
                    <a16:creationId xmlns:a16="http://schemas.microsoft.com/office/drawing/2014/main" id="{544BAAAC-1CA4-5865-1314-28AC21D0DE5E}"/>
                  </a:ext>
                </a:extLst>
              </p:cNvPr>
              <p:cNvPicPr/>
              <p:nvPr/>
            </p:nvPicPr>
            <p:blipFill>
              <a:blip r:embed="rId8"/>
              <a:stretch>
                <a:fillRect/>
              </a:stretch>
            </p:blipFill>
            <p:spPr>
              <a:xfrm>
                <a:off x="2896840" y="5455510"/>
                <a:ext cx="42264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墨迹 4">
                <a:extLst>
                  <a:ext uri="{FF2B5EF4-FFF2-40B4-BE49-F238E27FC236}">
                    <a16:creationId xmlns:a16="http://schemas.microsoft.com/office/drawing/2014/main" id="{F5BFFC09-D7A4-545F-1950-D882A2E0527C}"/>
                  </a:ext>
                </a:extLst>
              </p14:cNvPr>
              <p14:cNvContentPartPr/>
              <p14:nvPr/>
            </p14:nvContentPartPr>
            <p14:xfrm>
              <a:off x="4666960" y="4964470"/>
              <a:ext cx="1048680" cy="288000"/>
            </p14:xfrm>
          </p:contentPart>
        </mc:Choice>
        <mc:Fallback xmlns="">
          <p:pic>
            <p:nvPicPr>
              <p:cNvPr id="5" name="墨迹 4">
                <a:extLst>
                  <a:ext uri="{FF2B5EF4-FFF2-40B4-BE49-F238E27FC236}">
                    <a16:creationId xmlns:a16="http://schemas.microsoft.com/office/drawing/2014/main" id="{F5BFFC09-D7A4-545F-1950-D882A2E0527C}"/>
                  </a:ext>
                </a:extLst>
              </p:cNvPr>
              <p:cNvPicPr/>
              <p:nvPr/>
            </p:nvPicPr>
            <p:blipFill>
              <a:blip r:embed="rId10"/>
              <a:stretch>
                <a:fillRect/>
              </a:stretch>
            </p:blipFill>
            <p:spPr>
              <a:xfrm>
                <a:off x="4649320" y="4946830"/>
                <a:ext cx="1084320" cy="323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墨迹 5">
                <a:extLst>
                  <a:ext uri="{FF2B5EF4-FFF2-40B4-BE49-F238E27FC236}">
                    <a16:creationId xmlns:a16="http://schemas.microsoft.com/office/drawing/2014/main" id="{188CCEB3-D99E-3FCA-D8AC-53E33F39FC67}"/>
                  </a:ext>
                </a:extLst>
              </p14:cNvPr>
              <p14:cNvContentPartPr/>
              <p14:nvPr/>
            </p14:nvContentPartPr>
            <p14:xfrm>
              <a:off x="1155520" y="6178030"/>
              <a:ext cx="913320" cy="66960"/>
            </p14:xfrm>
          </p:contentPart>
        </mc:Choice>
        <mc:Fallback xmlns="">
          <p:pic>
            <p:nvPicPr>
              <p:cNvPr id="6" name="墨迹 5">
                <a:extLst>
                  <a:ext uri="{FF2B5EF4-FFF2-40B4-BE49-F238E27FC236}">
                    <a16:creationId xmlns:a16="http://schemas.microsoft.com/office/drawing/2014/main" id="{188CCEB3-D99E-3FCA-D8AC-53E33F39FC67}"/>
                  </a:ext>
                </a:extLst>
              </p:cNvPr>
              <p:cNvPicPr/>
              <p:nvPr/>
            </p:nvPicPr>
            <p:blipFill>
              <a:blip r:embed="rId12"/>
              <a:stretch>
                <a:fillRect/>
              </a:stretch>
            </p:blipFill>
            <p:spPr>
              <a:xfrm>
                <a:off x="1137880" y="6160390"/>
                <a:ext cx="948960" cy="102600"/>
              </a:xfrm>
              <a:prstGeom prst="rect">
                <a:avLst/>
              </a:prstGeom>
            </p:spPr>
          </p:pic>
        </mc:Fallback>
      </mc:AlternateContent>
      <p:grpSp>
        <p:nvGrpSpPr>
          <p:cNvPr id="22" name="组合 21">
            <a:extLst>
              <a:ext uri="{FF2B5EF4-FFF2-40B4-BE49-F238E27FC236}">
                <a16:creationId xmlns:a16="http://schemas.microsoft.com/office/drawing/2014/main" id="{7F73EE61-A758-5CBF-A31C-151DAEEBC38A}"/>
              </a:ext>
            </a:extLst>
          </p:cNvPr>
          <p:cNvGrpSpPr/>
          <p:nvPr/>
        </p:nvGrpSpPr>
        <p:grpSpPr>
          <a:xfrm>
            <a:off x="5448160" y="6006670"/>
            <a:ext cx="1319040" cy="276120"/>
            <a:chOff x="5448160" y="6006670"/>
            <a:chExt cx="1319040" cy="276120"/>
          </a:xfrm>
        </p:grpSpPr>
        <mc:AlternateContent xmlns:mc="http://schemas.openxmlformats.org/markup-compatibility/2006" xmlns:p14="http://schemas.microsoft.com/office/powerpoint/2010/main">
          <mc:Choice Requires="p14">
            <p:contentPart p14:bwMode="auto" r:id="rId13">
              <p14:nvContentPartPr>
                <p14:cNvPr id="7" name="墨迹 6">
                  <a:extLst>
                    <a:ext uri="{FF2B5EF4-FFF2-40B4-BE49-F238E27FC236}">
                      <a16:creationId xmlns:a16="http://schemas.microsoft.com/office/drawing/2014/main" id="{04AF1F7C-B473-3F3C-0AD1-56A2EA9916F1}"/>
                    </a:ext>
                  </a:extLst>
                </p14:cNvPr>
                <p14:cNvContentPartPr/>
                <p14:nvPr/>
              </p14:nvContentPartPr>
              <p14:xfrm>
                <a:off x="5448160" y="6051310"/>
                <a:ext cx="1176480" cy="199440"/>
              </p14:xfrm>
            </p:contentPart>
          </mc:Choice>
          <mc:Fallback xmlns="">
            <p:pic>
              <p:nvPicPr>
                <p:cNvPr id="7" name="墨迹 6">
                  <a:extLst>
                    <a:ext uri="{FF2B5EF4-FFF2-40B4-BE49-F238E27FC236}">
                      <a16:creationId xmlns:a16="http://schemas.microsoft.com/office/drawing/2014/main" id="{04AF1F7C-B473-3F3C-0AD1-56A2EA9916F1}"/>
                    </a:ext>
                  </a:extLst>
                </p:cNvPr>
                <p:cNvPicPr/>
                <p:nvPr/>
              </p:nvPicPr>
              <p:blipFill>
                <a:blip r:embed="rId14"/>
                <a:stretch>
                  <a:fillRect/>
                </a:stretch>
              </p:blipFill>
              <p:spPr>
                <a:xfrm>
                  <a:off x="5430520" y="6033670"/>
                  <a:ext cx="121212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墨迹 8">
                  <a:extLst>
                    <a:ext uri="{FF2B5EF4-FFF2-40B4-BE49-F238E27FC236}">
                      <a16:creationId xmlns:a16="http://schemas.microsoft.com/office/drawing/2014/main" id="{38C0D9B2-1DC3-471C-3047-1275C9CD81C2}"/>
                    </a:ext>
                  </a:extLst>
                </p14:cNvPr>
                <p14:cNvContentPartPr/>
                <p14:nvPr/>
              </p14:nvContentPartPr>
              <p14:xfrm>
                <a:off x="6622480" y="6082990"/>
                <a:ext cx="7200" cy="119880"/>
              </p14:xfrm>
            </p:contentPart>
          </mc:Choice>
          <mc:Fallback xmlns="">
            <p:pic>
              <p:nvPicPr>
                <p:cNvPr id="9" name="墨迹 8">
                  <a:extLst>
                    <a:ext uri="{FF2B5EF4-FFF2-40B4-BE49-F238E27FC236}">
                      <a16:creationId xmlns:a16="http://schemas.microsoft.com/office/drawing/2014/main" id="{38C0D9B2-1DC3-471C-3047-1275C9CD81C2}"/>
                    </a:ext>
                  </a:extLst>
                </p:cNvPr>
                <p:cNvPicPr/>
                <p:nvPr/>
              </p:nvPicPr>
              <p:blipFill>
                <a:blip r:embed="rId16"/>
                <a:stretch>
                  <a:fillRect/>
                </a:stretch>
              </p:blipFill>
              <p:spPr>
                <a:xfrm>
                  <a:off x="6604840" y="6065350"/>
                  <a:ext cx="4284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墨迹 9">
                  <a:extLst>
                    <a:ext uri="{FF2B5EF4-FFF2-40B4-BE49-F238E27FC236}">
                      <a16:creationId xmlns:a16="http://schemas.microsoft.com/office/drawing/2014/main" id="{4A471621-6310-03B2-8860-86FE0A9A712F}"/>
                    </a:ext>
                  </a:extLst>
                </p14:cNvPr>
                <p14:cNvContentPartPr/>
                <p14:nvPr/>
              </p14:nvContentPartPr>
              <p14:xfrm>
                <a:off x="6643360" y="6006670"/>
                <a:ext cx="5400" cy="50040"/>
              </p14:xfrm>
            </p:contentPart>
          </mc:Choice>
          <mc:Fallback xmlns="">
            <p:pic>
              <p:nvPicPr>
                <p:cNvPr id="10" name="墨迹 9">
                  <a:extLst>
                    <a:ext uri="{FF2B5EF4-FFF2-40B4-BE49-F238E27FC236}">
                      <a16:creationId xmlns:a16="http://schemas.microsoft.com/office/drawing/2014/main" id="{4A471621-6310-03B2-8860-86FE0A9A712F}"/>
                    </a:ext>
                  </a:extLst>
                </p:cNvPr>
                <p:cNvPicPr/>
                <p:nvPr/>
              </p:nvPicPr>
              <p:blipFill>
                <a:blip r:embed="rId18"/>
                <a:stretch>
                  <a:fillRect/>
                </a:stretch>
              </p:blipFill>
              <p:spPr>
                <a:xfrm>
                  <a:off x="6625360" y="5989030"/>
                  <a:ext cx="410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墨迹 11">
                  <a:extLst>
                    <a:ext uri="{FF2B5EF4-FFF2-40B4-BE49-F238E27FC236}">
                      <a16:creationId xmlns:a16="http://schemas.microsoft.com/office/drawing/2014/main" id="{1D4CE0F8-9CB5-1116-55CD-655C60F27E65}"/>
                    </a:ext>
                  </a:extLst>
                </p14:cNvPr>
                <p14:cNvContentPartPr/>
                <p14:nvPr/>
              </p14:nvContentPartPr>
              <p14:xfrm>
                <a:off x="5466520" y="6050950"/>
                <a:ext cx="1300680" cy="231840"/>
              </p14:xfrm>
            </p:contentPart>
          </mc:Choice>
          <mc:Fallback xmlns="">
            <p:pic>
              <p:nvPicPr>
                <p:cNvPr id="12" name="墨迹 11">
                  <a:extLst>
                    <a:ext uri="{FF2B5EF4-FFF2-40B4-BE49-F238E27FC236}">
                      <a16:creationId xmlns:a16="http://schemas.microsoft.com/office/drawing/2014/main" id="{1D4CE0F8-9CB5-1116-55CD-655C60F27E65}"/>
                    </a:ext>
                  </a:extLst>
                </p:cNvPr>
                <p:cNvPicPr/>
                <p:nvPr/>
              </p:nvPicPr>
              <p:blipFill>
                <a:blip r:embed="rId20"/>
                <a:stretch>
                  <a:fillRect/>
                </a:stretch>
              </p:blipFill>
              <p:spPr>
                <a:xfrm>
                  <a:off x="5448880" y="6032950"/>
                  <a:ext cx="133632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墨迹 12">
                  <a:extLst>
                    <a:ext uri="{FF2B5EF4-FFF2-40B4-BE49-F238E27FC236}">
                      <a16:creationId xmlns:a16="http://schemas.microsoft.com/office/drawing/2014/main" id="{8E2295F5-A456-8AA5-7BAF-496A6B80C332}"/>
                    </a:ext>
                  </a:extLst>
                </p14:cNvPr>
                <p14:cNvContentPartPr/>
                <p14:nvPr/>
              </p14:nvContentPartPr>
              <p14:xfrm>
                <a:off x="6667120" y="6070390"/>
                <a:ext cx="360" cy="97920"/>
              </p14:xfrm>
            </p:contentPart>
          </mc:Choice>
          <mc:Fallback xmlns="">
            <p:pic>
              <p:nvPicPr>
                <p:cNvPr id="13" name="墨迹 12">
                  <a:extLst>
                    <a:ext uri="{FF2B5EF4-FFF2-40B4-BE49-F238E27FC236}">
                      <a16:creationId xmlns:a16="http://schemas.microsoft.com/office/drawing/2014/main" id="{8E2295F5-A456-8AA5-7BAF-496A6B80C332}"/>
                    </a:ext>
                  </a:extLst>
                </p:cNvPr>
                <p:cNvPicPr/>
                <p:nvPr/>
              </p:nvPicPr>
              <p:blipFill>
                <a:blip r:embed="rId22"/>
                <a:stretch>
                  <a:fillRect/>
                </a:stretch>
              </p:blipFill>
              <p:spPr>
                <a:xfrm>
                  <a:off x="6649480" y="6052750"/>
                  <a:ext cx="360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墨迹 13">
                  <a:extLst>
                    <a:ext uri="{FF2B5EF4-FFF2-40B4-BE49-F238E27FC236}">
                      <a16:creationId xmlns:a16="http://schemas.microsoft.com/office/drawing/2014/main" id="{CBADB048-6809-28AE-CEE6-2807A15A8239}"/>
                    </a:ext>
                  </a:extLst>
                </p14:cNvPr>
                <p14:cNvContentPartPr/>
                <p14:nvPr/>
              </p14:nvContentPartPr>
              <p14:xfrm>
                <a:off x="6673600" y="6070390"/>
                <a:ext cx="19800" cy="150840"/>
              </p14:xfrm>
            </p:contentPart>
          </mc:Choice>
          <mc:Fallback xmlns="">
            <p:pic>
              <p:nvPicPr>
                <p:cNvPr id="14" name="墨迹 13">
                  <a:extLst>
                    <a:ext uri="{FF2B5EF4-FFF2-40B4-BE49-F238E27FC236}">
                      <a16:creationId xmlns:a16="http://schemas.microsoft.com/office/drawing/2014/main" id="{CBADB048-6809-28AE-CEE6-2807A15A8239}"/>
                    </a:ext>
                  </a:extLst>
                </p:cNvPr>
                <p:cNvPicPr/>
                <p:nvPr/>
              </p:nvPicPr>
              <p:blipFill>
                <a:blip r:embed="rId24"/>
                <a:stretch>
                  <a:fillRect/>
                </a:stretch>
              </p:blipFill>
              <p:spPr>
                <a:xfrm>
                  <a:off x="6655960" y="6052750"/>
                  <a:ext cx="554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墨迹 14">
                  <a:extLst>
                    <a:ext uri="{FF2B5EF4-FFF2-40B4-BE49-F238E27FC236}">
                      <a16:creationId xmlns:a16="http://schemas.microsoft.com/office/drawing/2014/main" id="{7C6EFBAE-0216-1992-3123-16048C8D7FF5}"/>
                    </a:ext>
                  </a:extLst>
                </p14:cNvPr>
                <p14:cNvContentPartPr/>
                <p14:nvPr/>
              </p14:nvContentPartPr>
              <p14:xfrm>
                <a:off x="6682600" y="6169390"/>
                <a:ext cx="3960" cy="2880"/>
              </p14:xfrm>
            </p:contentPart>
          </mc:Choice>
          <mc:Fallback xmlns="">
            <p:pic>
              <p:nvPicPr>
                <p:cNvPr id="15" name="墨迹 14">
                  <a:extLst>
                    <a:ext uri="{FF2B5EF4-FFF2-40B4-BE49-F238E27FC236}">
                      <a16:creationId xmlns:a16="http://schemas.microsoft.com/office/drawing/2014/main" id="{7C6EFBAE-0216-1992-3123-16048C8D7FF5}"/>
                    </a:ext>
                  </a:extLst>
                </p:cNvPr>
                <p:cNvPicPr/>
                <p:nvPr/>
              </p:nvPicPr>
              <p:blipFill>
                <a:blip r:embed="rId26"/>
                <a:stretch>
                  <a:fillRect/>
                </a:stretch>
              </p:blipFill>
              <p:spPr>
                <a:xfrm>
                  <a:off x="6664600" y="6151750"/>
                  <a:ext cx="39600" cy="38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17" name="墨迹 16">
                <a:extLst>
                  <a:ext uri="{FF2B5EF4-FFF2-40B4-BE49-F238E27FC236}">
                    <a16:creationId xmlns:a16="http://schemas.microsoft.com/office/drawing/2014/main" id="{C942C909-1798-659E-F680-4F1F88F2A77B}"/>
                  </a:ext>
                </a:extLst>
              </p14:cNvPr>
              <p14:cNvContentPartPr/>
              <p14:nvPr/>
            </p14:nvContentPartPr>
            <p14:xfrm>
              <a:off x="6648760" y="6106030"/>
              <a:ext cx="35640" cy="119160"/>
            </p14:xfrm>
          </p:contentPart>
        </mc:Choice>
        <mc:Fallback xmlns="">
          <p:pic>
            <p:nvPicPr>
              <p:cNvPr id="17" name="墨迹 16">
                <a:extLst>
                  <a:ext uri="{FF2B5EF4-FFF2-40B4-BE49-F238E27FC236}">
                    <a16:creationId xmlns:a16="http://schemas.microsoft.com/office/drawing/2014/main" id="{C942C909-1798-659E-F680-4F1F88F2A77B}"/>
                  </a:ext>
                </a:extLst>
              </p:cNvPr>
              <p:cNvPicPr/>
              <p:nvPr/>
            </p:nvPicPr>
            <p:blipFill>
              <a:blip r:embed="rId28"/>
              <a:stretch>
                <a:fillRect/>
              </a:stretch>
            </p:blipFill>
            <p:spPr>
              <a:xfrm>
                <a:off x="6631120" y="6088390"/>
                <a:ext cx="71280" cy="154800"/>
              </a:xfrm>
              <a:prstGeom prst="rect">
                <a:avLst/>
              </a:prstGeom>
            </p:spPr>
          </p:pic>
        </mc:Fallback>
      </mc:AlternateContent>
      <p:grpSp>
        <p:nvGrpSpPr>
          <p:cNvPr id="21" name="组合 20">
            <a:extLst>
              <a:ext uri="{FF2B5EF4-FFF2-40B4-BE49-F238E27FC236}">
                <a16:creationId xmlns:a16="http://schemas.microsoft.com/office/drawing/2014/main" id="{DB9F7492-696D-087D-2F0B-D11DA5CF69BF}"/>
              </a:ext>
            </a:extLst>
          </p:cNvPr>
          <p:cNvGrpSpPr/>
          <p:nvPr/>
        </p:nvGrpSpPr>
        <p:grpSpPr>
          <a:xfrm>
            <a:off x="1966240" y="964870"/>
            <a:ext cx="645120" cy="384840"/>
            <a:chOff x="1966240" y="964870"/>
            <a:chExt cx="645120" cy="384840"/>
          </a:xfrm>
        </p:grpSpPr>
        <mc:AlternateContent xmlns:mc="http://schemas.openxmlformats.org/markup-compatibility/2006" xmlns:p14="http://schemas.microsoft.com/office/powerpoint/2010/main">
          <mc:Choice Requires="p14">
            <p:contentPart p14:bwMode="auto" r:id="rId29">
              <p14:nvContentPartPr>
                <p14:cNvPr id="18" name="墨迹 17">
                  <a:extLst>
                    <a:ext uri="{FF2B5EF4-FFF2-40B4-BE49-F238E27FC236}">
                      <a16:creationId xmlns:a16="http://schemas.microsoft.com/office/drawing/2014/main" id="{77C56AE9-71F8-9170-5BF7-9B9113AF5355}"/>
                    </a:ext>
                  </a:extLst>
                </p14:cNvPr>
                <p14:cNvContentPartPr/>
                <p14:nvPr/>
              </p14:nvContentPartPr>
              <p14:xfrm>
                <a:off x="1966240" y="1022110"/>
                <a:ext cx="322920" cy="286920"/>
              </p14:xfrm>
            </p:contentPart>
          </mc:Choice>
          <mc:Fallback xmlns="">
            <p:pic>
              <p:nvPicPr>
                <p:cNvPr id="18" name="墨迹 17">
                  <a:extLst>
                    <a:ext uri="{FF2B5EF4-FFF2-40B4-BE49-F238E27FC236}">
                      <a16:creationId xmlns:a16="http://schemas.microsoft.com/office/drawing/2014/main" id="{77C56AE9-71F8-9170-5BF7-9B9113AF5355}"/>
                    </a:ext>
                  </a:extLst>
                </p:cNvPr>
                <p:cNvPicPr/>
                <p:nvPr/>
              </p:nvPicPr>
              <p:blipFill>
                <a:blip r:embed="rId30"/>
                <a:stretch>
                  <a:fillRect/>
                </a:stretch>
              </p:blipFill>
              <p:spPr>
                <a:xfrm>
                  <a:off x="1948240" y="1004470"/>
                  <a:ext cx="35856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 name="墨迹 18">
                  <a:extLst>
                    <a:ext uri="{FF2B5EF4-FFF2-40B4-BE49-F238E27FC236}">
                      <a16:creationId xmlns:a16="http://schemas.microsoft.com/office/drawing/2014/main" id="{1D96080C-EE84-F05E-16AB-BB1A3F3D68AE}"/>
                    </a:ext>
                  </a:extLst>
                </p14:cNvPr>
                <p14:cNvContentPartPr/>
                <p14:nvPr/>
              </p14:nvContentPartPr>
              <p14:xfrm>
                <a:off x="2368360" y="1003030"/>
                <a:ext cx="243000" cy="346680"/>
              </p14:xfrm>
            </p:contentPart>
          </mc:Choice>
          <mc:Fallback xmlns="">
            <p:pic>
              <p:nvPicPr>
                <p:cNvPr id="19" name="墨迹 18">
                  <a:extLst>
                    <a:ext uri="{FF2B5EF4-FFF2-40B4-BE49-F238E27FC236}">
                      <a16:creationId xmlns:a16="http://schemas.microsoft.com/office/drawing/2014/main" id="{1D96080C-EE84-F05E-16AB-BB1A3F3D68AE}"/>
                    </a:ext>
                  </a:extLst>
                </p:cNvPr>
                <p:cNvPicPr/>
                <p:nvPr/>
              </p:nvPicPr>
              <p:blipFill>
                <a:blip r:embed="rId32"/>
                <a:stretch>
                  <a:fillRect/>
                </a:stretch>
              </p:blipFill>
              <p:spPr>
                <a:xfrm>
                  <a:off x="2350720" y="985390"/>
                  <a:ext cx="27864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墨迹 19">
                  <a:extLst>
                    <a:ext uri="{FF2B5EF4-FFF2-40B4-BE49-F238E27FC236}">
                      <a16:creationId xmlns:a16="http://schemas.microsoft.com/office/drawing/2014/main" id="{8C26EE9C-A87F-3133-0613-A531EDC0B3BB}"/>
                    </a:ext>
                  </a:extLst>
                </p14:cNvPr>
                <p14:cNvContentPartPr/>
                <p14:nvPr/>
              </p14:nvContentPartPr>
              <p14:xfrm>
                <a:off x="2262520" y="964870"/>
                <a:ext cx="303120" cy="349560"/>
              </p14:xfrm>
            </p:contentPart>
          </mc:Choice>
          <mc:Fallback xmlns="">
            <p:pic>
              <p:nvPicPr>
                <p:cNvPr id="20" name="墨迹 19">
                  <a:extLst>
                    <a:ext uri="{FF2B5EF4-FFF2-40B4-BE49-F238E27FC236}">
                      <a16:creationId xmlns:a16="http://schemas.microsoft.com/office/drawing/2014/main" id="{8C26EE9C-A87F-3133-0613-A531EDC0B3BB}"/>
                    </a:ext>
                  </a:extLst>
                </p:cNvPr>
                <p:cNvPicPr/>
                <p:nvPr/>
              </p:nvPicPr>
              <p:blipFill>
                <a:blip r:embed="rId34"/>
                <a:stretch>
                  <a:fillRect/>
                </a:stretch>
              </p:blipFill>
              <p:spPr>
                <a:xfrm>
                  <a:off x="2244520" y="947230"/>
                  <a:ext cx="338760" cy="38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
            <p14:nvContentPartPr>
              <p14:cNvPr id="23" name="墨迹 22">
                <a:extLst>
                  <a:ext uri="{FF2B5EF4-FFF2-40B4-BE49-F238E27FC236}">
                    <a16:creationId xmlns:a16="http://schemas.microsoft.com/office/drawing/2014/main" id="{CC7E5578-3386-926D-9325-7027B4C70CC7}"/>
                  </a:ext>
                </a:extLst>
              </p14:cNvPr>
              <p14:cNvContentPartPr/>
              <p14:nvPr/>
            </p14:nvContentPartPr>
            <p14:xfrm>
              <a:off x="-1467080" y="1123630"/>
              <a:ext cx="2880" cy="2880"/>
            </p14:xfrm>
          </p:contentPart>
        </mc:Choice>
        <mc:Fallback xmlns="">
          <p:pic>
            <p:nvPicPr>
              <p:cNvPr id="23" name="墨迹 22">
                <a:extLst>
                  <a:ext uri="{FF2B5EF4-FFF2-40B4-BE49-F238E27FC236}">
                    <a16:creationId xmlns:a16="http://schemas.microsoft.com/office/drawing/2014/main" id="{CC7E5578-3386-926D-9325-7027B4C70CC7}"/>
                  </a:ext>
                </a:extLst>
              </p:cNvPr>
              <p:cNvPicPr/>
              <p:nvPr/>
            </p:nvPicPr>
            <p:blipFill>
              <a:blip r:embed="rId36"/>
              <a:stretch>
                <a:fillRect/>
              </a:stretch>
            </p:blipFill>
            <p:spPr>
              <a:xfrm>
                <a:off x="-1484720" y="1105990"/>
                <a:ext cx="385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墨迹 23">
                <a:extLst>
                  <a:ext uri="{FF2B5EF4-FFF2-40B4-BE49-F238E27FC236}">
                    <a16:creationId xmlns:a16="http://schemas.microsoft.com/office/drawing/2014/main" id="{CD25BAD2-A2E9-AE11-36E2-E6760FC92FB6}"/>
                  </a:ext>
                </a:extLst>
              </p14:cNvPr>
              <p14:cNvContentPartPr/>
              <p14:nvPr/>
            </p14:nvContentPartPr>
            <p14:xfrm>
              <a:off x="-1104920" y="907630"/>
              <a:ext cx="360" cy="2880"/>
            </p14:xfrm>
          </p:contentPart>
        </mc:Choice>
        <mc:Fallback xmlns="">
          <p:pic>
            <p:nvPicPr>
              <p:cNvPr id="24" name="墨迹 23">
                <a:extLst>
                  <a:ext uri="{FF2B5EF4-FFF2-40B4-BE49-F238E27FC236}">
                    <a16:creationId xmlns:a16="http://schemas.microsoft.com/office/drawing/2014/main" id="{CD25BAD2-A2E9-AE11-36E2-E6760FC92FB6}"/>
                  </a:ext>
                </a:extLst>
              </p:cNvPr>
              <p:cNvPicPr/>
              <p:nvPr/>
            </p:nvPicPr>
            <p:blipFill>
              <a:blip r:embed="rId38"/>
              <a:stretch>
                <a:fillRect/>
              </a:stretch>
            </p:blipFill>
            <p:spPr>
              <a:xfrm>
                <a:off x="-1122560" y="889990"/>
                <a:ext cx="360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墨迹 24">
                <a:extLst>
                  <a:ext uri="{FF2B5EF4-FFF2-40B4-BE49-F238E27FC236}">
                    <a16:creationId xmlns:a16="http://schemas.microsoft.com/office/drawing/2014/main" id="{ABCF3C65-C632-C0D9-3087-3FB4A72E3FC5}"/>
                  </a:ext>
                </a:extLst>
              </p14:cNvPr>
              <p14:cNvContentPartPr/>
              <p14:nvPr/>
            </p14:nvContentPartPr>
            <p14:xfrm>
              <a:off x="-819440" y="1238110"/>
              <a:ext cx="360" cy="360"/>
            </p14:xfrm>
          </p:contentPart>
        </mc:Choice>
        <mc:Fallback xmlns="">
          <p:pic>
            <p:nvPicPr>
              <p:cNvPr id="25" name="墨迹 24">
                <a:extLst>
                  <a:ext uri="{FF2B5EF4-FFF2-40B4-BE49-F238E27FC236}">
                    <a16:creationId xmlns:a16="http://schemas.microsoft.com/office/drawing/2014/main" id="{ABCF3C65-C632-C0D9-3087-3FB4A72E3FC5}"/>
                  </a:ext>
                </a:extLst>
              </p:cNvPr>
              <p:cNvPicPr/>
              <p:nvPr/>
            </p:nvPicPr>
            <p:blipFill>
              <a:blip r:embed="rId40"/>
              <a:stretch>
                <a:fillRect/>
              </a:stretch>
            </p:blipFill>
            <p:spPr>
              <a:xfrm>
                <a:off x="-837080" y="1220470"/>
                <a:ext cx="36000" cy="36000"/>
              </a:xfrm>
              <a:prstGeom prst="rect">
                <a:avLst/>
              </a:prstGeom>
            </p:spPr>
          </p:pic>
        </mc:Fallback>
      </mc:AlternateContent>
    </p:spTree>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81" name="Group 41"/>
          <p:cNvGraphicFramePr>
            <a:graphicFrameLocks noGrp="1"/>
          </p:cNvGraphicFramePr>
          <p:nvPr/>
        </p:nvGraphicFramePr>
        <p:xfrm>
          <a:off x="395288" y="2852738"/>
          <a:ext cx="8229600" cy="1516234"/>
        </p:xfrm>
        <a:graphic>
          <a:graphicData uri="http://schemas.openxmlformats.org/drawingml/2006/table">
            <a:tbl>
              <a:tblPr/>
              <a:tblGrid>
                <a:gridCol w="1179512">
                  <a:extLst>
                    <a:ext uri="{9D8B030D-6E8A-4147-A177-3AD203B41FA5}">
                      <a16:colId xmlns:a16="http://schemas.microsoft.com/office/drawing/2014/main" val="20000"/>
                    </a:ext>
                  </a:extLst>
                </a:gridCol>
                <a:gridCol w="11763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884238">
                  <a:extLst>
                    <a:ext uri="{9D8B030D-6E8A-4147-A177-3AD203B41FA5}">
                      <a16:colId xmlns:a16="http://schemas.microsoft.com/office/drawing/2014/main" val="20003"/>
                    </a:ext>
                  </a:extLst>
                </a:gridCol>
                <a:gridCol w="736600">
                  <a:extLst>
                    <a:ext uri="{9D8B030D-6E8A-4147-A177-3AD203B41FA5}">
                      <a16:colId xmlns:a16="http://schemas.microsoft.com/office/drawing/2014/main" val="20004"/>
                    </a:ext>
                  </a:extLst>
                </a:gridCol>
                <a:gridCol w="1135062">
                  <a:extLst>
                    <a:ext uri="{9D8B030D-6E8A-4147-A177-3AD203B41FA5}">
                      <a16:colId xmlns:a16="http://schemas.microsoft.com/office/drawing/2014/main" val="20005"/>
                    </a:ext>
                  </a:extLst>
                </a:gridCol>
                <a:gridCol w="885825">
                  <a:extLst>
                    <a:ext uri="{9D8B030D-6E8A-4147-A177-3AD203B41FA5}">
                      <a16:colId xmlns:a16="http://schemas.microsoft.com/office/drawing/2014/main" val="20006"/>
                    </a:ext>
                  </a:extLst>
                </a:gridCol>
                <a:gridCol w="681038">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tblGrid>
              <a:tr h="395288">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位序号</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D7</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D6</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D5</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D4</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D3</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D2</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D0</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01700">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位符号</a:t>
                      </a: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GATE</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400" b="1" i="0" u="none" strike="noStrike" cap="none" normalizeH="0" baseline="0">
                          <a:ln>
                            <a:noFill/>
                          </a:ln>
                          <a:solidFill>
                            <a:srgbClr val="FF5050"/>
                          </a:solidFill>
                          <a:effectLst/>
                          <a:latin typeface="Times New Roman" panose="02020603050405020304" pitchFamily="18" charset="0"/>
                          <a:ea typeface="宋体" panose="02010600030101010101" pitchFamily="2" charset="-122"/>
                        </a:rPr>
                        <a:t>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C/T</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rgbClr val="FF5050"/>
                          </a:solidFill>
                          <a:effectLst/>
                          <a:latin typeface="Times New Roman" panose="02020603050405020304" pitchFamily="18" charset="0"/>
                          <a:ea typeface="宋体" panose="02010600030101010101" pitchFamily="2" charset="-122"/>
                        </a:rPr>
                        <a:t>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M1</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rgbClr val="FF5050"/>
                          </a:solidFill>
                          <a:effectLst/>
                          <a:latin typeface="Times New Roman" panose="02020603050405020304" pitchFamily="18" charset="0"/>
                          <a:ea typeface="宋体" panose="02010600030101010101" pitchFamily="2" charset="-122"/>
                        </a:rPr>
                        <a:t>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M0</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rgbClr val="FF5050"/>
                          </a:solidFill>
                          <a:effectLst/>
                          <a:latin typeface="Times New Roman" panose="02020603050405020304" pitchFamily="18" charset="0"/>
                          <a:ea typeface="宋体" panose="02010600030101010101" pitchFamily="2" charset="-122"/>
                        </a:rPr>
                        <a:t>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GATE</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rgbClr val="FF5050"/>
                          </a:solidFill>
                          <a:effectLst/>
                          <a:latin typeface="Times New Roman" panose="02020603050405020304" pitchFamily="18" charset="0"/>
                          <a:ea typeface="宋体" panose="02010600030101010101" pitchFamily="2" charset="-122"/>
                        </a:rPr>
                        <a:t>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C/T</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rgbClr val="FF5050"/>
                          </a:solidFill>
                          <a:effectLst/>
                          <a:latin typeface="Times New Roman" panose="02020603050405020304" pitchFamily="18" charset="0"/>
                          <a:ea typeface="宋体" panose="02010600030101010101" pitchFamily="2" charset="-122"/>
                        </a:rPr>
                        <a:t>1</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M1</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a:ln>
                            <a:noFill/>
                          </a:ln>
                          <a:solidFill>
                            <a:srgbClr val="FF5050"/>
                          </a:solidFill>
                          <a:effectLst/>
                          <a:latin typeface="Times New Roman" panose="02020603050405020304" pitchFamily="18" charset="0"/>
                          <a:ea typeface="宋体" panose="02010600030101010101" pitchFamily="2" charset="-122"/>
                        </a:rPr>
                        <a:t>0</a:t>
                      </a: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M0</a:t>
                      </a:r>
                    </a:p>
                    <a:p>
                      <a:pPr marL="0" marR="0" lvl="0" indent="0" algn="ctr" defTabSz="914400" rtl="0" eaLnBrk="1" fontAlgn="base" latinLnBrk="0" hangingPunct="1">
                        <a:lnSpc>
                          <a:spcPct val="130000"/>
                        </a:lnSpc>
                        <a:spcBef>
                          <a:spcPct val="20000"/>
                        </a:spcBef>
                        <a:spcAft>
                          <a:spcPct val="0"/>
                        </a:spcAft>
                        <a:buClrTx/>
                        <a:buSzTx/>
                        <a:buFontTx/>
                        <a:buNone/>
                      </a:pPr>
                      <a:r>
                        <a:rPr kumimoji="1" lang="en-US" altLang="zh-CN" sz="2400" b="1" i="0" u="none" strike="noStrike" cap="none" normalizeH="0" baseline="0" dirty="0">
                          <a:ln>
                            <a:noFill/>
                          </a:ln>
                          <a:solidFill>
                            <a:srgbClr val="FF5050"/>
                          </a:solidFill>
                          <a:effectLst/>
                          <a:latin typeface="Times New Roman" panose="02020603050405020304" pitchFamily="18" charset="0"/>
                          <a:ea typeface="宋体" panose="02010600030101010101" pitchFamily="2" charset="-122"/>
                        </a:rPr>
                        <a:t>1</a:t>
                      </a: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1473" name="Line 34"/>
          <p:cNvSpPr/>
          <p:nvPr/>
        </p:nvSpPr>
        <p:spPr>
          <a:xfrm>
            <a:off x="3190875" y="3500438"/>
            <a:ext cx="228600" cy="0"/>
          </a:xfrm>
          <a:prstGeom prst="line">
            <a:avLst/>
          </a:prstGeom>
          <a:ln w="9525" cap="flat" cmpd="sng">
            <a:solidFill>
              <a:schemeClr val="tx1"/>
            </a:solidFill>
            <a:prstDash val="solid"/>
            <a:round/>
            <a:headEnd type="none" w="med" len="med"/>
            <a:tailEnd type="none" w="med" len="med"/>
          </a:ln>
        </p:spPr>
      </p:sp>
      <p:sp>
        <p:nvSpPr>
          <p:cNvPr id="61474" name="Line 35"/>
          <p:cNvSpPr/>
          <p:nvPr/>
        </p:nvSpPr>
        <p:spPr>
          <a:xfrm>
            <a:off x="6864350" y="3500438"/>
            <a:ext cx="228600" cy="0"/>
          </a:xfrm>
          <a:prstGeom prst="line">
            <a:avLst/>
          </a:prstGeom>
          <a:ln w="9525" cap="flat" cmpd="sng">
            <a:solidFill>
              <a:schemeClr val="tx1"/>
            </a:solidFill>
            <a:prstDash val="solid"/>
            <a:round/>
            <a:headEnd type="none" w="med" len="med"/>
            <a:tailEnd type="none" w="med" len="med"/>
          </a:ln>
        </p:spPr>
      </p:sp>
      <p:sp>
        <p:nvSpPr>
          <p:cNvPr id="61475" name="Text Box 36"/>
          <p:cNvSpPr txBox="1"/>
          <p:nvPr/>
        </p:nvSpPr>
        <p:spPr>
          <a:xfrm>
            <a:off x="323850" y="908050"/>
            <a:ext cx="8351838" cy="1625600"/>
          </a:xfrm>
          <a:prstGeom prst="rect">
            <a:avLst/>
          </a:prstGeom>
          <a:noFill/>
          <a:ln w="9525">
            <a:noFill/>
          </a:ln>
        </p:spPr>
        <p:txBody>
          <a:bodyPr anchor="t" anchorCtr="0">
            <a:spAutoFit/>
          </a:bodyPr>
          <a:lstStyle/>
          <a:p>
            <a:pPr>
              <a:lnSpc>
                <a:spcPct val="140000"/>
              </a:lnSpc>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设</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定时器</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为定时工作方式，要求由</a:t>
            </a:r>
            <a:r>
              <a:rPr lang="zh-CN" altLang="en-US" sz="2400" b="1" dirty="0">
                <a:solidFill>
                  <a:srgbClr val="FF3300"/>
                </a:solidFill>
                <a:latin typeface="Times New Roman" panose="02020603050405020304" pitchFamily="18" charset="0"/>
                <a:ea typeface="宋体" panose="02010600030101010101" pitchFamily="2" charset="-122"/>
              </a:rPr>
              <a:t>软件启动定时器</a:t>
            </a:r>
            <a:r>
              <a:rPr lang="en-US" altLang="zh-CN" sz="2400" b="1" dirty="0">
                <a:solidFill>
                  <a:srgbClr val="FF33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，按方式</a:t>
            </a: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工作</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定时器</a:t>
            </a:r>
            <a:r>
              <a:rPr lang="en-US" altLang="zh-CN" sz="2400" b="1" dirty="0">
                <a:solidFill>
                  <a:srgbClr val="0000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为计数方式，要求由</a:t>
            </a:r>
            <a:r>
              <a:rPr lang="zh-CN" altLang="en-US" sz="2400" b="1" dirty="0">
                <a:solidFill>
                  <a:srgbClr val="FF3300"/>
                </a:solidFill>
                <a:latin typeface="Times New Roman" panose="02020603050405020304" pitchFamily="18" charset="0"/>
                <a:ea typeface="宋体" panose="02010600030101010101" pitchFamily="2" charset="-122"/>
              </a:rPr>
              <a:t>软件启动定时器</a:t>
            </a:r>
            <a:r>
              <a:rPr lang="en-US" altLang="zh-CN" sz="2400" b="1" dirty="0">
                <a:solidFill>
                  <a:srgbClr val="FF33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，按方式</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工作。</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61476" name="Rectangle 41"/>
          <p:cNvSpPr/>
          <p:nvPr/>
        </p:nvSpPr>
        <p:spPr>
          <a:xfrm>
            <a:off x="2124075" y="4724400"/>
            <a:ext cx="3671888" cy="1296988"/>
          </a:xfrm>
          <a:prstGeom prst="rect">
            <a:avLst/>
          </a:prstGeom>
          <a:noFill/>
          <a:ln w="9525">
            <a:noFill/>
          </a:ln>
        </p:spPr>
        <p:txBody>
          <a:bodyPr anchor="t" anchorCtr="0">
            <a:spAutoFit/>
          </a:bodyPr>
          <a:lstStyle/>
          <a:p>
            <a:pPr>
              <a:lnSpc>
                <a:spcPct val="140000"/>
              </a:lnSpc>
              <a:spcBef>
                <a:spcPct val="50000"/>
              </a:spcBef>
            </a:pPr>
            <a:r>
              <a:rPr lang="en-US" altLang="zh-CN" sz="2400" b="1" dirty="0">
                <a:solidFill>
                  <a:srgbClr val="0000FF"/>
                </a:solidFill>
                <a:latin typeface="Times New Roman" panose="02020603050405020304" pitchFamily="18" charset="0"/>
                <a:ea typeface="宋体" panose="02010600030101010101" pitchFamily="2" charset="-122"/>
              </a:rPr>
              <a:t>MOV  TMOD</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#25H</a:t>
            </a:r>
          </a:p>
          <a:p>
            <a:pPr>
              <a:lnSpc>
                <a:spcPct val="140000"/>
              </a:lnSpc>
              <a:spcBef>
                <a:spcPct val="50000"/>
              </a:spcBef>
            </a:pPr>
            <a:r>
              <a:rPr lang="en-US" altLang="zh-CN" sz="2400" b="1" dirty="0">
                <a:solidFill>
                  <a:srgbClr val="0000FF"/>
                </a:solidFill>
                <a:latin typeface="Times New Roman" panose="02020603050405020304" pitchFamily="18" charset="0"/>
                <a:ea typeface="宋体" panose="02010600030101010101" pitchFamily="2" charset="-122"/>
              </a:rPr>
              <a:t>TMOD=0x25;	</a:t>
            </a:r>
          </a:p>
        </p:txBody>
      </p:sp>
      <p:grpSp>
        <p:nvGrpSpPr>
          <p:cNvPr id="4" name="组合 3">
            <a:extLst>
              <a:ext uri="{FF2B5EF4-FFF2-40B4-BE49-F238E27FC236}">
                <a16:creationId xmlns:a16="http://schemas.microsoft.com/office/drawing/2014/main" id="{AB69CC7C-C23D-1F12-5C02-12E42C3E440D}"/>
              </a:ext>
            </a:extLst>
          </p:cNvPr>
          <p:cNvGrpSpPr/>
          <p:nvPr/>
        </p:nvGrpSpPr>
        <p:grpSpPr>
          <a:xfrm>
            <a:off x="2488960" y="1383190"/>
            <a:ext cx="5394600" cy="146160"/>
            <a:chOff x="2488960" y="1383190"/>
            <a:chExt cx="5394600" cy="146160"/>
          </a:xfrm>
        </p:grpSpPr>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D473B269-63FB-6019-C3C0-1B5D3D30BC01}"/>
                    </a:ext>
                  </a:extLst>
                </p14:cNvPr>
                <p14:cNvContentPartPr/>
                <p14:nvPr/>
              </p14:nvContentPartPr>
              <p14:xfrm>
                <a:off x="2488960" y="1383190"/>
                <a:ext cx="1852560" cy="96480"/>
              </p14:xfrm>
            </p:contentPart>
          </mc:Choice>
          <mc:Fallback xmlns="">
            <p:pic>
              <p:nvPicPr>
                <p:cNvPr id="2" name="墨迹 1">
                  <a:extLst>
                    <a:ext uri="{FF2B5EF4-FFF2-40B4-BE49-F238E27FC236}">
                      <a16:creationId xmlns:a16="http://schemas.microsoft.com/office/drawing/2014/main" id="{D473B269-63FB-6019-C3C0-1B5D3D30BC01}"/>
                    </a:ext>
                  </a:extLst>
                </p:cNvPr>
                <p:cNvPicPr/>
                <p:nvPr/>
              </p:nvPicPr>
              <p:blipFill>
                <a:blip r:embed="rId3"/>
                <a:stretch>
                  <a:fillRect/>
                </a:stretch>
              </p:blipFill>
              <p:spPr>
                <a:xfrm>
                  <a:off x="2471320" y="1365550"/>
                  <a:ext cx="188820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E1FBB12F-4625-4211-EDA1-C7E8895DD891}"/>
                    </a:ext>
                  </a:extLst>
                </p14:cNvPr>
                <p14:cNvContentPartPr/>
                <p14:nvPr/>
              </p14:nvContentPartPr>
              <p14:xfrm>
                <a:off x="5460760" y="1385350"/>
                <a:ext cx="2422800" cy="144000"/>
              </p14:xfrm>
            </p:contentPart>
          </mc:Choice>
          <mc:Fallback xmlns="">
            <p:pic>
              <p:nvPicPr>
                <p:cNvPr id="3" name="墨迹 2">
                  <a:extLst>
                    <a:ext uri="{FF2B5EF4-FFF2-40B4-BE49-F238E27FC236}">
                      <a16:creationId xmlns:a16="http://schemas.microsoft.com/office/drawing/2014/main" id="{E1FBB12F-4625-4211-EDA1-C7E8895DD891}"/>
                    </a:ext>
                  </a:extLst>
                </p:cNvPr>
                <p:cNvPicPr/>
                <p:nvPr/>
              </p:nvPicPr>
              <p:blipFill>
                <a:blip r:embed="rId5"/>
                <a:stretch>
                  <a:fillRect/>
                </a:stretch>
              </p:blipFill>
              <p:spPr>
                <a:xfrm>
                  <a:off x="5443120" y="1367350"/>
                  <a:ext cx="2458440" cy="179640"/>
                </a:xfrm>
                <a:prstGeom prst="rect">
                  <a:avLst/>
                </a:prstGeom>
              </p:spPr>
            </p:pic>
          </mc:Fallback>
        </mc:AlternateContent>
      </p:gr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p:nvPr/>
        </p:nvSpPr>
        <p:spPr>
          <a:xfrm>
            <a:off x="381000" y="762000"/>
            <a:ext cx="8305800" cy="2687638"/>
          </a:xfrm>
          <a:prstGeom prst="rect">
            <a:avLst/>
          </a:prstGeom>
          <a:noFill/>
          <a:ln w="9525">
            <a:noFill/>
          </a:ln>
        </p:spPr>
        <p:txBody>
          <a:bodyPr anchor="t" anchorCtr="0">
            <a:spAutoFit/>
          </a:bodyPr>
          <a:lstStyle/>
          <a:p>
            <a:pPr indent="266700" algn="ctr">
              <a:lnSpc>
                <a:spcPct val="200000"/>
              </a:lnSpc>
            </a:pPr>
            <a:r>
              <a:rPr lang="en-US" altLang="zh-CN" b="1" dirty="0">
                <a:solidFill>
                  <a:srgbClr val="0000FF"/>
                </a:solidFill>
                <a:latin typeface="Times New Roman" panose="02020603050405020304" pitchFamily="18" charset="0"/>
                <a:ea typeface="宋体" panose="02010600030101010101" pitchFamily="2" charset="-122"/>
              </a:rPr>
              <a:t>6.5  </a:t>
            </a:r>
            <a:r>
              <a:rPr lang="zh-CN" altLang="en-US" b="1" dirty="0">
                <a:solidFill>
                  <a:srgbClr val="0000FF"/>
                </a:solidFill>
                <a:latin typeface="Times New Roman" panose="02020603050405020304" pitchFamily="18" charset="0"/>
                <a:ea typeface="宋体" panose="02010600030101010101" pitchFamily="2" charset="-122"/>
              </a:rPr>
              <a:t>定时</a:t>
            </a:r>
            <a:r>
              <a:rPr lang="en-US" altLang="zh-CN" b="1" dirty="0">
                <a:solidFill>
                  <a:srgbClr val="0000FF"/>
                </a:solidFill>
                <a:latin typeface="Times New Roman" panose="02020603050405020304" pitchFamily="18" charset="0"/>
                <a:ea typeface="宋体" panose="02010600030101010101" pitchFamily="2" charset="-122"/>
              </a:rPr>
              <a:t>/</a:t>
            </a:r>
            <a:r>
              <a:rPr lang="zh-CN" altLang="en-US" b="1" dirty="0">
                <a:solidFill>
                  <a:srgbClr val="0000FF"/>
                </a:solidFill>
                <a:latin typeface="Times New Roman" panose="02020603050405020304" pitchFamily="18" charset="0"/>
                <a:ea typeface="宋体" panose="02010600030101010101" pitchFamily="2" charset="-122"/>
              </a:rPr>
              <a:t>计数器的工作方式及应用</a:t>
            </a:r>
            <a:endParaRPr lang="zh-CN" altLang="en-US" dirty="0">
              <a:latin typeface="Times New Roman" panose="02020603050405020304" pitchFamily="18" charset="0"/>
              <a:ea typeface="宋体" panose="02010600030101010101" pitchFamily="2" charset="-122"/>
            </a:endParaRPr>
          </a:p>
          <a:p>
            <a:pPr indent="266700" algn="just">
              <a:lnSpc>
                <a:spcPct val="140000"/>
              </a:lnSpc>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四种工作方式</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FF"/>
                </a:solidFill>
                <a:latin typeface="Times New Roman" panose="02020603050405020304" pitchFamily="18" charset="0"/>
                <a:ea typeface="宋体" panose="02010600030101010101" pitchFamily="2" charset="-122"/>
              </a:rPr>
              <a:t>即方式</a:t>
            </a:r>
            <a:r>
              <a:rPr lang="en-US" altLang="zh-CN" sz="2400" b="1" dirty="0">
                <a:solidFill>
                  <a:srgbClr val="0000FF"/>
                </a:solidFill>
                <a:latin typeface="Times New Roman" panose="02020603050405020304" pitchFamily="18" charset="0"/>
                <a:ea typeface="宋体" panose="02010600030101010101" pitchFamily="2" charset="-122"/>
              </a:rPr>
              <a:t>0</a:t>
            </a:r>
            <a:r>
              <a:rPr lang="zh-CN" altLang="en-US" sz="2400" b="1" dirty="0">
                <a:solidFill>
                  <a:srgbClr val="0000FF"/>
                </a:solidFill>
                <a:latin typeface="Times New Roman" panose="02020603050405020304" pitchFamily="18" charset="0"/>
                <a:ea typeface="宋体" panose="02010600030101010101" pitchFamily="2" charset="-122"/>
              </a:rPr>
              <a:t>、方式</a:t>
            </a:r>
            <a:r>
              <a:rPr lang="en-US" altLang="zh-CN" sz="2400" b="1" dirty="0">
                <a:solidFill>
                  <a:srgbClr val="0000FF"/>
                </a:solidFill>
                <a:latin typeface="Times New Roman" panose="02020603050405020304" pitchFamily="18" charset="0"/>
                <a:ea typeface="宋体" panose="02010600030101010101" pitchFamily="2" charset="-122"/>
              </a:rPr>
              <a:t>1</a:t>
            </a:r>
            <a:r>
              <a:rPr lang="zh-CN" altLang="en-US" sz="2400" b="1" dirty="0">
                <a:solidFill>
                  <a:srgbClr val="0000FF"/>
                </a:solidFill>
                <a:latin typeface="Times New Roman" panose="02020603050405020304" pitchFamily="18" charset="0"/>
                <a:ea typeface="宋体" panose="02010600030101010101" pitchFamily="2" charset="-122"/>
              </a:rPr>
              <a:t>、方式</a:t>
            </a:r>
            <a:r>
              <a:rPr lang="en-US" altLang="zh-CN" sz="2400" b="1" dirty="0">
                <a:solidFill>
                  <a:srgbClr val="0000FF"/>
                </a:solidFill>
                <a:latin typeface="Times New Roman" panose="02020603050405020304" pitchFamily="18" charset="0"/>
                <a:ea typeface="宋体" panose="02010600030101010101" pitchFamily="2" charset="-122"/>
              </a:rPr>
              <a:t>2</a:t>
            </a:r>
            <a:r>
              <a:rPr lang="zh-CN" altLang="en-US" sz="2400" b="1" dirty="0">
                <a:solidFill>
                  <a:srgbClr val="0000FF"/>
                </a:solidFill>
                <a:latin typeface="Times New Roman" panose="02020603050405020304" pitchFamily="18" charset="0"/>
                <a:ea typeface="宋体" panose="02010600030101010101" pitchFamily="2" charset="-122"/>
              </a:rPr>
              <a:t>和方式</a:t>
            </a:r>
            <a:r>
              <a:rPr lang="en-US" altLang="zh-CN" sz="2400" b="1" dirty="0">
                <a:solidFill>
                  <a:srgbClr val="0000FF"/>
                </a:solidFill>
                <a:latin typeface="Times New Roman" panose="02020603050405020304" pitchFamily="18" charset="0"/>
                <a:ea typeface="宋体" panose="02010600030101010101" pitchFamily="2" charset="-122"/>
              </a:rPr>
              <a:t>3</a:t>
            </a:r>
            <a:r>
              <a:rPr lang="zh-CN" altLang="en-US" sz="2400" b="1" dirty="0">
                <a:solidFill>
                  <a:srgbClr val="000000"/>
                </a:solidFill>
                <a:latin typeface="Times New Roman" panose="02020603050405020304" pitchFamily="18" charset="0"/>
                <a:ea typeface="宋体" panose="02010600030101010101" pitchFamily="2" charset="-122"/>
              </a:rPr>
              <a:t>。</a:t>
            </a:r>
          </a:p>
          <a:p>
            <a:pPr indent="266700"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其中</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方式</a:t>
            </a:r>
            <a:r>
              <a:rPr lang="en-US" altLang="zh-CN" sz="2400" b="1" dirty="0">
                <a:solidFill>
                  <a:srgbClr val="0000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和</a:t>
            </a: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下，</a:t>
            </a:r>
            <a:r>
              <a:rPr lang="en-US" altLang="zh-CN" sz="2400" b="1" dirty="0">
                <a:solidFill>
                  <a:srgbClr val="000000"/>
                </a:solidFill>
                <a:latin typeface="Times New Roman" panose="02020603050405020304" pitchFamily="18" charset="0"/>
                <a:ea typeface="宋体" panose="02010600030101010101" pitchFamily="2" charset="-122"/>
              </a:rPr>
              <a:t>T0</a:t>
            </a:r>
            <a:r>
              <a:rPr lang="zh-CN" altLang="en-US" sz="2400" b="1" dirty="0">
                <a:solidFill>
                  <a:srgbClr val="000000"/>
                </a:solidFill>
                <a:latin typeface="Times New Roman" panose="02020603050405020304" pitchFamily="18" charset="0"/>
                <a:ea typeface="宋体" panose="02010600030101010101" pitchFamily="2" charset="-122"/>
              </a:rPr>
              <a:t>和</a:t>
            </a:r>
            <a:r>
              <a:rPr lang="en-US" altLang="zh-CN" sz="2400" b="1" dirty="0">
                <a:solidFill>
                  <a:srgbClr val="000000"/>
                </a:solidFill>
                <a:latin typeface="Times New Roman" panose="02020603050405020304" pitchFamily="18" charset="0"/>
                <a:ea typeface="宋体" panose="02010600030101010101" pitchFamily="2" charset="-122"/>
              </a:rPr>
              <a:t>T1</a:t>
            </a:r>
            <a:r>
              <a:rPr lang="zh-CN" altLang="en-US" sz="2400" b="1" dirty="0">
                <a:solidFill>
                  <a:srgbClr val="000000"/>
                </a:solidFill>
                <a:latin typeface="Times New Roman" panose="02020603050405020304" pitchFamily="18" charset="0"/>
                <a:ea typeface="宋体" panose="02010600030101010101" pitchFamily="2" charset="-122"/>
              </a:rPr>
              <a:t>的工作方式相同，</a:t>
            </a:r>
          </a:p>
          <a:p>
            <a:pPr indent="266700"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方式</a:t>
            </a:r>
            <a:r>
              <a:rPr lang="en-US" altLang="zh-CN" sz="2400" b="1" dirty="0">
                <a:solidFill>
                  <a:srgbClr val="000000"/>
                </a:solidFill>
                <a:latin typeface="Times New Roman" panose="02020603050405020304" pitchFamily="18" charset="0"/>
                <a:ea typeface="宋体" panose="02010600030101010101" pitchFamily="2" charset="-122"/>
              </a:rPr>
              <a:t>3</a:t>
            </a:r>
            <a:r>
              <a:rPr lang="zh-CN" altLang="en-US" sz="2400" b="1" dirty="0">
                <a:solidFill>
                  <a:srgbClr val="000000"/>
                </a:solidFill>
                <a:latin typeface="Times New Roman" panose="02020603050405020304" pitchFamily="18" charset="0"/>
                <a:ea typeface="宋体" panose="02010600030101010101" pitchFamily="2" charset="-122"/>
              </a:rPr>
              <a:t>下，两个定时器的工作方式不同。</a:t>
            </a:r>
            <a:endParaRPr lang="zh-CN" altLang="en-US" sz="2400" dirty="0">
              <a:latin typeface="Times New Roman" panose="02020603050405020304" pitchFamily="18" charset="0"/>
              <a:ea typeface="宋体" panose="02010600030101010101" pitchFamily="2" charset="-122"/>
            </a:endParaRPr>
          </a:p>
        </p:txBody>
      </p:sp>
      <p:sp>
        <p:nvSpPr>
          <p:cNvPr id="132099" name="Rectangle 3"/>
          <p:cNvSpPr/>
          <p:nvPr/>
        </p:nvSpPr>
        <p:spPr>
          <a:xfrm>
            <a:off x="395288" y="3573463"/>
            <a:ext cx="8305800" cy="2239962"/>
          </a:xfrm>
          <a:prstGeom prst="rect">
            <a:avLst/>
          </a:prstGeom>
          <a:noFill/>
          <a:ln w="9525">
            <a:noFill/>
          </a:ln>
        </p:spPr>
        <p:txBody>
          <a:bodyPr anchor="t" anchorCtr="0">
            <a:spAutoFit/>
          </a:bodyPr>
          <a:lstStyle/>
          <a:p>
            <a:pPr indent="266700" algn="just">
              <a:lnSpc>
                <a:spcPct val="140000"/>
              </a:lnSpc>
              <a:spcBef>
                <a:spcPct val="20000"/>
              </a:spcBef>
              <a:spcAft>
                <a:spcPct val="20000"/>
              </a:spcAft>
            </a:pPr>
            <a:r>
              <a:rPr lang="en-US" altLang="zh-CN" sz="2400" b="1" dirty="0">
                <a:solidFill>
                  <a:srgbClr val="FF5050"/>
                </a:solidFill>
                <a:latin typeface="Times New Roman" panose="02020603050405020304" pitchFamily="18" charset="0"/>
                <a:ea typeface="黑体" panose="02010609060101010101" pitchFamily="49" charset="-122"/>
              </a:rPr>
              <a:t>6.5.1 </a:t>
            </a:r>
            <a:r>
              <a:rPr lang="zh-CN" altLang="en-US" sz="2400" b="1" dirty="0">
                <a:solidFill>
                  <a:srgbClr val="FF5050"/>
                </a:solidFill>
                <a:latin typeface="Times New Roman" panose="02020603050405020304" pitchFamily="18" charset="0"/>
                <a:ea typeface="黑体" panose="02010609060101010101" pitchFamily="49" charset="-122"/>
              </a:rPr>
              <a:t>方式</a:t>
            </a:r>
            <a:r>
              <a:rPr lang="en-US" altLang="zh-CN" sz="2400" b="1" dirty="0">
                <a:solidFill>
                  <a:srgbClr val="FF5050"/>
                </a:solidFill>
                <a:latin typeface="Times New Roman" panose="02020603050405020304" pitchFamily="18" charset="0"/>
                <a:ea typeface="黑体" panose="02010609060101010101" pitchFamily="49" charset="-122"/>
              </a:rPr>
              <a:t>0</a:t>
            </a:r>
            <a:endParaRPr lang="en-US" altLang="zh-CN" sz="2400" dirty="0">
              <a:solidFill>
                <a:srgbClr val="FF5050"/>
              </a:solidFill>
              <a:latin typeface="Times New Roman" panose="02020603050405020304" pitchFamily="18" charset="0"/>
              <a:ea typeface="宋体" panose="02010600030101010101" pitchFamily="2" charset="-122"/>
            </a:endParaRPr>
          </a:p>
          <a:p>
            <a:pPr indent="266700" algn="just">
              <a:lnSpc>
                <a:spcPct val="140000"/>
              </a:lnSpc>
            </a:pPr>
            <a:r>
              <a:rPr lang="en-US" altLang="zh-CN" sz="2400" b="1" dirty="0">
                <a:solidFill>
                  <a:srgbClr val="FF6600"/>
                </a:solidFill>
                <a:latin typeface="Times New Roman" panose="02020603050405020304" pitchFamily="18" charset="0"/>
                <a:ea typeface="宋体" panose="02010600030101010101" pitchFamily="2" charset="-122"/>
              </a:rPr>
              <a:t>(1)   </a:t>
            </a:r>
            <a:r>
              <a:rPr lang="zh-CN" altLang="en-US" sz="2400" b="1" dirty="0">
                <a:solidFill>
                  <a:srgbClr val="FF6600"/>
                </a:solidFill>
                <a:latin typeface="Times New Roman" panose="02020603050405020304" pitchFamily="18" charset="0"/>
                <a:ea typeface="宋体" panose="02010600030101010101" pitchFamily="2" charset="-122"/>
              </a:rPr>
              <a:t>定时</a:t>
            </a:r>
            <a:r>
              <a:rPr lang="en-US" altLang="zh-CN" sz="2400" b="1" dirty="0">
                <a:solidFill>
                  <a:srgbClr val="FF6600"/>
                </a:solidFill>
                <a:latin typeface="Times New Roman" panose="02020603050405020304" pitchFamily="18" charset="0"/>
                <a:ea typeface="宋体" panose="02010600030101010101" pitchFamily="2" charset="-122"/>
              </a:rPr>
              <a:t>/</a:t>
            </a:r>
            <a:r>
              <a:rPr lang="zh-CN" altLang="en-US" sz="2400" b="1" dirty="0">
                <a:solidFill>
                  <a:srgbClr val="FF6600"/>
                </a:solidFill>
                <a:latin typeface="Times New Roman" panose="02020603050405020304" pitchFamily="18" charset="0"/>
                <a:ea typeface="宋体" panose="02010600030101010101" pitchFamily="2" charset="-122"/>
              </a:rPr>
              <a:t>计数器在方式</a:t>
            </a:r>
            <a:r>
              <a:rPr lang="en-US" altLang="zh-CN" sz="2400" b="1" dirty="0">
                <a:solidFill>
                  <a:srgbClr val="FF6600"/>
                </a:solidFill>
                <a:latin typeface="Times New Roman" panose="02020603050405020304" pitchFamily="18" charset="0"/>
                <a:ea typeface="宋体" panose="02010600030101010101" pitchFamily="2" charset="-122"/>
              </a:rPr>
              <a:t>0</a:t>
            </a:r>
            <a:r>
              <a:rPr lang="zh-CN" altLang="en-US" sz="2400" b="1" dirty="0">
                <a:solidFill>
                  <a:srgbClr val="FF6600"/>
                </a:solidFill>
                <a:latin typeface="Times New Roman" panose="02020603050405020304" pitchFamily="18" charset="0"/>
                <a:ea typeface="宋体" panose="02010600030101010101" pitchFamily="2" charset="-122"/>
              </a:rPr>
              <a:t>下的工作过程   </a:t>
            </a:r>
          </a:p>
          <a:p>
            <a:pPr indent="266700"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13</a:t>
            </a:r>
            <a:r>
              <a:rPr lang="zh-CN" altLang="en-US" sz="2400" b="1" dirty="0">
                <a:solidFill>
                  <a:srgbClr val="000000"/>
                </a:solidFill>
                <a:latin typeface="Times New Roman" panose="02020603050405020304" pitchFamily="18" charset="0"/>
                <a:ea typeface="宋体" panose="02010600030101010101" pitchFamily="2" charset="-122"/>
              </a:rPr>
              <a:t>位计数结构的工作方式。</a:t>
            </a:r>
          </a:p>
          <a:p>
            <a:pPr indent="266700"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T1</a:t>
            </a:r>
            <a:r>
              <a:rPr lang="zh-CN" altLang="en-US" sz="2400" b="1" dirty="0">
                <a:solidFill>
                  <a:srgbClr val="000000"/>
                </a:solidFill>
                <a:latin typeface="Times New Roman" panose="02020603050405020304" pitchFamily="18" charset="0"/>
                <a:ea typeface="宋体" panose="02010600030101010101" pitchFamily="2" charset="-122"/>
              </a:rPr>
              <a:t>的结构和操作与</a:t>
            </a:r>
            <a:r>
              <a:rPr lang="en-US" altLang="zh-CN" sz="2400" b="1" dirty="0">
                <a:solidFill>
                  <a:srgbClr val="000000"/>
                </a:solidFill>
                <a:latin typeface="Times New Roman" panose="02020603050405020304" pitchFamily="18" charset="0"/>
                <a:ea typeface="宋体" panose="02010600030101010101" pitchFamily="2" charset="-122"/>
              </a:rPr>
              <a:t>T0</a:t>
            </a:r>
            <a:r>
              <a:rPr lang="zh-CN" altLang="en-US" sz="2400" b="1" dirty="0">
                <a:solidFill>
                  <a:srgbClr val="000000"/>
                </a:solidFill>
                <a:latin typeface="Times New Roman" panose="02020603050405020304" pitchFamily="18" charset="0"/>
                <a:ea typeface="宋体" panose="02010600030101010101" pitchFamily="2" charset="-122"/>
              </a:rPr>
              <a:t>完全相同。</a:t>
            </a:r>
            <a:endParaRPr lang="zh-CN" altLang="en-US" sz="2400"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9" name="墨迹 8">
                <a:extLst>
                  <a:ext uri="{FF2B5EF4-FFF2-40B4-BE49-F238E27FC236}">
                    <a16:creationId xmlns:a16="http://schemas.microsoft.com/office/drawing/2014/main" id="{69B75C5D-4C2C-FAF0-C776-C22752106181}"/>
                  </a:ext>
                </a:extLst>
              </p14:cNvPr>
              <p14:cNvContentPartPr/>
              <p14:nvPr/>
            </p14:nvContentPartPr>
            <p14:xfrm>
              <a:off x="4413160" y="4698070"/>
              <a:ext cx="1206000" cy="80640"/>
            </p14:xfrm>
          </p:contentPart>
        </mc:Choice>
        <mc:Fallback xmlns="">
          <p:pic>
            <p:nvPicPr>
              <p:cNvPr id="9" name="墨迹 8">
                <a:extLst>
                  <a:ext uri="{FF2B5EF4-FFF2-40B4-BE49-F238E27FC236}">
                    <a16:creationId xmlns:a16="http://schemas.microsoft.com/office/drawing/2014/main" id="{69B75C5D-4C2C-FAF0-C776-C22752106181}"/>
                  </a:ext>
                </a:extLst>
              </p:cNvPr>
              <p:cNvPicPr/>
              <p:nvPr/>
            </p:nvPicPr>
            <p:blipFill>
              <a:blip r:embed="rId15"/>
              <a:stretch>
                <a:fillRect/>
              </a:stretch>
            </p:blipFill>
            <p:spPr>
              <a:xfrm>
                <a:off x="4395520" y="4680070"/>
                <a:ext cx="1241640" cy="116280"/>
              </a:xfrm>
              <a:prstGeom prst="rect">
                <a:avLst/>
              </a:prstGeom>
            </p:spPr>
          </p:pic>
        </mc:Fallback>
      </mc:AlternateContent>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p:nvPr/>
        </p:nvSpPr>
        <p:spPr>
          <a:xfrm>
            <a:off x="2447925" y="2571750"/>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sp>
        <p:nvSpPr>
          <p:cNvPr id="63490" name="Rectangle 3"/>
          <p:cNvSpPr/>
          <p:nvPr/>
        </p:nvSpPr>
        <p:spPr>
          <a:xfrm>
            <a:off x="0" y="4797425"/>
            <a:ext cx="9144000" cy="457200"/>
          </a:xfrm>
          <a:prstGeom prst="rect">
            <a:avLst/>
          </a:prstGeom>
          <a:noFill/>
          <a:ln w="9525">
            <a:noFill/>
          </a:ln>
        </p:spPr>
        <p:txBody>
          <a:bodyPr anchor="t" anchorCtr="0">
            <a:spAutoFit/>
          </a:bodyPr>
          <a:lstStyle/>
          <a:p>
            <a:pPr algn="ctr"/>
            <a:r>
              <a:rPr lang="en-US" altLang="zh-CN" sz="2400" b="1" dirty="0">
                <a:solidFill>
                  <a:srgbClr val="000000"/>
                </a:solidFill>
                <a:latin typeface="Times New Roman" panose="02020603050405020304" pitchFamily="18" charset="0"/>
                <a:ea typeface="黑体" panose="02010609060101010101" pitchFamily="49" charset="-122"/>
              </a:rPr>
              <a:t>T0</a:t>
            </a:r>
            <a:r>
              <a:rPr lang="zh-CN" altLang="en-US" sz="2400" b="1" dirty="0">
                <a:solidFill>
                  <a:srgbClr val="000000"/>
                </a:solidFill>
                <a:latin typeface="Times New Roman" panose="02020603050405020304" pitchFamily="18" charset="0"/>
                <a:ea typeface="黑体" panose="02010609060101010101" pitchFamily="49" charset="-122"/>
              </a:rPr>
              <a:t>（或</a:t>
            </a:r>
            <a:r>
              <a:rPr lang="en-US" altLang="zh-CN" sz="2400" b="1" dirty="0">
                <a:solidFill>
                  <a:srgbClr val="000000"/>
                </a:solidFill>
                <a:latin typeface="Times New Roman" panose="02020603050405020304" pitchFamily="18" charset="0"/>
                <a:ea typeface="黑体" panose="02010609060101010101" pitchFamily="49" charset="-122"/>
              </a:rPr>
              <a:t>T1</a:t>
            </a:r>
            <a:r>
              <a:rPr lang="zh-CN" altLang="en-US" sz="2400" b="1" dirty="0">
                <a:solidFill>
                  <a:srgbClr val="000000"/>
                </a:solidFill>
                <a:latin typeface="Times New Roman" panose="02020603050405020304" pitchFamily="18" charset="0"/>
                <a:ea typeface="黑体" panose="02010609060101010101" pitchFamily="49" charset="-122"/>
              </a:rPr>
              <a:t>）方式</a:t>
            </a:r>
            <a:r>
              <a:rPr lang="en-US" altLang="zh-CN" sz="2400" b="1" dirty="0">
                <a:solidFill>
                  <a:srgbClr val="000000"/>
                </a:solidFill>
                <a:latin typeface="Times New Roman" panose="02020603050405020304" pitchFamily="18" charset="0"/>
                <a:ea typeface="黑体" panose="02010609060101010101" pitchFamily="49" charset="-122"/>
              </a:rPr>
              <a:t>0</a:t>
            </a:r>
            <a:r>
              <a:rPr lang="zh-CN" altLang="en-US" sz="2400" b="1" dirty="0">
                <a:solidFill>
                  <a:srgbClr val="000000"/>
                </a:solidFill>
                <a:latin typeface="Times New Roman" panose="02020603050405020304" pitchFamily="18" charset="0"/>
                <a:ea typeface="黑体" panose="02010609060101010101" pitchFamily="49" charset="-122"/>
              </a:rPr>
              <a:t>结构</a:t>
            </a:r>
            <a:endParaRPr lang="en-US" altLang="zh-CN" sz="2400" dirty="0">
              <a:latin typeface="Times New Roman" panose="02020603050405020304" pitchFamily="18" charset="0"/>
              <a:ea typeface="宋体" panose="02010600030101010101" pitchFamily="2" charset="-122"/>
            </a:endParaRPr>
          </a:p>
        </p:txBody>
      </p:sp>
      <p:sp>
        <p:nvSpPr>
          <p:cNvPr id="63491" name="Rectangle 11"/>
          <p:cNvSpPr/>
          <p:nvPr/>
        </p:nvSpPr>
        <p:spPr>
          <a:xfrm>
            <a:off x="250825" y="763588"/>
            <a:ext cx="5911850" cy="460375"/>
          </a:xfrm>
          <a:prstGeom prst="rect">
            <a:avLst/>
          </a:prstGeom>
          <a:noFill/>
          <a:ln w="9525">
            <a:noFill/>
          </a:ln>
        </p:spPr>
        <p:txBody>
          <a:bodyPr wrap="none" anchor="ctr" anchorCtr="0">
            <a:spAutoFit/>
          </a:bodyPr>
          <a:lstStyle/>
          <a:p>
            <a:r>
              <a:rPr lang="en-US" altLang="zh-CN" sz="2400" b="1" dirty="0">
                <a:latin typeface="黑体" panose="02010609060101010101" pitchFamily="49" charset="-122"/>
                <a:ea typeface="黑体" panose="02010609060101010101" pitchFamily="49" charset="-122"/>
              </a:rPr>
              <a:t>1) </a:t>
            </a:r>
            <a:r>
              <a:rPr lang="zh-CN" altLang="en-US" sz="2400" b="1" dirty="0">
                <a:latin typeface="黑体" panose="02010609060101010101" pitchFamily="49" charset="-122"/>
                <a:ea typeface="黑体" panose="02010609060101010101" pitchFamily="49" charset="-122"/>
              </a:rPr>
              <a:t>定时</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计数器在工作方式</a:t>
            </a:r>
            <a:r>
              <a:rPr lang="en-US" altLang="zh-CN" sz="2400" b="1" dirty="0">
                <a:latin typeface="黑体" panose="02010609060101010101" pitchFamily="49" charset="-122"/>
                <a:ea typeface="黑体" panose="02010609060101010101" pitchFamily="49" charset="-122"/>
              </a:rPr>
              <a:t>0</a:t>
            </a:r>
            <a:r>
              <a:rPr lang="zh-CN" altLang="en-US" sz="2400" b="1" dirty="0">
                <a:latin typeface="黑体" panose="02010609060101010101" pitchFamily="49" charset="-122"/>
                <a:ea typeface="黑体" panose="02010609060101010101" pitchFamily="49" charset="-122"/>
              </a:rPr>
              <a:t>下的工作过程</a:t>
            </a:r>
          </a:p>
        </p:txBody>
      </p:sp>
      <p:pic>
        <p:nvPicPr>
          <p:cNvPr id="2" name="图片 1"/>
          <p:cNvPicPr>
            <a:picLocks noChangeAspect="1"/>
          </p:cNvPicPr>
          <p:nvPr/>
        </p:nvPicPr>
        <p:blipFill>
          <a:blip r:embed="rId2"/>
          <a:stretch>
            <a:fillRect/>
          </a:stretch>
        </p:blipFill>
        <p:spPr>
          <a:xfrm>
            <a:off x="539750" y="1844675"/>
            <a:ext cx="8201025" cy="2727960"/>
          </a:xfrm>
          <a:prstGeom prst="rect">
            <a:avLst/>
          </a:prstGeom>
        </p:spPr>
      </p:pic>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p:nvPr/>
        </p:nvSpPr>
        <p:spPr>
          <a:xfrm>
            <a:off x="457200" y="973138"/>
            <a:ext cx="8458200" cy="504825"/>
          </a:xfrm>
          <a:prstGeom prst="rect">
            <a:avLst/>
          </a:prstGeom>
          <a:noFill/>
          <a:ln w="9525">
            <a:noFill/>
          </a:ln>
        </p:spPr>
        <p:txBody>
          <a:bodyPr anchor="t" anchorCtr="0">
            <a:spAutoFit/>
          </a:bodyPr>
          <a:lstStyle/>
          <a:p>
            <a:pPr eaLnBrk="0" hangingPunct="0">
              <a:lnSpc>
                <a:spcPct val="130000"/>
              </a:lnSpc>
              <a:spcBef>
                <a:spcPct val="50000"/>
              </a:spcBef>
            </a:pPr>
            <a:r>
              <a:rPr lang="en-US" altLang="zh-CN" sz="2400" b="1" dirty="0">
                <a:solidFill>
                  <a:srgbClr val="FF6600"/>
                </a:solidFill>
                <a:latin typeface="黑体" panose="02010609060101010101" pitchFamily="49" charset="-122"/>
                <a:ea typeface="黑体" panose="02010609060101010101" pitchFamily="49" charset="-122"/>
              </a:rPr>
              <a:t>2)  </a:t>
            </a:r>
            <a:r>
              <a:rPr lang="zh-CN" altLang="en-US" sz="2400" b="1" dirty="0">
                <a:solidFill>
                  <a:srgbClr val="FF6600"/>
                </a:solidFill>
                <a:latin typeface="黑体" panose="02010609060101010101" pitchFamily="49" charset="-122"/>
                <a:ea typeface="黑体" panose="02010609060101010101" pitchFamily="49" charset="-122"/>
              </a:rPr>
              <a:t>定时</a:t>
            </a:r>
            <a:r>
              <a:rPr lang="en-US" altLang="zh-CN" sz="2400" b="1" dirty="0">
                <a:solidFill>
                  <a:srgbClr val="FF6600"/>
                </a:solidFill>
                <a:latin typeface="黑体" panose="02010609060101010101" pitchFamily="49" charset="-122"/>
                <a:ea typeface="黑体" panose="02010609060101010101" pitchFamily="49" charset="-122"/>
              </a:rPr>
              <a:t>/</a:t>
            </a:r>
            <a:r>
              <a:rPr lang="zh-CN" altLang="en-US" sz="2400" b="1" dirty="0">
                <a:solidFill>
                  <a:srgbClr val="FF6600"/>
                </a:solidFill>
                <a:latin typeface="黑体" panose="02010609060101010101" pitchFamily="49" charset="-122"/>
                <a:ea typeface="黑体" panose="02010609060101010101" pitchFamily="49" charset="-122"/>
              </a:rPr>
              <a:t>计数器初值的确定</a:t>
            </a:r>
          </a:p>
        </p:txBody>
      </p:sp>
      <p:sp>
        <p:nvSpPr>
          <p:cNvPr id="135171" name="Rectangle 3"/>
          <p:cNvSpPr/>
          <p:nvPr/>
        </p:nvSpPr>
        <p:spPr>
          <a:xfrm>
            <a:off x="395288" y="2060575"/>
            <a:ext cx="8458200" cy="3013075"/>
          </a:xfrm>
          <a:prstGeom prst="rect">
            <a:avLst/>
          </a:prstGeom>
          <a:noFill/>
          <a:ln w="9525">
            <a:noFill/>
          </a:ln>
        </p:spPr>
        <p:txBody>
          <a:bodyPr anchor="t" anchorCtr="0">
            <a:spAutoFit/>
          </a:bodyPr>
          <a:lstStyle/>
          <a:p>
            <a:pPr eaLnBrk="0" hangingPunct="0">
              <a:lnSpc>
                <a:spcPct val="130000"/>
              </a:lnSpc>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由于定时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计数器以加</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方式计数，</a:t>
            </a:r>
            <a:endParaRPr lang="zh-CN" altLang="en-US" sz="2400" dirty="0">
              <a:latin typeface="Times New Roman" panose="02020603050405020304" pitchFamily="18" charset="0"/>
              <a:ea typeface="宋体" panose="02010600030101010101" pitchFamily="2" charset="-122"/>
            </a:endParaRPr>
          </a:p>
          <a:p>
            <a:pPr eaLnBrk="0" hangingPunct="0">
              <a:lnSpc>
                <a:spcPct val="130000"/>
              </a:lnSpc>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当定时器</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计数器用于计数工作方式时，假定要求的计数长度为</a:t>
            </a:r>
            <a:r>
              <a:rPr lang="en-US" altLang="zh-CN" sz="2400" b="1" dirty="0">
                <a:solidFill>
                  <a:srgbClr val="000000"/>
                </a:solidFill>
                <a:latin typeface="Times New Roman" panose="02020603050405020304" pitchFamily="18" charset="0"/>
                <a:ea typeface="宋体" panose="02010600030101010101" pitchFamily="2" charset="-122"/>
              </a:rPr>
              <a:t>N</a:t>
            </a:r>
            <a:r>
              <a:rPr lang="zh-CN" altLang="en-US" sz="2400" b="1" dirty="0">
                <a:solidFill>
                  <a:srgbClr val="000000"/>
                </a:solidFill>
                <a:latin typeface="Times New Roman" panose="02020603050405020304" pitchFamily="18" charset="0"/>
                <a:ea typeface="宋体" panose="02010600030101010101" pitchFamily="2" charset="-122"/>
              </a:rPr>
              <a:t>，则应装入定时器</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计数器的初值</a:t>
            </a:r>
            <a:endParaRPr lang="zh-CN" altLang="en-US" sz="2400" dirty="0">
              <a:latin typeface="Times New Roman" panose="02020603050405020304" pitchFamily="18" charset="0"/>
              <a:ea typeface="宋体" panose="02010600030101010101" pitchFamily="2" charset="-122"/>
            </a:endParaRPr>
          </a:p>
          <a:p>
            <a:pPr eaLnBrk="0" hangingPunct="0">
              <a:lnSpc>
                <a:spcPct val="130000"/>
              </a:lnSpc>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                </a:t>
            </a:r>
            <a:r>
              <a:rPr lang="en-US" altLang="zh-CN" sz="2400" b="1" dirty="0">
                <a:solidFill>
                  <a:srgbClr val="0000FF"/>
                </a:solidFill>
                <a:latin typeface="Times New Roman" panose="02020603050405020304" pitchFamily="18" charset="0"/>
                <a:ea typeface="宋体" panose="02010600030101010101" pitchFamily="2" charset="-122"/>
              </a:rPr>
              <a:t>X</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2</a:t>
            </a:r>
            <a:r>
              <a:rPr lang="en-US" altLang="zh-CN" sz="2400" b="1" baseline="30000" dirty="0">
                <a:solidFill>
                  <a:srgbClr val="0000FF"/>
                </a:solidFill>
                <a:latin typeface="Times New Roman" panose="02020603050405020304" pitchFamily="18" charset="0"/>
                <a:ea typeface="宋体" panose="02010600030101010101" pitchFamily="2" charset="-122"/>
              </a:rPr>
              <a:t>13</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N</a:t>
            </a:r>
          </a:p>
          <a:p>
            <a:pPr eaLnBrk="0" hangingPunct="0">
              <a:lnSpc>
                <a:spcPct val="130000"/>
              </a:lnSpc>
              <a:spcBef>
                <a:spcPct val="50000"/>
              </a:spcBef>
            </a:pPr>
            <a:r>
              <a:rPr lang="en-US" altLang="zh-CN" sz="2400" b="1" dirty="0">
                <a:solidFill>
                  <a:srgbClr val="0000FF"/>
                </a:solidFill>
                <a:latin typeface="Times New Roman" panose="02020603050405020304" pitchFamily="18" charset="0"/>
                <a:ea typeface="宋体" panose="02010600030101010101" pitchFamily="2" charset="-122"/>
              </a:rPr>
              <a:t>      </a:t>
            </a:r>
            <a:r>
              <a:rPr lang="zh-CN" altLang="en-US" sz="2400" b="1" dirty="0">
                <a:solidFill>
                  <a:srgbClr val="0000FF"/>
                </a:solidFill>
                <a:latin typeface="Times New Roman" panose="02020603050405020304" pitchFamily="18" charset="0"/>
                <a:ea typeface="宋体" panose="02010600030101010101" pitchFamily="2" charset="-122"/>
              </a:rPr>
              <a:t>在方式</a:t>
            </a:r>
            <a:r>
              <a:rPr lang="en-US" altLang="zh-CN" sz="2400" b="1" dirty="0">
                <a:solidFill>
                  <a:srgbClr val="0000FF"/>
                </a:solidFill>
                <a:latin typeface="Times New Roman" panose="02020603050405020304" pitchFamily="18" charset="0"/>
                <a:ea typeface="宋体" panose="02010600030101010101" pitchFamily="2" charset="-122"/>
              </a:rPr>
              <a:t>0</a:t>
            </a:r>
            <a:r>
              <a:rPr lang="zh-CN" altLang="en-US" sz="2400" b="1" dirty="0">
                <a:solidFill>
                  <a:srgbClr val="0000FF"/>
                </a:solidFill>
                <a:latin typeface="Times New Roman" panose="02020603050405020304" pitchFamily="18" charset="0"/>
                <a:ea typeface="宋体" panose="02010600030101010101" pitchFamily="2" charset="-122"/>
              </a:rPr>
              <a:t>下，计数的长度范围为</a:t>
            </a:r>
            <a:r>
              <a:rPr lang="en-US" altLang="zh-CN" sz="2400" b="1" dirty="0">
                <a:solidFill>
                  <a:srgbClr val="0000FF"/>
                </a:solidFill>
                <a:latin typeface="Times New Roman" panose="02020603050405020304" pitchFamily="18" charset="0"/>
                <a:ea typeface="宋体" panose="02010600030101010101" pitchFamily="2" charset="-122"/>
              </a:rPr>
              <a:t>1</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8192</a:t>
            </a:r>
            <a:r>
              <a:rPr lang="zh-CN" altLang="en-US" sz="2400" b="1" dirty="0">
                <a:solidFill>
                  <a:srgbClr val="0000FF"/>
                </a:solidFill>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 </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5170"/>
                                        </p:tgtEl>
                                        <p:attrNameLst>
                                          <p:attrName>style.visibility</p:attrName>
                                        </p:attrNameLst>
                                      </p:cBhvr>
                                      <p:to>
                                        <p:strVal val="visible"/>
                                      </p:to>
                                    </p:set>
                                    <p:animEffect transition="in" filter="wipe(down)">
                                      <p:cBhvr>
                                        <p:cTn id="7" dur="580">
                                          <p:stCondLst>
                                            <p:cond delay="0"/>
                                          </p:stCondLst>
                                        </p:cTn>
                                        <p:tgtEl>
                                          <p:spTgt spid="135170"/>
                                        </p:tgtEl>
                                      </p:cBhvr>
                                    </p:animEffect>
                                    <p:anim calcmode="lin" valueType="num">
                                      <p:cBhvr>
                                        <p:cTn id="8" dur="1822" tmFilter="0,0; 0.14,0.36; 0.43,0.73; 0.71,0.91; 1.0,1.0">
                                          <p:stCondLst>
                                            <p:cond delay="0"/>
                                          </p:stCondLst>
                                        </p:cTn>
                                        <p:tgtEl>
                                          <p:spTgt spid="13517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517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517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517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5170"/>
                                        </p:tgtEl>
                                        <p:attrNameLst>
                                          <p:attrName>ppt_y</p:attrName>
                                        </p:attrNameLst>
                                      </p:cBhvr>
                                      <p:tavLst>
                                        <p:tav tm="0" fmla="#ppt_y-sin(pi*$)/81">
                                          <p:val>
                                            <p:fltVal val="0"/>
                                          </p:val>
                                        </p:tav>
                                        <p:tav tm="100000">
                                          <p:val>
                                            <p:fltVal val="1"/>
                                          </p:val>
                                        </p:tav>
                                      </p:tavLst>
                                    </p:anim>
                                    <p:animScale>
                                      <p:cBhvr>
                                        <p:cTn id="13" dur="26">
                                          <p:stCondLst>
                                            <p:cond delay="650"/>
                                          </p:stCondLst>
                                        </p:cTn>
                                        <p:tgtEl>
                                          <p:spTgt spid="135170"/>
                                        </p:tgtEl>
                                      </p:cBhvr>
                                      <p:to x="100000" y="60000"/>
                                    </p:animScale>
                                    <p:animScale>
                                      <p:cBhvr>
                                        <p:cTn id="14" dur="166" decel="50000">
                                          <p:stCondLst>
                                            <p:cond delay="676"/>
                                          </p:stCondLst>
                                        </p:cTn>
                                        <p:tgtEl>
                                          <p:spTgt spid="135170"/>
                                        </p:tgtEl>
                                      </p:cBhvr>
                                      <p:to x="100000" y="100000"/>
                                    </p:animScale>
                                    <p:animScale>
                                      <p:cBhvr>
                                        <p:cTn id="15" dur="26">
                                          <p:stCondLst>
                                            <p:cond delay="1312"/>
                                          </p:stCondLst>
                                        </p:cTn>
                                        <p:tgtEl>
                                          <p:spTgt spid="135170"/>
                                        </p:tgtEl>
                                      </p:cBhvr>
                                      <p:to x="100000" y="80000"/>
                                    </p:animScale>
                                    <p:animScale>
                                      <p:cBhvr>
                                        <p:cTn id="16" dur="166" decel="50000">
                                          <p:stCondLst>
                                            <p:cond delay="1338"/>
                                          </p:stCondLst>
                                        </p:cTn>
                                        <p:tgtEl>
                                          <p:spTgt spid="135170"/>
                                        </p:tgtEl>
                                      </p:cBhvr>
                                      <p:to x="100000" y="100000"/>
                                    </p:animScale>
                                    <p:animScale>
                                      <p:cBhvr>
                                        <p:cTn id="17" dur="26">
                                          <p:stCondLst>
                                            <p:cond delay="1642"/>
                                          </p:stCondLst>
                                        </p:cTn>
                                        <p:tgtEl>
                                          <p:spTgt spid="135170"/>
                                        </p:tgtEl>
                                      </p:cBhvr>
                                      <p:to x="100000" y="90000"/>
                                    </p:animScale>
                                    <p:animScale>
                                      <p:cBhvr>
                                        <p:cTn id="18" dur="166" decel="50000">
                                          <p:stCondLst>
                                            <p:cond delay="1668"/>
                                          </p:stCondLst>
                                        </p:cTn>
                                        <p:tgtEl>
                                          <p:spTgt spid="135170"/>
                                        </p:tgtEl>
                                      </p:cBhvr>
                                      <p:to x="100000" y="100000"/>
                                    </p:animScale>
                                    <p:animScale>
                                      <p:cBhvr>
                                        <p:cTn id="19" dur="26">
                                          <p:stCondLst>
                                            <p:cond delay="1808"/>
                                          </p:stCondLst>
                                        </p:cTn>
                                        <p:tgtEl>
                                          <p:spTgt spid="135170"/>
                                        </p:tgtEl>
                                      </p:cBhvr>
                                      <p:to x="100000" y="95000"/>
                                    </p:animScale>
                                    <p:animScale>
                                      <p:cBhvr>
                                        <p:cTn id="20" dur="166" decel="50000">
                                          <p:stCondLst>
                                            <p:cond delay="1834"/>
                                          </p:stCondLst>
                                        </p:cTn>
                                        <p:tgtEl>
                                          <p:spTgt spid="135170"/>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35171"/>
                                        </p:tgtEl>
                                        <p:attrNameLst>
                                          <p:attrName>style.visibility</p:attrName>
                                        </p:attrNameLst>
                                      </p:cBhvr>
                                      <p:to>
                                        <p:strVal val="visible"/>
                                      </p:to>
                                    </p:set>
                                    <p:animEffect transition="in" filter="box(in)">
                                      <p:cBhvr>
                                        <p:cTn id="25" dur="500"/>
                                        <p:tgtEl>
                                          <p:spTgt spid="135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p:bldP spid="13517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p:nvPr/>
        </p:nvSpPr>
        <p:spPr>
          <a:xfrm>
            <a:off x="179388" y="908050"/>
            <a:ext cx="8713787" cy="3670300"/>
          </a:xfrm>
          <a:prstGeom prst="rect">
            <a:avLst/>
          </a:prstGeom>
          <a:noFill/>
          <a:ln w="9525">
            <a:noFill/>
          </a:ln>
        </p:spPr>
        <p:txBody>
          <a:bodyPr anchor="t" anchorCtr="0">
            <a:spAutoFit/>
          </a:bodyPr>
          <a:lstStyle/>
          <a:p>
            <a:pPr indent="269875" algn="just">
              <a:lnSpc>
                <a:spcPct val="140000"/>
              </a:lnSpc>
            </a:pP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当工作于定时状态时，由于定时器</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计数器是计数内部的机器周期，每个机器周期包括</a:t>
            </a:r>
            <a:r>
              <a:rPr lang="en-US" altLang="zh-CN" sz="2400" b="1" dirty="0">
                <a:solidFill>
                  <a:srgbClr val="000000"/>
                </a:solidFill>
                <a:latin typeface="Times New Roman" panose="02020603050405020304" pitchFamily="18" charset="0"/>
                <a:ea typeface="宋体" panose="02010600030101010101" pitchFamily="2" charset="-122"/>
              </a:rPr>
              <a:t>12</a:t>
            </a:r>
            <a:r>
              <a:rPr lang="zh-CN" altLang="en-US" sz="2400" b="1" dirty="0">
                <a:solidFill>
                  <a:srgbClr val="000000"/>
                </a:solidFill>
                <a:latin typeface="Times New Roman" panose="02020603050405020304" pitchFamily="18" charset="0"/>
                <a:ea typeface="宋体" panose="02010600030101010101" pitchFamily="2" charset="-122"/>
              </a:rPr>
              <a:t>个振荡周期，若晶振频率为</a:t>
            </a:r>
            <a:r>
              <a:rPr lang="en-US" altLang="zh-CN" sz="2400" b="1" dirty="0">
                <a:solidFill>
                  <a:srgbClr val="000000"/>
                </a:solidFill>
                <a:latin typeface="Times New Roman" panose="02020603050405020304" pitchFamily="18" charset="0"/>
                <a:ea typeface="宋体" panose="02010600030101010101" pitchFamily="2" charset="-122"/>
              </a:rPr>
              <a:t>12MHz</a:t>
            </a:r>
            <a:r>
              <a:rPr lang="zh-CN" altLang="en-US" sz="2400" b="1" dirty="0">
                <a:solidFill>
                  <a:srgbClr val="000000"/>
                </a:solidFill>
                <a:latin typeface="Times New Roman" panose="02020603050405020304" pitchFamily="18" charset="0"/>
                <a:ea typeface="宋体" panose="02010600030101010101" pitchFamily="2" charset="-122"/>
              </a:rPr>
              <a:t>，则：</a:t>
            </a:r>
            <a:endParaRPr lang="zh-CN" altLang="en-US" sz="2400" b="1" dirty="0">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机器周期</a:t>
            </a:r>
            <a:r>
              <a:rPr lang="en-US" altLang="zh-CN" sz="2400" b="1" dirty="0">
                <a:solidFill>
                  <a:srgbClr val="000000"/>
                </a:solidFill>
                <a:latin typeface="Times New Roman" panose="02020603050405020304" pitchFamily="18" charset="0"/>
                <a:ea typeface="宋体" panose="02010600030101010101" pitchFamily="2" charset="-122"/>
              </a:rPr>
              <a:t>Tp</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12/</a:t>
            </a:r>
            <a:r>
              <a:rPr lang="zh-CN" altLang="en-US" sz="2400" b="1" dirty="0">
                <a:solidFill>
                  <a:srgbClr val="000000"/>
                </a:solidFill>
                <a:latin typeface="Times New Roman" panose="02020603050405020304" pitchFamily="18" charset="0"/>
                <a:ea typeface="宋体" panose="02010600030101010101" pitchFamily="2" charset="-122"/>
              </a:rPr>
              <a:t>晶振频率＝</a:t>
            </a:r>
            <a:r>
              <a:rPr lang="en-US" altLang="zh-CN" sz="2400" b="1" dirty="0">
                <a:solidFill>
                  <a:srgbClr val="000000"/>
                </a:solidFill>
                <a:latin typeface="Times New Roman" panose="02020603050405020304" pitchFamily="18" charset="0"/>
                <a:ea typeface="宋体" panose="02010600030101010101" pitchFamily="2" charset="-122"/>
              </a:rPr>
              <a:t>12/(12×10</a:t>
            </a:r>
            <a:r>
              <a:rPr lang="en-US" altLang="zh-CN" sz="2400" b="1" baseline="30000" dirty="0">
                <a:solidFill>
                  <a:srgbClr val="000000"/>
                </a:solidFill>
                <a:latin typeface="Times New Roman" panose="02020603050405020304" pitchFamily="18" charset="0"/>
                <a:ea typeface="宋体" panose="02010600030101010101" pitchFamily="2" charset="-122"/>
              </a:rPr>
              <a:t>6</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a:t>
            </a:r>
            <a:r>
              <a:rPr lang="en-US" altLang="zh-CN" sz="2400" b="1" dirty="0">
                <a:solidFill>
                  <a:srgbClr val="FF0000"/>
                </a:solidFill>
                <a:latin typeface="Times New Roman" panose="02020603050405020304" pitchFamily="18" charset="0"/>
                <a:ea typeface="宋体" panose="02010600030101010101" pitchFamily="2" charset="-122"/>
              </a:rPr>
              <a:t>µ</a:t>
            </a:r>
            <a:r>
              <a:rPr lang="en-US" altLang="zh-CN" sz="2400" b="1" dirty="0">
                <a:solidFill>
                  <a:srgbClr val="000000"/>
                </a:solidFill>
                <a:latin typeface="Times New Roman" panose="02020603050405020304" pitchFamily="18" charset="0"/>
                <a:ea typeface="宋体" panose="02010600030101010101" pitchFamily="2" charset="-122"/>
              </a:rPr>
              <a:t>s</a:t>
            </a:r>
            <a:endParaRPr lang="en-US" altLang="zh-CN" sz="2400" b="1" dirty="0">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若需要的定时时间</a:t>
            </a:r>
            <a:r>
              <a:rPr lang="en-US" altLang="zh-CN"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FF"/>
                </a:solidFill>
                <a:latin typeface="Times New Roman" panose="02020603050405020304" pitchFamily="18" charset="0"/>
                <a:ea typeface="宋体" panose="02010600030101010101" pitchFamily="2" charset="-122"/>
              </a:rPr>
              <a:t>Tc</a:t>
            </a:r>
            <a:r>
              <a:rPr lang="zh-CN" altLang="en-US" sz="2400" b="1" dirty="0">
                <a:solidFill>
                  <a:srgbClr val="000000"/>
                </a:solidFill>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则需要的机器周期数</a:t>
            </a:r>
            <a:r>
              <a:rPr lang="en-US" altLang="zh-CN" sz="2400" b="1" dirty="0">
                <a:solidFill>
                  <a:srgbClr val="0000FF"/>
                </a:solidFill>
                <a:latin typeface="Times New Roman" panose="02020603050405020304" pitchFamily="18" charset="0"/>
                <a:ea typeface="宋体" panose="02010600030101010101" pitchFamily="2" charset="-122"/>
              </a:rPr>
              <a:t>N</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Tc/Tp</a:t>
            </a:r>
            <a:r>
              <a:rPr lang="zh-CN" altLang="en-US" sz="2400" b="1" dirty="0">
                <a:solidFill>
                  <a:srgbClr val="0000FF"/>
                </a:solidFill>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则应装入定时器</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计数器的初值   </a:t>
            </a:r>
            <a:r>
              <a:rPr lang="en-US" altLang="zh-CN" sz="2400" b="1" dirty="0">
                <a:solidFill>
                  <a:srgbClr val="0000FF"/>
                </a:solidFill>
                <a:latin typeface="Times New Roman" panose="02020603050405020304" pitchFamily="18" charset="0"/>
                <a:ea typeface="宋体" panose="02010600030101010101" pitchFamily="2" charset="-122"/>
              </a:rPr>
              <a:t>X</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2</a:t>
            </a:r>
            <a:r>
              <a:rPr lang="en-US" altLang="zh-CN" sz="2400" b="1" baseline="30000" dirty="0">
                <a:solidFill>
                  <a:srgbClr val="0000FF"/>
                </a:solidFill>
                <a:latin typeface="Times New Roman" panose="02020603050405020304" pitchFamily="18" charset="0"/>
                <a:ea typeface="宋体" panose="02010600030101010101" pitchFamily="2" charset="-122"/>
              </a:rPr>
              <a:t>13</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N</a:t>
            </a:r>
            <a:r>
              <a:rPr lang="zh-CN" altLang="en-US" sz="2400" b="1" dirty="0">
                <a:solidFill>
                  <a:srgbClr val="0000FF"/>
                </a:solidFill>
                <a:latin typeface="Times New Roman" panose="02020603050405020304" pitchFamily="18" charset="0"/>
                <a:ea typeface="宋体" panose="02010600030101010101" pitchFamily="2" charset="-122"/>
              </a:rPr>
              <a:t>。</a:t>
            </a:r>
          </a:p>
        </p:txBody>
      </p:sp>
      <p:sp>
        <p:nvSpPr>
          <p:cNvPr id="136195" name="Rectangle 3"/>
          <p:cNvSpPr/>
          <p:nvPr/>
        </p:nvSpPr>
        <p:spPr>
          <a:xfrm>
            <a:off x="179388" y="4652963"/>
            <a:ext cx="8610600" cy="1065212"/>
          </a:xfrm>
          <a:prstGeom prst="rect">
            <a:avLst/>
          </a:prstGeom>
          <a:noFill/>
          <a:ln w="9525">
            <a:noFill/>
          </a:ln>
        </p:spPr>
        <p:txBody>
          <a:bodyPr anchor="t" anchorCtr="0">
            <a:spAutoFit/>
          </a:bodyPr>
          <a:lstStyle/>
          <a:p>
            <a:pPr indent="269875"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若晶振频率为</a:t>
            </a:r>
            <a:r>
              <a:rPr lang="en-US" altLang="zh-CN" sz="2400" b="1" dirty="0">
                <a:solidFill>
                  <a:srgbClr val="000000"/>
                </a:solidFill>
                <a:latin typeface="Times New Roman" panose="02020603050405020304" pitchFamily="18" charset="0"/>
                <a:ea typeface="宋体" panose="02010600030101010101" pitchFamily="2" charset="-122"/>
              </a:rPr>
              <a:t>12MHz</a:t>
            </a:r>
            <a:r>
              <a:rPr lang="zh-CN" altLang="en-US" sz="2400" b="1" dirty="0">
                <a:solidFill>
                  <a:srgbClr val="000000"/>
                </a:solidFill>
                <a:latin typeface="Times New Roman" panose="02020603050405020304" pitchFamily="18" charset="0"/>
                <a:ea typeface="宋体" panose="02010600030101010101" pitchFamily="2" charset="-122"/>
              </a:rPr>
              <a:t>，则最小的定时时间为</a:t>
            </a:r>
            <a:r>
              <a:rPr lang="en-US" altLang="zh-CN" sz="2400" b="1" dirty="0">
                <a:solidFill>
                  <a:srgbClr val="0000FF"/>
                </a:solidFill>
                <a:latin typeface="Times New Roman" panose="02020603050405020304" pitchFamily="18" charset="0"/>
                <a:ea typeface="宋体" panose="02010600030101010101" pitchFamily="2" charset="-122"/>
              </a:rPr>
              <a:t>1</a:t>
            </a:r>
            <a:r>
              <a:rPr lang="en-US" altLang="zh-CN" sz="2400" b="1" dirty="0">
                <a:solidFill>
                  <a:srgbClr val="FF0000"/>
                </a:solidFill>
                <a:latin typeface="Times New Roman" panose="02020603050405020304" pitchFamily="18" charset="0"/>
                <a:ea typeface="宋体" panose="02010600030101010101" pitchFamily="2" charset="-122"/>
              </a:rPr>
              <a:t>µ</a:t>
            </a:r>
            <a:r>
              <a:rPr lang="en-US" altLang="zh-CN" sz="2400" b="1" dirty="0">
                <a:solidFill>
                  <a:srgbClr val="0000FF"/>
                </a:solidFill>
                <a:latin typeface="Times New Roman" panose="02020603050405020304" pitchFamily="18" charset="0"/>
                <a:ea typeface="宋体" panose="02010600030101010101" pitchFamily="2" charset="-122"/>
              </a:rPr>
              <a:t>s</a:t>
            </a:r>
            <a:r>
              <a:rPr lang="zh-CN" altLang="en-US" sz="2400" b="1" dirty="0">
                <a:solidFill>
                  <a:srgbClr val="000000"/>
                </a:solidFill>
                <a:latin typeface="Times New Roman" panose="02020603050405020304" pitchFamily="18" charset="0"/>
                <a:ea typeface="宋体" panose="02010600030101010101" pitchFamily="2" charset="-122"/>
              </a:rPr>
              <a:t>；</a:t>
            </a:r>
            <a:endParaRPr lang="zh-CN" altLang="en-US" sz="2400" b="1" dirty="0">
              <a:solidFill>
                <a:srgbClr val="0000FF"/>
              </a:solidFill>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最大的定时时间为</a:t>
            </a:r>
            <a:r>
              <a:rPr lang="en-US" altLang="zh-CN" sz="2400" b="1" dirty="0">
                <a:solidFill>
                  <a:srgbClr val="0000FF"/>
                </a:solidFill>
                <a:latin typeface="Times New Roman" panose="02020603050405020304" pitchFamily="18" charset="0"/>
                <a:ea typeface="宋体" panose="02010600030101010101" pitchFamily="2" charset="-122"/>
              </a:rPr>
              <a:t>8192</a:t>
            </a:r>
            <a:r>
              <a:rPr lang="en-US" altLang="zh-CN" sz="2400" b="1" dirty="0">
                <a:solidFill>
                  <a:srgbClr val="FF0000"/>
                </a:solidFill>
                <a:latin typeface="Times New Roman" panose="02020603050405020304" pitchFamily="18" charset="0"/>
                <a:ea typeface="宋体" panose="02010600030101010101" pitchFamily="2" charset="-122"/>
              </a:rPr>
              <a:t>µ</a:t>
            </a:r>
            <a:r>
              <a:rPr lang="en-US" altLang="zh-CN" sz="2400" b="1" dirty="0">
                <a:solidFill>
                  <a:srgbClr val="0000FF"/>
                </a:solidFill>
                <a:latin typeface="Times New Roman" panose="02020603050405020304" pitchFamily="18" charset="0"/>
                <a:ea typeface="宋体" panose="02010600030101010101" pitchFamily="2" charset="-122"/>
              </a:rPr>
              <a:t>s</a:t>
            </a:r>
            <a:r>
              <a:rPr lang="zh-CN" altLang="en-US" sz="2400" b="1" dirty="0">
                <a:solidFill>
                  <a:srgbClr val="000000"/>
                </a:solidFill>
                <a:latin typeface="Times New Roman" panose="02020603050405020304" pitchFamily="18" charset="0"/>
                <a:ea typeface="宋体" panose="02010600030101010101" pitchFamily="2" charset="-122"/>
              </a:rPr>
              <a:t>。</a:t>
            </a:r>
          </a:p>
        </p:txBody>
      </p:sp>
      <mc:AlternateContent xmlns:mc="http://schemas.openxmlformats.org/markup-compatibility/2006" xmlns:p14="http://schemas.microsoft.com/office/powerpoint/2010/main">
        <mc:Choice Requires="p14">
          <p:contentPart p14:bwMode="auto" r:id="rId2">
            <p14:nvContentPartPr>
              <p14:cNvPr id="18" name="墨迹 17">
                <a:extLst>
                  <a:ext uri="{FF2B5EF4-FFF2-40B4-BE49-F238E27FC236}">
                    <a16:creationId xmlns:a16="http://schemas.microsoft.com/office/drawing/2014/main" id="{0127E334-E728-D5EA-D049-ABDDC37287B5}"/>
                  </a:ext>
                </a:extLst>
              </p14:cNvPr>
              <p14:cNvContentPartPr/>
              <p14:nvPr/>
            </p14:nvContentPartPr>
            <p14:xfrm>
              <a:off x="5276800" y="2025430"/>
              <a:ext cx="707400" cy="6840"/>
            </p14:xfrm>
          </p:contentPart>
        </mc:Choice>
        <mc:Fallback xmlns="">
          <p:pic>
            <p:nvPicPr>
              <p:cNvPr id="18" name="墨迹 17">
                <a:extLst>
                  <a:ext uri="{FF2B5EF4-FFF2-40B4-BE49-F238E27FC236}">
                    <a16:creationId xmlns:a16="http://schemas.microsoft.com/office/drawing/2014/main" id="{0127E334-E728-D5EA-D049-ABDDC37287B5}"/>
                  </a:ext>
                </a:extLst>
              </p:cNvPr>
              <p:cNvPicPr/>
              <p:nvPr/>
            </p:nvPicPr>
            <p:blipFill>
              <a:blip r:embed="rId3"/>
              <a:stretch>
                <a:fillRect/>
              </a:stretch>
            </p:blipFill>
            <p:spPr>
              <a:xfrm>
                <a:off x="5259160" y="2007430"/>
                <a:ext cx="743040" cy="42480"/>
              </a:xfrm>
              <a:prstGeom prst="rect">
                <a:avLst/>
              </a:prstGeom>
            </p:spPr>
          </p:pic>
        </mc:Fallback>
      </mc:AlternateContent>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p:nvPr/>
        </p:nvSpPr>
        <p:spPr>
          <a:xfrm>
            <a:off x="457200" y="609600"/>
            <a:ext cx="8686800" cy="2465388"/>
          </a:xfrm>
          <a:prstGeom prst="rect">
            <a:avLst/>
          </a:prstGeom>
          <a:noFill/>
          <a:ln w="9525">
            <a:noFill/>
          </a:ln>
        </p:spPr>
        <p:txBody>
          <a:bodyPr anchor="t" anchorCtr="0">
            <a:spAutoFit/>
          </a:bodyPr>
          <a:lstStyle/>
          <a:p>
            <a:pPr algn="just" eaLnBrk="0" hangingPunct="0">
              <a:lnSpc>
                <a:spcPct val="130000"/>
              </a:lnSpc>
            </a:pPr>
            <a:r>
              <a:rPr lang="en-US" altLang="zh-CN" sz="2400" b="1" dirty="0">
                <a:solidFill>
                  <a:srgbClr val="FF6600"/>
                </a:solidFill>
                <a:latin typeface="Times New Roman" panose="02020603050405020304" pitchFamily="18" charset="0"/>
                <a:ea typeface="宋体" panose="02010600030101010101" pitchFamily="2" charset="-122"/>
              </a:rPr>
              <a:t>3)   </a:t>
            </a:r>
            <a:r>
              <a:rPr lang="zh-CN" altLang="en-US" sz="2400" b="1" dirty="0">
                <a:solidFill>
                  <a:srgbClr val="FF6600"/>
                </a:solidFill>
                <a:latin typeface="Times New Roman" panose="02020603050405020304" pitchFamily="18" charset="0"/>
                <a:ea typeface="宋体" panose="02010600030101010101" pitchFamily="2" charset="-122"/>
              </a:rPr>
              <a:t>应用举例</a:t>
            </a: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主要任务</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编程。</a:t>
            </a:r>
            <a:endParaRPr lang="zh-CN" altLang="en-US" sz="2400" dirty="0">
              <a:solidFill>
                <a:schemeClr val="accent2"/>
              </a:solidFill>
              <a:latin typeface="Times New Roman" panose="02020603050405020304" pitchFamily="18" charset="0"/>
              <a:ea typeface="宋体" panose="02010600030101010101" pitchFamily="2" charset="-122"/>
            </a:endParaRP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编程时应注意的问题：</a:t>
            </a: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1. </a:t>
            </a:r>
            <a:r>
              <a:rPr lang="zh-CN" altLang="en-US" sz="2400" b="1" dirty="0">
                <a:solidFill>
                  <a:schemeClr val="accent2"/>
                </a:solidFill>
                <a:latin typeface="Times New Roman" panose="02020603050405020304" pitchFamily="18" charset="0"/>
                <a:ea typeface="宋体" panose="02010600030101010101" pitchFamily="2" charset="-122"/>
              </a:rPr>
              <a:t>能正确写入控制字</a:t>
            </a:r>
            <a:r>
              <a:rPr lang="zh-CN" altLang="en-US" sz="2400" b="1" dirty="0">
                <a:solidFill>
                  <a:srgbClr val="000000"/>
                </a:solidFill>
                <a:latin typeface="Times New Roman" panose="02020603050405020304" pitchFamily="18" charset="0"/>
                <a:ea typeface="宋体" panose="02010600030101010101" pitchFamily="2" charset="-122"/>
              </a:rPr>
              <a:t>（即初始化定时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	</a:t>
            </a: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2. </a:t>
            </a:r>
            <a:r>
              <a:rPr lang="zh-CN" altLang="en-US" sz="2400" b="1" dirty="0">
                <a:solidFill>
                  <a:schemeClr val="accent2"/>
                </a:solidFill>
                <a:latin typeface="Times New Roman" panose="02020603050405020304" pitchFamily="18" charset="0"/>
                <a:ea typeface="宋体" panose="02010600030101010101" pitchFamily="2" charset="-122"/>
              </a:rPr>
              <a:t>会进行定时</a:t>
            </a:r>
            <a:r>
              <a:rPr lang="en-US" altLang="zh-CN" sz="2400" b="1" dirty="0">
                <a:solidFill>
                  <a:schemeClr val="accent2"/>
                </a:solidFill>
                <a:latin typeface="Times New Roman" panose="02020603050405020304" pitchFamily="18" charset="0"/>
                <a:ea typeface="宋体" panose="02010600030101010101" pitchFamily="2" charset="-122"/>
              </a:rPr>
              <a:t>/</a:t>
            </a:r>
            <a:r>
              <a:rPr lang="zh-CN" altLang="en-US" sz="2400" b="1" dirty="0">
                <a:solidFill>
                  <a:schemeClr val="accent2"/>
                </a:solidFill>
                <a:latin typeface="Times New Roman" panose="02020603050405020304" pitchFamily="18" charset="0"/>
                <a:ea typeface="宋体" panose="02010600030101010101" pitchFamily="2" charset="-122"/>
              </a:rPr>
              <a:t>计数初始值的计算</a:t>
            </a:r>
            <a:r>
              <a:rPr lang="zh-CN" altLang="en-US" sz="2400" b="1" dirty="0">
                <a:solidFill>
                  <a:srgbClr val="000000"/>
                </a:solidFill>
                <a:latin typeface="Times New Roman" panose="02020603050405020304" pitchFamily="18" charset="0"/>
                <a:ea typeface="宋体" panose="02010600030101010101" pitchFamily="2" charset="-122"/>
              </a:rPr>
              <a:t>。</a:t>
            </a:r>
          </a:p>
        </p:txBody>
      </p:sp>
      <p:sp>
        <p:nvSpPr>
          <p:cNvPr id="137219" name="Rectangle 3"/>
          <p:cNvSpPr/>
          <p:nvPr/>
        </p:nvSpPr>
        <p:spPr>
          <a:xfrm>
            <a:off x="228600" y="2976232"/>
            <a:ext cx="8686800" cy="3881768"/>
          </a:xfrm>
          <a:prstGeom prst="rect">
            <a:avLst/>
          </a:prstGeom>
          <a:noFill/>
          <a:ln w="9525">
            <a:noFill/>
          </a:ln>
        </p:spPr>
        <p:txBody>
          <a:bodyPr anchor="t" anchorCtr="0">
            <a:spAutoFit/>
          </a:bodyPr>
          <a:lstStyle/>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写入控制字的次序：</a:t>
            </a:r>
            <a:endParaRPr lang="zh-CN" altLang="en-US" sz="2400" dirty="0">
              <a:latin typeface="Times New Roman" panose="02020603050405020304" pitchFamily="18" charset="0"/>
              <a:ea typeface="宋体" panose="02010600030101010101" pitchFamily="2" charset="-122"/>
            </a:endParaRP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1.  </a:t>
            </a:r>
            <a:r>
              <a:rPr lang="zh-CN" altLang="en-US" sz="2400" b="1" dirty="0">
                <a:solidFill>
                  <a:srgbClr val="000000"/>
                </a:solidFill>
                <a:latin typeface="Times New Roman" panose="02020603050405020304" pitchFamily="18" charset="0"/>
                <a:ea typeface="宋体" panose="02010600030101010101" pitchFamily="2" charset="-122"/>
              </a:rPr>
              <a:t>把</a:t>
            </a:r>
            <a:r>
              <a:rPr lang="zh-CN" altLang="en-US" sz="2400" b="1" dirty="0">
                <a:solidFill>
                  <a:schemeClr val="accent2"/>
                </a:solidFill>
                <a:latin typeface="Times New Roman" panose="02020603050405020304" pitchFamily="18" charset="0"/>
                <a:ea typeface="宋体" panose="02010600030101010101" pitchFamily="2" charset="-122"/>
              </a:rPr>
              <a:t>工作方式控制字写入</a:t>
            </a:r>
            <a:r>
              <a:rPr lang="en-US" altLang="zh-CN" sz="2400" b="1" dirty="0">
                <a:solidFill>
                  <a:schemeClr val="accent2"/>
                </a:solidFill>
                <a:latin typeface="Times New Roman" panose="02020603050405020304" pitchFamily="18" charset="0"/>
                <a:ea typeface="宋体" panose="02010600030101010101" pitchFamily="2" charset="-122"/>
              </a:rPr>
              <a:t>TMOD</a:t>
            </a:r>
            <a:r>
              <a:rPr lang="zh-CN" altLang="en-US" sz="2400" b="1" dirty="0">
                <a:solidFill>
                  <a:srgbClr val="000000"/>
                </a:solidFill>
                <a:latin typeface="Times New Roman" panose="02020603050405020304" pitchFamily="18" charset="0"/>
                <a:ea typeface="宋体" panose="02010600030101010101" pitchFamily="2" charset="-122"/>
              </a:rPr>
              <a:t>寄存器；</a:t>
            </a:r>
            <a:endParaRPr lang="zh-CN" altLang="en-US" sz="2400" dirty="0">
              <a:latin typeface="Times New Roman" panose="02020603050405020304" pitchFamily="18" charset="0"/>
              <a:ea typeface="宋体" panose="02010600030101010101" pitchFamily="2" charset="-122"/>
            </a:endParaRP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2.  </a:t>
            </a:r>
            <a:r>
              <a:rPr lang="zh-CN" altLang="en-US" sz="2400" b="1" dirty="0">
                <a:solidFill>
                  <a:srgbClr val="000000"/>
                </a:solidFill>
                <a:latin typeface="Times New Roman" panose="02020603050405020304" pitchFamily="18" charset="0"/>
                <a:ea typeface="宋体" panose="02010600030101010101" pitchFamily="2" charset="-122"/>
              </a:rPr>
              <a:t>把</a:t>
            </a:r>
            <a:r>
              <a:rPr lang="zh-CN" altLang="en-US" sz="2400" b="1" dirty="0">
                <a:solidFill>
                  <a:schemeClr val="accent2"/>
                </a:solidFill>
                <a:latin typeface="Times New Roman" panose="02020603050405020304" pitchFamily="18" charset="0"/>
                <a:ea typeface="宋体" panose="02010600030101010101" pitchFamily="2" charset="-122"/>
              </a:rPr>
              <a:t>定时</a:t>
            </a:r>
            <a:r>
              <a:rPr lang="en-US" altLang="zh-CN" sz="2400" b="1" dirty="0">
                <a:solidFill>
                  <a:schemeClr val="accent2"/>
                </a:solidFill>
                <a:latin typeface="Times New Roman" panose="02020603050405020304" pitchFamily="18" charset="0"/>
                <a:ea typeface="宋体" panose="02010600030101010101" pitchFamily="2" charset="-122"/>
              </a:rPr>
              <a:t>/</a:t>
            </a:r>
            <a:r>
              <a:rPr lang="zh-CN" altLang="en-US" sz="2400" b="1" dirty="0">
                <a:solidFill>
                  <a:schemeClr val="accent2"/>
                </a:solidFill>
                <a:latin typeface="Times New Roman" panose="02020603050405020304" pitchFamily="18" charset="0"/>
                <a:ea typeface="宋体" panose="02010600030101010101" pitchFamily="2" charset="-122"/>
              </a:rPr>
              <a:t>计数初值装入</a:t>
            </a:r>
            <a:r>
              <a:rPr lang="en-US" altLang="zh-CN" sz="2400" b="1" dirty="0">
                <a:solidFill>
                  <a:schemeClr val="accent2"/>
                </a:solidFill>
                <a:latin typeface="Times New Roman" panose="02020603050405020304" pitchFamily="18" charset="0"/>
                <a:ea typeface="宋体" panose="02010600030101010101" pitchFamily="2" charset="-122"/>
              </a:rPr>
              <a:t>TL0</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TH0</a:t>
            </a:r>
            <a:r>
              <a:rPr lang="zh-CN" altLang="en-US" sz="2400" b="1" dirty="0">
                <a:solidFill>
                  <a:srgbClr val="000000"/>
                </a:solidFill>
                <a:latin typeface="Times New Roman" panose="02020603050405020304" pitchFamily="18" charset="0"/>
                <a:ea typeface="宋体" panose="02010600030101010101" pitchFamily="2" charset="-122"/>
              </a:rPr>
              <a:t>（或</a:t>
            </a:r>
            <a:r>
              <a:rPr lang="en-US" altLang="zh-CN" sz="2400" b="1" dirty="0">
                <a:solidFill>
                  <a:srgbClr val="000000"/>
                </a:solidFill>
                <a:latin typeface="Times New Roman" panose="02020603050405020304" pitchFamily="18" charset="0"/>
                <a:ea typeface="宋体" panose="02010600030101010101" pitchFamily="2" charset="-122"/>
              </a:rPr>
              <a:t>TL1</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TH1</a:t>
            </a:r>
            <a:r>
              <a:rPr lang="zh-CN" altLang="en-US" sz="2400" b="1" dirty="0">
                <a:solidFill>
                  <a:srgbClr val="000000"/>
                </a:solidFill>
                <a:latin typeface="Times New Roman" panose="02020603050405020304" pitchFamily="18" charset="0"/>
                <a:ea typeface="宋体" panose="02010600030101010101" pitchFamily="2" charset="-122"/>
              </a:rPr>
              <a:t>）；</a:t>
            </a:r>
            <a:endParaRPr lang="en-US" altLang="zh-CN" sz="2400" b="1" dirty="0">
              <a:solidFill>
                <a:srgbClr val="000000"/>
              </a:solidFill>
              <a:latin typeface="Times New Roman" panose="02020603050405020304" pitchFamily="18" charset="0"/>
              <a:ea typeface="宋体" panose="02010600030101010101" pitchFamily="2" charset="-122"/>
            </a:endParaRPr>
          </a:p>
          <a:p>
            <a:pPr algn="just" eaLnBrk="0" hangingPunct="0">
              <a:lnSpc>
                <a:spcPct val="130000"/>
              </a:lnSpc>
            </a:pPr>
            <a:r>
              <a:rPr lang="en-US" altLang="zh-CN" sz="2400" b="1" dirty="0">
                <a:solidFill>
                  <a:srgbClr val="000000"/>
                </a:solidFill>
              </a:rPr>
              <a:t>            3.  </a:t>
            </a:r>
            <a:r>
              <a:rPr lang="zh-CN" altLang="en-US" sz="2400" b="1" dirty="0">
                <a:solidFill>
                  <a:schemeClr val="accent2"/>
                </a:solidFill>
              </a:rPr>
              <a:t>置位</a:t>
            </a:r>
            <a:r>
              <a:rPr lang="en-US" altLang="zh-CN" sz="2400" b="1" dirty="0">
                <a:solidFill>
                  <a:schemeClr val="accent2"/>
                </a:solidFill>
              </a:rPr>
              <a:t>TR0</a:t>
            </a:r>
            <a:r>
              <a:rPr lang="zh-CN" altLang="en-US" sz="2400" b="1" dirty="0">
                <a:solidFill>
                  <a:schemeClr val="accent2"/>
                </a:solidFill>
              </a:rPr>
              <a:t>（或</a:t>
            </a:r>
            <a:r>
              <a:rPr lang="en-US" altLang="zh-CN" sz="2400" b="1" dirty="0">
                <a:solidFill>
                  <a:schemeClr val="accent2"/>
                </a:solidFill>
              </a:rPr>
              <a:t>TR1</a:t>
            </a:r>
            <a:r>
              <a:rPr lang="zh-CN" altLang="en-US" sz="2400" b="1" dirty="0">
                <a:solidFill>
                  <a:schemeClr val="accent2"/>
                </a:solidFill>
              </a:rPr>
              <a:t>）</a:t>
            </a:r>
            <a:r>
              <a:rPr lang="zh-CN" altLang="en-US" sz="2400" b="1" dirty="0">
                <a:solidFill>
                  <a:srgbClr val="000000"/>
                </a:solidFill>
              </a:rPr>
              <a:t>以启动计数</a:t>
            </a:r>
            <a:endParaRPr lang="zh-CN" altLang="en-US" sz="2400" b="1" dirty="0">
              <a:solidFill>
                <a:srgbClr val="000000"/>
              </a:solidFill>
              <a:latin typeface="Times New Roman" panose="02020603050405020304" pitchFamily="18" charset="0"/>
              <a:ea typeface="宋体" panose="02010600030101010101" pitchFamily="2" charset="-122"/>
            </a:endParaRP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rPr>
              <a:t>4</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FF0000"/>
                </a:solidFill>
                <a:latin typeface="Times New Roman" panose="02020603050405020304" pitchFamily="18" charset="0"/>
                <a:ea typeface="宋体" panose="02010600030101010101" pitchFamily="2" charset="-122"/>
              </a:rPr>
              <a:t>置位</a:t>
            </a:r>
            <a:r>
              <a:rPr lang="en-US" altLang="zh-CN" sz="2400" b="1" dirty="0">
                <a:solidFill>
                  <a:srgbClr val="FF0000"/>
                </a:solidFill>
                <a:latin typeface="Times New Roman" panose="02020603050405020304" pitchFamily="18" charset="0"/>
                <a:ea typeface="宋体" panose="02010600030101010101" pitchFamily="2" charset="-122"/>
              </a:rPr>
              <a:t>ET0</a:t>
            </a:r>
            <a:r>
              <a:rPr lang="zh-CN" altLang="en-US" sz="2400" b="1" dirty="0">
                <a:solidFill>
                  <a:srgbClr val="FF0000"/>
                </a:solidFill>
                <a:latin typeface="Times New Roman" panose="02020603050405020304" pitchFamily="18" charset="0"/>
                <a:ea typeface="宋体" panose="02010600030101010101" pitchFamily="2" charset="-122"/>
              </a:rPr>
              <a:t>（或</a:t>
            </a:r>
            <a:r>
              <a:rPr lang="en-US" altLang="zh-CN" sz="2400" b="1" dirty="0">
                <a:solidFill>
                  <a:srgbClr val="FF0000"/>
                </a:solidFill>
                <a:latin typeface="Times New Roman" panose="02020603050405020304" pitchFamily="18" charset="0"/>
                <a:ea typeface="宋体" panose="02010600030101010101" pitchFamily="2" charset="-122"/>
              </a:rPr>
              <a:t>ET1</a:t>
            </a:r>
            <a:r>
              <a:rPr lang="zh-CN" altLang="en-US" sz="2400" b="1" dirty="0">
                <a:solidFill>
                  <a:srgbClr val="FF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允许定时器</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计数器中断（如果需要）；</a:t>
            </a:r>
            <a:endParaRPr lang="zh-CN" altLang="en-US" sz="2400" dirty="0">
              <a:latin typeface="Times New Roman" panose="02020603050405020304" pitchFamily="18" charset="0"/>
              <a:ea typeface="宋体" panose="02010600030101010101" pitchFamily="2" charset="-122"/>
            </a:endParaRPr>
          </a:p>
          <a:p>
            <a:pPr algn="just" eaLnBrk="0" hangingPunct="0">
              <a:lnSpc>
                <a:spcPct val="13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rPr>
              <a:t>5</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FF0000"/>
                </a:solidFill>
                <a:latin typeface="Times New Roman" panose="02020603050405020304" pitchFamily="18" charset="0"/>
                <a:ea typeface="宋体" panose="02010600030101010101" pitchFamily="2" charset="-122"/>
              </a:rPr>
              <a:t>置位</a:t>
            </a:r>
            <a:r>
              <a:rPr lang="en-US" altLang="zh-CN" sz="2400" b="1" dirty="0">
                <a:solidFill>
                  <a:srgbClr val="FF0000"/>
                </a:solidFill>
                <a:latin typeface="Times New Roman" panose="02020603050405020304" pitchFamily="18" charset="0"/>
                <a:ea typeface="宋体" panose="02010600030101010101" pitchFamily="2" charset="-122"/>
              </a:rPr>
              <a:t>EA</a:t>
            </a:r>
            <a:r>
              <a:rPr lang="zh-CN" altLang="en-US" sz="2400" b="1" dirty="0">
                <a:solidFill>
                  <a:srgbClr val="FF0000"/>
                </a:solidFill>
                <a:latin typeface="Times New Roman" panose="02020603050405020304" pitchFamily="18" charset="0"/>
                <a:ea typeface="宋体" panose="02010600030101010101" pitchFamily="2" charset="-122"/>
              </a:rPr>
              <a:t>使</a:t>
            </a:r>
            <a:r>
              <a:rPr lang="en-US" altLang="zh-CN" sz="2400" b="1" dirty="0">
                <a:solidFill>
                  <a:srgbClr val="000000"/>
                </a:solidFill>
                <a:latin typeface="Times New Roman" panose="02020603050405020304" pitchFamily="18" charset="0"/>
                <a:ea typeface="宋体" panose="02010600030101010101" pitchFamily="2" charset="-122"/>
              </a:rPr>
              <a:t>CPU</a:t>
            </a:r>
            <a:r>
              <a:rPr lang="zh-CN" altLang="en-US" sz="2400" b="1" dirty="0">
                <a:solidFill>
                  <a:srgbClr val="000000"/>
                </a:solidFill>
                <a:latin typeface="Times New Roman" panose="02020603050405020304" pitchFamily="18" charset="0"/>
                <a:ea typeface="宋体" panose="02010600030101010101" pitchFamily="2" charset="-122"/>
              </a:rPr>
              <a:t>开放中断。</a:t>
            </a:r>
          </a:p>
          <a:p>
            <a:pPr algn="just" eaLnBrk="0" hangingPunct="0">
              <a:lnSpc>
                <a:spcPct val="130000"/>
              </a:lnSpc>
            </a:pPr>
            <a:endParaRPr lang="zh-CN" altLang="en-US" sz="2400"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p:nvPr/>
        </p:nvSpPr>
        <p:spPr>
          <a:xfrm>
            <a:off x="228600" y="914400"/>
            <a:ext cx="8686800" cy="1752600"/>
          </a:xfrm>
          <a:prstGeom prst="rect">
            <a:avLst/>
          </a:prstGeom>
          <a:noFill/>
          <a:ln w="9525">
            <a:noFill/>
          </a:ln>
        </p:spPr>
        <p:txBody>
          <a:bodyPr anchor="t" anchorCtr="0">
            <a:spAutoFit/>
          </a:bodyPr>
          <a:lstStyle/>
          <a:p>
            <a:pPr indent="26987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例</a:t>
            </a:r>
            <a:r>
              <a:rPr lang="en-US" altLang="zh-CN" sz="2400" b="1" dirty="0">
                <a:solidFill>
                  <a:srgbClr val="000000"/>
                </a:solidFill>
                <a:latin typeface="Times New Roman" panose="02020603050405020304" pitchFamily="18" charset="0"/>
                <a:ea typeface="宋体" panose="02010600030101010101" pitchFamily="2" charset="-122"/>
              </a:rPr>
              <a:t>6-5 </a:t>
            </a:r>
            <a:r>
              <a:rPr lang="zh-CN" altLang="en-US" sz="2400" b="1" dirty="0">
                <a:solidFill>
                  <a:srgbClr val="000000"/>
                </a:solidFill>
                <a:latin typeface="Times New Roman" panose="02020603050405020304" pitchFamily="18" charset="0"/>
                <a:ea typeface="宋体" panose="02010600030101010101" pitchFamily="2" charset="-122"/>
              </a:rPr>
              <a:t>设单片机晶振频率</a:t>
            </a:r>
            <a:r>
              <a:rPr lang="en-US" altLang="zh-CN" sz="2400" b="1" i="1" dirty="0">
                <a:solidFill>
                  <a:srgbClr val="000000"/>
                </a:solidFill>
                <a:latin typeface="Times New Roman" panose="02020603050405020304" pitchFamily="18" charset="0"/>
                <a:ea typeface="宋体" panose="02010600030101010101" pitchFamily="2" charset="-122"/>
              </a:rPr>
              <a:t>fosc</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11.0592MHz</a:t>
            </a:r>
            <a:r>
              <a:rPr lang="zh-CN" altLang="en-US" sz="2400" b="1" dirty="0">
                <a:solidFill>
                  <a:srgbClr val="000000"/>
                </a:solidFill>
                <a:latin typeface="Times New Roman" panose="02020603050405020304" pitchFamily="18" charset="0"/>
                <a:ea typeface="宋体" panose="02010600030101010101" pitchFamily="2" charset="-122"/>
              </a:rPr>
              <a:t>，使用</a:t>
            </a:r>
            <a:r>
              <a:rPr lang="en-US" altLang="zh-CN" sz="2400" b="1" dirty="0">
                <a:solidFill>
                  <a:srgbClr val="000000"/>
                </a:solidFill>
                <a:latin typeface="Times New Roman" panose="02020603050405020304" pitchFamily="18" charset="0"/>
                <a:ea typeface="宋体" panose="02010600030101010101" pitchFamily="2" charset="-122"/>
              </a:rPr>
              <a:t>T1</a:t>
            </a:r>
            <a:r>
              <a:rPr lang="zh-CN" altLang="en-US" sz="2400" b="1" dirty="0">
                <a:solidFill>
                  <a:srgbClr val="000000"/>
                </a:solidFill>
                <a:latin typeface="Times New Roman" panose="02020603050405020304" pitchFamily="18" charset="0"/>
                <a:ea typeface="宋体" panose="02010600030101010101" pitchFamily="2" charset="-122"/>
              </a:rPr>
              <a:t>以工作方式</a:t>
            </a:r>
            <a:r>
              <a:rPr lang="en-US" altLang="zh-CN" sz="2400" b="1" dirty="0">
                <a:solidFill>
                  <a:srgbClr val="0000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产生频率为</a:t>
            </a:r>
            <a:r>
              <a:rPr lang="en-US" altLang="zh-CN" sz="2400" b="1" dirty="0">
                <a:solidFill>
                  <a:srgbClr val="FF3300"/>
                </a:solidFill>
                <a:latin typeface="Times New Roman" panose="02020603050405020304" pitchFamily="18" charset="0"/>
                <a:ea typeface="宋体" panose="02010600030101010101" pitchFamily="2" charset="-122"/>
              </a:rPr>
              <a:t>131Hz</a:t>
            </a:r>
            <a:r>
              <a:rPr lang="zh-CN" altLang="en-US" sz="2400" b="1" dirty="0">
                <a:solidFill>
                  <a:srgbClr val="000000"/>
                </a:solidFill>
                <a:latin typeface="Times New Roman" panose="02020603050405020304" pitchFamily="18" charset="0"/>
                <a:ea typeface="宋体" panose="02010600030101010101" pitchFamily="2" charset="-122"/>
              </a:rPr>
              <a:t>的方波型音频信号</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低音的</a:t>
            </a:r>
            <a:r>
              <a:rPr lang="en-US" altLang="zh-CN" sz="2400" b="1" dirty="0">
                <a:solidFill>
                  <a:srgbClr val="000000"/>
                </a:solidFill>
                <a:latin typeface="Times New Roman" panose="02020603050405020304" pitchFamily="18" charset="0"/>
                <a:ea typeface="宋体" panose="02010600030101010101" pitchFamily="2" charset="-122"/>
              </a:rPr>
              <a:t>Do)</a:t>
            </a:r>
            <a:r>
              <a:rPr lang="zh-CN" altLang="en-US" sz="2400" b="1" dirty="0">
                <a:solidFill>
                  <a:srgbClr val="000000"/>
                </a:solidFill>
                <a:latin typeface="Times New Roman" panose="02020603050405020304" pitchFamily="18" charset="0"/>
                <a:ea typeface="宋体" panose="02010600030101010101" pitchFamily="2" charset="-122"/>
              </a:rPr>
              <a:t>，并由</a:t>
            </a:r>
            <a:r>
              <a:rPr lang="en-US" altLang="zh-CN" sz="2400" b="1" dirty="0">
                <a:solidFill>
                  <a:srgbClr val="000000"/>
                </a:solidFill>
                <a:latin typeface="Times New Roman" panose="02020603050405020304" pitchFamily="18" charset="0"/>
                <a:ea typeface="宋体" panose="02010600030101010101" pitchFamily="2" charset="-122"/>
              </a:rPr>
              <a:t>P1.0</a:t>
            </a:r>
            <a:r>
              <a:rPr lang="zh-CN" altLang="en-US" sz="2400" b="1" dirty="0">
                <a:solidFill>
                  <a:srgbClr val="000000"/>
                </a:solidFill>
                <a:latin typeface="Times New Roman" panose="02020603050405020304" pitchFamily="18" charset="0"/>
                <a:ea typeface="宋体" panose="02010600030101010101" pitchFamily="2" charset="-122"/>
              </a:rPr>
              <a:t>输出给与其相连的喇叭。用中断方式实现该功能。 </a:t>
            </a:r>
          </a:p>
        </p:txBody>
      </p:sp>
      <p:sp>
        <p:nvSpPr>
          <p:cNvPr id="167939" name="Rectangle 3"/>
          <p:cNvSpPr/>
          <p:nvPr/>
        </p:nvSpPr>
        <p:spPr>
          <a:xfrm>
            <a:off x="250825" y="2636838"/>
            <a:ext cx="8686800" cy="2306955"/>
          </a:xfrm>
          <a:prstGeom prst="rect">
            <a:avLst/>
          </a:prstGeom>
          <a:noFill/>
          <a:ln w="9525">
            <a:noFill/>
          </a:ln>
        </p:spPr>
        <p:txBody>
          <a:bodyPr anchor="t" anchorCtr="0">
            <a:spAutoFit/>
          </a:bodyPr>
          <a:lstStyle/>
          <a:p>
            <a:pPr indent="269875" algn="just" eaLnBrk="0" hangingPunct="0">
              <a:lnSpc>
                <a:spcPct val="150000"/>
              </a:lnSpc>
            </a:pPr>
            <a:r>
              <a:rPr lang="zh-CN" altLang="en-US" sz="2400" b="1" dirty="0">
                <a:solidFill>
                  <a:srgbClr val="FF5050"/>
                </a:solidFill>
                <a:latin typeface="Times New Roman" panose="02020603050405020304" pitchFamily="18" charset="0"/>
                <a:ea typeface="宋体" panose="02010600030101010101" pitchFamily="2" charset="-122"/>
              </a:rPr>
              <a:t>问题分析：</a:t>
            </a:r>
            <a:endParaRPr lang="zh-CN" altLang="en-US" sz="2400" dirty="0">
              <a:solidFill>
                <a:srgbClr val="FF5050"/>
              </a:solidFill>
              <a:latin typeface="Times New Roman" panose="02020603050405020304" pitchFamily="18" charset="0"/>
              <a:ea typeface="宋体" panose="02010600030101010101" pitchFamily="2" charset="-122"/>
            </a:endParaRPr>
          </a:p>
          <a:p>
            <a:pPr indent="26987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131 Hz</a:t>
            </a:r>
            <a:r>
              <a:rPr lang="zh-CN" altLang="en-US" sz="2400" b="1" dirty="0">
                <a:latin typeface="Times New Roman" panose="02020603050405020304" pitchFamily="18" charset="0"/>
                <a:ea typeface="宋体" panose="02010600030101010101" pitchFamily="2" charset="-122"/>
              </a:rPr>
              <a:t>方波的周期是</a:t>
            </a:r>
            <a:r>
              <a:rPr lang="en-US" altLang="zh-CN" sz="2400" b="1" dirty="0">
                <a:latin typeface="Times New Roman" panose="02020603050405020304" pitchFamily="18" charset="0"/>
                <a:ea typeface="宋体" panose="02010600030101010101" pitchFamily="2" charset="-122"/>
              </a:rPr>
              <a:t>6.634 ms</a:t>
            </a:r>
            <a:r>
              <a:rPr lang="zh-CN" altLang="en-US" sz="2400" b="1" dirty="0">
                <a:latin typeface="Times New Roman" panose="02020603050405020304" pitchFamily="18" charset="0"/>
                <a:ea typeface="宋体" panose="02010600030101010101" pitchFamily="2" charset="-122"/>
              </a:rPr>
              <a:t>，则高、低电平持续时间各是</a:t>
            </a:r>
            <a:r>
              <a:rPr lang="en-US" altLang="zh-CN" sz="2400" b="1" dirty="0">
                <a:latin typeface="Times New Roman" panose="02020603050405020304" pitchFamily="18" charset="0"/>
                <a:ea typeface="宋体" panose="02010600030101010101" pitchFamily="2" charset="-122"/>
              </a:rPr>
              <a:t>3.817 ms</a:t>
            </a:r>
            <a:r>
              <a:rPr lang="zh-CN" altLang="en-US" sz="2400" b="1" dirty="0">
                <a:latin typeface="Times New Roman" panose="02020603050405020304" pitchFamily="18" charset="0"/>
                <a:ea typeface="宋体" panose="02010600030101010101" pitchFamily="2" charset="-122"/>
              </a:rPr>
              <a:t>。</a:t>
            </a:r>
          </a:p>
          <a:p>
            <a:pPr indent="269875" algn="just" eaLnBrk="0" hangingPunct="0">
              <a:lnSpc>
                <a:spcPct val="150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因此：定时时间为</a:t>
            </a:r>
            <a:r>
              <a:rPr lang="en-US" altLang="zh-CN" sz="2400" b="1" dirty="0">
                <a:latin typeface="Times New Roman" panose="02020603050405020304" pitchFamily="18" charset="0"/>
                <a:ea typeface="宋体" panose="02010600030101010101" pitchFamily="2" charset="-122"/>
              </a:rPr>
              <a:t>3.817 ms</a:t>
            </a:r>
            <a:r>
              <a:rPr lang="zh-CN" altLang="en-US" sz="2400" b="1"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 </a:t>
            </a:r>
            <a:endParaRPr lang="zh-CN" altLang="en-US" sz="2400"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11505" y="1124585"/>
            <a:ext cx="6148070" cy="4993005"/>
          </a:xfrm>
          <a:prstGeom prst="rect">
            <a:avLst/>
          </a:prstGeom>
        </p:spPr>
      </p:pic>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23215" y="1196340"/>
            <a:ext cx="8055610" cy="441325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A9AF9539-595A-CF0D-8E3B-2FAF36E8D082}"/>
                  </a:ext>
                </a:extLst>
              </p14:cNvPr>
              <p14:cNvContentPartPr/>
              <p14:nvPr/>
            </p14:nvContentPartPr>
            <p14:xfrm>
              <a:off x="818920" y="2431870"/>
              <a:ext cx="664920" cy="19800"/>
            </p14:xfrm>
          </p:contentPart>
        </mc:Choice>
        <mc:Fallback xmlns="">
          <p:pic>
            <p:nvPicPr>
              <p:cNvPr id="3" name="墨迹 2">
                <a:extLst>
                  <a:ext uri="{FF2B5EF4-FFF2-40B4-BE49-F238E27FC236}">
                    <a16:creationId xmlns:a16="http://schemas.microsoft.com/office/drawing/2014/main" id="{A9AF9539-595A-CF0D-8E3B-2FAF36E8D082}"/>
                  </a:ext>
                </a:extLst>
              </p:cNvPr>
              <p:cNvPicPr/>
              <p:nvPr/>
            </p:nvPicPr>
            <p:blipFill>
              <a:blip r:embed="rId4"/>
              <a:stretch>
                <a:fillRect/>
              </a:stretch>
            </p:blipFill>
            <p:spPr>
              <a:xfrm>
                <a:off x="801280" y="2413870"/>
                <a:ext cx="70056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FC9D682D-ACF2-9BB9-876F-98E0E140D52E}"/>
                  </a:ext>
                </a:extLst>
              </p14:cNvPr>
              <p14:cNvContentPartPr/>
              <p14:nvPr/>
            </p14:nvContentPartPr>
            <p14:xfrm>
              <a:off x="1790560" y="5714710"/>
              <a:ext cx="1407240" cy="83160"/>
            </p14:xfrm>
          </p:contentPart>
        </mc:Choice>
        <mc:Fallback xmlns="">
          <p:pic>
            <p:nvPicPr>
              <p:cNvPr id="4" name="墨迹 3">
                <a:extLst>
                  <a:ext uri="{FF2B5EF4-FFF2-40B4-BE49-F238E27FC236}">
                    <a16:creationId xmlns:a16="http://schemas.microsoft.com/office/drawing/2014/main" id="{FC9D682D-ACF2-9BB9-876F-98E0E140D52E}"/>
                  </a:ext>
                </a:extLst>
              </p:cNvPr>
              <p:cNvPicPr/>
              <p:nvPr/>
            </p:nvPicPr>
            <p:blipFill>
              <a:blip r:embed="rId6"/>
              <a:stretch>
                <a:fillRect/>
              </a:stretch>
            </p:blipFill>
            <p:spPr>
              <a:xfrm>
                <a:off x="1772920" y="5697070"/>
                <a:ext cx="1442880" cy="118800"/>
              </a:xfrm>
              <a:prstGeom prst="rect">
                <a:avLst/>
              </a:prstGeom>
            </p:spPr>
          </p:pic>
        </mc:Fallback>
      </mc:AlternateContent>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6"/>
          <p:cNvGrpSpPr/>
          <p:nvPr/>
        </p:nvGrpSpPr>
        <p:grpSpPr>
          <a:xfrm>
            <a:off x="381000" y="908050"/>
            <a:ext cx="8367713" cy="2041525"/>
            <a:chOff x="240" y="572"/>
            <a:chExt cx="5068" cy="1286"/>
          </a:xfrm>
        </p:grpSpPr>
        <p:grpSp>
          <p:nvGrpSpPr>
            <p:cNvPr id="71682" name="Group 4"/>
            <p:cNvGrpSpPr/>
            <p:nvPr/>
          </p:nvGrpSpPr>
          <p:grpSpPr>
            <a:xfrm>
              <a:off x="240" y="1104"/>
              <a:ext cx="5068" cy="754"/>
              <a:chOff x="293" y="1776"/>
              <a:chExt cx="5068" cy="754"/>
            </a:xfrm>
          </p:grpSpPr>
          <p:sp>
            <p:nvSpPr>
              <p:cNvPr id="71683" name="Rectangle 5"/>
              <p:cNvSpPr/>
              <p:nvPr/>
            </p:nvSpPr>
            <p:spPr>
              <a:xfrm>
                <a:off x="336" y="1779"/>
                <a:ext cx="580" cy="374"/>
              </a:xfrm>
              <a:prstGeom prst="rect">
                <a:avLst/>
              </a:prstGeom>
              <a:noFill/>
              <a:ln w="9525">
                <a:noFill/>
              </a:ln>
            </p:spPr>
            <p:txBody>
              <a:bodyPr lIns="0" tIns="0" rIns="0" bIns="0" anchor="ctr"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位地址</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84" name="Rectangle 6"/>
              <p:cNvSpPr/>
              <p:nvPr/>
            </p:nvSpPr>
            <p:spPr>
              <a:xfrm>
                <a:off x="293" y="1779"/>
                <a:ext cx="666"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85" name="Rectangle 7"/>
              <p:cNvSpPr/>
              <p:nvPr/>
            </p:nvSpPr>
            <p:spPr>
              <a:xfrm>
                <a:off x="1004" y="1779"/>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8F</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86" name="Rectangle 8"/>
              <p:cNvSpPr/>
              <p:nvPr/>
            </p:nvSpPr>
            <p:spPr>
              <a:xfrm>
                <a:off x="961" y="1779"/>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87" name="Rectangle 9"/>
              <p:cNvSpPr/>
              <p:nvPr/>
            </p:nvSpPr>
            <p:spPr>
              <a:xfrm>
                <a:off x="1554" y="1779"/>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8E</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88" name="Rectangle 10"/>
              <p:cNvSpPr/>
              <p:nvPr/>
            </p:nvSpPr>
            <p:spPr>
              <a:xfrm>
                <a:off x="1511" y="1779"/>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89" name="Rectangle 11"/>
              <p:cNvSpPr/>
              <p:nvPr/>
            </p:nvSpPr>
            <p:spPr>
              <a:xfrm>
                <a:off x="2104"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8D</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90" name="Rectangle 12"/>
              <p:cNvSpPr/>
              <p:nvPr/>
            </p:nvSpPr>
            <p:spPr>
              <a:xfrm>
                <a:off x="2061"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91" name="Rectangle 13"/>
              <p:cNvSpPr/>
              <p:nvPr/>
            </p:nvSpPr>
            <p:spPr>
              <a:xfrm>
                <a:off x="2655"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8C</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92" name="Rectangle 14"/>
              <p:cNvSpPr/>
              <p:nvPr/>
            </p:nvSpPr>
            <p:spPr>
              <a:xfrm>
                <a:off x="2612"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93" name="Rectangle 15"/>
              <p:cNvSpPr/>
              <p:nvPr/>
            </p:nvSpPr>
            <p:spPr>
              <a:xfrm>
                <a:off x="3206"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8B</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94" name="Rectangle 16"/>
              <p:cNvSpPr/>
              <p:nvPr/>
            </p:nvSpPr>
            <p:spPr>
              <a:xfrm>
                <a:off x="3163"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95" name="Rectangle 17"/>
              <p:cNvSpPr/>
              <p:nvPr/>
            </p:nvSpPr>
            <p:spPr>
              <a:xfrm>
                <a:off x="3757"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8A</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96" name="Rectangle 18"/>
              <p:cNvSpPr/>
              <p:nvPr/>
            </p:nvSpPr>
            <p:spPr>
              <a:xfrm>
                <a:off x="3714"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97" name="Rectangle 19"/>
              <p:cNvSpPr/>
              <p:nvPr/>
            </p:nvSpPr>
            <p:spPr>
              <a:xfrm>
                <a:off x="4308" y="1779"/>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89</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698" name="Rectangle 20"/>
              <p:cNvSpPr/>
              <p:nvPr/>
            </p:nvSpPr>
            <p:spPr>
              <a:xfrm>
                <a:off x="4265" y="1779"/>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699" name="Rectangle 21"/>
              <p:cNvSpPr/>
              <p:nvPr/>
            </p:nvSpPr>
            <p:spPr>
              <a:xfrm>
                <a:off x="4859" y="1779"/>
                <a:ext cx="456"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88</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00" name="Rectangle 22"/>
              <p:cNvSpPr/>
              <p:nvPr/>
            </p:nvSpPr>
            <p:spPr>
              <a:xfrm>
                <a:off x="4816" y="1779"/>
                <a:ext cx="542"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01" name="Rectangle 23"/>
              <p:cNvSpPr/>
              <p:nvPr/>
            </p:nvSpPr>
            <p:spPr>
              <a:xfrm>
                <a:off x="336" y="2153"/>
                <a:ext cx="580" cy="374"/>
              </a:xfrm>
              <a:prstGeom prst="rect">
                <a:avLst/>
              </a:prstGeom>
              <a:noFill/>
              <a:ln w="9525">
                <a:noFill/>
              </a:ln>
            </p:spPr>
            <p:txBody>
              <a:bodyPr lIns="0" tIns="0" rIns="0" bIns="0" anchor="ctr"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位符号</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02" name="Rectangle 24"/>
              <p:cNvSpPr/>
              <p:nvPr/>
            </p:nvSpPr>
            <p:spPr>
              <a:xfrm>
                <a:off x="293" y="2153"/>
                <a:ext cx="666"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03" name="Rectangle 25"/>
              <p:cNvSpPr/>
              <p:nvPr/>
            </p:nvSpPr>
            <p:spPr>
              <a:xfrm>
                <a:off x="1004" y="2153"/>
                <a:ext cx="462"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TF1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04" name="Rectangle 26"/>
              <p:cNvSpPr/>
              <p:nvPr/>
            </p:nvSpPr>
            <p:spPr>
              <a:xfrm>
                <a:off x="961" y="2153"/>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05" name="Rectangle 27"/>
              <p:cNvSpPr/>
              <p:nvPr/>
            </p:nvSpPr>
            <p:spPr>
              <a:xfrm>
                <a:off x="1554" y="2153"/>
                <a:ext cx="510"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TR1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06" name="Rectangle 28"/>
              <p:cNvSpPr/>
              <p:nvPr/>
            </p:nvSpPr>
            <p:spPr>
              <a:xfrm>
                <a:off x="1511" y="2153"/>
                <a:ext cx="548"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07" name="Rectangle 29"/>
              <p:cNvSpPr/>
              <p:nvPr/>
            </p:nvSpPr>
            <p:spPr>
              <a:xfrm>
                <a:off x="2104"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TF0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08" name="Rectangle 30"/>
              <p:cNvSpPr/>
              <p:nvPr/>
            </p:nvSpPr>
            <p:spPr>
              <a:xfrm>
                <a:off x="2061"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09" name="Rectangle 31"/>
              <p:cNvSpPr/>
              <p:nvPr/>
            </p:nvSpPr>
            <p:spPr>
              <a:xfrm>
                <a:off x="2655"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TR0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10" name="Rectangle 32"/>
              <p:cNvSpPr/>
              <p:nvPr/>
            </p:nvSpPr>
            <p:spPr>
              <a:xfrm>
                <a:off x="2612"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11" name="Rectangle 33"/>
              <p:cNvSpPr/>
              <p:nvPr/>
            </p:nvSpPr>
            <p:spPr>
              <a:xfrm>
                <a:off x="3206"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IE1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12" name="Rectangle 34"/>
              <p:cNvSpPr/>
              <p:nvPr/>
            </p:nvSpPr>
            <p:spPr>
              <a:xfrm>
                <a:off x="3163"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13" name="Rectangle 35"/>
              <p:cNvSpPr/>
              <p:nvPr/>
            </p:nvSpPr>
            <p:spPr>
              <a:xfrm>
                <a:off x="3757"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IT1</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14" name="Rectangle 36"/>
              <p:cNvSpPr/>
              <p:nvPr/>
            </p:nvSpPr>
            <p:spPr>
              <a:xfrm>
                <a:off x="3714"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15" name="Rectangle 37"/>
              <p:cNvSpPr/>
              <p:nvPr/>
            </p:nvSpPr>
            <p:spPr>
              <a:xfrm>
                <a:off x="4308" y="2153"/>
                <a:ext cx="463"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IE0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16" name="Rectangle 38"/>
              <p:cNvSpPr/>
              <p:nvPr/>
            </p:nvSpPr>
            <p:spPr>
              <a:xfrm>
                <a:off x="4265" y="2153"/>
                <a:ext cx="549"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17" name="Rectangle 39"/>
              <p:cNvSpPr/>
              <p:nvPr/>
            </p:nvSpPr>
            <p:spPr>
              <a:xfrm>
                <a:off x="4859" y="2153"/>
                <a:ext cx="456" cy="374"/>
              </a:xfrm>
              <a:prstGeom prst="rect">
                <a:avLst/>
              </a:prstGeom>
              <a:noFill/>
              <a:ln w="9525">
                <a:noFill/>
              </a:ln>
            </p:spPr>
            <p:txBody>
              <a:bodyPr lIns="0" tIns="0" rIns="0" bIns="0" anchor="ctr"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IT0</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18" name="Rectangle 40"/>
              <p:cNvSpPr/>
              <p:nvPr/>
            </p:nvSpPr>
            <p:spPr>
              <a:xfrm>
                <a:off x="4816" y="2153"/>
                <a:ext cx="542" cy="374"/>
              </a:xfrm>
              <a:prstGeom prst="rect">
                <a:avLst/>
              </a:prstGeom>
              <a:noFill/>
              <a:ln w="7"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sp>
            <p:nvSpPr>
              <p:cNvPr id="71719" name="Rectangle 41"/>
              <p:cNvSpPr/>
              <p:nvPr/>
            </p:nvSpPr>
            <p:spPr>
              <a:xfrm>
                <a:off x="305" y="1776"/>
                <a:ext cx="5056" cy="754"/>
              </a:xfrm>
              <a:prstGeom prst="rect">
                <a:avLst/>
              </a:prstGeom>
              <a:noFill/>
              <a:ln w="9525" cap="flat" cmpd="sng">
                <a:solidFill>
                  <a:srgbClr val="A0A0A0"/>
                </a:solidFill>
                <a:prstDash val="solid"/>
                <a:miter/>
                <a:headEnd type="none" w="med" len="med"/>
                <a:tailEnd type="none" w="med" len="med"/>
              </a:ln>
            </p:spPr>
            <p:txBody>
              <a:bodyPr lIns="0" tIns="0" rIns="0" bIns="0" anchor="t" anchorCtr="0"/>
              <a:lstStyle/>
              <a:p>
                <a:endParaRPr lang="zh-CN" altLang="en-US" dirty="0">
                  <a:latin typeface="Times New Roman" panose="02020603050405020304" pitchFamily="18" charset="0"/>
                  <a:ea typeface="宋体" panose="02010600030101010101" pitchFamily="2" charset="-122"/>
                </a:endParaRPr>
              </a:p>
            </p:txBody>
          </p:sp>
        </p:grpSp>
        <p:sp>
          <p:nvSpPr>
            <p:cNvPr id="71720" name="Text Box 42"/>
            <p:cNvSpPr txBox="1"/>
            <p:nvPr/>
          </p:nvSpPr>
          <p:spPr>
            <a:xfrm>
              <a:off x="385" y="572"/>
              <a:ext cx="1996" cy="288"/>
            </a:xfrm>
            <a:prstGeom prst="rect">
              <a:avLst/>
            </a:prstGeom>
            <a:noFill/>
            <a:ln w="9525">
              <a:noFill/>
            </a:ln>
          </p:spPr>
          <p:txBody>
            <a:bodyPr anchor="t" anchorCtr="0">
              <a:spAutoFit/>
            </a:bodyPr>
            <a:lstStyle/>
            <a:p>
              <a:pPr>
                <a:spcBef>
                  <a:spcPct val="50000"/>
                </a:spcBef>
              </a:pPr>
              <a:r>
                <a:rPr lang="en-US" altLang="zh-CN" sz="2400" b="1" dirty="0">
                  <a:solidFill>
                    <a:schemeClr val="hlink"/>
                  </a:solidFill>
                  <a:latin typeface="Times New Roman" panose="02020603050405020304" pitchFamily="18" charset="0"/>
                  <a:ea typeface="宋体" panose="02010600030101010101" pitchFamily="2" charset="-122"/>
                </a:rPr>
                <a:t>TCON</a:t>
              </a:r>
              <a:r>
                <a:rPr lang="zh-CN" altLang="en-US" sz="2400" b="1" dirty="0">
                  <a:solidFill>
                    <a:schemeClr val="hlink"/>
                  </a:solidFill>
                  <a:latin typeface="Times New Roman" panose="02020603050405020304" pitchFamily="18" charset="0"/>
                  <a:ea typeface="宋体" panose="02010600030101010101" pitchFamily="2" charset="-122"/>
                </a:rPr>
                <a:t>的初始化</a:t>
              </a:r>
            </a:p>
          </p:txBody>
        </p:sp>
      </p:grpSp>
      <p:sp>
        <p:nvSpPr>
          <p:cNvPr id="261163" name="Rectangle 43"/>
          <p:cNvSpPr/>
          <p:nvPr/>
        </p:nvSpPr>
        <p:spPr>
          <a:xfrm>
            <a:off x="349250" y="3068638"/>
            <a:ext cx="6188075" cy="457200"/>
          </a:xfrm>
          <a:prstGeom prst="rect">
            <a:avLst/>
          </a:prstGeom>
          <a:noFill/>
          <a:ln w="9525">
            <a:noFill/>
          </a:ln>
        </p:spPr>
        <p:txBody>
          <a:bodyPr wrap="none" anchor="ctr" anchorCtr="0">
            <a:spAutoFit/>
          </a:bodyPr>
          <a:lstStyle/>
          <a:p>
            <a:pPr algn="ctr"/>
            <a:r>
              <a:rPr lang="zh-CN" altLang="en-US" sz="2400" b="1" dirty="0">
                <a:latin typeface="Times New Roman" panose="02020603050405020304" pitchFamily="18" charset="0"/>
                <a:ea typeface="宋体" panose="02010600030101010101" pitchFamily="2" charset="-122"/>
              </a:rPr>
              <a:t>以</a:t>
            </a:r>
            <a:r>
              <a:rPr lang="en-US" altLang="zh-CN" sz="2400" b="1" dirty="0">
                <a:latin typeface="Times New Roman" panose="02020603050405020304" pitchFamily="18" charset="0"/>
                <a:ea typeface="宋体" panose="02010600030101010101" pitchFamily="2" charset="-122"/>
              </a:rPr>
              <a:t>TR1</a:t>
            </a:r>
            <a:r>
              <a:rPr lang="zh-CN" altLang="en-US" sz="2400" b="1" dirty="0">
                <a:latin typeface="Times New Roman" panose="02020603050405020304" pitchFamily="18" charset="0"/>
                <a:ea typeface="宋体" panose="02010600030101010101" pitchFamily="2" charset="-122"/>
              </a:rPr>
              <a:t>控制定时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计数器的运行，则</a:t>
            </a:r>
            <a:r>
              <a:rPr lang="en-US" altLang="zh-CN" sz="2400" b="1" dirty="0">
                <a:latin typeface="Times New Roman" panose="02020603050405020304" pitchFamily="18" charset="0"/>
                <a:ea typeface="宋体" panose="02010600030101010101" pitchFamily="2" charset="-122"/>
              </a:rPr>
              <a:t>TR1 = 1</a:t>
            </a:r>
            <a:r>
              <a:rPr lang="zh-CN" altLang="en-US" sz="2400" b="1" dirty="0">
                <a:latin typeface="Times New Roman" panose="02020603050405020304" pitchFamily="18" charset="0"/>
                <a:ea typeface="宋体" panose="02010600030101010101" pitchFamily="2" charset="-122"/>
              </a:rPr>
              <a:t>。</a:t>
            </a:r>
          </a:p>
        </p:txBody>
      </p:sp>
      <p:sp>
        <p:nvSpPr>
          <p:cNvPr id="261164" name="Rectangle 44"/>
          <p:cNvSpPr/>
          <p:nvPr/>
        </p:nvSpPr>
        <p:spPr>
          <a:xfrm>
            <a:off x="250825" y="5876925"/>
            <a:ext cx="8353425" cy="457200"/>
          </a:xfrm>
          <a:prstGeom prst="rect">
            <a:avLst/>
          </a:prstGeom>
          <a:noFill/>
          <a:ln w="9525">
            <a:noFill/>
          </a:ln>
        </p:spPr>
        <p:txBody>
          <a:bodyPr anchor="t" anchorCtr="0">
            <a:spAutoFit/>
          </a:bodyPr>
          <a:lstStyle/>
          <a:p>
            <a:r>
              <a:rPr lang="zh-CN" altLang="en-US" sz="2400" b="1" dirty="0">
                <a:latin typeface="Times New Roman" panose="02020603050405020304" pitchFamily="18" charset="0"/>
                <a:ea typeface="宋体" panose="02010600030101010101" pitchFamily="2" charset="-122"/>
              </a:rPr>
              <a:t>开放中断：</a:t>
            </a:r>
            <a:r>
              <a:rPr lang="en-US" altLang="zh-CN" sz="2400" b="1" dirty="0">
                <a:latin typeface="Times New Roman" panose="02020603050405020304" pitchFamily="18" charset="0"/>
                <a:ea typeface="宋体" panose="02010600030101010101" pitchFamily="2" charset="-122"/>
              </a:rPr>
              <a:t>EA = 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ET1 = 1</a:t>
            </a:r>
            <a:r>
              <a:rPr lang="zh-CN" altLang="en-US" sz="2400" b="1" dirty="0">
                <a:latin typeface="Times New Roman" panose="02020603050405020304" pitchFamily="18" charset="0"/>
                <a:ea typeface="宋体" panose="02010600030101010101" pitchFamily="2" charset="-122"/>
              </a:rPr>
              <a:t>。</a:t>
            </a:r>
          </a:p>
        </p:txBody>
      </p:sp>
      <p:grpSp>
        <p:nvGrpSpPr>
          <p:cNvPr id="4" name="Group 87"/>
          <p:cNvGrpSpPr/>
          <p:nvPr/>
        </p:nvGrpSpPr>
        <p:grpSpPr>
          <a:xfrm>
            <a:off x="153035" y="3789680"/>
            <a:ext cx="8667115" cy="2022475"/>
            <a:chOff x="158" y="2387"/>
            <a:chExt cx="5398" cy="1274"/>
          </a:xfrm>
        </p:grpSpPr>
        <p:grpSp>
          <p:nvGrpSpPr>
            <p:cNvPr id="71724" name="Group 47"/>
            <p:cNvGrpSpPr/>
            <p:nvPr/>
          </p:nvGrpSpPr>
          <p:grpSpPr>
            <a:xfrm>
              <a:off x="158" y="2794"/>
              <a:ext cx="5398" cy="867"/>
              <a:chOff x="288" y="1443"/>
              <a:chExt cx="4847" cy="841"/>
            </a:xfrm>
          </p:grpSpPr>
          <p:sp>
            <p:nvSpPr>
              <p:cNvPr id="71725" name="Rectangle 48"/>
              <p:cNvSpPr/>
              <p:nvPr/>
            </p:nvSpPr>
            <p:spPr>
              <a:xfrm>
                <a:off x="334" y="1443"/>
                <a:ext cx="494" cy="374"/>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位地址</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26" name="Rectangle 49"/>
              <p:cNvSpPr/>
              <p:nvPr/>
            </p:nvSpPr>
            <p:spPr>
              <a:xfrm>
                <a:off x="291" y="1443"/>
                <a:ext cx="58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27" name="Rectangle 50"/>
              <p:cNvSpPr/>
              <p:nvPr/>
            </p:nvSpPr>
            <p:spPr>
              <a:xfrm>
                <a:off x="914" y="1443"/>
                <a:ext cx="447"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AF</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28" name="Rectangle 51"/>
              <p:cNvSpPr/>
              <p:nvPr/>
            </p:nvSpPr>
            <p:spPr>
              <a:xfrm>
                <a:off x="871" y="1443"/>
                <a:ext cx="533"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29" name="Rectangle 52"/>
              <p:cNvSpPr/>
              <p:nvPr/>
            </p:nvSpPr>
            <p:spPr>
              <a:xfrm>
                <a:off x="1447" y="1443"/>
                <a:ext cx="447"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AE</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30" name="Rectangle 53"/>
              <p:cNvSpPr/>
              <p:nvPr/>
            </p:nvSpPr>
            <p:spPr>
              <a:xfrm>
                <a:off x="1404" y="1443"/>
                <a:ext cx="533"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31" name="Rectangle 54"/>
              <p:cNvSpPr/>
              <p:nvPr/>
            </p:nvSpPr>
            <p:spPr>
              <a:xfrm>
                <a:off x="1980" y="1443"/>
                <a:ext cx="447"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AD</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32" name="Rectangle 55"/>
              <p:cNvSpPr/>
              <p:nvPr/>
            </p:nvSpPr>
            <p:spPr>
              <a:xfrm>
                <a:off x="1937" y="1443"/>
                <a:ext cx="533"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33" name="Rectangle 56"/>
              <p:cNvSpPr/>
              <p:nvPr/>
            </p:nvSpPr>
            <p:spPr>
              <a:xfrm>
                <a:off x="2513" y="1443"/>
                <a:ext cx="447"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AC</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34" name="Rectangle 57"/>
              <p:cNvSpPr/>
              <p:nvPr/>
            </p:nvSpPr>
            <p:spPr>
              <a:xfrm>
                <a:off x="2470" y="1443"/>
                <a:ext cx="533"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35" name="Rectangle 58"/>
              <p:cNvSpPr/>
              <p:nvPr/>
            </p:nvSpPr>
            <p:spPr>
              <a:xfrm>
                <a:off x="3046" y="1443"/>
                <a:ext cx="447"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AB</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36" name="Rectangle 59"/>
              <p:cNvSpPr/>
              <p:nvPr/>
            </p:nvSpPr>
            <p:spPr>
              <a:xfrm>
                <a:off x="3003" y="1443"/>
                <a:ext cx="533"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37" name="Rectangle 60"/>
              <p:cNvSpPr/>
              <p:nvPr/>
            </p:nvSpPr>
            <p:spPr>
              <a:xfrm>
                <a:off x="3579" y="1443"/>
                <a:ext cx="447"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AA</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38" name="Rectangle 61"/>
              <p:cNvSpPr/>
              <p:nvPr/>
            </p:nvSpPr>
            <p:spPr>
              <a:xfrm>
                <a:off x="3536" y="1443"/>
                <a:ext cx="533"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39" name="Rectangle 62"/>
              <p:cNvSpPr/>
              <p:nvPr/>
            </p:nvSpPr>
            <p:spPr>
              <a:xfrm>
                <a:off x="4112" y="1443"/>
                <a:ext cx="447"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A9</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40" name="Rectangle 63"/>
              <p:cNvSpPr/>
              <p:nvPr/>
            </p:nvSpPr>
            <p:spPr>
              <a:xfrm>
                <a:off x="4069" y="1443"/>
                <a:ext cx="533"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41" name="Rectangle 64"/>
              <p:cNvSpPr/>
              <p:nvPr/>
            </p:nvSpPr>
            <p:spPr>
              <a:xfrm>
                <a:off x="4645" y="1443"/>
                <a:ext cx="444" cy="374"/>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A8</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42" name="Rectangle 65"/>
              <p:cNvSpPr/>
              <p:nvPr/>
            </p:nvSpPr>
            <p:spPr>
              <a:xfrm>
                <a:off x="4602" y="1443"/>
                <a:ext cx="530" cy="374"/>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43" name="Rectangle 66"/>
              <p:cNvSpPr/>
              <p:nvPr/>
            </p:nvSpPr>
            <p:spPr>
              <a:xfrm>
                <a:off x="334" y="1817"/>
                <a:ext cx="494" cy="460"/>
              </a:xfrm>
              <a:prstGeom prst="rect">
                <a:avLst/>
              </a:prstGeom>
              <a:noFill/>
              <a:ln w="9525">
                <a:noFill/>
              </a:ln>
            </p:spPr>
            <p:txBody>
              <a:bodyPr lIns="0" rIns="0" anchor="t" anchorCtr="0"/>
              <a:lstStyle/>
              <a:p>
                <a:pPr algn="ctr" defTabSz="914400">
                  <a:tabLst>
                    <a:tab pos="941705" algn="l"/>
                  </a:tabLst>
                </a:pPr>
                <a:r>
                  <a:rPr lang="zh-CN" altLang="en-US" sz="2400" b="1" dirty="0">
                    <a:latin typeface="Times New Roman" panose="02020603050405020304" pitchFamily="18" charset="0"/>
                    <a:ea typeface="宋体" panose="02010600030101010101" pitchFamily="2" charset="-122"/>
                  </a:rPr>
                  <a:t>位符号</a:t>
                </a:r>
                <a:endParaRPr lang="zh-CN" altLang="en-US"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44" name="Rectangle 67"/>
              <p:cNvSpPr/>
              <p:nvPr/>
            </p:nvSpPr>
            <p:spPr>
              <a:xfrm>
                <a:off x="291" y="1817"/>
                <a:ext cx="580"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45" name="Rectangle 68"/>
              <p:cNvSpPr/>
              <p:nvPr/>
            </p:nvSpPr>
            <p:spPr>
              <a:xfrm>
                <a:off x="914" y="1817"/>
                <a:ext cx="447"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EA</a:t>
                </a:r>
                <a:endParaRPr lang="en-US" altLang="zh-CN" sz="2400" dirty="0">
                  <a:latin typeface="Times New Roman" panose="02020603050405020304" pitchFamily="18" charset="0"/>
                  <a:ea typeface="宋体" panose="02010600030101010101" pitchFamily="2" charset="-122"/>
                </a:endParaRPr>
              </a:p>
            </p:txBody>
          </p:sp>
          <p:sp>
            <p:nvSpPr>
              <p:cNvPr id="71746" name="Rectangle 69"/>
              <p:cNvSpPr/>
              <p:nvPr/>
            </p:nvSpPr>
            <p:spPr>
              <a:xfrm>
                <a:off x="871" y="1817"/>
                <a:ext cx="533"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47" name="Rectangle 70"/>
              <p:cNvSpPr/>
              <p:nvPr/>
            </p:nvSpPr>
            <p:spPr>
              <a:xfrm>
                <a:off x="1447" y="1817"/>
                <a:ext cx="447"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71748" name="Rectangle 71"/>
              <p:cNvSpPr/>
              <p:nvPr/>
            </p:nvSpPr>
            <p:spPr>
              <a:xfrm>
                <a:off x="1404" y="1817"/>
                <a:ext cx="533"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49" name="Rectangle 72"/>
              <p:cNvSpPr/>
              <p:nvPr/>
            </p:nvSpPr>
            <p:spPr>
              <a:xfrm>
                <a:off x="1980" y="1817"/>
                <a:ext cx="447"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defTabSz="914400" eaLnBrk="0" hangingPunct="0">
                  <a:tabLst>
                    <a:tab pos="941705" algn="l"/>
                  </a:tabLst>
                </a:pPr>
                <a:endParaRPr lang="en-US" altLang="zh-CN" sz="2400" dirty="0">
                  <a:latin typeface="Times New Roman" panose="02020603050405020304" pitchFamily="18" charset="0"/>
                  <a:ea typeface="宋体" panose="02010600030101010101" pitchFamily="2" charset="-122"/>
                </a:endParaRPr>
              </a:p>
            </p:txBody>
          </p:sp>
          <p:sp>
            <p:nvSpPr>
              <p:cNvPr id="71750" name="Rectangle 73"/>
              <p:cNvSpPr/>
              <p:nvPr/>
            </p:nvSpPr>
            <p:spPr>
              <a:xfrm>
                <a:off x="1937" y="1817"/>
                <a:ext cx="533"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51" name="Rectangle 74"/>
              <p:cNvSpPr/>
              <p:nvPr/>
            </p:nvSpPr>
            <p:spPr>
              <a:xfrm>
                <a:off x="2513" y="1817"/>
                <a:ext cx="447"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ES</a:t>
                </a:r>
                <a:endParaRPr lang="en-US" altLang="zh-CN" sz="2400" dirty="0">
                  <a:latin typeface="Times New Roman" panose="02020603050405020304" pitchFamily="18" charset="0"/>
                  <a:ea typeface="宋体" panose="02010600030101010101" pitchFamily="2" charset="-122"/>
                </a:endParaRPr>
              </a:p>
            </p:txBody>
          </p:sp>
          <p:sp>
            <p:nvSpPr>
              <p:cNvPr id="71752" name="Rectangle 75"/>
              <p:cNvSpPr/>
              <p:nvPr/>
            </p:nvSpPr>
            <p:spPr>
              <a:xfrm>
                <a:off x="2470" y="1817"/>
                <a:ext cx="533"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53" name="Rectangle 76"/>
              <p:cNvSpPr/>
              <p:nvPr/>
            </p:nvSpPr>
            <p:spPr>
              <a:xfrm>
                <a:off x="3046" y="1817"/>
                <a:ext cx="447"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ET1</a:t>
                </a:r>
                <a:endParaRPr lang="en-US" altLang="zh-CN" sz="2400" dirty="0">
                  <a:latin typeface="Times New Roman" panose="02020603050405020304" pitchFamily="18" charset="0"/>
                  <a:ea typeface="宋体" panose="02010600030101010101" pitchFamily="2" charset="-122"/>
                </a:endParaRPr>
              </a:p>
            </p:txBody>
          </p:sp>
          <p:sp>
            <p:nvSpPr>
              <p:cNvPr id="71754" name="Rectangle 77"/>
              <p:cNvSpPr/>
              <p:nvPr/>
            </p:nvSpPr>
            <p:spPr>
              <a:xfrm>
                <a:off x="3003" y="1817"/>
                <a:ext cx="533"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55" name="Rectangle 78"/>
              <p:cNvSpPr/>
              <p:nvPr/>
            </p:nvSpPr>
            <p:spPr>
              <a:xfrm>
                <a:off x="3579" y="1817"/>
                <a:ext cx="447"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EX1</a:t>
                </a:r>
                <a:endParaRPr lang="en-US" altLang="zh-CN" sz="2400" dirty="0">
                  <a:latin typeface="Times New Roman" panose="02020603050405020304" pitchFamily="18" charset="0"/>
                  <a:ea typeface="宋体" panose="02010600030101010101" pitchFamily="2" charset="-122"/>
                </a:endParaRPr>
              </a:p>
            </p:txBody>
          </p:sp>
          <p:sp>
            <p:nvSpPr>
              <p:cNvPr id="71756" name="Rectangle 79"/>
              <p:cNvSpPr/>
              <p:nvPr/>
            </p:nvSpPr>
            <p:spPr>
              <a:xfrm>
                <a:off x="3536" y="1817"/>
                <a:ext cx="533"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57" name="Rectangle 80"/>
              <p:cNvSpPr/>
              <p:nvPr/>
            </p:nvSpPr>
            <p:spPr>
              <a:xfrm>
                <a:off x="4112" y="1817"/>
                <a:ext cx="447"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ET0</a:t>
                </a:r>
                <a:endParaRPr lang="en-US" altLang="zh-CN" sz="2400" dirty="0">
                  <a:latin typeface="Times New Roman" panose="02020603050405020304" pitchFamily="18" charset="0"/>
                  <a:ea typeface="宋体" panose="02010600030101010101" pitchFamily="2" charset="-122"/>
                </a:endParaRPr>
              </a:p>
            </p:txBody>
          </p:sp>
          <p:sp>
            <p:nvSpPr>
              <p:cNvPr id="71758" name="Rectangle 81"/>
              <p:cNvSpPr/>
              <p:nvPr/>
            </p:nvSpPr>
            <p:spPr>
              <a:xfrm>
                <a:off x="4069" y="1817"/>
                <a:ext cx="533"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59" name="Rectangle 82"/>
              <p:cNvSpPr/>
              <p:nvPr/>
            </p:nvSpPr>
            <p:spPr>
              <a:xfrm>
                <a:off x="4645" y="1817"/>
                <a:ext cx="444" cy="460"/>
              </a:xfrm>
              <a:prstGeom prst="rect">
                <a:avLst/>
              </a:prstGeom>
              <a:noFill/>
              <a:ln w="9525">
                <a:noFill/>
              </a:ln>
            </p:spPr>
            <p:txBody>
              <a:bodyPr lIns="0" rIns="0" anchor="t" anchorCtr="0"/>
              <a:lstStyle/>
              <a:p>
                <a:pPr algn="ctr" defTabSz="914400">
                  <a:tabLst>
                    <a:tab pos="941705" algn="l"/>
                  </a:tabLst>
                </a:pPr>
                <a:r>
                  <a:rPr lang="en-US" altLang="zh-CN" sz="2400" b="1" dirty="0">
                    <a:latin typeface="Times New Roman" panose="02020603050405020304" pitchFamily="18" charset="0"/>
                    <a:ea typeface="宋体" panose="02010600030101010101" pitchFamily="2" charset="-122"/>
                  </a:rPr>
                  <a:t>EX0</a:t>
                </a:r>
                <a:endParaRPr lang="en-US" altLang="zh-CN" sz="2400" dirty="0">
                  <a:latin typeface="Times New Roman" panose="02020603050405020304" pitchFamily="18" charset="0"/>
                  <a:ea typeface="宋体" panose="02010600030101010101" pitchFamily="2" charset="-122"/>
                </a:endParaRPr>
              </a:p>
            </p:txBody>
          </p:sp>
          <p:sp>
            <p:nvSpPr>
              <p:cNvPr id="71760" name="Rectangle 83"/>
              <p:cNvSpPr/>
              <p:nvPr/>
            </p:nvSpPr>
            <p:spPr>
              <a:xfrm>
                <a:off x="4602" y="1817"/>
                <a:ext cx="530" cy="460"/>
              </a:xfrm>
              <a:prstGeom prst="rect">
                <a:avLst/>
              </a:prstGeom>
              <a:noFill/>
              <a:ln w="7"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sp>
            <p:nvSpPr>
              <p:cNvPr id="71761" name="Rectangle 84"/>
              <p:cNvSpPr/>
              <p:nvPr/>
            </p:nvSpPr>
            <p:spPr>
              <a:xfrm>
                <a:off x="288" y="1444"/>
                <a:ext cx="4847" cy="840"/>
              </a:xfrm>
              <a:prstGeom prst="rect">
                <a:avLst/>
              </a:prstGeom>
              <a:noFill/>
              <a:ln w="9525" cap="flat" cmpd="sng">
                <a:solidFill>
                  <a:srgbClr val="A0A0A0"/>
                </a:solidFill>
                <a:prstDash val="solid"/>
                <a:miter/>
                <a:headEnd type="none" w="med" len="med"/>
                <a:tailEnd type="none" w="med" len="med"/>
              </a:ln>
            </p:spPr>
            <p:txBody>
              <a:bodyPr lIns="0" rIns="0" anchor="t" anchorCtr="0"/>
              <a:lstStyle/>
              <a:p>
                <a:endParaRPr lang="zh-CN" altLang="en-US" dirty="0">
                  <a:latin typeface="Times New Roman" panose="02020603050405020304" pitchFamily="18" charset="0"/>
                  <a:ea typeface="宋体" panose="02010600030101010101" pitchFamily="2" charset="-122"/>
                </a:endParaRPr>
              </a:p>
            </p:txBody>
          </p:sp>
        </p:grpSp>
        <p:sp>
          <p:nvSpPr>
            <p:cNvPr id="71762" name="Text Box 85"/>
            <p:cNvSpPr txBox="1"/>
            <p:nvPr/>
          </p:nvSpPr>
          <p:spPr>
            <a:xfrm>
              <a:off x="340" y="2387"/>
              <a:ext cx="1361" cy="290"/>
            </a:xfrm>
            <a:prstGeom prst="rect">
              <a:avLst/>
            </a:prstGeom>
            <a:noFill/>
            <a:ln w="9525">
              <a:noFill/>
            </a:ln>
          </p:spPr>
          <p:txBody>
            <a:bodyPr anchor="t" anchorCtr="0">
              <a:spAutoFit/>
            </a:bodyPr>
            <a:lstStyle/>
            <a:p>
              <a:pPr>
                <a:spcBef>
                  <a:spcPct val="50000"/>
                </a:spcBef>
              </a:pPr>
              <a:r>
                <a:rPr lang="en-US" altLang="zh-CN" sz="2400" b="1" dirty="0">
                  <a:solidFill>
                    <a:schemeClr val="hlink"/>
                  </a:solidFill>
                  <a:latin typeface="Times New Roman" panose="02020603050405020304" pitchFamily="18" charset="0"/>
                  <a:ea typeface="宋体" panose="02010600030101010101" pitchFamily="2" charset="-122"/>
                </a:rPr>
                <a:t>IE</a:t>
              </a:r>
              <a:r>
                <a:rPr lang="zh-CN" altLang="en-US" sz="2400" b="1" dirty="0">
                  <a:solidFill>
                    <a:schemeClr val="hlink"/>
                  </a:solidFill>
                  <a:latin typeface="Times New Roman" panose="02020603050405020304" pitchFamily="18" charset="0"/>
                  <a:ea typeface="宋体" panose="02010600030101010101" pitchFamily="2" charset="-122"/>
                </a:rPr>
                <a:t>的初始化</a:t>
              </a:r>
            </a:p>
          </p:txBody>
        </p:sp>
      </p:grpSp>
      <mc:AlternateContent xmlns:mc="http://schemas.openxmlformats.org/markup-compatibility/2006" xmlns:p14="http://schemas.microsoft.com/office/powerpoint/2010/main">
        <mc:Choice Requires="p14">
          <p:contentPart p14:bwMode="auto" r:id="rId2">
            <p14:nvContentPartPr>
              <p14:cNvPr id="3" name="墨迹 2">
                <a:extLst>
                  <a:ext uri="{FF2B5EF4-FFF2-40B4-BE49-F238E27FC236}">
                    <a16:creationId xmlns:a16="http://schemas.microsoft.com/office/drawing/2014/main" id="{06EACA3D-AEA8-C653-C7E7-F75D333D8906}"/>
                  </a:ext>
                </a:extLst>
              </p14:cNvPr>
              <p14:cNvContentPartPr/>
              <p14:nvPr/>
            </p14:nvContentPartPr>
            <p14:xfrm>
              <a:off x="1879120" y="2970430"/>
              <a:ext cx="1848960" cy="629280"/>
            </p14:xfrm>
          </p:contentPart>
        </mc:Choice>
        <mc:Fallback xmlns="">
          <p:pic>
            <p:nvPicPr>
              <p:cNvPr id="3" name="墨迹 2">
                <a:extLst>
                  <a:ext uri="{FF2B5EF4-FFF2-40B4-BE49-F238E27FC236}">
                    <a16:creationId xmlns:a16="http://schemas.microsoft.com/office/drawing/2014/main" id="{06EACA3D-AEA8-C653-C7E7-F75D333D8906}"/>
                  </a:ext>
                </a:extLst>
              </p:cNvPr>
              <p:cNvPicPr/>
              <p:nvPr/>
            </p:nvPicPr>
            <p:blipFill>
              <a:blip r:embed="rId3"/>
              <a:stretch>
                <a:fillRect/>
              </a:stretch>
            </p:blipFill>
            <p:spPr>
              <a:xfrm>
                <a:off x="1861480" y="2952790"/>
                <a:ext cx="1884600" cy="66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E7356FB9-14DC-E47C-33C3-F85D4E800935}"/>
                  </a:ext>
                </a:extLst>
              </p14:cNvPr>
              <p14:cNvContentPartPr/>
              <p14:nvPr/>
            </p14:nvContentPartPr>
            <p14:xfrm>
              <a:off x="2685520" y="3548950"/>
              <a:ext cx="325080" cy="227880"/>
            </p14:xfrm>
          </p:contentPart>
        </mc:Choice>
        <mc:Fallback xmlns="">
          <p:pic>
            <p:nvPicPr>
              <p:cNvPr id="5" name="墨迹 4">
                <a:extLst>
                  <a:ext uri="{FF2B5EF4-FFF2-40B4-BE49-F238E27FC236}">
                    <a16:creationId xmlns:a16="http://schemas.microsoft.com/office/drawing/2014/main" id="{E7356FB9-14DC-E47C-33C3-F85D4E800935}"/>
                  </a:ext>
                </a:extLst>
              </p:cNvPr>
              <p:cNvPicPr/>
              <p:nvPr/>
            </p:nvPicPr>
            <p:blipFill>
              <a:blip r:embed="rId5"/>
              <a:stretch>
                <a:fillRect/>
              </a:stretch>
            </p:blipFill>
            <p:spPr>
              <a:xfrm>
                <a:off x="2667520" y="3530950"/>
                <a:ext cx="36072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B1B7FED0-B6EB-22A6-B46A-6261BA574939}"/>
                  </a:ext>
                </a:extLst>
              </p14:cNvPr>
              <p14:cNvContentPartPr/>
              <p14:nvPr/>
            </p14:nvContentPartPr>
            <p14:xfrm>
              <a:off x="5073400" y="3473710"/>
              <a:ext cx="1064160" cy="50760"/>
            </p14:xfrm>
          </p:contentPart>
        </mc:Choice>
        <mc:Fallback xmlns="">
          <p:pic>
            <p:nvPicPr>
              <p:cNvPr id="6" name="墨迹 5">
                <a:extLst>
                  <a:ext uri="{FF2B5EF4-FFF2-40B4-BE49-F238E27FC236}">
                    <a16:creationId xmlns:a16="http://schemas.microsoft.com/office/drawing/2014/main" id="{B1B7FED0-B6EB-22A6-B46A-6261BA574939}"/>
                  </a:ext>
                </a:extLst>
              </p:cNvPr>
              <p:cNvPicPr/>
              <p:nvPr/>
            </p:nvPicPr>
            <p:blipFill>
              <a:blip r:embed="rId7"/>
              <a:stretch>
                <a:fillRect/>
              </a:stretch>
            </p:blipFill>
            <p:spPr>
              <a:xfrm>
                <a:off x="5055760" y="3455710"/>
                <a:ext cx="10998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墨迹 6">
                <a:extLst>
                  <a:ext uri="{FF2B5EF4-FFF2-40B4-BE49-F238E27FC236}">
                    <a16:creationId xmlns:a16="http://schemas.microsoft.com/office/drawing/2014/main" id="{D60A47D4-7D56-9474-8C33-45F200B08691}"/>
                  </a:ext>
                </a:extLst>
              </p14:cNvPr>
              <p14:cNvContentPartPr/>
              <p14:nvPr/>
            </p14:nvContentPartPr>
            <p14:xfrm>
              <a:off x="5462920" y="3593950"/>
              <a:ext cx="328320" cy="191520"/>
            </p14:xfrm>
          </p:contentPart>
        </mc:Choice>
        <mc:Fallback xmlns="">
          <p:pic>
            <p:nvPicPr>
              <p:cNvPr id="7" name="墨迹 6">
                <a:extLst>
                  <a:ext uri="{FF2B5EF4-FFF2-40B4-BE49-F238E27FC236}">
                    <a16:creationId xmlns:a16="http://schemas.microsoft.com/office/drawing/2014/main" id="{D60A47D4-7D56-9474-8C33-45F200B08691}"/>
                  </a:ext>
                </a:extLst>
              </p:cNvPr>
              <p:cNvPicPr/>
              <p:nvPr/>
            </p:nvPicPr>
            <p:blipFill>
              <a:blip r:embed="rId9"/>
              <a:stretch>
                <a:fillRect/>
              </a:stretch>
            </p:blipFill>
            <p:spPr>
              <a:xfrm>
                <a:off x="5444920" y="3576310"/>
                <a:ext cx="3639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墨迹 7">
                <a:extLst>
                  <a:ext uri="{FF2B5EF4-FFF2-40B4-BE49-F238E27FC236}">
                    <a16:creationId xmlns:a16="http://schemas.microsoft.com/office/drawing/2014/main" id="{0A4C38A6-0899-7C59-7984-EE45660AA85D}"/>
                  </a:ext>
                </a:extLst>
              </p14:cNvPr>
              <p14:cNvContentPartPr/>
              <p14:nvPr/>
            </p14:nvContentPartPr>
            <p14:xfrm>
              <a:off x="5079160" y="3028750"/>
              <a:ext cx="1233360" cy="533520"/>
            </p14:xfrm>
          </p:contentPart>
        </mc:Choice>
        <mc:Fallback xmlns="">
          <p:pic>
            <p:nvPicPr>
              <p:cNvPr id="8" name="墨迹 7">
                <a:extLst>
                  <a:ext uri="{FF2B5EF4-FFF2-40B4-BE49-F238E27FC236}">
                    <a16:creationId xmlns:a16="http://schemas.microsoft.com/office/drawing/2014/main" id="{0A4C38A6-0899-7C59-7984-EE45660AA85D}"/>
                  </a:ext>
                </a:extLst>
              </p:cNvPr>
              <p:cNvPicPr/>
              <p:nvPr/>
            </p:nvPicPr>
            <p:blipFill>
              <a:blip r:embed="rId11"/>
              <a:stretch>
                <a:fillRect/>
              </a:stretch>
            </p:blipFill>
            <p:spPr>
              <a:xfrm>
                <a:off x="5061520" y="3010750"/>
                <a:ext cx="1269000" cy="569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DAF98796-B67A-90DD-93BA-A9ED8EC8BD41}"/>
                  </a:ext>
                </a:extLst>
              </p14:cNvPr>
              <p14:cNvContentPartPr/>
              <p14:nvPr/>
            </p14:nvContentPartPr>
            <p14:xfrm>
              <a:off x="2820520" y="2711230"/>
              <a:ext cx="187920" cy="160920"/>
            </p14:xfrm>
          </p:contentPart>
        </mc:Choice>
        <mc:Fallback xmlns="">
          <p:pic>
            <p:nvPicPr>
              <p:cNvPr id="9" name="墨迹 8">
                <a:extLst>
                  <a:ext uri="{FF2B5EF4-FFF2-40B4-BE49-F238E27FC236}">
                    <a16:creationId xmlns:a16="http://schemas.microsoft.com/office/drawing/2014/main" id="{DAF98796-B67A-90DD-93BA-A9ED8EC8BD41}"/>
                  </a:ext>
                </a:extLst>
              </p:cNvPr>
              <p:cNvPicPr/>
              <p:nvPr/>
            </p:nvPicPr>
            <p:blipFill>
              <a:blip r:embed="rId13"/>
              <a:stretch>
                <a:fillRect/>
              </a:stretch>
            </p:blipFill>
            <p:spPr>
              <a:xfrm>
                <a:off x="2802880" y="2693590"/>
                <a:ext cx="223560" cy="196560"/>
              </a:xfrm>
              <a:prstGeom prst="rect">
                <a:avLst/>
              </a:prstGeom>
            </p:spPr>
          </p:pic>
        </mc:Fallback>
      </mc:AlternateContent>
      <p:grpSp>
        <p:nvGrpSpPr>
          <p:cNvPr id="12" name="组合 11">
            <a:extLst>
              <a:ext uri="{FF2B5EF4-FFF2-40B4-BE49-F238E27FC236}">
                <a16:creationId xmlns:a16="http://schemas.microsoft.com/office/drawing/2014/main" id="{F30EDD44-24B4-AA01-83E1-913D8816F01C}"/>
              </a:ext>
            </a:extLst>
          </p:cNvPr>
          <p:cNvGrpSpPr/>
          <p:nvPr/>
        </p:nvGrpSpPr>
        <p:grpSpPr>
          <a:xfrm>
            <a:off x="1968400" y="6241390"/>
            <a:ext cx="1488240" cy="123120"/>
            <a:chOff x="1968400" y="6241390"/>
            <a:chExt cx="1488240" cy="123120"/>
          </a:xfrm>
        </p:grpSpPr>
        <mc:AlternateContent xmlns:mc="http://schemas.openxmlformats.org/markup-compatibility/2006" xmlns:p14="http://schemas.microsoft.com/office/powerpoint/2010/main">
          <mc:Choice Requires="p14">
            <p:contentPart p14:bwMode="auto" r:id="rId14">
              <p14:nvContentPartPr>
                <p14:cNvPr id="10" name="墨迹 9">
                  <a:extLst>
                    <a:ext uri="{FF2B5EF4-FFF2-40B4-BE49-F238E27FC236}">
                      <a16:creationId xmlns:a16="http://schemas.microsoft.com/office/drawing/2014/main" id="{C580A6FC-F320-D736-CA37-BEC80BB6F8D7}"/>
                    </a:ext>
                  </a:extLst>
                </p14:cNvPr>
                <p14:cNvContentPartPr/>
                <p14:nvPr/>
              </p14:nvContentPartPr>
              <p14:xfrm>
                <a:off x="1968400" y="6241390"/>
                <a:ext cx="1221840" cy="70560"/>
              </p14:xfrm>
            </p:contentPart>
          </mc:Choice>
          <mc:Fallback xmlns="">
            <p:pic>
              <p:nvPicPr>
                <p:cNvPr id="10" name="墨迹 9">
                  <a:extLst>
                    <a:ext uri="{FF2B5EF4-FFF2-40B4-BE49-F238E27FC236}">
                      <a16:creationId xmlns:a16="http://schemas.microsoft.com/office/drawing/2014/main" id="{C580A6FC-F320-D736-CA37-BEC80BB6F8D7}"/>
                    </a:ext>
                  </a:extLst>
                </p:cNvPr>
                <p:cNvPicPr/>
                <p:nvPr/>
              </p:nvPicPr>
              <p:blipFill>
                <a:blip r:embed="rId15"/>
                <a:stretch>
                  <a:fillRect/>
                </a:stretch>
              </p:blipFill>
              <p:spPr>
                <a:xfrm>
                  <a:off x="1950760" y="6223750"/>
                  <a:ext cx="125748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10EFB606-8A82-13CD-FB15-E65BC6E5285A}"/>
                    </a:ext>
                  </a:extLst>
                </p14:cNvPr>
                <p14:cNvContentPartPr/>
                <p14:nvPr/>
              </p14:nvContentPartPr>
              <p14:xfrm>
                <a:off x="3226960" y="6254350"/>
                <a:ext cx="229680" cy="110160"/>
              </p14:xfrm>
            </p:contentPart>
          </mc:Choice>
          <mc:Fallback xmlns="">
            <p:pic>
              <p:nvPicPr>
                <p:cNvPr id="11" name="墨迹 10">
                  <a:extLst>
                    <a:ext uri="{FF2B5EF4-FFF2-40B4-BE49-F238E27FC236}">
                      <a16:creationId xmlns:a16="http://schemas.microsoft.com/office/drawing/2014/main" id="{10EFB606-8A82-13CD-FB15-E65BC6E5285A}"/>
                    </a:ext>
                  </a:extLst>
                </p:cNvPr>
                <p:cNvPicPr/>
                <p:nvPr/>
              </p:nvPicPr>
              <p:blipFill>
                <a:blip r:embed="rId17"/>
                <a:stretch>
                  <a:fillRect/>
                </a:stretch>
              </p:blipFill>
              <p:spPr>
                <a:xfrm>
                  <a:off x="3208960" y="6236710"/>
                  <a:ext cx="265320" cy="145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3" name="墨迹 12">
                <a:extLst>
                  <a:ext uri="{FF2B5EF4-FFF2-40B4-BE49-F238E27FC236}">
                    <a16:creationId xmlns:a16="http://schemas.microsoft.com/office/drawing/2014/main" id="{2A3C9632-087F-F2E6-B786-9C3A4189A6AD}"/>
                  </a:ext>
                </a:extLst>
              </p14:cNvPr>
              <p14:cNvContentPartPr/>
              <p14:nvPr/>
            </p14:nvContentPartPr>
            <p14:xfrm>
              <a:off x="5530600" y="3600070"/>
              <a:ext cx="73440" cy="54360"/>
            </p14:xfrm>
          </p:contentPart>
        </mc:Choice>
        <mc:Fallback xmlns="">
          <p:pic>
            <p:nvPicPr>
              <p:cNvPr id="13" name="墨迹 12">
                <a:extLst>
                  <a:ext uri="{FF2B5EF4-FFF2-40B4-BE49-F238E27FC236}">
                    <a16:creationId xmlns:a16="http://schemas.microsoft.com/office/drawing/2014/main" id="{2A3C9632-087F-F2E6-B786-9C3A4189A6AD}"/>
                  </a:ext>
                </a:extLst>
              </p:cNvPr>
              <p:cNvPicPr/>
              <p:nvPr/>
            </p:nvPicPr>
            <p:blipFill>
              <a:blip r:embed="rId19"/>
              <a:stretch>
                <a:fillRect/>
              </a:stretch>
            </p:blipFill>
            <p:spPr>
              <a:xfrm>
                <a:off x="5512960" y="3582430"/>
                <a:ext cx="109080" cy="90000"/>
              </a:xfrm>
              <a:prstGeom prst="rect">
                <a:avLst/>
              </a:prstGeom>
            </p:spPr>
          </p:pic>
        </mc:Fallback>
      </mc:AlternateContent>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71475" y="796290"/>
            <a:ext cx="7691755" cy="5799455"/>
          </a:xfrm>
          <a:prstGeom prst="rect">
            <a:avLst/>
          </a:prstGeom>
        </p:spPr>
      </p:pic>
    </p:spTree>
  </p:cSld>
  <p:clrMapOvr>
    <a:masterClrMapping/>
  </p:clrMapOvr>
  <p:transition spd="med">
    <p:zo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3"/>
          <p:cNvSpPr/>
          <p:nvPr/>
        </p:nvSpPr>
        <p:spPr>
          <a:xfrm>
            <a:off x="-304800" y="5867400"/>
            <a:ext cx="9144000" cy="822325"/>
          </a:xfrm>
          <a:prstGeom prst="rect">
            <a:avLst/>
          </a:prstGeom>
          <a:noFill/>
          <a:ln w="9525">
            <a:noFill/>
          </a:ln>
        </p:spPr>
        <p:txBody>
          <a:bodyPr anchor="t" anchorCtr="0">
            <a:spAutoFit/>
          </a:bodyPr>
          <a:lstStyle/>
          <a:p>
            <a:pPr algn="ctr"/>
            <a:endParaRPr lang="en-US" altLang="zh-CN" sz="2400" dirty="0">
              <a:latin typeface="Times New Roman" panose="02020603050405020304" pitchFamily="18" charset="0"/>
              <a:ea typeface="宋体" panose="02010600030101010101" pitchFamily="2" charset="-122"/>
            </a:endParaRPr>
          </a:p>
          <a:p>
            <a:pPr eaLnBrk="0" hangingPunct="0"/>
            <a:endParaRPr lang="en-US" altLang="zh-CN" sz="2400" dirty="0">
              <a:latin typeface="Times New Roman" panose="02020603050405020304" pitchFamily="18" charset="0"/>
              <a:ea typeface="宋体" panose="02010600030101010101" pitchFamily="2" charset="-122"/>
            </a:endParaRPr>
          </a:p>
        </p:txBody>
      </p:sp>
      <p:sp>
        <p:nvSpPr>
          <p:cNvPr id="80898" name="Rectangle 4"/>
          <p:cNvSpPr/>
          <p:nvPr/>
        </p:nvSpPr>
        <p:spPr>
          <a:xfrm>
            <a:off x="250825" y="692150"/>
            <a:ext cx="8610600" cy="693738"/>
          </a:xfrm>
          <a:prstGeom prst="rect">
            <a:avLst/>
          </a:prstGeom>
          <a:noFill/>
          <a:ln w="9525">
            <a:noFill/>
          </a:ln>
        </p:spPr>
        <p:txBody>
          <a:bodyPr anchor="t" anchorCtr="0">
            <a:spAutoFit/>
          </a:bodyPr>
          <a:lstStyle/>
          <a:p>
            <a:pPr indent="269875" algn="just">
              <a:lnSpc>
                <a:spcPct val="140000"/>
              </a:lnSpc>
            </a:pPr>
            <a:r>
              <a:rPr lang="en-US" altLang="zh-CN" b="1" dirty="0">
                <a:solidFill>
                  <a:srgbClr val="FF5050"/>
                </a:solidFill>
                <a:latin typeface="Times New Roman" panose="02020603050405020304" pitchFamily="18" charset="0"/>
                <a:ea typeface="宋体" panose="02010600030101010101" pitchFamily="2" charset="-122"/>
              </a:rPr>
              <a:t>6.5.2 </a:t>
            </a:r>
            <a:r>
              <a:rPr lang="zh-CN" altLang="en-US" b="1" dirty="0">
                <a:solidFill>
                  <a:srgbClr val="FF5050"/>
                </a:solidFill>
                <a:latin typeface="Times New Roman" panose="02020603050405020304" pitchFamily="18" charset="0"/>
                <a:ea typeface="宋体" panose="02010600030101010101" pitchFamily="2" charset="-122"/>
              </a:rPr>
              <a:t>方式</a:t>
            </a:r>
            <a:r>
              <a:rPr lang="en-US" altLang="zh-CN" b="1" dirty="0">
                <a:solidFill>
                  <a:srgbClr val="FF5050"/>
                </a:solidFill>
                <a:latin typeface="Times New Roman" panose="02020603050405020304" pitchFamily="18" charset="0"/>
                <a:ea typeface="宋体" panose="02010600030101010101" pitchFamily="2" charset="-122"/>
              </a:rPr>
              <a:t>1</a:t>
            </a:r>
            <a:endParaRPr lang="en-US" altLang="zh-CN" dirty="0">
              <a:solidFill>
                <a:srgbClr val="FF5050"/>
              </a:solidFill>
              <a:latin typeface="Times New Roman" panose="02020603050405020304" pitchFamily="18" charset="0"/>
              <a:ea typeface="宋体" panose="02010600030101010101" pitchFamily="2" charset="-122"/>
            </a:endParaRPr>
          </a:p>
        </p:txBody>
      </p:sp>
      <p:sp>
        <p:nvSpPr>
          <p:cNvPr id="80899" name="Text Box 6"/>
          <p:cNvSpPr txBox="1"/>
          <p:nvPr/>
        </p:nvSpPr>
        <p:spPr>
          <a:xfrm>
            <a:off x="215900" y="5649913"/>
            <a:ext cx="7758113" cy="598487"/>
          </a:xfrm>
          <a:prstGeom prst="rect">
            <a:avLst/>
          </a:prstGeom>
          <a:solidFill>
            <a:schemeClr val="bg1"/>
          </a:solidFill>
          <a:ln w="9525">
            <a:noFill/>
          </a:ln>
        </p:spPr>
        <p:txBody>
          <a:bodyPr lIns="0" tIns="0" rIns="0" bIns="0" anchor="t" anchorCtr="0"/>
          <a:lstStyle/>
          <a:p>
            <a:pPr algn="ctr" eaLnBrk="0" hangingPunct="0"/>
            <a:r>
              <a:rPr lang="zh-CN" altLang="en-US" sz="2400" b="1" dirty="0">
                <a:solidFill>
                  <a:srgbClr val="000000"/>
                </a:solidFill>
                <a:latin typeface="Times New Roman" panose="02020603050405020304" pitchFamily="18" charset="0"/>
                <a:ea typeface="黑体" panose="02010609060101010101" pitchFamily="49" charset="-122"/>
              </a:rPr>
              <a:t>图</a:t>
            </a:r>
            <a:r>
              <a:rPr lang="en-US" altLang="zh-CN" sz="2400" b="1" dirty="0">
                <a:solidFill>
                  <a:srgbClr val="000000"/>
                </a:solidFill>
                <a:latin typeface="Times New Roman" panose="02020603050405020304" pitchFamily="18" charset="0"/>
                <a:ea typeface="黑体" panose="02010609060101010101" pitchFamily="49" charset="-122"/>
              </a:rPr>
              <a:t>5-8  T0</a:t>
            </a:r>
            <a:r>
              <a:rPr lang="zh-CN" altLang="en-US" sz="2400" b="1" dirty="0">
                <a:solidFill>
                  <a:srgbClr val="000000"/>
                </a:solidFill>
                <a:latin typeface="Times New Roman" panose="02020603050405020304" pitchFamily="18" charset="0"/>
                <a:ea typeface="黑体" panose="02010609060101010101" pitchFamily="49" charset="-122"/>
              </a:rPr>
              <a:t>（或</a:t>
            </a:r>
            <a:r>
              <a:rPr lang="en-US" altLang="zh-CN" sz="2400" b="1" dirty="0">
                <a:solidFill>
                  <a:srgbClr val="000000"/>
                </a:solidFill>
                <a:latin typeface="Times New Roman" panose="02020603050405020304" pitchFamily="18" charset="0"/>
                <a:ea typeface="黑体" panose="02010609060101010101" pitchFamily="49" charset="-122"/>
              </a:rPr>
              <a:t>T1</a:t>
            </a:r>
            <a:r>
              <a:rPr lang="zh-CN" altLang="en-US" sz="2400" b="1" dirty="0">
                <a:solidFill>
                  <a:srgbClr val="000000"/>
                </a:solidFill>
                <a:latin typeface="Times New Roman" panose="02020603050405020304" pitchFamily="18" charset="0"/>
                <a:ea typeface="黑体" panose="02010609060101010101" pitchFamily="49" charset="-122"/>
              </a:rPr>
              <a:t>）方式</a:t>
            </a:r>
            <a:r>
              <a:rPr lang="en-US" altLang="zh-CN" sz="2400" b="1" dirty="0">
                <a:solidFill>
                  <a:srgbClr val="000000"/>
                </a:solidFill>
                <a:latin typeface="Times New Roman" panose="02020603050405020304" pitchFamily="18" charset="0"/>
                <a:ea typeface="黑体" panose="02010609060101010101" pitchFamily="49" charset="-122"/>
              </a:rPr>
              <a:t>1</a:t>
            </a:r>
            <a:r>
              <a:rPr lang="zh-CN" altLang="en-US" sz="2400" b="1" dirty="0">
                <a:solidFill>
                  <a:srgbClr val="000000"/>
                </a:solidFill>
                <a:latin typeface="Times New Roman" panose="02020603050405020304" pitchFamily="18" charset="0"/>
                <a:ea typeface="黑体" panose="02010609060101010101" pitchFamily="49" charset="-122"/>
              </a:rPr>
              <a:t>结构</a:t>
            </a:r>
            <a:r>
              <a:rPr lang="en-US" altLang="zh-CN" sz="2400" b="1" dirty="0">
                <a:solidFill>
                  <a:srgbClr val="000000"/>
                </a:solidFill>
                <a:latin typeface="Times New Roman" panose="02020603050405020304" pitchFamily="18" charset="0"/>
                <a:ea typeface="黑体" panose="02010609060101010101" pitchFamily="49" charset="-122"/>
              </a:rPr>
              <a:t>――16</a:t>
            </a:r>
            <a:r>
              <a:rPr lang="zh-CN" altLang="en-US" sz="2400" b="1" dirty="0">
                <a:solidFill>
                  <a:srgbClr val="000000"/>
                </a:solidFill>
                <a:latin typeface="Times New Roman" panose="02020603050405020304" pitchFamily="18" charset="0"/>
                <a:ea typeface="黑体" panose="02010609060101010101" pitchFamily="49" charset="-122"/>
              </a:rPr>
              <a:t>位计数器</a:t>
            </a:r>
          </a:p>
        </p:txBody>
      </p:sp>
      <p:pic>
        <p:nvPicPr>
          <p:cNvPr id="2" name="图片 1"/>
          <p:cNvPicPr>
            <a:picLocks noChangeAspect="1"/>
          </p:cNvPicPr>
          <p:nvPr/>
        </p:nvPicPr>
        <p:blipFill>
          <a:blip r:embed="rId2"/>
          <a:stretch>
            <a:fillRect/>
          </a:stretch>
        </p:blipFill>
        <p:spPr>
          <a:xfrm>
            <a:off x="539115" y="1936750"/>
            <a:ext cx="8229600" cy="3162935"/>
          </a:xfrm>
          <a:prstGeom prst="rect">
            <a:avLst/>
          </a:prstGeom>
        </p:spPr>
      </p:pic>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p:nvPr/>
        </p:nvSpPr>
        <p:spPr>
          <a:xfrm>
            <a:off x="323850" y="549275"/>
            <a:ext cx="8610600" cy="2647950"/>
          </a:xfrm>
          <a:prstGeom prst="rect">
            <a:avLst/>
          </a:prstGeom>
          <a:solidFill>
            <a:srgbClr val="CCECFF"/>
          </a:solidFill>
          <a:ln w="9525">
            <a:noFill/>
          </a:ln>
        </p:spPr>
        <p:txBody>
          <a:bodyPr anchor="t" anchorCtr="0">
            <a:spAutoFit/>
          </a:bodyPr>
          <a:lstStyle/>
          <a:p>
            <a:pPr indent="269875"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方式</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下</a:t>
            </a:r>
            <a:r>
              <a:rPr lang="en-US" altLang="zh-CN" sz="2400" b="1" dirty="0">
                <a:solidFill>
                  <a:srgbClr val="000000"/>
                </a:solidFill>
                <a:latin typeface="Times New Roman" panose="02020603050405020304" pitchFamily="18" charset="0"/>
                <a:ea typeface="宋体" panose="02010600030101010101" pitchFamily="2" charset="-122"/>
              </a:rPr>
              <a:t>:</a:t>
            </a:r>
          </a:p>
          <a:p>
            <a:pPr indent="269875"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）当</a:t>
            </a:r>
            <a:r>
              <a:rPr lang="en-US" altLang="zh-CN" sz="2400" b="1" dirty="0">
                <a:solidFill>
                  <a:srgbClr val="000000"/>
                </a:solidFill>
                <a:latin typeface="Times New Roman" panose="02020603050405020304" pitchFamily="18" charset="0"/>
                <a:ea typeface="宋体" panose="02010600030101010101" pitchFamily="2" charset="-122"/>
              </a:rPr>
              <a:t>T0</a:t>
            </a:r>
            <a:r>
              <a:rPr lang="zh-CN" altLang="en-US" sz="2400" b="1" dirty="0">
                <a:solidFill>
                  <a:srgbClr val="000000"/>
                </a:solidFill>
                <a:latin typeface="Times New Roman" panose="02020603050405020304" pitchFamily="18" charset="0"/>
                <a:ea typeface="宋体" panose="02010600030101010101" pitchFamily="2" charset="-122"/>
              </a:rPr>
              <a:t>或</a:t>
            </a:r>
            <a:r>
              <a:rPr lang="en-US" altLang="zh-CN" sz="2400" b="1" dirty="0">
                <a:solidFill>
                  <a:srgbClr val="000000"/>
                </a:solidFill>
                <a:latin typeface="Times New Roman" panose="02020603050405020304" pitchFamily="18" charset="0"/>
                <a:ea typeface="宋体" panose="02010600030101010101" pitchFamily="2" charset="-122"/>
              </a:rPr>
              <a:t>T1</a:t>
            </a:r>
            <a:r>
              <a:rPr lang="zh-CN" altLang="en-US" sz="2400" b="1" dirty="0">
                <a:solidFill>
                  <a:srgbClr val="000000"/>
                </a:solidFill>
                <a:latin typeface="Times New Roman" panose="02020603050405020304" pitchFamily="18" charset="0"/>
                <a:ea typeface="宋体" panose="02010600030101010101" pitchFamily="2" charset="-122"/>
              </a:rPr>
              <a:t>工作于计数方式时，假定要求的计数长度为</a:t>
            </a:r>
            <a:r>
              <a:rPr lang="en-US" altLang="zh-CN" sz="2400" b="1" dirty="0">
                <a:solidFill>
                  <a:srgbClr val="000000"/>
                </a:solidFill>
                <a:latin typeface="Times New Roman" panose="02020603050405020304" pitchFamily="18" charset="0"/>
                <a:ea typeface="宋体" panose="02010600030101010101" pitchFamily="2" charset="-122"/>
              </a:rPr>
              <a:t>N</a:t>
            </a:r>
            <a:r>
              <a:rPr lang="zh-CN" altLang="en-US" sz="2400" b="1" dirty="0">
                <a:solidFill>
                  <a:srgbClr val="000000"/>
                </a:solidFill>
                <a:latin typeface="Times New Roman" panose="02020603050405020304" pitchFamily="18" charset="0"/>
                <a:ea typeface="宋体" panose="02010600030101010101" pitchFamily="2" charset="-122"/>
              </a:rPr>
              <a:t>，则应装入定时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计数器的初</a:t>
            </a:r>
            <a:r>
              <a:rPr lang="zh-CN" altLang="en-US" sz="2400" b="1" dirty="0">
                <a:solidFill>
                  <a:srgbClr val="0000FF"/>
                </a:solidFill>
                <a:latin typeface="Times New Roman" panose="02020603050405020304" pitchFamily="18" charset="0"/>
                <a:ea typeface="宋体" panose="02010600030101010101" pitchFamily="2" charset="-122"/>
              </a:rPr>
              <a:t>值：</a:t>
            </a:r>
          </a:p>
          <a:p>
            <a:pPr indent="269875" algn="just">
              <a:lnSpc>
                <a:spcPct val="140000"/>
              </a:lnSpc>
            </a:pPr>
            <a:r>
              <a:rPr lang="zh-CN" altLang="en-US" sz="2400" b="1" dirty="0">
                <a:solidFill>
                  <a:srgbClr val="0000FF"/>
                </a:solidFill>
                <a:latin typeface="Times New Roman" panose="02020603050405020304" pitchFamily="18" charset="0"/>
                <a:ea typeface="宋体" panose="02010600030101010101" pitchFamily="2" charset="-122"/>
              </a:rPr>
              <a:t>                         </a:t>
            </a:r>
            <a:r>
              <a:rPr lang="en-US" altLang="zh-CN" sz="2400" b="1" dirty="0">
                <a:solidFill>
                  <a:srgbClr val="FF0000"/>
                </a:solidFill>
                <a:latin typeface="Times New Roman" panose="02020603050405020304" pitchFamily="18" charset="0"/>
                <a:ea typeface="宋体" panose="02010600030101010101" pitchFamily="2" charset="-122"/>
              </a:rPr>
              <a:t>X</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2</a:t>
            </a:r>
            <a:r>
              <a:rPr lang="en-US" altLang="zh-CN" sz="2400" b="1" baseline="30000" dirty="0">
                <a:solidFill>
                  <a:srgbClr val="FF0000"/>
                </a:solidFill>
                <a:latin typeface="Times New Roman" panose="02020603050405020304" pitchFamily="18" charset="0"/>
                <a:ea typeface="宋体" panose="02010600030101010101" pitchFamily="2" charset="-122"/>
              </a:rPr>
              <a:t>16</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N</a:t>
            </a:r>
            <a:r>
              <a:rPr lang="zh-CN" altLang="en-US" sz="2400" b="1" dirty="0">
                <a:solidFill>
                  <a:srgbClr val="0000FF"/>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0000FF"/>
                </a:solidFill>
                <a:latin typeface="Times New Roman" panose="02020603050405020304" pitchFamily="18" charset="0"/>
                <a:ea typeface="宋体" panose="02010600030101010101" pitchFamily="2" charset="-122"/>
              </a:rPr>
              <a:t>      计数的长度范围为</a:t>
            </a:r>
            <a:r>
              <a:rPr lang="en-US" altLang="zh-CN" sz="2400" b="1" dirty="0">
                <a:solidFill>
                  <a:srgbClr val="0000FF"/>
                </a:solidFill>
                <a:latin typeface="Times New Roman" panose="02020603050405020304" pitchFamily="18" charset="0"/>
                <a:ea typeface="宋体" panose="02010600030101010101" pitchFamily="2" charset="-122"/>
              </a:rPr>
              <a:t>1</a:t>
            </a: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65536</a:t>
            </a:r>
            <a:r>
              <a:rPr lang="zh-CN" altLang="en-US" sz="2400" b="1" dirty="0">
                <a:solidFill>
                  <a:srgbClr val="0000FF"/>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p:txBody>
      </p:sp>
      <p:sp>
        <p:nvSpPr>
          <p:cNvPr id="173059" name="Rectangle 3"/>
          <p:cNvSpPr/>
          <p:nvPr/>
        </p:nvSpPr>
        <p:spPr>
          <a:xfrm>
            <a:off x="323850" y="3213100"/>
            <a:ext cx="8610600" cy="3159125"/>
          </a:xfrm>
          <a:prstGeom prst="rect">
            <a:avLst/>
          </a:prstGeom>
          <a:solidFill>
            <a:srgbClr val="FFFF99"/>
          </a:solidFill>
          <a:ln w="9525">
            <a:noFill/>
          </a:ln>
        </p:spPr>
        <p:txBody>
          <a:bodyPr anchor="t" anchorCtr="0">
            <a:spAutoFit/>
          </a:bodyPr>
          <a:lstStyle/>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）当工作于定时状态时，</a:t>
            </a: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若</a:t>
            </a:r>
            <a:r>
              <a:rPr lang="zh-CN" altLang="en-US" sz="2400" b="1" dirty="0">
                <a:solidFill>
                  <a:srgbClr val="FF0000"/>
                </a:solidFill>
                <a:latin typeface="Times New Roman" panose="02020603050405020304" pitchFamily="18" charset="0"/>
                <a:ea typeface="宋体" panose="02010600030101010101" pitchFamily="2" charset="-122"/>
              </a:rPr>
              <a:t>定时时间为</a:t>
            </a:r>
            <a:r>
              <a:rPr lang="en-US" altLang="zh-CN" sz="2400" b="1" dirty="0">
                <a:solidFill>
                  <a:srgbClr val="FF0000"/>
                </a:solidFill>
                <a:latin typeface="Times New Roman" panose="02020603050405020304" pitchFamily="18" charset="0"/>
                <a:ea typeface="宋体" panose="02010600030101010101" pitchFamily="2" charset="-122"/>
              </a:rPr>
              <a:t>Tc</a:t>
            </a:r>
            <a:r>
              <a:rPr lang="zh-CN" altLang="en-US" sz="2400" b="1" dirty="0">
                <a:solidFill>
                  <a:srgbClr val="000000"/>
                </a:solidFill>
                <a:latin typeface="Times New Roman" panose="02020603050405020304" pitchFamily="18" charset="0"/>
                <a:ea typeface="宋体" panose="02010600030101010101" pitchFamily="2" charset="-122"/>
              </a:rPr>
              <a:t>，机器周期为</a:t>
            </a:r>
            <a:r>
              <a:rPr lang="en-US" altLang="zh-CN" sz="2400" b="1" dirty="0" err="1">
                <a:solidFill>
                  <a:srgbClr val="000000"/>
                </a:solidFill>
                <a:latin typeface="Times New Roman" panose="02020603050405020304" pitchFamily="18" charset="0"/>
                <a:ea typeface="宋体" panose="02010600030101010101" pitchFamily="2" charset="-122"/>
              </a:rPr>
              <a:t>Tp</a:t>
            </a:r>
            <a:endParaRPr lang="en-US" altLang="zh-CN" sz="2400" b="1" dirty="0">
              <a:solidFill>
                <a:srgbClr val="000000"/>
              </a:solidFill>
              <a:latin typeface="Times New Roman" panose="02020603050405020304" pitchFamily="18" charset="0"/>
              <a:ea typeface="宋体" panose="02010600030101010101" pitchFamily="2" charset="-122"/>
            </a:endParaRPr>
          </a:p>
          <a:p>
            <a:pPr indent="269875" algn="just" eaLnBrk="0" hangingPunct="0">
              <a:lnSpc>
                <a:spcPct val="140000"/>
              </a:lnSpc>
            </a:pP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应装入</a:t>
            </a:r>
            <a:r>
              <a:rPr lang="en-US" altLang="zh-CN" sz="2400" b="1" dirty="0">
                <a:solidFill>
                  <a:srgbClr val="000000"/>
                </a:solidFill>
                <a:latin typeface="Times New Roman" panose="02020603050405020304" pitchFamily="18" charset="0"/>
                <a:ea typeface="宋体" panose="02010600030101010101" pitchFamily="2" charset="-122"/>
              </a:rPr>
              <a:t>T0</a:t>
            </a:r>
            <a:r>
              <a:rPr lang="zh-CN" altLang="en-US" sz="2400" b="1" dirty="0">
                <a:solidFill>
                  <a:srgbClr val="000000"/>
                </a:solidFill>
                <a:latin typeface="Times New Roman" panose="02020603050405020304" pitchFamily="18" charset="0"/>
                <a:ea typeface="宋体" panose="02010600030101010101" pitchFamily="2" charset="-122"/>
              </a:rPr>
              <a:t>或</a:t>
            </a:r>
            <a:r>
              <a:rPr lang="en-US" altLang="zh-CN" sz="2400" b="1" dirty="0">
                <a:solidFill>
                  <a:srgbClr val="000000"/>
                </a:solidFill>
                <a:latin typeface="Times New Roman" panose="02020603050405020304" pitchFamily="18" charset="0"/>
                <a:ea typeface="宋体" panose="02010600030101010101" pitchFamily="2" charset="-122"/>
              </a:rPr>
              <a:t>T1</a:t>
            </a:r>
            <a:r>
              <a:rPr lang="zh-CN" altLang="en-US" sz="2400" b="1" dirty="0">
                <a:solidFill>
                  <a:srgbClr val="000000"/>
                </a:solidFill>
                <a:latin typeface="Times New Roman" panose="02020603050405020304" pitchFamily="18" charset="0"/>
                <a:ea typeface="宋体" panose="02010600030101010101" pitchFamily="2" charset="-122"/>
              </a:rPr>
              <a:t>的</a:t>
            </a:r>
            <a:r>
              <a:rPr lang="zh-CN" altLang="en-US" sz="2400" b="1" dirty="0">
                <a:solidFill>
                  <a:srgbClr val="FF0000"/>
                </a:solidFill>
                <a:latin typeface="Times New Roman" panose="02020603050405020304" pitchFamily="18" charset="0"/>
                <a:ea typeface="宋体" panose="02010600030101010101" pitchFamily="2" charset="-122"/>
              </a:rPr>
              <a:t>计数初值  </a:t>
            </a:r>
            <a:r>
              <a:rPr lang="en-US" altLang="zh-CN" sz="2400" b="1" dirty="0">
                <a:solidFill>
                  <a:srgbClr val="FF0000"/>
                </a:solidFill>
                <a:latin typeface="Times New Roman" panose="02020603050405020304" pitchFamily="18" charset="0"/>
                <a:ea typeface="宋体" panose="02010600030101010101" pitchFamily="2" charset="-122"/>
              </a:rPr>
              <a:t>X</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2</a:t>
            </a:r>
            <a:r>
              <a:rPr lang="en-US" altLang="zh-CN" sz="2400" b="1" baseline="30000" dirty="0">
                <a:solidFill>
                  <a:srgbClr val="FF0000"/>
                </a:solidFill>
                <a:latin typeface="Times New Roman" panose="02020603050405020304" pitchFamily="18" charset="0"/>
                <a:ea typeface="宋体" panose="02010600030101010101" pitchFamily="2" charset="-122"/>
              </a:rPr>
              <a:t>16</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Tc/</a:t>
            </a:r>
            <a:r>
              <a:rPr lang="en-US" altLang="zh-CN" sz="2400" b="1" dirty="0" err="1">
                <a:solidFill>
                  <a:srgbClr val="FF0000"/>
                </a:solidFill>
                <a:latin typeface="Times New Roman" panose="02020603050405020304" pitchFamily="18" charset="0"/>
                <a:ea typeface="宋体" panose="02010600030101010101" pitchFamily="2" charset="-122"/>
              </a:rPr>
              <a:t>Tp</a:t>
            </a:r>
            <a:r>
              <a:rPr lang="zh-CN" altLang="en-US" sz="2400" b="1" dirty="0">
                <a:solidFill>
                  <a:srgbClr val="000000"/>
                </a:solidFill>
                <a:latin typeface="Times New Roman" panose="02020603050405020304" pitchFamily="18" charset="0"/>
                <a:ea typeface="宋体" panose="02010600030101010101" pitchFamily="2" charset="-122"/>
              </a:rPr>
              <a:t>。</a:t>
            </a:r>
            <a:endParaRPr lang="en-US" altLang="zh-CN" sz="2400" b="1" dirty="0">
              <a:solidFill>
                <a:srgbClr val="000000"/>
              </a:solidFill>
              <a:latin typeface="Times New Roman" panose="02020603050405020304" pitchFamily="18" charset="0"/>
              <a:ea typeface="宋体" panose="02010600030101010101" pitchFamily="2" charset="-122"/>
            </a:endParaRPr>
          </a:p>
          <a:p>
            <a:pPr indent="269875" algn="just" eaLnBrk="0" hangingPunct="0">
              <a:lnSpc>
                <a:spcPct val="140000"/>
              </a:lnSpc>
            </a:pP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若</a:t>
            </a:r>
            <a:r>
              <a:rPr lang="en-US" altLang="zh-CN" sz="2400" b="1" i="1" dirty="0">
                <a:solidFill>
                  <a:srgbClr val="000000"/>
                </a:solidFill>
                <a:latin typeface="Times New Roman" panose="02020603050405020304" pitchFamily="18" charset="0"/>
                <a:ea typeface="宋体" panose="02010600030101010101" pitchFamily="2" charset="-122"/>
              </a:rPr>
              <a:t>f</a:t>
            </a:r>
            <a:r>
              <a:rPr lang="en-US" altLang="zh-CN" sz="2400" b="1" baseline="-25000" dirty="0">
                <a:solidFill>
                  <a:srgbClr val="000000"/>
                </a:solidFill>
                <a:latin typeface="Times New Roman" panose="02020603050405020304" pitchFamily="18" charset="0"/>
                <a:ea typeface="宋体" panose="02010600030101010101" pitchFamily="2" charset="-122"/>
              </a:rPr>
              <a:t>OSC</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12MHz, </a:t>
            </a:r>
            <a:r>
              <a:rPr lang="zh-CN" altLang="en-US" sz="2400" b="1" dirty="0">
                <a:solidFill>
                  <a:srgbClr val="000000"/>
                </a:solidFill>
                <a:latin typeface="Times New Roman" panose="02020603050405020304" pitchFamily="18" charset="0"/>
                <a:ea typeface="宋体" panose="02010600030101010101" pitchFamily="2" charset="-122"/>
              </a:rPr>
              <a:t>则机器周期为</a:t>
            </a:r>
            <a:r>
              <a:rPr lang="en-US" altLang="zh-CN" sz="2400" b="1" dirty="0">
                <a:solidFill>
                  <a:srgbClr val="000000"/>
                </a:solidFill>
                <a:latin typeface="Times New Roman" panose="02020603050405020304" pitchFamily="18" charset="0"/>
                <a:ea typeface="宋体" panose="02010600030101010101" pitchFamily="2" charset="-122"/>
              </a:rPr>
              <a:t>1</a:t>
            </a:r>
            <a:r>
              <a:rPr lang="en-US" altLang="zh-CN" sz="2400" b="1" dirty="0">
                <a:solidFill>
                  <a:srgbClr val="FF0000"/>
                </a:solidFill>
                <a:latin typeface="Times New Roman" panose="02020603050405020304" pitchFamily="18" charset="0"/>
                <a:ea typeface="宋体" panose="02010600030101010101" pitchFamily="2" charset="-122"/>
              </a:rPr>
              <a:t>µ</a:t>
            </a:r>
            <a:r>
              <a:rPr lang="en-US" altLang="zh-CN" sz="2400" b="1" dirty="0">
                <a:solidFill>
                  <a:srgbClr val="000000"/>
                </a:solidFill>
                <a:latin typeface="Times New Roman" panose="02020603050405020304" pitchFamily="18" charset="0"/>
                <a:ea typeface="宋体" panose="02010600030101010101" pitchFamily="2" charset="-122"/>
              </a:rPr>
              <a:t>s</a:t>
            </a:r>
            <a:endParaRPr lang="zh-CN" altLang="en-US" sz="2400" b="1" dirty="0">
              <a:solidFill>
                <a:srgbClr val="000000"/>
              </a:solidFill>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定时时间：</a:t>
            </a:r>
            <a:r>
              <a:rPr lang="en-US" altLang="zh-CN" sz="2400" b="1" dirty="0">
                <a:solidFill>
                  <a:srgbClr val="FF0000"/>
                </a:solidFill>
                <a:latin typeface="Times New Roman" panose="02020603050405020304" pitchFamily="18" charset="0"/>
                <a:ea typeface="宋体" panose="02010600030101010101" pitchFamily="2" charset="-122"/>
              </a:rPr>
              <a:t>1</a:t>
            </a:r>
            <a:r>
              <a:rPr lang="en-US" altLang="zh-CN" sz="2400" b="1" dirty="0">
                <a:solidFill>
                  <a:srgbClr val="FF0000"/>
                </a:solidFill>
                <a:latin typeface="Times New Roman" panose="02020603050405020304" pitchFamily="18" charset="0"/>
                <a:ea typeface="Times New Roman" panose="02020603050405020304" pitchFamily="18" charset="0"/>
              </a:rPr>
              <a:t>µ</a:t>
            </a:r>
            <a:r>
              <a:rPr lang="en-US" altLang="zh-CN" sz="2400" b="1" dirty="0">
                <a:solidFill>
                  <a:srgbClr val="FF0000"/>
                </a:solidFill>
                <a:latin typeface="Times New Roman" panose="02020603050405020304" pitchFamily="18" charset="0"/>
                <a:ea typeface="宋体" panose="02010600030101010101" pitchFamily="2" charset="-122"/>
              </a:rPr>
              <a:t>s</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65536µs</a:t>
            </a:r>
            <a:r>
              <a:rPr lang="zh-CN" altLang="en-US" sz="2400" b="1" dirty="0">
                <a:solidFill>
                  <a:srgbClr val="000000"/>
                </a:solidFill>
                <a:latin typeface="Times New Roman" panose="02020603050405020304" pitchFamily="18" charset="0"/>
                <a:ea typeface="宋体" panose="02010600030101010101" pitchFamily="2" charset="-122"/>
              </a:rPr>
              <a:t>。</a:t>
            </a: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1~65536</a:t>
            </a:r>
            <a:r>
              <a:rPr lang="zh-CN" altLang="en-US" sz="2400" b="1" dirty="0">
                <a:solidFill>
                  <a:srgbClr val="000000"/>
                </a:solidFill>
                <a:latin typeface="Times New Roman" panose="02020603050405020304" pitchFamily="18" charset="0"/>
                <a:ea typeface="宋体" panose="02010600030101010101" pitchFamily="2" charset="-122"/>
              </a:rPr>
              <a:t>）     </a:t>
            </a:r>
          </a:p>
        </p:txBody>
      </p:sp>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p:nvPr/>
        </p:nvSpPr>
        <p:spPr>
          <a:xfrm>
            <a:off x="250825" y="1052513"/>
            <a:ext cx="8686800" cy="2306637"/>
          </a:xfrm>
          <a:prstGeom prst="rect">
            <a:avLst/>
          </a:prstGeom>
          <a:noFill/>
          <a:ln w="9525">
            <a:noFill/>
          </a:ln>
        </p:spPr>
        <p:txBody>
          <a:bodyPr anchor="t" anchorCtr="0">
            <a:spAutoFit/>
          </a:bodyPr>
          <a:lstStyle/>
          <a:p>
            <a:pPr indent="26987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例</a:t>
            </a:r>
            <a:r>
              <a:rPr lang="en-US" altLang="zh-CN" sz="2400" b="1" dirty="0">
                <a:solidFill>
                  <a:srgbClr val="000000"/>
                </a:solidFill>
                <a:latin typeface="Times New Roman" panose="02020603050405020304" pitchFamily="18" charset="0"/>
                <a:ea typeface="宋体" panose="02010600030101010101" pitchFamily="2" charset="-122"/>
              </a:rPr>
              <a:t>6-6</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设单片机晶振频率</a:t>
            </a:r>
            <a:r>
              <a:rPr lang="en-US" altLang="zh-CN" sz="2400" b="1" i="1" dirty="0">
                <a:latin typeface="Times New Roman" panose="02020603050405020304" pitchFamily="18" charset="0"/>
                <a:ea typeface="宋体" panose="02010600030101010101" pitchFamily="2" charset="-122"/>
              </a:rPr>
              <a:t>f</a:t>
            </a:r>
            <a:r>
              <a:rPr lang="en-US" altLang="zh-CN" sz="2400" b="1" i="1" baseline="-25000" dirty="0">
                <a:latin typeface="Times New Roman" panose="02020603050405020304" pitchFamily="18" charset="0"/>
                <a:ea typeface="宋体" panose="02010600030101010101" pitchFamily="2" charset="-122"/>
              </a:rPr>
              <a:t>osc</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11.0592MHz</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P1</a:t>
            </a:r>
            <a:r>
              <a:rPr lang="zh-CN" altLang="en-US" sz="2400" b="1" dirty="0">
                <a:latin typeface="Times New Roman" panose="02020603050405020304" pitchFamily="18" charset="0"/>
                <a:ea typeface="宋体" panose="02010600030101010101" pitchFamily="2" charset="-122"/>
              </a:rPr>
              <a:t>口的每一位接一个</a:t>
            </a:r>
            <a:r>
              <a:rPr lang="en-US" altLang="zh-CN" sz="2400" b="1" dirty="0">
                <a:latin typeface="Times New Roman" panose="02020603050405020304" pitchFamily="18" charset="0"/>
                <a:ea typeface="宋体" panose="02010600030101010101" pitchFamily="2" charset="-122"/>
              </a:rPr>
              <a:t>LED</a:t>
            </a:r>
            <a:r>
              <a:rPr lang="zh-CN" altLang="en-US" sz="2400" b="1" dirty="0">
                <a:latin typeface="Times New Roman" panose="02020603050405020304" pitchFamily="18" charset="0"/>
                <a:ea typeface="宋体" panose="02010600030101010101" pitchFamily="2" charset="-122"/>
              </a:rPr>
              <a:t>，低电平使</a:t>
            </a:r>
            <a:r>
              <a:rPr lang="en-US" altLang="zh-CN" sz="2400" b="1" dirty="0">
                <a:latin typeface="Times New Roman" panose="02020603050405020304" pitchFamily="18" charset="0"/>
                <a:ea typeface="宋体" panose="02010600030101010101" pitchFamily="2" charset="-122"/>
              </a:rPr>
              <a:t>LED</a:t>
            </a:r>
            <a:r>
              <a:rPr lang="zh-CN" altLang="en-US" sz="2400" b="1" dirty="0">
                <a:latin typeface="Times New Roman" panose="02020603050405020304" pitchFamily="18" charset="0"/>
                <a:ea typeface="宋体" panose="02010600030101010101" pitchFamily="2" charset="-122"/>
              </a:rPr>
              <a:t>点亮，电路如图</a:t>
            </a:r>
            <a:r>
              <a:rPr lang="en-US" altLang="zh-CN" sz="2400" b="1" dirty="0">
                <a:latin typeface="Times New Roman" panose="02020603050405020304" pitchFamily="18" charset="0"/>
                <a:ea typeface="宋体" panose="02010600030101010101" pitchFamily="2" charset="-122"/>
              </a:rPr>
              <a:t>2-1</a:t>
            </a:r>
            <a:r>
              <a:rPr lang="zh-CN" altLang="en-US" sz="2400" b="1" dirty="0">
                <a:latin typeface="Times New Roman" panose="02020603050405020304" pitchFamily="18" charset="0"/>
                <a:ea typeface="宋体" panose="02010600030101010101" pitchFamily="2" charset="-122"/>
              </a:rPr>
              <a:t>所示。要求使</a:t>
            </a:r>
            <a:r>
              <a:rPr lang="en-US" altLang="zh-CN" sz="2400" b="1" dirty="0">
                <a:latin typeface="Times New Roman" panose="02020603050405020304" pitchFamily="18" charset="0"/>
                <a:ea typeface="宋体" panose="02010600030101010101" pitchFamily="2" charset="-122"/>
              </a:rPr>
              <a:t>LED</a:t>
            </a:r>
            <a:r>
              <a:rPr lang="zh-CN" altLang="en-US" sz="2400" b="1" dirty="0">
                <a:latin typeface="Times New Roman" panose="02020603050405020304" pitchFamily="18" charset="0"/>
                <a:ea typeface="宋体" panose="02010600030101010101" pitchFamily="2" charset="-122"/>
              </a:rPr>
              <a:t>由低位到高位依次循环点亮</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每次只亮一个</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，每个</a:t>
            </a:r>
            <a:r>
              <a:rPr lang="en-US" altLang="zh-CN" sz="2400" b="1" dirty="0">
                <a:latin typeface="Times New Roman" panose="02020603050405020304" pitchFamily="18" charset="0"/>
                <a:ea typeface="宋体" panose="02010600030101010101" pitchFamily="2" charset="-122"/>
              </a:rPr>
              <a:t>LED</a:t>
            </a:r>
            <a:r>
              <a:rPr lang="zh-CN" altLang="en-US" sz="2400" b="1" dirty="0">
                <a:latin typeface="Times New Roman" panose="02020603050405020304" pitchFamily="18" charset="0"/>
                <a:ea typeface="宋体" panose="02010600030101010101" pitchFamily="2" charset="-122"/>
              </a:rPr>
              <a:t>亮的时间是</a:t>
            </a:r>
            <a:r>
              <a:rPr lang="en-US" altLang="zh-CN" sz="2400" b="1" dirty="0">
                <a:latin typeface="Times New Roman" panose="02020603050405020304" pitchFamily="18" charset="0"/>
                <a:ea typeface="宋体" panose="02010600030101010101" pitchFamily="2" charset="-122"/>
              </a:rPr>
              <a:t>1 s</a:t>
            </a:r>
            <a:r>
              <a:rPr lang="zh-CN" altLang="en-US" sz="2400" b="1" dirty="0">
                <a:latin typeface="Times New Roman" panose="02020603050405020304" pitchFamily="18" charset="0"/>
                <a:ea typeface="宋体" panose="02010600030101010101" pitchFamily="2" charset="-122"/>
              </a:rPr>
              <a:t>。用</a:t>
            </a:r>
            <a:r>
              <a:rPr lang="en-US" altLang="zh-CN" sz="2400" b="1" dirty="0">
                <a:latin typeface="Times New Roman" panose="02020603050405020304" pitchFamily="18" charset="0"/>
                <a:ea typeface="宋体" panose="02010600030101010101" pitchFamily="2" charset="-122"/>
              </a:rPr>
              <a:t>T0</a:t>
            </a:r>
            <a:r>
              <a:rPr lang="zh-CN" altLang="en-US" sz="2400" b="1" dirty="0">
                <a:latin typeface="Times New Roman" panose="02020603050405020304" pitchFamily="18" charset="0"/>
                <a:ea typeface="宋体" panose="02010600030101010101" pitchFamily="2" charset="-122"/>
              </a:rPr>
              <a:t>的定时中断功能实现。</a:t>
            </a:r>
            <a:r>
              <a:rPr lang="zh-CN" altLang="en-US" sz="2400" dirty="0">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	</a:t>
            </a:r>
          </a:p>
        </p:txBody>
      </p:sp>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Text Box 3"/>
          <p:cNvSpPr txBox="1"/>
          <p:nvPr/>
        </p:nvSpPr>
        <p:spPr>
          <a:xfrm>
            <a:off x="250825" y="1125538"/>
            <a:ext cx="7127875" cy="603250"/>
          </a:xfrm>
          <a:prstGeom prst="rect">
            <a:avLst/>
          </a:prstGeom>
          <a:noFill/>
          <a:ln w="9525">
            <a:noFill/>
          </a:ln>
        </p:spPr>
        <p:txBody>
          <a:bodyPr anchor="t" anchorCtr="0">
            <a:spAutoFit/>
          </a:bodyPr>
          <a:lstStyle/>
          <a:p>
            <a:pPr>
              <a:lnSpc>
                <a:spcPct val="140000"/>
              </a:lnSpc>
            </a:pP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1</a:t>
            </a: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TMOD</a:t>
            </a:r>
            <a:r>
              <a:rPr lang="zh-CN" altLang="en-US" sz="2400" b="1" dirty="0">
                <a:solidFill>
                  <a:schemeClr val="accent2"/>
                </a:solidFill>
                <a:latin typeface="Times New Roman" panose="02020603050405020304" pitchFamily="18" charset="0"/>
                <a:ea typeface="宋体" panose="02010600030101010101" pitchFamily="2" charset="-122"/>
              </a:rPr>
              <a:t>寄存器初始化</a:t>
            </a:r>
            <a:endParaRPr lang="zh-CN" altLang="en-US" sz="2400" dirty="0">
              <a:solidFill>
                <a:schemeClr val="accent2"/>
              </a:solidFill>
              <a:latin typeface="Times New Roman" panose="02020603050405020304" pitchFamily="18" charset="0"/>
              <a:ea typeface="宋体" panose="02010600030101010101" pitchFamily="2" charset="-122"/>
            </a:endParaRPr>
          </a:p>
        </p:txBody>
      </p:sp>
      <p:graphicFrame>
        <p:nvGraphicFramePr>
          <p:cNvPr id="92163" name="内容占位符 92162"/>
          <p:cNvGraphicFramePr>
            <a:graphicFrameLocks noGrp="1"/>
          </p:cNvGraphicFramePr>
          <p:nvPr>
            <p:ph/>
          </p:nvPr>
        </p:nvGraphicFramePr>
        <p:xfrm>
          <a:off x="179388" y="2420938"/>
          <a:ext cx="8532813" cy="1811338"/>
        </p:xfrm>
        <a:graphic>
          <a:graphicData uri="http://schemas.openxmlformats.org/drawingml/2006/table">
            <a:tbl>
              <a:tblPr/>
              <a:tblGrid>
                <a:gridCol w="1368425">
                  <a:extLst>
                    <a:ext uri="{9D8B030D-6E8A-4147-A177-3AD203B41FA5}">
                      <a16:colId xmlns:a16="http://schemas.microsoft.com/office/drawing/2014/main" val="20000"/>
                    </a:ext>
                  </a:extLst>
                </a:gridCol>
                <a:gridCol w="1152525">
                  <a:extLst>
                    <a:ext uri="{9D8B030D-6E8A-4147-A177-3AD203B41FA5}">
                      <a16:colId xmlns:a16="http://schemas.microsoft.com/office/drawing/2014/main" val="20001"/>
                    </a:ext>
                  </a:extLst>
                </a:gridCol>
                <a:gridCol w="792163">
                  <a:extLst>
                    <a:ext uri="{9D8B030D-6E8A-4147-A177-3AD203B41FA5}">
                      <a16:colId xmlns:a16="http://schemas.microsoft.com/office/drawing/2014/main" val="20002"/>
                    </a:ext>
                  </a:extLst>
                </a:gridCol>
                <a:gridCol w="720725">
                  <a:extLst>
                    <a:ext uri="{9D8B030D-6E8A-4147-A177-3AD203B41FA5}">
                      <a16:colId xmlns:a16="http://schemas.microsoft.com/office/drawing/2014/main" val="20003"/>
                    </a:ext>
                  </a:extLst>
                </a:gridCol>
                <a:gridCol w="792162">
                  <a:extLst>
                    <a:ext uri="{9D8B030D-6E8A-4147-A177-3AD203B41FA5}">
                      <a16:colId xmlns:a16="http://schemas.microsoft.com/office/drawing/2014/main" val="20004"/>
                    </a:ext>
                  </a:extLst>
                </a:gridCol>
                <a:gridCol w="1150938">
                  <a:extLst>
                    <a:ext uri="{9D8B030D-6E8A-4147-A177-3AD203B41FA5}">
                      <a16:colId xmlns:a16="http://schemas.microsoft.com/office/drawing/2014/main" val="20005"/>
                    </a:ext>
                  </a:extLst>
                </a:gridCol>
                <a:gridCol w="865187">
                  <a:extLst>
                    <a:ext uri="{9D8B030D-6E8A-4147-A177-3AD203B41FA5}">
                      <a16:colId xmlns:a16="http://schemas.microsoft.com/office/drawing/2014/main" val="20006"/>
                    </a:ext>
                  </a:extLst>
                </a:gridCol>
                <a:gridCol w="792163">
                  <a:extLst>
                    <a:ext uri="{9D8B030D-6E8A-4147-A177-3AD203B41FA5}">
                      <a16:colId xmlns:a16="http://schemas.microsoft.com/office/drawing/2014/main" val="20007"/>
                    </a:ext>
                  </a:extLst>
                </a:gridCol>
                <a:gridCol w="898525">
                  <a:extLst>
                    <a:ext uri="{9D8B030D-6E8A-4147-A177-3AD203B41FA5}">
                      <a16:colId xmlns:a16="http://schemas.microsoft.com/office/drawing/2014/main" val="20008"/>
                    </a:ext>
                  </a:extLst>
                </a:gridCol>
              </a:tblGrid>
              <a:tr h="542925">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zh-CN" altLang="en-US" sz="1800" b="1" dirty="0">
                          <a:latin typeface="Times New Roman" panose="02020603050405020304" pitchFamily="18" charset="0"/>
                        </a:rPr>
                        <a:t>位序号</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  D7</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D6</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D5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D4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  D3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D2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D1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D0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5000">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zh-CN" altLang="en-US" sz="1800" b="1" dirty="0">
                          <a:latin typeface="Times New Roman" panose="02020603050405020304" pitchFamily="18" charset="0"/>
                        </a:rPr>
                        <a:t>位符号</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GATE</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C/T</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M1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M0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GATE</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C/T</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M1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M0</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341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endParaRPr lang="zh-CN" altLang="zh-CN" sz="1800" b="1" dirty="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solidFill>
                            <a:srgbClr val="FF5050"/>
                          </a:solidFill>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solidFill>
                            <a:srgbClr val="FF5050"/>
                          </a:solidFill>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solidFill>
                            <a:srgbClr val="FF5050"/>
                          </a:solidFill>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solidFill>
                            <a:srgbClr val="FF5050"/>
                          </a:solidFill>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1800" b="1" dirty="0">
                          <a:latin typeface="Times New Roman" panose="02020603050405020304" pitchFamily="18" charset="0"/>
                        </a:rPr>
                        <a:t>1</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76174" name="Line 46"/>
          <p:cNvSpPr/>
          <p:nvPr/>
        </p:nvSpPr>
        <p:spPr>
          <a:xfrm>
            <a:off x="3027363" y="3068638"/>
            <a:ext cx="152400" cy="0"/>
          </a:xfrm>
          <a:prstGeom prst="line">
            <a:avLst/>
          </a:prstGeom>
          <a:ln w="9525" cap="flat" cmpd="sng">
            <a:solidFill>
              <a:schemeClr val="tx1"/>
            </a:solidFill>
            <a:prstDash val="solid"/>
            <a:round/>
            <a:headEnd type="none" w="med" len="med"/>
            <a:tailEnd type="none" w="med" len="med"/>
          </a:ln>
        </p:spPr>
      </p:sp>
      <p:sp>
        <p:nvSpPr>
          <p:cNvPr id="176175" name="Line 47"/>
          <p:cNvSpPr/>
          <p:nvPr/>
        </p:nvSpPr>
        <p:spPr>
          <a:xfrm>
            <a:off x="6473825" y="3068638"/>
            <a:ext cx="152400" cy="0"/>
          </a:xfrm>
          <a:prstGeom prst="line">
            <a:avLst/>
          </a:prstGeom>
          <a:ln w="9525" cap="flat" cmpd="sng">
            <a:solidFill>
              <a:schemeClr val="tx1"/>
            </a:solidFill>
            <a:prstDash val="solid"/>
            <a:round/>
            <a:headEnd type="none" w="med" len="med"/>
            <a:tailEnd type="none" w="med" len="med"/>
          </a:ln>
        </p:spPr>
      </p:sp>
      <p:sp>
        <p:nvSpPr>
          <p:cNvPr id="176176" name="Text Box 48"/>
          <p:cNvSpPr txBox="1"/>
          <p:nvPr/>
        </p:nvSpPr>
        <p:spPr>
          <a:xfrm>
            <a:off x="1835150" y="5229225"/>
            <a:ext cx="3241675" cy="457200"/>
          </a:xfrm>
          <a:prstGeom prst="rect">
            <a:avLst/>
          </a:prstGeom>
          <a:noFill/>
          <a:ln w="9525">
            <a:noFill/>
          </a:ln>
        </p:spPr>
        <p:txBody>
          <a:bodyPr anchor="t" anchorCtr="0">
            <a:spAutoFit/>
          </a:bodyPr>
          <a:lstStyle/>
          <a:p>
            <a:pPr>
              <a:spcBef>
                <a:spcPct val="50000"/>
              </a:spcBef>
            </a:pPr>
            <a:r>
              <a:rPr lang="zh-CN" altLang="en-US" sz="2400" b="1" dirty="0">
                <a:solidFill>
                  <a:srgbClr val="FF0000"/>
                </a:solidFill>
                <a:latin typeface="Times New Roman" panose="02020603050405020304" pitchFamily="18" charset="0"/>
                <a:ea typeface="宋体" panose="02010600030101010101" pitchFamily="2" charset="-122"/>
              </a:rPr>
              <a:t>所以：</a:t>
            </a:r>
            <a:r>
              <a:rPr lang="en-US" altLang="zh-CN" sz="2400" b="1" dirty="0">
                <a:solidFill>
                  <a:srgbClr val="FF0000"/>
                </a:solidFill>
                <a:latin typeface="Times New Roman" panose="02020603050405020304" pitchFamily="18" charset="0"/>
                <a:ea typeface="宋体" panose="02010600030101010101" pitchFamily="2" charset="-122"/>
              </a:rPr>
              <a:t>TMOD</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1</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89A170FE-34A5-D2B5-C13F-FE5E6AF7B658}"/>
                  </a:ext>
                </a:extLst>
              </p14:cNvPr>
              <p14:cNvContentPartPr/>
              <p14:nvPr/>
            </p14:nvContentPartPr>
            <p14:xfrm>
              <a:off x="7143400" y="3983470"/>
              <a:ext cx="840240" cy="87120"/>
            </p14:xfrm>
          </p:contentPart>
        </mc:Choice>
        <mc:Fallback xmlns="">
          <p:pic>
            <p:nvPicPr>
              <p:cNvPr id="2" name="墨迹 1">
                <a:extLst>
                  <a:ext uri="{FF2B5EF4-FFF2-40B4-BE49-F238E27FC236}">
                    <a16:creationId xmlns:a16="http://schemas.microsoft.com/office/drawing/2014/main" id="{89A170FE-34A5-D2B5-C13F-FE5E6AF7B658}"/>
                  </a:ext>
                </a:extLst>
              </p:cNvPr>
              <p:cNvPicPr/>
              <p:nvPr/>
            </p:nvPicPr>
            <p:blipFill>
              <a:blip r:embed="rId3"/>
              <a:stretch>
                <a:fillRect/>
              </a:stretch>
            </p:blipFill>
            <p:spPr>
              <a:xfrm>
                <a:off x="7125760" y="3965470"/>
                <a:ext cx="87588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6993ED9A-3A4E-420C-6A78-6AF273333EF6}"/>
                  </a:ext>
                </a:extLst>
              </p14:cNvPr>
              <p14:cNvContentPartPr/>
              <p14:nvPr/>
            </p14:nvContentPartPr>
            <p14:xfrm>
              <a:off x="5200480" y="4044310"/>
              <a:ext cx="3061080" cy="58320"/>
            </p14:xfrm>
          </p:contentPart>
        </mc:Choice>
        <mc:Fallback xmlns="">
          <p:pic>
            <p:nvPicPr>
              <p:cNvPr id="3" name="墨迹 2">
                <a:extLst>
                  <a:ext uri="{FF2B5EF4-FFF2-40B4-BE49-F238E27FC236}">
                    <a16:creationId xmlns:a16="http://schemas.microsoft.com/office/drawing/2014/main" id="{6993ED9A-3A4E-420C-6A78-6AF273333EF6}"/>
                  </a:ext>
                </a:extLst>
              </p:cNvPr>
              <p:cNvPicPr/>
              <p:nvPr/>
            </p:nvPicPr>
            <p:blipFill>
              <a:blip r:embed="rId5"/>
              <a:stretch>
                <a:fillRect/>
              </a:stretch>
            </p:blipFill>
            <p:spPr>
              <a:xfrm>
                <a:off x="5182840" y="4026310"/>
                <a:ext cx="309672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2A501CF9-03BF-B935-DDE5-E4A16629D58C}"/>
                  </a:ext>
                </a:extLst>
              </p14:cNvPr>
              <p14:cNvContentPartPr/>
              <p14:nvPr/>
            </p14:nvContentPartPr>
            <p14:xfrm>
              <a:off x="3193840" y="5568910"/>
              <a:ext cx="265680" cy="252360"/>
            </p14:xfrm>
          </p:contentPart>
        </mc:Choice>
        <mc:Fallback xmlns="">
          <p:pic>
            <p:nvPicPr>
              <p:cNvPr id="4" name="墨迹 3">
                <a:extLst>
                  <a:ext uri="{FF2B5EF4-FFF2-40B4-BE49-F238E27FC236}">
                    <a16:creationId xmlns:a16="http://schemas.microsoft.com/office/drawing/2014/main" id="{2A501CF9-03BF-B935-DDE5-E4A16629D58C}"/>
                  </a:ext>
                </a:extLst>
              </p:cNvPr>
              <p:cNvPicPr/>
              <p:nvPr/>
            </p:nvPicPr>
            <p:blipFill>
              <a:blip r:embed="rId7"/>
              <a:stretch>
                <a:fillRect/>
              </a:stretch>
            </p:blipFill>
            <p:spPr>
              <a:xfrm>
                <a:off x="3176200" y="5550910"/>
                <a:ext cx="301320" cy="288000"/>
              </a:xfrm>
              <a:prstGeom prst="rect">
                <a:avLst/>
              </a:prstGeom>
            </p:spPr>
          </p:pic>
        </mc:Fallback>
      </mc:AlternateContent>
    </p:spTree>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p:cNvSpPr txBox="1"/>
          <p:nvPr/>
        </p:nvSpPr>
        <p:spPr>
          <a:xfrm>
            <a:off x="323850" y="1557338"/>
            <a:ext cx="8820150" cy="2136775"/>
          </a:xfrm>
          <a:prstGeom prst="rect">
            <a:avLst/>
          </a:prstGeom>
          <a:noFill/>
          <a:ln w="9525">
            <a:noFill/>
          </a:ln>
        </p:spPr>
        <p:txBody>
          <a:bodyPr anchor="t" anchorCtr="0">
            <a:spAutoFit/>
          </a:bodyPr>
          <a:lstStyle/>
          <a:p>
            <a:pPr>
              <a:lnSpc>
                <a:spcPct val="140000"/>
              </a:lnSpc>
            </a:pPr>
            <a:r>
              <a:rPr lang="zh-CN" altLang="en-US" sz="2400" b="1" dirty="0">
                <a:solidFill>
                  <a:schemeClr val="accent2"/>
                </a:solidFill>
                <a:latin typeface="Times New Roman" panose="02020603050405020304" pitchFamily="18" charset="0"/>
                <a:ea typeface="宋体" panose="02010600030101010101" pitchFamily="2" charset="-122"/>
              </a:rPr>
              <a:t>（</a:t>
            </a:r>
            <a:r>
              <a:rPr lang="en-US" altLang="zh-CN" sz="2400" b="1" dirty="0">
                <a:solidFill>
                  <a:schemeClr val="accent2"/>
                </a:solidFill>
                <a:latin typeface="Times New Roman" panose="02020603050405020304" pitchFamily="18" charset="0"/>
                <a:ea typeface="宋体" panose="02010600030101010101" pitchFamily="2" charset="-122"/>
              </a:rPr>
              <a:t>1</a:t>
            </a:r>
            <a:r>
              <a:rPr lang="zh-CN" altLang="en-US" sz="2400" b="1" dirty="0">
                <a:solidFill>
                  <a:schemeClr val="accent2"/>
                </a:solidFill>
                <a:latin typeface="Times New Roman" panose="02020603050405020304" pitchFamily="18" charset="0"/>
                <a:ea typeface="宋体" panose="02010600030101010101" pitchFamily="2" charset="-122"/>
              </a:rPr>
              <a:t>）计算计数初值</a:t>
            </a:r>
            <a:r>
              <a:rPr lang="en-US" altLang="zh-CN" sz="2400" b="1" dirty="0">
                <a:solidFill>
                  <a:schemeClr val="accent2"/>
                </a:solidFill>
                <a:latin typeface="Times New Roman" panose="02020603050405020304" pitchFamily="18" charset="0"/>
                <a:ea typeface="宋体" panose="02010600030101010101" pitchFamily="2" charset="-122"/>
              </a:rPr>
              <a:t>X</a:t>
            </a:r>
            <a:endParaRPr lang="en-US" altLang="zh-CN" sz="2400" dirty="0">
              <a:solidFill>
                <a:schemeClr val="accent2"/>
              </a:solidFill>
              <a:latin typeface="Times New Roman" panose="02020603050405020304" pitchFamily="18" charset="0"/>
              <a:ea typeface="宋体" panose="02010600030101010101" pitchFamily="2" charset="-122"/>
            </a:endParaRPr>
          </a:p>
          <a:p>
            <a:pPr>
              <a:lnSpc>
                <a:spcPct val="140000"/>
              </a:lnSpc>
            </a:pP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设定时时间＝</a:t>
            </a:r>
            <a:r>
              <a:rPr lang="en-US" altLang="zh-CN" sz="2400" b="1" dirty="0">
                <a:solidFill>
                  <a:srgbClr val="000000"/>
                </a:solidFill>
                <a:latin typeface="Times New Roman" panose="02020603050405020304" pitchFamily="18" charset="0"/>
                <a:ea typeface="宋体" panose="02010600030101010101" pitchFamily="2" charset="-122"/>
              </a:rPr>
              <a:t>50ms</a:t>
            </a:r>
            <a:r>
              <a:rPr lang="zh-CN" altLang="en-US" sz="2400" b="1" dirty="0">
                <a:solidFill>
                  <a:srgbClr val="000000"/>
                </a:solidFill>
                <a:latin typeface="Times New Roman" panose="02020603050405020304" pitchFamily="18" charset="0"/>
                <a:ea typeface="宋体" panose="02010600030101010101" pitchFamily="2" charset="-122"/>
              </a:rPr>
              <a:t>，则：</a:t>
            </a:r>
            <a:endParaRPr lang="zh-CN" altLang="en-US" sz="2400" dirty="0">
              <a:latin typeface="Times New Roman" panose="02020603050405020304" pitchFamily="18" charset="0"/>
              <a:ea typeface="宋体" panose="02010600030101010101" pitchFamily="2" charset="-122"/>
            </a:endParaRPr>
          </a:p>
          <a:p>
            <a:pPr>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得：    </a:t>
            </a:r>
            <a:r>
              <a:rPr lang="en-US" altLang="zh-CN" sz="2400" b="1" dirty="0">
                <a:solidFill>
                  <a:srgbClr val="000000"/>
                </a:solidFill>
                <a:latin typeface="Times New Roman" panose="02020603050405020304" pitchFamily="18" charset="0"/>
                <a:ea typeface="宋体" panose="02010600030101010101" pitchFamily="2" charset="-122"/>
              </a:rPr>
              <a:t>X</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65536-50000</a:t>
            </a:r>
            <a:r>
              <a:rPr lang="el-GR" altLang="zh-CN" sz="2400" b="1" dirty="0">
                <a:solidFill>
                  <a:srgbClr val="000000"/>
                </a:solidFill>
                <a:latin typeface="Times New Roman" panose="02020603050405020304" pitchFamily="18" charset="0"/>
                <a:ea typeface="宋体" panose="02010600030101010101" pitchFamily="2" charset="-122"/>
              </a:rPr>
              <a:t>μ</a:t>
            </a:r>
            <a:r>
              <a:rPr lang="en-US" altLang="zh-CN" sz="2400" b="1" dirty="0">
                <a:solidFill>
                  <a:srgbClr val="000000"/>
                </a:solidFill>
                <a:latin typeface="Times New Roman" panose="02020603050405020304" pitchFamily="18" charset="0"/>
                <a:ea typeface="宋体" panose="02010600030101010101" pitchFamily="2" charset="-122"/>
              </a:rPr>
              <a:t>s/1.085</a:t>
            </a:r>
            <a:r>
              <a:rPr lang="el-GR" altLang="zh-CN" sz="2400" b="1" dirty="0">
                <a:solidFill>
                  <a:srgbClr val="000000"/>
                </a:solidFill>
                <a:latin typeface="Times New Roman" panose="02020603050405020304" pitchFamily="18" charset="0"/>
                <a:ea typeface="宋体" panose="02010600030101010101" pitchFamily="2" charset="-122"/>
              </a:rPr>
              <a:t>μ</a:t>
            </a:r>
            <a:r>
              <a:rPr lang="en-US" altLang="zh-CN" sz="2400" b="1" dirty="0">
                <a:solidFill>
                  <a:srgbClr val="000000"/>
                </a:solidFill>
                <a:latin typeface="Times New Roman" panose="02020603050405020304" pitchFamily="18" charset="0"/>
                <a:ea typeface="宋体" panose="02010600030101010101" pitchFamily="2" charset="-122"/>
              </a:rPr>
              <a:t>s =</a:t>
            </a:r>
            <a:r>
              <a:rPr lang="en-US" altLang="zh-CN" sz="2400" b="1" dirty="0">
                <a:latin typeface="Times New Roman" panose="02020603050405020304" pitchFamily="18" charset="0"/>
                <a:ea typeface="宋体" panose="02010600030101010101" pitchFamily="2" charset="-122"/>
              </a:rPr>
              <a:t>19453 = 4BFDH</a:t>
            </a:r>
            <a:r>
              <a:rPr lang="en-US" altLang="zh-CN" sz="2400" dirty="0">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a:t>
            </a:r>
          </a:p>
          <a:p>
            <a:pPr>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则：   </a:t>
            </a:r>
            <a:r>
              <a:rPr lang="en-US" altLang="zh-CN" sz="2400" b="1" dirty="0">
                <a:solidFill>
                  <a:srgbClr val="FF0000"/>
                </a:solidFill>
                <a:latin typeface="Times New Roman" panose="02020603050405020304" pitchFamily="18" charset="0"/>
                <a:ea typeface="宋体" panose="02010600030101010101" pitchFamily="2" charset="-122"/>
              </a:rPr>
              <a:t>TH0</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4BH</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TL0</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0FDH</a:t>
            </a:r>
            <a:r>
              <a:rPr lang="zh-CN" altLang="en-US" sz="2400" b="1" dirty="0">
                <a:solidFill>
                  <a:srgbClr val="FF0000"/>
                </a:solidFill>
                <a:latin typeface="Times New Roman" panose="02020603050405020304" pitchFamily="18" charset="0"/>
                <a:ea typeface="宋体" panose="02010600030101010101" pitchFamily="2" charset="-122"/>
              </a:rPr>
              <a:t>。</a:t>
            </a:r>
          </a:p>
        </p:txBody>
      </p:sp>
      <p:sp>
        <p:nvSpPr>
          <p:cNvPr id="86018" name="Text Box 49"/>
          <p:cNvSpPr txBox="1"/>
          <p:nvPr/>
        </p:nvSpPr>
        <p:spPr>
          <a:xfrm>
            <a:off x="684213" y="4292600"/>
            <a:ext cx="6769100" cy="457200"/>
          </a:xfrm>
          <a:prstGeom prst="rect">
            <a:avLst/>
          </a:prstGeom>
          <a:solidFill>
            <a:srgbClr val="FFCC99"/>
          </a:solidFill>
          <a:ln w="9525">
            <a:noFill/>
          </a:ln>
        </p:spPr>
        <p:txBody>
          <a:bodyPr anchor="t" anchorCtr="0">
            <a:spAutoFit/>
          </a:bodyPr>
          <a:lstStyle/>
          <a:p>
            <a:pPr>
              <a:spcBef>
                <a:spcPct val="50000"/>
              </a:spcBef>
            </a:pPr>
            <a:r>
              <a:rPr lang="en-US" altLang="zh-CN" sz="2400" b="1" dirty="0">
                <a:latin typeface="Times New Roman" panose="02020603050405020304" pitchFamily="18" charset="0"/>
                <a:ea typeface="宋体" panose="02010600030101010101" pitchFamily="2" charset="-122"/>
              </a:rPr>
              <a:t>C</a:t>
            </a:r>
            <a:r>
              <a:rPr lang="zh-CN" altLang="en-US" sz="2400" b="1" dirty="0">
                <a:latin typeface="Times New Roman" panose="02020603050405020304" pitchFamily="18" charset="0"/>
                <a:ea typeface="宋体" panose="02010600030101010101" pitchFamily="2" charset="-122"/>
              </a:rPr>
              <a:t>语言：  </a:t>
            </a:r>
            <a:r>
              <a:rPr lang="en-US" altLang="zh-CN" sz="2400" b="1" dirty="0">
                <a:latin typeface="Times New Roman" panose="02020603050405020304" pitchFamily="18" charset="0"/>
                <a:ea typeface="宋体" panose="02010600030101010101" pitchFamily="2" charset="-122"/>
              </a:rPr>
              <a:t>TH0=19453/256;  TL0=19453%256;</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23AFCF95-2216-A363-0BAC-7C9060BA6A9A}"/>
                  </a:ext>
                </a:extLst>
              </p14:cNvPr>
              <p14:cNvContentPartPr/>
              <p14:nvPr/>
            </p14:nvContentPartPr>
            <p14:xfrm>
              <a:off x="1174600" y="2158630"/>
              <a:ext cx="2591640" cy="451800"/>
            </p14:xfrm>
          </p:contentPart>
        </mc:Choice>
        <mc:Fallback xmlns="">
          <p:pic>
            <p:nvPicPr>
              <p:cNvPr id="2" name="墨迹 1">
                <a:extLst>
                  <a:ext uri="{FF2B5EF4-FFF2-40B4-BE49-F238E27FC236}">
                    <a16:creationId xmlns:a16="http://schemas.microsoft.com/office/drawing/2014/main" id="{23AFCF95-2216-A363-0BAC-7C9060BA6A9A}"/>
                  </a:ext>
                </a:extLst>
              </p:cNvPr>
              <p:cNvPicPr/>
              <p:nvPr/>
            </p:nvPicPr>
            <p:blipFill>
              <a:blip r:embed="rId3"/>
              <a:stretch>
                <a:fillRect/>
              </a:stretch>
            </p:blipFill>
            <p:spPr>
              <a:xfrm>
                <a:off x="1156960" y="2140630"/>
                <a:ext cx="2627280" cy="487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5178EDF6-8621-0653-B95A-29B3999CDB52}"/>
                  </a:ext>
                </a:extLst>
              </p14:cNvPr>
              <p14:cNvContentPartPr/>
              <p14:nvPr/>
            </p14:nvContentPartPr>
            <p14:xfrm>
              <a:off x="3052360" y="2599270"/>
              <a:ext cx="175320" cy="208440"/>
            </p14:xfrm>
          </p:contentPart>
        </mc:Choice>
        <mc:Fallback xmlns="">
          <p:pic>
            <p:nvPicPr>
              <p:cNvPr id="3" name="墨迹 2">
                <a:extLst>
                  <a:ext uri="{FF2B5EF4-FFF2-40B4-BE49-F238E27FC236}">
                    <a16:creationId xmlns:a16="http://schemas.microsoft.com/office/drawing/2014/main" id="{5178EDF6-8621-0653-B95A-29B3999CDB52}"/>
                  </a:ext>
                </a:extLst>
              </p:cNvPr>
              <p:cNvPicPr/>
              <p:nvPr/>
            </p:nvPicPr>
            <p:blipFill>
              <a:blip r:embed="rId5"/>
              <a:stretch>
                <a:fillRect/>
              </a:stretch>
            </p:blipFill>
            <p:spPr>
              <a:xfrm>
                <a:off x="3034720" y="2581630"/>
                <a:ext cx="210960" cy="244080"/>
              </a:xfrm>
              <a:prstGeom prst="rect">
                <a:avLst/>
              </a:prstGeom>
            </p:spPr>
          </p:pic>
        </mc:Fallback>
      </mc:AlternateContent>
      <p:grpSp>
        <p:nvGrpSpPr>
          <p:cNvPr id="10" name="组合 9">
            <a:extLst>
              <a:ext uri="{FF2B5EF4-FFF2-40B4-BE49-F238E27FC236}">
                <a16:creationId xmlns:a16="http://schemas.microsoft.com/office/drawing/2014/main" id="{1DD7A904-7F65-EEE6-A108-0E3B33B829E0}"/>
              </a:ext>
            </a:extLst>
          </p:cNvPr>
          <p:cNvGrpSpPr/>
          <p:nvPr/>
        </p:nvGrpSpPr>
        <p:grpSpPr>
          <a:xfrm>
            <a:off x="4558960" y="603070"/>
            <a:ext cx="1496880" cy="946440"/>
            <a:chOff x="4558960" y="603070"/>
            <a:chExt cx="1496880" cy="946440"/>
          </a:xfrm>
        </p:grpSpPr>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A05CDFF7-776B-B3F8-A0F4-FAE2F140A75F}"/>
                    </a:ext>
                  </a:extLst>
                </p14:cNvPr>
                <p14:cNvContentPartPr/>
                <p14:nvPr/>
              </p14:nvContentPartPr>
              <p14:xfrm>
                <a:off x="4994920" y="603070"/>
                <a:ext cx="269280" cy="528840"/>
              </p14:xfrm>
            </p:contentPart>
          </mc:Choice>
          <mc:Fallback xmlns="">
            <p:pic>
              <p:nvPicPr>
                <p:cNvPr id="4" name="墨迹 3">
                  <a:extLst>
                    <a:ext uri="{FF2B5EF4-FFF2-40B4-BE49-F238E27FC236}">
                      <a16:creationId xmlns:a16="http://schemas.microsoft.com/office/drawing/2014/main" id="{A05CDFF7-776B-B3F8-A0F4-FAE2F140A75F}"/>
                    </a:ext>
                  </a:extLst>
                </p:cNvPr>
                <p:cNvPicPr/>
                <p:nvPr/>
              </p:nvPicPr>
              <p:blipFill>
                <a:blip r:embed="rId7"/>
                <a:stretch>
                  <a:fillRect/>
                </a:stretch>
              </p:blipFill>
              <p:spPr>
                <a:xfrm>
                  <a:off x="4976920" y="585430"/>
                  <a:ext cx="304920" cy="564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AF75F20F-331B-350F-A342-C2259297E695}"/>
                    </a:ext>
                  </a:extLst>
                </p14:cNvPr>
                <p14:cNvContentPartPr/>
                <p14:nvPr/>
              </p14:nvContentPartPr>
              <p14:xfrm>
                <a:off x="5212000" y="856870"/>
                <a:ext cx="111600" cy="426240"/>
              </p14:xfrm>
            </p:contentPart>
          </mc:Choice>
          <mc:Fallback xmlns="">
            <p:pic>
              <p:nvPicPr>
                <p:cNvPr id="5" name="墨迹 4">
                  <a:extLst>
                    <a:ext uri="{FF2B5EF4-FFF2-40B4-BE49-F238E27FC236}">
                      <a16:creationId xmlns:a16="http://schemas.microsoft.com/office/drawing/2014/main" id="{AF75F20F-331B-350F-A342-C2259297E695}"/>
                    </a:ext>
                  </a:extLst>
                </p:cNvPr>
                <p:cNvPicPr/>
                <p:nvPr/>
              </p:nvPicPr>
              <p:blipFill>
                <a:blip r:embed="rId9"/>
                <a:stretch>
                  <a:fillRect/>
                </a:stretch>
              </p:blipFill>
              <p:spPr>
                <a:xfrm>
                  <a:off x="5194000" y="839230"/>
                  <a:ext cx="14724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33E7DC9F-3626-AF4F-2647-732C80C4514A}"/>
                    </a:ext>
                  </a:extLst>
                </p14:cNvPr>
                <p14:cNvContentPartPr/>
                <p14:nvPr/>
              </p14:nvContentPartPr>
              <p14:xfrm>
                <a:off x="5321080" y="975670"/>
                <a:ext cx="141120" cy="91080"/>
              </p14:xfrm>
            </p:contentPart>
          </mc:Choice>
          <mc:Fallback xmlns="">
            <p:pic>
              <p:nvPicPr>
                <p:cNvPr id="6" name="墨迹 5">
                  <a:extLst>
                    <a:ext uri="{FF2B5EF4-FFF2-40B4-BE49-F238E27FC236}">
                      <a16:creationId xmlns:a16="http://schemas.microsoft.com/office/drawing/2014/main" id="{33E7DC9F-3626-AF4F-2647-732C80C4514A}"/>
                    </a:ext>
                  </a:extLst>
                </p:cNvPr>
                <p:cNvPicPr/>
                <p:nvPr/>
              </p:nvPicPr>
              <p:blipFill>
                <a:blip r:embed="rId11"/>
                <a:stretch>
                  <a:fillRect/>
                </a:stretch>
              </p:blipFill>
              <p:spPr>
                <a:xfrm>
                  <a:off x="5303440" y="958030"/>
                  <a:ext cx="1767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墨迹 6">
                  <a:extLst>
                    <a:ext uri="{FF2B5EF4-FFF2-40B4-BE49-F238E27FC236}">
                      <a16:creationId xmlns:a16="http://schemas.microsoft.com/office/drawing/2014/main" id="{951C4497-2BC5-BBF8-C2C9-3C637AFB10F8}"/>
                    </a:ext>
                  </a:extLst>
                </p14:cNvPr>
                <p14:cNvContentPartPr/>
                <p14:nvPr/>
              </p14:nvContentPartPr>
              <p14:xfrm>
                <a:off x="5442760" y="977470"/>
                <a:ext cx="228240" cy="271800"/>
              </p14:xfrm>
            </p:contentPart>
          </mc:Choice>
          <mc:Fallback xmlns="">
            <p:pic>
              <p:nvPicPr>
                <p:cNvPr id="7" name="墨迹 6">
                  <a:extLst>
                    <a:ext uri="{FF2B5EF4-FFF2-40B4-BE49-F238E27FC236}">
                      <a16:creationId xmlns:a16="http://schemas.microsoft.com/office/drawing/2014/main" id="{951C4497-2BC5-BBF8-C2C9-3C637AFB10F8}"/>
                    </a:ext>
                  </a:extLst>
                </p:cNvPr>
                <p:cNvPicPr/>
                <p:nvPr/>
              </p:nvPicPr>
              <p:blipFill>
                <a:blip r:embed="rId13"/>
                <a:stretch>
                  <a:fillRect/>
                </a:stretch>
              </p:blipFill>
              <p:spPr>
                <a:xfrm>
                  <a:off x="5424760" y="959830"/>
                  <a:ext cx="26388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墨迹 7">
                  <a:extLst>
                    <a:ext uri="{FF2B5EF4-FFF2-40B4-BE49-F238E27FC236}">
                      <a16:creationId xmlns:a16="http://schemas.microsoft.com/office/drawing/2014/main" id="{AFD05348-CB06-508A-4D4A-2FFDAD6839A8}"/>
                    </a:ext>
                  </a:extLst>
                </p14:cNvPr>
                <p14:cNvContentPartPr/>
                <p14:nvPr/>
              </p14:nvContentPartPr>
              <p14:xfrm>
                <a:off x="5620600" y="964870"/>
                <a:ext cx="278640" cy="318960"/>
              </p14:xfrm>
            </p:contentPart>
          </mc:Choice>
          <mc:Fallback xmlns="">
            <p:pic>
              <p:nvPicPr>
                <p:cNvPr id="8" name="墨迹 7">
                  <a:extLst>
                    <a:ext uri="{FF2B5EF4-FFF2-40B4-BE49-F238E27FC236}">
                      <a16:creationId xmlns:a16="http://schemas.microsoft.com/office/drawing/2014/main" id="{AFD05348-CB06-508A-4D4A-2FFDAD6839A8}"/>
                    </a:ext>
                  </a:extLst>
                </p:cNvPr>
                <p:cNvPicPr/>
                <p:nvPr/>
              </p:nvPicPr>
              <p:blipFill>
                <a:blip r:embed="rId15"/>
                <a:stretch>
                  <a:fillRect/>
                </a:stretch>
              </p:blipFill>
              <p:spPr>
                <a:xfrm>
                  <a:off x="5602600" y="947230"/>
                  <a:ext cx="31428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墨迹 8">
                  <a:extLst>
                    <a:ext uri="{FF2B5EF4-FFF2-40B4-BE49-F238E27FC236}">
                      <a16:creationId xmlns:a16="http://schemas.microsoft.com/office/drawing/2014/main" id="{63F9C7A2-15C0-5286-58E9-79F274F539FE}"/>
                    </a:ext>
                  </a:extLst>
                </p14:cNvPr>
                <p14:cNvContentPartPr/>
                <p14:nvPr/>
              </p14:nvContentPartPr>
              <p14:xfrm>
                <a:off x="4558960" y="1296790"/>
                <a:ext cx="1496880" cy="252720"/>
              </p14:xfrm>
            </p:contentPart>
          </mc:Choice>
          <mc:Fallback xmlns="">
            <p:pic>
              <p:nvPicPr>
                <p:cNvPr id="9" name="墨迹 8">
                  <a:extLst>
                    <a:ext uri="{FF2B5EF4-FFF2-40B4-BE49-F238E27FC236}">
                      <a16:creationId xmlns:a16="http://schemas.microsoft.com/office/drawing/2014/main" id="{63F9C7A2-15C0-5286-58E9-79F274F539FE}"/>
                    </a:ext>
                  </a:extLst>
                </p:cNvPr>
                <p:cNvPicPr/>
                <p:nvPr/>
              </p:nvPicPr>
              <p:blipFill>
                <a:blip r:embed="rId17"/>
                <a:stretch>
                  <a:fillRect/>
                </a:stretch>
              </p:blipFill>
              <p:spPr>
                <a:xfrm>
                  <a:off x="4541320" y="1279150"/>
                  <a:ext cx="1532520" cy="288360"/>
                </a:xfrm>
                <a:prstGeom prst="rect">
                  <a:avLst/>
                </a:prstGeom>
              </p:spPr>
            </p:pic>
          </mc:Fallback>
        </mc:AlternateContent>
      </p:grpSp>
      <p:grpSp>
        <p:nvGrpSpPr>
          <p:cNvPr id="21" name="组合 20">
            <a:extLst>
              <a:ext uri="{FF2B5EF4-FFF2-40B4-BE49-F238E27FC236}">
                <a16:creationId xmlns:a16="http://schemas.microsoft.com/office/drawing/2014/main" id="{678714B9-BC18-168D-BE8E-AE2A766808B3}"/>
              </a:ext>
            </a:extLst>
          </p:cNvPr>
          <p:cNvGrpSpPr/>
          <p:nvPr/>
        </p:nvGrpSpPr>
        <p:grpSpPr>
          <a:xfrm>
            <a:off x="6921280" y="774430"/>
            <a:ext cx="1252440" cy="777240"/>
            <a:chOff x="6921280" y="774430"/>
            <a:chExt cx="1252440" cy="777240"/>
          </a:xfrm>
        </p:grpSpPr>
        <mc:AlternateContent xmlns:mc="http://schemas.openxmlformats.org/markup-compatibility/2006" xmlns:p14="http://schemas.microsoft.com/office/powerpoint/2010/main">
          <mc:Choice Requires="p14">
            <p:contentPart p14:bwMode="auto" r:id="rId18">
              <p14:nvContentPartPr>
                <p14:cNvPr id="11" name="墨迹 10">
                  <a:extLst>
                    <a:ext uri="{FF2B5EF4-FFF2-40B4-BE49-F238E27FC236}">
                      <a16:creationId xmlns:a16="http://schemas.microsoft.com/office/drawing/2014/main" id="{B50ADD79-E93D-5C7D-AFA3-9BF4F6121D30}"/>
                    </a:ext>
                  </a:extLst>
                </p14:cNvPr>
                <p14:cNvContentPartPr/>
                <p14:nvPr/>
              </p14:nvContentPartPr>
              <p14:xfrm>
                <a:off x="6921280" y="774430"/>
                <a:ext cx="148680" cy="375480"/>
              </p14:xfrm>
            </p:contentPart>
          </mc:Choice>
          <mc:Fallback xmlns="">
            <p:pic>
              <p:nvPicPr>
                <p:cNvPr id="11" name="墨迹 10">
                  <a:extLst>
                    <a:ext uri="{FF2B5EF4-FFF2-40B4-BE49-F238E27FC236}">
                      <a16:creationId xmlns:a16="http://schemas.microsoft.com/office/drawing/2014/main" id="{B50ADD79-E93D-5C7D-AFA3-9BF4F6121D30}"/>
                    </a:ext>
                  </a:extLst>
                </p:cNvPr>
                <p:cNvPicPr/>
                <p:nvPr/>
              </p:nvPicPr>
              <p:blipFill>
                <a:blip r:embed="rId19"/>
                <a:stretch>
                  <a:fillRect/>
                </a:stretch>
              </p:blipFill>
              <p:spPr>
                <a:xfrm>
                  <a:off x="6903280" y="756790"/>
                  <a:ext cx="18432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墨迹 11">
                  <a:extLst>
                    <a:ext uri="{FF2B5EF4-FFF2-40B4-BE49-F238E27FC236}">
                      <a16:creationId xmlns:a16="http://schemas.microsoft.com/office/drawing/2014/main" id="{B09F757E-153A-3F63-3E45-97E6F420BF0D}"/>
                    </a:ext>
                  </a:extLst>
                </p14:cNvPr>
                <p14:cNvContentPartPr/>
                <p14:nvPr/>
              </p14:nvContentPartPr>
              <p14:xfrm>
                <a:off x="6965560" y="857590"/>
                <a:ext cx="172440" cy="114480"/>
              </p14:xfrm>
            </p:contentPart>
          </mc:Choice>
          <mc:Fallback xmlns="">
            <p:pic>
              <p:nvPicPr>
                <p:cNvPr id="12" name="墨迹 11">
                  <a:extLst>
                    <a:ext uri="{FF2B5EF4-FFF2-40B4-BE49-F238E27FC236}">
                      <a16:creationId xmlns:a16="http://schemas.microsoft.com/office/drawing/2014/main" id="{B09F757E-153A-3F63-3E45-97E6F420BF0D}"/>
                    </a:ext>
                  </a:extLst>
                </p:cNvPr>
                <p:cNvPicPr/>
                <p:nvPr/>
              </p:nvPicPr>
              <p:blipFill>
                <a:blip r:embed="rId21"/>
                <a:stretch>
                  <a:fillRect/>
                </a:stretch>
              </p:blipFill>
              <p:spPr>
                <a:xfrm>
                  <a:off x="6947920" y="839590"/>
                  <a:ext cx="2080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墨迹 12">
                  <a:extLst>
                    <a:ext uri="{FF2B5EF4-FFF2-40B4-BE49-F238E27FC236}">
                      <a16:creationId xmlns:a16="http://schemas.microsoft.com/office/drawing/2014/main" id="{B13874A6-8912-2E9C-6B6A-941BFAE7B418}"/>
                    </a:ext>
                  </a:extLst>
                </p14:cNvPr>
                <p14:cNvContentPartPr/>
                <p14:nvPr/>
              </p14:nvContentPartPr>
              <p14:xfrm>
                <a:off x="7149880" y="971350"/>
                <a:ext cx="116280" cy="128520"/>
              </p14:xfrm>
            </p:contentPart>
          </mc:Choice>
          <mc:Fallback xmlns="">
            <p:pic>
              <p:nvPicPr>
                <p:cNvPr id="13" name="墨迹 12">
                  <a:extLst>
                    <a:ext uri="{FF2B5EF4-FFF2-40B4-BE49-F238E27FC236}">
                      <a16:creationId xmlns:a16="http://schemas.microsoft.com/office/drawing/2014/main" id="{B13874A6-8912-2E9C-6B6A-941BFAE7B418}"/>
                    </a:ext>
                  </a:extLst>
                </p:cNvPr>
                <p:cNvPicPr/>
                <p:nvPr/>
              </p:nvPicPr>
              <p:blipFill>
                <a:blip r:embed="rId23"/>
                <a:stretch>
                  <a:fillRect/>
                </a:stretch>
              </p:blipFill>
              <p:spPr>
                <a:xfrm>
                  <a:off x="7132240" y="953710"/>
                  <a:ext cx="15192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墨迹 13">
                  <a:extLst>
                    <a:ext uri="{FF2B5EF4-FFF2-40B4-BE49-F238E27FC236}">
                      <a16:creationId xmlns:a16="http://schemas.microsoft.com/office/drawing/2014/main" id="{9D213085-3D9D-1D66-1F36-46D63B17657B}"/>
                    </a:ext>
                  </a:extLst>
                </p14:cNvPr>
                <p14:cNvContentPartPr/>
                <p14:nvPr/>
              </p14:nvContentPartPr>
              <p14:xfrm>
                <a:off x="7422400" y="952270"/>
                <a:ext cx="153360" cy="160560"/>
              </p14:xfrm>
            </p:contentPart>
          </mc:Choice>
          <mc:Fallback xmlns="">
            <p:pic>
              <p:nvPicPr>
                <p:cNvPr id="14" name="墨迹 13">
                  <a:extLst>
                    <a:ext uri="{FF2B5EF4-FFF2-40B4-BE49-F238E27FC236}">
                      <a16:creationId xmlns:a16="http://schemas.microsoft.com/office/drawing/2014/main" id="{9D213085-3D9D-1D66-1F36-46D63B17657B}"/>
                    </a:ext>
                  </a:extLst>
                </p:cNvPr>
                <p:cNvPicPr/>
                <p:nvPr/>
              </p:nvPicPr>
              <p:blipFill>
                <a:blip r:embed="rId25"/>
                <a:stretch>
                  <a:fillRect/>
                </a:stretch>
              </p:blipFill>
              <p:spPr>
                <a:xfrm>
                  <a:off x="7404400" y="934630"/>
                  <a:ext cx="1890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墨迹 14">
                  <a:extLst>
                    <a:ext uri="{FF2B5EF4-FFF2-40B4-BE49-F238E27FC236}">
                      <a16:creationId xmlns:a16="http://schemas.microsoft.com/office/drawing/2014/main" id="{D2BB1BBF-5CC8-B530-A575-6BCB994E554E}"/>
                    </a:ext>
                  </a:extLst>
                </p14:cNvPr>
                <p14:cNvContentPartPr/>
                <p14:nvPr/>
              </p14:nvContentPartPr>
              <p14:xfrm>
                <a:off x="7422760" y="1003030"/>
                <a:ext cx="197280" cy="100800"/>
              </p14:xfrm>
            </p:contentPart>
          </mc:Choice>
          <mc:Fallback xmlns="">
            <p:pic>
              <p:nvPicPr>
                <p:cNvPr id="15" name="墨迹 14">
                  <a:extLst>
                    <a:ext uri="{FF2B5EF4-FFF2-40B4-BE49-F238E27FC236}">
                      <a16:creationId xmlns:a16="http://schemas.microsoft.com/office/drawing/2014/main" id="{D2BB1BBF-5CC8-B530-A575-6BCB994E554E}"/>
                    </a:ext>
                  </a:extLst>
                </p:cNvPr>
                <p:cNvPicPr/>
                <p:nvPr/>
              </p:nvPicPr>
              <p:blipFill>
                <a:blip r:embed="rId27"/>
                <a:stretch>
                  <a:fillRect/>
                </a:stretch>
              </p:blipFill>
              <p:spPr>
                <a:xfrm>
                  <a:off x="7405120" y="985390"/>
                  <a:ext cx="2329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墨迹 16">
                  <a:extLst>
                    <a:ext uri="{FF2B5EF4-FFF2-40B4-BE49-F238E27FC236}">
                      <a16:creationId xmlns:a16="http://schemas.microsoft.com/office/drawing/2014/main" id="{F6CDB6A8-12DD-01AD-B048-98B3104A7CEF}"/>
                    </a:ext>
                  </a:extLst>
                </p14:cNvPr>
                <p14:cNvContentPartPr/>
                <p14:nvPr/>
              </p14:nvContentPartPr>
              <p14:xfrm>
                <a:off x="7802920" y="933190"/>
                <a:ext cx="104760" cy="192240"/>
              </p14:xfrm>
            </p:contentPart>
          </mc:Choice>
          <mc:Fallback xmlns="">
            <p:pic>
              <p:nvPicPr>
                <p:cNvPr id="17" name="墨迹 16">
                  <a:extLst>
                    <a:ext uri="{FF2B5EF4-FFF2-40B4-BE49-F238E27FC236}">
                      <a16:creationId xmlns:a16="http://schemas.microsoft.com/office/drawing/2014/main" id="{F6CDB6A8-12DD-01AD-B048-98B3104A7CEF}"/>
                    </a:ext>
                  </a:extLst>
                </p:cNvPr>
                <p:cNvPicPr/>
                <p:nvPr/>
              </p:nvPicPr>
              <p:blipFill>
                <a:blip r:embed="rId29"/>
                <a:stretch>
                  <a:fillRect/>
                </a:stretch>
              </p:blipFill>
              <p:spPr>
                <a:xfrm>
                  <a:off x="7785280" y="915550"/>
                  <a:ext cx="14040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ACA0A310-2AFA-78D2-35DD-381AE2D538F7}"/>
                    </a:ext>
                  </a:extLst>
                </p14:cNvPr>
                <p14:cNvContentPartPr/>
                <p14:nvPr/>
              </p14:nvContentPartPr>
              <p14:xfrm>
                <a:off x="7942240" y="1002310"/>
                <a:ext cx="136080" cy="134640"/>
              </p14:xfrm>
            </p:contentPart>
          </mc:Choice>
          <mc:Fallback xmlns="">
            <p:pic>
              <p:nvPicPr>
                <p:cNvPr id="18" name="墨迹 17">
                  <a:extLst>
                    <a:ext uri="{FF2B5EF4-FFF2-40B4-BE49-F238E27FC236}">
                      <a16:creationId xmlns:a16="http://schemas.microsoft.com/office/drawing/2014/main" id="{ACA0A310-2AFA-78D2-35DD-381AE2D538F7}"/>
                    </a:ext>
                  </a:extLst>
                </p:cNvPr>
                <p:cNvPicPr/>
                <p:nvPr/>
              </p:nvPicPr>
              <p:blipFill>
                <a:blip r:embed="rId31"/>
                <a:stretch>
                  <a:fillRect/>
                </a:stretch>
              </p:blipFill>
              <p:spPr>
                <a:xfrm>
                  <a:off x="7924600" y="984670"/>
                  <a:ext cx="1717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墨迹 18">
                  <a:extLst>
                    <a:ext uri="{FF2B5EF4-FFF2-40B4-BE49-F238E27FC236}">
                      <a16:creationId xmlns:a16="http://schemas.microsoft.com/office/drawing/2014/main" id="{4C1E3BF8-D6F4-648F-E1F7-80864CC1E8AA}"/>
                    </a:ext>
                  </a:extLst>
                </p14:cNvPr>
                <p14:cNvContentPartPr/>
                <p14:nvPr/>
              </p14:nvContentPartPr>
              <p14:xfrm>
                <a:off x="7668640" y="803950"/>
                <a:ext cx="505080" cy="531000"/>
              </p14:xfrm>
            </p:contentPart>
          </mc:Choice>
          <mc:Fallback xmlns="">
            <p:pic>
              <p:nvPicPr>
                <p:cNvPr id="19" name="墨迹 18">
                  <a:extLst>
                    <a:ext uri="{FF2B5EF4-FFF2-40B4-BE49-F238E27FC236}">
                      <a16:creationId xmlns:a16="http://schemas.microsoft.com/office/drawing/2014/main" id="{4C1E3BF8-D6F4-648F-E1F7-80864CC1E8AA}"/>
                    </a:ext>
                  </a:extLst>
                </p:cNvPr>
                <p:cNvPicPr/>
                <p:nvPr/>
              </p:nvPicPr>
              <p:blipFill>
                <a:blip r:embed="rId33"/>
                <a:stretch>
                  <a:fillRect/>
                </a:stretch>
              </p:blipFill>
              <p:spPr>
                <a:xfrm>
                  <a:off x="7650640" y="786310"/>
                  <a:ext cx="540720" cy="566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墨迹 19">
                  <a:extLst>
                    <a:ext uri="{FF2B5EF4-FFF2-40B4-BE49-F238E27FC236}">
                      <a16:creationId xmlns:a16="http://schemas.microsoft.com/office/drawing/2014/main" id="{9FDFC594-0BAB-4583-B445-67174E1C1180}"/>
                    </a:ext>
                  </a:extLst>
                </p14:cNvPr>
                <p14:cNvContentPartPr/>
                <p14:nvPr/>
              </p14:nvContentPartPr>
              <p14:xfrm>
                <a:off x="7797520" y="1368070"/>
                <a:ext cx="173880" cy="183600"/>
              </p14:xfrm>
            </p:contentPart>
          </mc:Choice>
          <mc:Fallback xmlns="">
            <p:pic>
              <p:nvPicPr>
                <p:cNvPr id="20" name="墨迹 19">
                  <a:extLst>
                    <a:ext uri="{FF2B5EF4-FFF2-40B4-BE49-F238E27FC236}">
                      <a16:creationId xmlns:a16="http://schemas.microsoft.com/office/drawing/2014/main" id="{9FDFC594-0BAB-4583-B445-67174E1C1180}"/>
                    </a:ext>
                  </a:extLst>
                </p:cNvPr>
                <p:cNvPicPr/>
                <p:nvPr/>
              </p:nvPicPr>
              <p:blipFill>
                <a:blip r:embed="rId35"/>
                <a:stretch>
                  <a:fillRect/>
                </a:stretch>
              </p:blipFill>
              <p:spPr>
                <a:xfrm>
                  <a:off x="7779880" y="1350070"/>
                  <a:ext cx="209520" cy="21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25" name="墨迹 24">
                <a:extLst>
                  <a:ext uri="{FF2B5EF4-FFF2-40B4-BE49-F238E27FC236}">
                    <a16:creationId xmlns:a16="http://schemas.microsoft.com/office/drawing/2014/main" id="{5256E6D5-BBB0-5A92-60F5-3E69AE1462C3}"/>
                  </a:ext>
                </a:extLst>
              </p14:cNvPr>
              <p14:cNvContentPartPr/>
              <p14:nvPr/>
            </p14:nvContentPartPr>
            <p14:xfrm>
              <a:off x="5065840" y="3073030"/>
              <a:ext cx="159480" cy="172080"/>
            </p14:xfrm>
          </p:contentPart>
        </mc:Choice>
        <mc:Fallback xmlns="">
          <p:pic>
            <p:nvPicPr>
              <p:cNvPr id="25" name="墨迹 24">
                <a:extLst>
                  <a:ext uri="{FF2B5EF4-FFF2-40B4-BE49-F238E27FC236}">
                    <a16:creationId xmlns:a16="http://schemas.microsoft.com/office/drawing/2014/main" id="{5256E6D5-BBB0-5A92-60F5-3E69AE1462C3}"/>
                  </a:ext>
                </a:extLst>
              </p:cNvPr>
              <p:cNvPicPr/>
              <p:nvPr/>
            </p:nvPicPr>
            <p:blipFill>
              <a:blip r:embed="rId37"/>
              <a:stretch>
                <a:fillRect/>
              </a:stretch>
            </p:blipFill>
            <p:spPr>
              <a:xfrm>
                <a:off x="5047840" y="3055390"/>
                <a:ext cx="195120" cy="207720"/>
              </a:xfrm>
              <a:prstGeom prst="rect">
                <a:avLst/>
              </a:prstGeom>
            </p:spPr>
          </p:pic>
        </mc:Fallback>
      </mc:AlternateContent>
      <p:grpSp>
        <p:nvGrpSpPr>
          <p:cNvPr id="36" name="组合 35">
            <a:extLst>
              <a:ext uri="{FF2B5EF4-FFF2-40B4-BE49-F238E27FC236}">
                <a16:creationId xmlns:a16="http://schemas.microsoft.com/office/drawing/2014/main" id="{C37D8DEB-4E3D-F399-6F6E-401360C0E066}"/>
              </a:ext>
            </a:extLst>
          </p:cNvPr>
          <p:cNvGrpSpPr/>
          <p:nvPr/>
        </p:nvGrpSpPr>
        <p:grpSpPr>
          <a:xfrm>
            <a:off x="4646800" y="1814470"/>
            <a:ext cx="1787760" cy="682560"/>
            <a:chOff x="4646800" y="1814470"/>
            <a:chExt cx="1787760" cy="682560"/>
          </a:xfrm>
        </p:grpSpPr>
        <mc:AlternateContent xmlns:mc="http://schemas.openxmlformats.org/markup-compatibility/2006" xmlns:p14="http://schemas.microsoft.com/office/powerpoint/2010/main">
          <mc:Choice Requires="p14">
            <p:contentPart p14:bwMode="auto" r:id="rId38">
              <p14:nvContentPartPr>
                <p14:cNvPr id="26" name="墨迹 25">
                  <a:extLst>
                    <a:ext uri="{FF2B5EF4-FFF2-40B4-BE49-F238E27FC236}">
                      <a16:creationId xmlns:a16="http://schemas.microsoft.com/office/drawing/2014/main" id="{AD6F79D2-CFF7-FBE9-3F9B-D4069EA3C232}"/>
                    </a:ext>
                  </a:extLst>
                </p14:cNvPr>
                <p14:cNvContentPartPr/>
                <p14:nvPr/>
              </p14:nvContentPartPr>
              <p14:xfrm>
                <a:off x="4774960" y="1980790"/>
                <a:ext cx="70200" cy="183960"/>
              </p14:xfrm>
            </p:contentPart>
          </mc:Choice>
          <mc:Fallback xmlns="">
            <p:pic>
              <p:nvPicPr>
                <p:cNvPr id="26" name="墨迹 25">
                  <a:extLst>
                    <a:ext uri="{FF2B5EF4-FFF2-40B4-BE49-F238E27FC236}">
                      <a16:creationId xmlns:a16="http://schemas.microsoft.com/office/drawing/2014/main" id="{AD6F79D2-CFF7-FBE9-3F9B-D4069EA3C232}"/>
                    </a:ext>
                  </a:extLst>
                </p:cNvPr>
                <p:cNvPicPr/>
                <p:nvPr/>
              </p:nvPicPr>
              <p:blipFill>
                <a:blip r:embed="rId39"/>
                <a:stretch>
                  <a:fillRect/>
                </a:stretch>
              </p:blipFill>
              <p:spPr>
                <a:xfrm>
                  <a:off x="4757320" y="1963150"/>
                  <a:ext cx="1058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墨迹 26">
                  <a:extLst>
                    <a:ext uri="{FF2B5EF4-FFF2-40B4-BE49-F238E27FC236}">
                      <a16:creationId xmlns:a16="http://schemas.microsoft.com/office/drawing/2014/main" id="{89F06372-7DCA-C2CC-DDDE-59DFE089771A}"/>
                    </a:ext>
                  </a:extLst>
                </p14:cNvPr>
                <p14:cNvContentPartPr/>
                <p14:nvPr/>
              </p14:nvContentPartPr>
              <p14:xfrm>
                <a:off x="4857400" y="2120470"/>
                <a:ext cx="17640" cy="13320"/>
              </p14:xfrm>
            </p:contentPart>
          </mc:Choice>
          <mc:Fallback xmlns="">
            <p:pic>
              <p:nvPicPr>
                <p:cNvPr id="27" name="墨迹 26">
                  <a:extLst>
                    <a:ext uri="{FF2B5EF4-FFF2-40B4-BE49-F238E27FC236}">
                      <a16:creationId xmlns:a16="http://schemas.microsoft.com/office/drawing/2014/main" id="{89F06372-7DCA-C2CC-DDDE-59DFE089771A}"/>
                    </a:ext>
                  </a:extLst>
                </p:cNvPr>
                <p:cNvPicPr/>
                <p:nvPr/>
              </p:nvPicPr>
              <p:blipFill>
                <a:blip r:embed="rId41"/>
                <a:stretch>
                  <a:fillRect/>
                </a:stretch>
              </p:blipFill>
              <p:spPr>
                <a:xfrm>
                  <a:off x="4839760" y="2102830"/>
                  <a:ext cx="532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墨迹 27">
                  <a:extLst>
                    <a:ext uri="{FF2B5EF4-FFF2-40B4-BE49-F238E27FC236}">
                      <a16:creationId xmlns:a16="http://schemas.microsoft.com/office/drawing/2014/main" id="{F4BB0861-E526-4B0A-5D71-CAAB3F807546}"/>
                    </a:ext>
                  </a:extLst>
                </p14:cNvPr>
                <p14:cNvContentPartPr/>
                <p14:nvPr/>
              </p14:nvContentPartPr>
              <p14:xfrm>
                <a:off x="4965040" y="2063230"/>
                <a:ext cx="160200" cy="147240"/>
              </p14:xfrm>
            </p:contentPart>
          </mc:Choice>
          <mc:Fallback xmlns="">
            <p:pic>
              <p:nvPicPr>
                <p:cNvPr id="28" name="墨迹 27">
                  <a:extLst>
                    <a:ext uri="{FF2B5EF4-FFF2-40B4-BE49-F238E27FC236}">
                      <a16:creationId xmlns:a16="http://schemas.microsoft.com/office/drawing/2014/main" id="{F4BB0861-E526-4B0A-5D71-CAAB3F807546}"/>
                    </a:ext>
                  </a:extLst>
                </p:cNvPr>
                <p:cNvPicPr/>
                <p:nvPr/>
              </p:nvPicPr>
              <p:blipFill>
                <a:blip r:embed="rId43"/>
                <a:stretch>
                  <a:fillRect/>
                </a:stretch>
              </p:blipFill>
              <p:spPr>
                <a:xfrm>
                  <a:off x="4947400" y="2045230"/>
                  <a:ext cx="1958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墨迹 29">
                  <a:extLst>
                    <a:ext uri="{FF2B5EF4-FFF2-40B4-BE49-F238E27FC236}">
                      <a16:creationId xmlns:a16="http://schemas.microsoft.com/office/drawing/2014/main" id="{FD3D6611-948C-1724-FA2B-02C08CBB2AE4}"/>
                    </a:ext>
                  </a:extLst>
                </p14:cNvPr>
                <p14:cNvContentPartPr/>
                <p14:nvPr/>
              </p14:nvContentPartPr>
              <p14:xfrm>
                <a:off x="5212000" y="1968190"/>
                <a:ext cx="227160" cy="305280"/>
              </p14:xfrm>
            </p:contentPart>
          </mc:Choice>
          <mc:Fallback xmlns="">
            <p:pic>
              <p:nvPicPr>
                <p:cNvPr id="30" name="墨迹 29">
                  <a:extLst>
                    <a:ext uri="{FF2B5EF4-FFF2-40B4-BE49-F238E27FC236}">
                      <a16:creationId xmlns:a16="http://schemas.microsoft.com/office/drawing/2014/main" id="{FD3D6611-948C-1724-FA2B-02C08CBB2AE4}"/>
                    </a:ext>
                  </a:extLst>
                </p:cNvPr>
                <p:cNvPicPr/>
                <p:nvPr/>
              </p:nvPicPr>
              <p:blipFill>
                <a:blip r:embed="rId45"/>
                <a:stretch>
                  <a:fillRect/>
                </a:stretch>
              </p:blipFill>
              <p:spPr>
                <a:xfrm>
                  <a:off x="5194000" y="1950550"/>
                  <a:ext cx="26280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墨迹 30">
                  <a:extLst>
                    <a:ext uri="{FF2B5EF4-FFF2-40B4-BE49-F238E27FC236}">
                      <a16:creationId xmlns:a16="http://schemas.microsoft.com/office/drawing/2014/main" id="{E02B1FAD-B6D6-EA0F-177A-A9247F16DA65}"/>
                    </a:ext>
                  </a:extLst>
                </p14:cNvPr>
                <p14:cNvContentPartPr/>
                <p14:nvPr/>
              </p14:nvContentPartPr>
              <p14:xfrm>
                <a:off x="5349880" y="1980790"/>
                <a:ext cx="147960" cy="381960"/>
              </p14:xfrm>
            </p:contentPart>
          </mc:Choice>
          <mc:Fallback xmlns="">
            <p:pic>
              <p:nvPicPr>
                <p:cNvPr id="31" name="墨迹 30">
                  <a:extLst>
                    <a:ext uri="{FF2B5EF4-FFF2-40B4-BE49-F238E27FC236}">
                      <a16:creationId xmlns:a16="http://schemas.microsoft.com/office/drawing/2014/main" id="{E02B1FAD-B6D6-EA0F-177A-A9247F16DA65}"/>
                    </a:ext>
                  </a:extLst>
                </p:cNvPr>
                <p:cNvPicPr/>
                <p:nvPr/>
              </p:nvPicPr>
              <p:blipFill>
                <a:blip r:embed="rId47"/>
                <a:stretch>
                  <a:fillRect/>
                </a:stretch>
              </p:blipFill>
              <p:spPr>
                <a:xfrm>
                  <a:off x="5331880" y="1963150"/>
                  <a:ext cx="18360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墨迹 31">
                  <a:extLst>
                    <a:ext uri="{FF2B5EF4-FFF2-40B4-BE49-F238E27FC236}">
                      <a16:creationId xmlns:a16="http://schemas.microsoft.com/office/drawing/2014/main" id="{E0DA0CC4-4F9F-3EDB-A13B-2FCF04F9B94C}"/>
                    </a:ext>
                  </a:extLst>
                </p14:cNvPr>
                <p14:cNvContentPartPr/>
                <p14:nvPr/>
              </p14:nvContentPartPr>
              <p14:xfrm>
                <a:off x="5479840" y="2074390"/>
                <a:ext cx="119160" cy="103680"/>
              </p14:xfrm>
            </p:contentPart>
          </mc:Choice>
          <mc:Fallback xmlns="">
            <p:pic>
              <p:nvPicPr>
                <p:cNvPr id="32" name="墨迹 31">
                  <a:extLst>
                    <a:ext uri="{FF2B5EF4-FFF2-40B4-BE49-F238E27FC236}">
                      <a16:creationId xmlns:a16="http://schemas.microsoft.com/office/drawing/2014/main" id="{E0DA0CC4-4F9F-3EDB-A13B-2FCF04F9B94C}"/>
                    </a:ext>
                  </a:extLst>
                </p:cNvPr>
                <p:cNvPicPr/>
                <p:nvPr/>
              </p:nvPicPr>
              <p:blipFill>
                <a:blip r:embed="rId49"/>
                <a:stretch>
                  <a:fillRect/>
                </a:stretch>
              </p:blipFill>
              <p:spPr>
                <a:xfrm>
                  <a:off x="5462200" y="2056750"/>
                  <a:ext cx="1548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墨迹 32">
                  <a:extLst>
                    <a:ext uri="{FF2B5EF4-FFF2-40B4-BE49-F238E27FC236}">
                      <a16:creationId xmlns:a16="http://schemas.microsoft.com/office/drawing/2014/main" id="{22A661BE-DF9A-1495-F9A3-38DA97B941E2}"/>
                    </a:ext>
                  </a:extLst>
                </p14:cNvPr>
                <p14:cNvContentPartPr/>
                <p14:nvPr/>
              </p14:nvContentPartPr>
              <p14:xfrm>
                <a:off x="5530600" y="2070790"/>
                <a:ext cx="453240" cy="405720"/>
              </p14:xfrm>
            </p:contentPart>
          </mc:Choice>
          <mc:Fallback xmlns="">
            <p:pic>
              <p:nvPicPr>
                <p:cNvPr id="33" name="墨迹 32">
                  <a:extLst>
                    <a:ext uri="{FF2B5EF4-FFF2-40B4-BE49-F238E27FC236}">
                      <a16:creationId xmlns:a16="http://schemas.microsoft.com/office/drawing/2014/main" id="{22A661BE-DF9A-1495-F9A3-38DA97B941E2}"/>
                    </a:ext>
                  </a:extLst>
                </p:cNvPr>
                <p:cNvPicPr/>
                <p:nvPr/>
              </p:nvPicPr>
              <p:blipFill>
                <a:blip r:embed="rId51"/>
                <a:stretch>
                  <a:fillRect/>
                </a:stretch>
              </p:blipFill>
              <p:spPr>
                <a:xfrm>
                  <a:off x="5512960" y="2052790"/>
                  <a:ext cx="488880"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墨迹 33">
                  <a:extLst>
                    <a:ext uri="{FF2B5EF4-FFF2-40B4-BE49-F238E27FC236}">
                      <a16:creationId xmlns:a16="http://schemas.microsoft.com/office/drawing/2014/main" id="{8E07442E-3AF9-C382-3EFA-7CC4CAF36120}"/>
                    </a:ext>
                  </a:extLst>
                </p14:cNvPr>
                <p14:cNvContentPartPr/>
                <p14:nvPr/>
              </p14:nvContentPartPr>
              <p14:xfrm>
                <a:off x="5722840" y="1961710"/>
                <a:ext cx="392400" cy="365400"/>
              </p14:xfrm>
            </p:contentPart>
          </mc:Choice>
          <mc:Fallback xmlns="">
            <p:pic>
              <p:nvPicPr>
                <p:cNvPr id="34" name="墨迹 33">
                  <a:extLst>
                    <a:ext uri="{FF2B5EF4-FFF2-40B4-BE49-F238E27FC236}">
                      <a16:creationId xmlns:a16="http://schemas.microsoft.com/office/drawing/2014/main" id="{8E07442E-3AF9-C382-3EFA-7CC4CAF36120}"/>
                    </a:ext>
                  </a:extLst>
                </p:cNvPr>
                <p:cNvPicPr/>
                <p:nvPr/>
              </p:nvPicPr>
              <p:blipFill>
                <a:blip r:embed="rId53"/>
                <a:stretch>
                  <a:fillRect/>
                </a:stretch>
              </p:blipFill>
              <p:spPr>
                <a:xfrm>
                  <a:off x="5705200" y="1944070"/>
                  <a:ext cx="42804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墨迹 34">
                  <a:extLst>
                    <a:ext uri="{FF2B5EF4-FFF2-40B4-BE49-F238E27FC236}">
                      <a16:creationId xmlns:a16="http://schemas.microsoft.com/office/drawing/2014/main" id="{59DBC380-8218-069A-CD78-E191D0AC3A86}"/>
                    </a:ext>
                  </a:extLst>
                </p14:cNvPr>
                <p14:cNvContentPartPr/>
                <p14:nvPr/>
              </p14:nvContentPartPr>
              <p14:xfrm>
                <a:off x="4646800" y="1814470"/>
                <a:ext cx="1787760" cy="682560"/>
              </p14:xfrm>
            </p:contentPart>
          </mc:Choice>
          <mc:Fallback xmlns="">
            <p:pic>
              <p:nvPicPr>
                <p:cNvPr id="35" name="墨迹 34">
                  <a:extLst>
                    <a:ext uri="{FF2B5EF4-FFF2-40B4-BE49-F238E27FC236}">
                      <a16:creationId xmlns:a16="http://schemas.microsoft.com/office/drawing/2014/main" id="{59DBC380-8218-069A-CD78-E191D0AC3A86}"/>
                    </a:ext>
                  </a:extLst>
                </p:cNvPr>
                <p:cNvPicPr/>
                <p:nvPr/>
              </p:nvPicPr>
              <p:blipFill>
                <a:blip r:embed="rId55"/>
                <a:stretch>
                  <a:fillRect/>
                </a:stretch>
              </p:blipFill>
              <p:spPr>
                <a:xfrm>
                  <a:off x="4628800" y="1796830"/>
                  <a:ext cx="1823400" cy="718200"/>
                </a:xfrm>
                <a:prstGeom prst="rect">
                  <a:avLst/>
                </a:prstGeom>
              </p:spPr>
            </p:pic>
          </mc:Fallback>
        </mc:AlternateContent>
      </p:grpSp>
      <p:grpSp>
        <p:nvGrpSpPr>
          <p:cNvPr id="40" name="组合 39">
            <a:extLst>
              <a:ext uri="{FF2B5EF4-FFF2-40B4-BE49-F238E27FC236}">
                <a16:creationId xmlns:a16="http://schemas.microsoft.com/office/drawing/2014/main" id="{7DCF82ED-84EB-4547-B7C9-ADC24C5BA24D}"/>
              </a:ext>
            </a:extLst>
          </p:cNvPr>
          <p:cNvGrpSpPr/>
          <p:nvPr/>
        </p:nvGrpSpPr>
        <p:grpSpPr>
          <a:xfrm>
            <a:off x="2203120" y="3091390"/>
            <a:ext cx="5493240" cy="257040"/>
            <a:chOff x="2203120" y="3091390"/>
            <a:chExt cx="5493240" cy="257040"/>
          </a:xfrm>
        </p:grpSpPr>
        <mc:AlternateContent xmlns:mc="http://schemas.openxmlformats.org/markup-compatibility/2006" xmlns:p14="http://schemas.microsoft.com/office/powerpoint/2010/main">
          <mc:Choice Requires="p14">
            <p:contentPart p14:bwMode="auto" r:id="rId56">
              <p14:nvContentPartPr>
                <p14:cNvPr id="22" name="墨迹 21">
                  <a:extLst>
                    <a:ext uri="{FF2B5EF4-FFF2-40B4-BE49-F238E27FC236}">
                      <a16:creationId xmlns:a16="http://schemas.microsoft.com/office/drawing/2014/main" id="{C042ED75-34E1-660A-D580-D47C411E8FD7}"/>
                    </a:ext>
                  </a:extLst>
                </p14:cNvPr>
                <p14:cNvContentPartPr/>
                <p14:nvPr/>
              </p14:nvContentPartPr>
              <p14:xfrm>
                <a:off x="2203120" y="3091390"/>
                <a:ext cx="3670560" cy="97200"/>
              </p14:xfrm>
            </p:contentPart>
          </mc:Choice>
          <mc:Fallback xmlns="">
            <p:pic>
              <p:nvPicPr>
                <p:cNvPr id="22" name="墨迹 21">
                  <a:extLst>
                    <a:ext uri="{FF2B5EF4-FFF2-40B4-BE49-F238E27FC236}">
                      <a16:creationId xmlns:a16="http://schemas.microsoft.com/office/drawing/2014/main" id="{C042ED75-34E1-660A-D580-D47C411E8FD7}"/>
                    </a:ext>
                  </a:extLst>
                </p:cNvPr>
                <p:cNvPicPr/>
                <p:nvPr/>
              </p:nvPicPr>
              <p:blipFill>
                <a:blip r:embed="rId57"/>
                <a:stretch>
                  <a:fillRect/>
                </a:stretch>
              </p:blipFill>
              <p:spPr>
                <a:xfrm>
                  <a:off x="2185480" y="3073750"/>
                  <a:ext cx="370620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3" name="墨迹 22">
                  <a:extLst>
                    <a:ext uri="{FF2B5EF4-FFF2-40B4-BE49-F238E27FC236}">
                      <a16:creationId xmlns:a16="http://schemas.microsoft.com/office/drawing/2014/main" id="{1D246B6E-4506-DB70-6F11-7BD673178C46}"/>
                    </a:ext>
                  </a:extLst>
                </p14:cNvPr>
                <p14:cNvContentPartPr/>
                <p14:nvPr/>
              </p14:nvContentPartPr>
              <p14:xfrm>
                <a:off x="6546520" y="3149710"/>
                <a:ext cx="1149840" cy="50760"/>
              </p14:xfrm>
            </p:contentPart>
          </mc:Choice>
          <mc:Fallback xmlns="">
            <p:pic>
              <p:nvPicPr>
                <p:cNvPr id="23" name="墨迹 22">
                  <a:extLst>
                    <a:ext uri="{FF2B5EF4-FFF2-40B4-BE49-F238E27FC236}">
                      <a16:creationId xmlns:a16="http://schemas.microsoft.com/office/drawing/2014/main" id="{1D246B6E-4506-DB70-6F11-7BD673178C46}"/>
                    </a:ext>
                  </a:extLst>
                </p:cNvPr>
                <p:cNvPicPr/>
                <p:nvPr/>
              </p:nvPicPr>
              <p:blipFill>
                <a:blip r:embed="rId59"/>
                <a:stretch>
                  <a:fillRect/>
                </a:stretch>
              </p:blipFill>
              <p:spPr>
                <a:xfrm>
                  <a:off x="6528880" y="3131710"/>
                  <a:ext cx="118548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墨迹 36">
                  <a:extLst>
                    <a:ext uri="{FF2B5EF4-FFF2-40B4-BE49-F238E27FC236}">
                      <a16:creationId xmlns:a16="http://schemas.microsoft.com/office/drawing/2014/main" id="{BC32D718-690D-DBC7-0B6F-6FBBA27BD70E}"/>
                    </a:ext>
                  </a:extLst>
                </p14:cNvPr>
                <p14:cNvContentPartPr/>
                <p14:nvPr/>
              </p14:nvContentPartPr>
              <p14:xfrm>
                <a:off x="6126760" y="3142870"/>
                <a:ext cx="58320" cy="205560"/>
              </p14:xfrm>
            </p:contentPart>
          </mc:Choice>
          <mc:Fallback xmlns="">
            <p:pic>
              <p:nvPicPr>
                <p:cNvPr id="37" name="墨迹 36">
                  <a:extLst>
                    <a:ext uri="{FF2B5EF4-FFF2-40B4-BE49-F238E27FC236}">
                      <a16:creationId xmlns:a16="http://schemas.microsoft.com/office/drawing/2014/main" id="{BC32D718-690D-DBC7-0B6F-6FBBA27BD70E}"/>
                    </a:ext>
                  </a:extLst>
                </p:cNvPr>
                <p:cNvPicPr/>
                <p:nvPr/>
              </p:nvPicPr>
              <p:blipFill>
                <a:blip r:embed="rId61"/>
                <a:stretch>
                  <a:fillRect/>
                </a:stretch>
              </p:blipFill>
              <p:spPr>
                <a:xfrm>
                  <a:off x="6109120" y="3125230"/>
                  <a:ext cx="9396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墨迹 37">
                  <a:extLst>
                    <a:ext uri="{FF2B5EF4-FFF2-40B4-BE49-F238E27FC236}">
                      <a16:creationId xmlns:a16="http://schemas.microsoft.com/office/drawing/2014/main" id="{84154F1A-950D-F478-0F1F-16F7BE3899DB}"/>
                    </a:ext>
                  </a:extLst>
                </p14:cNvPr>
                <p14:cNvContentPartPr/>
                <p14:nvPr/>
              </p14:nvContentPartPr>
              <p14:xfrm>
                <a:off x="6019840" y="3136750"/>
                <a:ext cx="120600" cy="139680"/>
              </p14:xfrm>
            </p:contentPart>
          </mc:Choice>
          <mc:Fallback xmlns="">
            <p:pic>
              <p:nvPicPr>
                <p:cNvPr id="38" name="墨迹 37">
                  <a:extLst>
                    <a:ext uri="{FF2B5EF4-FFF2-40B4-BE49-F238E27FC236}">
                      <a16:creationId xmlns:a16="http://schemas.microsoft.com/office/drawing/2014/main" id="{84154F1A-950D-F478-0F1F-16F7BE3899DB}"/>
                    </a:ext>
                  </a:extLst>
                </p:cNvPr>
                <p:cNvPicPr/>
                <p:nvPr/>
              </p:nvPicPr>
              <p:blipFill>
                <a:blip r:embed="rId63"/>
                <a:stretch>
                  <a:fillRect/>
                </a:stretch>
              </p:blipFill>
              <p:spPr>
                <a:xfrm>
                  <a:off x="6002200" y="3119110"/>
                  <a:ext cx="1562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墨迹 38">
                  <a:extLst>
                    <a:ext uri="{FF2B5EF4-FFF2-40B4-BE49-F238E27FC236}">
                      <a16:creationId xmlns:a16="http://schemas.microsoft.com/office/drawing/2014/main" id="{A8A00479-5F63-4BBE-1280-37EB28FF1446}"/>
                    </a:ext>
                  </a:extLst>
                </p14:cNvPr>
                <p14:cNvContentPartPr/>
                <p14:nvPr/>
              </p14:nvContentPartPr>
              <p14:xfrm>
                <a:off x="6172120" y="3123790"/>
                <a:ext cx="93600" cy="107640"/>
              </p14:xfrm>
            </p:contentPart>
          </mc:Choice>
          <mc:Fallback xmlns="">
            <p:pic>
              <p:nvPicPr>
                <p:cNvPr id="39" name="墨迹 38">
                  <a:extLst>
                    <a:ext uri="{FF2B5EF4-FFF2-40B4-BE49-F238E27FC236}">
                      <a16:creationId xmlns:a16="http://schemas.microsoft.com/office/drawing/2014/main" id="{A8A00479-5F63-4BBE-1280-37EB28FF1446}"/>
                    </a:ext>
                  </a:extLst>
                </p:cNvPr>
                <p:cNvPicPr/>
                <p:nvPr/>
              </p:nvPicPr>
              <p:blipFill>
                <a:blip r:embed="rId65"/>
                <a:stretch>
                  <a:fillRect/>
                </a:stretch>
              </p:blipFill>
              <p:spPr>
                <a:xfrm>
                  <a:off x="6154480" y="3106150"/>
                  <a:ext cx="129240" cy="143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41" name="墨迹 40">
                <a:extLst>
                  <a:ext uri="{FF2B5EF4-FFF2-40B4-BE49-F238E27FC236}">
                    <a16:creationId xmlns:a16="http://schemas.microsoft.com/office/drawing/2014/main" id="{6D0FB23A-38C3-DDDE-A7A6-6CE4E32ECC0A}"/>
                  </a:ext>
                </a:extLst>
              </p14:cNvPr>
              <p14:cNvContentPartPr/>
              <p14:nvPr/>
            </p14:nvContentPartPr>
            <p14:xfrm>
              <a:off x="3651040" y="4717870"/>
              <a:ext cx="300240" cy="33480"/>
            </p14:xfrm>
          </p:contentPart>
        </mc:Choice>
        <mc:Fallback xmlns="">
          <p:pic>
            <p:nvPicPr>
              <p:cNvPr id="41" name="墨迹 40">
                <a:extLst>
                  <a:ext uri="{FF2B5EF4-FFF2-40B4-BE49-F238E27FC236}">
                    <a16:creationId xmlns:a16="http://schemas.microsoft.com/office/drawing/2014/main" id="{6D0FB23A-38C3-DDDE-A7A6-6CE4E32ECC0A}"/>
                  </a:ext>
                </a:extLst>
              </p:cNvPr>
              <p:cNvPicPr/>
              <p:nvPr/>
            </p:nvPicPr>
            <p:blipFill>
              <a:blip r:embed="rId67"/>
              <a:stretch>
                <a:fillRect/>
              </a:stretch>
            </p:blipFill>
            <p:spPr>
              <a:xfrm>
                <a:off x="3633400" y="4700230"/>
                <a:ext cx="335880" cy="69120"/>
              </a:xfrm>
              <a:prstGeom prst="rect">
                <a:avLst/>
              </a:prstGeom>
            </p:spPr>
          </p:pic>
        </mc:Fallback>
      </mc:AlternateContent>
      <p:grpSp>
        <p:nvGrpSpPr>
          <p:cNvPr id="56" name="组合 55">
            <a:extLst>
              <a:ext uri="{FF2B5EF4-FFF2-40B4-BE49-F238E27FC236}">
                <a16:creationId xmlns:a16="http://schemas.microsoft.com/office/drawing/2014/main" id="{A8449516-9BBB-B141-E55A-DEF118E583C9}"/>
              </a:ext>
            </a:extLst>
          </p:cNvPr>
          <p:cNvGrpSpPr/>
          <p:nvPr/>
        </p:nvGrpSpPr>
        <p:grpSpPr>
          <a:xfrm>
            <a:off x="489520" y="634750"/>
            <a:ext cx="202320" cy="352800"/>
            <a:chOff x="489520" y="634750"/>
            <a:chExt cx="202320" cy="352800"/>
          </a:xfrm>
        </p:grpSpPr>
        <mc:AlternateContent xmlns:mc="http://schemas.openxmlformats.org/markup-compatibility/2006" xmlns:p14="http://schemas.microsoft.com/office/powerpoint/2010/main">
          <mc:Choice Requires="p14">
            <p:contentPart p14:bwMode="auto" r:id="rId68">
              <p14:nvContentPartPr>
                <p14:cNvPr id="50" name="墨迹 49">
                  <a:extLst>
                    <a:ext uri="{FF2B5EF4-FFF2-40B4-BE49-F238E27FC236}">
                      <a16:creationId xmlns:a16="http://schemas.microsoft.com/office/drawing/2014/main" id="{761209BE-BFBF-FB8C-F61E-4C3F121A6C5A}"/>
                    </a:ext>
                  </a:extLst>
                </p14:cNvPr>
                <p14:cNvContentPartPr/>
                <p14:nvPr/>
              </p14:nvContentPartPr>
              <p14:xfrm>
                <a:off x="489520" y="634750"/>
                <a:ext cx="12600" cy="286560"/>
              </p14:xfrm>
            </p:contentPart>
          </mc:Choice>
          <mc:Fallback xmlns="">
            <p:pic>
              <p:nvPicPr>
                <p:cNvPr id="50" name="墨迹 49">
                  <a:extLst>
                    <a:ext uri="{FF2B5EF4-FFF2-40B4-BE49-F238E27FC236}">
                      <a16:creationId xmlns:a16="http://schemas.microsoft.com/office/drawing/2014/main" id="{761209BE-BFBF-FB8C-F61E-4C3F121A6C5A}"/>
                    </a:ext>
                  </a:extLst>
                </p:cNvPr>
                <p:cNvPicPr/>
                <p:nvPr/>
              </p:nvPicPr>
              <p:blipFill>
                <a:blip r:embed="rId69"/>
                <a:stretch>
                  <a:fillRect/>
                </a:stretch>
              </p:blipFill>
              <p:spPr>
                <a:xfrm>
                  <a:off x="471520" y="617110"/>
                  <a:ext cx="4824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1" name="墨迹 50">
                  <a:extLst>
                    <a:ext uri="{FF2B5EF4-FFF2-40B4-BE49-F238E27FC236}">
                      <a16:creationId xmlns:a16="http://schemas.microsoft.com/office/drawing/2014/main" id="{A1E026B4-EBC1-51EE-2134-2BBA9A4849A5}"/>
                    </a:ext>
                  </a:extLst>
                </p14:cNvPr>
                <p14:cNvContentPartPr/>
                <p14:nvPr/>
              </p14:nvContentPartPr>
              <p14:xfrm>
                <a:off x="556840" y="659950"/>
                <a:ext cx="135000" cy="327600"/>
              </p14:xfrm>
            </p:contentPart>
          </mc:Choice>
          <mc:Fallback xmlns="">
            <p:pic>
              <p:nvPicPr>
                <p:cNvPr id="51" name="墨迹 50">
                  <a:extLst>
                    <a:ext uri="{FF2B5EF4-FFF2-40B4-BE49-F238E27FC236}">
                      <a16:creationId xmlns:a16="http://schemas.microsoft.com/office/drawing/2014/main" id="{A1E026B4-EBC1-51EE-2134-2BBA9A4849A5}"/>
                    </a:ext>
                  </a:extLst>
                </p:cNvPr>
                <p:cNvPicPr/>
                <p:nvPr/>
              </p:nvPicPr>
              <p:blipFill>
                <a:blip r:embed="rId71"/>
                <a:stretch>
                  <a:fillRect/>
                </a:stretch>
              </p:blipFill>
              <p:spPr>
                <a:xfrm>
                  <a:off x="538840" y="642310"/>
                  <a:ext cx="170640" cy="363240"/>
                </a:xfrm>
                <a:prstGeom prst="rect">
                  <a:avLst/>
                </a:prstGeom>
              </p:spPr>
            </p:pic>
          </mc:Fallback>
        </mc:AlternateContent>
      </p:grpSp>
      <p:grpSp>
        <p:nvGrpSpPr>
          <p:cNvPr id="55" name="组合 54">
            <a:extLst>
              <a:ext uri="{FF2B5EF4-FFF2-40B4-BE49-F238E27FC236}">
                <a16:creationId xmlns:a16="http://schemas.microsoft.com/office/drawing/2014/main" id="{DDAC5C02-1515-9FEC-C9D1-B316454ED610}"/>
              </a:ext>
            </a:extLst>
          </p:cNvPr>
          <p:cNvGrpSpPr/>
          <p:nvPr/>
        </p:nvGrpSpPr>
        <p:grpSpPr>
          <a:xfrm>
            <a:off x="1593280" y="545830"/>
            <a:ext cx="205200" cy="350640"/>
            <a:chOff x="1593280" y="545830"/>
            <a:chExt cx="205200" cy="350640"/>
          </a:xfrm>
        </p:grpSpPr>
        <mc:AlternateContent xmlns:mc="http://schemas.openxmlformats.org/markup-compatibility/2006" xmlns:p14="http://schemas.microsoft.com/office/powerpoint/2010/main">
          <mc:Choice Requires="p14">
            <p:contentPart p14:bwMode="auto" r:id="rId72">
              <p14:nvContentPartPr>
                <p14:cNvPr id="52" name="墨迹 51">
                  <a:extLst>
                    <a:ext uri="{FF2B5EF4-FFF2-40B4-BE49-F238E27FC236}">
                      <a16:creationId xmlns:a16="http://schemas.microsoft.com/office/drawing/2014/main" id="{0DF56887-85B0-60BF-DD5A-151BFBCC593B}"/>
                    </a:ext>
                  </a:extLst>
                </p14:cNvPr>
                <p14:cNvContentPartPr/>
                <p14:nvPr/>
              </p14:nvContentPartPr>
              <p14:xfrm>
                <a:off x="1593280" y="647350"/>
                <a:ext cx="26280" cy="210240"/>
              </p14:xfrm>
            </p:contentPart>
          </mc:Choice>
          <mc:Fallback xmlns="">
            <p:pic>
              <p:nvPicPr>
                <p:cNvPr id="52" name="墨迹 51">
                  <a:extLst>
                    <a:ext uri="{FF2B5EF4-FFF2-40B4-BE49-F238E27FC236}">
                      <a16:creationId xmlns:a16="http://schemas.microsoft.com/office/drawing/2014/main" id="{0DF56887-85B0-60BF-DD5A-151BFBCC593B}"/>
                    </a:ext>
                  </a:extLst>
                </p:cNvPr>
                <p:cNvPicPr/>
                <p:nvPr/>
              </p:nvPicPr>
              <p:blipFill>
                <a:blip r:embed="rId73"/>
                <a:stretch>
                  <a:fillRect/>
                </a:stretch>
              </p:blipFill>
              <p:spPr>
                <a:xfrm>
                  <a:off x="1575640" y="629710"/>
                  <a:ext cx="6192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3" name="墨迹 52">
                  <a:extLst>
                    <a:ext uri="{FF2B5EF4-FFF2-40B4-BE49-F238E27FC236}">
                      <a16:creationId xmlns:a16="http://schemas.microsoft.com/office/drawing/2014/main" id="{830B8C3C-877D-9D9F-70F8-BA8C600892C6}"/>
                    </a:ext>
                  </a:extLst>
                </p14:cNvPr>
                <p14:cNvContentPartPr/>
                <p14:nvPr/>
              </p14:nvContentPartPr>
              <p14:xfrm>
                <a:off x="1707400" y="545830"/>
                <a:ext cx="91080" cy="350640"/>
              </p14:xfrm>
            </p:contentPart>
          </mc:Choice>
          <mc:Fallback xmlns="">
            <p:pic>
              <p:nvPicPr>
                <p:cNvPr id="53" name="墨迹 52">
                  <a:extLst>
                    <a:ext uri="{FF2B5EF4-FFF2-40B4-BE49-F238E27FC236}">
                      <a16:creationId xmlns:a16="http://schemas.microsoft.com/office/drawing/2014/main" id="{830B8C3C-877D-9D9F-70F8-BA8C600892C6}"/>
                    </a:ext>
                  </a:extLst>
                </p:cNvPr>
                <p:cNvPicPr/>
                <p:nvPr/>
              </p:nvPicPr>
              <p:blipFill>
                <a:blip r:embed="rId75"/>
                <a:stretch>
                  <a:fillRect/>
                </a:stretch>
              </p:blipFill>
              <p:spPr>
                <a:xfrm>
                  <a:off x="1689400" y="528190"/>
                  <a:ext cx="126720" cy="386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54" name="墨迹 53">
                <a:extLst>
                  <a:ext uri="{FF2B5EF4-FFF2-40B4-BE49-F238E27FC236}">
                    <a16:creationId xmlns:a16="http://schemas.microsoft.com/office/drawing/2014/main" id="{F3B8BE47-BB80-D55F-7BAA-ABBFAB7B0412}"/>
                  </a:ext>
                </a:extLst>
              </p14:cNvPr>
              <p14:cNvContentPartPr/>
              <p14:nvPr/>
            </p14:nvContentPartPr>
            <p14:xfrm>
              <a:off x="2588680" y="583630"/>
              <a:ext cx="141840" cy="370080"/>
            </p14:xfrm>
          </p:contentPart>
        </mc:Choice>
        <mc:Fallback xmlns="">
          <p:pic>
            <p:nvPicPr>
              <p:cNvPr id="54" name="墨迹 53">
                <a:extLst>
                  <a:ext uri="{FF2B5EF4-FFF2-40B4-BE49-F238E27FC236}">
                    <a16:creationId xmlns:a16="http://schemas.microsoft.com/office/drawing/2014/main" id="{F3B8BE47-BB80-D55F-7BAA-ABBFAB7B0412}"/>
                  </a:ext>
                </a:extLst>
              </p:cNvPr>
              <p:cNvPicPr/>
              <p:nvPr/>
            </p:nvPicPr>
            <p:blipFill>
              <a:blip r:embed="rId77"/>
              <a:stretch>
                <a:fillRect/>
              </a:stretch>
            </p:blipFill>
            <p:spPr>
              <a:xfrm>
                <a:off x="2570680" y="565630"/>
                <a:ext cx="17748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7" name="墨迹 56">
                <a:extLst>
                  <a:ext uri="{FF2B5EF4-FFF2-40B4-BE49-F238E27FC236}">
                    <a16:creationId xmlns:a16="http://schemas.microsoft.com/office/drawing/2014/main" id="{DC8CC6D8-E916-B371-AB30-414931101610}"/>
                  </a:ext>
                </a:extLst>
              </p14:cNvPr>
              <p14:cNvContentPartPr/>
              <p14:nvPr/>
            </p14:nvContentPartPr>
            <p14:xfrm>
              <a:off x="374320" y="1091950"/>
              <a:ext cx="515520" cy="25920"/>
            </p14:xfrm>
          </p:contentPart>
        </mc:Choice>
        <mc:Fallback xmlns="">
          <p:pic>
            <p:nvPicPr>
              <p:cNvPr id="57" name="墨迹 56">
                <a:extLst>
                  <a:ext uri="{FF2B5EF4-FFF2-40B4-BE49-F238E27FC236}">
                    <a16:creationId xmlns:a16="http://schemas.microsoft.com/office/drawing/2014/main" id="{DC8CC6D8-E916-B371-AB30-414931101610}"/>
                  </a:ext>
                </a:extLst>
              </p:cNvPr>
              <p:cNvPicPr/>
              <p:nvPr/>
            </p:nvPicPr>
            <p:blipFill>
              <a:blip r:embed="rId79"/>
              <a:stretch>
                <a:fillRect/>
              </a:stretch>
            </p:blipFill>
            <p:spPr>
              <a:xfrm>
                <a:off x="356680" y="1073950"/>
                <a:ext cx="5511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8" name="墨迹 57">
                <a:extLst>
                  <a:ext uri="{FF2B5EF4-FFF2-40B4-BE49-F238E27FC236}">
                    <a16:creationId xmlns:a16="http://schemas.microsoft.com/office/drawing/2014/main" id="{1C4F795B-EEC9-B832-8306-B8691E339C37}"/>
                  </a:ext>
                </a:extLst>
              </p14:cNvPr>
              <p14:cNvContentPartPr/>
              <p14:nvPr/>
            </p14:nvContentPartPr>
            <p14:xfrm>
              <a:off x="1466560" y="1060270"/>
              <a:ext cx="317520" cy="32040"/>
            </p14:xfrm>
          </p:contentPart>
        </mc:Choice>
        <mc:Fallback xmlns="">
          <p:pic>
            <p:nvPicPr>
              <p:cNvPr id="58" name="墨迹 57">
                <a:extLst>
                  <a:ext uri="{FF2B5EF4-FFF2-40B4-BE49-F238E27FC236}">
                    <a16:creationId xmlns:a16="http://schemas.microsoft.com/office/drawing/2014/main" id="{1C4F795B-EEC9-B832-8306-B8691E339C37}"/>
                  </a:ext>
                </a:extLst>
              </p:cNvPr>
              <p:cNvPicPr/>
              <p:nvPr/>
            </p:nvPicPr>
            <p:blipFill>
              <a:blip r:embed="rId81"/>
              <a:stretch>
                <a:fillRect/>
              </a:stretch>
            </p:blipFill>
            <p:spPr>
              <a:xfrm>
                <a:off x="1448920" y="1042630"/>
                <a:ext cx="353160" cy="67680"/>
              </a:xfrm>
              <a:prstGeom prst="rect">
                <a:avLst/>
              </a:prstGeom>
            </p:spPr>
          </p:pic>
        </mc:Fallback>
      </mc:AlternateContent>
      <p:grpSp>
        <p:nvGrpSpPr>
          <p:cNvPr id="61" name="组合 60">
            <a:extLst>
              <a:ext uri="{FF2B5EF4-FFF2-40B4-BE49-F238E27FC236}">
                <a16:creationId xmlns:a16="http://schemas.microsoft.com/office/drawing/2014/main" id="{F836DF64-C486-B56A-0139-B4BFE8AAC462}"/>
              </a:ext>
            </a:extLst>
          </p:cNvPr>
          <p:cNvGrpSpPr/>
          <p:nvPr/>
        </p:nvGrpSpPr>
        <p:grpSpPr>
          <a:xfrm>
            <a:off x="2496880" y="1130110"/>
            <a:ext cx="740880" cy="261360"/>
            <a:chOff x="2496880" y="1130110"/>
            <a:chExt cx="740880" cy="261360"/>
          </a:xfrm>
        </p:grpSpPr>
        <mc:AlternateContent xmlns:mc="http://schemas.openxmlformats.org/markup-compatibility/2006" xmlns:p14="http://schemas.microsoft.com/office/powerpoint/2010/main">
          <mc:Choice Requires="p14">
            <p:contentPart p14:bwMode="auto" r:id="rId82">
              <p14:nvContentPartPr>
                <p14:cNvPr id="59" name="墨迹 58">
                  <a:extLst>
                    <a:ext uri="{FF2B5EF4-FFF2-40B4-BE49-F238E27FC236}">
                      <a16:creationId xmlns:a16="http://schemas.microsoft.com/office/drawing/2014/main" id="{24C14785-71E6-6EEB-D04C-2225203E35F1}"/>
                    </a:ext>
                  </a:extLst>
                </p14:cNvPr>
                <p14:cNvContentPartPr/>
                <p14:nvPr/>
              </p14:nvContentPartPr>
              <p14:xfrm>
                <a:off x="2565280" y="1130110"/>
                <a:ext cx="672480" cy="13680"/>
              </p14:xfrm>
            </p:contentPart>
          </mc:Choice>
          <mc:Fallback xmlns="">
            <p:pic>
              <p:nvPicPr>
                <p:cNvPr id="59" name="墨迹 58">
                  <a:extLst>
                    <a:ext uri="{FF2B5EF4-FFF2-40B4-BE49-F238E27FC236}">
                      <a16:creationId xmlns:a16="http://schemas.microsoft.com/office/drawing/2014/main" id="{24C14785-71E6-6EEB-D04C-2225203E35F1}"/>
                    </a:ext>
                  </a:extLst>
                </p:cNvPr>
                <p:cNvPicPr/>
                <p:nvPr/>
              </p:nvPicPr>
              <p:blipFill>
                <a:blip r:embed="rId83"/>
                <a:stretch>
                  <a:fillRect/>
                </a:stretch>
              </p:blipFill>
              <p:spPr>
                <a:xfrm>
                  <a:off x="2547640" y="1112470"/>
                  <a:ext cx="70812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0" name="墨迹 59">
                  <a:extLst>
                    <a:ext uri="{FF2B5EF4-FFF2-40B4-BE49-F238E27FC236}">
                      <a16:creationId xmlns:a16="http://schemas.microsoft.com/office/drawing/2014/main" id="{8E116B66-47E9-5BB7-2D3B-17180CE2E429}"/>
                    </a:ext>
                  </a:extLst>
                </p14:cNvPr>
                <p14:cNvContentPartPr/>
                <p14:nvPr/>
              </p14:nvContentPartPr>
              <p14:xfrm>
                <a:off x="2496880" y="1225150"/>
                <a:ext cx="122040" cy="166320"/>
              </p14:xfrm>
            </p:contentPart>
          </mc:Choice>
          <mc:Fallback xmlns="">
            <p:pic>
              <p:nvPicPr>
                <p:cNvPr id="60" name="墨迹 59">
                  <a:extLst>
                    <a:ext uri="{FF2B5EF4-FFF2-40B4-BE49-F238E27FC236}">
                      <a16:creationId xmlns:a16="http://schemas.microsoft.com/office/drawing/2014/main" id="{8E116B66-47E9-5BB7-2D3B-17180CE2E429}"/>
                    </a:ext>
                  </a:extLst>
                </p:cNvPr>
                <p:cNvPicPr/>
                <p:nvPr/>
              </p:nvPicPr>
              <p:blipFill>
                <a:blip r:embed="rId85"/>
                <a:stretch>
                  <a:fillRect/>
                </a:stretch>
              </p:blipFill>
              <p:spPr>
                <a:xfrm>
                  <a:off x="2479240" y="1207510"/>
                  <a:ext cx="157680" cy="201960"/>
                </a:xfrm>
                <a:prstGeom prst="rect">
                  <a:avLst/>
                </a:prstGeom>
              </p:spPr>
            </p:pic>
          </mc:Fallback>
        </mc:AlternateContent>
      </p:grpSp>
      <p:grpSp>
        <p:nvGrpSpPr>
          <p:cNvPr id="86020" name="组合 86019">
            <a:extLst>
              <a:ext uri="{FF2B5EF4-FFF2-40B4-BE49-F238E27FC236}">
                <a16:creationId xmlns:a16="http://schemas.microsoft.com/office/drawing/2014/main" id="{A842FB54-3328-495F-3113-34C0081E6D6D}"/>
              </a:ext>
            </a:extLst>
          </p:cNvPr>
          <p:cNvGrpSpPr/>
          <p:nvPr/>
        </p:nvGrpSpPr>
        <p:grpSpPr>
          <a:xfrm>
            <a:off x="1872280" y="5422390"/>
            <a:ext cx="5703840" cy="1258560"/>
            <a:chOff x="1872280" y="5422390"/>
            <a:chExt cx="5703840" cy="1258560"/>
          </a:xfrm>
        </p:grpSpPr>
        <mc:AlternateContent xmlns:mc="http://schemas.openxmlformats.org/markup-compatibility/2006" xmlns:p14="http://schemas.microsoft.com/office/powerpoint/2010/main">
          <mc:Choice Requires="p14">
            <p:contentPart p14:bwMode="auto" r:id="rId86">
              <p14:nvContentPartPr>
                <p14:cNvPr id="42" name="墨迹 41">
                  <a:extLst>
                    <a:ext uri="{FF2B5EF4-FFF2-40B4-BE49-F238E27FC236}">
                      <a16:creationId xmlns:a16="http://schemas.microsoft.com/office/drawing/2014/main" id="{E1F9C2C5-E95A-CE23-2428-9BBB6DFDD3CA}"/>
                    </a:ext>
                  </a:extLst>
                </p14:cNvPr>
                <p14:cNvContentPartPr/>
                <p14:nvPr/>
              </p14:nvContentPartPr>
              <p14:xfrm>
                <a:off x="2005840" y="5422390"/>
                <a:ext cx="21600" cy="656280"/>
              </p14:xfrm>
            </p:contentPart>
          </mc:Choice>
          <mc:Fallback xmlns="">
            <p:pic>
              <p:nvPicPr>
                <p:cNvPr id="42" name="墨迹 41">
                  <a:extLst>
                    <a:ext uri="{FF2B5EF4-FFF2-40B4-BE49-F238E27FC236}">
                      <a16:creationId xmlns:a16="http://schemas.microsoft.com/office/drawing/2014/main" id="{E1F9C2C5-E95A-CE23-2428-9BBB6DFDD3CA}"/>
                    </a:ext>
                  </a:extLst>
                </p:cNvPr>
                <p:cNvPicPr/>
                <p:nvPr/>
              </p:nvPicPr>
              <p:blipFill>
                <a:blip r:embed="rId87"/>
                <a:stretch>
                  <a:fillRect/>
                </a:stretch>
              </p:blipFill>
              <p:spPr>
                <a:xfrm>
                  <a:off x="1988200" y="5404750"/>
                  <a:ext cx="57240" cy="6919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3" name="墨迹 42">
                  <a:extLst>
                    <a:ext uri="{FF2B5EF4-FFF2-40B4-BE49-F238E27FC236}">
                      <a16:creationId xmlns:a16="http://schemas.microsoft.com/office/drawing/2014/main" id="{B9AE62F6-DA8A-6DF1-959A-E0D600551696}"/>
                    </a:ext>
                  </a:extLst>
                </p14:cNvPr>
                <p14:cNvContentPartPr/>
                <p14:nvPr/>
              </p14:nvContentPartPr>
              <p14:xfrm>
                <a:off x="2057320" y="5505550"/>
                <a:ext cx="5518800" cy="1175400"/>
              </p14:xfrm>
            </p:contentPart>
          </mc:Choice>
          <mc:Fallback xmlns="">
            <p:pic>
              <p:nvPicPr>
                <p:cNvPr id="43" name="墨迹 42">
                  <a:extLst>
                    <a:ext uri="{FF2B5EF4-FFF2-40B4-BE49-F238E27FC236}">
                      <a16:creationId xmlns:a16="http://schemas.microsoft.com/office/drawing/2014/main" id="{B9AE62F6-DA8A-6DF1-959A-E0D600551696}"/>
                    </a:ext>
                  </a:extLst>
                </p:cNvPr>
                <p:cNvPicPr/>
                <p:nvPr/>
              </p:nvPicPr>
              <p:blipFill>
                <a:blip r:embed="rId89"/>
                <a:stretch>
                  <a:fillRect/>
                </a:stretch>
              </p:blipFill>
              <p:spPr>
                <a:xfrm>
                  <a:off x="2039680" y="5487550"/>
                  <a:ext cx="5554440" cy="12110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5" name="墨迹 44">
                  <a:extLst>
                    <a:ext uri="{FF2B5EF4-FFF2-40B4-BE49-F238E27FC236}">
                      <a16:creationId xmlns:a16="http://schemas.microsoft.com/office/drawing/2014/main" id="{DF598EEE-7A0E-062F-C673-B4CC431A9995}"/>
                    </a:ext>
                  </a:extLst>
                </p14:cNvPr>
                <p14:cNvContentPartPr/>
                <p14:nvPr/>
              </p14:nvContentPartPr>
              <p14:xfrm>
                <a:off x="1942120" y="6032230"/>
                <a:ext cx="5507640" cy="521280"/>
              </p14:xfrm>
            </p:contentPart>
          </mc:Choice>
          <mc:Fallback xmlns="">
            <p:pic>
              <p:nvPicPr>
                <p:cNvPr id="45" name="墨迹 44">
                  <a:extLst>
                    <a:ext uri="{FF2B5EF4-FFF2-40B4-BE49-F238E27FC236}">
                      <a16:creationId xmlns:a16="http://schemas.microsoft.com/office/drawing/2014/main" id="{DF598EEE-7A0E-062F-C673-B4CC431A9995}"/>
                    </a:ext>
                  </a:extLst>
                </p:cNvPr>
                <p:cNvPicPr/>
                <p:nvPr/>
              </p:nvPicPr>
              <p:blipFill>
                <a:blip r:embed="rId91"/>
                <a:stretch>
                  <a:fillRect/>
                </a:stretch>
              </p:blipFill>
              <p:spPr>
                <a:xfrm>
                  <a:off x="1924480" y="6014590"/>
                  <a:ext cx="554328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6" name="墨迹 45">
                  <a:extLst>
                    <a:ext uri="{FF2B5EF4-FFF2-40B4-BE49-F238E27FC236}">
                      <a16:creationId xmlns:a16="http://schemas.microsoft.com/office/drawing/2014/main" id="{F95DA68A-53AE-0ADB-6192-468EFC1E0357}"/>
                    </a:ext>
                  </a:extLst>
                </p14:cNvPr>
                <p14:cNvContentPartPr/>
                <p14:nvPr/>
              </p14:nvContentPartPr>
              <p14:xfrm>
                <a:off x="4568320" y="5600230"/>
                <a:ext cx="137160" cy="767880"/>
              </p14:xfrm>
            </p:contentPart>
          </mc:Choice>
          <mc:Fallback xmlns="">
            <p:pic>
              <p:nvPicPr>
                <p:cNvPr id="46" name="墨迹 45">
                  <a:extLst>
                    <a:ext uri="{FF2B5EF4-FFF2-40B4-BE49-F238E27FC236}">
                      <a16:creationId xmlns:a16="http://schemas.microsoft.com/office/drawing/2014/main" id="{F95DA68A-53AE-0ADB-6192-468EFC1E0357}"/>
                    </a:ext>
                  </a:extLst>
                </p:cNvPr>
                <p:cNvPicPr/>
                <p:nvPr/>
              </p:nvPicPr>
              <p:blipFill>
                <a:blip r:embed="rId93"/>
                <a:stretch>
                  <a:fillRect/>
                </a:stretch>
              </p:blipFill>
              <p:spPr>
                <a:xfrm>
                  <a:off x="4550320" y="5582590"/>
                  <a:ext cx="172800" cy="8035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7" name="墨迹 46">
                  <a:extLst>
                    <a:ext uri="{FF2B5EF4-FFF2-40B4-BE49-F238E27FC236}">
                      <a16:creationId xmlns:a16="http://schemas.microsoft.com/office/drawing/2014/main" id="{696842B4-53A5-CE0D-71D4-826C2B71E2E3}"/>
                    </a:ext>
                  </a:extLst>
                </p14:cNvPr>
                <p14:cNvContentPartPr/>
                <p14:nvPr/>
              </p14:nvContentPartPr>
              <p14:xfrm>
                <a:off x="2976760" y="5814790"/>
                <a:ext cx="279360" cy="406440"/>
              </p14:xfrm>
            </p:contentPart>
          </mc:Choice>
          <mc:Fallback xmlns="">
            <p:pic>
              <p:nvPicPr>
                <p:cNvPr id="47" name="墨迹 46">
                  <a:extLst>
                    <a:ext uri="{FF2B5EF4-FFF2-40B4-BE49-F238E27FC236}">
                      <a16:creationId xmlns:a16="http://schemas.microsoft.com/office/drawing/2014/main" id="{696842B4-53A5-CE0D-71D4-826C2B71E2E3}"/>
                    </a:ext>
                  </a:extLst>
                </p:cNvPr>
                <p:cNvPicPr/>
                <p:nvPr/>
              </p:nvPicPr>
              <p:blipFill>
                <a:blip r:embed="rId95"/>
                <a:stretch>
                  <a:fillRect/>
                </a:stretch>
              </p:blipFill>
              <p:spPr>
                <a:xfrm>
                  <a:off x="2959120" y="5796790"/>
                  <a:ext cx="31500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8" name="墨迹 47">
                  <a:extLst>
                    <a:ext uri="{FF2B5EF4-FFF2-40B4-BE49-F238E27FC236}">
                      <a16:creationId xmlns:a16="http://schemas.microsoft.com/office/drawing/2014/main" id="{CD7B9793-286C-AC53-1BC7-55C424583D5F}"/>
                    </a:ext>
                  </a:extLst>
                </p14:cNvPr>
                <p14:cNvContentPartPr/>
                <p14:nvPr/>
              </p14:nvContentPartPr>
              <p14:xfrm>
                <a:off x="5906440" y="5630110"/>
                <a:ext cx="266760" cy="633600"/>
              </p14:xfrm>
            </p:contentPart>
          </mc:Choice>
          <mc:Fallback xmlns="">
            <p:pic>
              <p:nvPicPr>
                <p:cNvPr id="48" name="墨迹 47">
                  <a:extLst>
                    <a:ext uri="{FF2B5EF4-FFF2-40B4-BE49-F238E27FC236}">
                      <a16:creationId xmlns:a16="http://schemas.microsoft.com/office/drawing/2014/main" id="{CD7B9793-286C-AC53-1BC7-55C424583D5F}"/>
                    </a:ext>
                  </a:extLst>
                </p:cNvPr>
                <p:cNvPicPr/>
                <p:nvPr/>
              </p:nvPicPr>
              <p:blipFill>
                <a:blip r:embed="rId97"/>
                <a:stretch>
                  <a:fillRect/>
                </a:stretch>
              </p:blipFill>
              <p:spPr>
                <a:xfrm>
                  <a:off x="5888800" y="5612110"/>
                  <a:ext cx="302400" cy="6692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墨迹 61">
                  <a:extLst>
                    <a:ext uri="{FF2B5EF4-FFF2-40B4-BE49-F238E27FC236}">
                      <a16:creationId xmlns:a16="http://schemas.microsoft.com/office/drawing/2014/main" id="{E9367402-6057-289A-173D-093873EB2209}"/>
                    </a:ext>
                  </a:extLst>
                </p14:cNvPr>
                <p14:cNvContentPartPr/>
                <p14:nvPr/>
              </p14:nvContentPartPr>
              <p14:xfrm>
                <a:off x="1872640" y="5486110"/>
                <a:ext cx="83160" cy="723240"/>
              </p14:xfrm>
            </p:contentPart>
          </mc:Choice>
          <mc:Fallback xmlns="">
            <p:pic>
              <p:nvPicPr>
                <p:cNvPr id="62" name="墨迹 61">
                  <a:extLst>
                    <a:ext uri="{FF2B5EF4-FFF2-40B4-BE49-F238E27FC236}">
                      <a16:creationId xmlns:a16="http://schemas.microsoft.com/office/drawing/2014/main" id="{E9367402-6057-289A-173D-093873EB2209}"/>
                    </a:ext>
                  </a:extLst>
                </p:cNvPr>
                <p:cNvPicPr/>
                <p:nvPr/>
              </p:nvPicPr>
              <p:blipFill>
                <a:blip r:embed="rId99"/>
                <a:stretch>
                  <a:fillRect/>
                </a:stretch>
              </p:blipFill>
              <p:spPr>
                <a:xfrm>
                  <a:off x="1855000" y="5468470"/>
                  <a:ext cx="118800" cy="7588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3" name="墨迹 62">
                  <a:extLst>
                    <a:ext uri="{FF2B5EF4-FFF2-40B4-BE49-F238E27FC236}">
                      <a16:creationId xmlns:a16="http://schemas.microsoft.com/office/drawing/2014/main" id="{01D0935B-7588-E5F2-E0C5-2A5F7C0D61B7}"/>
                    </a:ext>
                  </a:extLst>
                </p14:cNvPr>
                <p14:cNvContentPartPr/>
                <p14:nvPr/>
              </p14:nvContentPartPr>
              <p14:xfrm>
                <a:off x="1974520" y="5606710"/>
                <a:ext cx="25920" cy="489960"/>
              </p14:xfrm>
            </p:contentPart>
          </mc:Choice>
          <mc:Fallback xmlns="">
            <p:pic>
              <p:nvPicPr>
                <p:cNvPr id="63" name="墨迹 62">
                  <a:extLst>
                    <a:ext uri="{FF2B5EF4-FFF2-40B4-BE49-F238E27FC236}">
                      <a16:creationId xmlns:a16="http://schemas.microsoft.com/office/drawing/2014/main" id="{01D0935B-7588-E5F2-E0C5-2A5F7C0D61B7}"/>
                    </a:ext>
                  </a:extLst>
                </p:cNvPr>
                <p:cNvPicPr/>
                <p:nvPr/>
              </p:nvPicPr>
              <p:blipFill>
                <a:blip r:embed="rId101"/>
                <a:stretch>
                  <a:fillRect/>
                </a:stretch>
              </p:blipFill>
              <p:spPr>
                <a:xfrm>
                  <a:off x="1956520" y="5589070"/>
                  <a:ext cx="61560" cy="525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86016" name="墨迹 86015">
                  <a:extLst>
                    <a:ext uri="{FF2B5EF4-FFF2-40B4-BE49-F238E27FC236}">
                      <a16:creationId xmlns:a16="http://schemas.microsoft.com/office/drawing/2014/main" id="{8EFCB227-8F07-150C-7295-FFAFDA60D8F5}"/>
                    </a:ext>
                  </a:extLst>
                </p14:cNvPr>
                <p14:cNvContentPartPr/>
                <p14:nvPr/>
              </p14:nvContentPartPr>
              <p14:xfrm>
                <a:off x="1878760" y="5536870"/>
                <a:ext cx="102600" cy="673920"/>
              </p14:xfrm>
            </p:contentPart>
          </mc:Choice>
          <mc:Fallback xmlns="">
            <p:pic>
              <p:nvPicPr>
                <p:cNvPr id="86016" name="墨迹 86015">
                  <a:extLst>
                    <a:ext uri="{FF2B5EF4-FFF2-40B4-BE49-F238E27FC236}">
                      <a16:creationId xmlns:a16="http://schemas.microsoft.com/office/drawing/2014/main" id="{8EFCB227-8F07-150C-7295-FFAFDA60D8F5}"/>
                    </a:ext>
                  </a:extLst>
                </p:cNvPr>
                <p:cNvPicPr/>
                <p:nvPr/>
              </p:nvPicPr>
              <p:blipFill>
                <a:blip r:embed="rId103"/>
                <a:stretch>
                  <a:fillRect/>
                </a:stretch>
              </p:blipFill>
              <p:spPr>
                <a:xfrm>
                  <a:off x="1860760" y="5519230"/>
                  <a:ext cx="13824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86017" name="墨迹 86016">
                  <a:extLst>
                    <a:ext uri="{FF2B5EF4-FFF2-40B4-BE49-F238E27FC236}">
                      <a16:creationId xmlns:a16="http://schemas.microsoft.com/office/drawing/2014/main" id="{3A0E916D-0433-288B-006C-7D44013AD84A}"/>
                    </a:ext>
                  </a:extLst>
                </p14:cNvPr>
                <p14:cNvContentPartPr/>
                <p14:nvPr/>
              </p14:nvContentPartPr>
              <p14:xfrm>
                <a:off x="1872280" y="5708230"/>
                <a:ext cx="64800" cy="714240"/>
              </p14:xfrm>
            </p:contentPart>
          </mc:Choice>
          <mc:Fallback xmlns="">
            <p:pic>
              <p:nvPicPr>
                <p:cNvPr id="86017" name="墨迹 86016">
                  <a:extLst>
                    <a:ext uri="{FF2B5EF4-FFF2-40B4-BE49-F238E27FC236}">
                      <a16:creationId xmlns:a16="http://schemas.microsoft.com/office/drawing/2014/main" id="{3A0E916D-0433-288B-006C-7D44013AD84A}"/>
                    </a:ext>
                  </a:extLst>
                </p:cNvPr>
                <p:cNvPicPr/>
                <p:nvPr/>
              </p:nvPicPr>
              <p:blipFill>
                <a:blip r:embed="rId105"/>
                <a:stretch>
                  <a:fillRect/>
                </a:stretch>
              </p:blipFill>
              <p:spPr>
                <a:xfrm>
                  <a:off x="1854640" y="5690590"/>
                  <a:ext cx="100440" cy="7498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6019" name="墨迹 86018">
                  <a:extLst>
                    <a:ext uri="{FF2B5EF4-FFF2-40B4-BE49-F238E27FC236}">
                      <a16:creationId xmlns:a16="http://schemas.microsoft.com/office/drawing/2014/main" id="{6BEF3362-1DBF-F1E8-0F33-47482A268FA2}"/>
                    </a:ext>
                  </a:extLst>
                </p14:cNvPr>
                <p14:cNvContentPartPr/>
                <p14:nvPr/>
              </p14:nvContentPartPr>
              <p14:xfrm>
                <a:off x="1917640" y="5911630"/>
                <a:ext cx="7200" cy="426600"/>
              </p14:xfrm>
            </p:contentPart>
          </mc:Choice>
          <mc:Fallback xmlns="">
            <p:pic>
              <p:nvPicPr>
                <p:cNvPr id="86019" name="墨迹 86018">
                  <a:extLst>
                    <a:ext uri="{FF2B5EF4-FFF2-40B4-BE49-F238E27FC236}">
                      <a16:creationId xmlns:a16="http://schemas.microsoft.com/office/drawing/2014/main" id="{6BEF3362-1DBF-F1E8-0F33-47482A268FA2}"/>
                    </a:ext>
                  </a:extLst>
                </p:cNvPr>
                <p:cNvPicPr/>
                <p:nvPr/>
              </p:nvPicPr>
              <p:blipFill>
                <a:blip r:embed="rId107"/>
                <a:stretch>
                  <a:fillRect/>
                </a:stretch>
              </p:blipFill>
              <p:spPr>
                <a:xfrm>
                  <a:off x="1899640" y="5893990"/>
                  <a:ext cx="42840" cy="462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8">
            <p14:nvContentPartPr>
              <p14:cNvPr id="86021" name="墨迹 86020">
                <a:extLst>
                  <a:ext uri="{FF2B5EF4-FFF2-40B4-BE49-F238E27FC236}">
                    <a16:creationId xmlns:a16="http://schemas.microsoft.com/office/drawing/2014/main" id="{28B0AF2A-FF95-558A-8423-04DFF6A85FD9}"/>
                  </a:ext>
                </a:extLst>
              </p14:cNvPr>
              <p14:cNvContentPartPr/>
              <p14:nvPr/>
            </p14:nvContentPartPr>
            <p14:xfrm>
              <a:off x="1942480" y="5809750"/>
              <a:ext cx="57960" cy="343440"/>
            </p14:xfrm>
          </p:contentPart>
        </mc:Choice>
        <mc:Fallback xmlns="">
          <p:pic>
            <p:nvPicPr>
              <p:cNvPr id="86021" name="墨迹 86020">
                <a:extLst>
                  <a:ext uri="{FF2B5EF4-FFF2-40B4-BE49-F238E27FC236}">
                    <a16:creationId xmlns:a16="http://schemas.microsoft.com/office/drawing/2014/main" id="{28B0AF2A-FF95-558A-8423-04DFF6A85FD9}"/>
                  </a:ext>
                </a:extLst>
              </p:cNvPr>
              <p:cNvPicPr/>
              <p:nvPr/>
            </p:nvPicPr>
            <p:blipFill>
              <a:blip r:embed="rId109"/>
              <a:stretch>
                <a:fillRect/>
              </a:stretch>
            </p:blipFill>
            <p:spPr>
              <a:xfrm>
                <a:off x="1924840" y="5792110"/>
                <a:ext cx="9360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6022" name="墨迹 86021">
                <a:extLst>
                  <a:ext uri="{FF2B5EF4-FFF2-40B4-BE49-F238E27FC236}">
                    <a16:creationId xmlns:a16="http://schemas.microsoft.com/office/drawing/2014/main" id="{A0C81E30-E047-E501-348E-ED60D9CC247D}"/>
                  </a:ext>
                </a:extLst>
              </p14:cNvPr>
              <p14:cNvContentPartPr/>
              <p14:nvPr/>
            </p14:nvContentPartPr>
            <p14:xfrm>
              <a:off x="1948960" y="5962390"/>
              <a:ext cx="32400" cy="393120"/>
            </p14:xfrm>
          </p:contentPart>
        </mc:Choice>
        <mc:Fallback xmlns="">
          <p:pic>
            <p:nvPicPr>
              <p:cNvPr id="86022" name="墨迹 86021">
                <a:extLst>
                  <a:ext uri="{FF2B5EF4-FFF2-40B4-BE49-F238E27FC236}">
                    <a16:creationId xmlns:a16="http://schemas.microsoft.com/office/drawing/2014/main" id="{A0C81E30-E047-E501-348E-ED60D9CC247D}"/>
                  </a:ext>
                </a:extLst>
              </p:cNvPr>
              <p:cNvPicPr/>
              <p:nvPr/>
            </p:nvPicPr>
            <p:blipFill>
              <a:blip r:embed="rId111"/>
              <a:stretch>
                <a:fillRect/>
              </a:stretch>
            </p:blipFill>
            <p:spPr>
              <a:xfrm>
                <a:off x="1931320" y="5944750"/>
                <a:ext cx="68040" cy="4287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6023" name="墨迹 86022">
                <a:extLst>
                  <a:ext uri="{FF2B5EF4-FFF2-40B4-BE49-F238E27FC236}">
                    <a16:creationId xmlns:a16="http://schemas.microsoft.com/office/drawing/2014/main" id="{AB3B8461-9235-6332-E4D6-E5D204B20273}"/>
                  </a:ext>
                </a:extLst>
              </p14:cNvPr>
              <p14:cNvContentPartPr/>
              <p14:nvPr/>
            </p14:nvContentPartPr>
            <p14:xfrm>
              <a:off x="1913320" y="5968510"/>
              <a:ext cx="43200" cy="305280"/>
            </p14:xfrm>
          </p:contentPart>
        </mc:Choice>
        <mc:Fallback xmlns="">
          <p:pic>
            <p:nvPicPr>
              <p:cNvPr id="86023" name="墨迹 86022">
                <a:extLst>
                  <a:ext uri="{FF2B5EF4-FFF2-40B4-BE49-F238E27FC236}">
                    <a16:creationId xmlns:a16="http://schemas.microsoft.com/office/drawing/2014/main" id="{AB3B8461-9235-6332-E4D6-E5D204B20273}"/>
                  </a:ext>
                </a:extLst>
              </p:cNvPr>
              <p:cNvPicPr/>
              <p:nvPr/>
            </p:nvPicPr>
            <p:blipFill>
              <a:blip r:embed="rId113"/>
              <a:stretch>
                <a:fillRect/>
              </a:stretch>
            </p:blipFill>
            <p:spPr>
              <a:xfrm>
                <a:off x="1895320" y="5950870"/>
                <a:ext cx="7884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6025" name="墨迹 86024">
                <a:extLst>
                  <a:ext uri="{FF2B5EF4-FFF2-40B4-BE49-F238E27FC236}">
                    <a16:creationId xmlns:a16="http://schemas.microsoft.com/office/drawing/2014/main" id="{9028AEE6-4F21-7DBD-B6CD-76AB55F49BA6}"/>
                  </a:ext>
                </a:extLst>
              </p14:cNvPr>
              <p14:cNvContentPartPr/>
              <p14:nvPr/>
            </p14:nvContentPartPr>
            <p14:xfrm>
              <a:off x="1961920" y="5517790"/>
              <a:ext cx="5550480" cy="720"/>
            </p14:xfrm>
          </p:contentPart>
        </mc:Choice>
        <mc:Fallback xmlns="">
          <p:pic>
            <p:nvPicPr>
              <p:cNvPr id="86025" name="墨迹 86024">
                <a:extLst>
                  <a:ext uri="{FF2B5EF4-FFF2-40B4-BE49-F238E27FC236}">
                    <a16:creationId xmlns:a16="http://schemas.microsoft.com/office/drawing/2014/main" id="{9028AEE6-4F21-7DBD-B6CD-76AB55F49BA6}"/>
                  </a:ext>
                </a:extLst>
              </p:cNvPr>
              <p:cNvPicPr/>
              <p:nvPr/>
            </p:nvPicPr>
            <p:blipFill>
              <a:blip r:embed="rId115"/>
              <a:stretch>
                <a:fillRect/>
              </a:stretch>
            </p:blipFill>
            <p:spPr>
              <a:xfrm>
                <a:off x="1943920" y="5481790"/>
                <a:ext cx="5586120" cy="72000"/>
              </a:xfrm>
              <a:prstGeom prst="rect">
                <a:avLst/>
              </a:prstGeom>
            </p:spPr>
          </p:pic>
        </mc:Fallback>
      </mc:AlternateContent>
    </p:spTree>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p:nvPr/>
        </p:nvSpPr>
        <p:spPr>
          <a:xfrm>
            <a:off x="304800" y="838200"/>
            <a:ext cx="8382000" cy="644525"/>
          </a:xfrm>
          <a:prstGeom prst="rect">
            <a:avLst/>
          </a:prstGeom>
          <a:noFill/>
          <a:ln w="9525">
            <a:noFill/>
          </a:ln>
        </p:spPr>
        <p:txBody>
          <a:bodyPr anchor="t" anchorCtr="0">
            <a:spAutoFit/>
          </a:bodyPr>
          <a:lstStyle/>
          <a:p>
            <a:pPr indent="262255" algn="just">
              <a:lnSpc>
                <a:spcPct val="150000"/>
              </a:lnSpc>
            </a:pPr>
            <a:r>
              <a:rPr lang="en-US" altLang="zh-CN" sz="2400" b="1" dirty="0">
                <a:solidFill>
                  <a:srgbClr val="FF0000"/>
                </a:solidFill>
                <a:latin typeface="Times New Roman" panose="02020603050405020304" pitchFamily="18" charset="0"/>
                <a:ea typeface="宋体" panose="02010600030101010101" pitchFamily="2" charset="-122"/>
              </a:rPr>
              <a:t>6.5.3. </a:t>
            </a:r>
            <a:r>
              <a:rPr lang="zh-CN" altLang="en-US" sz="2400" b="1" dirty="0">
                <a:solidFill>
                  <a:srgbClr val="FF0000"/>
                </a:solidFill>
                <a:latin typeface="Times New Roman" panose="02020603050405020304" pitchFamily="18" charset="0"/>
                <a:ea typeface="宋体" panose="02010600030101010101" pitchFamily="2" charset="-122"/>
              </a:rPr>
              <a:t>方式</a:t>
            </a:r>
            <a:r>
              <a:rPr lang="en-US" altLang="zh-CN" sz="2400" b="1" dirty="0">
                <a:solidFill>
                  <a:srgbClr val="FF0000"/>
                </a:solidFill>
                <a:latin typeface="Times New Roman" panose="02020603050405020304" pitchFamily="18" charset="0"/>
                <a:ea typeface="宋体" panose="02010600030101010101" pitchFamily="2" charset="-122"/>
              </a:rPr>
              <a:t>2</a:t>
            </a:r>
            <a:endParaRPr lang="en-US" altLang="zh-CN" sz="2400" b="1" dirty="0">
              <a:latin typeface="Times New Roman" panose="02020603050405020304" pitchFamily="18" charset="0"/>
              <a:ea typeface="宋体" panose="02010600030101010101" pitchFamily="2" charset="-122"/>
            </a:endParaRPr>
          </a:p>
        </p:txBody>
      </p:sp>
      <p:sp>
        <p:nvSpPr>
          <p:cNvPr id="91138" name="Rectangle 3"/>
          <p:cNvSpPr/>
          <p:nvPr/>
        </p:nvSpPr>
        <p:spPr>
          <a:xfrm>
            <a:off x="323850" y="1484313"/>
            <a:ext cx="8382000" cy="4473575"/>
          </a:xfrm>
          <a:prstGeom prst="rect">
            <a:avLst/>
          </a:prstGeom>
          <a:noFill/>
          <a:ln w="9525">
            <a:noFill/>
          </a:ln>
        </p:spPr>
        <p:txBody>
          <a:bodyPr anchor="t" anchorCtr="0">
            <a:spAutoFit/>
          </a:bodyPr>
          <a:lstStyle/>
          <a:p>
            <a:pPr indent="26225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方式</a:t>
            </a: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具有自动重新加载功能，即自动加载计数初值。</a:t>
            </a:r>
            <a:endParaRPr lang="zh-CN" altLang="en-US" sz="2400" b="1" dirty="0">
              <a:latin typeface="Times New Roman" panose="02020603050405020304" pitchFamily="18" charset="0"/>
              <a:ea typeface="宋体" panose="02010600030101010101" pitchFamily="2" charset="-122"/>
            </a:endParaRPr>
          </a:p>
          <a:p>
            <a:pPr indent="26225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在该工作方式下，把</a:t>
            </a:r>
            <a:r>
              <a:rPr lang="en-US" altLang="zh-CN" sz="2400" b="1" dirty="0">
                <a:solidFill>
                  <a:srgbClr val="000000"/>
                </a:solidFill>
                <a:latin typeface="Times New Roman" panose="02020603050405020304" pitchFamily="18" charset="0"/>
                <a:ea typeface="宋体" panose="02010600030101010101" pitchFamily="2" charset="-122"/>
              </a:rPr>
              <a:t>16</a:t>
            </a:r>
            <a:r>
              <a:rPr lang="zh-CN" altLang="en-US" sz="2400" b="1" dirty="0">
                <a:solidFill>
                  <a:srgbClr val="000000"/>
                </a:solidFill>
                <a:latin typeface="Times New Roman" panose="02020603050405020304" pitchFamily="18" charset="0"/>
                <a:ea typeface="宋体" panose="02010600030101010101" pitchFamily="2" charset="-122"/>
              </a:rPr>
              <a:t>位计数器分为两部分，即</a:t>
            </a:r>
            <a:endParaRPr lang="zh-CN" altLang="en-US" sz="2400" b="1" dirty="0">
              <a:latin typeface="Times New Roman" panose="02020603050405020304" pitchFamily="18" charset="0"/>
              <a:ea typeface="宋体" panose="02010600030101010101" pitchFamily="2" charset="-122"/>
            </a:endParaRPr>
          </a:p>
          <a:p>
            <a:pPr indent="26225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以</a:t>
            </a:r>
            <a:r>
              <a:rPr lang="en-US" altLang="zh-CN" sz="2400" b="1" dirty="0">
                <a:solidFill>
                  <a:srgbClr val="FF5050"/>
                </a:solidFill>
                <a:latin typeface="Times New Roman" panose="02020603050405020304" pitchFamily="18" charset="0"/>
                <a:ea typeface="宋体" panose="02010600030101010101" pitchFamily="2" charset="-122"/>
              </a:rPr>
              <a:t>TL</a:t>
            </a:r>
            <a:r>
              <a:rPr lang="zh-CN" altLang="en-US" sz="2400" b="1" dirty="0">
                <a:solidFill>
                  <a:srgbClr val="FF5050"/>
                </a:solidFill>
                <a:latin typeface="Times New Roman" panose="02020603050405020304" pitchFamily="18" charset="0"/>
                <a:ea typeface="宋体" panose="02010600030101010101" pitchFamily="2" charset="-122"/>
              </a:rPr>
              <a:t>作计数器</a:t>
            </a:r>
            <a:r>
              <a:rPr lang="zh-CN" altLang="en-US" sz="2400" b="1" dirty="0">
                <a:solidFill>
                  <a:srgbClr val="000000"/>
                </a:solidFill>
                <a:latin typeface="Times New Roman" panose="02020603050405020304" pitchFamily="18" charset="0"/>
                <a:ea typeface="宋体" panose="02010600030101010101" pitchFamily="2" charset="-122"/>
              </a:rPr>
              <a:t>，</a:t>
            </a:r>
          </a:p>
          <a:p>
            <a:pPr indent="26225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以</a:t>
            </a:r>
            <a:r>
              <a:rPr lang="en-US" altLang="zh-CN" sz="2400" b="1" dirty="0">
                <a:solidFill>
                  <a:srgbClr val="FF5050"/>
                </a:solidFill>
                <a:latin typeface="Times New Roman" panose="02020603050405020304" pitchFamily="18" charset="0"/>
                <a:ea typeface="宋体" panose="02010600030101010101" pitchFamily="2" charset="-122"/>
              </a:rPr>
              <a:t>TH</a:t>
            </a:r>
            <a:r>
              <a:rPr lang="zh-CN" altLang="en-US" sz="2400" b="1" dirty="0">
                <a:solidFill>
                  <a:srgbClr val="FF5050"/>
                </a:solidFill>
                <a:latin typeface="Times New Roman" panose="02020603050405020304" pitchFamily="18" charset="0"/>
                <a:ea typeface="宋体" panose="02010600030101010101" pitchFamily="2" charset="-122"/>
              </a:rPr>
              <a:t>作预置寄存器</a:t>
            </a:r>
            <a:r>
              <a:rPr lang="zh-CN" altLang="en-US" sz="2400" b="1" dirty="0">
                <a:solidFill>
                  <a:srgbClr val="000000"/>
                </a:solidFill>
                <a:latin typeface="Times New Roman" panose="02020603050405020304" pitchFamily="18" charset="0"/>
                <a:ea typeface="宋体" panose="02010600030101010101" pitchFamily="2" charset="-122"/>
              </a:rPr>
              <a:t>，初始化时把计数初值分别装入</a:t>
            </a:r>
            <a:r>
              <a:rPr lang="en-US" altLang="zh-CN" sz="2400" b="1" dirty="0">
                <a:solidFill>
                  <a:srgbClr val="000000"/>
                </a:solidFill>
                <a:latin typeface="Times New Roman" panose="02020603050405020304" pitchFamily="18" charset="0"/>
                <a:ea typeface="宋体" panose="02010600030101010101" pitchFamily="2" charset="-122"/>
              </a:rPr>
              <a:t>TL</a:t>
            </a:r>
            <a:r>
              <a:rPr lang="zh-CN" altLang="en-US" sz="2400" b="1" dirty="0">
                <a:solidFill>
                  <a:srgbClr val="000000"/>
                </a:solidFill>
                <a:latin typeface="Times New Roman" panose="02020603050405020304" pitchFamily="18" charset="0"/>
                <a:ea typeface="宋体" panose="02010600030101010101" pitchFamily="2" charset="-122"/>
              </a:rPr>
              <a:t>和</a:t>
            </a:r>
            <a:r>
              <a:rPr lang="en-US" altLang="zh-CN" sz="2400" b="1" dirty="0">
                <a:solidFill>
                  <a:srgbClr val="000000"/>
                </a:solidFill>
                <a:latin typeface="Times New Roman" panose="02020603050405020304" pitchFamily="18" charset="0"/>
                <a:ea typeface="宋体" panose="02010600030101010101" pitchFamily="2" charset="-122"/>
              </a:rPr>
              <a:t>TH</a:t>
            </a:r>
            <a:r>
              <a:rPr lang="zh-CN" altLang="en-US" sz="2400" b="1" dirty="0">
                <a:solidFill>
                  <a:srgbClr val="000000"/>
                </a:solidFill>
                <a:latin typeface="Times New Roman" panose="02020603050405020304" pitchFamily="18" charset="0"/>
                <a:ea typeface="宋体" panose="02010600030101010101" pitchFamily="2" charset="-122"/>
              </a:rPr>
              <a:t>中。</a:t>
            </a:r>
            <a:endParaRPr lang="zh-CN" altLang="en-US" sz="2400" b="1" dirty="0">
              <a:latin typeface="Times New Roman" panose="02020603050405020304" pitchFamily="18" charset="0"/>
              <a:ea typeface="宋体" panose="02010600030101010101" pitchFamily="2" charset="-122"/>
            </a:endParaRPr>
          </a:p>
          <a:p>
            <a:pPr indent="26225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当计数溢出时，由预置寄存器</a:t>
            </a:r>
            <a:r>
              <a:rPr lang="en-US" altLang="zh-CN" sz="2400" b="1" dirty="0">
                <a:solidFill>
                  <a:srgbClr val="000000"/>
                </a:solidFill>
                <a:latin typeface="Times New Roman" panose="02020603050405020304" pitchFamily="18" charset="0"/>
                <a:ea typeface="宋体" panose="02010600030101010101" pitchFamily="2" charset="-122"/>
              </a:rPr>
              <a:t>TH</a:t>
            </a:r>
            <a:r>
              <a:rPr lang="zh-CN" altLang="en-US" sz="2400" b="1" dirty="0">
                <a:solidFill>
                  <a:srgbClr val="000000"/>
                </a:solidFill>
                <a:latin typeface="Times New Roman" panose="02020603050405020304" pitchFamily="18" charset="0"/>
                <a:ea typeface="宋体" panose="02010600030101010101" pitchFamily="2" charset="-122"/>
              </a:rPr>
              <a:t>以硬件方法</a:t>
            </a:r>
            <a:r>
              <a:rPr lang="zh-CN" altLang="en-US" sz="2400" b="1" dirty="0">
                <a:solidFill>
                  <a:srgbClr val="FF5050"/>
                </a:solidFill>
                <a:latin typeface="Times New Roman" panose="02020603050405020304" pitchFamily="18" charset="0"/>
                <a:ea typeface="宋体" panose="02010600030101010101" pitchFamily="2" charset="-122"/>
              </a:rPr>
              <a:t>自动给计数器</a:t>
            </a:r>
            <a:r>
              <a:rPr lang="en-US" altLang="zh-CN" sz="2400" b="1" dirty="0">
                <a:solidFill>
                  <a:srgbClr val="000000"/>
                </a:solidFill>
                <a:latin typeface="Times New Roman" panose="02020603050405020304" pitchFamily="18" charset="0"/>
                <a:ea typeface="宋体" panose="02010600030101010101" pitchFamily="2" charset="-122"/>
              </a:rPr>
              <a:t>TL</a:t>
            </a:r>
            <a:r>
              <a:rPr lang="zh-CN" altLang="en-US" sz="2400" b="1" dirty="0">
                <a:solidFill>
                  <a:srgbClr val="000000"/>
                </a:solidFill>
                <a:latin typeface="Times New Roman" panose="02020603050405020304" pitchFamily="18" charset="0"/>
                <a:ea typeface="宋体" panose="02010600030101010101" pitchFamily="2" charset="-122"/>
              </a:rPr>
              <a:t>重新加载，继续计数，循环重复。</a:t>
            </a:r>
            <a:endParaRPr lang="zh-CN" altLang="en-US" sz="2400" b="1" dirty="0">
              <a:latin typeface="Times New Roman" panose="02020603050405020304" pitchFamily="18" charset="0"/>
              <a:ea typeface="宋体" panose="02010600030101010101" pitchFamily="2" charset="-122"/>
            </a:endParaRPr>
          </a:p>
          <a:p>
            <a:pPr indent="262255" eaLnBrk="0" hangingPunct="0">
              <a:lnSpc>
                <a:spcPct val="150000"/>
              </a:lnSpc>
            </a:pPr>
            <a:endParaRPr lang="en-US" altLang="zh-CN" sz="2400" b="1"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6" name="墨迹 5">
                <a:extLst>
                  <a:ext uri="{FF2B5EF4-FFF2-40B4-BE49-F238E27FC236}">
                    <a16:creationId xmlns:a16="http://schemas.microsoft.com/office/drawing/2014/main" id="{7DE2831D-CBD4-ACDC-5FC6-11D65DA38DB2}"/>
                  </a:ext>
                </a:extLst>
              </p14:cNvPr>
              <p14:cNvContentPartPr/>
              <p14:nvPr/>
            </p14:nvContentPartPr>
            <p14:xfrm>
              <a:off x="1244440" y="3009670"/>
              <a:ext cx="360" cy="360"/>
            </p14:xfrm>
          </p:contentPart>
        </mc:Choice>
        <mc:Fallback xmlns="">
          <p:pic>
            <p:nvPicPr>
              <p:cNvPr id="6" name="墨迹 5">
                <a:extLst>
                  <a:ext uri="{FF2B5EF4-FFF2-40B4-BE49-F238E27FC236}">
                    <a16:creationId xmlns:a16="http://schemas.microsoft.com/office/drawing/2014/main" id="{7DE2831D-CBD4-ACDC-5FC6-11D65DA38DB2}"/>
                  </a:ext>
                </a:extLst>
              </p:cNvPr>
              <p:cNvPicPr/>
              <p:nvPr/>
            </p:nvPicPr>
            <p:blipFill>
              <a:blip r:embed="rId3"/>
              <a:stretch>
                <a:fillRect/>
              </a:stretch>
            </p:blipFill>
            <p:spPr>
              <a:xfrm>
                <a:off x="1226800" y="299203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墨迹 14">
                <a:extLst>
                  <a:ext uri="{FF2B5EF4-FFF2-40B4-BE49-F238E27FC236}">
                    <a16:creationId xmlns:a16="http://schemas.microsoft.com/office/drawing/2014/main" id="{2C20CD5C-1D90-3782-9F84-D9D80D8F59CD}"/>
                  </a:ext>
                </a:extLst>
              </p14:cNvPr>
              <p14:cNvContentPartPr/>
              <p14:nvPr/>
            </p14:nvContentPartPr>
            <p14:xfrm>
              <a:off x="710920" y="1986910"/>
              <a:ext cx="6919560" cy="166320"/>
            </p14:xfrm>
          </p:contentPart>
        </mc:Choice>
        <mc:Fallback xmlns="">
          <p:pic>
            <p:nvPicPr>
              <p:cNvPr id="15" name="墨迹 14">
                <a:extLst>
                  <a:ext uri="{FF2B5EF4-FFF2-40B4-BE49-F238E27FC236}">
                    <a16:creationId xmlns:a16="http://schemas.microsoft.com/office/drawing/2014/main" id="{2C20CD5C-1D90-3782-9F84-D9D80D8F59CD}"/>
                  </a:ext>
                </a:extLst>
              </p:cNvPr>
              <p:cNvPicPr/>
              <p:nvPr/>
            </p:nvPicPr>
            <p:blipFill>
              <a:blip r:embed="rId5"/>
              <a:stretch>
                <a:fillRect/>
              </a:stretch>
            </p:blipFill>
            <p:spPr>
              <a:xfrm>
                <a:off x="693280" y="1969270"/>
                <a:ext cx="69552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墨迹 15">
                <a:extLst>
                  <a:ext uri="{FF2B5EF4-FFF2-40B4-BE49-F238E27FC236}">
                    <a16:creationId xmlns:a16="http://schemas.microsoft.com/office/drawing/2014/main" id="{ECCC3C8C-2B32-2489-03FA-C2A0D6E76B79}"/>
                  </a:ext>
                </a:extLst>
              </p14:cNvPr>
              <p14:cNvContentPartPr/>
              <p14:nvPr/>
            </p14:nvContentPartPr>
            <p14:xfrm>
              <a:off x="6877000" y="4812190"/>
              <a:ext cx="2016720" cy="59040"/>
            </p14:xfrm>
          </p:contentPart>
        </mc:Choice>
        <mc:Fallback xmlns="">
          <p:pic>
            <p:nvPicPr>
              <p:cNvPr id="16" name="墨迹 15">
                <a:extLst>
                  <a:ext uri="{FF2B5EF4-FFF2-40B4-BE49-F238E27FC236}">
                    <a16:creationId xmlns:a16="http://schemas.microsoft.com/office/drawing/2014/main" id="{ECCC3C8C-2B32-2489-03FA-C2A0D6E76B79}"/>
                  </a:ext>
                </a:extLst>
              </p:cNvPr>
              <p:cNvPicPr/>
              <p:nvPr/>
            </p:nvPicPr>
            <p:blipFill>
              <a:blip r:embed="rId7"/>
              <a:stretch>
                <a:fillRect/>
              </a:stretch>
            </p:blipFill>
            <p:spPr>
              <a:xfrm>
                <a:off x="6859360" y="4794550"/>
                <a:ext cx="20523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墨迹 16">
                <a:extLst>
                  <a:ext uri="{FF2B5EF4-FFF2-40B4-BE49-F238E27FC236}">
                    <a16:creationId xmlns:a16="http://schemas.microsoft.com/office/drawing/2014/main" id="{EA650EF9-F4A5-3443-C649-CB7ADF544D1A}"/>
                  </a:ext>
                </a:extLst>
              </p14:cNvPr>
              <p14:cNvContentPartPr/>
              <p14:nvPr/>
            </p14:nvContentPartPr>
            <p14:xfrm>
              <a:off x="501400" y="5409790"/>
              <a:ext cx="1511640" cy="70200"/>
            </p14:xfrm>
          </p:contentPart>
        </mc:Choice>
        <mc:Fallback xmlns="">
          <p:pic>
            <p:nvPicPr>
              <p:cNvPr id="17" name="墨迹 16">
                <a:extLst>
                  <a:ext uri="{FF2B5EF4-FFF2-40B4-BE49-F238E27FC236}">
                    <a16:creationId xmlns:a16="http://schemas.microsoft.com/office/drawing/2014/main" id="{EA650EF9-F4A5-3443-C649-CB7ADF544D1A}"/>
                  </a:ext>
                </a:extLst>
              </p:cNvPr>
              <p:cNvPicPr/>
              <p:nvPr/>
            </p:nvPicPr>
            <p:blipFill>
              <a:blip r:embed="rId9"/>
              <a:stretch>
                <a:fillRect/>
              </a:stretch>
            </p:blipFill>
            <p:spPr>
              <a:xfrm>
                <a:off x="483760" y="5392150"/>
                <a:ext cx="1547280" cy="105840"/>
              </a:xfrm>
              <a:prstGeom prst="rect">
                <a:avLst/>
              </a:prstGeom>
            </p:spPr>
          </p:pic>
        </mc:Fallback>
      </mc:AlternateContent>
    </p:spTree>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p:nvPr/>
        </p:nvSpPr>
        <p:spPr>
          <a:xfrm>
            <a:off x="-152400" y="5410200"/>
            <a:ext cx="9144000" cy="830263"/>
          </a:xfrm>
          <a:prstGeom prst="rect">
            <a:avLst/>
          </a:prstGeom>
          <a:noFill/>
          <a:ln w="9525">
            <a:noFill/>
          </a:ln>
        </p:spPr>
        <p:txBody>
          <a:bodyPr anchor="t" anchorCtr="0">
            <a:spAutoFit/>
          </a:bodyPr>
          <a:lstStyle/>
          <a:p>
            <a:pPr algn="ctr"/>
            <a:r>
              <a:rPr lang="zh-CN" altLang="en-US" sz="2400" b="1" dirty="0">
                <a:solidFill>
                  <a:srgbClr val="000000"/>
                </a:solidFill>
                <a:latin typeface="Times New Roman" panose="02020603050405020304" pitchFamily="18" charset="0"/>
                <a:ea typeface="黑体" panose="02010609060101010101" pitchFamily="49" charset="-122"/>
              </a:rPr>
              <a:t>图</a:t>
            </a:r>
            <a:r>
              <a:rPr lang="en-US" altLang="zh-CN" sz="2400" b="1" dirty="0">
                <a:solidFill>
                  <a:srgbClr val="000000"/>
                </a:solidFill>
                <a:latin typeface="Times New Roman" panose="02020603050405020304" pitchFamily="18" charset="0"/>
                <a:ea typeface="黑体" panose="02010609060101010101" pitchFamily="49" charset="-122"/>
              </a:rPr>
              <a:t>6-11  T0</a:t>
            </a:r>
            <a:r>
              <a:rPr lang="zh-CN" altLang="en-US" sz="2400" b="1" dirty="0">
                <a:solidFill>
                  <a:srgbClr val="000000"/>
                </a:solidFill>
                <a:latin typeface="Times New Roman" panose="02020603050405020304" pitchFamily="18" charset="0"/>
                <a:ea typeface="黑体" panose="02010609060101010101" pitchFamily="49" charset="-122"/>
              </a:rPr>
              <a:t>（或</a:t>
            </a:r>
            <a:r>
              <a:rPr lang="en-US" altLang="zh-CN" sz="2400" b="1" dirty="0">
                <a:solidFill>
                  <a:srgbClr val="000000"/>
                </a:solidFill>
                <a:latin typeface="Times New Roman" panose="02020603050405020304" pitchFamily="18" charset="0"/>
                <a:ea typeface="黑体" panose="02010609060101010101" pitchFamily="49" charset="-122"/>
              </a:rPr>
              <a:t>T1</a:t>
            </a:r>
            <a:r>
              <a:rPr lang="zh-CN" altLang="en-US" sz="2400" b="1" dirty="0">
                <a:solidFill>
                  <a:srgbClr val="000000"/>
                </a:solidFill>
                <a:latin typeface="Times New Roman" panose="02020603050405020304" pitchFamily="18" charset="0"/>
                <a:ea typeface="黑体" panose="02010609060101010101" pitchFamily="49" charset="-122"/>
              </a:rPr>
              <a:t>）方式</a:t>
            </a:r>
            <a:r>
              <a:rPr lang="en-US" altLang="zh-CN" sz="2400" b="1" dirty="0">
                <a:solidFill>
                  <a:srgbClr val="000000"/>
                </a:solidFill>
                <a:latin typeface="Times New Roman" panose="02020603050405020304" pitchFamily="18" charset="0"/>
                <a:ea typeface="黑体" panose="02010609060101010101" pitchFamily="49" charset="-122"/>
              </a:rPr>
              <a:t>2</a:t>
            </a:r>
            <a:r>
              <a:rPr lang="zh-CN" altLang="en-US" sz="2400" b="1" dirty="0">
                <a:solidFill>
                  <a:srgbClr val="000000"/>
                </a:solidFill>
                <a:latin typeface="Times New Roman" panose="02020603050405020304" pitchFamily="18" charset="0"/>
                <a:ea typeface="黑体" panose="02010609060101010101" pitchFamily="49" charset="-122"/>
              </a:rPr>
              <a:t>结构</a:t>
            </a:r>
            <a:r>
              <a:rPr lang="en-US" altLang="zh-CN" sz="2400" b="1" dirty="0">
                <a:solidFill>
                  <a:srgbClr val="000000"/>
                </a:solidFill>
                <a:latin typeface="Times New Roman" panose="02020603050405020304" pitchFamily="18" charset="0"/>
                <a:ea typeface="黑体" panose="02010609060101010101" pitchFamily="49" charset="-122"/>
              </a:rPr>
              <a:t>――8</a:t>
            </a:r>
            <a:r>
              <a:rPr lang="zh-CN" altLang="en-US" sz="2400" b="1" dirty="0">
                <a:solidFill>
                  <a:srgbClr val="000000"/>
                </a:solidFill>
                <a:latin typeface="Times New Roman" panose="02020603050405020304" pitchFamily="18" charset="0"/>
                <a:ea typeface="黑体" panose="02010609060101010101" pitchFamily="49" charset="-122"/>
              </a:rPr>
              <a:t>位计数器</a:t>
            </a:r>
            <a:endParaRPr lang="zh-CN" altLang="en-US" sz="2400" dirty="0">
              <a:solidFill>
                <a:schemeClr val="accent2"/>
              </a:solidFill>
              <a:latin typeface="Times New Roman" panose="02020603050405020304" pitchFamily="18" charset="0"/>
              <a:ea typeface="宋体" panose="02010600030101010101" pitchFamily="2" charset="-122"/>
            </a:endParaRPr>
          </a:p>
          <a:p>
            <a:pPr eaLnBrk="0" hangingPunct="0"/>
            <a:endParaRPr lang="en-US" altLang="zh-CN" sz="2400" dirty="0">
              <a:solidFill>
                <a:schemeClr val="accent2"/>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683895" y="1916430"/>
            <a:ext cx="7913370" cy="2856230"/>
          </a:xfrm>
          <a:prstGeom prst="rect">
            <a:avLst/>
          </a:prstGeom>
        </p:spPr>
      </p:pic>
    </p:spTree>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p:nvPr/>
        </p:nvSpPr>
        <p:spPr>
          <a:xfrm>
            <a:off x="250825" y="620713"/>
            <a:ext cx="8458200" cy="2136775"/>
          </a:xfrm>
          <a:prstGeom prst="rect">
            <a:avLst/>
          </a:prstGeom>
          <a:noFill/>
          <a:ln w="9525">
            <a:noFill/>
          </a:ln>
        </p:spPr>
        <p:txBody>
          <a:bodyPr anchor="t" anchorCtr="0">
            <a:spAutoFit/>
          </a:bodyPr>
          <a:lstStyle/>
          <a:p>
            <a:pPr indent="269875"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方式</a:t>
            </a: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下： </a:t>
            </a:r>
          </a:p>
          <a:p>
            <a:pPr indent="269875"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计数时，若计数长度为</a:t>
            </a:r>
            <a:r>
              <a:rPr lang="en-US" altLang="zh-CN" sz="2400" b="1" dirty="0">
                <a:solidFill>
                  <a:srgbClr val="000000"/>
                </a:solidFill>
                <a:latin typeface="Times New Roman" panose="02020603050405020304" pitchFamily="18" charset="0"/>
                <a:ea typeface="宋体" panose="02010600030101010101" pitchFamily="2" charset="-122"/>
              </a:rPr>
              <a:t>N</a:t>
            </a:r>
            <a:r>
              <a:rPr lang="zh-CN" altLang="en-US" sz="2400" b="1" dirty="0">
                <a:solidFill>
                  <a:srgbClr val="000000"/>
                </a:solidFill>
                <a:latin typeface="Times New Roman" panose="02020603050405020304" pitchFamily="18" charset="0"/>
                <a:ea typeface="宋体" panose="02010600030101010101" pitchFamily="2" charset="-122"/>
              </a:rPr>
              <a:t>，则应装入定时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计数器的初值</a:t>
            </a:r>
          </a:p>
          <a:p>
            <a:pPr indent="269875" algn="just">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FF0000"/>
                </a:solidFill>
                <a:latin typeface="Times New Roman" panose="02020603050405020304" pitchFamily="18" charset="0"/>
                <a:ea typeface="宋体" panose="02010600030101010101" pitchFamily="2" charset="-122"/>
              </a:rPr>
              <a:t>X</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2</a:t>
            </a:r>
            <a:r>
              <a:rPr lang="en-US" altLang="zh-CN" sz="2400" b="1" baseline="30000" dirty="0">
                <a:solidFill>
                  <a:srgbClr val="FF0000"/>
                </a:solidFill>
                <a:latin typeface="Times New Roman" panose="02020603050405020304" pitchFamily="18" charset="0"/>
                <a:ea typeface="宋体" panose="02010600030101010101" pitchFamily="2" charset="-122"/>
              </a:rPr>
              <a:t>8</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N</a:t>
            </a:r>
            <a:r>
              <a:rPr lang="zh-CN" altLang="en-US" sz="2400" b="1" dirty="0">
                <a:solidFill>
                  <a:srgbClr val="FF0000"/>
                </a:solidFill>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indent="269875" algn="just" eaLnBrk="0" hangingPunct="0">
              <a:lnSpc>
                <a:spcPct val="140000"/>
              </a:lnSpc>
            </a:pPr>
            <a:r>
              <a:rPr lang="zh-CN" altLang="en-US" sz="2400" b="1" dirty="0">
                <a:solidFill>
                  <a:srgbClr val="FF0000"/>
                </a:solidFill>
                <a:latin typeface="Times New Roman" panose="02020603050405020304" pitchFamily="18" charset="0"/>
                <a:ea typeface="宋体" panose="02010600030101010101" pitchFamily="2" charset="-122"/>
              </a:rPr>
              <a:t>    计数的长度范围为</a:t>
            </a:r>
            <a:r>
              <a:rPr lang="en-US" altLang="zh-CN" sz="2400" b="1" dirty="0">
                <a:solidFill>
                  <a:srgbClr val="FF0000"/>
                </a:solidFill>
                <a:latin typeface="Times New Roman" panose="02020603050405020304" pitchFamily="18" charset="0"/>
                <a:ea typeface="宋体" panose="02010600030101010101" pitchFamily="2" charset="-122"/>
              </a:rPr>
              <a:t>1</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256</a:t>
            </a:r>
            <a:r>
              <a:rPr lang="zh-CN" altLang="en-US" sz="2400" b="1" dirty="0">
                <a:solidFill>
                  <a:srgbClr val="FF0000"/>
                </a:solidFill>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97284" name="Rectangle 2"/>
          <p:cNvSpPr/>
          <p:nvPr/>
        </p:nvSpPr>
        <p:spPr>
          <a:xfrm>
            <a:off x="217488" y="2924175"/>
            <a:ext cx="8458200" cy="3159125"/>
          </a:xfrm>
          <a:prstGeom prst="rect">
            <a:avLst/>
          </a:prstGeom>
          <a:noFill/>
          <a:ln w="9525">
            <a:noFill/>
          </a:ln>
        </p:spPr>
        <p:txBody>
          <a:bodyPr anchor="t" anchorCtr="0">
            <a:spAutoFit/>
          </a:bodyPr>
          <a:lstStyle/>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定时时，若需要的定时时间为</a:t>
            </a:r>
            <a:r>
              <a:rPr lang="en-US" altLang="zh-CN" sz="2400" b="1" dirty="0">
                <a:solidFill>
                  <a:srgbClr val="000000"/>
                </a:solidFill>
                <a:latin typeface="Times New Roman" panose="02020603050405020304" pitchFamily="18" charset="0"/>
                <a:ea typeface="宋体" panose="02010600030101010101" pitchFamily="2" charset="-122"/>
              </a:rPr>
              <a:t>Tc</a:t>
            </a:r>
            <a:r>
              <a:rPr lang="zh-CN" altLang="en-US" sz="2400" b="1" dirty="0">
                <a:solidFill>
                  <a:srgbClr val="000000"/>
                </a:solidFill>
                <a:latin typeface="Times New Roman" panose="02020603050405020304" pitchFamily="18" charset="0"/>
                <a:ea typeface="宋体" panose="02010600030101010101" pitchFamily="2" charset="-122"/>
              </a:rPr>
              <a:t>，则需要的机器周期数</a:t>
            </a:r>
            <a:r>
              <a:rPr lang="en-US" altLang="zh-CN" sz="2400" b="1" dirty="0">
                <a:solidFill>
                  <a:srgbClr val="000000"/>
                </a:solidFill>
                <a:latin typeface="Times New Roman" panose="02020603050405020304" pitchFamily="18" charset="0"/>
                <a:ea typeface="宋体" panose="02010600030101010101" pitchFamily="2" charset="-122"/>
              </a:rPr>
              <a:t>N</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Tc/Tp</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(Tp</a:t>
            </a:r>
            <a:r>
              <a:rPr lang="zh-CN" altLang="en-US" sz="2400" b="1" dirty="0">
                <a:solidFill>
                  <a:srgbClr val="000000"/>
                </a:solidFill>
                <a:latin typeface="Times New Roman" panose="02020603050405020304" pitchFamily="18" charset="0"/>
                <a:ea typeface="宋体" panose="02010600030101010101" pitchFamily="2" charset="-122"/>
              </a:rPr>
              <a:t>为机器周期</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，则应装入定时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计数器的初值</a:t>
            </a:r>
          </a:p>
          <a:p>
            <a:pPr indent="269875" algn="just"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FF0000"/>
                </a:solidFill>
                <a:latin typeface="Times New Roman" panose="02020603050405020304" pitchFamily="18" charset="0"/>
                <a:ea typeface="宋体" panose="02010600030101010101" pitchFamily="2" charset="-122"/>
              </a:rPr>
              <a:t>X</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2</a:t>
            </a:r>
            <a:r>
              <a:rPr lang="en-US" altLang="zh-CN" sz="2400" b="1" baseline="30000" dirty="0">
                <a:solidFill>
                  <a:srgbClr val="FF0000"/>
                </a:solidFill>
                <a:latin typeface="Times New Roman" panose="02020603050405020304" pitchFamily="18" charset="0"/>
                <a:ea typeface="宋体" panose="02010600030101010101" pitchFamily="2" charset="-122"/>
              </a:rPr>
              <a:t>8</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N</a:t>
            </a:r>
          </a:p>
          <a:p>
            <a:pPr indent="269875" algn="just" eaLnBrk="0" hangingPunct="0">
              <a:lnSpc>
                <a:spcPct val="140000"/>
              </a:lnSpc>
            </a:pPr>
            <a:r>
              <a:rPr lang="en-US" altLang="zh-CN" sz="2400" b="1" dirty="0">
                <a:solidFill>
                  <a:srgbClr val="FF0000"/>
                </a:solidFill>
                <a:latin typeface="Times New Roman" panose="02020603050405020304" pitchFamily="18" charset="0"/>
                <a:ea typeface="宋体" panose="02010600030101010101" pitchFamily="2" charset="-122"/>
              </a:rPr>
              <a:t>		   </a:t>
            </a:r>
            <a:r>
              <a:rPr lang="zh-CN" altLang="en-US" sz="2400" b="1" dirty="0">
                <a:solidFill>
                  <a:srgbClr val="FF0000"/>
                </a:solidFill>
                <a:latin typeface="Times New Roman" panose="02020603050405020304" pitchFamily="18" charset="0"/>
                <a:ea typeface="宋体" panose="02010600030101010101" pitchFamily="2" charset="-122"/>
              </a:rPr>
              <a:t>＝</a:t>
            </a:r>
            <a:r>
              <a:rPr lang="en-US" altLang="zh-CN" sz="2400" b="1" dirty="0">
                <a:solidFill>
                  <a:srgbClr val="FF0000"/>
                </a:solidFill>
                <a:latin typeface="Times New Roman" panose="02020603050405020304" pitchFamily="18" charset="0"/>
                <a:ea typeface="宋体" panose="02010600030101010101" pitchFamily="2" charset="-122"/>
              </a:rPr>
              <a:t>2</a:t>
            </a:r>
            <a:r>
              <a:rPr lang="en-US" altLang="zh-CN" sz="2400" b="1" baseline="30000" dirty="0">
                <a:solidFill>
                  <a:srgbClr val="FF0000"/>
                </a:solidFill>
                <a:latin typeface="Times New Roman" panose="02020603050405020304" pitchFamily="18" charset="0"/>
                <a:ea typeface="宋体" panose="02010600030101010101" pitchFamily="2" charset="-122"/>
              </a:rPr>
              <a:t>8</a:t>
            </a:r>
            <a:r>
              <a:rPr lang="en-US" altLang="zh-CN" sz="2400" b="1" dirty="0">
                <a:solidFill>
                  <a:srgbClr val="FF0000"/>
                </a:solidFill>
                <a:latin typeface="Times New Roman" panose="02020603050405020304" pitchFamily="18" charset="0"/>
                <a:ea typeface="宋体" panose="02010600030101010101" pitchFamily="2" charset="-122"/>
              </a:rPr>
              <a:t>-Tc/Tp</a:t>
            </a:r>
            <a:r>
              <a:rPr lang="zh-CN" altLang="en-US" sz="2400" b="1" dirty="0">
                <a:solidFill>
                  <a:srgbClr val="FF0000"/>
                </a:solidFill>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indent="269875"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若</a:t>
            </a:r>
            <a:r>
              <a:rPr lang="en-US" altLang="zh-CN" sz="2400" b="1" i="1" dirty="0">
                <a:solidFill>
                  <a:srgbClr val="000000"/>
                </a:solidFill>
                <a:latin typeface="Times New Roman" panose="02020603050405020304" pitchFamily="18" charset="0"/>
                <a:ea typeface="宋体" panose="02010600030101010101" pitchFamily="2" charset="-122"/>
              </a:rPr>
              <a:t>fosc</a:t>
            </a:r>
            <a:r>
              <a:rPr lang="en-US" altLang="zh-CN" sz="2400" b="1" dirty="0">
                <a:solidFill>
                  <a:srgbClr val="000000"/>
                </a:solidFill>
                <a:latin typeface="Times New Roman" panose="02020603050405020304" pitchFamily="18" charset="0"/>
                <a:ea typeface="宋体" panose="02010600030101010101" pitchFamily="2" charset="-122"/>
              </a:rPr>
              <a:t>=6MHz</a:t>
            </a:r>
            <a:r>
              <a:rPr lang="zh-CN" altLang="en-US" sz="2400" b="1" dirty="0">
                <a:solidFill>
                  <a:srgbClr val="000000"/>
                </a:solidFill>
                <a:latin typeface="Times New Roman" panose="02020603050405020304" pitchFamily="18" charset="0"/>
                <a:ea typeface="宋体" panose="02010600030101010101" pitchFamily="2" charset="-122"/>
              </a:rPr>
              <a:t>，则当</a:t>
            </a:r>
            <a:r>
              <a:rPr lang="en-US" altLang="zh-CN" sz="2400" b="1" dirty="0">
                <a:solidFill>
                  <a:srgbClr val="000000"/>
                </a:solidFill>
                <a:latin typeface="Times New Roman" panose="02020603050405020304" pitchFamily="18" charset="0"/>
                <a:ea typeface="宋体" panose="02010600030101010101" pitchFamily="2" charset="-122"/>
              </a:rPr>
              <a:t>X</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255</a:t>
            </a:r>
            <a:r>
              <a:rPr lang="zh-CN" altLang="en-US" sz="2400" b="1" dirty="0">
                <a:solidFill>
                  <a:srgbClr val="000000"/>
                </a:solidFill>
                <a:latin typeface="Times New Roman" panose="02020603050405020304" pitchFamily="18" charset="0"/>
                <a:ea typeface="宋体" panose="02010600030101010101" pitchFamily="2" charset="-122"/>
              </a:rPr>
              <a:t>时，定时时间为</a:t>
            </a:r>
            <a:r>
              <a:rPr lang="en-US" altLang="zh-CN" sz="2400" b="1" dirty="0">
                <a:solidFill>
                  <a:srgbClr val="000000"/>
                </a:solidFill>
                <a:latin typeface="Times New Roman" panose="02020603050405020304" pitchFamily="18" charset="0"/>
                <a:ea typeface="宋体" panose="02010600030101010101" pitchFamily="2" charset="-122"/>
              </a:rPr>
              <a:t>2us</a:t>
            </a:r>
            <a:r>
              <a:rPr lang="zh-CN" altLang="en-US" sz="2400" b="1" dirty="0">
                <a:solidFill>
                  <a:srgbClr val="000000"/>
                </a:solidFill>
                <a:latin typeface="Times New Roman" panose="02020603050405020304" pitchFamily="18" charset="0"/>
                <a:ea typeface="宋体" panose="02010600030101010101" pitchFamily="2" charset="-122"/>
              </a:rPr>
              <a:t>；</a:t>
            </a:r>
          </a:p>
          <a:p>
            <a:pPr indent="269875" eaLnBrk="0" hangingPunct="0">
              <a:lnSpc>
                <a:spcPct val="140000"/>
              </a:lnSpc>
            </a:pPr>
            <a:r>
              <a:rPr lang="zh-CN" altLang="en-US" sz="2400" b="1" dirty="0">
                <a:solidFill>
                  <a:srgbClr val="000000"/>
                </a:solidFill>
                <a:latin typeface="Times New Roman" panose="02020603050405020304" pitchFamily="18" charset="0"/>
                <a:ea typeface="宋体" panose="02010600030101010101" pitchFamily="2" charset="-122"/>
              </a:rPr>
              <a:t>                               当</a:t>
            </a:r>
            <a:r>
              <a:rPr lang="en-US" altLang="zh-CN" sz="2400" b="1" dirty="0">
                <a:solidFill>
                  <a:srgbClr val="000000"/>
                </a:solidFill>
                <a:latin typeface="Times New Roman" panose="02020603050405020304" pitchFamily="18" charset="0"/>
                <a:ea typeface="宋体" panose="02010600030101010101" pitchFamily="2" charset="-122"/>
              </a:rPr>
              <a:t>X</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时，最大的定时时间</a:t>
            </a:r>
            <a:r>
              <a:rPr lang="en-US" altLang="zh-CN" sz="2400" b="1" dirty="0">
                <a:solidFill>
                  <a:srgbClr val="000000"/>
                </a:solidFill>
                <a:latin typeface="Times New Roman" panose="02020603050405020304" pitchFamily="18" charset="0"/>
                <a:ea typeface="宋体" panose="02010600030101010101" pitchFamily="2" charset="-122"/>
              </a:rPr>
              <a:t>512us</a:t>
            </a:r>
            <a:r>
              <a:rPr lang="zh-CN" altLang="en-US" sz="2400" b="1" dirty="0">
                <a:solidFill>
                  <a:srgbClr val="000000"/>
                </a:solidFill>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a:t>
            </a:r>
          </a:p>
        </p:txBody>
      </p:sp>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p:nvPr/>
        </p:nvSpPr>
        <p:spPr>
          <a:xfrm>
            <a:off x="323850" y="549275"/>
            <a:ext cx="8458200" cy="2306638"/>
          </a:xfrm>
          <a:prstGeom prst="rect">
            <a:avLst/>
          </a:prstGeom>
          <a:noFill/>
          <a:ln w="9525">
            <a:noFill/>
          </a:ln>
        </p:spPr>
        <p:txBody>
          <a:bodyPr anchor="t" anchorCtr="0">
            <a:spAutoFit/>
          </a:bodyPr>
          <a:lstStyle/>
          <a:p>
            <a:pPr indent="26987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例</a:t>
            </a:r>
            <a:r>
              <a:rPr lang="en-US" altLang="zh-CN" sz="2400" b="1" dirty="0">
                <a:solidFill>
                  <a:srgbClr val="000000"/>
                </a:solidFill>
                <a:latin typeface="Times New Roman" panose="02020603050405020304" pitchFamily="18" charset="0"/>
                <a:ea typeface="宋体" panose="02010600030101010101" pitchFamily="2" charset="-122"/>
              </a:rPr>
              <a:t>6-7</a:t>
            </a:r>
            <a:r>
              <a:rPr lang="zh-CN" altLang="en-US" sz="2400" b="1" dirty="0">
                <a:solidFill>
                  <a:srgbClr val="000000"/>
                </a:solidFill>
                <a:latin typeface="Times New Roman" panose="02020603050405020304" pitchFamily="18" charset="0"/>
                <a:ea typeface="宋体" panose="02010600030101010101" pitchFamily="2" charset="-122"/>
              </a:rPr>
              <a:t>：有一自动罐装药粒系统，每瓶罐装药粒</a:t>
            </a:r>
            <a:r>
              <a:rPr lang="en-US" altLang="zh-CN" sz="2400" b="1" dirty="0">
                <a:solidFill>
                  <a:srgbClr val="FF5050"/>
                </a:solidFill>
                <a:latin typeface="Times New Roman" panose="02020603050405020304" pitchFamily="18" charset="0"/>
                <a:ea typeface="宋体" panose="02010600030101010101" pitchFamily="2" charset="-122"/>
              </a:rPr>
              <a:t>50</a:t>
            </a:r>
            <a:r>
              <a:rPr lang="zh-CN" altLang="en-US" sz="2400" b="1" dirty="0">
                <a:solidFill>
                  <a:srgbClr val="FF5050"/>
                </a:solidFill>
                <a:latin typeface="Times New Roman" panose="02020603050405020304" pitchFamily="18" charset="0"/>
                <a:ea typeface="宋体" panose="02010600030101010101" pitchFamily="2" charset="-122"/>
              </a:rPr>
              <a:t>片</a:t>
            </a:r>
            <a:r>
              <a:rPr lang="zh-CN" altLang="en-US" sz="2400" b="1" dirty="0">
                <a:solidFill>
                  <a:srgbClr val="000000"/>
                </a:solidFill>
                <a:latin typeface="Times New Roman" panose="02020603050405020304" pitchFamily="18" charset="0"/>
                <a:ea typeface="宋体" panose="02010600030101010101" pitchFamily="2" charset="-122"/>
              </a:rPr>
              <a:t>，每满一瓶，累加器</a:t>
            </a:r>
            <a:r>
              <a:rPr lang="en-US" altLang="zh-CN" sz="2400" b="1" dirty="0">
                <a:solidFill>
                  <a:srgbClr val="000000"/>
                </a:solidFill>
                <a:latin typeface="Times New Roman" panose="02020603050405020304" pitchFamily="18" charset="0"/>
                <a:ea typeface="宋体" panose="02010600030101010101" pitchFamily="2" charset="-122"/>
              </a:rPr>
              <a:t>A</a:t>
            </a:r>
            <a:r>
              <a:rPr lang="zh-CN" altLang="en-US" sz="2400" b="1" dirty="0">
                <a:solidFill>
                  <a:srgbClr val="000000"/>
                </a:solidFill>
                <a:latin typeface="Times New Roman" panose="02020603050405020304" pitchFamily="18" charset="0"/>
                <a:ea typeface="宋体" panose="02010600030101010101" pitchFamily="2" charset="-122"/>
              </a:rPr>
              <a:t>加</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操作，若满</a:t>
            </a:r>
            <a:r>
              <a:rPr lang="en-US" altLang="zh-CN" sz="2400" b="1" dirty="0">
                <a:solidFill>
                  <a:srgbClr val="000000"/>
                </a:solidFill>
                <a:latin typeface="Times New Roman" panose="02020603050405020304" pitchFamily="18" charset="0"/>
                <a:ea typeface="宋体" panose="02010600030101010101" pitchFamily="2" charset="-122"/>
              </a:rPr>
              <a:t>100</a:t>
            </a:r>
            <a:r>
              <a:rPr lang="zh-CN" altLang="en-US" sz="2400" b="1" dirty="0">
                <a:solidFill>
                  <a:srgbClr val="000000"/>
                </a:solidFill>
                <a:latin typeface="Times New Roman" panose="02020603050405020304" pitchFamily="18" charset="0"/>
                <a:ea typeface="宋体" panose="02010600030101010101" pitchFamily="2" charset="-122"/>
              </a:rPr>
              <a:t>瓶，</a:t>
            </a:r>
            <a:r>
              <a:rPr lang="zh-CN" altLang="en-US" sz="2400" b="1" dirty="0">
                <a:latin typeface="Times New Roman" panose="02020603050405020304" pitchFamily="18" charset="0"/>
                <a:ea typeface="宋体" panose="02010600030101010101" pitchFamily="2" charset="-122"/>
              </a:rPr>
              <a:t>则由与</a:t>
            </a:r>
            <a:r>
              <a:rPr lang="en-US" altLang="zh-CN" sz="2400" b="1" dirty="0">
                <a:latin typeface="Times New Roman" panose="02020603050405020304" pitchFamily="18" charset="0"/>
                <a:ea typeface="宋体" panose="02010600030101010101" pitchFamily="2" charset="-122"/>
              </a:rPr>
              <a:t>P1.0</a:t>
            </a:r>
            <a:r>
              <a:rPr lang="zh-CN" altLang="en-US" sz="2400" b="1" dirty="0">
                <a:latin typeface="Times New Roman" panose="02020603050405020304" pitchFamily="18" charset="0"/>
                <a:ea typeface="宋体" panose="02010600030101010101" pitchFamily="2" charset="-122"/>
              </a:rPr>
              <a:t>口相连的</a:t>
            </a:r>
            <a:r>
              <a:rPr lang="en-US" altLang="zh-CN" sz="2400" b="1" dirty="0">
                <a:latin typeface="Times New Roman" panose="02020603050405020304" pitchFamily="18" charset="0"/>
                <a:ea typeface="宋体" panose="02010600030101010101" pitchFamily="2" charset="-122"/>
              </a:rPr>
              <a:t>LED</a:t>
            </a:r>
            <a:r>
              <a:rPr lang="zh-CN" altLang="en-US" sz="2400" b="1" dirty="0">
                <a:latin typeface="Times New Roman" panose="02020603050405020304" pitchFamily="18" charset="0"/>
                <a:ea typeface="宋体" panose="02010600030101010101" pitchFamily="2" charset="-122"/>
              </a:rPr>
              <a:t>给出一个装箱信号</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同时使装箱执行机构动作</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，然后停止计数。要求用</a:t>
            </a:r>
            <a:r>
              <a:rPr lang="en-US" altLang="zh-CN" sz="2400" b="1" dirty="0">
                <a:latin typeface="Times New Roman" panose="02020603050405020304" pitchFamily="18" charset="0"/>
                <a:ea typeface="宋体" panose="02010600030101010101" pitchFamily="2" charset="-122"/>
              </a:rPr>
              <a:t>T0</a:t>
            </a:r>
            <a:r>
              <a:rPr lang="zh-CN" altLang="en-US" sz="2400" b="1" dirty="0">
                <a:latin typeface="Times New Roman" panose="02020603050405020304" pitchFamily="18" charset="0"/>
                <a:ea typeface="宋体" panose="02010600030101010101" pitchFamily="2" charset="-122"/>
              </a:rPr>
              <a:t>以工作方式</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计数。</a:t>
            </a:r>
            <a:endParaRPr lang="zh-CN" altLang="en-US" sz="2400" b="1" dirty="0">
              <a:solidFill>
                <a:srgbClr val="000000"/>
              </a:solidFill>
              <a:latin typeface="Times New Roman" panose="02020603050405020304" pitchFamily="18" charset="0"/>
              <a:ea typeface="宋体" panose="02010600030101010101" pitchFamily="2" charset="-122"/>
            </a:endParaRPr>
          </a:p>
        </p:txBody>
      </p:sp>
      <p:pic>
        <p:nvPicPr>
          <p:cNvPr id="94210" name="Picture 5"/>
          <p:cNvPicPr>
            <a:picLocks noChangeAspect="1"/>
          </p:cNvPicPr>
          <p:nvPr/>
        </p:nvPicPr>
        <p:blipFill>
          <a:blip r:embed="rId2"/>
          <a:stretch>
            <a:fillRect/>
          </a:stretch>
        </p:blipFill>
        <p:spPr>
          <a:xfrm>
            <a:off x="2771775" y="3140393"/>
            <a:ext cx="4464050" cy="316865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2274"/>
                                        </p:tgtEl>
                                        <p:attrNameLst>
                                          <p:attrName>style.visibility</p:attrName>
                                        </p:attrNameLst>
                                      </p:cBhvr>
                                      <p:to>
                                        <p:strVal val="visible"/>
                                      </p:to>
                                    </p:set>
                                    <p:anim calcmode="lin" valueType="num">
                                      <p:cBhvr additive="base">
                                        <p:cTn id="7" dur="500" fill="hold"/>
                                        <p:tgtEl>
                                          <p:spTgt spid="182274"/>
                                        </p:tgtEl>
                                        <p:attrNameLst>
                                          <p:attrName>ppt_x</p:attrName>
                                        </p:attrNameLst>
                                      </p:cBhvr>
                                      <p:tavLst>
                                        <p:tav tm="0">
                                          <p:val>
                                            <p:strVal val="0-#ppt_w/2"/>
                                          </p:val>
                                        </p:tav>
                                        <p:tav tm="100000">
                                          <p:val>
                                            <p:strVal val="#ppt_x"/>
                                          </p:val>
                                        </p:tav>
                                      </p:tavLst>
                                    </p:anim>
                                    <p:anim calcmode="lin" valueType="num">
                                      <p:cBhvr additive="base">
                                        <p:cTn id="8" dur="500" fill="hold"/>
                                        <p:tgtEl>
                                          <p:spTgt spid="1822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p:cNvSpPr/>
          <p:nvPr/>
        </p:nvSpPr>
        <p:spPr>
          <a:xfrm>
            <a:off x="230188" y="3209925"/>
            <a:ext cx="8458200" cy="2830513"/>
          </a:xfrm>
          <a:prstGeom prst="rect">
            <a:avLst/>
          </a:prstGeom>
          <a:noFill/>
          <a:ln w="9525">
            <a:noFill/>
          </a:ln>
        </p:spPr>
        <p:txBody>
          <a:bodyPr anchor="t" anchorCtr="0">
            <a:spAutoFit/>
          </a:bodyPr>
          <a:lstStyle/>
          <a:p>
            <a:pPr indent="269875" algn="just" eaLnBrk="0" hangingPunct="0">
              <a:lnSpc>
                <a:spcPct val="150000"/>
              </a:lnSpc>
            </a:pPr>
            <a:r>
              <a:rPr lang="zh-CN" altLang="en-US" sz="2400" b="1" dirty="0">
                <a:solidFill>
                  <a:srgbClr val="FF5050"/>
                </a:solidFill>
                <a:latin typeface="Times New Roman" panose="02020603050405020304" pitchFamily="18" charset="0"/>
                <a:ea typeface="宋体" panose="02010600030101010101" pitchFamily="2" charset="-122"/>
              </a:rPr>
              <a:t>（</a:t>
            </a:r>
            <a:r>
              <a:rPr lang="en-US" altLang="zh-CN" sz="2400" b="1" dirty="0">
                <a:solidFill>
                  <a:srgbClr val="FF5050"/>
                </a:solidFill>
                <a:latin typeface="Times New Roman" panose="02020603050405020304" pitchFamily="18" charset="0"/>
                <a:ea typeface="宋体" panose="02010600030101010101" pitchFamily="2" charset="-122"/>
              </a:rPr>
              <a:t>1</a:t>
            </a:r>
            <a:r>
              <a:rPr lang="zh-CN" altLang="en-US" sz="2400" b="1" dirty="0">
                <a:solidFill>
                  <a:srgbClr val="FF5050"/>
                </a:solidFill>
                <a:latin typeface="Times New Roman" panose="02020603050405020304" pitchFamily="18" charset="0"/>
                <a:ea typeface="宋体" panose="02010600030101010101" pitchFamily="2" charset="-122"/>
              </a:rPr>
              <a:t>）计算计数初值</a:t>
            </a:r>
            <a:endParaRPr lang="zh-CN" altLang="en-US" sz="2400" dirty="0">
              <a:solidFill>
                <a:srgbClr val="FF5050"/>
              </a:solidFill>
              <a:latin typeface="Times New Roman" panose="02020603050405020304" pitchFamily="18" charset="0"/>
              <a:ea typeface="宋体" panose="02010600030101010101" pitchFamily="2" charset="-122"/>
            </a:endParaRPr>
          </a:p>
          <a:p>
            <a:pPr indent="26987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设待求的计数初值为</a:t>
            </a:r>
            <a:r>
              <a:rPr lang="en-US" altLang="zh-CN" sz="2400" b="1" dirty="0">
                <a:solidFill>
                  <a:srgbClr val="000000"/>
                </a:solidFill>
                <a:latin typeface="Times New Roman" panose="02020603050405020304" pitchFamily="18" charset="0"/>
                <a:ea typeface="宋体" panose="02010600030101010101" pitchFamily="2" charset="-122"/>
              </a:rPr>
              <a:t>X</a:t>
            </a:r>
            <a:r>
              <a:rPr lang="zh-CN" altLang="en-US" sz="2400" b="1" dirty="0">
                <a:solidFill>
                  <a:srgbClr val="000000"/>
                </a:solidFill>
                <a:latin typeface="Times New Roman" panose="02020603050405020304" pitchFamily="18" charset="0"/>
                <a:ea typeface="宋体" panose="02010600030101010101" pitchFamily="2" charset="-122"/>
              </a:rPr>
              <a:t>，则：</a:t>
            </a:r>
            <a:endParaRPr lang="zh-CN" altLang="en-US" sz="2400" dirty="0">
              <a:latin typeface="Times New Roman" panose="02020603050405020304" pitchFamily="18" charset="0"/>
              <a:ea typeface="宋体" panose="02010600030101010101" pitchFamily="2" charset="-122"/>
            </a:endParaRPr>
          </a:p>
          <a:p>
            <a:pPr indent="26987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X </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2</a:t>
            </a:r>
            <a:r>
              <a:rPr lang="en-US" altLang="zh-CN" sz="2400" b="1" baseline="30000" dirty="0">
                <a:solidFill>
                  <a:srgbClr val="000000"/>
                </a:solidFill>
                <a:latin typeface="Times New Roman" panose="02020603050405020304" pitchFamily="18" charset="0"/>
                <a:ea typeface="宋体" panose="02010600030101010101" pitchFamily="2" charset="-122"/>
              </a:rPr>
              <a:t>8</a:t>
            </a:r>
            <a:r>
              <a:rPr lang="en-US" altLang="zh-CN" sz="2400" b="1" dirty="0">
                <a:solidFill>
                  <a:srgbClr val="000000"/>
                </a:solidFill>
                <a:latin typeface="Times New Roman" panose="02020603050405020304" pitchFamily="18" charset="0"/>
                <a:ea typeface="宋体" panose="02010600030101010101" pitchFamily="2" charset="-122"/>
              </a:rPr>
              <a:t>-50=206</a:t>
            </a:r>
          </a:p>
          <a:p>
            <a:pPr indent="269875" algn="just" eaLnBrk="0" hangingPunct="0">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则：		</a:t>
            </a:r>
            <a:r>
              <a:rPr lang="en-US" altLang="zh-CN" sz="2400" b="1" dirty="0">
                <a:solidFill>
                  <a:srgbClr val="000000"/>
                </a:solidFill>
                <a:latin typeface="Times New Roman" panose="02020603050405020304" pitchFamily="18" charset="0"/>
                <a:ea typeface="宋体" panose="02010600030101010101" pitchFamily="2" charset="-122"/>
              </a:rPr>
              <a:t>TH0</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206</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TL0</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206</a:t>
            </a:r>
            <a:r>
              <a:rPr lang="zh-CN" altLang="en-US" sz="2400" b="1" dirty="0">
                <a:solidFill>
                  <a:srgbClr val="000000"/>
                </a:solidFill>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indent="269875" eaLnBrk="0" hangingPunct="0">
              <a:lnSpc>
                <a:spcPct val="150000"/>
              </a:lnSpc>
            </a:pPr>
            <a:endParaRPr lang="en-US" altLang="zh-CN" sz="2400" dirty="0">
              <a:solidFill>
                <a:srgbClr val="FF5050"/>
              </a:solidFill>
              <a:latin typeface="Times New Roman" panose="02020603050405020304" pitchFamily="18" charset="0"/>
              <a:ea typeface="宋体" panose="02010600030101010101" pitchFamily="2" charset="-122"/>
            </a:endParaRPr>
          </a:p>
        </p:txBody>
      </p:sp>
      <p:sp>
        <p:nvSpPr>
          <p:cNvPr id="182274" name="Rectangle 2"/>
          <p:cNvSpPr/>
          <p:nvPr/>
        </p:nvSpPr>
        <p:spPr>
          <a:xfrm>
            <a:off x="109538" y="541338"/>
            <a:ext cx="8458200" cy="2306637"/>
          </a:xfrm>
          <a:prstGeom prst="rect">
            <a:avLst/>
          </a:prstGeom>
          <a:noFill/>
          <a:ln w="9525">
            <a:noFill/>
          </a:ln>
        </p:spPr>
        <p:txBody>
          <a:bodyPr anchor="t" anchorCtr="0">
            <a:spAutoFit/>
          </a:bodyPr>
          <a:lstStyle/>
          <a:p>
            <a:pPr indent="269875" algn="just">
              <a:lnSpc>
                <a:spcPct val="150000"/>
              </a:lnSpc>
            </a:pPr>
            <a:r>
              <a:rPr lang="zh-CN" altLang="en-US" sz="2400" b="1" dirty="0">
                <a:solidFill>
                  <a:srgbClr val="000000"/>
                </a:solidFill>
                <a:latin typeface="Times New Roman" panose="02020603050405020304" pitchFamily="18" charset="0"/>
                <a:ea typeface="宋体" panose="02010600030101010101" pitchFamily="2" charset="-122"/>
              </a:rPr>
              <a:t>例</a:t>
            </a:r>
            <a:r>
              <a:rPr lang="en-US" altLang="zh-CN" sz="2400" b="1" dirty="0">
                <a:solidFill>
                  <a:srgbClr val="000000"/>
                </a:solidFill>
                <a:latin typeface="Times New Roman" panose="02020603050405020304" pitchFamily="18" charset="0"/>
                <a:ea typeface="宋体" panose="02010600030101010101" pitchFamily="2" charset="-122"/>
              </a:rPr>
              <a:t>6-7</a:t>
            </a:r>
            <a:r>
              <a:rPr lang="zh-CN" altLang="en-US" sz="2400" b="1" dirty="0">
                <a:solidFill>
                  <a:srgbClr val="000000"/>
                </a:solidFill>
                <a:latin typeface="Times New Roman" panose="02020603050405020304" pitchFamily="18" charset="0"/>
                <a:ea typeface="宋体" panose="02010600030101010101" pitchFamily="2" charset="-122"/>
              </a:rPr>
              <a:t>：有一自动罐装药粒系统，每瓶罐装药粒</a:t>
            </a:r>
            <a:r>
              <a:rPr lang="en-US" altLang="zh-CN" sz="2400" b="1" dirty="0">
                <a:solidFill>
                  <a:srgbClr val="FF5050"/>
                </a:solidFill>
                <a:latin typeface="Times New Roman" panose="02020603050405020304" pitchFamily="18" charset="0"/>
                <a:ea typeface="宋体" panose="02010600030101010101" pitchFamily="2" charset="-122"/>
              </a:rPr>
              <a:t>50</a:t>
            </a:r>
            <a:r>
              <a:rPr lang="zh-CN" altLang="en-US" sz="2400" b="1" dirty="0">
                <a:solidFill>
                  <a:srgbClr val="FF5050"/>
                </a:solidFill>
                <a:latin typeface="Times New Roman" panose="02020603050405020304" pitchFamily="18" charset="0"/>
                <a:ea typeface="宋体" panose="02010600030101010101" pitchFamily="2" charset="-122"/>
              </a:rPr>
              <a:t>片</a:t>
            </a:r>
            <a:r>
              <a:rPr lang="zh-CN" altLang="en-US" sz="2400" b="1" dirty="0">
                <a:solidFill>
                  <a:srgbClr val="000000"/>
                </a:solidFill>
                <a:latin typeface="Times New Roman" panose="02020603050405020304" pitchFamily="18" charset="0"/>
                <a:ea typeface="宋体" panose="02010600030101010101" pitchFamily="2" charset="-122"/>
              </a:rPr>
              <a:t>，每满一瓶，累加器</a:t>
            </a:r>
            <a:r>
              <a:rPr lang="en-US" altLang="zh-CN" sz="2400" b="1" dirty="0">
                <a:solidFill>
                  <a:srgbClr val="000000"/>
                </a:solidFill>
                <a:latin typeface="Times New Roman" panose="02020603050405020304" pitchFamily="18" charset="0"/>
                <a:ea typeface="宋体" panose="02010600030101010101" pitchFamily="2" charset="-122"/>
              </a:rPr>
              <a:t>A</a:t>
            </a:r>
            <a:r>
              <a:rPr lang="zh-CN" altLang="en-US" sz="2400" b="1" dirty="0">
                <a:solidFill>
                  <a:srgbClr val="000000"/>
                </a:solidFill>
                <a:latin typeface="Times New Roman" panose="02020603050405020304" pitchFamily="18" charset="0"/>
                <a:ea typeface="宋体" panose="02010600030101010101" pitchFamily="2" charset="-122"/>
              </a:rPr>
              <a:t>加</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操作，若满</a:t>
            </a:r>
            <a:r>
              <a:rPr lang="en-US" altLang="zh-CN" sz="2400" b="1" dirty="0">
                <a:solidFill>
                  <a:srgbClr val="000000"/>
                </a:solidFill>
                <a:latin typeface="Times New Roman" panose="02020603050405020304" pitchFamily="18" charset="0"/>
                <a:ea typeface="宋体" panose="02010600030101010101" pitchFamily="2" charset="-122"/>
              </a:rPr>
              <a:t>100</a:t>
            </a:r>
            <a:r>
              <a:rPr lang="zh-CN" altLang="en-US" sz="2400" b="1" dirty="0">
                <a:solidFill>
                  <a:srgbClr val="000000"/>
                </a:solidFill>
                <a:latin typeface="Times New Roman" panose="02020603050405020304" pitchFamily="18" charset="0"/>
                <a:ea typeface="宋体" panose="02010600030101010101" pitchFamily="2" charset="-122"/>
              </a:rPr>
              <a:t>瓶，</a:t>
            </a:r>
            <a:r>
              <a:rPr lang="zh-CN" altLang="en-US" sz="2400" b="1" dirty="0">
                <a:latin typeface="Times New Roman" panose="02020603050405020304" pitchFamily="18" charset="0"/>
                <a:ea typeface="宋体" panose="02010600030101010101" pitchFamily="2" charset="-122"/>
              </a:rPr>
              <a:t>则由与</a:t>
            </a:r>
            <a:r>
              <a:rPr lang="en-US" altLang="zh-CN" sz="2400" b="1" dirty="0">
                <a:latin typeface="Times New Roman" panose="02020603050405020304" pitchFamily="18" charset="0"/>
                <a:ea typeface="宋体" panose="02010600030101010101" pitchFamily="2" charset="-122"/>
              </a:rPr>
              <a:t>P1.0</a:t>
            </a:r>
            <a:r>
              <a:rPr lang="zh-CN" altLang="en-US" sz="2400" b="1" dirty="0">
                <a:latin typeface="Times New Roman" panose="02020603050405020304" pitchFamily="18" charset="0"/>
                <a:ea typeface="宋体" panose="02010600030101010101" pitchFamily="2" charset="-122"/>
              </a:rPr>
              <a:t>口相连的</a:t>
            </a:r>
            <a:r>
              <a:rPr lang="en-US" altLang="zh-CN" sz="2400" b="1" dirty="0">
                <a:latin typeface="Times New Roman" panose="02020603050405020304" pitchFamily="18" charset="0"/>
                <a:ea typeface="宋体" panose="02010600030101010101" pitchFamily="2" charset="-122"/>
              </a:rPr>
              <a:t>LED</a:t>
            </a:r>
            <a:r>
              <a:rPr lang="zh-CN" altLang="en-US" sz="2400" b="1" dirty="0">
                <a:latin typeface="Times New Roman" panose="02020603050405020304" pitchFamily="18" charset="0"/>
                <a:ea typeface="宋体" panose="02010600030101010101" pitchFamily="2" charset="-122"/>
              </a:rPr>
              <a:t>给出一个装箱信号</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同时使装箱执行机构动作</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，然后停止计数。要求用</a:t>
            </a:r>
            <a:r>
              <a:rPr lang="en-US" altLang="zh-CN" sz="2400" b="1" dirty="0">
                <a:latin typeface="Times New Roman" panose="02020603050405020304" pitchFamily="18" charset="0"/>
                <a:ea typeface="宋体" panose="02010600030101010101" pitchFamily="2" charset="-122"/>
              </a:rPr>
              <a:t>T0</a:t>
            </a:r>
            <a:r>
              <a:rPr lang="zh-CN" altLang="en-US" sz="2400" b="1" dirty="0">
                <a:latin typeface="Times New Roman" panose="02020603050405020304" pitchFamily="18" charset="0"/>
                <a:ea typeface="宋体" panose="02010600030101010101" pitchFamily="2" charset="-122"/>
              </a:rPr>
              <a:t>以工作方式</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计数。</a:t>
            </a:r>
            <a:endParaRPr lang="zh-CN" altLang="en-US" sz="2400" b="1"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257" name="Group 54"/>
          <p:cNvGrpSpPr/>
          <p:nvPr/>
        </p:nvGrpSpPr>
        <p:grpSpPr>
          <a:xfrm>
            <a:off x="381000" y="3124200"/>
            <a:ext cx="8534400" cy="1735138"/>
            <a:chOff x="240" y="1968"/>
            <a:chExt cx="5376" cy="1093"/>
          </a:xfrm>
        </p:grpSpPr>
        <p:sp>
          <p:nvSpPr>
            <p:cNvPr id="96258" name="Rectangle 2"/>
            <p:cNvSpPr/>
            <p:nvPr/>
          </p:nvSpPr>
          <p:spPr>
            <a:xfrm>
              <a:off x="240" y="1968"/>
              <a:ext cx="5376" cy="1093"/>
            </a:xfrm>
            <a:prstGeom prst="rect">
              <a:avLst/>
            </a:prstGeom>
            <a:noFill/>
            <a:ln w="9525">
              <a:noFill/>
            </a:ln>
          </p:spPr>
          <p:txBody>
            <a:bodyPr anchor="t" anchorCtr="0">
              <a:spAutoFit/>
            </a:bodyPr>
            <a:lstStyle/>
            <a:p>
              <a:pPr indent="269875" algn="just">
                <a:lnSpc>
                  <a:spcPct val="150000"/>
                </a:lnSpc>
              </a:pPr>
              <a:r>
                <a:rPr lang="en-US" altLang="zh-CN" sz="2400" b="1" dirty="0">
                  <a:solidFill>
                    <a:srgbClr val="000000"/>
                  </a:solidFill>
                  <a:latin typeface="Times New Roman" panose="02020603050405020304" pitchFamily="18" charset="0"/>
                  <a:ea typeface="宋体" panose="02010600030101010101" pitchFamily="2" charset="-122"/>
                </a:rPr>
                <a:t>	</a:t>
              </a:r>
            </a:p>
            <a:p>
              <a:pPr indent="269875" algn="just">
                <a:lnSpc>
                  <a:spcPct val="150000"/>
                </a:lnSpc>
              </a:pPr>
              <a:r>
                <a:rPr lang="en-US" altLang="zh-CN" sz="2400" b="1" dirty="0">
                  <a:solidFill>
                    <a:srgbClr val="000000"/>
                  </a:solidFill>
                  <a:latin typeface="Times New Roman" panose="02020603050405020304" pitchFamily="18" charset="0"/>
                  <a:ea typeface="宋体" panose="02010600030101010101" pitchFamily="2" charset="-122"/>
                </a:rPr>
                <a:t>       M1M0</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10</a:t>
              </a: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GATE</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a:p>
              <a:pPr indent="269875" algn="just" eaLnBrk="0" hangingPunct="0">
                <a:lnSpc>
                  <a:spcPct val="150000"/>
                </a:lnSpc>
              </a:pP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因此：</a:t>
              </a:r>
              <a:r>
                <a:rPr lang="en-US" altLang="zh-CN" sz="2400" b="1" dirty="0">
                  <a:solidFill>
                    <a:srgbClr val="000000"/>
                  </a:solidFill>
                  <a:latin typeface="Times New Roman" panose="02020603050405020304" pitchFamily="18" charset="0"/>
                  <a:ea typeface="宋体" panose="02010600030101010101" pitchFamily="2" charset="-122"/>
                </a:rPr>
                <a:t>TMOD</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06H</a:t>
              </a:r>
              <a:endParaRPr lang="en-US" altLang="zh-CN" sz="2400" dirty="0">
                <a:latin typeface="Times New Roman" panose="02020603050405020304" pitchFamily="18" charset="0"/>
                <a:ea typeface="宋体" panose="02010600030101010101" pitchFamily="2" charset="-122"/>
              </a:endParaRPr>
            </a:p>
          </p:txBody>
        </p:sp>
        <p:graphicFrame>
          <p:nvGraphicFramePr>
            <p:cNvPr id="96259" name="Object 3"/>
            <p:cNvGraphicFramePr>
              <a:graphicFrameLocks/>
            </p:cNvGraphicFramePr>
            <p:nvPr/>
          </p:nvGraphicFramePr>
          <p:xfrm>
            <a:off x="1927" y="2415"/>
            <a:ext cx="384" cy="244"/>
          </p:xfrm>
          <a:graphic>
            <a:graphicData uri="http://schemas.openxmlformats.org/presentationml/2006/ole">
              <mc:AlternateContent xmlns:mc="http://schemas.openxmlformats.org/markup-compatibility/2006">
                <mc:Choice xmlns:v="urn:schemas-microsoft-com:vml" Requires="v">
                  <p:oleObj r:id="rId3" imgW="317225" imgH="203024" progId="Equation.3">
                    <p:embed/>
                  </p:oleObj>
                </mc:Choice>
                <mc:Fallback>
                  <p:oleObj r:id="rId3" imgW="317225" imgH="203024" progId="Equation.3">
                    <p:embed/>
                    <p:pic>
                      <p:nvPicPr>
                        <p:cNvPr id="0" name="Picture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7" y="2415"/>
                          <a:ext cx="38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2532" name="表格 22531"/>
          <p:cNvGraphicFramePr/>
          <p:nvPr>
            <p:custDataLst>
              <p:tags r:id="rId1"/>
            </p:custDataLst>
          </p:nvPr>
        </p:nvGraphicFramePr>
        <p:xfrm>
          <a:off x="304800" y="1628775"/>
          <a:ext cx="8229600" cy="1550988"/>
        </p:xfrm>
        <a:graphic>
          <a:graphicData uri="http://schemas.openxmlformats.org/drawingml/2006/table">
            <a:tbl>
              <a:tblPr/>
              <a:tblGrid>
                <a:gridCol w="1066800">
                  <a:extLst>
                    <a:ext uri="{9D8B030D-6E8A-4147-A177-3AD203B41FA5}">
                      <a16:colId xmlns:a16="http://schemas.microsoft.com/office/drawing/2014/main" val="20000"/>
                    </a:ext>
                  </a:extLst>
                </a:gridCol>
                <a:gridCol w="1246188">
                  <a:extLst>
                    <a:ext uri="{9D8B030D-6E8A-4147-A177-3AD203B41FA5}">
                      <a16:colId xmlns:a16="http://schemas.microsoft.com/office/drawing/2014/main" val="20001"/>
                    </a:ext>
                  </a:extLst>
                </a:gridCol>
                <a:gridCol w="847725">
                  <a:extLst>
                    <a:ext uri="{9D8B030D-6E8A-4147-A177-3AD203B41FA5}">
                      <a16:colId xmlns:a16="http://schemas.microsoft.com/office/drawing/2014/main" val="20002"/>
                    </a:ext>
                  </a:extLst>
                </a:gridCol>
                <a:gridCol w="877887">
                  <a:extLst>
                    <a:ext uri="{9D8B030D-6E8A-4147-A177-3AD203B41FA5}">
                      <a16:colId xmlns:a16="http://schemas.microsoft.com/office/drawing/2014/main" val="20003"/>
                    </a:ext>
                  </a:extLst>
                </a:gridCol>
                <a:gridCol w="714375">
                  <a:extLst>
                    <a:ext uri="{9D8B030D-6E8A-4147-A177-3AD203B41FA5}">
                      <a16:colId xmlns:a16="http://schemas.microsoft.com/office/drawing/2014/main" val="20004"/>
                    </a:ext>
                  </a:extLst>
                </a:gridCol>
                <a:gridCol w="1114425">
                  <a:extLst>
                    <a:ext uri="{9D8B030D-6E8A-4147-A177-3AD203B41FA5}">
                      <a16:colId xmlns:a16="http://schemas.microsoft.com/office/drawing/2014/main" val="20005"/>
                    </a:ext>
                  </a:extLst>
                </a:gridCol>
                <a:gridCol w="868363">
                  <a:extLst>
                    <a:ext uri="{9D8B030D-6E8A-4147-A177-3AD203B41FA5}">
                      <a16:colId xmlns:a16="http://schemas.microsoft.com/office/drawing/2014/main" val="20006"/>
                    </a:ext>
                  </a:extLst>
                </a:gridCol>
                <a:gridCol w="731837">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tblGrid>
              <a:tr h="48736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zh-CN" altLang="en-US" sz="2000" b="1" dirty="0">
                          <a:latin typeface="Times New Roman" panose="02020603050405020304" pitchFamily="18" charset="0"/>
                        </a:rPr>
                        <a:t>位序号</a:t>
                      </a:r>
                    </a:p>
                  </a:txBody>
                  <a:tcPr marT="45711" marB="4571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  D7</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D6</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D5</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D4</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  D3</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D2</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D1</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D0</a:t>
                      </a:r>
                    </a:p>
                  </a:txBody>
                  <a:tcPr marT="45711" marB="4571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1812">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zh-CN" altLang="en-US" sz="2000" b="1" dirty="0">
                          <a:latin typeface="Times New Roman" panose="02020603050405020304" pitchFamily="18" charset="0"/>
                        </a:rPr>
                        <a:t>位符号</a:t>
                      </a:r>
                    </a:p>
                  </a:txBody>
                  <a:tcPr marT="45711" marB="4571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GATE</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C/T</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M1</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M0</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GATE</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C/T</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M1</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r>
                        <a:rPr lang="en-US" altLang="zh-CN" sz="2000" b="1" dirty="0">
                          <a:latin typeface="Times New Roman" panose="02020603050405020304" pitchFamily="18" charset="0"/>
                        </a:rPr>
                        <a:t>M0</a:t>
                      </a:r>
                    </a:p>
                  </a:txBody>
                  <a:tcPr marT="45711" marB="4571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1813">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eaLnBrk="1" hangingPunct="1">
                        <a:lnSpc>
                          <a:spcPct val="130000"/>
                        </a:lnSpc>
                        <a:spcBef>
                          <a:spcPct val="20000"/>
                        </a:spcBef>
                        <a:buNone/>
                      </a:pPr>
                      <a:endParaRPr lang="zh-CN" altLang="zh-CN" sz="2000" b="1" dirty="0">
                        <a:latin typeface="Times New Roman" panose="02020603050405020304" pitchFamily="18" charset="0"/>
                      </a:endParaRPr>
                    </a:p>
                  </a:txBody>
                  <a:tcPr marT="45711" marB="4571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solidFill>
                            <a:srgbClr val="FF5050"/>
                          </a:solidFill>
                          <a:latin typeface="Times New Roman" panose="02020603050405020304" pitchFamily="18" charset="0"/>
                        </a:rPr>
                        <a:t>0</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solidFill>
                            <a:srgbClr val="FF5050"/>
                          </a:solidFill>
                          <a:latin typeface="Times New Roman" panose="02020603050405020304" pitchFamily="18" charset="0"/>
                        </a:rPr>
                        <a:t>0</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solidFill>
                            <a:srgbClr val="FF5050"/>
                          </a:solidFill>
                          <a:latin typeface="Times New Roman" panose="02020603050405020304" pitchFamily="18" charset="0"/>
                        </a:rPr>
                        <a:t>0</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solidFill>
                            <a:srgbClr val="FF5050"/>
                          </a:solidFill>
                          <a:latin typeface="Times New Roman" panose="02020603050405020304" pitchFamily="18" charset="0"/>
                        </a:rPr>
                        <a:t>0</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latin typeface="Times New Roman" panose="02020603050405020304" pitchFamily="18" charset="0"/>
                        </a:rPr>
                        <a:t>0</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latin typeface="Times New Roman" panose="02020603050405020304" pitchFamily="18" charset="0"/>
                        </a:rPr>
                        <a:t>1</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latin typeface="Times New Roman" panose="02020603050405020304" pitchFamily="18" charset="0"/>
                        </a:rPr>
                        <a:t>1</a:t>
                      </a:r>
                    </a:p>
                  </a:txBody>
                  <a:tcPr marT="45711" marB="4571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ctr" eaLnBrk="1" hangingPunct="1">
                        <a:lnSpc>
                          <a:spcPct val="130000"/>
                        </a:lnSpc>
                        <a:spcBef>
                          <a:spcPct val="20000"/>
                        </a:spcBef>
                        <a:buNone/>
                      </a:pPr>
                      <a:r>
                        <a:rPr lang="en-US" altLang="zh-CN" sz="2000" b="1" dirty="0">
                          <a:latin typeface="Times New Roman" panose="02020603050405020304" pitchFamily="18" charset="0"/>
                        </a:rPr>
                        <a:t>0</a:t>
                      </a:r>
                    </a:p>
                  </a:txBody>
                  <a:tcPr marT="45711" marB="4571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6302" name="Line 46"/>
          <p:cNvSpPr/>
          <p:nvPr/>
        </p:nvSpPr>
        <p:spPr>
          <a:xfrm>
            <a:off x="2971800" y="2286000"/>
            <a:ext cx="152400" cy="0"/>
          </a:xfrm>
          <a:prstGeom prst="line">
            <a:avLst/>
          </a:prstGeom>
          <a:ln w="9525" cap="flat" cmpd="sng">
            <a:solidFill>
              <a:schemeClr val="tx1"/>
            </a:solidFill>
            <a:prstDash val="solid"/>
            <a:round/>
            <a:headEnd type="none" w="med" len="med"/>
            <a:tailEnd type="none" w="med" len="med"/>
          </a:ln>
        </p:spPr>
      </p:sp>
      <p:sp>
        <p:nvSpPr>
          <p:cNvPr id="96303" name="Rectangle 47"/>
          <p:cNvSpPr/>
          <p:nvPr/>
        </p:nvSpPr>
        <p:spPr>
          <a:xfrm>
            <a:off x="539750" y="549275"/>
            <a:ext cx="3722688" cy="639763"/>
          </a:xfrm>
          <a:prstGeom prst="rect">
            <a:avLst/>
          </a:prstGeom>
          <a:noFill/>
          <a:ln w="9525">
            <a:noFill/>
          </a:ln>
        </p:spPr>
        <p:txBody>
          <a:bodyPr wrap="none" anchor="t" anchorCtr="0">
            <a:spAutoFit/>
          </a:bodyPr>
          <a:lstStyle/>
          <a:p>
            <a:pPr eaLnBrk="0" hangingPunct="0">
              <a:lnSpc>
                <a:spcPct val="150000"/>
              </a:lnSpc>
            </a:pPr>
            <a:r>
              <a:rPr lang="zh-CN" altLang="en-US" sz="2400" b="1" dirty="0">
                <a:solidFill>
                  <a:srgbClr val="FF5050"/>
                </a:solidFill>
                <a:latin typeface="Times New Roman" panose="02020603050405020304" pitchFamily="18" charset="0"/>
                <a:ea typeface="宋体" panose="02010600030101010101" pitchFamily="2" charset="-122"/>
              </a:rPr>
              <a:t>（</a:t>
            </a:r>
            <a:r>
              <a:rPr lang="en-US" altLang="zh-CN" sz="2400" b="1" dirty="0">
                <a:solidFill>
                  <a:srgbClr val="FF5050"/>
                </a:solidFill>
                <a:latin typeface="Times New Roman" panose="02020603050405020304" pitchFamily="18" charset="0"/>
                <a:ea typeface="宋体" panose="02010600030101010101" pitchFamily="2" charset="-122"/>
              </a:rPr>
              <a:t>2</a:t>
            </a:r>
            <a:r>
              <a:rPr lang="zh-CN" altLang="en-US" sz="2400" b="1" dirty="0">
                <a:solidFill>
                  <a:srgbClr val="FF5050"/>
                </a:solidFill>
                <a:latin typeface="Times New Roman" panose="02020603050405020304" pitchFamily="18" charset="0"/>
                <a:ea typeface="宋体" panose="02010600030101010101" pitchFamily="2" charset="-122"/>
              </a:rPr>
              <a:t>）</a:t>
            </a:r>
            <a:r>
              <a:rPr lang="en-US" altLang="zh-CN" sz="2400" b="1" dirty="0">
                <a:solidFill>
                  <a:srgbClr val="FF5050"/>
                </a:solidFill>
                <a:latin typeface="Times New Roman" panose="02020603050405020304" pitchFamily="18" charset="0"/>
                <a:ea typeface="宋体" panose="02010600030101010101" pitchFamily="2" charset="-122"/>
              </a:rPr>
              <a:t>TMOD</a:t>
            </a:r>
            <a:r>
              <a:rPr lang="zh-CN" altLang="en-US" sz="2400" b="1" dirty="0">
                <a:solidFill>
                  <a:srgbClr val="FF5050"/>
                </a:solidFill>
                <a:latin typeface="Times New Roman" panose="02020603050405020304" pitchFamily="18" charset="0"/>
                <a:ea typeface="宋体" panose="02010600030101010101" pitchFamily="2" charset="-122"/>
              </a:rPr>
              <a:t>寄存器初始化</a:t>
            </a:r>
          </a:p>
        </p:txBody>
      </p:sp>
      <p:sp>
        <p:nvSpPr>
          <p:cNvPr id="96304" name="Line 49"/>
          <p:cNvSpPr/>
          <p:nvPr/>
        </p:nvSpPr>
        <p:spPr>
          <a:xfrm>
            <a:off x="6553200" y="2286000"/>
            <a:ext cx="152400" cy="0"/>
          </a:xfrm>
          <a:prstGeom prst="line">
            <a:avLst/>
          </a:prstGeom>
          <a:ln w="9525" cap="flat" cmpd="sng">
            <a:solidFill>
              <a:schemeClr val="tx1"/>
            </a:solidFill>
            <a:prstDash val="solid"/>
            <a:round/>
            <a:headEnd type="none" w="med" len="med"/>
            <a:tailEnd type="none" w="med" len="med"/>
          </a:ln>
        </p:spPr>
      </p:sp>
      <p:sp>
        <p:nvSpPr>
          <p:cNvPr id="96305" name="Rectangle 53"/>
          <p:cNvSpPr/>
          <p:nvPr/>
        </p:nvSpPr>
        <p:spPr>
          <a:xfrm>
            <a:off x="539750" y="5516563"/>
            <a:ext cx="7075488" cy="457200"/>
          </a:xfrm>
          <a:prstGeom prst="rect">
            <a:avLst/>
          </a:prstGeom>
          <a:noFill/>
          <a:ln w="9525">
            <a:noFill/>
          </a:ln>
        </p:spPr>
        <p:txBody>
          <a:bodyPr wrap="none" anchor="ctr" anchorCtr="0">
            <a:spAutoFit/>
          </a:bodyPr>
          <a:lstStyle/>
          <a:p>
            <a:r>
              <a:rPr lang="zh-CN" altLang="en-US" sz="2400" b="1" dirty="0">
                <a:latin typeface="Times New Roman" panose="02020603050405020304" pitchFamily="18" charset="0"/>
                <a:ea typeface="宋体" panose="02010600030101010101" pitchFamily="2" charset="-122"/>
              </a:rPr>
              <a:t>假设</a:t>
            </a:r>
            <a:r>
              <a:rPr lang="en-US" altLang="zh-CN" sz="2400" b="1" dirty="0">
                <a:latin typeface="Times New Roman" panose="02020603050405020304" pitchFamily="18" charset="0"/>
                <a:ea typeface="宋体" panose="02010600030101010101" pitchFamily="2" charset="-122"/>
              </a:rPr>
              <a:t>P1.0</a:t>
            </a:r>
            <a:r>
              <a:rPr lang="zh-CN" altLang="en-US" sz="2400" b="1" dirty="0">
                <a:latin typeface="Times New Roman" panose="02020603050405020304" pitchFamily="18" charset="0"/>
                <a:ea typeface="宋体" panose="02010600030101010101" pitchFamily="2" charset="-122"/>
              </a:rPr>
              <a:t>输出低电平时</a:t>
            </a:r>
            <a:r>
              <a:rPr lang="en-US" altLang="zh-CN" sz="2400" b="1" dirty="0">
                <a:latin typeface="Times New Roman" panose="02020603050405020304" pitchFamily="18" charset="0"/>
                <a:ea typeface="宋体" panose="02010600030101010101" pitchFamily="2" charset="-122"/>
              </a:rPr>
              <a:t>LED</a:t>
            </a:r>
            <a:r>
              <a:rPr lang="zh-CN" altLang="en-US" sz="2400" b="1" dirty="0">
                <a:latin typeface="Times New Roman" panose="02020603050405020304" pitchFamily="18" charset="0"/>
                <a:ea typeface="宋体" panose="02010600030101010101" pitchFamily="2" charset="-122"/>
              </a:rPr>
              <a:t>亮，则</a:t>
            </a:r>
            <a:r>
              <a:rPr lang="en-US" altLang="zh-CN" sz="2400" b="1" dirty="0">
                <a:latin typeface="Times New Roman" panose="02020603050405020304" pitchFamily="18" charset="0"/>
                <a:ea typeface="宋体" panose="02010600030101010101" pitchFamily="2" charset="-122"/>
              </a:rPr>
              <a:t>C51</a:t>
            </a:r>
            <a:r>
              <a:rPr lang="zh-CN" altLang="en-US" sz="2400" b="1" dirty="0">
                <a:latin typeface="Times New Roman" panose="02020603050405020304" pitchFamily="18" charset="0"/>
                <a:ea typeface="宋体" panose="02010600030101010101" pitchFamily="2" charset="-122"/>
              </a:rPr>
              <a:t>程序如下：</a:t>
            </a:r>
          </a:p>
        </p:txBody>
      </p:sp>
    </p:spTree>
  </p:cSld>
  <p:clrMapOvr>
    <a:masterClrMapping/>
  </p:clrMapOvr>
  <p:transition spd="med">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33045" y="790575"/>
            <a:ext cx="8677275" cy="6067425"/>
          </a:xfrm>
          <a:prstGeom prst="rect">
            <a:avLst/>
          </a:prstGeom>
        </p:spPr>
      </p:pic>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692785"/>
            <a:ext cx="9146540" cy="6216650"/>
          </a:xfrm>
          <a:prstGeom prst="rect">
            <a:avLst/>
          </a:prstGeom>
        </p:spPr>
      </p:pic>
    </p:spTree>
  </p:cSld>
  <p:clrMapOvr>
    <a:masterClrMapping/>
  </p:clrMapOvr>
  <p:transition spd="med">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51368" y="836295"/>
            <a:ext cx="4745990" cy="953135"/>
          </a:xfrm>
          <a:prstGeom prst="rect">
            <a:avLst/>
          </a:prstGeom>
          <a:noFill/>
        </p:spPr>
        <p:txBody>
          <a:bodyPr wrap="none" rtlCol="0" anchor="t">
            <a:spAutoFit/>
          </a:bodyPr>
          <a:lstStyle/>
          <a:p>
            <a:pPr indent="266700" algn="ctr">
              <a:lnSpc>
                <a:spcPct val="200000"/>
              </a:lnSpc>
            </a:pPr>
            <a:r>
              <a:rPr lang="en-US" altLang="zh-CN" b="1" dirty="0">
                <a:solidFill>
                  <a:srgbClr val="0000FF"/>
                </a:solidFill>
                <a:sym typeface="+mn-ea"/>
              </a:rPr>
              <a:t>6.6  </a:t>
            </a:r>
            <a:r>
              <a:rPr lang="zh-CN" altLang="en-US" b="1" dirty="0">
                <a:solidFill>
                  <a:srgbClr val="0000FF"/>
                </a:solidFill>
                <a:sym typeface="+mn-ea"/>
              </a:rPr>
              <a:t>定时</a:t>
            </a:r>
            <a:r>
              <a:rPr lang="en-US" altLang="zh-CN" b="1" dirty="0">
                <a:solidFill>
                  <a:srgbClr val="0000FF"/>
                </a:solidFill>
                <a:sym typeface="+mn-ea"/>
              </a:rPr>
              <a:t>/</a:t>
            </a:r>
            <a:r>
              <a:rPr lang="zh-CN" altLang="en-US" b="1" dirty="0">
                <a:solidFill>
                  <a:srgbClr val="0000FF"/>
                </a:solidFill>
                <a:sym typeface="+mn-ea"/>
              </a:rPr>
              <a:t>计数器的应用实例</a:t>
            </a:r>
          </a:p>
        </p:txBody>
      </p:sp>
      <p:sp>
        <p:nvSpPr>
          <p:cNvPr id="100" name="文本框 99"/>
          <p:cNvSpPr txBox="1"/>
          <p:nvPr/>
        </p:nvSpPr>
        <p:spPr>
          <a:xfrm>
            <a:off x="2051685" y="2996565"/>
            <a:ext cx="5080000" cy="1753235"/>
          </a:xfrm>
          <a:prstGeom prst="rect">
            <a:avLst/>
          </a:prstGeom>
          <a:noFill/>
          <a:ln w="9525">
            <a:noFill/>
          </a:ln>
        </p:spPr>
        <p:txBody>
          <a:bodyPr>
            <a:spAutoFit/>
          </a:bodyPr>
          <a:lstStyle/>
          <a:p>
            <a:pPr indent="269875">
              <a:lnSpc>
                <a:spcPct val="150000"/>
              </a:lnSpc>
            </a:pPr>
            <a:r>
              <a:rPr lang="en-US" sz="2400" b="1">
                <a:cs typeface="Times New Roman" panose="02020603050405020304" pitchFamily="18" charset="0"/>
              </a:rPr>
              <a:t>6.6.1  </a:t>
            </a:r>
            <a:r>
              <a:rPr lang="zh-CN" sz="2400" b="1">
                <a:cs typeface="Times New Roman" panose="02020603050405020304" pitchFamily="18" charset="0"/>
              </a:rPr>
              <a:t>在</a:t>
            </a:r>
            <a:r>
              <a:rPr lang="zh-CN" sz="2400" b="1">
                <a:solidFill>
                  <a:srgbClr val="FF0000"/>
                </a:solidFill>
                <a:cs typeface="Times New Roman" panose="02020603050405020304" pitchFamily="18" charset="0"/>
              </a:rPr>
              <a:t>测试信号</a:t>
            </a:r>
            <a:r>
              <a:rPr lang="zh-CN" sz="2400" b="1">
                <a:cs typeface="Times New Roman" panose="02020603050405020304" pitchFamily="18" charset="0"/>
              </a:rPr>
              <a:t>中的应用</a:t>
            </a:r>
          </a:p>
          <a:p>
            <a:pPr indent="269875">
              <a:lnSpc>
                <a:spcPct val="150000"/>
              </a:lnSpc>
            </a:pPr>
            <a:r>
              <a:rPr lang="zh-CN" altLang="en-US" sz="2400" b="1">
                <a:cs typeface="Times New Roman" panose="02020603050405020304" pitchFamily="18" charset="0"/>
              </a:rPr>
              <a:t>6.6.2 </a:t>
            </a:r>
            <a:r>
              <a:rPr lang="en-US" altLang="zh-CN" sz="2400" b="1">
                <a:cs typeface="Times New Roman" panose="02020603050405020304" pitchFamily="18" charset="0"/>
              </a:rPr>
              <a:t> </a:t>
            </a:r>
            <a:r>
              <a:rPr lang="zh-CN" altLang="en-US" sz="2400" b="1">
                <a:cs typeface="Times New Roman" panose="02020603050405020304" pitchFamily="18" charset="0"/>
              </a:rPr>
              <a:t>在</a:t>
            </a:r>
            <a:r>
              <a:rPr lang="zh-CN" altLang="en-US" sz="2400" b="1">
                <a:solidFill>
                  <a:srgbClr val="FF0000"/>
                </a:solidFill>
                <a:cs typeface="Times New Roman" panose="02020603050405020304" pitchFamily="18" charset="0"/>
              </a:rPr>
              <a:t>驱动直流电动机</a:t>
            </a:r>
            <a:r>
              <a:rPr lang="zh-CN" altLang="en-US" sz="2400" b="1">
                <a:cs typeface="Times New Roman" panose="02020603050405020304" pitchFamily="18" charset="0"/>
              </a:rPr>
              <a:t>中的应用</a:t>
            </a:r>
          </a:p>
          <a:p>
            <a:pPr indent="269875">
              <a:lnSpc>
                <a:spcPct val="150000"/>
              </a:lnSpc>
            </a:pPr>
            <a:r>
              <a:rPr lang="zh-CN" altLang="en-US" sz="2400" b="1">
                <a:cs typeface="Times New Roman" panose="02020603050405020304" pitchFamily="18" charset="0"/>
              </a:rPr>
              <a:t>6.6.3  在</a:t>
            </a:r>
            <a:r>
              <a:rPr lang="zh-CN" altLang="en-US" sz="2400" b="1">
                <a:solidFill>
                  <a:srgbClr val="FF0000"/>
                </a:solidFill>
                <a:cs typeface="Times New Roman" panose="02020603050405020304" pitchFamily="18" charset="0"/>
              </a:rPr>
              <a:t>音乐输出</a:t>
            </a:r>
            <a:r>
              <a:rPr lang="zh-CN" altLang="en-US" sz="2400" b="1">
                <a:cs typeface="Times New Roman" panose="02020603050405020304" pitchFamily="18" charset="0"/>
              </a:rPr>
              <a:t>方面的应用</a:t>
            </a:r>
          </a:p>
        </p:txBody>
      </p:sp>
    </p:spTree>
  </p:cSld>
  <p:clrMapOvr>
    <a:masterClrMapping/>
  </p:clrMapOvr>
  <p:transition spd="med">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p:nvPr/>
        </p:nvSpPr>
        <p:spPr>
          <a:xfrm>
            <a:off x="35560" y="836295"/>
            <a:ext cx="8382000" cy="586105"/>
          </a:xfrm>
          <a:prstGeom prst="rect">
            <a:avLst/>
          </a:prstGeom>
          <a:noFill/>
          <a:ln w="9525">
            <a:noFill/>
          </a:ln>
        </p:spPr>
        <p:txBody>
          <a:bodyPr anchor="t" anchorCtr="0">
            <a:spAutoFit/>
          </a:bodyPr>
          <a:lstStyle/>
          <a:p>
            <a:pPr algn="just">
              <a:lnSpc>
                <a:spcPct val="115000"/>
              </a:lnSpc>
            </a:pPr>
            <a:r>
              <a:rPr lang="en-US" altLang="zh-CN" b="1" dirty="0">
                <a:solidFill>
                  <a:srgbClr val="FF3300"/>
                </a:solidFill>
                <a:latin typeface="Times New Roman" panose="02020603050405020304" pitchFamily="18" charset="0"/>
                <a:ea typeface="宋体" panose="02010600030101010101" pitchFamily="2" charset="-122"/>
              </a:rPr>
              <a:t>6.6.1  </a:t>
            </a:r>
            <a:r>
              <a:rPr lang="zh-CN" altLang="en-US" b="1" dirty="0">
                <a:solidFill>
                  <a:srgbClr val="FF3300"/>
                </a:solidFill>
                <a:latin typeface="Times New Roman" panose="02020603050405020304" pitchFamily="18" charset="0"/>
                <a:ea typeface="宋体" panose="02010600030101010101" pitchFamily="2" charset="-122"/>
              </a:rPr>
              <a:t>在测试信号中的应用</a:t>
            </a:r>
          </a:p>
        </p:txBody>
      </p:sp>
      <p:sp>
        <p:nvSpPr>
          <p:cNvPr id="100" name="文本框 99"/>
          <p:cNvSpPr txBox="1"/>
          <p:nvPr/>
        </p:nvSpPr>
        <p:spPr>
          <a:xfrm>
            <a:off x="283210" y="1484630"/>
            <a:ext cx="8577580" cy="2861310"/>
          </a:xfrm>
          <a:prstGeom prst="rect">
            <a:avLst/>
          </a:prstGeom>
          <a:noFill/>
          <a:ln w="9525">
            <a:noFill/>
          </a:ln>
        </p:spPr>
        <p:txBody>
          <a:bodyPr wrap="square">
            <a:spAutoFit/>
          </a:bodyPr>
          <a:lstStyle/>
          <a:p>
            <a:pPr indent="269875">
              <a:lnSpc>
                <a:spcPct val="150000"/>
              </a:lnSpc>
            </a:pPr>
            <a:r>
              <a:rPr lang="zh-CN" sz="2400" b="1">
                <a:ea typeface="宋体" panose="02010600030101010101" pitchFamily="2" charset="-122"/>
              </a:rPr>
              <a:t>某自动化生产线每隔</a:t>
            </a:r>
            <a:r>
              <a:rPr lang="en-US" sz="2400" b="1">
                <a:latin typeface="Times New Roman" panose="02020603050405020304" pitchFamily="18" charset="0"/>
              </a:rPr>
              <a:t>8 ms</a:t>
            </a:r>
            <a:r>
              <a:rPr lang="zh-CN" sz="2400" b="1">
                <a:ea typeface="宋体" panose="02010600030101010101" pitchFamily="2" charset="-122"/>
              </a:rPr>
              <a:t>左右可生产一件产品。如果两件产品的间隔时间小于</a:t>
            </a:r>
            <a:r>
              <a:rPr lang="en-US" sz="2400" b="1">
                <a:latin typeface="Times New Roman" panose="02020603050405020304" pitchFamily="18" charset="0"/>
              </a:rPr>
              <a:t>6 ms</a:t>
            </a:r>
            <a:r>
              <a:rPr lang="zh-CN" sz="2400" b="1">
                <a:ea typeface="宋体" panose="02010600030101010101" pitchFamily="2" charset="-122"/>
              </a:rPr>
              <a:t>或大于</a:t>
            </a:r>
            <a:r>
              <a:rPr lang="en-US" sz="2400" b="1">
                <a:latin typeface="Times New Roman" panose="02020603050405020304" pitchFamily="18" charset="0"/>
              </a:rPr>
              <a:t>10 ms</a:t>
            </a:r>
            <a:r>
              <a:rPr lang="zh-CN" sz="2400" b="1">
                <a:ea typeface="宋体" panose="02010600030101010101" pitchFamily="2" charset="-122"/>
              </a:rPr>
              <a:t>就认为生产线出现异常，立即点亮与</a:t>
            </a:r>
            <a:r>
              <a:rPr lang="en-US" sz="2400" b="1">
                <a:latin typeface="Times New Roman" panose="02020603050405020304" pitchFamily="18" charset="0"/>
              </a:rPr>
              <a:t>P1.0</a:t>
            </a:r>
            <a:r>
              <a:rPr lang="zh-CN" sz="2400" b="1">
                <a:ea typeface="宋体" panose="02010600030101010101" pitchFamily="2" charset="-122"/>
              </a:rPr>
              <a:t>相连的</a:t>
            </a:r>
            <a:r>
              <a:rPr lang="en-US" sz="2400" b="1">
                <a:latin typeface="Times New Roman" panose="02020603050405020304" pitchFamily="18" charset="0"/>
              </a:rPr>
              <a:t>LED</a:t>
            </a:r>
            <a:r>
              <a:rPr lang="zh-CN" sz="2400" b="1">
                <a:ea typeface="宋体" panose="02010600030101010101" pitchFamily="2" charset="-122"/>
              </a:rPr>
              <a:t>发出报警信号。假设</a:t>
            </a:r>
            <a:r>
              <a:rPr lang="en-US" sz="2400" b="1" i="1">
                <a:latin typeface="Times New Roman" panose="02020603050405020304" pitchFamily="18" charset="0"/>
              </a:rPr>
              <a:t>f</a:t>
            </a:r>
            <a:r>
              <a:rPr lang="en-US" sz="2400" b="1" baseline="-25000">
                <a:latin typeface="Times New Roman" panose="02020603050405020304" pitchFamily="18" charset="0"/>
              </a:rPr>
              <a:t>OSC</a:t>
            </a:r>
            <a:r>
              <a:rPr lang="zh-CN" sz="2400" b="1">
                <a:ea typeface="宋体" panose="02010600030101010101" pitchFamily="2" charset="-122"/>
              </a:rPr>
              <a:t>为</a:t>
            </a:r>
            <a:r>
              <a:rPr lang="en-US" sz="2400" b="1">
                <a:latin typeface="Times New Roman" panose="02020603050405020304" pitchFamily="18" charset="0"/>
              </a:rPr>
              <a:t>6 MHz</a:t>
            </a:r>
            <a:r>
              <a:rPr lang="zh-CN" sz="2400" b="1">
                <a:ea typeface="宋体" panose="02010600030101010101" pitchFamily="2" charset="-122"/>
              </a:rPr>
              <a:t>，产品通过产生的脉冲信号送给</a:t>
            </a:r>
            <a:r>
              <a:rPr lang="en-US" altLang="zh-CN" sz="2400" b="1">
                <a:ea typeface="宋体" panose="02010600030101010101" pitchFamily="2" charset="-122"/>
              </a:rPr>
              <a:t>         </a:t>
            </a:r>
            <a:r>
              <a:rPr lang="zh-CN" sz="2400" b="1">
                <a:sym typeface="+mn-ea"/>
              </a:rPr>
              <a:t>，</a:t>
            </a:r>
            <a:r>
              <a:rPr lang="en-US" altLang="zh-CN" sz="2400" b="1">
                <a:sym typeface="+mn-ea"/>
              </a:rPr>
              <a:t> </a:t>
            </a:r>
            <a:r>
              <a:rPr lang="zh-CN" sz="2400" b="1">
                <a:sym typeface="+mn-ea"/>
              </a:rPr>
              <a:t>其通过期间的波形如图所示。请编程实现此功能。</a:t>
            </a:r>
            <a:endParaRPr lang="zh-CN" altLang="en-US" sz="2400" b="1"/>
          </a:p>
        </p:txBody>
      </p:sp>
      <p:pic>
        <p:nvPicPr>
          <p:cNvPr id="4" name="图片 3"/>
          <p:cNvPicPr/>
          <p:nvPr/>
        </p:nvPicPr>
        <p:blipFill>
          <a:blip r:embed="rId2"/>
          <a:stretch>
            <a:fillRect/>
          </a:stretch>
        </p:blipFill>
        <p:spPr>
          <a:xfrm>
            <a:off x="4356100" y="3356610"/>
            <a:ext cx="765810" cy="313690"/>
          </a:xfrm>
          <a:prstGeom prst="rect">
            <a:avLst/>
          </a:prstGeom>
          <a:noFill/>
          <a:ln w="9525">
            <a:noFill/>
          </a:ln>
        </p:spPr>
      </p:pic>
      <p:pic>
        <p:nvPicPr>
          <p:cNvPr id="2" name="图片 48" descr="7t16"/>
          <p:cNvPicPr>
            <a:picLocks noChangeAspect="1"/>
          </p:cNvPicPr>
          <p:nvPr/>
        </p:nvPicPr>
        <p:blipFill>
          <a:blip r:embed="rId3"/>
          <a:stretch>
            <a:fillRect/>
          </a:stretch>
        </p:blipFill>
        <p:spPr>
          <a:xfrm>
            <a:off x="1331595" y="4796790"/>
            <a:ext cx="6012815" cy="1795145"/>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withEffect">
                                  <p:stCondLst>
                                    <p:cond delay="0"/>
                                  </p:stCondLst>
                                  <p:childTnLst>
                                    <p:set>
                                      <p:cBhvr>
                                        <p:cTn id="6" dur="1" fill="hold">
                                          <p:stCondLst>
                                            <p:cond delay="0"/>
                                          </p:stCondLst>
                                        </p:cTn>
                                        <p:tgtEl>
                                          <p:spTgt spid="2017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P spid="201730"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5"/>
          <p:cNvSpPr>
            <a:spLocks noChangeArrowheads="1"/>
          </p:cNvSpPr>
          <p:nvPr/>
        </p:nvSpPr>
        <p:spPr bwMode="auto">
          <a:xfrm>
            <a:off x="0" y="836295"/>
            <a:ext cx="8604250" cy="576263"/>
          </a:xfrm>
          <a:prstGeom prst="rect">
            <a:avLst/>
          </a:prstGeom>
          <a:noFill/>
          <a:ln w="9525">
            <a:noFill/>
            <a:miter lim="800000"/>
          </a:ln>
        </p:spPr>
        <p:txBody>
          <a:bodyPr>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GATE</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   </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以</a:t>
            </a:r>
            <a:r>
              <a:rPr kumimoji="0" lang="zh-CN" altLang="en-US" sz="2400" b="1" i="0" u="none" strike="noStrike" kern="1200" cap="none" spc="0" normalizeH="0" baseline="0" noProof="0" dirty="0">
                <a:ln>
                  <a:noFill/>
                </a:ln>
                <a:solidFill>
                  <a:schemeClr val="tx1">
                    <a:lumMod val="60000"/>
                    <a:lumOff val="40000"/>
                  </a:schemeClr>
                </a:solidFill>
                <a:effectLst/>
                <a:uLnTx/>
                <a:uFillTx/>
                <a:latin typeface="Times New Roman" panose="02020603050405020304" pitchFamily="18" charset="0"/>
                <a:ea typeface="宋体" panose="02010600030101010101" pitchFamily="2" charset="-122"/>
                <a:cs typeface="+mn-cs"/>
              </a:rPr>
              <a:t>外中断请求信号</a:t>
            </a:r>
            <a:r>
              <a:rPr kumimoji="0" lang="en-US" altLang="zh-CN" sz="2400" b="1" i="0" u="none" strike="noStrike" kern="1200" cap="none" spc="0" normalizeH="0" baseline="0" noProof="0" dirty="0">
                <a:ln>
                  <a:noFill/>
                </a:ln>
                <a:solidFill>
                  <a:schemeClr val="tx1">
                    <a:lumMod val="60000"/>
                    <a:lumOff val="40000"/>
                  </a:schemeClr>
                </a:solidFill>
                <a:effectLst/>
                <a:uLnTx/>
                <a:uFillTx/>
                <a:latin typeface="Times New Roman" panose="02020603050405020304" pitchFamily="18" charset="0"/>
                <a:ea typeface="宋体" panose="02010600030101010101" pitchFamily="2" charset="-122"/>
                <a:cs typeface="+mn-cs"/>
              </a:rPr>
              <a:t>/INT0</a:t>
            </a:r>
            <a:r>
              <a:rPr kumimoji="0" lang="zh-CN" altLang="en-US" sz="2400" b="1" i="0" u="none" strike="noStrike" kern="1200" cap="none" spc="0" normalizeH="0" baseline="0" noProof="0" dirty="0">
                <a:ln>
                  <a:noFill/>
                </a:ln>
                <a:solidFill>
                  <a:schemeClr val="tx1">
                    <a:lumMod val="60000"/>
                    <a:lumOff val="40000"/>
                  </a:schemeClr>
                </a:solidFill>
                <a:effectLst/>
                <a:uLnTx/>
                <a:uFillTx/>
                <a:latin typeface="Times New Roman" panose="02020603050405020304" pitchFamily="18" charset="0"/>
                <a:ea typeface="宋体" panose="02010600030101010101" pitchFamily="2" charset="-122"/>
                <a:cs typeface="+mn-cs"/>
              </a:rPr>
              <a:t>（</a:t>
            </a:r>
            <a:r>
              <a:rPr kumimoji="0" lang="en-US" altLang="zh-CN" sz="2400" b="1" i="0" u="none" strike="noStrike" kern="1200" cap="none" spc="0" normalizeH="0" baseline="0" noProof="0" dirty="0">
                <a:ln>
                  <a:noFill/>
                </a:ln>
                <a:solidFill>
                  <a:schemeClr val="tx1">
                    <a:lumMod val="60000"/>
                    <a:lumOff val="40000"/>
                  </a:schemeClr>
                </a:solidFill>
                <a:effectLst/>
                <a:uLnTx/>
                <a:uFillTx/>
                <a:latin typeface="Times New Roman" panose="02020603050405020304" pitchFamily="18" charset="0"/>
                <a:ea typeface="宋体" panose="02010600030101010101" pitchFamily="2" charset="-122"/>
                <a:cs typeface="+mn-cs"/>
              </a:rPr>
              <a:t>/INT1</a:t>
            </a:r>
            <a:r>
              <a:rPr kumimoji="0" lang="zh-CN" altLang="en-US" sz="2400" b="1" i="0" u="none" strike="noStrike" kern="1200" cap="none" spc="0" normalizeH="0" baseline="0" noProof="0" dirty="0">
                <a:ln>
                  <a:noFill/>
                </a:ln>
                <a:solidFill>
                  <a:schemeClr val="tx1">
                    <a:lumMod val="60000"/>
                    <a:lumOff val="40000"/>
                  </a:schemeClr>
                </a:solidFill>
                <a:effectLst/>
                <a:uLnTx/>
                <a:uFillTx/>
                <a:latin typeface="Times New Roman" panose="02020603050405020304" pitchFamily="18" charset="0"/>
                <a:ea typeface="宋体" panose="02010600030101010101" pitchFamily="2" charset="-122"/>
                <a:cs typeface="+mn-cs"/>
              </a:rPr>
              <a:t>）</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启动定时器。</a:t>
            </a:r>
          </a:p>
        </p:txBody>
      </p:sp>
      <p:pic>
        <p:nvPicPr>
          <p:cNvPr id="2" name="图片 1"/>
          <p:cNvPicPr>
            <a:picLocks noChangeAspect="1"/>
          </p:cNvPicPr>
          <p:nvPr/>
        </p:nvPicPr>
        <p:blipFill>
          <a:blip r:embed="rId2"/>
          <a:stretch>
            <a:fillRect/>
          </a:stretch>
        </p:blipFill>
        <p:spPr>
          <a:xfrm>
            <a:off x="395605" y="1860550"/>
            <a:ext cx="8545195" cy="3136900"/>
          </a:xfrm>
          <a:prstGeom prst="rect">
            <a:avLst/>
          </a:prstGeom>
        </p:spPr>
      </p:pic>
    </p:spTree>
  </p:cSld>
  <p:clrMapOvr>
    <a:masterClrMapping/>
  </p:clrMapOvr>
  <p:transition spd="med">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2" name="Rectangle 4"/>
          <p:cNvSpPr/>
          <p:nvPr/>
        </p:nvSpPr>
        <p:spPr>
          <a:xfrm>
            <a:off x="234950" y="835978"/>
            <a:ext cx="8839200" cy="1124585"/>
          </a:xfrm>
          <a:prstGeom prst="rect">
            <a:avLst/>
          </a:prstGeom>
          <a:noFill/>
          <a:ln w="9525">
            <a:noFill/>
          </a:ln>
        </p:spPr>
        <p:txBody>
          <a:bodyPr anchor="t" anchorCtr="0">
            <a:spAutoFit/>
          </a:bodyPr>
          <a:lstStyle/>
          <a:p>
            <a:pPr>
              <a:lnSpc>
                <a:spcPct val="140000"/>
              </a:lnSpc>
            </a:pPr>
            <a:r>
              <a:rPr lang="zh-CN" altLang="en-US" sz="2400" b="1" dirty="0">
                <a:latin typeface="Times New Roman" panose="02020603050405020304" pitchFamily="18" charset="0"/>
                <a:ea typeface="宋体" panose="02010600030101010101" pitchFamily="2" charset="-122"/>
              </a:rPr>
              <a:t>例</a:t>
            </a:r>
            <a:r>
              <a:rPr lang="en-US" altLang="zh-CN" sz="2400" b="1" dirty="0">
                <a:latin typeface="Times New Roman" panose="02020603050405020304" pitchFamily="18" charset="0"/>
                <a:ea typeface="宋体" panose="02010600030101010101" pitchFamily="2" charset="-122"/>
              </a:rPr>
              <a:t>6-8  </a:t>
            </a:r>
            <a:r>
              <a:rPr lang="zh-CN" altLang="en-US" sz="2400" b="1" dirty="0">
                <a:latin typeface="Times New Roman" panose="02020603050405020304" pitchFamily="18" charset="0"/>
                <a:ea typeface="宋体" panose="02010600030101010101" pitchFamily="2" charset="-122"/>
              </a:rPr>
              <a:t>已知</a:t>
            </a:r>
            <a:r>
              <a:rPr lang="en-US" altLang="zh-CN" sz="2400" b="1" i="1" dirty="0">
                <a:latin typeface="Times New Roman" panose="02020603050405020304" pitchFamily="18" charset="0"/>
                <a:ea typeface="宋体" panose="02010600030101010101" pitchFamily="2" charset="-122"/>
              </a:rPr>
              <a:t>f</a:t>
            </a:r>
            <a:r>
              <a:rPr lang="en-US" altLang="zh-CN" sz="2400" b="1" baseline="-25000" dirty="0">
                <a:latin typeface="Times New Roman" panose="02020603050405020304" pitchFamily="18" charset="0"/>
                <a:ea typeface="宋体" panose="02010600030101010101" pitchFamily="2" charset="-122"/>
              </a:rPr>
              <a:t>OSC</a:t>
            </a:r>
            <a:r>
              <a:rPr lang="en-US" altLang="zh-CN" sz="2400" b="1" dirty="0">
                <a:latin typeface="Times New Roman" panose="02020603050405020304" pitchFamily="18" charset="0"/>
                <a:ea typeface="宋体" panose="02010600030101010101" pitchFamily="2" charset="-122"/>
              </a:rPr>
              <a:t> = 6 MHz</a:t>
            </a:r>
            <a:r>
              <a:rPr lang="zh-CN" altLang="en-US" sz="2400" b="1" dirty="0">
                <a:latin typeface="Times New Roman" panose="02020603050405020304" pitchFamily="18" charset="0"/>
                <a:ea typeface="宋体" panose="02010600030101010101" pitchFamily="2" charset="-122"/>
              </a:rPr>
              <a:t>，利用</a:t>
            </a:r>
            <a:r>
              <a:rPr lang="en-US" altLang="zh-CN" sz="2400" b="1" dirty="0">
                <a:latin typeface="Times New Roman" panose="02020603050405020304" pitchFamily="18" charset="0"/>
                <a:ea typeface="宋体" panose="02010600030101010101" pitchFamily="2" charset="-122"/>
              </a:rPr>
              <a:t>T0</a:t>
            </a:r>
            <a:r>
              <a:rPr lang="zh-CN" altLang="en-US" sz="2400" b="1" dirty="0">
                <a:latin typeface="Times New Roman" panose="02020603050405020304" pitchFamily="18" charset="0"/>
                <a:ea typeface="宋体" panose="02010600030101010101" pitchFamily="2" charset="-122"/>
              </a:rPr>
              <a:t>测试</a:t>
            </a:r>
            <a:r>
              <a:rPr lang="en-US" altLang="zh-CN" sz="2400" b="1" dirty="0">
                <a:latin typeface="Times New Roman" panose="02020603050405020304" pitchFamily="18" charset="0"/>
                <a:ea typeface="宋体" panose="02010600030101010101" pitchFamily="2" charset="-122"/>
              </a:rPr>
              <a:t>INT0</a:t>
            </a:r>
            <a:r>
              <a:rPr lang="zh-CN" altLang="en-US" sz="2400" b="1" dirty="0">
                <a:latin typeface="Times New Roman" panose="02020603050405020304" pitchFamily="18" charset="0"/>
                <a:ea typeface="宋体" panose="02010600030101010101" pitchFamily="2" charset="-122"/>
              </a:rPr>
              <a:t>引脚上出现的正脉冲的宽度。</a:t>
            </a:r>
          </a:p>
        </p:txBody>
      </p:sp>
      <p:sp>
        <p:nvSpPr>
          <p:cNvPr id="108546" name="Rectangle 6"/>
          <p:cNvSpPr/>
          <p:nvPr/>
        </p:nvSpPr>
        <p:spPr>
          <a:xfrm>
            <a:off x="0" y="3100388"/>
            <a:ext cx="9144000" cy="0"/>
          </a:xfrm>
          <a:prstGeom prst="rect">
            <a:avLst/>
          </a:prstGeom>
          <a:noFill/>
          <a:ln w="9525">
            <a:noFill/>
          </a:ln>
        </p:spPr>
        <p:txBody>
          <a:bodyPr wrap="none" anchor="ctr" anchorCtr="0">
            <a:spAutoFit/>
          </a:bodyPr>
          <a:lstStyle/>
          <a:p>
            <a:endParaRPr lang="zh-CN" altLang="en-US" dirty="0">
              <a:latin typeface="Times New Roman" panose="02020603050405020304" pitchFamily="18" charset="0"/>
              <a:ea typeface="宋体" panose="02010600030101010101" pitchFamily="2" charset="-122"/>
            </a:endParaRPr>
          </a:p>
        </p:txBody>
      </p:sp>
      <p:pic>
        <p:nvPicPr>
          <p:cNvPr id="206853" name="Picture 5" descr="7T14"/>
          <p:cNvPicPr>
            <a:picLocks noChangeAspect="1"/>
          </p:cNvPicPr>
          <p:nvPr/>
        </p:nvPicPr>
        <p:blipFill>
          <a:blip r:embed="rId2"/>
          <a:stretch>
            <a:fillRect/>
          </a:stretch>
        </p:blipFill>
        <p:spPr>
          <a:xfrm>
            <a:off x="539750" y="2348865"/>
            <a:ext cx="7777163" cy="1223963"/>
          </a:xfrm>
          <a:prstGeom prst="rect">
            <a:avLst/>
          </a:prstGeom>
          <a:solidFill>
            <a:srgbClr val="FFCCCC"/>
          </a:solidFill>
          <a:ln w="9525">
            <a:noFill/>
          </a:ln>
        </p:spPr>
      </p:pic>
      <p:pic>
        <p:nvPicPr>
          <p:cNvPr id="3" name="图片 2"/>
          <p:cNvPicPr>
            <a:picLocks noChangeAspect="1"/>
          </p:cNvPicPr>
          <p:nvPr/>
        </p:nvPicPr>
        <p:blipFill>
          <a:blip r:embed="rId3"/>
          <a:stretch>
            <a:fillRect/>
          </a:stretch>
        </p:blipFill>
        <p:spPr>
          <a:xfrm>
            <a:off x="323215" y="4149090"/>
            <a:ext cx="8218805" cy="1623060"/>
          </a:xfrm>
          <a:prstGeom prst="rect">
            <a:avLst/>
          </a:prstGeom>
        </p:spPr>
      </p:pic>
    </p:spTree>
  </p:cSld>
  <p:clrMapOvr>
    <a:masterClrMapping/>
  </p:clrMapOvr>
  <p:transition spd="med">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12"/>
          <p:cNvSpPr/>
          <p:nvPr/>
        </p:nvSpPr>
        <p:spPr>
          <a:xfrm>
            <a:off x="3563938" y="3068638"/>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7620" y="548640"/>
            <a:ext cx="9171940" cy="6306820"/>
          </a:xfrm>
          <a:prstGeom prst="rect">
            <a:avLst/>
          </a:prstGeom>
        </p:spPr>
      </p:pic>
    </p:spTree>
  </p:cSld>
  <p:clrMapOvr>
    <a:masterClrMapping/>
  </p:clrMapOvr>
  <p:transition spd="med">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1460" y="908685"/>
            <a:ext cx="8828405" cy="2306955"/>
          </a:xfrm>
          <a:prstGeom prst="rect">
            <a:avLst/>
          </a:prstGeom>
          <a:noFill/>
        </p:spPr>
        <p:txBody>
          <a:bodyPr wrap="square" rtlCol="0">
            <a:spAutoFit/>
          </a:bodyPr>
          <a:lstStyle/>
          <a:p>
            <a:pPr>
              <a:lnSpc>
                <a:spcPct val="150000"/>
              </a:lnSpc>
            </a:pPr>
            <a:r>
              <a:rPr lang="en-US" altLang="zh-CN" sz="2400" b="1" i="1"/>
              <a:t> f</a:t>
            </a:r>
            <a:r>
              <a:rPr lang="en-US" altLang="zh-CN" sz="2400" b="1"/>
              <a:t>=</a:t>
            </a:r>
            <a:r>
              <a:rPr lang="zh-CN" altLang="en-US" sz="2400" b="1"/>
              <a:t>100Hz，则周期</a:t>
            </a:r>
            <a:r>
              <a:rPr lang="en-US" altLang="zh-CN" sz="2400" b="1"/>
              <a:t>=</a:t>
            </a:r>
            <a:r>
              <a:rPr lang="zh-CN" altLang="en-US" sz="2400" b="1"/>
              <a:t>10 ms。</a:t>
            </a:r>
          </a:p>
          <a:p>
            <a:pPr>
              <a:lnSpc>
                <a:spcPct val="150000"/>
              </a:lnSpc>
            </a:pPr>
            <a:r>
              <a:rPr lang="zh-CN" altLang="en-US" sz="2400" b="1"/>
              <a:t>方式2下，当</a:t>
            </a:r>
            <a:r>
              <a:rPr lang="zh-CN" altLang="en-US" sz="2400" b="1" i="1"/>
              <a:t>f</a:t>
            </a:r>
            <a:r>
              <a:rPr lang="zh-CN" altLang="en-US" sz="2400" b="1" i="1" baseline="-25000"/>
              <a:t>OSC</a:t>
            </a:r>
            <a:r>
              <a:rPr lang="zh-CN" altLang="en-US" sz="2400" b="1" i="1"/>
              <a:t> </a:t>
            </a:r>
            <a:r>
              <a:rPr lang="zh-CN" altLang="en-US" sz="2400" b="1"/>
              <a:t>= 11.0592MHz时，</a:t>
            </a:r>
          </a:p>
          <a:p>
            <a:pPr>
              <a:lnSpc>
                <a:spcPct val="150000"/>
              </a:lnSpc>
            </a:pPr>
            <a:r>
              <a:rPr lang="zh-CN" altLang="en-US" sz="2400" b="1">
                <a:solidFill>
                  <a:srgbClr val="FF0000"/>
                </a:solidFill>
              </a:rPr>
              <a:t>最大定时时间：256 × 1.085 μs = 277.76 μs。</a:t>
            </a:r>
          </a:p>
          <a:p>
            <a:pPr>
              <a:lnSpc>
                <a:spcPct val="150000"/>
              </a:lnSpc>
            </a:pPr>
            <a:r>
              <a:rPr lang="zh-CN" altLang="en-US" sz="2400" b="1"/>
              <a:t>定时时间设为100 μs，对其进行100次计数。</a:t>
            </a:r>
          </a:p>
        </p:txBody>
      </p:sp>
      <p:sp>
        <p:nvSpPr>
          <p:cNvPr id="6" name="文本框 5"/>
          <p:cNvSpPr txBox="1"/>
          <p:nvPr/>
        </p:nvSpPr>
        <p:spPr>
          <a:xfrm>
            <a:off x="157480" y="3716655"/>
            <a:ext cx="8828405" cy="1753235"/>
          </a:xfrm>
          <a:prstGeom prst="rect">
            <a:avLst/>
          </a:prstGeom>
          <a:noFill/>
        </p:spPr>
        <p:txBody>
          <a:bodyPr wrap="square" rtlCol="0">
            <a:spAutoFit/>
          </a:bodyPr>
          <a:lstStyle/>
          <a:p>
            <a:pPr>
              <a:lnSpc>
                <a:spcPct val="150000"/>
              </a:lnSpc>
            </a:pPr>
            <a:r>
              <a:rPr lang="zh-CN" altLang="en-US" sz="2400" b="1"/>
              <a:t>则：TL0 = 256 - 100 μs/1.085 μs = 164。</a:t>
            </a:r>
          </a:p>
          <a:p>
            <a:pPr>
              <a:lnSpc>
                <a:spcPct val="150000"/>
              </a:lnSpc>
            </a:pPr>
            <a:r>
              <a:rPr lang="en-US" altLang="zh-CN" sz="2400" b="1"/>
              <a:t>        </a:t>
            </a:r>
            <a:r>
              <a:rPr lang="zh-CN" altLang="en-US" sz="2400" b="1"/>
              <a:t>TH0 = TL0 = 164。</a:t>
            </a:r>
          </a:p>
          <a:p>
            <a:pPr>
              <a:lnSpc>
                <a:spcPct val="150000"/>
              </a:lnSpc>
            </a:pPr>
            <a:r>
              <a:rPr lang="en-US" altLang="zh-CN" sz="2400" b="1"/>
              <a:t>        </a:t>
            </a:r>
            <a:r>
              <a:rPr lang="zh-CN" altLang="en-US" sz="2400" b="1"/>
              <a:t>TMOD=2。</a:t>
            </a:r>
          </a:p>
        </p:txBody>
      </p:sp>
    </p:spTree>
  </p:cSld>
  <p:clrMapOvr>
    <a:masterClrMapping/>
  </p:clrMapOvr>
  <p:transition spd="med">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文本框 100"/>
          <p:cNvSpPr txBox="1"/>
          <p:nvPr/>
        </p:nvSpPr>
        <p:spPr>
          <a:xfrm>
            <a:off x="142240" y="404495"/>
            <a:ext cx="9001760" cy="6555641"/>
          </a:xfrm>
          <a:prstGeom prst="rect">
            <a:avLst/>
          </a:prstGeom>
          <a:noFill/>
          <a:ln w="9525">
            <a:noFill/>
          </a:ln>
        </p:spPr>
        <p:txBody>
          <a:bodyPr wrap="square">
            <a:spAutoFit/>
          </a:bodyPr>
          <a:lstStyle/>
          <a:p>
            <a:pPr>
              <a:lnSpc>
                <a:spcPct val="110000"/>
              </a:lnSpc>
            </a:pPr>
            <a:r>
              <a:rPr lang="en-US" sz="2400" b="1" dirty="0">
                <a:latin typeface="Times New Roman" panose="02020603050405020304" pitchFamily="18" charset="0"/>
              </a:rPr>
              <a:t>#include &lt;reg51.h&gt;</a:t>
            </a:r>
          </a:p>
          <a:p>
            <a:pPr>
              <a:lnSpc>
                <a:spcPct val="110000"/>
              </a:lnSpc>
            </a:pPr>
            <a:r>
              <a:rPr lang="en-US" sz="2400" b="1" dirty="0" err="1">
                <a:highlight>
                  <a:srgbClr val="FFFF00"/>
                </a:highlight>
                <a:latin typeface="Times New Roman" panose="02020603050405020304" pitchFamily="18" charset="0"/>
              </a:rPr>
              <a:t>sbit</a:t>
            </a:r>
            <a:r>
              <a:rPr lang="en-US" sz="2400" b="1" dirty="0">
                <a:highlight>
                  <a:srgbClr val="FFFF00"/>
                </a:highlight>
                <a:latin typeface="Times New Roman" panose="02020603050405020304" pitchFamily="18" charset="0"/>
              </a:rPr>
              <a:t> pwm0 = P1^0;</a:t>
            </a:r>
          </a:p>
          <a:p>
            <a:r>
              <a:rPr lang="en-US" sz="2400" b="1" dirty="0" err="1">
                <a:highlight>
                  <a:srgbClr val="FFFF00"/>
                </a:highlight>
                <a:latin typeface="Times New Roman" panose="02020603050405020304" pitchFamily="18" charset="0"/>
              </a:rPr>
              <a:t>sbit</a:t>
            </a:r>
            <a:r>
              <a:rPr lang="en-US" sz="2400" b="1" dirty="0">
                <a:highlight>
                  <a:srgbClr val="FFFF00"/>
                </a:highlight>
                <a:latin typeface="Times New Roman" panose="02020603050405020304" pitchFamily="18" charset="0"/>
              </a:rPr>
              <a:t> pwm1 = P1^1;</a:t>
            </a:r>
            <a:endParaRPr lang="en-US" sz="2400" b="1" dirty="0">
              <a:latin typeface="Times New Roman" panose="02020603050405020304" pitchFamily="18" charset="0"/>
            </a:endParaRPr>
          </a:p>
          <a:p>
            <a:r>
              <a:rPr lang="en-US" sz="2400" b="1" dirty="0">
                <a:latin typeface="Times New Roman" panose="02020603050405020304" pitchFamily="18" charset="0"/>
              </a:rPr>
              <a:t>unsigned  char  t = 1;</a:t>
            </a:r>
          </a:p>
          <a:p>
            <a:r>
              <a:rPr lang="en-US" sz="2400" b="1" dirty="0">
                <a:latin typeface="Times New Roman" panose="02020603050405020304" pitchFamily="18" charset="0"/>
              </a:rPr>
              <a:t>void main( )</a:t>
            </a:r>
          </a:p>
          <a:p>
            <a:r>
              <a:rPr lang="en-US" sz="2400" b="1" dirty="0">
                <a:latin typeface="Times New Roman" panose="02020603050405020304" pitchFamily="18" charset="0"/>
              </a:rPr>
              <a:t>{ 	TMOD = 0x02;		</a:t>
            </a:r>
          </a:p>
          <a:p>
            <a:pPr>
              <a:lnSpc>
                <a:spcPct val="110000"/>
              </a:lnSpc>
            </a:pPr>
            <a:r>
              <a:rPr lang="en-US" sz="2400" b="1" dirty="0">
                <a:latin typeface="Times New Roman" panose="02020603050405020304" pitchFamily="18" charset="0"/>
              </a:rPr>
              <a:t>	TH0 = 164;		</a:t>
            </a:r>
          </a:p>
          <a:p>
            <a:r>
              <a:rPr lang="en-US" sz="2400" b="1" dirty="0">
                <a:latin typeface="Times New Roman" panose="02020603050405020304" pitchFamily="18" charset="0"/>
              </a:rPr>
              <a:t>	TL0 = 164;    </a:t>
            </a:r>
          </a:p>
          <a:p>
            <a:r>
              <a:rPr lang="en-US" altLang="zh-CN" sz="2400" b="1" dirty="0"/>
              <a:t>	TR0 = 1;</a:t>
            </a:r>
            <a:r>
              <a:rPr lang="en-US" sz="2400" b="1" dirty="0">
                <a:latin typeface="Times New Roman" panose="02020603050405020304" pitchFamily="18" charset="0"/>
              </a:rPr>
              <a:t>   		</a:t>
            </a:r>
          </a:p>
          <a:p>
            <a:pPr>
              <a:lnSpc>
                <a:spcPct val="110000"/>
              </a:lnSpc>
            </a:pPr>
            <a:r>
              <a:rPr lang="en-US" sz="2400" b="1" dirty="0">
                <a:latin typeface="Times New Roman" panose="02020603050405020304" pitchFamily="18" charset="0"/>
              </a:rPr>
              <a:t>	ET0 = 1;					</a:t>
            </a:r>
          </a:p>
          <a:p>
            <a:r>
              <a:rPr lang="en-US" sz="2400" b="1" dirty="0">
                <a:latin typeface="Times New Roman" panose="02020603050405020304" pitchFamily="18" charset="0"/>
              </a:rPr>
              <a:t>	EA = 1;						</a:t>
            </a:r>
          </a:p>
          <a:p>
            <a:pPr>
              <a:lnSpc>
                <a:spcPct val="110000"/>
              </a:lnSpc>
            </a:pPr>
            <a:r>
              <a:rPr lang="en-US" sz="2400" b="1" dirty="0">
                <a:latin typeface="Times New Roman" panose="02020603050405020304" pitchFamily="18" charset="0"/>
              </a:rPr>
              <a:t>          while(1)</a:t>
            </a:r>
          </a:p>
          <a:p>
            <a:r>
              <a:rPr lang="en-US" sz="2400" b="1" dirty="0">
                <a:latin typeface="Times New Roman" panose="02020603050405020304" pitchFamily="18" charset="0"/>
              </a:rPr>
              <a:t>	{	</a:t>
            </a:r>
            <a:r>
              <a:rPr lang="en-US" sz="2400" b="1" dirty="0">
                <a:highlight>
                  <a:srgbClr val="FFFF00"/>
                </a:highlight>
                <a:latin typeface="Times New Roman" panose="02020603050405020304" pitchFamily="18" charset="0"/>
              </a:rPr>
              <a:t>pwm0 = (t&lt;=20)</a:t>
            </a:r>
            <a:r>
              <a:rPr lang="en-US" sz="2400" b="1" dirty="0">
                <a:latin typeface="Times New Roman" panose="02020603050405020304" pitchFamily="18" charset="0"/>
              </a:rPr>
              <a:t>;	//</a:t>
            </a:r>
            <a:r>
              <a:rPr lang="zh-CN" sz="2400" b="1" dirty="0">
                <a:ea typeface="宋体" panose="02010600030101010101" pitchFamily="2" charset="-122"/>
              </a:rPr>
              <a:t>输出占空比</a:t>
            </a:r>
            <a:r>
              <a:rPr lang="en-US" sz="2400" b="1" dirty="0">
                <a:latin typeface="Times New Roman" panose="02020603050405020304" pitchFamily="18" charset="0"/>
              </a:rPr>
              <a:t>20%</a:t>
            </a:r>
            <a:r>
              <a:rPr lang="zh-CN" sz="2400" b="1" dirty="0">
                <a:ea typeface="宋体" panose="02010600030101010101" pitchFamily="2" charset="-122"/>
              </a:rPr>
              <a:t>的</a:t>
            </a:r>
            <a:r>
              <a:rPr lang="en-US" sz="2400" b="1" dirty="0">
                <a:latin typeface="Times New Roman" panose="02020603050405020304" pitchFamily="18" charset="0"/>
              </a:rPr>
              <a:t>PWM</a:t>
            </a:r>
            <a:r>
              <a:rPr lang="zh-CN" sz="2400" b="1" dirty="0">
                <a:ea typeface="宋体" panose="02010600030101010101" pitchFamily="2" charset="-122"/>
              </a:rPr>
              <a:t>波</a:t>
            </a:r>
            <a:endParaRPr lang="en-US" sz="2400" b="1" dirty="0">
              <a:latin typeface="Times New Roman" panose="02020603050405020304" pitchFamily="18" charset="0"/>
            </a:endParaRPr>
          </a:p>
          <a:p>
            <a:r>
              <a:rPr lang="en-US" sz="2400" b="1" dirty="0">
                <a:latin typeface="Times New Roman" panose="02020603050405020304" pitchFamily="18" charset="0"/>
              </a:rPr>
              <a:t>		</a:t>
            </a:r>
            <a:r>
              <a:rPr lang="en-US" sz="2400" b="1" dirty="0">
                <a:highlight>
                  <a:srgbClr val="FFFF00"/>
                </a:highlight>
                <a:latin typeface="Times New Roman" panose="02020603050405020304" pitchFamily="18" charset="0"/>
              </a:rPr>
              <a:t>pwm1 = (t&lt;=60)</a:t>
            </a:r>
            <a:r>
              <a:rPr lang="en-US" sz="2400" b="1" dirty="0">
                <a:latin typeface="Times New Roman" panose="02020603050405020304" pitchFamily="18" charset="0"/>
              </a:rPr>
              <a:t>;	//</a:t>
            </a:r>
            <a:r>
              <a:rPr lang="zh-CN" sz="2400" b="1" dirty="0">
                <a:ea typeface="宋体" panose="02010600030101010101" pitchFamily="2" charset="-122"/>
              </a:rPr>
              <a:t>输出占空比</a:t>
            </a:r>
            <a:r>
              <a:rPr lang="en-US" sz="2400" b="1" dirty="0">
                <a:latin typeface="Times New Roman" panose="02020603050405020304" pitchFamily="18" charset="0"/>
              </a:rPr>
              <a:t>60%</a:t>
            </a:r>
            <a:r>
              <a:rPr lang="zh-CN" sz="2400" b="1" dirty="0">
                <a:ea typeface="宋体" panose="02010600030101010101" pitchFamily="2" charset="-122"/>
              </a:rPr>
              <a:t>的</a:t>
            </a:r>
            <a:r>
              <a:rPr lang="en-US" sz="2400" b="1" dirty="0">
                <a:latin typeface="Times New Roman" panose="02020603050405020304" pitchFamily="18" charset="0"/>
              </a:rPr>
              <a:t>PWM</a:t>
            </a:r>
            <a:r>
              <a:rPr lang="zh-CN" sz="2400" b="1" dirty="0">
                <a:ea typeface="宋体" panose="02010600030101010101" pitchFamily="2" charset="-122"/>
              </a:rPr>
              <a:t>波</a:t>
            </a:r>
            <a:endParaRPr lang="en-US" sz="2400" b="1" dirty="0">
              <a:latin typeface="Times New Roman" panose="02020603050405020304" pitchFamily="18" charset="0"/>
            </a:endParaRPr>
          </a:p>
          <a:p>
            <a:r>
              <a:rPr lang="en-US" sz="2400" b="1" dirty="0">
                <a:latin typeface="Times New Roman" panose="02020603050405020304" pitchFamily="18" charset="0"/>
              </a:rPr>
              <a:t>	</a:t>
            </a:r>
            <a:r>
              <a:rPr lang="en-US" sz="2400" b="1" dirty="0">
                <a:latin typeface="宋体" panose="02010600030101010101" pitchFamily="2" charset="-122"/>
              </a:rPr>
              <a:t> </a:t>
            </a:r>
            <a:r>
              <a:rPr lang="en-US" sz="2400" b="1" dirty="0">
                <a:latin typeface="Times New Roman" panose="02020603050405020304" pitchFamily="18" charset="0"/>
              </a:rPr>
              <a:t>}</a:t>
            </a:r>
          </a:p>
          <a:p>
            <a:r>
              <a:rPr lang="en-US" sz="2400" b="1" dirty="0">
                <a:latin typeface="Times New Roman" panose="02020603050405020304" pitchFamily="18" charset="0"/>
              </a:rPr>
              <a:t>}</a:t>
            </a:r>
          </a:p>
          <a:p>
            <a:endParaRPr lang="zh-CN" altLang="en-US" sz="2400" b="1" dirty="0"/>
          </a:p>
        </p:txBody>
      </p:sp>
      <p:sp>
        <p:nvSpPr>
          <p:cNvPr id="4" name="文本框 3"/>
          <p:cNvSpPr txBox="1"/>
          <p:nvPr/>
        </p:nvSpPr>
        <p:spPr>
          <a:xfrm>
            <a:off x="3275857" y="1484630"/>
            <a:ext cx="5976094" cy="2677656"/>
          </a:xfrm>
          <a:prstGeom prst="rect">
            <a:avLst/>
          </a:prstGeom>
          <a:noFill/>
        </p:spPr>
        <p:txBody>
          <a:bodyPr wrap="square" rtlCol="0">
            <a:spAutoFit/>
          </a:bodyPr>
          <a:lstStyle/>
          <a:p>
            <a:r>
              <a:rPr lang="en-US" b="1" dirty="0">
                <a:sym typeface="+mn-ea"/>
              </a:rPr>
              <a:t>void Timer0(void) interrupt 1</a:t>
            </a:r>
          </a:p>
          <a:p>
            <a:r>
              <a:rPr lang="en-US" b="1" dirty="0">
                <a:sym typeface="+mn-ea"/>
              </a:rPr>
              <a:t>   {	t = t%100+1;</a:t>
            </a:r>
            <a:r>
              <a:rPr lang="zh-CN" altLang="en-US" dirty="0"/>
              <a:t> </a:t>
            </a:r>
            <a:r>
              <a:rPr lang="en-US" altLang="zh-CN" b="1" dirty="0">
                <a:solidFill>
                  <a:srgbClr val="FF0000"/>
                </a:solidFill>
              </a:rPr>
              <a:t>// </a:t>
            </a:r>
            <a:r>
              <a:rPr lang="zh-CN" altLang="en-US" b="1" dirty="0">
                <a:solidFill>
                  <a:srgbClr val="FF0000"/>
                </a:solidFill>
              </a:rPr>
              <a:t>让</a:t>
            </a:r>
            <a:r>
              <a:rPr lang="en-US" altLang="zh-CN" b="1" dirty="0">
                <a:solidFill>
                  <a:srgbClr val="FF0000"/>
                </a:solidFill>
              </a:rPr>
              <a:t>t</a:t>
            </a:r>
            <a:r>
              <a:rPr lang="zh-CN" altLang="en-US" b="1" dirty="0">
                <a:solidFill>
                  <a:srgbClr val="FF0000"/>
                </a:solidFill>
              </a:rPr>
              <a:t>在</a:t>
            </a:r>
            <a:r>
              <a:rPr lang="en-US" altLang="zh-CN" b="1" dirty="0">
                <a:solidFill>
                  <a:srgbClr val="FF0000"/>
                </a:solidFill>
              </a:rPr>
              <a:t>1~100</a:t>
            </a:r>
            <a:r>
              <a:rPr lang="zh-CN" altLang="en-US" b="1" dirty="0">
                <a:solidFill>
                  <a:srgbClr val="FF0000"/>
                </a:solidFill>
              </a:rPr>
              <a:t>之间循环（</a:t>
            </a:r>
            <a:r>
              <a:rPr lang="en-US" altLang="zh-CN" b="1" dirty="0">
                <a:solidFill>
                  <a:srgbClr val="FF0000"/>
                </a:solidFill>
              </a:rPr>
              <a:t>t</a:t>
            </a:r>
            <a:r>
              <a:rPr lang="zh-CN" altLang="en-US" b="1" dirty="0">
                <a:solidFill>
                  <a:srgbClr val="FF0000"/>
                </a:solidFill>
              </a:rPr>
              <a:t>从</a:t>
            </a:r>
            <a:r>
              <a:rPr lang="en-US" altLang="zh-CN" b="1" dirty="0">
                <a:solidFill>
                  <a:srgbClr val="FF0000"/>
                </a:solidFill>
              </a:rPr>
              <a:t>1</a:t>
            </a:r>
            <a:r>
              <a:rPr lang="zh-CN" altLang="en-US" b="1" dirty="0">
                <a:solidFill>
                  <a:srgbClr val="FF0000"/>
                </a:solidFill>
              </a:rPr>
              <a:t>开始，到</a:t>
            </a:r>
            <a:r>
              <a:rPr lang="en-US" altLang="zh-CN" b="1" dirty="0">
                <a:solidFill>
                  <a:srgbClr val="FF0000"/>
                </a:solidFill>
              </a:rPr>
              <a:t>100</a:t>
            </a:r>
            <a:r>
              <a:rPr lang="zh-CN" altLang="en-US" b="1" dirty="0">
                <a:solidFill>
                  <a:srgbClr val="FF0000"/>
                </a:solidFill>
              </a:rPr>
              <a:t>后</a:t>
            </a:r>
            <a:r>
              <a:rPr lang="en-US" altLang="zh-CN" b="1" dirty="0">
                <a:solidFill>
                  <a:srgbClr val="FF0000"/>
                </a:solidFill>
              </a:rPr>
              <a:t>%100</a:t>
            </a:r>
            <a:r>
              <a:rPr lang="zh-CN" altLang="en-US" b="1" dirty="0">
                <a:solidFill>
                  <a:srgbClr val="FF0000"/>
                </a:solidFill>
              </a:rPr>
              <a:t>得</a:t>
            </a:r>
            <a:r>
              <a:rPr lang="en-US" altLang="zh-CN" b="1" dirty="0">
                <a:solidFill>
                  <a:srgbClr val="FF0000"/>
                </a:solidFill>
              </a:rPr>
              <a:t>0</a:t>
            </a:r>
            <a:r>
              <a:rPr lang="zh-CN" altLang="en-US" b="1" dirty="0">
                <a:solidFill>
                  <a:srgbClr val="FF0000"/>
                </a:solidFill>
              </a:rPr>
              <a:t>，</a:t>
            </a:r>
            <a:r>
              <a:rPr lang="en-US" altLang="zh-CN" b="1" dirty="0">
                <a:solidFill>
                  <a:srgbClr val="FF0000"/>
                </a:solidFill>
              </a:rPr>
              <a:t>+1</a:t>
            </a:r>
            <a:r>
              <a:rPr lang="zh-CN" altLang="en-US" b="1" dirty="0">
                <a:solidFill>
                  <a:srgbClr val="FF0000"/>
                </a:solidFill>
              </a:rPr>
              <a:t>回到</a:t>
            </a:r>
            <a:r>
              <a:rPr lang="en-US" altLang="zh-CN" b="1" dirty="0">
                <a:solidFill>
                  <a:srgbClr val="FF0000"/>
                </a:solidFill>
              </a:rPr>
              <a:t>1</a:t>
            </a:r>
            <a:r>
              <a:rPr lang="zh-CN" altLang="en-US" b="1">
                <a:solidFill>
                  <a:srgbClr val="FF0000"/>
                </a:solidFill>
              </a:rPr>
              <a:t>）</a:t>
            </a:r>
            <a:endParaRPr lang="en-US" b="1" dirty="0">
              <a:sym typeface="+mn-ea"/>
            </a:endParaRPr>
          </a:p>
          <a:p>
            <a:r>
              <a:rPr lang="en-US" b="1" dirty="0">
                <a:sym typeface="+mn-ea"/>
              </a:rPr>
              <a:t>       }</a:t>
            </a:r>
            <a:endParaRPr lang="zh-CN" altLang="en-US" b="1" dirty="0"/>
          </a:p>
          <a:p>
            <a:endParaRPr lang="zh-CN" altLang="en-US" dirty="0"/>
          </a:p>
        </p:txBody>
      </p:sp>
    </p:spTree>
  </p:cSld>
  <p:clrMapOvr>
    <a:masterClrMapping/>
  </p:clrMapOvr>
  <p:transition spd="med">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4" name="Text Box 4"/>
          <p:cNvSpPr txBox="1"/>
          <p:nvPr/>
        </p:nvSpPr>
        <p:spPr>
          <a:xfrm>
            <a:off x="0" y="836613"/>
            <a:ext cx="7056438" cy="521970"/>
          </a:xfrm>
          <a:prstGeom prst="rect">
            <a:avLst/>
          </a:prstGeom>
          <a:noFill/>
          <a:ln w="9525">
            <a:noFill/>
          </a:ln>
        </p:spPr>
        <p:txBody>
          <a:bodyPr anchor="t" anchorCtr="0">
            <a:spAutoFit/>
          </a:bodyPr>
          <a:lstStyle/>
          <a:p>
            <a:pPr algn="just">
              <a:spcBef>
                <a:spcPct val="50000"/>
              </a:spcBef>
            </a:pPr>
            <a:r>
              <a:rPr lang="en-US" altLang="zh-CN" b="1" dirty="0">
                <a:latin typeface="Times New Roman" panose="02020603050405020304" pitchFamily="18" charset="0"/>
                <a:ea typeface="宋体" panose="02010600030101010101" pitchFamily="2" charset="-122"/>
              </a:rPr>
              <a:t>6.6.3  </a:t>
            </a:r>
            <a:r>
              <a:rPr lang="zh-CN" altLang="en-US" b="1" dirty="0">
                <a:latin typeface="Times New Roman" panose="02020603050405020304" pitchFamily="18" charset="0"/>
                <a:ea typeface="宋体" panose="02010600030101010101" pitchFamily="2" charset="-122"/>
              </a:rPr>
              <a:t>定时</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计数器在音乐输出方面的应用</a:t>
            </a:r>
          </a:p>
        </p:txBody>
      </p:sp>
      <p:sp>
        <p:nvSpPr>
          <p:cNvPr id="276486" name="Text Box 6"/>
          <p:cNvSpPr txBox="1"/>
          <p:nvPr/>
        </p:nvSpPr>
        <p:spPr>
          <a:xfrm>
            <a:off x="755650" y="5876925"/>
            <a:ext cx="6624638" cy="457200"/>
          </a:xfrm>
          <a:prstGeom prst="rect">
            <a:avLst/>
          </a:prstGeom>
          <a:noFill/>
          <a:ln w="9525">
            <a:noFill/>
          </a:ln>
        </p:spPr>
        <p:txBody>
          <a:bodyPr anchor="t" anchorCtr="0">
            <a:spAutoFit/>
          </a:bodyPr>
          <a:lstStyle/>
          <a:p>
            <a:pPr>
              <a:spcBef>
                <a:spcPct val="50000"/>
              </a:spcBef>
            </a:pPr>
            <a:r>
              <a:rPr lang="zh-CN" altLang="en-US" sz="2400" b="1" dirty="0">
                <a:latin typeface="Times New Roman" panose="02020603050405020304" pitchFamily="18" charset="0"/>
                <a:ea typeface="宋体" panose="02010600030101010101" pitchFamily="2" charset="-122"/>
              </a:rPr>
              <a:t>音阶（</a:t>
            </a:r>
            <a:r>
              <a:rPr lang="en-US" altLang="zh-CN" sz="2400" b="1" dirty="0">
                <a:latin typeface="Times New Roman" panose="02020603050405020304" pitchFamily="18" charset="0"/>
                <a:ea typeface="宋体" panose="02010600030101010101" pitchFamily="2" charset="-122"/>
              </a:rPr>
              <a:t>1-7</a:t>
            </a:r>
            <a:r>
              <a:rPr lang="zh-CN" altLang="en-US" sz="2400" b="1" dirty="0">
                <a:latin typeface="Times New Roman" panose="02020603050405020304" pitchFamily="18" charset="0"/>
                <a:ea typeface="宋体" panose="02010600030101010101" pitchFamily="2" charset="-122"/>
              </a:rPr>
              <a:t>）、音调（高低音或八度）、节拍。</a:t>
            </a:r>
          </a:p>
        </p:txBody>
      </p:sp>
      <p:pic>
        <p:nvPicPr>
          <p:cNvPr id="2" name="图片 -2147482551" descr="6t17"/>
          <p:cNvPicPr>
            <a:picLocks noChangeAspect="1"/>
          </p:cNvPicPr>
          <p:nvPr/>
        </p:nvPicPr>
        <p:blipFill>
          <a:blip r:embed="rId2"/>
          <a:stretch>
            <a:fillRect/>
          </a:stretch>
        </p:blipFill>
        <p:spPr>
          <a:xfrm>
            <a:off x="919480" y="1491615"/>
            <a:ext cx="7566025" cy="4014470"/>
          </a:xfrm>
          <a:prstGeom prst="rect">
            <a:avLst/>
          </a:prstGeom>
          <a:noFill/>
          <a:ln w="9525">
            <a:noFill/>
          </a:ln>
        </p:spPr>
      </p:pic>
    </p:spTree>
  </p:cSld>
  <p:clrMapOvr>
    <a:masterClrMapping/>
  </p:clrMapOvr>
  <p:transition spd="med">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ext Box 2"/>
          <p:cNvSpPr txBox="1"/>
          <p:nvPr/>
        </p:nvSpPr>
        <p:spPr>
          <a:xfrm>
            <a:off x="323850" y="549275"/>
            <a:ext cx="8351838" cy="6458585"/>
          </a:xfrm>
          <a:prstGeom prst="rect">
            <a:avLst/>
          </a:prstGeom>
          <a:noFill/>
          <a:ln w="9525">
            <a:noFill/>
          </a:ln>
        </p:spPr>
        <p:txBody>
          <a:bodyPr anchor="t" anchorCtr="0">
            <a:spAutoFit/>
          </a:bodyPr>
          <a:lstStyle/>
          <a:p>
            <a:pPr>
              <a:lnSpc>
                <a:spcPct val="115000"/>
              </a:lnSpc>
            </a:pPr>
            <a:r>
              <a:rPr lang="en-US" altLang="zh-CN" sz="2400" b="1" dirty="0">
                <a:latin typeface="Times New Roman" panose="02020603050405020304" pitchFamily="18" charset="0"/>
                <a:ea typeface="宋体" panose="02010600030101010101" pitchFamily="2" charset="-122"/>
              </a:rPr>
              <a:t>*-----------------------------------------</a:t>
            </a:r>
          </a:p>
          <a:p>
            <a:pPr>
              <a:lnSpc>
                <a:spcPct val="115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祝你生日快乐</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歌曲循环播放</a:t>
            </a:r>
          </a:p>
          <a:p>
            <a:pPr>
              <a:lnSpc>
                <a:spcPct val="115000"/>
              </a:lnSpc>
            </a:pPr>
            <a:r>
              <a:rPr lang="en-US" altLang="zh-CN" sz="2400" b="1" dirty="0">
                <a:latin typeface="Times New Roman" panose="02020603050405020304" pitchFamily="18" charset="0"/>
                <a:ea typeface="宋体" panose="02010600030101010101" pitchFamily="2" charset="-122"/>
              </a:rPr>
              <a:t>-----------------------------------------*/</a:t>
            </a:r>
          </a:p>
          <a:p>
            <a:pPr>
              <a:lnSpc>
                <a:spcPct val="115000"/>
              </a:lnSpc>
            </a:pPr>
            <a:r>
              <a:rPr lang="en-US" altLang="zh-CN" sz="2400" b="1" dirty="0">
                <a:latin typeface="Times New Roman" panose="02020603050405020304" pitchFamily="18" charset="0"/>
                <a:ea typeface="宋体" panose="02010600030101010101" pitchFamily="2" charset="-122"/>
              </a:rPr>
              <a:t>#include&lt;reg52.h&gt;</a:t>
            </a:r>
          </a:p>
          <a:p>
            <a:pPr>
              <a:lnSpc>
                <a:spcPct val="115000"/>
              </a:lnSpc>
            </a:pPr>
            <a:r>
              <a:rPr lang="en-US" altLang="zh-CN" sz="2400" b="1" dirty="0">
                <a:latin typeface="Times New Roman" panose="02020603050405020304" pitchFamily="18" charset="0"/>
                <a:ea typeface="宋体" panose="02010600030101010101" pitchFamily="2" charset="-122"/>
              </a:rPr>
              <a:t>#include &lt;intrins.h&gt;</a:t>
            </a:r>
          </a:p>
          <a:p>
            <a:pPr>
              <a:lnSpc>
                <a:spcPct val="115000"/>
              </a:lnSpc>
            </a:pPr>
            <a:r>
              <a:rPr lang="en-US" altLang="zh-CN" sz="2400" b="1" dirty="0">
                <a:latin typeface="Times New Roman" panose="02020603050405020304" pitchFamily="18" charset="0"/>
                <a:ea typeface="宋体" panose="02010600030101010101" pitchFamily="2" charset="-122"/>
              </a:rPr>
              <a:t>#define uchar unsigned char</a:t>
            </a:r>
          </a:p>
          <a:p>
            <a:pPr>
              <a:lnSpc>
                <a:spcPct val="115000"/>
              </a:lnSpc>
            </a:pPr>
            <a:r>
              <a:rPr lang="en-US" altLang="zh-CN" sz="2400" b="1" dirty="0">
                <a:latin typeface="Times New Roman" panose="02020603050405020304" pitchFamily="18" charset="0"/>
                <a:ea typeface="宋体" panose="02010600030101010101" pitchFamily="2" charset="-122"/>
              </a:rPr>
              <a:t>#define uint unsigned int</a:t>
            </a:r>
          </a:p>
          <a:p>
            <a:pPr>
              <a:lnSpc>
                <a:spcPct val="115000"/>
              </a:lnSpc>
            </a:pPr>
            <a:r>
              <a:rPr lang="en-US" altLang="zh-CN" sz="2400" b="1" dirty="0">
                <a:latin typeface="Times New Roman" panose="02020603050405020304" pitchFamily="18" charset="0"/>
                <a:ea typeface="宋体" panose="02010600030101010101" pitchFamily="2" charset="-122"/>
              </a:rPr>
              <a:t>uchar timer0h, timer0l, time;</a:t>
            </a:r>
          </a:p>
          <a:p>
            <a:pPr>
              <a:lnSpc>
                <a:spcPct val="115000"/>
              </a:lnSpc>
            </a:pPr>
            <a:r>
              <a:rPr lang="en-US" altLang="zh-CN" sz="2400" b="1" dirty="0">
                <a:latin typeface="Times New Roman" panose="02020603050405020304" pitchFamily="18" charset="0"/>
                <a:ea typeface="宋体" panose="02010600030101010101" pitchFamily="2" charset="-122"/>
              </a:rPr>
              <a:t>sbit buzzer=P3^6;//</a:t>
            </a:r>
            <a:r>
              <a:rPr lang="zh-CN" altLang="en-US" sz="2400" b="1" dirty="0">
                <a:latin typeface="Times New Roman" panose="02020603050405020304" pitchFamily="18" charset="0"/>
                <a:ea typeface="宋体" panose="02010600030101010101" pitchFamily="2" charset="-122"/>
              </a:rPr>
              <a:t>蜂鸣器</a:t>
            </a:r>
          </a:p>
          <a:p>
            <a:pPr>
              <a:lnSpc>
                <a:spcPct val="115000"/>
              </a:lnSpc>
            </a:pPr>
            <a:r>
              <a:rPr lang="en-US" altLang="zh-CN" sz="2400" b="1" dirty="0">
                <a:latin typeface="Times New Roman" panose="02020603050405020304" pitchFamily="18" charset="0"/>
                <a:ea typeface="宋体" panose="02010600030101010101" pitchFamily="2" charset="-122"/>
              </a:rPr>
              <a:t>void delay_1ms(uint z) //</a:t>
            </a:r>
            <a:r>
              <a:rPr lang="zh-CN" altLang="en-US" sz="2400" b="1" dirty="0">
                <a:latin typeface="Times New Roman" panose="02020603050405020304" pitchFamily="18" charset="0"/>
                <a:ea typeface="宋体" panose="02010600030101010101" pitchFamily="2" charset="-122"/>
              </a:rPr>
              <a:t>延时函数</a:t>
            </a:r>
          </a:p>
          <a:p>
            <a:pPr>
              <a:lnSpc>
                <a:spcPct val="115000"/>
              </a:lnSpc>
            </a:pPr>
            <a:r>
              <a:rPr lang="en-US" altLang="zh-CN" sz="2400" b="1" dirty="0">
                <a:latin typeface="Times New Roman" panose="02020603050405020304" pitchFamily="18" charset="0"/>
                <a:ea typeface="宋体" panose="02010600030101010101" pitchFamily="2" charset="-122"/>
              </a:rPr>
              <a:t>{</a:t>
            </a:r>
          </a:p>
          <a:p>
            <a:pPr>
              <a:lnSpc>
                <a:spcPct val="115000"/>
              </a:lnSpc>
            </a:pPr>
            <a:r>
              <a:rPr lang="en-US" altLang="zh-CN" sz="2400" b="1" dirty="0">
                <a:latin typeface="Times New Roman" panose="02020603050405020304" pitchFamily="18" charset="0"/>
                <a:ea typeface="宋体" panose="02010600030101010101" pitchFamily="2" charset="-122"/>
              </a:rPr>
              <a:t>	uint x,y;</a:t>
            </a:r>
          </a:p>
          <a:p>
            <a:pPr>
              <a:lnSpc>
                <a:spcPct val="115000"/>
              </a:lnSpc>
            </a:pPr>
            <a:r>
              <a:rPr lang="en-US" altLang="zh-CN" sz="2400" b="1" dirty="0">
                <a:latin typeface="Times New Roman" panose="02020603050405020304" pitchFamily="18" charset="0"/>
                <a:ea typeface="宋体" panose="02010600030101010101" pitchFamily="2" charset="-122"/>
              </a:rPr>
              <a:t>	for(x=z;x&gt;0;x--)</a:t>
            </a:r>
          </a:p>
          <a:p>
            <a:pPr>
              <a:lnSpc>
                <a:spcPct val="115000"/>
              </a:lnSpc>
            </a:pPr>
            <a:r>
              <a:rPr lang="en-US" altLang="zh-CN" sz="2400" b="1" dirty="0">
                <a:latin typeface="Times New Roman" panose="02020603050405020304" pitchFamily="18" charset="0"/>
                <a:ea typeface="宋体" panose="02010600030101010101" pitchFamily="2" charset="-122"/>
              </a:rPr>
              <a:t>		for(y=114;y&gt;0;y--);</a:t>
            </a:r>
          </a:p>
          <a:p>
            <a:pPr>
              <a:lnSpc>
                <a:spcPct val="115000"/>
              </a:lnSpc>
            </a:pPr>
            <a:r>
              <a:rPr lang="en-US" altLang="zh-CN" sz="2400" b="1" dirty="0">
                <a:latin typeface="Times New Roman" panose="02020603050405020304" pitchFamily="18" charset="0"/>
                <a:ea typeface="宋体" panose="02010600030101010101" pitchFamily="2" charset="-122"/>
              </a:rPr>
              <a:t>} </a:t>
            </a:r>
          </a:p>
        </p:txBody>
      </p:sp>
    </p:spTree>
  </p:cSld>
  <p:clrMapOvr>
    <a:masterClrMapping/>
  </p:clrMapOvr>
  <p:transition spd="med">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ext Box 2"/>
          <p:cNvSpPr txBox="1"/>
          <p:nvPr/>
        </p:nvSpPr>
        <p:spPr>
          <a:xfrm>
            <a:off x="107950" y="333375"/>
            <a:ext cx="8569325" cy="4633595"/>
          </a:xfrm>
          <a:prstGeom prst="rect">
            <a:avLst/>
          </a:prstGeom>
          <a:noFill/>
          <a:ln w="9525">
            <a:noFill/>
          </a:ln>
        </p:spPr>
        <p:txBody>
          <a:bodyPr anchor="t" anchorCtr="0">
            <a:spAutoFit/>
          </a:bodyPr>
          <a:lstStyle/>
          <a:p>
            <a:pPr>
              <a:lnSpc>
                <a:spcPct val="120000"/>
              </a:lnSpc>
            </a:pPr>
            <a:r>
              <a:rPr lang="en-US" altLang="zh-CN" sz="2400" b="1" dirty="0">
                <a:latin typeface="Times New Roman" panose="02020603050405020304" pitchFamily="18" charset="0"/>
                <a:ea typeface="宋体" panose="02010600030101010101" pitchFamily="2" charset="-122"/>
              </a:rPr>
              <a:t>/*------------------------------------------------------</a:t>
            </a:r>
          </a:p>
          <a:p>
            <a:pPr>
              <a:lnSpc>
                <a:spcPct val="120000"/>
              </a:lnSpc>
            </a:pPr>
            <a:r>
              <a:rPr lang="zh-CN" altLang="en-US" sz="2400" b="1" dirty="0">
                <a:latin typeface="Times New Roman" panose="02020603050405020304" pitchFamily="18" charset="0"/>
                <a:ea typeface="宋体" panose="02010600030101010101" pitchFamily="2" charset="-122"/>
              </a:rPr>
              <a:t>数据三个一组，第一个为音阶</a:t>
            </a:r>
            <a:r>
              <a:rPr lang="en-US" altLang="zh-CN" sz="2400" b="1" dirty="0">
                <a:latin typeface="Times New Roman" panose="02020603050405020304" pitchFamily="18" charset="0"/>
                <a:ea typeface="宋体" panose="02010600030101010101" pitchFamily="2" charset="-122"/>
              </a:rPr>
              <a:t>(1~7)</a:t>
            </a:r>
            <a:r>
              <a:rPr lang="zh-CN" altLang="en-US" sz="2400" b="1" dirty="0">
                <a:latin typeface="Times New Roman" panose="02020603050405020304" pitchFamily="18" charset="0"/>
                <a:ea typeface="宋体" panose="02010600030101010101" pitchFamily="2" charset="-122"/>
              </a:rPr>
              <a:t>，第二个为高低音</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为低音、</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为中音、</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为高音</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，第三个为时值</a:t>
            </a:r>
          </a:p>
          <a:p>
            <a:pPr>
              <a:lnSpc>
                <a:spcPct val="120000"/>
              </a:lnSpc>
            </a:pPr>
            <a:r>
              <a:rPr lang="en-US" altLang="zh-CN" sz="2400" b="1" dirty="0">
                <a:latin typeface="Times New Roman" panose="02020603050405020304" pitchFamily="18" charset="0"/>
                <a:ea typeface="宋体" panose="02010600030101010101" pitchFamily="2" charset="-122"/>
              </a:rPr>
              <a:t>------------------------------------------------------*/</a:t>
            </a:r>
          </a:p>
          <a:p>
            <a:pPr>
              <a:lnSpc>
                <a:spcPct val="150000"/>
              </a:lnSpc>
            </a:pPr>
            <a:r>
              <a:rPr lang="en-US" altLang="zh-CN" sz="2400" b="1" dirty="0">
                <a:latin typeface="Times New Roman" panose="02020603050405020304" pitchFamily="18" charset="0"/>
                <a:ea typeface="宋体" panose="02010600030101010101" pitchFamily="2" charset="-122"/>
              </a:rPr>
              <a:t>code unsigned char znsrkl[]=</a:t>
            </a:r>
          </a:p>
          <a:p>
            <a:pPr>
              <a:lnSpc>
                <a:spcPct val="150000"/>
              </a:lnSpc>
            </a:pPr>
            <a:r>
              <a:rPr lang="en-US" altLang="zh-CN" sz="2400" b="1" dirty="0">
                <a:latin typeface="Times New Roman" panose="02020603050405020304" pitchFamily="18" charset="0"/>
                <a:ea typeface="宋体" panose="02010600030101010101" pitchFamily="2" charset="-122"/>
              </a:rPr>
              <a:t>{ 5,1,1, 5,1,1,	 6,1,2,	5,1,2,	1,2,2,	7,1,4,	5,1,1,	5,1,1,	6,1,2,</a:t>
            </a:r>
          </a:p>
          <a:p>
            <a:pPr>
              <a:lnSpc>
                <a:spcPct val="150000"/>
              </a:lnSpc>
            </a:pPr>
            <a:r>
              <a:rPr lang="en-US" altLang="zh-CN" sz="2400" b="1" dirty="0">
                <a:latin typeface="Times New Roman" panose="02020603050405020304" pitchFamily="18" charset="0"/>
                <a:ea typeface="宋体" panose="02010600030101010101" pitchFamily="2" charset="-122"/>
              </a:rPr>
              <a:t>  5,1,2,	2,2,2, 	1,2,4,	5,1,1,	5,1,1,	5,2,2,	3,2,2,	1,2,2,	7,1,4,</a:t>
            </a:r>
          </a:p>
          <a:p>
            <a:pPr>
              <a:lnSpc>
                <a:spcPct val="150000"/>
              </a:lnSpc>
            </a:pPr>
            <a:r>
              <a:rPr lang="en-US" altLang="zh-CN" sz="2400" b="1" dirty="0">
                <a:latin typeface="Times New Roman" panose="02020603050405020304" pitchFamily="18" charset="0"/>
                <a:ea typeface="宋体" panose="02010600030101010101" pitchFamily="2" charset="-122"/>
              </a:rPr>
              <a:t>  4,2,2,   4,2,1,	3,2,2,	1,2,2,	2,2,2,	1,2,6,   0,0,0};</a:t>
            </a:r>
          </a:p>
          <a:p>
            <a:pPr>
              <a:lnSpc>
                <a:spcPct val="150000"/>
              </a:lnSpc>
            </a:pPr>
            <a:r>
              <a:rPr lang="en-US" altLang="zh-CN" sz="2400" b="1" dirty="0">
                <a:latin typeface="Times New Roman" panose="02020603050405020304" pitchFamily="18" charset="0"/>
                <a:ea typeface="宋体" panose="02010600030101010101" pitchFamily="2" charset="-122"/>
              </a:rPr>
              <a:t>// </a:t>
            </a:r>
          </a:p>
        </p:txBody>
      </p:sp>
      <p:pic>
        <p:nvPicPr>
          <p:cNvPr id="2" name="图片 1"/>
          <p:cNvPicPr>
            <a:picLocks noChangeAspect="1"/>
          </p:cNvPicPr>
          <p:nvPr/>
        </p:nvPicPr>
        <p:blipFill>
          <a:blip r:embed="rId2"/>
          <a:stretch>
            <a:fillRect/>
          </a:stretch>
        </p:blipFill>
        <p:spPr>
          <a:xfrm>
            <a:off x="0" y="4653280"/>
            <a:ext cx="8934450" cy="1485900"/>
          </a:xfrm>
          <a:prstGeom prst="rect">
            <a:avLst/>
          </a:prstGeom>
        </p:spPr>
      </p:pic>
    </p:spTree>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ext Box 2"/>
          <p:cNvSpPr txBox="1"/>
          <p:nvPr/>
        </p:nvSpPr>
        <p:spPr>
          <a:xfrm>
            <a:off x="250825" y="260350"/>
            <a:ext cx="8893175" cy="6226175"/>
          </a:xfrm>
          <a:prstGeom prst="rect">
            <a:avLst/>
          </a:prstGeom>
          <a:noFill/>
          <a:ln w="9525">
            <a:noFill/>
          </a:ln>
        </p:spPr>
        <p:txBody>
          <a:bodyPr anchor="t" anchorCtr="0">
            <a:spAutoFit/>
          </a:bodyPr>
          <a:lstStyle/>
          <a:p>
            <a:pPr>
              <a:lnSpc>
                <a:spcPct val="140000"/>
              </a:lnSpc>
            </a:pPr>
            <a:r>
              <a:rPr lang="en-US" altLang="zh-CN" sz="2400" b="1" dirty="0">
                <a:solidFill>
                  <a:srgbClr val="FF3300"/>
                </a:solidFill>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音阶频率表高八位。共保存了四个八度的</a:t>
            </a:r>
            <a:r>
              <a:rPr lang="en-US" altLang="zh-CN" sz="2400" b="1" dirty="0">
                <a:solidFill>
                  <a:srgbClr val="FF3300"/>
                </a:solidFill>
                <a:latin typeface="Times New Roman" panose="02020603050405020304" pitchFamily="18" charset="0"/>
                <a:ea typeface="宋体" panose="02010600030101010101" pitchFamily="2" charset="-122"/>
              </a:rPr>
              <a:t>28</a:t>
            </a:r>
            <a:r>
              <a:rPr lang="zh-CN" altLang="en-US" sz="2400" b="1" dirty="0">
                <a:solidFill>
                  <a:srgbClr val="FF3300"/>
                </a:solidFill>
                <a:latin typeface="Times New Roman" panose="02020603050405020304" pitchFamily="18" charset="0"/>
                <a:ea typeface="宋体" panose="02010600030101010101" pitchFamily="2" charset="-122"/>
              </a:rPr>
              <a:t>个频率数据</a:t>
            </a:r>
          </a:p>
          <a:p>
            <a:pPr>
              <a:lnSpc>
                <a:spcPct val="140000"/>
              </a:lnSpc>
            </a:pPr>
            <a:r>
              <a:rPr lang="en-US" altLang="zh-CN" sz="2400" b="1" dirty="0">
                <a:latin typeface="Times New Roman" panose="02020603050405020304" pitchFamily="18" charset="0"/>
                <a:ea typeface="宋体" panose="02010600030101010101" pitchFamily="2" charset="-122"/>
              </a:rPr>
              <a:t>code unsigned char FREQH[]=</a:t>
            </a:r>
          </a:p>
          <a:p>
            <a:pPr>
              <a:lnSpc>
                <a:spcPct val="140000"/>
              </a:lnSpc>
            </a:pPr>
            <a:r>
              <a:rPr lang="en-US" altLang="zh-CN" sz="2400" b="1" dirty="0">
                <a:latin typeface="Times New Roman" panose="02020603050405020304" pitchFamily="18" charset="0"/>
                <a:ea typeface="宋体" panose="02010600030101010101" pitchFamily="2" charset="-122"/>
              </a:rPr>
              <a:t>{0xF2,0xF3,0xF5,0xF5,</a:t>
            </a:r>
            <a:r>
              <a:rPr lang="en-US" altLang="zh-CN" sz="2400" b="1" dirty="0">
                <a:solidFill>
                  <a:srgbClr val="FF3300"/>
                </a:solidFill>
                <a:latin typeface="Times New Roman" panose="02020603050405020304" pitchFamily="18" charset="0"/>
                <a:ea typeface="宋体" panose="02010600030101010101" pitchFamily="2" charset="-122"/>
              </a:rPr>
              <a:t>0xF6</a:t>
            </a:r>
            <a:r>
              <a:rPr lang="en-US" altLang="zh-CN" sz="2400" b="1" dirty="0">
                <a:latin typeface="Times New Roman" panose="02020603050405020304" pitchFamily="18" charset="0"/>
                <a:ea typeface="宋体" panose="02010600030101010101" pitchFamily="2" charset="-122"/>
              </a:rPr>
              <a:t>,0xF7,0xF8,       //</a:t>
            </a:r>
            <a:r>
              <a:rPr lang="zh-CN" altLang="en-US" sz="2400" b="1" dirty="0">
                <a:latin typeface="Times New Roman" panose="02020603050405020304" pitchFamily="18" charset="0"/>
                <a:ea typeface="宋体" panose="02010600030101010101" pitchFamily="2" charset="-122"/>
              </a:rPr>
              <a:t>低音</a:t>
            </a:r>
            <a:r>
              <a:rPr lang="en-US" altLang="zh-CN" sz="2400" b="1" dirty="0">
                <a:latin typeface="Times New Roman" panose="02020603050405020304" pitchFamily="18" charset="0"/>
                <a:ea typeface="宋体" panose="02010600030101010101" pitchFamily="2" charset="-122"/>
              </a:rPr>
              <a:t>1,2,3,4,5,6,7</a:t>
            </a:r>
          </a:p>
          <a:p>
            <a:pPr>
              <a:lnSpc>
                <a:spcPct val="140000"/>
              </a:lnSpc>
            </a:pPr>
            <a:r>
              <a:rPr lang="en-US" altLang="zh-CN" sz="2400" b="1" dirty="0">
                <a:latin typeface="Times New Roman" panose="02020603050405020304" pitchFamily="18" charset="0"/>
                <a:ea typeface="宋体" panose="02010600030101010101" pitchFamily="2" charset="-122"/>
              </a:rPr>
              <a:t> 0xF9,0xF9,0xFA,0xFA,</a:t>
            </a:r>
            <a:r>
              <a:rPr lang="en-US" altLang="zh-CN" sz="2400" b="1" dirty="0">
                <a:solidFill>
                  <a:srgbClr val="FF3300"/>
                </a:solidFill>
                <a:latin typeface="Times New Roman" panose="02020603050405020304" pitchFamily="18" charset="0"/>
                <a:ea typeface="宋体" panose="02010600030101010101" pitchFamily="2" charset="-122"/>
              </a:rPr>
              <a:t>0xFB</a:t>
            </a:r>
            <a:r>
              <a:rPr lang="en-US" altLang="zh-CN" sz="2400" b="1" dirty="0">
                <a:latin typeface="Times New Roman" panose="02020603050405020304" pitchFamily="18" charset="0"/>
                <a:ea typeface="宋体" panose="02010600030101010101" pitchFamily="2" charset="-122"/>
              </a:rPr>
              <a:t>,0xFB,0xFC,   //</a:t>
            </a:r>
            <a:r>
              <a:rPr lang="zh-CN" altLang="en-US" sz="2400" b="1" dirty="0">
                <a:latin typeface="Times New Roman" panose="02020603050405020304" pitchFamily="18" charset="0"/>
                <a:ea typeface="宋体" panose="02010600030101010101" pitchFamily="2" charset="-122"/>
              </a:rPr>
              <a:t>中音</a:t>
            </a:r>
            <a:r>
              <a:rPr lang="en-US" altLang="zh-CN" sz="2400" b="1" dirty="0">
                <a:latin typeface="Times New Roman" panose="02020603050405020304" pitchFamily="18" charset="0"/>
                <a:ea typeface="宋体" panose="02010600030101010101" pitchFamily="2" charset="-122"/>
              </a:rPr>
              <a:t>1,2,3,4,5,6,7</a:t>
            </a:r>
          </a:p>
          <a:p>
            <a:pPr>
              <a:lnSpc>
                <a:spcPct val="140000"/>
              </a:lnSpc>
            </a:pPr>
            <a:r>
              <a:rPr lang="en-US" altLang="zh-CN" sz="2400" b="1" dirty="0">
                <a:latin typeface="Times New Roman" panose="02020603050405020304" pitchFamily="18" charset="0"/>
                <a:ea typeface="宋体" panose="02010600030101010101" pitchFamily="2" charset="-122"/>
              </a:rPr>
              <a:t> 0xFC,0xFC,0xFD,0xFD,</a:t>
            </a:r>
            <a:r>
              <a:rPr lang="en-US" altLang="zh-CN" sz="2400" b="1" dirty="0">
                <a:solidFill>
                  <a:srgbClr val="FF3300"/>
                </a:solidFill>
                <a:latin typeface="Times New Roman" panose="02020603050405020304" pitchFamily="18" charset="0"/>
                <a:ea typeface="宋体" panose="02010600030101010101" pitchFamily="2" charset="-122"/>
              </a:rPr>
              <a:t>0xFD</a:t>
            </a:r>
            <a:r>
              <a:rPr lang="en-US" altLang="zh-CN" sz="2400" b="1" dirty="0">
                <a:latin typeface="Times New Roman" panose="02020603050405020304" pitchFamily="18" charset="0"/>
                <a:ea typeface="宋体" panose="02010600030101010101" pitchFamily="2" charset="-122"/>
              </a:rPr>
              <a:t>,0xFD,0xFE, //</a:t>
            </a:r>
            <a:r>
              <a:rPr lang="zh-CN" altLang="en-US" sz="2400" b="1" dirty="0">
                <a:latin typeface="Times New Roman" panose="02020603050405020304" pitchFamily="18" charset="0"/>
                <a:ea typeface="宋体" panose="02010600030101010101" pitchFamily="2" charset="-122"/>
              </a:rPr>
              <a:t>高音</a:t>
            </a:r>
            <a:r>
              <a:rPr lang="en-US" altLang="zh-CN" sz="2400" b="1" dirty="0">
                <a:latin typeface="Times New Roman" panose="02020603050405020304" pitchFamily="18" charset="0"/>
                <a:ea typeface="宋体" panose="02010600030101010101" pitchFamily="2" charset="-122"/>
              </a:rPr>
              <a:t>1,2,3,4,5,6,7</a:t>
            </a:r>
          </a:p>
          <a:p>
            <a:pPr>
              <a:lnSpc>
                <a:spcPct val="140000"/>
              </a:lnSpc>
            </a:pPr>
            <a:r>
              <a:rPr lang="en-US" altLang="zh-CN" sz="2400" b="1" dirty="0">
                <a:latin typeface="Times New Roman" panose="02020603050405020304" pitchFamily="18" charset="0"/>
                <a:ea typeface="宋体" panose="02010600030101010101" pitchFamily="2" charset="-122"/>
              </a:rPr>
              <a:t> 0xFE,0xFE,0xFE,0xFE,</a:t>
            </a:r>
            <a:r>
              <a:rPr lang="en-US" altLang="zh-CN" sz="2400" b="1" dirty="0">
                <a:solidFill>
                  <a:srgbClr val="FF3300"/>
                </a:solidFill>
                <a:latin typeface="Times New Roman" panose="02020603050405020304" pitchFamily="18" charset="0"/>
                <a:ea typeface="宋体" panose="02010600030101010101" pitchFamily="2" charset="-122"/>
              </a:rPr>
              <a:t>0xFE</a:t>
            </a:r>
            <a:r>
              <a:rPr lang="en-US" altLang="zh-CN" sz="2400" b="1" dirty="0">
                <a:latin typeface="Times New Roman" panose="02020603050405020304" pitchFamily="18" charset="0"/>
                <a:ea typeface="宋体" panose="02010600030101010101" pitchFamily="2" charset="-122"/>
              </a:rPr>
              <a:t>,0xFE,0xFF,};//</a:t>
            </a:r>
            <a:r>
              <a:rPr lang="zh-CN" altLang="en-US" sz="2400" b="1" dirty="0">
                <a:latin typeface="Times New Roman" panose="02020603050405020304" pitchFamily="18" charset="0"/>
                <a:ea typeface="宋体" panose="02010600030101010101" pitchFamily="2" charset="-122"/>
              </a:rPr>
              <a:t>超高音</a:t>
            </a:r>
            <a:r>
              <a:rPr lang="en-US" altLang="zh-CN" sz="2400" b="1" dirty="0">
                <a:latin typeface="Times New Roman" panose="02020603050405020304" pitchFamily="18" charset="0"/>
                <a:ea typeface="宋体" panose="02010600030101010101" pitchFamily="2" charset="-122"/>
              </a:rPr>
              <a:t>1,2,3,4,5,6,7</a:t>
            </a:r>
          </a:p>
          <a:p>
            <a:pPr>
              <a:lnSpc>
                <a:spcPct val="140000"/>
              </a:lnSpc>
            </a:pPr>
            <a:r>
              <a:rPr lang="en-US" altLang="zh-CN" sz="2400" b="1" dirty="0">
                <a:solidFill>
                  <a:srgbClr val="FF3300"/>
                </a:solidFill>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音阶频率表低八位。共保存了四个八度的</a:t>
            </a:r>
            <a:r>
              <a:rPr lang="en-US" altLang="zh-CN" sz="2400" b="1" dirty="0">
                <a:solidFill>
                  <a:srgbClr val="FF3300"/>
                </a:solidFill>
                <a:latin typeface="Times New Roman" panose="02020603050405020304" pitchFamily="18" charset="0"/>
                <a:ea typeface="宋体" panose="02010600030101010101" pitchFamily="2" charset="-122"/>
              </a:rPr>
              <a:t>28</a:t>
            </a:r>
            <a:r>
              <a:rPr lang="zh-CN" altLang="en-US" sz="2400" b="1" dirty="0">
                <a:solidFill>
                  <a:srgbClr val="FF3300"/>
                </a:solidFill>
                <a:latin typeface="Times New Roman" panose="02020603050405020304" pitchFamily="18" charset="0"/>
                <a:ea typeface="宋体" panose="02010600030101010101" pitchFamily="2" charset="-122"/>
              </a:rPr>
              <a:t>个频率数据</a:t>
            </a:r>
          </a:p>
          <a:p>
            <a:pPr>
              <a:lnSpc>
                <a:spcPct val="140000"/>
              </a:lnSpc>
            </a:pPr>
            <a:r>
              <a:rPr lang="en-US" altLang="zh-CN" sz="2400" b="1" dirty="0">
                <a:latin typeface="Times New Roman" panose="02020603050405020304" pitchFamily="18" charset="0"/>
                <a:ea typeface="宋体" panose="02010600030101010101" pitchFamily="2" charset="-122"/>
              </a:rPr>
              <a:t>code unsigned char FREQL[]=</a:t>
            </a:r>
          </a:p>
          <a:p>
            <a:pPr>
              <a:lnSpc>
                <a:spcPct val="140000"/>
              </a:lnSpc>
            </a:pPr>
            <a:r>
              <a:rPr lang="en-US" altLang="zh-CN" sz="2400" b="1" dirty="0">
                <a:latin typeface="Times New Roman" panose="02020603050405020304" pitchFamily="18" charset="0"/>
                <a:ea typeface="宋体" panose="02010600030101010101" pitchFamily="2" charset="-122"/>
              </a:rPr>
              <a:t>{0x42,0xC1,0x17,0xB6,</a:t>
            </a:r>
            <a:r>
              <a:rPr lang="en-US" altLang="zh-CN" sz="2400" b="1" dirty="0">
                <a:solidFill>
                  <a:srgbClr val="FF3300"/>
                </a:solidFill>
                <a:latin typeface="Times New Roman" panose="02020603050405020304" pitchFamily="18" charset="0"/>
                <a:ea typeface="宋体" panose="02010600030101010101" pitchFamily="2" charset="-122"/>
              </a:rPr>
              <a:t>0xD0</a:t>
            </a:r>
            <a:r>
              <a:rPr lang="en-US" altLang="zh-CN" sz="2400" b="1" dirty="0">
                <a:latin typeface="Times New Roman" panose="02020603050405020304" pitchFamily="18" charset="0"/>
                <a:ea typeface="宋体" panose="02010600030101010101" pitchFamily="2" charset="-122"/>
              </a:rPr>
              <a:t>,0xD1,0xB6,    //</a:t>
            </a:r>
            <a:r>
              <a:rPr lang="zh-CN" altLang="en-US" sz="2400" b="1" dirty="0">
                <a:latin typeface="Times New Roman" panose="02020603050405020304" pitchFamily="18" charset="0"/>
                <a:ea typeface="宋体" panose="02010600030101010101" pitchFamily="2" charset="-122"/>
              </a:rPr>
              <a:t>低音</a:t>
            </a:r>
            <a:r>
              <a:rPr lang="en-US" altLang="zh-CN" sz="2400" b="1" dirty="0">
                <a:latin typeface="Times New Roman" panose="02020603050405020304" pitchFamily="18" charset="0"/>
                <a:ea typeface="宋体" panose="02010600030101010101" pitchFamily="2" charset="-122"/>
              </a:rPr>
              <a:t>1,2,3,4,5,6,7</a:t>
            </a:r>
          </a:p>
          <a:p>
            <a:pPr>
              <a:lnSpc>
                <a:spcPct val="140000"/>
              </a:lnSpc>
            </a:pPr>
            <a:r>
              <a:rPr lang="en-US" altLang="zh-CN" sz="2400" b="1" dirty="0">
                <a:latin typeface="Times New Roman" panose="02020603050405020304" pitchFamily="18" charset="0"/>
                <a:ea typeface="宋体" panose="02010600030101010101" pitchFamily="2" charset="-122"/>
              </a:rPr>
              <a:t> 0x21,0xE1,0x8C,0xD8,</a:t>
            </a:r>
            <a:r>
              <a:rPr lang="en-US" altLang="zh-CN" sz="2400" b="1" dirty="0">
                <a:solidFill>
                  <a:srgbClr val="FF3300"/>
                </a:solidFill>
                <a:latin typeface="Times New Roman" panose="02020603050405020304" pitchFamily="18" charset="0"/>
                <a:ea typeface="宋体" panose="02010600030101010101" pitchFamily="2" charset="-122"/>
              </a:rPr>
              <a:t>0x68</a:t>
            </a:r>
            <a:r>
              <a:rPr lang="en-US" altLang="zh-CN" sz="2400" b="1" dirty="0">
                <a:latin typeface="Times New Roman" panose="02020603050405020304" pitchFamily="18" charset="0"/>
                <a:ea typeface="宋体" panose="02010600030101010101" pitchFamily="2" charset="-122"/>
              </a:rPr>
              <a:t>,0xE9,0x5B,    //</a:t>
            </a:r>
            <a:r>
              <a:rPr lang="zh-CN" altLang="en-US" sz="2400" b="1" dirty="0">
                <a:latin typeface="Times New Roman" panose="02020603050405020304" pitchFamily="18" charset="0"/>
                <a:ea typeface="宋体" panose="02010600030101010101" pitchFamily="2" charset="-122"/>
              </a:rPr>
              <a:t>中音</a:t>
            </a:r>
            <a:r>
              <a:rPr lang="en-US" altLang="zh-CN" sz="2400" b="1" dirty="0">
                <a:latin typeface="Times New Roman" panose="02020603050405020304" pitchFamily="18" charset="0"/>
                <a:ea typeface="宋体" panose="02010600030101010101" pitchFamily="2" charset="-122"/>
              </a:rPr>
              <a:t>1,2,3,4,5,6,7</a:t>
            </a:r>
          </a:p>
          <a:p>
            <a:pPr>
              <a:lnSpc>
                <a:spcPct val="140000"/>
              </a:lnSpc>
            </a:pPr>
            <a:r>
              <a:rPr lang="en-US" altLang="zh-CN" sz="2400" b="1" dirty="0">
                <a:latin typeface="Times New Roman" panose="02020603050405020304" pitchFamily="18" charset="0"/>
                <a:ea typeface="宋体" panose="02010600030101010101" pitchFamily="2" charset="-122"/>
              </a:rPr>
              <a:t>0x8F,0xEE,0x44, 0x6B,</a:t>
            </a:r>
            <a:r>
              <a:rPr lang="en-US" altLang="zh-CN" sz="2400" b="1" dirty="0">
                <a:solidFill>
                  <a:srgbClr val="FF3300"/>
                </a:solidFill>
                <a:latin typeface="Times New Roman" panose="02020603050405020304" pitchFamily="18" charset="0"/>
                <a:ea typeface="宋体" panose="02010600030101010101" pitchFamily="2" charset="-122"/>
              </a:rPr>
              <a:t>0xB4</a:t>
            </a:r>
            <a:r>
              <a:rPr lang="en-US" altLang="zh-CN" sz="2400" b="1" dirty="0">
                <a:latin typeface="Times New Roman" panose="02020603050405020304" pitchFamily="18" charset="0"/>
                <a:ea typeface="宋体" panose="02010600030101010101" pitchFamily="2" charset="-122"/>
              </a:rPr>
              <a:t>,0xF4,0x2D,    //</a:t>
            </a:r>
            <a:r>
              <a:rPr lang="zh-CN" altLang="en-US" sz="2400" b="1" dirty="0">
                <a:latin typeface="Times New Roman" panose="02020603050405020304" pitchFamily="18" charset="0"/>
                <a:ea typeface="宋体" panose="02010600030101010101" pitchFamily="2" charset="-122"/>
              </a:rPr>
              <a:t>高音</a:t>
            </a:r>
            <a:r>
              <a:rPr lang="en-US" altLang="zh-CN" sz="2400" b="1" dirty="0">
                <a:latin typeface="Times New Roman" panose="02020603050405020304" pitchFamily="18" charset="0"/>
                <a:ea typeface="宋体" panose="02010600030101010101" pitchFamily="2" charset="-122"/>
              </a:rPr>
              <a:t>1,2,3,4,5,6,7</a:t>
            </a:r>
          </a:p>
          <a:p>
            <a:pPr>
              <a:lnSpc>
                <a:spcPct val="140000"/>
              </a:lnSpc>
            </a:pPr>
            <a:r>
              <a:rPr lang="en-US" altLang="zh-CN" sz="2400" b="1" dirty="0">
                <a:latin typeface="Times New Roman" panose="02020603050405020304" pitchFamily="18" charset="0"/>
                <a:ea typeface="宋体" panose="02010600030101010101" pitchFamily="2" charset="-122"/>
              </a:rPr>
              <a:t> 0x47,0x77,0xA2,0xB6</a:t>
            </a:r>
            <a:r>
              <a:rPr lang="en-US" altLang="zh-CN" sz="2400" b="1" dirty="0">
                <a:solidFill>
                  <a:srgbClr val="FF3300"/>
                </a:solidFill>
                <a:latin typeface="Times New Roman" panose="02020603050405020304" pitchFamily="18" charset="0"/>
                <a:ea typeface="宋体" panose="02010600030101010101" pitchFamily="2" charset="-122"/>
              </a:rPr>
              <a:t>,0xDA</a:t>
            </a:r>
            <a:r>
              <a:rPr lang="en-US" altLang="zh-CN" sz="2400" b="1" dirty="0">
                <a:latin typeface="Times New Roman" panose="02020603050405020304" pitchFamily="18" charset="0"/>
                <a:ea typeface="宋体" panose="02010600030101010101" pitchFamily="2" charset="-122"/>
              </a:rPr>
              <a:t>,0xFA,0x16,}; //</a:t>
            </a:r>
            <a:r>
              <a:rPr lang="zh-CN" altLang="en-US" sz="2400" b="1" dirty="0">
                <a:latin typeface="Times New Roman" panose="02020603050405020304" pitchFamily="18" charset="0"/>
                <a:ea typeface="宋体" panose="02010600030101010101" pitchFamily="2" charset="-122"/>
              </a:rPr>
              <a:t>超高音</a:t>
            </a:r>
            <a:r>
              <a:rPr lang="en-US" altLang="zh-CN" sz="2400" b="1" dirty="0">
                <a:latin typeface="Times New Roman" panose="02020603050405020304" pitchFamily="18" charset="0"/>
                <a:ea typeface="宋体" panose="02010600030101010101" pitchFamily="2" charset="-122"/>
              </a:rPr>
              <a:t>1,2,3,4,5,6,7</a:t>
            </a:r>
          </a:p>
        </p:txBody>
      </p:sp>
    </p:spTree>
  </p:cSld>
  <p:clrMapOvr>
    <a:masterClrMapping/>
  </p:clrMapOvr>
  <p:transition spd="med">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ext Box 2"/>
          <p:cNvSpPr txBox="1"/>
          <p:nvPr/>
        </p:nvSpPr>
        <p:spPr>
          <a:xfrm>
            <a:off x="323850" y="836613"/>
            <a:ext cx="8424863" cy="5259070"/>
          </a:xfrm>
          <a:prstGeom prst="rect">
            <a:avLst/>
          </a:prstGeom>
          <a:noFill/>
          <a:ln w="9525">
            <a:noFill/>
          </a:ln>
        </p:spPr>
        <p:txBody>
          <a:bodyPr anchor="t" anchorCtr="0">
            <a:spAutoFit/>
          </a:bodyPr>
          <a:lstStyle/>
          <a:p>
            <a:pPr>
              <a:lnSpc>
                <a:spcPct val="140000"/>
              </a:lnSpc>
            </a:pP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音乐节拍延时子函数，控制发音的时间长度*</a:t>
            </a:r>
            <a:r>
              <a:rPr lang="en-US" altLang="zh-CN" sz="2400" b="1" dirty="0">
                <a:latin typeface="Times New Roman" panose="02020603050405020304" pitchFamily="18" charset="0"/>
                <a:ea typeface="宋体" panose="02010600030101010101" pitchFamily="2" charset="-122"/>
              </a:rPr>
              <a:t>/</a:t>
            </a:r>
          </a:p>
          <a:p>
            <a:pPr>
              <a:lnSpc>
                <a:spcPct val="140000"/>
              </a:lnSpc>
            </a:pPr>
            <a:r>
              <a:rPr lang="en-US" altLang="zh-CN" sz="2400" b="1" dirty="0">
                <a:latin typeface="Times New Roman" panose="02020603050405020304" pitchFamily="18" charset="0"/>
                <a:ea typeface="宋体" panose="02010600030101010101" pitchFamily="2" charset="-122"/>
              </a:rPr>
              <a:t>void delay(unsigned char t) </a:t>
            </a:r>
          </a:p>
          <a:p>
            <a:pPr>
              <a:lnSpc>
                <a:spcPct val="140000"/>
              </a:lnSpc>
            </a:pPr>
            <a:r>
              <a:rPr lang="en-US" altLang="zh-CN" sz="2400" b="1" dirty="0">
                <a:latin typeface="Times New Roman" panose="02020603050405020304" pitchFamily="18" charset="0"/>
                <a:ea typeface="宋体" panose="02010600030101010101" pitchFamily="2" charset="-122"/>
              </a:rPr>
              <a:t>{</a:t>
            </a:r>
          </a:p>
          <a:p>
            <a:pPr>
              <a:lnSpc>
                <a:spcPct val="140000"/>
              </a:lnSpc>
            </a:pPr>
            <a:r>
              <a:rPr lang="en-US" altLang="zh-CN" sz="2400" b="1" dirty="0">
                <a:latin typeface="Times New Roman" panose="02020603050405020304" pitchFamily="18" charset="0"/>
                <a:ea typeface="宋体" panose="02010600030101010101" pitchFamily="2" charset="-122"/>
              </a:rPr>
              <a:t>	unsigned char t1;</a:t>
            </a:r>
          </a:p>
          <a:p>
            <a:pPr>
              <a:lnSpc>
                <a:spcPct val="140000"/>
              </a:lnSpc>
            </a:pPr>
            <a:r>
              <a:rPr lang="en-US" altLang="zh-CN" sz="2400" b="1" dirty="0">
                <a:latin typeface="Times New Roman" panose="02020603050405020304" pitchFamily="18" charset="0"/>
                <a:ea typeface="宋体" panose="02010600030101010101" pitchFamily="2" charset="-122"/>
              </a:rPr>
              <a:t>	unsigned long t2;</a:t>
            </a:r>
          </a:p>
          <a:p>
            <a:pPr>
              <a:lnSpc>
                <a:spcPct val="140000"/>
              </a:lnSpc>
            </a:pPr>
            <a:r>
              <a:rPr lang="en-US" altLang="zh-CN" sz="2400" b="1" dirty="0">
                <a:latin typeface="Times New Roman" panose="02020603050405020304" pitchFamily="18" charset="0"/>
                <a:ea typeface="宋体" panose="02010600030101010101" pitchFamily="2" charset="-122"/>
              </a:rPr>
              <a:t>	for(t1=0;t1&lt;t;t1++)            //</a:t>
            </a:r>
            <a:r>
              <a:rPr lang="zh-CN" altLang="en-US" sz="2400" b="1" dirty="0">
                <a:latin typeface="Times New Roman" panose="02020603050405020304" pitchFamily="18" charset="0"/>
                <a:ea typeface="宋体" panose="02010600030101010101" pitchFamily="2" charset="-122"/>
              </a:rPr>
              <a:t>共延时</a:t>
            </a:r>
            <a:r>
              <a:rPr lang="en-US" altLang="zh-CN" sz="2400" b="1" dirty="0">
                <a:latin typeface="Times New Roman" panose="02020603050405020304" pitchFamily="18" charset="0"/>
                <a:ea typeface="宋体" panose="02010600030101010101" pitchFamily="2" charset="-122"/>
              </a:rPr>
              <a:t>t</a:t>
            </a:r>
            <a:r>
              <a:rPr lang="zh-CN" altLang="en-US" sz="2400" b="1" dirty="0">
                <a:latin typeface="Times New Roman" panose="02020603050405020304" pitchFamily="18" charset="0"/>
                <a:ea typeface="宋体" panose="02010600030101010101" pitchFamily="2" charset="-122"/>
              </a:rPr>
              <a:t>个半拍</a:t>
            </a:r>
          </a:p>
          <a:p>
            <a:pPr>
              <a:lnSpc>
                <a:spcPct val="14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for(t2=0;t2&lt;7340;t2++); </a:t>
            </a:r>
          </a:p>
          <a:p>
            <a:pPr>
              <a:lnSpc>
                <a:spcPct val="140000"/>
              </a:lnSpc>
            </a:pPr>
            <a:r>
              <a:rPr lang="en-US" altLang="zh-CN" sz="2400" b="1" dirty="0">
                <a:latin typeface="Times New Roman" panose="02020603050405020304" pitchFamily="18" charset="0"/>
                <a:ea typeface="宋体" panose="02010600030101010101" pitchFamily="2" charset="-122"/>
              </a:rPr>
              <a:t>/ /t2</a:t>
            </a:r>
            <a:r>
              <a:rPr lang="zh-CN" altLang="en-US" sz="2400" b="1" dirty="0">
                <a:latin typeface="Times New Roman" panose="02020603050405020304" pitchFamily="18" charset="0"/>
                <a:ea typeface="宋体" panose="02010600030101010101" pitchFamily="2" charset="-122"/>
              </a:rPr>
              <a:t>值的改变可以改变节拍时长，本句延时</a:t>
            </a:r>
            <a:r>
              <a:rPr lang="en-US" altLang="zh-CN" sz="2400" b="1" dirty="0">
                <a:latin typeface="Times New Roman" panose="02020603050405020304" pitchFamily="18" charset="0"/>
                <a:ea typeface="宋体" panose="02010600030101010101" pitchFamily="2" charset="-122"/>
              </a:rPr>
              <a:t>375ms</a:t>
            </a:r>
            <a:endParaRPr lang="zh-CN" altLang="en-US" sz="2400" b="1" dirty="0">
              <a:latin typeface="Times New Roman" panose="02020603050405020304" pitchFamily="18" charset="0"/>
              <a:ea typeface="宋体" panose="02010600030101010101" pitchFamily="2" charset="-122"/>
            </a:endParaRPr>
          </a:p>
          <a:p>
            <a:pPr>
              <a:lnSpc>
                <a:spcPct val="14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TR1=0;			        //</a:t>
            </a:r>
            <a:r>
              <a:rPr lang="zh-CN" altLang="en-US" sz="2400" b="1" dirty="0">
                <a:latin typeface="Times New Roman" panose="02020603050405020304" pitchFamily="18" charset="0"/>
                <a:ea typeface="宋体" panose="02010600030101010101" pitchFamily="2" charset="-122"/>
              </a:rPr>
              <a:t>关闭</a:t>
            </a:r>
            <a:r>
              <a:rPr lang="en-US" altLang="zh-CN" sz="2400" b="1" dirty="0">
                <a:latin typeface="Times New Roman" panose="02020603050405020304" pitchFamily="18" charset="0"/>
                <a:ea typeface="宋体" panose="02010600030101010101" pitchFamily="2" charset="-122"/>
              </a:rPr>
              <a:t>T1</a:t>
            </a:r>
          </a:p>
          <a:p>
            <a:pPr>
              <a:lnSpc>
                <a:spcPct val="140000"/>
              </a:lnSpc>
            </a:pPr>
            <a:r>
              <a:rPr lang="en-US" altLang="zh-CN" sz="2400" b="1" dirty="0">
                <a:latin typeface="Times New Roman" panose="02020603050405020304" pitchFamily="18" charset="0"/>
                <a:ea typeface="宋体" panose="02010600030101010101" pitchFamily="2" charset="-122"/>
              </a:rPr>
              <a:t>}</a:t>
            </a:r>
          </a:p>
        </p:txBody>
      </p:sp>
    </p:spTree>
  </p:cSld>
  <p:clrMapOvr>
    <a:masterClrMapping/>
  </p:clrMapOvr>
  <p:transition spd="med">
    <p:zo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ext Box 2"/>
          <p:cNvSpPr txBox="1"/>
          <p:nvPr/>
        </p:nvSpPr>
        <p:spPr>
          <a:xfrm>
            <a:off x="250825" y="620713"/>
            <a:ext cx="6985000" cy="457200"/>
          </a:xfrm>
          <a:prstGeom prst="rect">
            <a:avLst/>
          </a:prstGeom>
          <a:noFill/>
          <a:ln w="9525">
            <a:noFill/>
          </a:ln>
        </p:spPr>
        <p:txBody>
          <a:bodyPr anchor="t" anchorCtr="0">
            <a:spAutoFit/>
          </a:bodyPr>
          <a:lstStyle/>
          <a:p>
            <a:pPr>
              <a:spcBef>
                <a:spcPct val="50000"/>
              </a:spcBef>
            </a:pPr>
            <a:endParaRPr lang="zh-CN" altLang="zh-CN" sz="2400" dirty="0">
              <a:latin typeface="Times New Roman" panose="02020603050405020304" pitchFamily="18" charset="0"/>
              <a:ea typeface="宋体" panose="02010600030101010101" pitchFamily="2" charset="-122"/>
            </a:endParaRPr>
          </a:p>
        </p:txBody>
      </p:sp>
      <p:sp>
        <p:nvSpPr>
          <p:cNvPr id="117762" name="Text Box 3"/>
          <p:cNvSpPr txBox="1"/>
          <p:nvPr/>
        </p:nvSpPr>
        <p:spPr>
          <a:xfrm>
            <a:off x="323850" y="1557338"/>
            <a:ext cx="7848600" cy="3597275"/>
          </a:xfrm>
          <a:prstGeom prst="rect">
            <a:avLst/>
          </a:prstGeom>
          <a:noFill/>
          <a:ln w="9525">
            <a:noFill/>
          </a:ln>
        </p:spPr>
        <p:txBody>
          <a:bodyPr anchor="t" anchorCtr="0">
            <a:spAutoFit/>
          </a:bodyPr>
          <a:lstStyle/>
          <a:p>
            <a:pPr>
              <a:lnSpc>
                <a:spcPct val="120000"/>
              </a:lnSpc>
            </a:pPr>
            <a:r>
              <a:rPr lang="en-US" altLang="zh-CN" sz="2400" b="1" dirty="0">
                <a:latin typeface="Times New Roman" panose="02020603050405020304" pitchFamily="18" charset="0"/>
                <a:ea typeface="宋体" panose="02010600030101010101" pitchFamily="2" charset="-122"/>
              </a:rPr>
              <a:t>void t1int() interrupt 3     //</a:t>
            </a:r>
            <a:r>
              <a:rPr lang="zh-CN" altLang="en-US" sz="2400" b="1" dirty="0">
                <a:latin typeface="Times New Roman" panose="02020603050405020304" pitchFamily="18" charset="0"/>
                <a:ea typeface="宋体" panose="02010600030101010101" pitchFamily="2" charset="-122"/>
              </a:rPr>
              <a:t>定时器</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中断服务函数用于音乐</a:t>
            </a:r>
          </a:p>
          <a:p>
            <a:pPr>
              <a:lnSpc>
                <a:spcPct val="120000"/>
              </a:lnSpc>
            </a:pPr>
            <a:r>
              <a:rPr lang="en-US" altLang="zh-CN" sz="2400" b="1" dirty="0">
                <a:latin typeface="Times New Roman" panose="02020603050405020304" pitchFamily="18" charset="0"/>
                <a:ea typeface="宋体" panose="02010600030101010101" pitchFamily="2" charset="-122"/>
              </a:rPr>
              <a:t>{</a:t>
            </a:r>
          </a:p>
          <a:p>
            <a:pPr>
              <a:lnSpc>
                <a:spcPct val="120000"/>
              </a:lnSpc>
            </a:pPr>
            <a:r>
              <a:rPr lang="en-US" altLang="zh-CN" sz="2400" b="1" dirty="0">
                <a:latin typeface="Times New Roman" panose="02020603050405020304" pitchFamily="18" charset="0"/>
                <a:ea typeface="宋体" panose="02010600030101010101" pitchFamily="2" charset="-122"/>
              </a:rPr>
              <a:t>	TR1=0;		   //</a:t>
            </a:r>
            <a:r>
              <a:rPr lang="zh-CN" altLang="en-US" sz="2400" b="1" dirty="0">
                <a:latin typeface="Times New Roman" panose="02020603050405020304" pitchFamily="18" charset="0"/>
                <a:ea typeface="宋体" panose="02010600030101010101" pitchFamily="2" charset="-122"/>
              </a:rPr>
              <a:t>先关闭</a:t>
            </a:r>
            <a:r>
              <a:rPr lang="en-US" altLang="zh-CN" sz="2400" b="1" dirty="0">
                <a:latin typeface="Times New Roman" panose="02020603050405020304" pitchFamily="18" charset="0"/>
                <a:ea typeface="宋体" panose="02010600030101010101" pitchFamily="2" charset="-122"/>
              </a:rPr>
              <a:t>T0</a:t>
            </a:r>
          </a:p>
          <a:p>
            <a:pPr>
              <a:lnSpc>
                <a:spcPct val="120000"/>
              </a:lnSpc>
            </a:pPr>
            <a:r>
              <a:rPr lang="en-US" altLang="zh-CN" sz="2400" b="1" dirty="0">
                <a:latin typeface="Times New Roman" panose="02020603050405020304" pitchFamily="18" charset="0"/>
                <a:ea typeface="宋体" panose="02010600030101010101" pitchFamily="2" charset="-122"/>
              </a:rPr>
              <a:t>	buzzer=!buzzer;	  //</a:t>
            </a:r>
            <a:r>
              <a:rPr lang="zh-CN" altLang="en-US" sz="2400" b="1" dirty="0">
                <a:latin typeface="Times New Roman" panose="02020603050405020304" pitchFamily="18" charset="0"/>
                <a:ea typeface="宋体" panose="02010600030101010101" pitchFamily="2" charset="-122"/>
              </a:rPr>
              <a:t>输出方波，发音</a:t>
            </a:r>
          </a:p>
          <a:p>
            <a:pPr>
              <a:lnSpc>
                <a:spcPct val="12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TH1=timer0h;	  //</a:t>
            </a:r>
            <a:r>
              <a:rPr lang="zh-CN" altLang="en-US" sz="2400" b="1" dirty="0">
                <a:latin typeface="Times New Roman" panose="02020603050405020304" pitchFamily="18" charset="0"/>
                <a:ea typeface="宋体" panose="02010600030101010101" pitchFamily="2" charset="-122"/>
              </a:rPr>
              <a:t>定时器的值</a:t>
            </a:r>
          </a:p>
          <a:p>
            <a:pPr>
              <a:lnSpc>
                <a:spcPct val="12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TL1=timer0l;</a:t>
            </a:r>
          </a:p>
          <a:p>
            <a:pPr>
              <a:lnSpc>
                <a:spcPct val="120000"/>
              </a:lnSpc>
            </a:pPr>
            <a:r>
              <a:rPr lang="en-US" altLang="zh-CN" sz="2400" b="1" dirty="0">
                <a:latin typeface="Times New Roman" panose="02020603050405020304" pitchFamily="18" charset="0"/>
                <a:ea typeface="宋体" panose="02010600030101010101" pitchFamily="2" charset="-122"/>
              </a:rPr>
              <a:t>	TR1=1;		  //</a:t>
            </a:r>
            <a:r>
              <a:rPr lang="zh-CN" altLang="en-US" sz="2400" b="1" dirty="0">
                <a:latin typeface="Times New Roman" panose="02020603050405020304" pitchFamily="18" charset="0"/>
                <a:ea typeface="宋体" panose="02010600030101010101" pitchFamily="2" charset="-122"/>
              </a:rPr>
              <a:t>再打开</a:t>
            </a:r>
            <a:r>
              <a:rPr lang="en-US" altLang="zh-CN" sz="2400" b="1" dirty="0">
                <a:latin typeface="Times New Roman" panose="02020603050405020304" pitchFamily="18" charset="0"/>
                <a:ea typeface="宋体" panose="02010600030101010101" pitchFamily="2" charset="-122"/>
              </a:rPr>
              <a:t>T0</a:t>
            </a:r>
          </a:p>
          <a:p>
            <a:pPr>
              <a:lnSpc>
                <a:spcPct val="120000"/>
              </a:lnSpc>
            </a:pPr>
            <a:r>
              <a:rPr lang="en-US" altLang="zh-CN" sz="2400" b="1" dirty="0">
                <a:latin typeface="Times New Roman" panose="02020603050405020304" pitchFamily="18" charset="0"/>
                <a:ea typeface="宋体" panose="02010600030101010101" pitchFamily="2" charset="-122"/>
              </a:rPr>
              <a:t>}</a:t>
            </a:r>
          </a:p>
        </p:txBody>
      </p:sp>
    </p:spTree>
  </p:cSld>
  <p:clrMapOvr>
    <a:masterClrMapping/>
  </p:clrMapOvr>
  <p:transition spd="med">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ext Box 2"/>
          <p:cNvSpPr txBox="1"/>
          <p:nvPr/>
        </p:nvSpPr>
        <p:spPr>
          <a:xfrm>
            <a:off x="827088" y="1557338"/>
            <a:ext cx="7345362" cy="3292475"/>
          </a:xfrm>
          <a:prstGeom prst="rect">
            <a:avLst/>
          </a:prstGeom>
          <a:noFill/>
          <a:ln w="9525">
            <a:noFill/>
          </a:ln>
        </p:spPr>
        <p:txBody>
          <a:bodyPr anchor="t" anchorCtr="0">
            <a:spAutoFit/>
          </a:bodyPr>
          <a:lstStyle/>
          <a:p>
            <a:pPr>
              <a:lnSpc>
                <a:spcPct val="125000"/>
              </a:lnSpc>
            </a:pPr>
            <a:r>
              <a:rPr lang="en-US" altLang="zh-CN" sz="2400" b="1" dirty="0">
                <a:latin typeface="Times New Roman" panose="02020603050405020304" pitchFamily="18" charset="0"/>
                <a:ea typeface="宋体" panose="02010600030101010101" pitchFamily="2" charset="-122"/>
              </a:rPr>
              <a:t>void song()	 //</a:t>
            </a:r>
            <a:r>
              <a:rPr lang="zh-CN" altLang="en-US" sz="2400" b="1" dirty="0">
                <a:latin typeface="Times New Roman" panose="02020603050405020304" pitchFamily="18" charset="0"/>
                <a:ea typeface="宋体" panose="02010600030101010101" pitchFamily="2" charset="-122"/>
              </a:rPr>
              <a:t>演奏一个音符</a:t>
            </a:r>
          </a:p>
          <a:p>
            <a:pPr>
              <a:lnSpc>
                <a:spcPct val="125000"/>
              </a:lnSpc>
            </a:pPr>
            <a:r>
              <a:rPr lang="en-US" altLang="zh-CN" sz="2400" b="1" dirty="0">
                <a:latin typeface="Times New Roman" panose="02020603050405020304" pitchFamily="18" charset="0"/>
                <a:ea typeface="宋体" panose="02010600030101010101" pitchFamily="2" charset="-122"/>
              </a:rPr>
              <a:t>{</a:t>
            </a:r>
          </a:p>
          <a:p>
            <a:pPr>
              <a:lnSpc>
                <a:spcPct val="125000"/>
              </a:lnSpc>
            </a:pPr>
            <a:r>
              <a:rPr lang="en-US" altLang="zh-CN" sz="2400" b="1" dirty="0">
                <a:latin typeface="Times New Roman" panose="02020603050405020304" pitchFamily="18" charset="0"/>
                <a:ea typeface="宋体" panose="02010600030101010101" pitchFamily="2" charset="-122"/>
              </a:rPr>
              <a:t>	TH1=timer0h;	//</a:t>
            </a:r>
            <a:r>
              <a:rPr lang="zh-CN" altLang="en-US" sz="2400" b="1" dirty="0">
                <a:latin typeface="Times New Roman" panose="02020603050405020304" pitchFamily="18" charset="0"/>
                <a:ea typeface="宋体" panose="02010600030101010101" pitchFamily="2" charset="-122"/>
              </a:rPr>
              <a:t>控制音调</a:t>
            </a:r>
          </a:p>
          <a:p>
            <a:pPr>
              <a:lnSpc>
                <a:spcPct val="125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TL1=timer0l;</a:t>
            </a:r>
          </a:p>
          <a:p>
            <a:pPr>
              <a:lnSpc>
                <a:spcPct val="125000"/>
              </a:lnSpc>
            </a:pPr>
            <a:r>
              <a:rPr lang="en-US" altLang="zh-CN" sz="2400" b="1" dirty="0">
                <a:latin typeface="Times New Roman" panose="02020603050405020304" pitchFamily="18" charset="0"/>
                <a:ea typeface="宋体" panose="02010600030101010101" pitchFamily="2" charset="-122"/>
              </a:rPr>
              <a:t>	TR1=1;		//</a:t>
            </a:r>
            <a:r>
              <a:rPr lang="zh-CN" altLang="en-US" sz="2400" b="1" dirty="0">
                <a:latin typeface="Times New Roman" panose="02020603050405020304" pitchFamily="18" charset="0"/>
                <a:ea typeface="宋体" panose="02010600030101010101" pitchFamily="2" charset="-122"/>
              </a:rPr>
              <a:t>启动</a:t>
            </a:r>
            <a:r>
              <a:rPr lang="en-US" altLang="zh-CN" sz="2400" b="1" dirty="0">
                <a:latin typeface="Times New Roman" panose="02020603050405020304" pitchFamily="18" charset="0"/>
                <a:ea typeface="宋体" panose="02010600030101010101" pitchFamily="2" charset="-122"/>
              </a:rPr>
              <a:t>T1</a:t>
            </a:r>
            <a:r>
              <a:rPr lang="zh-CN" altLang="en-US" sz="2400" b="1" dirty="0">
                <a:latin typeface="Times New Roman" panose="02020603050405020304" pitchFamily="18" charset="0"/>
                <a:ea typeface="宋体" panose="02010600030101010101" pitchFamily="2" charset="-122"/>
              </a:rPr>
              <a:t>，由</a:t>
            </a:r>
            <a:r>
              <a:rPr lang="en-US" altLang="zh-CN" sz="2400" b="1" dirty="0">
                <a:latin typeface="Times New Roman" panose="02020603050405020304" pitchFamily="18" charset="0"/>
                <a:ea typeface="宋体" panose="02010600030101010101" pitchFamily="2" charset="-122"/>
              </a:rPr>
              <a:t>T1</a:t>
            </a:r>
            <a:r>
              <a:rPr lang="zh-CN" altLang="en-US" sz="2400" b="1" dirty="0">
                <a:latin typeface="Times New Roman" panose="02020603050405020304" pitchFamily="18" charset="0"/>
                <a:ea typeface="宋体" panose="02010600030101010101" pitchFamily="2" charset="-122"/>
              </a:rPr>
              <a:t>输出方波</a:t>
            </a:r>
          </a:p>
          <a:p>
            <a:pPr>
              <a:lnSpc>
                <a:spcPct val="125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delay(time);  		//</a:t>
            </a:r>
            <a:r>
              <a:rPr lang="zh-CN" altLang="en-US" sz="2400" b="1" dirty="0">
                <a:latin typeface="Times New Roman" panose="02020603050405020304" pitchFamily="18" charset="0"/>
                <a:ea typeface="宋体" panose="02010600030101010101" pitchFamily="2" charset="-122"/>
              </a:rPr>
              <a:t>实现节拍                     </a:t>
            </a:r>
          </a:p>
          <a:p>
            <a:pPr>
              <a:lnSpc>
                <a:spcPct val="125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t>
            </a:r>
          </a:p>
        </p:txBody>
      </p:sp>
    </p:spTree>
  </p:cSld>
  <p:clrMapOvr>
    <a:masterClrMapping/>
  </p:clrMapOvr>
  <p:transition spd="med">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23850" y="620395"/>
            <a:ext cx="7385685" cy="5998845"/>
          </a:xfrm>
          <a:prstGeom prst="rect">
            <a:avLst/>
          </a:prstGeom>
        </p:spPr>
      </p:pic>
    </p:spTree>
  </p:cSld>
  <p:clrMapOvr>
    <a:masterClrMapping/>
  </p:clrMapOvr>
  <p:transition spd="med">
    <p:zo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ext Box 4"/>
          <p:cNvSpPr txBox="1"/>
          <p:nvPr/>
        </p:nvSpPr>
        <p:spPr>
          <a:xfrm>
            <a:off x="611188" y="836613"/>
            <a:ext cx="8077200" cy="5631815"/>
          </a:xfrm>
          <a:prstGeom prst="rect">
            <a:avLst/>
          </a:prstGeom>
          <a:noFill/>
          <a:ln w="9525">
            <a:noFill/>
          </a:ln>
        </p:spPr>
        <p:txBody>
          <a:bodyPr anchor="t" anchorCtr="0">
            <a:spAutoFit/>
          </a:bodyPr>
          <a:lstStyle/>
          <a:p>
            <a:pPr algn="ctr">
              <a:spcBef>
                <a:spcPct val="50000"/>
              </a:spcBef>
            </a:pPr>
            <a:r>
              <a:rPr lang="zh-CN" altLang="en-US" b="1" dirty="0">
                <a:solidFill>
                  <a:srgbClr val="FF3300"/>
                </a:solidFill>
                <a:latin typeface="Times New Roman" panose="02020603050405020304" pitchFamily="18" charset="0"/>
                <a:ea typeface="黑体" panose="02010609060101010101" pitchFamily="49" charset="-122"/>
              </a:rPr>
              <a:t>本章小结</a:t>
            </a:r>
            <a:endParaRPr lang="zh-CN" altLang="en-US" b="1" dirty="0">
              <a:solidFill>
                <a:srgbClr val="FF3300"/>
              </a:solidFill>
              <a:latin typeface="Times New Roman" panose="02020603050405020304" pitchFamily="18" charset="0"/>
              <a:ea typeface="宋体" panose="02010600030101010101" pitchFamily="2" charset="-122"/>
            </a:endParaRPr>
          </a:p>
          <a:p>
            <a:pPr algn="just">
              <a:lnSpc>
                <a:spcPct val="135000"/>
              </a:lnSpc>
              <a:spcBef>
                <a:spcPct val="5000"/>
              </a:spcBef>
            </a:pPr>
            <a:endParaRPr lang="zh-CN" altLang="en-US" sz="2400" b="1" dirty="0">
              <a:solidFill>
                <a:srgbClr val="FF3300"/>
              </a:solidFill>
              <a:latin typeface="Times New Roman" panose="02020603050405020304" pitchFamily="18" charset="0"/>
              <a:ea typeface="宋体" panose="02010600030101010101" pitchFamily="2" charset="-122"/>
            </a:endParaRPr>
          </a:p>
          <a:p>
            <a:pPr algn="just">
              <a:lnSpc>
                <a:spcPct val="135000"/>
              </a:lnSpc>
              <a:spcBef>
                <a:spcPct val="5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MCS-51</a:t>
            </a:r>
            <a:r>
              <a:rPr lang="zh-CN" altLang="en-US" sz="2400" b="1" dirty="0">
                <a:latin typeface="Times New Roman" panose="02020603050405020304" pitchFamily="18" charset="0"/>
                <a:ea typeface="宋体" panose="02010600030101010101" pitchFamily="2" charset="-122"/>
              </a:rPr>
              <a:t>系列（</a:t>
            </a:r>
            <a:r>
              <a:rPr lang="en-US" altLang="zh-CN" sz="2400" b="1" dirty="0">
                <a:latin typeface="Times New Roman" panose="02020603050405020304" pitchFamily="18" charset="0"/>
                <a:ea typeface="宋体" panose="02010600030101010101" pitchFamily="2" charset="-122"/>
              </a:rPr>
              <a:t>51</a:t>
            </a:r>
            <a:r>
              <a:rPr lang="zh-CN" altLang="en-US" sz="2400" b="1" dirty="0">
                <a:latin typeface="Times New Roman" panose="02020603050405020304" pitchFamily="18" charset="0"/>
                <a:ea typeface="宋体" panose="02010600030101010101" pitchFamily="2" charset="-122"/>
              </a:rPr>
              <a:t>子系列）单片机的中断系统有五个中断源</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两个外部中断，两个定时</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计数中断和一个串行中断。</a:t>
            </a:r>
          </a:p>
          <a:p>
            <a:pPr algn="just">
              <a:lnSpc>
                <a:spcPct val="135000"/>
              </a:lnSpc>
              <a:spcBef>
                <a:spcPct val="5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中断服务程序入</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口地址：</a:t>
            </a:r>
            <a:r>
              <a:rPr lang="en-US" altLang="zh-CN" sz="2400" b="1" dirty="0">
                <a:latin typeface="Times New Roman" panose="02020603050405020304" pitchFamily="18" charset="0"/>
                <a:ea typeface="宋体" panose="02010600030101010101" pitchFamily="2" charset="-122"/>
              </a:rPr>
              <a:t>03H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0BH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13H</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1BH</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23H</a:t>
            </a:r>
            <a:r>
              <a:rPr lang="zh-CN" altLang="en-US" sz="2400" b="1" dirty="0">
                <a:latin typeface="Times New Roman" panose="02020603050405020304" pitchFamily="18" charset="0"/>
                <a:ea typeface="宋体" panose="02010600030101010101" pitchFamily="2" charset="-122"/>
              </a:rPr>
              <a:t>。共有两个优先级，可由中断优先级寄存器</a:t>
            </a:r>
            <a:r>
              <a:rPr lang="en-US" altLang="zh-CN" sz="2400" b="1" dirty="0">
                <a:latin typeface="Times New Roman" panose="02020603050405020304" pitchFamily="18" charset="0"/>
                <a:ea typeface="宋体" panose="02010600030101010101" pitchFamily="2" charset="-122"/>
              </a:rPr>
              <a:t>IP</a:t>
            </a:r>
            <a:r>
              <a:rPr lang="zh-CN" altLang="en-US" sz="2400" b="1" dirty="0">
                <a:latin typeface="Times New Roman" panose="02020603050405020304" pitchFamily="18" charset="0"/>
                <a:ea typeface="宋体" panose="02010600030101010101" pitchFamily="2" charset="-122"/>
              </a:rPr>
              <a:t>设定其优先级别。</a:t>
            </a:r>
          </a:p>
          <a:p>
            <a:pPr algn="just">
              <a:lnSpc>
                <a:spcPct val="135000"/>
              </a:lnSpc>
              <a:spcBef>
                <a:spcPct val="5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CPU</a:t>
            </a:r>
            <a:r>
              <a:rPr lang="zh-CN" altLang="en-US" sz="2400" b="1" dirty="0">
                <a:latin typeface="Times New Roman" panose="02020603050405020304" pitchFamily="18" charset="0"/>
                <a:ea typeface="宋体" panose="02010600030101010101" pitchFamily="2" charset="-122"/>
              </a:rPr>
              <a:t>对所有中断源以及某个中断源的开放和禁止，是由中断允许寄存器</a:t>
            </a:r>
            <a:r>
              <a:rPr lang="en-US" altLang="zh-CN" sz="2400" b="1" dirty="0">
                <a:latin typeface="Times New Roman" panose="02020603050405020304" pitchFamily="18" charset="0"/>
                <a:ea typeface="宋体" panose="02010600030101010101" pitchFamily="2" charset="-122"/>
              </a:rPr>
              <a:t>IE</a:t>
            </a:r>
            <a:r>
              <a:rPr lang="zh-CN" altLang="en-US" sz="2400" b="1" dirty="0">
                <a:latin typeface="Times New Roman" panose="02020603050405020304" pitchFamily="18" charset="0"/>
                <a:ea typeface="宋体" panose="02010600030101010101" pitchFamily="2" charset="-122"/>
              </a:rPr>
              <a:t>管理的，外部中断源的中断请求标志是由定时器控制寄存器</a:t>
            </a:r>
            <a:r>
              <a:rPr lang="en-US" altLang="zh-CN" sz="2400" b="1" dirty="0">
                <a:latin typeface="Times New Roman" panose="02020603050405020304" pitchFamily="18" charset="0"/>
                <a:ea typeface="宋体" panose="02010600030101010101" pitchFamily="2" charset="-122"/>
              </a:rPr>
              <a:t>TCON</a:t>
            </a:r>
            <a:r>
              <a:rPr lang="zh-CN" altLang="en-US" sz="2400" b="1" dirty="0">
                <a:latin typeface="Times New Roman" panose="02020603050405020304" pitchFamily="18" charset="0"/>
                <a:ea typeface="宋体" panose="02010600030101010101" pitchFamily="2" charset="-122"/>
              </a:rPr>
              <a:t>中的</a:t>
            </a:r>
            <a:r>
              <a:rPr lang="en-US" altLang="zh-CN" sz="2400" b="1" dirty="0">
                <a:latin typeface="Times New Roman" panose="02020603050405020304" pitchFamily="18" charset="0"/>
                <a:ea typeface="宋体" panose="02010600030101010101" pitchFamily="2" charset="-122"/>
              </a:rPr>
              <a:t>IE0</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IE1</a:t>
            </a:r>
            <a:r>
              <a:rPr lang="zh-CN" altLang="en-US" sz="2400" b="1" dirty="0">
                <a:latin typeface="Times New Roman" panose="02020603050405020304" pitchFamily="18" charset="0"/>
                <a:ea typeface="宋体" panose="02010600030101010101" pitchFamily="2" charset="-122"/>
              </a:rPr>
              <a:t>提供。</a:t>
            </a:r>
          </a:p>
          <a:p>
            <a:pPr algn="just">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ext Box 2"/>
          <p:cNvSpPr txBox="1"/>
          <p:nvPr/>
        </p:nvSpPr>
        <p:spPr>
          <a:xfrm>
            <a:off x="457200" y="1066800"/>
            <a:ext cx="7848600" cy="3153410"/>
          </a:xfrm>
          <a:prstGeom prst="rect">
            <a:avLst/>
          </a:prstGeom>
          <a:noFill/>
          <a:ln w="9525">
            <a:noFill/>
          </a:ln>
        </p:spPr>
        <p:txBody>
          <a:bodyPr anchor="t" anchorCtr="0">
            <a:spAutoFit/>
          </a:bodyPr>
          <a:lstStyle/>
          <a:p>
            <a:pPr algn="just">
              <a:lnSpc>
                <a:spcPct val="135000"/>
              </a:lnSpc>
              <a:spcBef>
                <a:spcPct val="10000"/>
              </a:spcBef>
            </a:pP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单片机内部的两个定时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计数器是</a:t>
            </a:r>
            <a:r>
              <a:rPr lang="en-US" altLang="zh-CN" sz="2400" b="1" dirty="0">
                <a:solidFill>
                  <a:srgbClr val="000000"/>
                </a:solidFill>
                <a:latin typeface="Times New Roman" panose="02020603050405020304" pitchFamily="18" charset="0"/>
                <a:ea typeface="宋体" panose="02010600030101010101" pitchFamily="2" charset="-122"/>
              </a:rPr>
              <a:t>T0</a:t>
            </a:r>
            <a:r>
              <a:rPr lang="zh-CN" altLang="en-US" sz="2400" b="1" dirty="0">
                <a:solidFill>
                  <a:srgbClr val="000000"/>
                </a:solidFill>
                <a:latin typeface="Times New Roman" panose="02020603050405020304" pitchFamily="18" charset="0"/>
                <a:ea typeface="宋体" panose="02010600030101010101" pitchFamily="2" charset="-122"/>
              </a:rPr>
              <a:t>和</a:t>
            </a:r>
            <a:r>
              <a:rPr lang="en-US" altLang="zh-CN" sz="2400" b="1" dirty="0">
                <a:solidFill>
                  <a:srgbClr val="000000"/>
                </a:solidFill>
                <a:latin typeface="Times New Roman" panose="02020603050405020304" pitchFamily="18" charset="0"/>
                <a:ea typeface="宋体" panose="02010600030101010101" pitchFamily="2" charset="-122"/>
              </a:rPr>
              <a:t>T1</a:t>
            </a:r>
            <a:r>
              <a:rPr lang="zh-CN" altLang="en-US" sz="2400" b="1" dirty="0">
                <a:solidFill>
                  <a:srgbClr val="000000"/>
                </a:solidFill>
                <a:latin typeface="Times New Roman" panose="02020603050405020304" pitchFamily="18" charset="0"/>
                <a:ea typeface="宋体" panose="02010600030101010101" pitchFamily="2" charset="-122"/>
              </a:rPr>
              <a:t>，每个定时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计数器皆有定时功能和计数功能。</a:t>
            </a:r>
          </a:p>
          <a:p>
            <a:pPr algn="just">
              <a:lnSpc>
                <a:spcPct val="135000"/>
              </a:lnSpc>
              <a:spcBef>
                <a:spcPct val="10000"/>
              </a:spcBef>
            </a:pPr>
            <a:r>
              <a:rPr lang="zh-CN" altLang="en-US" sz="2400" b="1" dirty="0">
                <a:solidFill>
                  <a:srgbClr val="000000"/>
                </a:solidFill>
                <a:latin typeface="Times New Roman" panose="02020603050405020304" pitchFamily="18" charset="0"/>
                <a:ea typeface="宋体" panose="02010600030101010101" pitchFamily="2" charset="-122"/>
              </a:rPr>
              <a:t> </a:t>
            </a: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sym typeface="+mn-ea"/>
              </a:rPr>
              <a:t>定时</a:t>
            </a:r>
            <a:r>
              <a:rPr lang="en-US" altLang="zh-CN" sz="2400" b="1" dirty="0">
                <a:solidFill>
                  <a:srgbClr val="000000"/>
                </a:solidFill>
                <a:sym typeface="+mn-ea"/>
              </a:rPr>
              <a:t>/</a:t>
            </a:r>
            <a:r>
              <a:rPr lang="zh-CN" altLang="en-US" sz="2400" b="1" dirty="0">
                <a:solidFill>
                  <a:srgbClr val="000000"/>
                </a:solidFill>
                <a:sym typeface="+mn-ea"/>
              </a:rPr>
              <a:t>计数器有四种工作方式</a:t>
            </a:r>
            <a:r>
              <a:rPr lang="en-US" altLang="zh-CN" sz="2400" b="1" dirty="0">
                <a:solidFill>
                  <a:srgbClr val="000000"/>
                </a:solidFill>
                <a:sym typeface="+mn-ea"/>
              </a:rPr>
              <a:t>:</a:t>
            </a:r>
            <a:r>
              <a:rPr lang="zh-CN" altLang="en-US" sz="2400" b="1" dirty="0">
                <a:solidFill>
                  <a:srgbClr val="000000"/>
                </a:solidFill>
                <a:sym typeface="+mn-ea"/>
              </a:rPr>
              <a:t>方式</a:t>
            </a:r>
            <a:r>
              <a:rPr lang="en-US" altLang="zh-CN" sz="2400" b="1" dirty="0">
                <a:solidFill>
                  <a:srgbClr val="000000"/>
                </a:solidFill>
                <a:sym typeface="+mn-ea"/>
              </a:rPr>
              <a:t>0</a:t>
            </a:r>
            <a:r>
              <a:rPr lang="zh-CN" altLang="en-US" sz="2400" b="1" dirty="0">
                <a:solidFill>
                  <a:srgbClr val="000000"/>
                </a:solidFill>
                <a:sym typeface="+mn-ea"/>
              </a:rPr>
              <a:t>（</a:t>
            </a:r>
            <a:r>
              <a:rPr lang="en-US" altLang="zh-CN" sz="2400" b="1" dirty="0">
                <a:solidFill>
                  <a:srgbClr val="000000"/>
                </a:solidFill>
                <a:sym typeface="+mn-ea"/>
              </a:rPr>
              <a:t>13</a:t>
            </a:r>
            <a:r>
              <a:rPr lang="zh-CN" altLang="en-US" sz="2400" b="1" dirty="0">
                <a:solidFill>
                  <a:srgbClr val="000000"/>
                </a:solidFill>
                <a:sym typeface="+mn-ea"/>
              </a:rPr>
              <a:t>位计数方式）、方式</a:t>
            </a:r>
            <a:r>
              <a:rPr lang="en-US" altLang="zh-CN" sz="2400" b="1" dirty="0">
                <a:solidFill>
                  <a:srgbClr val="000000"/>
                </a:solidFill>
                <a:sym typeface="+mn-ea"/>
              </a:rPr>
              <a:t>1</a:t>
            </a:r>
            <a:r>
              <a:rPr lang="zh-CN" altLang="en-US" sz="2400" b="1" dirty="0">
                <a:solidFill>
                  <a:srgbClr val="000000"/>
                </a:solidFill>
                <a:sym typeface="+mn-ea"/>
              </a:rPr>
              <a:t>（</a:t>
            </a:r>
            <a:r>
              <a:rPr lang="en-US" altLang="zh-CN" sz="2400" b="1" dirty="0">
                <a:solidFill>
                  <a:srgbClr val="000000"/>
                </a:solidFill>
                <a:sym typeface="+mn-ea"/>
              </a:rPr>
              <a:t>16</a:t>
            </a:r>
            <a:r>
              <a:rPr lang="zh-CN" altLang="en-US" sz="2400" b="1" dirty="0">
                <a:solidFill>
                  <a:srgbClr val="000000"/>
                </a:solidFill>
                <a:sym typeface="+mn-ea"/>
              </a:rPr>
              <a:t>位计数方式）、方式</a:t>
            </a:r>
            <a:r>
              <a:rPr lang="en-US" altLang="zh-CN" sz="2400" b="1" dirty="0">
                <a:solidFill>
                  <a:srgbClr val="000000"/>
                </a:solidFill>
                <a:sym typeface="+mn-ea"/>
              </a:rPr>
              <a:t>2</a:t>
            </a:r>
            <a:r>
              <a:rPr lang="zh-CN" altLang="en-US" sz="2400" b="1" dirty="0">
                <a:solidFill>
                  <a:srgbClr val="000000"/>
                </a:solidFill>
                <a:sym typeface="+mn-ea"/>
              </a:rPr>
              <a:t>（</a:t>
            </a:r>
            <a:r>
              <a:rPr lang="en-US" altLang="zh-CN" sz="2400" b="1" dirty="0">
                <a:solidFill>
                  <a:srgbClr val="000000"/>
                </a:solidFill>
                <a:sym typeface="+mn-ea"/>
              </a:rPr>
              <a:t>8</a:t>
            </a:r>
            <a:r>
              <a:rPr lang="zh-CN" altLang="en-US" sz="2400" b="1" dirty="0">
                <a:solidFill>
                  <a:srgbClr val="000000"/>
                </a:solidFill>
                <a:sym typeface="+mn-ea"/>
              </a:rPr>
              <a:t>位自动重装载）和方式</a:t>
            </a:r>
            <a:r>
              <a:rPr lang="en-US" altLang="zh-CN" sz="2400" b="1" dirty="0">
                <a:solidFill>
                  <a:srgbClr val="000000"/>
                </a:solidFill>
                <a:sym typeface="+mn-ea"/>
              </a:rPr>
              <a:t>3</a:t>
            </a:r>
            <a:r>
              <a:rPr lang="zh-CN" altLang="en-US" sz="2400" b="1" dirty="0">
                <a:solidFill>
                  <a:srgbClr val="000000"/>
                </a:solidFill>
                <a:sym typeface="+mn-ea"/>
              </a:rPr>
              <a:t>。</a:t>
            </a:r>
            <a:endParaRPr lang="zh-CN" altLang="en-US" sz="2400" b="1" dirty="0">
              <a:solidFill>
                <a:srgbClr val="000000"/>
              </a:solidFill>
              <a:latin typeface="Times New Roman" panose="02020603050405020304" pitchFamily="18" charset="0"/>
              <a:ea typeface="宋体" panose="02010600030101010101" pitchFamily="2" charset="-122"/>
            </a:endParaRPr>
          </a:p>
          <a:p>
            <a:pPr algn="just">
              <a:lnSpc>
                <a:spcPct val="135000"/>
              </a:lnSpc>
              <a:spcBef>
                <a:spcPct val="10000"/>
              </a:spcBef>
            </a:pPr>
            <a:r>
              <a:rPr lang="zh-CN" altLang="en-US" sz="2400" b="1" dirty="0">
                <a:solidFill>
                  <a:srgbClr val="000000"/>
                </a:solidFill>
                <a:latin typeface="Times New Roman" panose="02020603050405020304" pitchFamily="18" charset="0"/>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p:txBody>
      </p:sp>
      <p:sp>
        <p:nvSpPr>
          <p:cNvPr id="2" name="文本框 1"/>
          <p:cNvSpPr txBox="1"/>
          <p:nvPr/>
        </p:nvSpPr>
        <p:spPr>
          <a:xfrm>
            <a:off x="0" y="3644900"/>
            <a:ext cx="8914130" cy="1309370"/>
          </a:xfrm>
          <a:prstGeom prst="rect">
            <a:avLst/>
          </a:prstGeom>
          <a:noFill/>
        </p:spPr>
        <p:txBody>
          <a:bodyPr wrap="square" rtlCol="0" anchor="t">
            <a:spAutoFit/>
          </a:bodyPr>
          <a:lstStyle/>
          <a:p>
            <a:pPr>
              <a:lnSpc>
                <a:spcPct val="140000"/>
              </a:lnSpc>
              <a:spcBef>
                <a:spcPct val="50000"/>
              </a:spcBef>
            </a:pPr>
            <a:r>
              <a:rPr lang="en-US" altLang="zh-CN" sz="2400" b="1" dirty="0">
                <a:solidFill>
                  <a:srgbClr val="000000"/>
                </a:solidFill>
                <a:latin typeface="宋体" panose="02010600030101010101" pitchFamily="2" charset="-122"/>
                <a:sym typeface="+mn-ea"/>
              </a:rPr>
              <a:t>     </a:t>
            </a:r>
            <a:r>
              <a:rPr lang="en-US" altLang="zh-CN" sz="2400" b="1" dirty="0">
                <a:solidFill>
                  <a:srgbClr val="FF0000"/>
                </a:solidFill>
                <a:latin typeface="宋体" panose="02010600030101010101" pitchFamily="2" charset="-122"/>
                <a:sym typeface="+mn-ea"/>
              </a:rPr>
              <a:t> </a:t>
            </a:r>
            <a:r>
              <a:rPr lang="zh-CN" altLang="en-US" sz="2400" b="1" dirty="0">
                <a:solidFill>
                  <a:srgbClr val="FF0000"/>
                </a:solidFill>
                <a:latin typeface="宋体" panose="02010600030101010101" pitchFamily="2" charset="-122"/>
                <a:sym typeface="+mn-ea"/>
              </a:rPr>
              <a:t>本章重点和难点：</a:t>
            </a:r>
            <a:endParaRPr lang="zh-CN" altLang="en-US" sz="2400" b="1" dirty="0">
              <a:solidFill>
                <a:srgbClr val="000000"/>
              </a:solidFill>
              <a:latin typeface="宋体" panose="02010600030101010101" pitchFamily="2" charset="-122"/>
              <a:sym typeface="+mn-ea"/>
            </a:endParaRPr>
          </a:p>
          <a:p>
            <a:pPr>
              <a:lnSpc>
                <a:spcPct val="140000"/>
              </a:lnSpc>
              <a:spcBef>
                <a:spcPct val="50000"/>
              </a:spcBef>
            </a:pPr>
            <a:r>
              <a:rPr lang="zh-CN" altLang="en-US" sz="2400" b="1" dirty="0">
                <a:solidFill>
                  <a:srgbClr val="000000"/>
                </a:solidFill>
                <a:latin typeface="宋体" panose="02010600030101010101" pitchFamily="2" charset="-122"/>
                <a:sym typeface="+mn-ea"/>
              </a:rPr>
              <a:t> </a:t>
            </a:r>
            <a:r>
              <a:rPr lang="en-US" altLang="zh-CN" sz="2400" b="1" dirty="0">
                <a:solidFill>
                  <a:srgbClr val="000000"/>
                </a:solidFill>
                <a:latin typeface="宋体" panose="02010600030101010101" pitchFamily="2" charset="-122"/>
                <a:sym typeface="+mn-ea"/>
              </a:rPr>
              <a:t>     </a:t>
            </a:r>
            <a:r>
              <a:rPr lang="zh-CN" altLang="en-US" sz="2400" b="1" dirty="0">
                <a:solidFill>
                  <a:srgbClr val="000000"/>
                </a:solidFill>
                <a:latin typeface="宋体" panose="02010600030101010101" pitchFamily="2" charset="-122"/>
                <a:sym typeface="+mn-ea"/>
              </a:rPr>
              <a:t>外部中断和定时</a:t>
            </a:r>
            <a:r>
              <a:rPr lang="en-US" altLang="zh-CN" sz="2400" b="1" dirty="0">
                <a:solidFill>
                  <a:srgbClr val="000000"/>
                </a:solidFill>
                <a:sym typeface="+mn-ea"/>
              </a:rPr>
              <a:t>/</a:t>
            </a:r>
            <a:r>
              <a:rPr lang="zh-CN" altLang="en-US" sz="2400" b="1" dirty="0">
                <a:solidFill>
                  <a:srgbClr val="000000"/>
                </a:solidFill>
                <a:latin typeface="宋体" panose="02010600030101010101" pitchFamily="2" charset="-122"/>
                <a:sym typeface="+mn-ea"/>
              </a:rPr>
              <a:t>计数器中断的使用方法。</a:t>
            </a:r>
            <a:endParaRPr lang="zh-CN" altLang="en-US" sz="2400"/>
          </a:p>
        </p:txBody>
      </p:sp>
    </p:spTree>
  </p:cSld>
  <p:clrMapOvr>
    <a:masterClrMapping/>
  </p:clrMapOvr>
  <p:transition spd="med">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ext Box 2"/>
          <p:cNvSpPr txBox="1"/>
          <p:nvPr/>
        </p:nvSpPr>
        <p:spPr>
          <a:xfrm>
            <a:off x="381000" y="838200"/>
            <a:ext cx="7848600" cy="3893820"/>
          </a:xfrm>
          <a:prstGeom prst="rect">
            <a:avLst/>
          </a:prstGeom>
          <a:noFill/>
          <a:ln w="9525">
            <a:noFill/>
          </a:ln>
        </p:spPr>
        <p:txBody>
          <a:bodyPr anchor="t" anchorCtr="0">
            <a:spAutoFit/>
          </a:bodyPr>
          <a:lstStyle/>
          <a:p>
            <a:pPr algn="just">
              <a:lnSpc>
                <a:spcPct val="140000"/>
              </a:lnSpc>
              <a:spcBef>
                <a:spcPct val="50000"/>
              </a:spcBef>
            </a:pPr>
            <a:r>
              <a:rPr lang="zh-CN" altLang="en-US" sz="2400" b="1" dirty="0">
                <a:solidFill>
                  <a:srgbClr val="000000"/>
                </a:solidFill>
                <a:latin typeface="Times New Roman" panose="02020603050405020304" pitchFamily="18" charset="0"/>
                <a:ea typeface="宋体" panose="02010600030101010101" pitchFamily="2" charset="-122"/>
              </a:rPr>
              <a:t>，即方式</a:t>
            </a:r>
            <a:r>
              <a:rPr lang="en-US" altLang="zh-CN" sz="2400" b="1" dirty="0">
                <a:solidFill>
                  <a:srgbClr val="0000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13</a:t>
            </a:r>
            <a:r>
              <a:rPr lang="zh-CN" altLang="en-US" sz="2400" b="1" dirty="0">
                <a:solidFill>
                  <a:srgbClr val="000000"/>
                </a:solidFill>
                <a:latin typeface="Times New Roman" panose="02020603050405020304" pitchFamily="18" charset="0"/>
                <a:ea typeface="宋体" panose="02010600030101010101" pitchFamily="2" charset="-122"/>
              </a:rPr>
              <a:t>位计数方式）、方式</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16</a:t>
            </a:r>
            <a:r>
              <a:rPr lang="zh-CN" altLang="en-US" sz="2400" b="1" dirty="0">
                <a:solidFill>
                  <a:srgbClr val="000000"/>
                </a:solidFill>
                <a:latin typeface="Times New Roman" panose="02020603050405020304" pitchFamily="18" charset="0"/>
                <a:ea typeface="宋体" panose="02010600030101010101" pitchFamily="2" charset="-122"/>
              </a:rPr>
              <a:t>位计数方式）、方式</a:t>
            </a: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8</a:t>
            </a:r>
            <a:r>
              <a:rPr lang="zh-CN" altLang="en-US" sz="2400" b="1" dirty="0">
                <a:solidFill>
                  <a:srgbClr val="000000"/>
                </a:solidFill>
                <a:latin typeface="Times New Roman" panose="02020603050405020304" pitchFamily="18" charset="0"/>
                <a:ea typeface="宋体" panose="02010600030101010101" pitchFamily="2" charset="-122"/>
              </a:rPr>
              <a:t>位自动重装载）和方式</a:t>
            </a:r>
            <a:r>
              <a:rPr lang="en-US" altLang="zh-CN" sz="2400" b="1" dirty="0">
                <a:solidFill>
                  <a:srgbClr val="000000"/>
                </a:solidFill>
                <a:latin typeface="Times New Roman" panose="02020603050405020304" pitchFamily="18" charset="0"/>
                <a:ea typeface="宋体" panose="02010600030101010101" pitchFamily="2" charset="-122"/>
              </a:rPr>
              <a:t>3</a:t>
            </a:r>
            <a:r>
              <a:rPr lang="zh-CN" altLang="en-US" sz="2400" b="1" dirty="0">
                <a:solidFill>
                  <a:srgbClr val="000000"/>
                </a:solidFill>
                <a:latin typeface="Times New Roman" panose="02020603050405020304" pitchFamily="18" charset="0"/>
                <a:ea typeface="宋体" panose="02010600030101010101" pitchFamily="2" charset="-122"/>
              </a:rPr>
              <a:t>。在方式</a:t>
            </a:r>
            <a:r>
              <a:rPr lang="en-US" altLang="zh-CN" sz="2400" b="1" dirty="0">
                <a:solidFill>
                  <a:srgbClr val="0000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a:t>
            </a:r>
            <a:r>
              <a:rPr lang="en-US" altLang="zh-CN" sz="2400" b="1" dirty="0">
                <a:solidFill>
                  <a:srgbClr val="000000"/>
                </a:solidFill>
                <a:latin typeface="Times New Roman" panose="02020603050405020304" pitchFamily="18" charset="0"/>
                <a:ea typeface="宋体" panose="02010600030101010101" pitchFamily="2" charset="-122"/>
              </a:rPr>
              <a:t>1</a:t>
            </a:r>
            <a:r>
              <a:rPr lang="zh-CN" altLang="en-US" sz="2400" b="1" dirty="0">
                <a:solidFill>
                  <a:srgbClr val="000000"/>
                </a:solidFill>
                <a:latin typeface="Times New Roman" panose="02020603050405020304" pitchFamily="18" charset="0"/>
                <a:ea typeface="宋体" panose="02010600030101010101" pitchFamily="2" charset="-122"/>
              </a:rPr>
              <a:t>和</a:t>
            </a:r>
            <a:r>
              <a:rPr lang="en-US" altLang="zh-CN" sz="2400" b="1" dirty="0">
                <a:solidFill>
                  <a:srgbClr val="000000"/>
                </a:solidFill>
                <a:latin typeface="Times New Roman" panose="02020603050405020304" pitchFamily="18" charset="0"/>
                <a:ea typeface="宋体" panose="02010600030101010101" pitchFamily="2" charset="-122"/>
              </a:rPr>
              <a:t>2</a:t>
            </a:r>
            <a:r>
              <a:rPr lang="zh-CN" altLang="en-US" sz="2400" b="1" dirty="0">
                <a:solidFill>
                  <a:srgbClr val="000000"/>
                </a:solidFill>
                <a:latin typeface="Times New Roman" panose="02020603050405020304" pitchFamily="18" charset="0"/>
                <a:ea typeface="宋体" panose="02010600030101010101" pitchFamily="2" charset="-122"/>
              </a:rPr>
              <a:t>下，两个定时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计数器的功能完全相同，而在方式</a:t>
            </a:r>
            <a:r>
              <a:rPr lang="en-US" altLang="zh-CN" sz="2400" b="1" dirty="0">
                <a:solidFill>
                  <a:srgbClr val="000000"/>
                </a:solidFill>
                <a:latin typeface="Times New Roman" panose="02020603050405020304" pitchFamily="18" charset="0"/>
                <a:ea typeface="宋体" panose="02010600030101010101" pitchFamily="2" charset="-122"/>
              </a:rPr>
              <a:t>3</a:t>
            </a:r>
            <a:r>
              <a:rPr lang="zh-CN" altLang="en-US" sz="2400" b="1" dirty="0">
                <a:solidFill>
                  <a:srgbClr val="000000"/>
                </a:solidFill>
                <a:latin typeface="Times New Roman" panose="02020603050405020304" pitchFamily="18" charset="0"/>
                <a:ea typeface="宋体" panose="02010600030101010101" pitchFamily="2" charset="-122"/>
              </a:rPr>
              <a:t>下却有差别。在使用定时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计数器前要初试化定时器控制寄存器</a:t>
            </a:r>
            <a:r>
              <a:rPr lang="en-US" altLang="zh-CN" sz="2400" b="1" dirty="0">
                <a:solidFill>
                  <a:srgbClr val="000000"/>
                </a:solidFill>
                <a:latin typeface="Times New Roman" panose="02020603050405020304" pitchFamily="18" charset="0"/>
                <a:ea typeface="宋体" panose="02010600030101010101" pitchFamily="2" charset="-122"/>
              </a:rPr>
              <a:t>TCON</a:t>
            </a:r>
            <a:r>
              <a:rPr lang="zh-CN" altLang="en-US" sz="2400" b="1" dirty="0">
                <a:solidFill>
                  <a:srgbClr val="000000"/>
                </a:solidFill>
                <a:latin typeface="Times New Roman" panose="02020603050405020304" pitchFamily="18" charset="0"/>
                <a:ea typeface="宋体" panose="02010600030101010101" pitchFamily="2" charset="-122"/>
              </a:rPr>
              <a:t>和定时器工作方式命令字</a:t>
            </a:r>
            <a:r>
              <a:rPr lang="en-US" altLang="zh-CN" sz="2400" b="1" dirty="0">
                <a:solidFill>
                  <a:srgbClr val="000000"/>
                </a:solidFill>
                <a:latin typeface="Times New Roman" panose="02020603050405020304" pitchFamily="18" charset="0"/>
                <a:ea typeface="宋体" panose="02010600030101010101" pitchFamily="2" charset="-122"/>
              </a:rPr>
              <a:t>TMOD</a:t>
            </a:r>
            <a:r>
              <a:rPr lang="zh-CN" altLang="en-US" sz="2400" b="1" dirty="0">
                <a:solidFill>
                  <a:srgbClr val="000000"/>
                </a:solidFill>
                <a:latin typeface="Times New Roman" panose="02020603050405020304" pitchFamily="18" charset="0"/>
                <a:ea typeface="宋体" panose="02010600030101010101" pitchFamily="2" charset="-122"/>
              </a:rPr>
              <a:t>，另外要初始化定时</a:t>
            </a:r>
            <a:r>
              <a:rPr lang="en-US" altLang="zh-CN" sz="2400" b="1" dirty="0">
                <a:solidFill>
                  <a:srgbClr val="000000"/>
                </a:solidFill>
                <a:latin typeface="Times New Roman" panose="02020603050405020304" pitchFamily="18" charset="0"/>
                <a:ea typeface="宋体" panose="02010600030101010101" pitchFamily="2" charset="-122"/>
              </a:rPr>
              <a:t>/</a:t>
            </a:r>
            <a:r>
              <a:rPr lang="zh-CN" altLang="en-US" sz="2400" b="1" dirty="0">
                <a:solidFill>
                  <a:srgbClr val="000000"/>
                </a:solidFill>
                <a:latin typeface="Times New Roman" panose="02020603050405020304" pitchFamily="18" charset="0"/>
                <a:ea typeface="宋体" panose="02010600030101010101" pitchFamily="2" charset="-122"/>
              </a:rPr>
              <a:t>计数器的初值。</a:t>
            </a:r>
            <a:endParaRPr lang="zh-CN" altLang="en-US" sz="2400" b="1" dirty="0">
              <a:latin typeface="Times New Roman" panose="02020603050405020304" pitchFamily="18" charset="0"/>
              <a:ea typeface="宋体" panose="02010600030101010101" pitchFamily="2" charset="-122"/>
            </a:endParaRPr>
          </a:p>
          <a:p>
            <a:pPr>
              <a:lnSpc>
                <a:spcPct val="140000"/>
              </a:lnSpc>
              <a:spcBef>
                <a:spcPct val="50000"/>
              </a:spcBef>
            </a:pPr>
            <a:r>
              <a:rPr lang="zh-CN" altLang="en-US" sz="2400" b="1" dirty="0">
                <a:solidFill>
                  <a:srgbClr val="000000"/>
                </a:solidFill>
                <a:latin typeface="宋体" panose="02010600030101010101" pitchFamily="2" charset="-122"/>
                <a:ea typeface="宋体" panose="02010600030101010101" pitchFamily="2" charset="-122"/>
              </a:rPr>
              <a:t>    </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4a92247a-cdd2-486a-ade0-266cab07e41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Fan</Template>
  <TotalTime>363</TotalTime>
  <Words>4870</Words>
  <Application>Microsoft Office PowerPoint</Application>
  <PresentationFormat>全屏显示(4:3)</PresentationFormat>
  <Paragraphs>672</Paragraphs>
  <Slides>82</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82</vt:i4>
      </vt:variant>
    </vt:vector>
  </HeadingPairs>
  <TitlesOfParts>
    <vt:vector size="93" baseType="lpstr">
      <vt:lpstr>方正舒体</vt:lpstr>
      <vt:lpstr>黑体</vt:lpstr>
      <vt:lpstr>宋体</vt:lpstr>
      <vt:lpstr>Arial</vt:lpstr>
      <vt:lpstr>Calibri</vt:lpstr>
      <vt:lpstr>Franklin Gothic Book</vt:lpstr>
      <vt:lpstr>Franklin Gothic Medium</vt:lpstr>
      <vt:lpstr>Times New Roman</vt:lpstr>
      <vt:lpstr>Wingdings 2</vt:lpstr>
      <vt:lpstr>暗香扑面</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西安电子科技大学出版社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李林娜</dc:creator>
  <cp:lastModifiedBy>宇佩 马</cp:lastModifiedBy>
  <cp:revision>199</cp:revision>
  <dcterms:created xsi:type="dcterms:W3CDTF">2002-11-19T02:54:00Z</dcterms:created>
  <dcterms:modified xsi:type="dcterms:W3CDTF">2026-01-07T09:12:09Z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E64219A4F3A743F7815FBA62A64340C9</vt:lpwstr>
  </property>
</Properties>
</file>