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45"/>
  </p:notesMasterIdLst>
  <p:handoutMasterIdLst>
    <p:handoutMasterId r:id="rId46"/>
  </p:handoutMasterIdLst>
  <p:sldIdLst>
    <p:sldId id="256" r:id="rId2"/>
    <p:sldId id="257" r:id="rId3"/>
    <p:sldId id="258" r:id="rId4"/>
    <p:sldId id="259" r:id="rId5"/>
    <p:sldId id="260" r:id="rId6"/>
    <p:sldId id="261" r:id="rId7"/>
    <p:sldId id="262" r:id="rId8"/>
    <p:sldId id="263" r:id="rId9"/>
    <p:sldId id="289" r:id="rId10"/>
    <p:sldId id="264" r:id="rId11"/>
    <p:sldId id="265" r:id="rId12"/>
    <p:sldId id="266" r:id="rId13"/>
    <p:sldId id="267" r:id="rId14"/>
    <p:sldId id="268" r:id="rId15"/>
    <p:sldId id="291" r:id="rId16"/>
    <p:sldId id="292" r:id="rId17"/>
    <p:sldId id="269" r:id="rId18"/>
    <p:sldId id="270" r:id="rId19"/>
    <p:sldId id="271" r:id="rId20"/>
    <p:sldId id="293" r:id="rId21"/>
    <p:sldId id="294" r:id="rId22"/>
    <p:sldId id="272" r:id="rId23"/>
    <p:sldId id="295" r:id="rId24"/>
    <p:sldId id="273" r:id="rId25"/>
    <p:sldId id="274" r:id="rId26"/>
    <p:sldId id="290" r:id="rId27"/>
    <p:sldId id="275" r:id="rId28"/>
    <p:sldId id="276" r:id="rId29"/>
    <p:sldId id="277" r:id="rId30"/>
    <p:sldId id="278" r:id="rId31"/>
    <p:sldId id="279" r:id="rId32"/>
    <p:sldId id="280" r:id="rId33"/>
    <p:sldId id="282" r:id="rId34"/>
    <p:sldId id="281" r:id="rId35"/>
    <p:sldId id="283" r:id="rId36"/>
    <p:sldId id="284" r:id="rId37"/>
    <p:sldId id="285" r:id="rId38"/>
    <p:sldId id="286" r:id="rId39"/>
    <p:sldId id="296" r:id="rId40"/>
    <p:sldId id="297" r:id="rId41"/>
    <p:sldId id="298" r:id="rId42"/>
    <p:sldId id="299" r:id="rId43"/>
    <p:sldId id="287" r:id="rId44"/>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a:srgbClr val="333300"/>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p:restoredTop sz="94710"/>
  </p:normalViewPr>
  <p:slideViewPr>
    <p:cSldViewPr showGuides="1">
      <p:cViewPr varScale="1">
        <p:scale>
          <a:sx n="104" d="100"/>
          <a:sy n="104" d="100"/>
        </p:scale>
        <p:origin x="162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AC6A7DA1-C612-4EA6-B98E-C095FE4F92C8}" type="datetimeFigureOut">
              <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2026/1/8</a:t>
            </a:fld>
            <a:endPar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p>
            <a:pPr lvl="0" algn="r" eaLnBrk="1" hangingPunct="1">
              <a:buNone/>
            </a:pPr>
            <a:fld id="{9A0DB2DC-4C9A-4742-B13C-FB6460FD3503}" type="slidenum">
              <a:rPr lang="zh-CN" altLang="en-US" sz="1200" dirty="0"/>
              <a:pPr lvl="0" algn="r" eaLnBrk="1" hangingPunct="1">
                <a:buNone/>
              </a:pPr>
              <a:t>‹#›</a:t>
            </a:fld>
            <a:endParaRPr lang="zh-CN" altLang="en-US" sz="1200"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4480" units="cm"/>
          <inkml:channel name="Y" type="integer" max="1600" units="cm"/>
          <inkml:channel name="T" type="integer" max="2.14748E9" units="dev"/>
        </inkml:traceFormat>
        <inkml:channelProperties>
          <inkml:channelProperty channel="X" name="resolution" value="129.85507" units="1/cm"/>
          <inkml:channelProperty channel="Y" name="resolution" value="74.4186" units="1/cm"/>
          <inkml:channelProperty channel="T" name="resolution" value="1" units="1/dev"/>
        </inkml:channelProperties>
      </inkml:inkSource>
      <inkml:timestamp xml:id="ts0" timeString="2025-12-15T12:43:23.577"/>
    </inkml:context>
    <inkml:brush xml:id="br0">
      <inkml:brushProperty name="width" value="0.05292" units="cm"/>
      <inkml:brushProperty name="height" value="0.05292" units="cm"/>
      <inkml:brushProperty name="color" value="#FF0000"/>
    </inkml:brush>
  </inkml:definitions>
  <inkml:trace contextRef="#ctx0" brushRef="#br0">2205 6332 0,'18'18'16,"-18"17"-1,53 283 16,105 493-15,37-335 15,-143-440 16,1-54-31,106-123-1,88-53 1,406-212 15,-495 353-15,-140 36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4:33.281"/>
    </inkml:context>
    <inkml:brush xml:id="br0">
      <inkml:brushProperty name="width" value="0.1" units="cm"/>
      <inkml:brushProperty name="height" value="0.1" units="cm"/>
      <inkml:brushProperty name="color" value="#E71224"/>
    </inkml:brush>
  </inkml:definitions>
  <inkml:trace contextRef="#ctx0" brushRef="#br0">0 0 8192,'0'0'0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4:35.720"/>
    </inkml:context>
    <inkml:brush xml:id="br0">
      <inkml:brushProperty name="width" value="0.1" units="cm"/>
      <inkml:brushProperty name="height" value="0.1" units="cm"/>
      <inkml:brushProperty name="color" value="#E71224"/>
    </inkml:brush>
  </inkml:definitions>
  <inkml:trace contextRef="#ctx0" brushRef="#br0">0 259 8192,'15'1'1405,"0"0"0,-1 2 0,23 5 0,18 4 1814,43-4-3142,188-8-1,327-66-6995,-310 26 4846,606-88 2073,-845 118 0,84-11 0,230-5 0,-351 26 0</inkml:trace>
</inkml:ink>
</file>

<file path=ppt/ink/ink4.xml><?xml version="1.0" encoding="utf-8"?>
<inkml:ink xmlns:inkml="http://www.w3.org/2003/InkML">
  <inkml:definitions>
    <inkml:context xml:id="ctx0">
      <inkml:inkSource xml:id="inkSrc0">
        <inkml:traceFormat>
          <inkml:channel name="X" type="integer" max="4480" units="cm"/>
          <inkml:channel name="Y" type="integer" max="1600" units="cm"/>
          <inkml:channel name="T" type="integer" max="2.14748E9" units="dev"/>
        </inkml:traceFormat>
        <inkml:channelProperties>
          <inkml:channelProperty channel="X" name="resolution" value="129.85507" units="1/cm"/>
          <inkml:channelProperty channel="Y" name="resolution" value="74.4186" units="1/cm"/>
          <inkml:channelProperty channel="T" name="resolution" value="1" units="1/dev"/>
        </inkml:channelProperties>
      </inkml:inkSource>
      <inkml:timestamp xml:id="ts0" timeString="2025-12-15T12:45:16.678"/>
    </inkml:context>
    <inkml:brush xml:id="br0">
      <inkml:brushProperty name="width" value="0.05292" units="cm"/>
      <inkml:brushProperty name="height" value="0.05292" units="cm"/>
      <inkml:brushProperty name="color" value="#FF0000"/>
    </inkml:brush>
  </inkml:definitions>
  <inkml:trace contextRef="#ctx0" brushRef="#br0">4216 15558 0,'0'17'15,"71"18"1,-1-17-1,371 70 1,-4180-70 0,8766 0-1,-4833-18 1,1164 17 0,-1182-17-1,548 53 1,-689-53-1,-18 18-15,19-18 16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4:41.530"/>
    </inkml:context>
    <inkml:brush xml:id="br0">
      <inkml:brushProperty name="width" value="0.1" units="cm"/>
      <inkml:brushProperty name="height" value="0.1" units="cm"/>
      <inkml:brushProperty name="color" value="#E71224"/>
    </inkml:brush>
  </inkml:definitions>
  <inkml:trace contextRef="#ctx0" brushRef="#br0">0 342 8192,'1'0'52,"1"1"1,-1-1-1,0 0 0,-1 1 1,1-1-1,0 1 1,0-1-1,0 1 0,0-1 1,0 1-1,0 0 1,-1-1-1,1 1 0,0 0 1,0 0-1,-1 0 1,1-1-1,-1 1 0,1 0 1,-1 0-1,1 0 1,0 1-1,9 26 1583,-8-23-1504,3 14 1083,2-1 0,0 0-1,1 0 1,0-1 0,2 0 0,16 22 0,-19-29-1214,-1 0 0,11 23 0,-12-23 0,-1-1 0,2 0 0,-1 0 0,1-1 0,8 11 0,-2-7 0,1 2 0,27 23 0,-34-33 0,-1 0 0,1-1 0,0 1 0,0-1 0,0 0 0,1-1 0,-1 0 0,0 0 0,8 2 0,8-2 0,0 0 0,0-1 0,0-1 0,0-1 0,0-1 0,0-1 0,0-1 0,0-1 0,28-11 0,22-11 0,90-48 0,-124 56 0,341-199 0,-20-32 0,-244 157 0,-73 54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4:47.410"/>
    </inkml:context>
    <inkml:brush xml:id="br0">
      <inkml:brushProperty name="width" value="0.1" units="cm"/>
      <inkml:brushProperty name="height" value="0.1" units="cm"/>
      <inkml:brushProperty name="color" value="#E71224"/>
    </inkml:brush>
  </inkml:definitions>
  <inkml:trace contextRef="#ctx0" brushRef="#br0">1029 2084 8192,'71'2'7569,"0"4"-6020,46 2-4625,908-46-2966,-787 20 6042,662-50 0,-597 43 0,484-105 0,-719 114 0,-1-3 0,-1-3 0,0-2 0,77-42 0,-114 50 0,-1 0 0,-1-3 0,0 0 0,-2-1 0,0-2 0,-2 0 0,0-2 0,-1 0 0,-2-2 0,0 0 0,20-38 0,-27 38 0,0 1 0,-2-2 0,-1 0 0,-2 0 0,0-1 0,-2 0 0,5-41 0,-10 49 0,0 0 0,-2 0 0,0 0 0,-1 0 0,-1 0 0,-1 0 0,0 1 0,-2 0 0,0-1 0,-1 2 0,-15-28 0,4 17 0,-1 0 0,-1 2 0,-1 0 0,-2 2 0,0 0 0,-2 2 0,-32-25 0,-4 3 0,-3 3 0,-76-38 0,29 26 0,-3 4 0,-210-60 0,-254-19 0,229 77 0,-1 16 0,-464 11 0,602 31 0,1 9 0,0 9 0,-315 78 0,442-79 0,0 5 0,1 2 0,-101 55 0,135-58 0,1 1 0,2 3 0,1 2 0,2 1 0,1 3 0,-51 57 0,66-63 0,2 2 0,2 1 0,1 0 0,1 2 0,-16 39 0,26-47 0,1 0 0,0 1 0,3 0 0,0 0 0,2 0 0,1 1 0,-1 48 0,6-60 0,1 0 0,0 0 0,1 0 0,1-1 0,1 0 0,1 1 0,0-1 0,17 31 0,-11-26 0,2-1 0,0 0 0,1-1 0,1-1 0,34 31 0,1-6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27.026"/>
    </inkml:context>
    <inkml:brush xml:id="br0">
      <inkml:brushProperty name="width" value="0.1" units="cm"/>
      <inkml:brushProperty name="height" value="0.1" units="cm"/>
      <inkml:brushProperty name="color" value="#E71224"/>
    </inkml:brush>
  </inkml:definitions>
  <inkml:trace contextRef="#ctx0" brushRef="#br0">0 27 8192,'1'3'472,"-1"-1"0,1 0 1,0 0-1,0 0 0,-1 0 1,1 0-1,1 0 0,-1 0 1,0 0-1,0 0 0,1 0 1,-1 0-1,1-1 0,0 1 1,-1-1-1,1 1 0,3 1 1,35 23 5493,-37-25-4964,22 11-861,1 0 1,0-3 0,1 0 0,0-1-1,0-2 1,1-1 0,-1-1 0,1-1 0,0-1-1,0-2 1,0-1 0,0-1 0,0-1-1,0-2 1,-1 0 0,1-2 0,39-16 0,-13-5-142,-47 23 0,0 1 0,0-1 0,0 2 0,0-1 0,1 1 0,0 1 0,-1-1 0,1 1 0,0 0 0,10 0 0,85-10 0,-61 6 0,50-1 0,103-6-1539,16 0-1577,-109 14-6050,0 0 3809,0-1 4128,0-1 4446,53 1 10969,-128 0-10431,-1 0-4506,-4 0 751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43.685"/>
    </inkml:context>
    <inkml:brush xml:id="br0">
      <inkml:brushProperty name="width" value="0.1" units="cm"/>
      <inkml:brushProperty name="height" value="0.1" units="cm"/>
      <inkml:brushProperty name="color" value="#E71224"/>
    </inkml:brush>
  </inkml:definitions>
  <inkml:trace contextRef="#ctx0" brushRef="#br0">0 616 8192,'294'-2'0,"637"25"0,642 61 0,-1259-83 0,271-4 0,17-55 0,-306 22 0,-39 19-118,-91 9 795,652-58 1735,-303-18-3451,-228 28-13,-115 15 1825,22-3 820,-5 14-3028,23-3 4022,-70 18-6215,197-18 5402,284-11-2989,-541 44 1927,743-15 1199,-714 8-3232,626-23-669,-442 33 1748,431-6-157,-527-8 399,104-3 0,-85 17 1677,343-6 8180,-322-12-8850,-144 6-3018,417-34-8990,-341 36 10803,1 5 3663,-149 2-2905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44.170"/>
    </inkml:context>
    <inkml:brush xml:id="br0">
      <inkml:brushProperty name="width" value="0.1" units="cm"/>
      <inkml:brushProperty name="height" value="0.1" units="cm"/>
      <inkml:brushProperty name="color" value="#E71224"/>
    </inkml:brush>
  </inkml:definitions>
  <inkml:trace contextRef="#ctx0" brushRef="#br0">0 36 8192,'4'3'412,"0"0"1,-1-1 0,1 1-1,0-1 1,0 0-1,0-1 1,0 1 0,1 0-1,-1-1 1,0 0-1,1 0 1,5 0 0,60 2 3403,-48-3-4177,36-2 3844,87-13 0,-49 4-1246,71-13-2237,-141 19 0,-4-1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48.681"/>
    </inkml:context>
    <inkml:brush xml:id="br0">
      <inkml:brushProperty name="width" value="0.1" units="cm"/>
      <inkml:brushProperty name="height" value="0.1" units="cm"/>
      <inkml:brushProperty name="color" value="#E71224"/>
    </inkml:brush>
  </inkml:definitions>
  <inkml:trace contextRef="#ctx0" brushRef="#br0">0 151 8192,'4'1'433,"0"0"0,-1 0 0,1 1 0,-1-1 1,0 1-1,1 0 0,-1 0 0,0 0 0,0 0 1,0 1-1,0 0 0,-1-1 0,4 5 0,20 15 2322,-16-17-2401,1-1-1,-1 0 1,1 0-1,0-1 1,0 0-1,1-1 0,-1 0 1,12 0-1,98-3 4632,-61-2-3948,78 2-1211,41 2-1712,281-37 0,30-62-10945,-185 37 11936,-143 32 545,-136 24 350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52.253"/>
    </inkml:context>
    <inkml:brush xml:id="br0">
      <inkml:brushProperty name="width" value="0.1" units="cm"/>
      <inkml:brushProperty name="height" value="0.1" units="cm"/>
      <inkml:brushProperty name="color" value="#E71224"/>
    </inkml:brush>
  </inkml:definitions>
  <inkml:trace contextRef="#ctx0" brushRef="#br0">1 52 8192,'234'0'13921,"-120"0"-9820,329-20-8047,-329 7 2125,132-5-369,132 19 10147,-349-2-7957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53.412"/>
    </inkml:context>
    <inkml:brush xml:id="br0">
      <inkml:brushProperty name="width" value="0.1" units="cm"/>
      <inkml:brushProperty name="height" value="0.1" units="cm"/>
      <inkml:brushProperty name="color" value="#E71224"/>
    </inkml:brush>
  </inkml:definitions>
  <inkml:trace contextRef="#ctx0" brushRef="#br0">0 104 8192,'101'2'2890,"107"-4"9936,-120-8-10520,110-13-2306,-79 11 0,-28-2 0,-49 7 0,0 1 0,45 0 0,77 9-497,208-5-2188,-267-11-3176,-57 7 1371,60-2 1,3 9 7883,110-1 8886,-41 0-9932,-159 0-2348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54.657"/>
    </inkml:context>
    <inkml:brush xml:id="br0">
      <inkml:brushProperty name="width" value="0.1" units="cm"/>
      <inkml:brushProperty name="height" value="0.1" units="cm"/>
      <inkml:brushProperty name="color" value="#E71224"/>
    </inkml:brush>
  </inkml:definitions>
  <inkml:trace contextRef="#ctx0" brushRef="#br0">1 103 8192,'68'0'2616,"91"0"10915,-103 0-11656,52 2-1875,117-4 0,-137-10 0,-56 6 0,54-2 0,67-5-4061,1 0-2044,17 0 1192,2 0 1970,921 14 2943,-1064-2 0,54-11 0,22 0 0,218 11 8176,-148 2-1893,-151-1-5517,-3 0-1325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57.136"/>
    </inkml:context>
    <inkml:brush xml:id="br0">
      <inkml:brushProperty name="width" value="0.1" units="cm"/>
      <inkml:brushProperty name="height" value="0.1" units="cm"/>
      <inkml:brushProperty name="color" value="#E71224"/>
    </inkml:brush>
  </inkml:definitions>
  <inkml:trace contextRef="#ctx0" brushRef="#br0">0 2 8192,'76'0'2616,"102"0"10915,-115 0-11656,5-1-1875,35 0 0,143 18 0,-173-10 0,93-3 0,-99-4 0,121 14 0,-22-1 0,-4 0 0,56 14 0,-178-23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59.665"/>
    </inkml:context>
    <inkml:brush xml:id="br0">
      <inkml:brushProperty name="width" value="0.1" units="cm"/>
      <inkml:brushProperty name="height" value="0.1" units="cm"/>
      <inkml:brushProperty name="color" value="#E71224"/>
    </inkml:brush>
  </inkml:definitions>
  <inkml:trace contextRef="#ctx0" brushRef="#br0">1050 1800 8192,'4'1'672,"0"0"1,0 0 0,0 0-1,0 1 1,0 0-1,0-1 1,0 1 0,-1 1-1,5 2 1,16 8 1440,-10-7-1606,1-2 0,0 0 0,1-1-1,-1 0 1,28 1 0,86-6 4410,-57-1-3692,-26 3-1212,93-2-299,157 19-1,-72-3-11821,-110-14 10688,-1-2 3671,61-1 9381,-22 3-14339,204 0-12578,-228 0 13665,14 0 6443,1 0 9969,-103-1-14666,53-10 0,28-2-176,-84 10 50,0-2 0,62-15 0,13-3 0,-82 19 0,-1-2 0,0-1 0,0-1 0,-1-2 0,0 0 0,50-28 0,0 3 0,-65 31 0,-1-1 0,1 0 0,-1-1 0,0-1 0,0 0 0,-1 0 0,20-18 0,43-44-368,-37 37-335,-1-3 1,47-60-1,-31 29-858,-21 28-1494,32-55 1,7-13 138,-50 80 2296,-1 0 0,-2-1 0,-1-1 0,-1-1 0,-1 0 0,-2-1 0,9-33 0,-10 12 1409,-3-1 0,-3 0 0,-1 0 0,-7-100 0,2 139-226,-1 0 1,0 0-1,-1 0 0,0 1 0,-1 0 0,0-1 0,-1 1 0,-1 1 0,0-1 0,0 1 0,-1 0 0,0 0 0,-1 1 0,0 0 0,-1 1 0,0 0 0,-1 0 0,0 0 0,0 2 0,0-1 0,-1 1 0,0 1 1,-1 0-1,-13-5 0,-164-34-3334,140 36 1596,-26-13-4563,60 16 4348,0 1 0,-1 1 1,1 0-1,-1 1 0,-22-2 1,-39-1 1389,-151-32 0,191 31 0,-258-31 0,238 33 0,-395-3 0,259 10 0,-2060-2 944,2206 4 924,-24 8-3496,9-1 4075,-135 29-3747,33-5 3095,18 1 7862,63-14-5509,33-6-4072,28-6-61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5:14.389"/>
    </inkml:context>
    <inkml:brush xml:id="br0">
      <inkml:brushProperty name="width" value="0.1" units="cm"/>
      <inkml:brushProperty name="height" value="0.1" units="cm"/>
      <inkml:brushProperty name="color" value="#E71224"/>
    </inkml:brush>
  </inkml:definitions>
  <inkml:trace contextRef="#ctx0" brushRef="#br0">99 1 8192,'-15'35'15450,"-30"161"-12878,39-172-3770,1 1 0,1 0 0,-1 35 0,3-29-1591,-9 46 0,9-70 2236,1 1 1,0 0-1,0 0 0,0 0 1,1 0-1,0 0 0,1 0 1,1 10-1,-1-16 481,-1 0-1,1 0 1,0 0-1,0 0 1,0 0 0,0-1-1,0 1 1,0 0 0,0 0-1,0-1 1,1 1-1,-1-1 1,1 1 0,-1-1-1,1 0 1,-1 0-1,1 1 1,0-1 0,0 0-1,-1 0 1,1-1 0,0 1-1,0 0 1,0-1-1,0 1 1,0-1 0,0 1-1,0-1 1,0 0-1,0 0 1,1 0 0,-1 0-1,0-1 1,0 1 0,0 0-1,3-2 1,26-3 72,-1-2 0,0-1 0,-1-2 0,0-1 0,0-1 0,28-17 0,-46 25 0,0 0 0,0 0 0,0 1 0,16-3 0,-15 4 0,-1 0 0,0-1 0,0 0 0,0-1 0,-1 0 0,16-9 0,-24 11 0,0 1 0,0-1 0,0 0 0,0 0 0,0 0 0,-1 0 0,1 0 0,-1 0 0,0 0 0,1 0 0,-1-1 0,0 1 0,0-1 0,-1 1 0,1-1 0,0 1 0,-1-1 0,0 1 0,1-1 0,-1 1 0,0-1 0,0 1 0,0-1 0,-1 0 0,1 1 0,-1-1 0,1 1 0,-1-1 0,0 1 0,0-1 0,0 1 0,0 0 0,-3-4 0,-4-8 0,-1 0 0,0 0 0,-1 1 0,0 0 0,-1 1 0,-1 0 0,-16-12 0,10 7 0,1 0 0,-18-23 0,27 30-57,-11-15 1029,-29-52 9445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5:16.140"/>
    </inkml:context>
    <inkml:brush xml:id="br0">
      <inkml:brushProperty name="width" value="0.1" units="cm"/>
      <inkml:brushProperty name="height" value="0.1" units="cm"/>
      <inkml:brushProperty name="color" value="#E71224"/>
    </inkml:brush>
  </inkml:definitions>
  <inkml:trace contextRef="#ctx0" brushRef="#br0">1 0 8192,'4'11'9352,"2"-1"-9352,15 13 7459,-8-11-7459,3 2 1211,0 3-1211,1-1 0,-3 0 0,2-1 0,1 0 0,-1 2 0,0-2 0,-3 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5:16.871"/>
    </inkml:context>
    <inkml:brush xml:id="br0">
      <inkml:brushProperty name="width" value="0.1" units="cm"/>
      <inkml:brushProperty name="height" value="0.1" units="cm"/>
      <inkml:brushProperty name="color" value="#E71224"/>
    </inkml:brush>
  </inkml:definitions>
  <inkml:trace contextRef="#ctx0" brushRef="#br0">0 1 8192,'0'0'0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5:17.420"/>
    </inkml:context>
    <inkml:brush xml:id="br0">
      <inkml:brushProperty name="width" value="0.1" units="cm"/>
      <inkml:brushProperty name="height" value="0.1" units="cm"/>
      <inkml:brushProperty name="color" value="#E71224"/>
    </inkml:brush>
  </inkml:definitions>
  <inkml:trace contextRef="#ctx0" brushRef="#br0">0 1 8192,'0'30'18022,"0"-18"-18022,0-9 0,0-5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5:20.582"/>
    </inkml:context>
    <inkml:brush xml:id="br0">
      <inkml:brushProperty name="width" value="0.1" units="cm"/>
      <inkml:brushProperty name="height" value="0.1" units="cm"/>
      <inkml:brushProperty name="color" value="#E71224"/>
    </inkml:brush>
  </inkml:definitions>
  <inkml:trace contextRef="#ctx0" brushRef="#br0">37 110 8192,'0'35'15333,"0"-20"-12644,0 2-2638,0 3 17,10-40-747,0-40-7336,-3 14 3231,2 19 7742,10 31-8482,-7 25 5504,-7 6-954,1 39 0,-6-71 845,0-27 106,0-59-71,1 75 156,-1 1-1,2 0 0,-1 0 0,1 0 0,0 0 0,0 1 0,1-1 1,0 1-1,18-13 8011,-20 19-7881,12 21 5668,-3 8-3837,-5-7-5332,4-1 5391,3-30 592,-13 9-2673,1 1 0,-1-1 0,0 1 0,0-1 0,0 1 0,0 0 0,1 0 0,-1-1 0,0 1 0,0 0 0,1 0 0,-1 0 0,1 0 0,-1 0 0,1 0 0,-1 0 0,1 0 0,0 0 0,-1 0 0,1 0 0,0 0 0,0 0 0,0 0 0,0 0 0,0 0 0,0 0 0,0 0 0,0 0 0,0 0 0,0 0 0,1 0 0,-1 0 0,0 0 0,1 0 0,-1 0 0,1 0 0,-1 0 0,1 0 0,-1 0 0,1 0 0,0 0 0,-1-1 0,1 1 0,0 0 0,0 0 0,0-1 0,0 1 0,-1-1 0,1 1 0,0-1 0,0 1 0,0-1 0,0 1 0,0-1 0,0 0 0,0 1 0,0-1 0,0 0 0,1 0 0,-1 0 0,2 0 0,-16 3 0,0 0 0,0 0 0,0 1 0,-20 9 0,28-10 0,0 0 0,1 0 0,-1 0 0,1 1 0,0-1 0,-1 1 0,2 0 0,-1 1 0,0-1 0,1 1 0,-6 9 0,-62 110 0,71-124 0,-1 0 0,1 1 0,-1-1 0,1 1 0,0-1 0,-1 1 0,1-1 0,0 1 0,0-1 0,-1 1 0,1-1 0,0 1 0,0 0 0,0-1 0,0 1 0,-1-1 0,1 1 0,0 0 0,0-1 0,0 1 0,0-1 0,1 1 0,-1 0 0,0-1 0,0 1 0,0-1 0,0 1 0,1-1 0,-1 1 0,0-1 0,0 1 0,1-1 0,-1 1 0,0-1 0,1 2 0,23-1 0,29-17 0,-37 9-459,84-30-13841,-55 27 11037,-40 9 3263,0 0 0,0 0 0,0-1 0,0 0 0,-1 1 0,1-2 0,-1 1 0,1-1 0,-1 1 0,0-1 0,6-5 0,-9 7 0,0 0 0,0 0 0,0 0 0,-1 0 0,1 0 0,0-1 0,0 1 0,-1 0 0,1 0 0,-1-1 0,1 1 0,-1 0 0,0-1 0,1 1 0,-1 0 0,0-1 0,0 1 0,0 0 0,0-1 0,0 1 0,0-1 0,0 1 0,0 0 0,-1-1 0,1 1 0,-1 0 0,1-1 0,-1 1 0,1 0 0,-1 0 0,0 0 0,1-1 0,-1 1 0,0 0 0,0 0 0,0 0 0,0 0 0,0 0 0,0 0 0,0 1 0,0-1 0,-1 0 0,1 0 0,0 1 0,-2-2 0,-11-4 0,-7-4 0,21 9 0,0 1 0,-1 0 0,1 0 0,0-1 0,0 1 0,-1 0 0,1 0 0,0-1 0,0 1 0,0 0 0,-1-1 0,1 1 0,0 0 0,0-1 0,0 1 0,0 0 0,0-1 0,0 1 0,-1 0 0,1-1 0,0 1 0,0 0 0,0-1 0,0 1 0,0 0 0,0-1 0,1 1 0,-1 0 0,0-1 0,0 1 0,0-1 0,0 1 0,0 0 0,0-1 0,1 1 0,-1 0 0,0 0 0,0-1 0,0 1 0,1 0 0,-1-1 0,0 1 0,1 0 0,-1 0 0,1-1 0,-2 1 0,1 0 0,0 0 0,0 0 0,-1 1 0,1-1 0,0 0 0,0 0 0,-1 0 0,1 0 0,0 0 0,0 0 0,-1-1 0,1 1 0,0 0 0,0 0 0,-1 0 0,1 0 0,0 0 0,0 0 0,-1 0 0,1 0 0,0-1 0,0 1 0,0 0 0,-1 0 0,1 0 0,0-1 0,0 1 0,0 0 0,0 0 0,-1 0 0,1-1 0,0 1 0,0 0 0,0 0 0,0-1 0,0 1 0,0 0 0,0 0 0,0-1 0,0 1 0,0 0 0,0 0 0,0-1 0,0 1 0,0 0 0,0 0 0,0-1 0,0 1 0,0 0 0,0 0 0,0-1 0,0 1 0,0 0 0,0 0 0,0-1 0,1 1 0,-1 0 0,0 0 0,0 0 0,0-1 0,0 1 0,1 0 0,-1 0 0,0 0 0,0 0 0,1-1 0,-1 1 0,0 0 0,-10-2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5:21.973"/>
    </inkml:context>
    <inkml:brush xml:id="br0">
      <inkml:brushProperty name="width" value="0.1" units="cm"/>
      <inkml:brushProperty name="height" value="0.1" units="cm"/>
      <inkml:brushProperty name="color" value="#E71224"/>
    </inkml:brush>
  </inkml:definitions>
  <inkml:trace contextRef="#ctx0" brushRef="#br0">0 1 8192,'1'30'13736,"3"-10"-9450,3 21-4286,-2-1 0,0 44 0,-1-16 0,-2-54 0,0 0 0,1 0 0,0 0 0,1 0 0,0-1 0,2 1 0,-1-1 0,2 0 0,7 12 0,-12-23 0,0 0 0,0 0 0,0-1 0,0 1 0,1-1 0,-1 1 0,0-1 0,1 0 0,-1 0 0,1 0 0,0 0 0,-1 0 0,1 0 0,0-1 0,-1 1 0,1-1 0,0 0 0,0 0 0,-1 0 0,1 0 0,0-1 0,0 1 0,3-2 0,10-1 0,-1-1 0,29-13 0,-24 9 0,75-28 0,-94 36 0,-1 0 0,1 0 0,-1 0 0,0 0 0,1 0 0,-1 0 0,1-1 0,-1 1 0,0 0 0,1 0 0,-1-1 0,0 1 0,1 0 0,-1 0 0,0-1 0,1 1 0,-1 0 0,0-1 0,1 1 0,-1 0 0,0-1 0,0 1 0,0 0 0,1-1 0,-1 1 0,0-1 0,0 1 0,0-1 0,0 1 0,0 0 0,0-1 0,0 1 0,0-2 0,-13-4 0,-24 1 0,16 5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5:23.922"/>
    </inkml:context>
    <inkml:brush xml:id="br0">
      <inkml:brushProperty name="width" value="0.1" units="cm"/>
      <inkml:brushProperty name="height" value="0.1" units="cm"/>
      <inkml:brushProperty name="color" value="#E71224"/>
    </inkml:brush>
  </inkml:definitions>
  <inkml:trace contextRef="#ctx0" brushRef="#br0">1 0 8192,'8'35'3393,"-2"-25"-1003,0-1 0,0 1 0,1-2 0,0 1 0,16 13 0,-16-15-2101,93 108-289,-70-79 0,2 4 0,-2 0 0,26 47 0,-48-72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6:28.333"/>
    </inkml:context>
    <inkml:brush xml:id="br0">
      <inkml:brushProperty name="width" value="0.1" units="cm"/>
      <inkml:brushProperty name="height" value="0.1" units="cm"/>
      <inkml:brushProperty name="color" value="#E71224"/>
    </inkml:brush>
  </inkml:definitions>
  <inkml:trace contextRef="#ctx0" brushRef="#br0">1 129 8192,'202'0'16362,"-152"0"-14702,1129 0-1660,-1133-2 0,52-9 0,43-3 0,386-11-7633,-170 5 432,-119 14 5258,1616 5 1062,-820 3 517,-806-16 364,-6 1 0,-58 12 2643,81 2 6480,23 0-2867,-237-3-6256,54-9 0,-54 6 0,52-3 0,903 48 0,-142-1 0,-483-39-496,-333 0 992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6:30.151"/>
    </inkml:context>
    <inkml:brush xml:id="br0">
      <inkml:brushProperty name="width" value="0.1" units="cm"/>
      <inkml:brushProperty name="height" value="0.1" units="cm"/>
      <inkml:brushProperty name="color" value="#E71224"/>
    </inkml:brush>
  </inkml:definitions>
  <inkml:trace contextRef="#ctx0" brushRef="#br0">307 206 8192,'-3'6'1371,"1"-1"0,0 1 0,-1-1 0,0 1 0,0-1 0,-1 0 0,0 0 0,0 0 0,-7 7 0,-6 8 1695,-20 32-2943,12-20 102,3 0-1,0 2 1,3 1-1,-26 59 1,19-38-225,21-47 0,-1 1 0,2 1 0,-1-1 0,1 1 0,1-1 0,0 1 0,-1 11 0,4-20 0,0-1 0,0 0 0,0 1 0,0-1 0,1 0 0,-1 1 0,1-1 0,-1 0 0,1 1 0,-1-1 0,1 0 0,0 0 0,-1 0 0,1 1 0,0-1 0,0 0 0,0 0 0,0 0 0,0 0 0,0-1 0,0 1 0,0 0 0,0 0 0,0-1 0,1 1 0,-1 0 0,0-1 0,1 1 0,-1-1 0,0 0 0,1 1 0,-1-1 0,2 0 0,53 3 0,-46-3 0,344-23-3000,-265 15 2644,4-4-2159,42-18-8615,-133 29 11103,1 1-1,-1-1 0,0 1 1,1-1-1,-1 0 0,0 0 1,1 0-1,-1 0 0,0-1 1,0 1-1,0 0 0,0-1 1,0 0-1,-1 1 0,1-1 1,0 0-1,-1 0 0,1 0 1,-1 0-1,0 0 0,0 0 1,1 0-1,0-3 0,-2 2 8,0 0 1,0-1-1,0 1 0,0 0 0,-1 0 0,1 0 0,-1 0 0,0 0 1,0 0-1,0 0 0,0 0 0,0 0 0,0 0 0,-1 0 0,0 0 0,0 1 1,-3-5-1,-17-20 20,-2 1 0,0 1 0,-2 1 0,-45-33 0,-127-72 0,179 116 0,-62-36 0,-242-162 0,296 190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19.811"/>
    </inkml:context>
    <inkml:brush xml:id="br0">
      <inkml:brushProperty name="width" value="0.1" units="cm"/>
      <inkml:brushProperty name="height" value="0.1" units="cm"/>
      <inkml:brushProperty name="color" value="#E71224"/>
    </inkml:brush>
  </inkml:definitions>
  <inkml:trace contextRef="#ctx0" brushRef="#br0">1588 1438 8192,'237'1'1714,"266"-2"1978,-135-32-7126,-4-33 1462,-296 52 1972,0-4 0,-1-2 0,-1-3 0,-1-3 0,98-55 0,-141 68 0,-2-2 0,1 0 0,-2-1 0,0 0 0,-1-2 0,-1 0 0,0-1 0,-2-1 0,24-39 0,-24 31 0,-1 0 0,-2-1 0,-1-1 0,-1 0 0,-1 0 0,-2-1 0,5-46 0,-8 38 0,-1-1 0,-2 0 0,-2 0 0,-7-49 0,5 71 0,-1 0 0,0 1 0,-1-1 0,-1 1 0,0 1 0,-2-1 0,0 1 0,0 0 0,-2 1 0,0 0 0,-22-25 0,16 24 0,-1 0 0,0 2 0,-2 0 0,1 1 0,-2 0 0,-35-16 0,23 16 0,0 1 0,0 2 0,-65-13 0,0 12 0,0 3 0,-119 7 0,153 2 0,-678 37 0,265 29 0,7 41 0,239-37 0,-297 137 0,526-207 0,-223 113 0,196-98 0,1 2 0,1 1 0,1 1 0,1 1 0,-38 42 0,55-54 0,0-1 0,1 1 0,1 0 0,-1 0 0,1 0 0,1 1 0,0 0 0,0 0 0,1 0 0,0 0 0,1 1 0,0-1 0,1 1 0,0 0 0,1-1 0,0 1 0,0 0 0,1-1 0,0 1 0,1-1 0,1 1 0,-1-1 0,2 0 0,-1 0 0,1 0 0,1 0 0,0-1 0,8 13 0,5 2 0,0 0 0,1-1 0,2-1 0,0 0 0,31 23 0,4-3 0,69 40 0,-37-32 0,2-4 0,2-4 0,2-4 0,183 48 0,-148-57 0,1-6 0,1-6 0,165 1 0,-200-17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23.174"/>
    </inkml:context>
    <inkml:brush xml:id="br0">
      <inkml:brushProperty name="width" value="0.1" units="cm"/>
      <inkml:brushProperty name="height" value="0.1" units="cm"/>
      <inkml:brushProperty name="color" value="#E71224"/>
    </inkml:brush>
  </inkml:definitions>
  <inkml:trace contextRef="#ctx0" brushRef="#br0">634 1 8192,'-10'1'1060,"1"1"1,0 0-1,-1 1 1,1 0 0,0 1-1,0 0 1,1 0-1,-1 0 1,-8 7-1,-3 1-197,8-5-863,1 2 0,0-1 0,0 2 0,0-1 0,-12 16 0,-19 17 0,25-25 0,1 0 0,1 1 0,-20 32 0,23-33 0,8-11 0,0 1 0,1 0 0,0 1 0,0-1 0,0 1 0,1-1 0,0 1 0,0 0 0,1 0 0,0 0 0,0-1 0,1 1 0,0 0 0,1 0 0,1 9 0,0-2 0,2-1 0,-1 0 0,2 1 0,0-1 0,0-1 0,1 1 0,10 14 0,-5-11 0,1-1 0,1 0 0,0-1 0,20 16 0,6 8 0,-26-25 0,-1-1 0,-1 2 0,16 25 0,-22-32 0,-1 1 0,0 0 0,-1 0 0,0 0 0,0 1 0,-1-1 0,0 1 0,1 14 0,-2-5-357,0-1 0,-2 1 0,-5 34 0,4-44 64,0 0 1,-1 0-1,0 0 0,0-1 0,-1 1 1,0-1-1,0 0 0,-1 0 1,-11 13-1,3-5-1142,0-1-1,-24 20 1,31-31 1154,0 1 0,0-1 1,-1 0-1,0 0 0,0-1 1,0 0-1,0 0 0,0-1 0,-15 3 1,-26 4 280,-1-3 0,0-2 0,0-2 0,-57-5 0,104 3 67,1 0 1,-1-1-1,1 1 1,0 0-1,-1-1 1,1 1-1,-1-1 1,1 1-1,0-1 1,0 0-1,-1 1 1,1-1 0,0 0-1,0 0 1,0 0-1,0 0 1,0 0-1,0 0 1,0 0-1,0 0 1,-1-2-1,1 0 98,0 0 0,0 1 0,0-1 0,0 0 0,0 0 1,1 0-1,-1-1 0,1-4 0,0-7-165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23.565"/>
    </inkml:context>
    <inkml:brush xml:id="br0">
      <inkml:brushProperty name="width" value="0.1" units="cm"/>
      <inkml:brushProperty name="height" value="0.1" units="cm"/>
      <inkml:brushProperty name="color" value="#E71224"/>
    </inkml:brush>
  </inkml:definitions>
  <inkml:trace contextRef="#ctx0" brushRef="#br0">35 0 8192,'-17'221'8158,"4"-99"-4848,8 9-3310,5-126 0,1-8 0,-1-4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24.249"/>
    </inkml:context>
    <inkml:brush xml:id="br0">
      <inkml:brushProperty name="width" value="0.1" units="cm"/>
      <inkml:brushProperty name="height" value="0.1" units="cm"/>
      <inkml:brushProperty name="color" value="#E71224"/>
    </inkml:brush>
  </inkml:definitions>
  <inkml:trace contextRef="#ctx0" brushRef="#br0">219 1 8192,'5'0'478,"0"0"-1,-1 0 1,1 0 0,0 1 0,0 0 0,-1 0 0,1 0 0,-1 0-1,1 1 1,-1-1 0,7 4 0,-8-2-96,0-1 1,-1 1-1,1 0 0,0 0 0,-1 0 1,0 0-1,1 0 0,-1 1 1,-1-1-1,1 1 0,0-1 0,-1 1 1,0-1-1,2 6 0,-1-3-382,-1 0 0,1 0 0,-1 0 0,0 1 0,-1-1 0,1 0 0,-1 0 0,-1 0 0,1 1 0,-3 9 0,2-12 0,-1 1 0,0-1 0,0 1 0,0-1 0,0 0 0,-1 0 0,0 0 0,0 0 0,0 0 0,0-1 0,-1 1 0,1-1 0,-1 0 0,-4 3 0,-9 6 0,-1 0 0,0-2 0,-1 0 0,-21 8 0,3-10 0,42-8 0,0 1 0,1-1 0,-1 1 0,0 0 0,0 0 0,0 0 0,0 1 0,0 0 0,0 0 0,-1 0 0,1 0 0,-1 1 0,1 0 0,-1 0 0,0 0 0,0 0 0,6 8 0,-5-6 0,-2-1 0,1 1 0,0 0 0,-1 1 0,0-1 0,0 1 0,-1-1 0,1 1 0,-1 0 0,-1 0 0,1 0 0,-1 0 0,0 0 0,1 12 0,-3-15-185,1 0-1,-1 1 1,0-1-1,0 0 1,0 0-1,0-1 1,0 1-1,0 0 1,-1 0 0,1-1-1,-1 1 1,0 0-1,0-1 1,0 0-1,0 1 1,-1-1-1,1 0 1,0 0-1,-5 2 1,-7 5-1533,0 0 1,-24 9-1,20-9 1228,-98 57-1626,98-56 2116</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24.903"/>
    </inkml:context>
    <inkml:brush xml:id="br0">
      <inkml:brushProperty name="width" value="0.1" units="cm"/>
      <inkml:brushProperty name="height" value="0.1" units="cm"/>
      <inkml:brushProperty name="color" value="#E71224"/>
    </inkml:brush>
  </inkml:definitions>
  <inkml:trace contextRef="#ctx0" brushRef="#br0">1 1 8192,'0'395'11468,"0"-392"-11468,0-1 0,0 1 0,0 0 0,0 0 0,1 0 0,-1 0 0,1 0 0,0-1 0,0 1 0,0 0 0,0 0 0,0-1 0,1 1 0,-1-1 0,1 1 0,2 2 0,-2-4 0,-1 0 0,1 0 0,0 0 0,-1 0 0,1 0 0,0-1 0,-1 1 0,1-1 0,0 1 0,0-1 0,0 0 0,-1 1 0,1-1 0,0 0 0,0 0 0,0 0 0,0-1 0,-1 1 0,1 0 0,0-1 0,0 1 0,-1-1 0,1 0 0,0 1 0,-1-1 0,4-2 0,5-3-149,-1-1 0,0 0-1,0 0 1,-1-1 0,0 0 0,-1-1 0,1 0-1,7-12 1,24-26-984,-4 12 836,-5 6-3830,44-55 0,-73 82 4077,1 1 0,-1-1 0,0 0 0,1 1-1,-1-1 1,1 1 0,0-1 0,0 1 0,-1 0 0,3-1-1,-3 1 53,-1 1 0,0 0 1,1 0-1,-1 0 0,0 0 0,1 0 0,-1 0 0,0 0 0,0 0 0,1 0 0,-1 0 0,0 0 0,1 0 0,-1 0 0,0 0 0,1 0 0,-1 1 0,0-1 0,0 0 0,1 0 0,-1 0 0,0 0 0,1 0 0,-1 1 0,0-1 1,1 1-1,4 14 53,-3 26 852,-4 63 0,1 28 635,1-130-1092,0 1 1,1-1 0,-1 1-1,1-1 1,-1 1 0,1-1 0,0 0-1,4 7 1163,-5-9-1536,0 0 1,1 0-1,-1 0 1,0 0-1,0 0 1,0 0-1,1 0 1,-1 0-1,0 0 1,0 0-1,0 0 0,1 0 1,-1 0-1,0 0 1,0 0-1,0 0 1,1 0-1,-1 0 1,0 0-1,0 0 1,8-13 1189,-3-2-1267</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25.216"/>
    </inkml:context>
    <inkml:brush xml:id="br0">
      <inkml:brushProperty name="width" value="0.1" units="cm"/>
      <inkml:brushProperty name="height" value="0.1" units="cm"/>
      <inkml:brushProperty name="color" value="#E71224"/>
    </inkml:brush>
  </inkml:definitions>
  <inkml:trace contextRef="#ctx0" brushRef="#br0">1 148 8192,'3'-3'958,"1"1"-1,0-1 1,0 1 0,0 0 0,1 0 0,-1 0 0,1 1-1,-1 0 1,7-2 0,21-7 932,162-91-1890,-177 92 0,-2 2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25.544"/>
    </inkml:context>
    <inkml:brush xml:id="br0">
      <inkml:brushProperty name="width" value="0.1" units="cm"/>
      <inkml:brushProperty name="height" value="0.1" units="cm"/>
      <inkml:brushProperty name="color" value="#E71224"/>
    </inkml:brush>
  </inkml:definitions>
  <inkml:trace contextRef="#ctx0" brushRef="#br0">70 0 8192,'-5'12'342,"1"0"1,1 0-1,0 0 0,1 0 1,0 1-1,0 24 1,-2 3 1205,-2 22 3464,-1 31-6549,0 11-420,3-27-2962,4 0 4631,-3 61 9736,-3-113-8301,1-20-706,1-18-265,1-45-176,3 35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25.843"/>
    </inkml:context>
    <inkml:brush xml:id="br0">
      <inkml:brushProperty name="width" value="0.1" units="cm"/>
      <inkml:brushProperty name="height" value="0.1" units="cm"/>
      <inkml:brushProperty name="color" value="#E71224"/>
    </inkml:brush>
  </inkml:definitions>
  <inkml:trace contextRef="#ctx0" brushRef="#br0">0 93 8192,'3'-3'11332,"4"-1"-11332,3 0 136,4 1-136,1 1 0,2 1 0,1-3 0,-1 0 0,1-3 0,0 1 0,0-3 0,-1 1 0,0-1 0,0 1 0,0 1 0,-3 0 0,-3 1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26.183"/>
    </inkml:context>
    <inkml:brush xml:id="br0">
      <inkml:brushProperty name="width" value="0.1" units="cm"/>
      <inkml:brushProperty name="height" value="0.1" units="cm"/>
      <inkml:brushProperty name="color" value="#E71224"/>
    </inkml:brush>
  </inkml:definitions>
  <inkml:trace contextRef="#ctx0" brushRef="#br0">1 49 8192,'9'0'8839,"2"-3"-8839,2-1 0,3 1 2629,1 0-2629,0 1 0,1 1 0,0-3 0,0 0 0,-1 0 0,0 1 0,1 1 0,-4-2 0,-1 0 0,0 0 0,-2 1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26.495"/>
    </inkml:context>
    <inkml:brush xml:id="br0">
      <inkml:brushProperty name="width" value="0.1" units="cm"/>
      <inkml:brushProperty name="height" value="0.1" units="cm"/>
      <inkml:brushProperty name="color" value="#E71224"/>
    </inkml:brush>
  </inkml:definitions>
  <inkml:trace contextRef="#ctx0" brushRef="#br0">1 14 8192,'3'0'11468,"4"0"-11468,3 0 0,4 0 0,1 0 0,2 0 0,1 0 0,-1 0 0,1 0 0,0 0 0,-1 0 0,1 0 0,-1 0 0,-3-3 0,-1-1 0,1 0 0,-3 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27.800"/>
    </inkml:context>
    <inkml:brush xml:id="br0">
      <inkml:brushProperty name="width" value="0.1" units="cm"/>
      <inkml:brushProperty name="height" value="0.1" units="cm"/>
      <inkml:brushProperty name="color" value="#E71224"/>
    </inkml:brush>
  </inkml:definitions>
  <inkml:trace contextRef="#ctx0" brushRef="#br0">359 38 8192,'-4'-3'844,"1"0"0,-1 1 1,1 0-1,-1-1 0,0 1 1,0 1-1,0-1 0,-6-1 1,-34-7 2583,21 7-3355,-1 1 1,0 0-1,1 2 1,-1 1 0,-28 5-1,48-6-73,0 1 0,-1 0 0,1 0 0,0 1 0,0-1 0,-1 1 0,1 0 0,0 0 0,1 0 0,-1 1 0,0 0 0,1-1 0,-1 1 0,-3 5 0,3-4 0,1 1 0,0 0 0,1 0 0,-1 0 0,1 0 0,0 0 0,0 1 0,0-1 0,1 0 0,0 1 0,-1 6 0,-5 33-2757,2 1 1,2 1-1,4 53 0,0-95 2747,-1 0-1,1 0 1,0 0-1,0-1 1,0 1-1,1 0 1,0-1-1,0 1 1,0-1-1,0 0 1,1 0-1,0 0 1,0 0-1,0 0 1,0 0-1,0-1 1,1 1-1,-1-1 0,1 0 1,0 0-1,0 0 1,1-1-1,-1 0 1,0 1-1,1-1 1,-1-1-1,1 1 1,0-1-1,-1 0 1,1 0-1,0 0 1,0 0-1,0-1 1,0 0-1,-1 0 1,1 0-1,0-1 1,0 0-1,0 0 1,0 0-1,6-3 1,-4 2 10,0-1 0,0-1 0,-1 1 0,1-1 0,-1 0 0,0 0 0,9-8 0,36-42 0,-26 27 0,-23 25 0,14-14 0,21-29 0,-33 39 0,0 0 0,0 0 0,-1 0 0,0-1 0,0 1 0,-1-1 0,1 1 0,-2-1 0,3-10 0,-3 8 0,-1 4 0,0 0 0,1 1 0,0-1 0,0 0 0,0 1 0,0-1 0,4-5 0,0 40 0,-4-9 0,7 33 0,0-7 0,-2-8 0,17 52 0,-7-30 0,-13-47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31.358"/>
    </inkml:context>
    <inkml:brush xml:id="br0">
      <inkml:brushProperty name="width" value="0.1" units="cm"/>
      <inkml:brushProperty name="height" value="0.1" units="cm"/>
      <inkml:brushProperty name="color" value="#E71224"/>
    </inkml:brush>
  </inkml:definitions>
  <inkml:trace contextRef="#ctx0" brushRef="#br0">1013 1 8192,'2'72'2460,"-1"-32"542,-1 0 1,-6 51 0,3-80-3003,0 1 0,0-1 0,-1 0 0,-1 0 0,0 0 0,-11 18 0,-1-3 0,-27 32 0,12-21 0,-2-2 0,-2-2 0,0-1 0,-2-1 0,-75 44 0,32-19 0,50-33 0,-2-1 0,-44 22 0,68-39 0,-1-1 0,0 0 0,0-1 0,0 0 0,0-1 0,0 0 0,0 0 0,-1-1 0,1 0 0,-1-1 0,1 0 0,0-1 0,-14-2 0,18 1 0,1 1 0,-1-1 0,1-1 0,0 1 0,0-1 0,0 0 0,0 0 0,1 0 0,-1 0 0,1-1 0,-1 0 0,1 0 0,0 0 0,1-1 0,-7-8 0,-1-6 0,1-1 0,-15-38 0,-4-6 0,-51-58 0,72 108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31.760"/>
    </inkml:context>
    <inkml:brush xml:id="br0">
      <inkml:brushProperty name="width" value="0.1" units="cm"/>
      <inkml:brushProperty name="height" value="0.1" units="cm"/>
      <inkml:brushProperty name="color" value="#E71224"/>
    </inkml:brush>
  </inkml:definitions>
  <inkml:trace contextRef="#ctx0" brushRef="#br0">35 1 8192,'-2'33'2677,"-1"1"1,-12 49 0,1 1 757,13-125-3435,2 26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32.025"/>
    </inkml:context>
    <inkml:brush xml:id="br0">
      <inkml:brushProperty name="width" value="0.1" units="cm"/>
      <inkml:brushProperty name="height" value="0.1" units="cm"/>
      <inkml:brushProperty name="color" value="#E71224"/>
    </inkml:brush>
  </inkml:definitions>
  <inkml:trace contextRef="#ctx0" brushRef="#br0">1 66 8192,'106'-5'3708,"1"-5"0,115-27 0,-167 27-3364,-36 6-344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37.753"/>
    </inkml:context>
    <inkml:brush xml:id="br0">
      <inkml:brushProperty name="width" value="0.1" units="cm"/>
      <inkml:brushProperty name="height" value="0.1" units="cm"/>
      <inkml:brushProperty name="color" value="#E71224"/>
    </inkml:brush>
  </inkml:definitions>
  <inkml:trace contextRef="#ctx0" brushRef="#br0">1 35 8192,'106'-3'8465,"0"-4"-5462,344-18-3003,1554 26-8776,-1083-1 6084,-723 9 3339,-14 0-799,433-9-375,-290-1 1054,-220 10 5265,3-1-611,-73-8-5181,21-1 0,98 12 0,-102-5 0,1-3 0,56-4 0,-37 0 0,-57 1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38.636"/>
    </inkml:context>
    <inkml:brush xml:id="br0">
      <inkml:brushProperty name="width" value="0.1" units="cm"/>
      <inkml:brushProperty name="height" value="0.1" units="cm"/>
      <inkml:brushProperty name="color" value="#E71224"/>
    </inkml:brush>
  </inkml:definitions>
  <inkml:trace contextRef="#ctx0" brushRef="#br0">0 53 8192,'50'0'1406,"263"-3"6324,-105-8-10843,629-22-2811,-760 32 5825,1090-4 99,-660 7 0,-201 15 0,-53-1 0,-129-13 0,167 6 0,415-1 0,-433-10 0,261 2 3945,-520 0 929</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40.671"/>
    </inkml:context>
    <inkml:brush xml:id="br0">
      <inkml:brushProperty name="width" value="0.1" units="cm"/>
      <inkml:brushProperty name="height" value="0.1" units="cm"/>
      <inkml:brushProperty name="color" value="#E71224"/>
    </inkml:brush>
  </inkml:definitions>
  <inkml:trace contextRef="#ctx0" brushRef="#br0">1 121 8192,'176'1'10922,"-28"0"-9089,194-10-5916,17-10-3342,-236 14 6178,498 0 1247,-357 7 0,-40-1 2869,238-3 5730,-335-6-9214,57-1-1246,685 9 211,-701 9 2090,-5 0-1470,-143-9 605,249 10-5902,-51-5 6327,-63-3 0,-58 6 0,26 1 0,-64-8 0,67 8 0,-49-2 0,136-5 0,-102-4 0,1440 2 0,-1401-9 601,7 0 2946,-63 9 2320,0 0-3638,186-18-5801,-172 7 2061,56-8-3021,199-14 3310,1 29-169,-328 4 1375,79-9-108,3 0 743,-31 11-280,148-3-1173,-145-7 981,34-1 91,810 10 7023,-764 7-5944,-3 1-8511,4-11 5791,136 4 1037,-154 14 5074,-137-15 2052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44.542"/>
    </inkml:context>
    <inkml:brush xml:id="br0">
      <inkml:brushProperty name="width" value="0.1" units="cm"/>
      <inkml:brushProperty name="height" value="0.1" units="cm"/>
      <inkml:brushProperty name="color" value="#E71224"/>
    </inkml:brush>
  </inkml:definitions>
  <inkml:trace contextRef="#ctx0" brushRef="#br0">0 35 8192,'93'-2'8465,"0"-7"-5462,83-6-3003,198 7 0,-347 8 0,2623 0-11468,-2453 17 11468,-20 0 0,12-9 0,76 1 0,193 1 0,-285 0 0,508 22 0,-479-25 0,131 3 0,-302-10 0,343 9 0,110 0 2724,-299-11-2092,33-8-1512,-126 4 3691,97 6 0,31-2 559,-148-6-3370,-43 4 0,40-1 0,116 7 0,224-4 0,-285-6 0,67-1 0,-45 11 0,161-3 0,-240-6 0,-38 3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46.006"/>
    </inkml:context>
    <inkml:brush xml:id="br0">
      <inkml:brushProperty name="width" value="0.1" units="cm"/>
      <inkml:brushProperty name="height" value="0.1" units="cm"/>
      <inkml:brushProperty name="color" value="#E71224"/>
    </inkml:brush>
  </inkml:definitions>
  <inkml:trace contextRef="#ctx0" brushRef="#br0">1 196 8192,'225'1'1346,"244"-3"2771,-86-14-9580,-79 7 5463,105 0 0,1210 10 2476,-1190-28-4485,-197 8 1542,-114 11 467,191-8 0,1133 17 11468,-1410-2-11468,33-6 0,20-2 0,264 9 0,18-1 0,-253-7 0,43 0 0,-120 6 0,-1-1 0,0-2 0,62-16 0,-97 21 0,1 0 0,-1 0 0,1-1 0,-1 1 0,1-1 0,-1 1 0,0-1 0,1 1 0,-1-1 0,0 0 0,1 1 0,-1-1 0,0 0 0,0 0 0,1 0 0,-1 0 0,0 0 0,0 0 0,0 0 0,-1-1 0,1 1 0,0 0 0,1-3 0,-3-3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49.116"/>
    </inkml:context>
    <inkml:brush xml:id="br0">
      <inkml:brushProperty name="width" value="0.1" units="cm"/>
      <inkml:brushProperty name="height" value="0.1" units="cm"/>
      <inkml:brushProperty name="color" value="#E71224"/>
    </inkml:brush>
  </inkml:definitions>
  <inkml:trace contextRef="#ctx0" brushRef="#br0">0 35 8192,'882'0'10098,"-443"0"-8728,-341-8-1370,-1-1 0,53 11-1069,99-4-1218,-141-6-617,53-1-2304,1445 10 5208,-1315 15 0,-49 17 0,651 34 0,-180-29 0,-585-32 0,232 5 0,-83-2 0,-1-1 0,-250-8 0,350 10 0,124-2 0,-306-10 0,585 2 495,-750-1 601,35-6 1,-12 0-209,-17 5-3584,38 1 3576,154-8 7097,10 1-7128,5-1 33,1 4-882,-32 3 0,-149-7 0,-40 6 0,36-3 0,11 7 0,49-2 0,-70-6 0,-34 3 0,1 2 0,18-1 0,64 3 0,-29 0 0,90-10 0,-77 3-1358,139 5 0,-104 4 718,160-2 3558,-264-1-2736,1 0 1,23-6-1,-23 4-218,1 1 0,16-2-1,14 3 37,-13 1 0,0-1 0,34-6 0,-14 1 0,-36 5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52.554"/>
    </inkml:context>
    <inkml:brush xml:id="br0">
      <inkml:brushProperty name="width" value="0.1" units="cm"/>
      <inkml:brushProperty name="height" value="0.1" units="cm"/>
      <inkml:brushProperty name="color" value="#E71224"/>
    </inkml:brush>
  </inkml:definitions>
  <inkml:trace contextRef="#ctx0" brushRef="#br0">411 138 8192,'0'10'792,"-1"0"0,0 0 0,0 0 0,-1-1 0,-1 1 0,0-1 0,-4 10 0,-4 7 1762,-19 28-1,27-49-2528,-23 51-25,20-40 0,-1 0 0,-11 17 0,-29 30 0,16-24 0,14-19 0,0-2 0,-32 28 0,29-28 0,0 1 0,-18 23 0,35-37 0,0 0 0,0 0 0,1 1 0,-1-1 0,2 1 0,-1-1 0,0 1 0,1 0 0,-1 6 0,1-4 0,-1 1 0,0-1 0,-5 14 0,1-10 0,3-9 0,1 1 0,1 0 0,-1 0 0,0 0 0,-1 7 0,3-10 0,0-1 0,0 0 0,0 1 0,0-1 0,0 0 0,1 1 0,-1-1 0,0 1 0,0-1 0,0 0 0,0 1 0,1-1 0,-1 0 0,0 1 0,0-1 0,1 0 0,-1 0 0,0 1 0,0-1 0,1 0 0,-1 0 0,0 1 0,1-1 0,-1 0 0,0 0 0,1 0 0,-1 0 0,0 0 0,1 1 0,-1-1 0,1 0 0,-1 0 0,0 0 0,1 0 0,-1 0 0,1 0 0,-1 0 0,0 0 0,1 0 0,-1 0 0,1-1 0,20-2 0,-17 2 0,105-22-1811,102-16-4730,-150 33 6105,699-58-2244,-536 46 4591,-221 18-1704,1-1 0,-1 1 0,0-1 0,0 0 1,0 0-1,0 0 0,0-1 0,0 1 0,0-1 0,0 0 0,-1 1 0,1-1 0,-1 0 0,1-1 0,-1 1 0,0 0 0,0-1 0,0 1 0,0-1 1,0 0-1,0 0 0,-1 0 0,1 1 0,-1-1 0,0-1 0,0 1 0,0 0 0,0 0 0,0-6 0,0 3 16,-1 0 0,1-1 0,-1 1 0,0 0 0,-1 0 0,1-1 0,-1 1 0,-1 0 0,1 0 0,-1 0 0,0 0 0,0 0 0,-1 1 0,-6-12 0,-5-3-223,-2 1 0,0 0 0,-2 2 0,-37-32 0,-3 5-2210,-1 3 1,-3 2-1,-117-55 0,46 29 780,-19-8 21,125 61 1939,-1 2 0,0 2 1,-64-12 9556</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5:53.689"/>
    </inkml:context>
    <inkml:brush xml:id="br0">
      <inkml:brushProperty name="width" value="0.1" units="cm"/>
      <inkml:brushProperty name="height" value="0.1" units="cm"/>
      <inkml:brushProperty name="color" value="#E71224"/>
    </inkml:brush>
  </inkml:definitions>
  <inkml:trace contextRef="#ctx0" brushRef="#br0">214 308 8192,'4'5'684,"-1"0"1,1 1 0,-1-1-1,1 1 1,-2 0 0,1-1-1,3 11 1,9 45 5276,-14-57-5931,4 30-30,-2 0 0,-1 1 0,-4 57 0,0-16 0,2-60 0,-1 0 0,0 0 0,-1 0 0,-5 16 0,-11 79 0,14-87 0,2 0 0,0 1 0,2-1 0,2 32 0,-2-54 0,0 0 0,1-1 0,-1 1 0,0 0 0,1-1 0,-1 1 0,1-1 0,0 1 0,-1-1 0,1 1 0,0-1 0,0 1 0,0-1 0,0 0 0,0 0 0,0 1 0,0-1 0,0 0 0,1 0 0,-1 0 0,0 0 0,1 0 0,-1 0 0,1-1 0,-1 1 0,1 0 0,-1-1 0,1 1 0,0-1 0,-1 0 0,1 1 0,-1-1 0,1 0 0,0 0 0,-1 0 0,1 0 0,0 0 0,1-1 0,8 0 0,0-1 0,0-1 0,0 0 0,15-6 0,-18 6 0,52-18-1192,-4 3-2631,88-44-1,-76 28 3333,-36 19-44,0-1 1,0-2-1,43-34 1,-71 48 607,1-1 0,-1 1 0,0-1 1,0 0-1,-1-1 0,0 1 0,0-1 0,0 1 1,0-1-1,-1 0 0,0 0 0,0 0 0,-1 0 1,0 0-1,1-9 0,-1 3 178,-1 0 1,0 0-1,0-1 0,-1 1 1,-1 0-1,0 1 0,-5-15 0,4 18-313,0 1-1,0 0 1,-1-1-1,0 1 1,0 1-1,-1-1 1,-10-11-1,-46-39-1972,18 19 4955,-16-16-4066,-2 3 0,-133-86 0,173 124 1102,-56-36 16,-1 3 0,-97-40 0,134 69 28,5 3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08.612"/>
    </inkml:context>
    <inkml:brush xml:id="br0">
      <inkml:brushProperty name="width" value="0.1" units="cm"/>
      <inkml:brushProperty name="height" value="0.1" units="cm"/>
      <inkml:brushProperty name="color" value="#E71224"/>
    </inkml:brush>
  </inkml:definitions>
  <inkml:trace contextRef="#ctx0" brushRef="#br0">1 1111 8192,'14'1'2352,"1"1"-1,-1 1 1,19 5 0,12 1-2055,4-2-430,-1-3 1,1-2-1,71-5 0,-34-7-397,91-21-1,30-7-3525,367-18 0,-218 38 4056,-73-1 0,-188 5 0,101-29 0,-107 21 0,40-15 767,18-5 942,-133 40-997,-1 0 1,1-2-1,-1 1 1,0-2 0,-1 0-1,1 0 1,-1-1-1,0-1 1,0 0 0,-1 0-1,19-17 1,6-10-242,-18 19-478,0-2-1,-2 0 1,18-24-1,-13 12 8,-2-1 0,0-1 0,26-64 0,-41 84 0,0 0 0,-1 0 0,0-1 0,-1 1 0,0-1 0,-1 1 0,0-1 0,-1 0 0,0 1 0,-1-1 0,0 0 0,-1 1 0,0-1 0,-1 1 0,-1 0 0,-4-12 0,4 15 0,-1 0 0,0 0 0,0 0 0,-1 1 0,0 0 0,0 0 0,0 1 0,-1 0 0,0 0 0,-11-7 0,-9-5 0,-47-21 0,49 27 0,-2 0-91,-1 1-1,0 1 1,0 1-1,-1 2 1,-1 1-1,-46-4 1,-185 6-1242,165 6 830,-110-2 1807,-491 18-627,639-14-471,-270 26-11,233-17-341,-134 36 1,220-46 136,-381 122-8334,368-116 8133,1 1 0,0 1-1,0 1 1,1 1 0,1 1 0,0 0 0,1 2 0,0 0 0,1 1 0,1 0 0,1 2 0,-19 29 0,12-14 2686,13-22-1981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5:18.280"/>
    </inkml:context>
    <inkml:brush xml:id="br0">
      <inkml:brushProperty name="width" value="0.1" units="cm"/>
      <inkml:brushProperty name="height" value="0.1" units="cm"/>
      <inkml:brushProperty name="color" value="#E71224"/>
    </inkml:brush>
  </inkml:definitions>
  <inkml:trace contextRef="#ctx0" brushRef="#br0">0 1 8192,'13'0'1428,"118"1"5865,-1 8-4546,240 12-2747,-236-17 0,-5 4 0,40 1 0,-62-10 0,164 8 0,219 5-7376,-319-14 5913,2 2-1294,-92 0 14353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5:22.362"/>
    </inkml:context>
    <inkml:brush xml:id="br0">
      <inkml:brushProperty name="width" value="0.1" units="cm"/>
      <inkml:brushProperty name="height" value="0.1" units="cm"/>
      <inkml:brushProperty name="color" value="#E71224"/>
    </inkml:brush>
  </inkml:definitions>
  <inkml:trace contextRef="#ctx0" brushRef="#br0">0 19 8192,'423'0'10356,"0"0"-7598,1 0-5514,0 0-3979,265 0 3112,-540-9 3623,4 0 0,1374 9 11468,-1513 0-11468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5:28.359"/>
    </inkml:context>
    <inkml:brush xml:id="br0">
      <inkml:brushProperty name="width" value="0.1" units="cm"/>
      <inkml:brushProperty name="height" value="0.1" units="cm"/>
      <inkml:brushProperty name="color" value="#E71224"/>
    </inkml:brush>
  </inkml:definitions>
  <inkml:trace contextRef="#ctx0" brushRef="#br0">0 0 8192,'140'0'8862,"0"0"-6302,318 0-13006,-262 0 9823,1089 0 270,-754 18 353,-59-1 0,141-18 0,-582 1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5:30.731"/>
    </inkml:context>
    <inkml:brush xml:id="br0">
      <inkml:brushProperty name="width" value="0.1" units="cm"/>
      <inkml:brushProperty name="height" value="0.1" units="cm"/>
      <inkml:brushProperty name="color" value="#E71224"/>
    </inkml:brush>
  </inkml:definitions>
  <inkml:trace contextRef="#ctx0" brushRef="#br0">1 52 8192,'548'0'3236,"272"0"-4928,-153 0 148,-126-16 1544,-525 15 0,288-17 0,-200 11 0,82-3 0,726 43 0,-365 15 0,256 27 0,-145 3 0,501 49 0,-570-98 0,-1-26 0,-427-3 0,96 10 0,-103-3 0,-41-2 0,383 7 0,-211-11 0,279-3 0,-338-5 0,93-2 0,-252 9 0,751 10 0,-351 8 0,-336-10 0,288 8 0,1062-17 6591,-791 2-5659,-661-3-2265,0-1 0,38-9 0,-2 1 458,286-15 5,2 26-544,-138 2 1049,-209-2 365,1122 22 0,-646 3 0,305 19 0,-168-32 9958,-436-12-8448,-174-1-1510,0 0 0,0-1 0,-1 0 0,1 0 0,0-1 0,-1 0 0,0-1 0,1 0 0,-1 0 0,-1 0 0,14-11 0,-18 13 0,10-6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1:50.708"/>
    </inkml:context>
    <inkml:brush xml:id="br0">
      <inkml:brushProperty name="width" value="0.1" units="cm"/>
      <inkml:brushProperty name="height" value="0.1" units="cm"/>
      <inkml:brushProperty name="color" value="#E71224"/>
    </inkml:brush>
  </inkml:definitions>
  <inkml:trace contextRef="#ctx0" brushRef="#br0">0 230 18443,'3055'-229'0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1:55.351"/>
    </inkml:context>
    <inkml:brush xml:id="br0">
      <inkml:brushProperty name="width" value="0.1" units="cm"/>
      <inkml:brushProperty name="height" value="0.1" units="cm"/>
      <inkml:brushProperty name="color" value="#E71224"/>
    </inkml:brush>
  </inkml:definitions>
  <inkml:trace contextRef="#ctx0" brushRef="#br0">0 80 8192,'7'4'534,"-1"0"0,1 0 1,0-1-1,0 0 0,0 0 1,1 0-1,-1-1 0,0 0 1,1-1-1,0 0 0,10 1 1,10 2 1405,80 14-2652,0-4 1,137-1-1,220-26-4973,319-59 5429,42-2-20,-784 72 276</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01.553"/>
    </inkml:context>
    <inkml:brush xml:id="br0">
      <inkml:brushProperty name="width" value="0.1" units="cm"/>
      <inkml:brushProperty name="height" value="0.1" units="cm"/>
      <inkml:brushProperty name="color" value="#E71224"/>
    </inkml:brush>
  </inkml:definitions>
  <inkml:trace contextRef="#ctx0" brushRef="#br0">0 0 8192,'0'0'0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05.072"/>
    </inkml:context>
    <inkml:brush xml:id="br0">
      <inkml:brushProperty name="width" value="0.1" units="cm"/>
      <inkml:brushProperty name="height" value="0.1" units="cm"/>
      <inkml:brushProperty name="color" value="#E71224"/>
    </inkml:brush>
  </inkml:definitions>
  <inkml:trace contextRef="#ctx0" brushRef="#br0">1 319 8192,'4'3'238,"-1"0"0,1-1 0,0 1 0,0-1 0,0 0 0,1 0 0,-1 0 0,1-1 0,-1 1 0,1-1 0,-1 0-1,1 0 1,6 0 0,69 0 4623,-54-1-4214,238 12 3022,6 1-631,26 0-7235,-13-1-4581,315-32 6207,-583 19 2571,156-9 0,354-10 0,-311 6 0,-22 1 0,38 0-140,5 0 839,1167 12-2210,-1038 2 6270,0 0 6947,-250-4-8656,53-14-3591,100-31 541,-233 41 0,65-4 0,-64 8 0,-2 0 0,36-10 0,-31 5 0,0 2 0,49-2 0,-43 4 0,-12 0 0,58-16 0,-62 13 0,0 0 0,50-4 0,0 9 0,-35 2 0,-1-2 0,53-9 0,-34 3-1415,0 2 1,1 4 0,69 5 0,-11-1-855,-32-1-2779,122 14 0,-112-5 5048,180-7 0,-140-5 0,-93 0 95,55-10-1,-55 6 4,58-2 0,301-10-483,-356 15 385,57 2 0,29-1 0,-49-10 0,-51 6 0,46-2 0,85 9 0,67-2 0,-130-12 0,-56 7 0,53-2 0,1 11 2406,-63 0 747,1-2 0,0-2 0,60-8 0,-75 4-149</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10.475"/>
    </inkml:context>
    <inkml:brush xml:id="br0">
      <inkml:brushProperty name="width" value="0.1" units="cm"/>
      <inkml:brushProperty name="height" value="0.1" units="cm"/>
      <inkml:brushProperty name="color" value="#E71224"/>
    </inkml:brush>
  </inkml:definitions>
  <inkml:trace contextRef="#ctx0" brushRef="#br0">0 2 8192,'4'3'1142,"1"0"1,-1-1 0,0 1-1,1-1 1,-1 1 0,1-1-1,0-1 1,0 1 0,0-1-1,7 2 1,34 4 3311,-19-3-3455,47 6-999,-1-4 0,87-4 0,64 5 0,-44 5-1904,239-8-9069,-263-4 8282,549 0 237,-659 2 3208,54 9 1,37 3 2091,1036-13-5580,-571-3 1113,-526 2 1621,560-16 0,-324 2 2651,158 15 6082,-169 2-4667,-110-17-1805,11 1-1950,642 14-311,-814-3-2404,-1-1 0,1-2 1,41-11-1,2 0-1307,-23 8 4494,11 5 8790,-21 3-6603,-18 1-2970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34:12.515"/>
    </inkml:context>
    <inkml:brush xml:id="br0">
      <inkml:brushProperty name="width" value="0.1" units="cm"/>
      <inkml:brushProperty name="height" value="0.1" units="cm"/>
      <inkml:brushProperty name="color" value="#E71224"/>
    </inkml:brush>
  </inkml:definitions>
  <inkml:trace contextRef="#ctx0" brushRef="#br0">0 156 8192,'75'0'13736,"-25"0"-9450,177 2-4286,241-5 0,-345-9 0,45-1 0,-122 13 0,52 0 0,108-15 0,28-12 0,-2-3 0,-142 24-446,91 4 1,82-4-1140,427-37-13961,90 46 17335,393-4 5243,-254-1-771,-837 5-2686,40 10-4210,-63-6 635,0-3 0,69-3 0,-85-2 0,-19 1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32.570"/>
    </inkml:context>
    <inkml:brush xml:id="br0">
      <inkml:brushProperty name="width" value="0.1" units="cm"/>
      <inkml:brushProperty name="height" value="0.1" units="cm"/>
      <inkml:brushProperty name="color" value="#E71224"/>
    </inkml:brush>
  </inkml:definitions>
  <inkml:trace contextRef="#ctx0" brushRef="#br0">1 8 8192,'17'5'1153,"1"-1"0,0-2 0,31 2-1,-7-1 2589,110 9-4275,202-7-6751,-275-5 6752,191 0 533,710 9 0,378-1 0,-835-9 0,-129 2 0,421-3 0,-62-25 0,-456 3 0,-269 21 1911,-6-1 7646</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34.731"/>
    </inkml:context>
    <inkml:brush xml:id="br0">
      <inkml:brushProperty name="width" value="0.1" units="cm"/>
      <inkml:brushProperty name="height" value="0.1" units="cm"/>
      <inkml:brushProperty name="color" value="#E71224"/>
    </inkml:brush>
  </inkml:definitions>
  <inkml:trace contextRef="#ctx0" brushRef="#br0">335 55 8192,'0'2'166,"0"-1"1,0 0 0,-1 1 0,1-1-1,-1 1 1,0-1 0,1 0-1,-1 1 1,0-1 0,0 0-1,1 0 1,-1 1 0,0-1-1,0 0 1,-1 0 0,1 0 0,0 0-1,0 0 1,-2 1 0,-30 15 5100,21-11-4164,-1 2-705,0 1 0,-21 18 0,20-15-113,-28 18 0,24-19-285,0 0 0,1 2 0,1 0 0,-1 1 0,2 1 0,0 0 0,-18 24 0,33-38-10,-1 0 0,0 0 0,0 0 1,1 0-1,-1 0 0,1 0 0,-1 1 0,1-1 0,-1 0 0,1 0 0,0 0 0,-1 0 0,1 1 1,0-1-1,0 0 0,0 0 0,0 1 0,0-1 0,0 0 0,0 0 0,0 1 0,1-1 0,-1 0 1,1 2-1,0-2-32,0 1 1,1-1 0,-1 1 0,0-1-1,1 0 1,-1 0 0,1 1 0,-1-1-1,1 0 1,0 0 0,-1-1-1,1 1 1,0 0 0,2 0 0,6 2-281,0-1 0,0 0 0,1 0 0,16 0 0,215-2-6229,-105-1 4110,-108 5 2441,-24-3 0,-1 0 0,1-1 0,0 1 0,-1-1 0,7 0 0,-10 0 0,-1 0 0,0 0 0,1 0 0,-1 0 0,0-1 0,1 1 0,-1 0 0,0 0 0,1 0 0,-1 0 0,0 0 0,0-1 0,1 1 0,-1 0 0,0 0 0,0 0 0,1-1 0,-1 1 0,0 0 0,0 0 0,1-1 0,-1 1 0,0 0 0,0-1 0,0 1 0,0 0 0,0 0 0,1-1 0,-1 1 0,0 0 0,0-1 0,0 1 0,0 0 0,0-1 0,-5-15 0,-13-12 0,-73-64 0,39 42 0,-157-142 11468</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35.776"/>
    </inkml:context>
    <inkml:brush xml:id="br0">
      <inkml:brushProperty name="width" value="0.1" units="cm"/>
      <inkml:brushProperty name="height" value="0.1" units="cm"/>
      <inkml:brushProperty name="color" value="#E71224"/>
    </inkml:brush>
  </inkml:definitions>
  <inkml:trace contextRef="#ctx0" brushRef="#br0">70 1 8192,'-4'95'0,"-26"142"0,19-161 0,9-67 6,-8 60 1229,-3 102 0,14-152-740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36.260"/>
    </inkml:context>
    <inkml:brush xml:id="br0">
      <inkml:brushProperty name="width" value="0.1" units="cm"/>
      <inkml:brushProperty name="height" value="0.1" units="cm"/>
      <inkml:brushProperty name="color" value="#E71224"/>
    </inkml:brush>
  </inkml:definitions>
  <inkml:trace contextRef="#ctx0" brushRef="#br0">0 141 8192,'1'7'642,"0"0"0,1-1 0,0 1-1,0-1 1,0 0 0,1 0 0,0 0 0,0 0 0,0 0 0,1 0 0,0-1 0,0 0 0,8 9 0,19 28 1839,-10-3-2481,40 63 0,-50-86 0,1-1 0,0 0 0,1 0 0,18 14 0,-20-18 0,0 0 0,18 25 0,-26-32 0,-3-3 0,1 0 0,0-1 0,-1 1 0,1 0 0,0 0 0,-1 0 0,1-1 0,0 1 0,0 0 0,0-1 0,0 1 0,0-1 0,-1 1 0,1-1 0,0 1 0,0-1 0,0 0 0,0 1 0,0-1 0,1 0 0,-1 0 0,0 0 0,0 0 0,0 0 0,2 0 0,-1-1 0,0 1 0,-1-1 0,1 0 0,0 0 0,0 0 0,-1-1 0,1 1 0,-1 0 0,1 0 0,-1-1 0,1 1 0,1-4 0,5-5 0,-2-1 0,1 0 0,6-17 0,-10 22 0,38-97-4273,40-150 0,-56 171 3115,-16 50-253,-2 5 1058</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40.696"/>
    </inkml:context>
    <inkml:brush xml:id="br0">
      <inkml:brushProperty name="width" value="0.1" units="cm"/>
      <inkml:brushProperty name="height" value="0.1" units="cm"/>
      <inkml:brushProperty name="color" value="#E71224"/>
    </inkml:brush>
  </inkml:definitions>
  <inkml:trace contextRef="#ctx0" brushRef="#br0">0 69 15886,'7433'-69'0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45.905"/>
    </inkml:context>
    <inkml:brush xml:id="br0">
      <inkml:brushProperty name="width" value="0.1" units="cm"/>
      <inkml:brushProperty name="height" value="0.1" units="cm"/>
      <inkml:brushProperty name="color" value="#E71224"/>
    </inkml:brush>
  </inkml:definitions>
  <inkml:trace contextRef="#ctx0" brushRef="#br0">316 0 8192,'-2'1'178,"1"-1"0,-1 0 0,1 1 0,-1-1 0,1 1 1,0 0-1,-1-1 0,1 1 0,0 0 0,-1 0 0,1 0 1,0 0-1,0 0 0,-2 2 0,-17 20 4396,9-9-3001,-1-4-1263,1-1 0,-2 0-1,1-1 1,-14 7-1,9-5 242,-27 19-1,-27 20-550,26-19 0,34-22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46.242"/>
    </inkml:context>
    <inkml:brush xml:id="br0">
      <inkml:brushProperty name="width" value="0.1" units="cm"/>
      <inkml:brushProperty name="height" value="0.1" units="cm"/>
      <inkml:brushProperty name="color" value="#E71224"/>
    </inkml:brush>
  </inkml:definitions>
  <inkml:trace contextRef="#ctx0" brushRef="#br0">122 1 8192,'-1'9'489,"0"-1"0,-1 1 0,0 0 1,-4 13-1,-3 7 421,-84 459 7202,86-417-8112,14-92 0,-3 2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46.807"/>
    </inkml:context>
    <inkml:brush xml:id="br0">
      <inkml:brushProperty name="width" value="0.1" units="cm"/>
      <inkml:brushProperty name="height" value="0.1" units="cm"/>
      <inkml:brushProperty name="color" value="#E71224"/>
    </inkml:brush>
  </inkml:definitions>
  <inkml:trace contextRef="#ctx0" brushRef="#br0">253 0 8192,'0'3'254,"-1"-1"1,1 1 0,0-1-1,-1 1 1,0-1 0,1 1-1,-1-1 1,0 0 0,0 1-1,-1-1 1,1 0 0,0 0-1,-1 0 1,1 0 0,-1 0-1,-2 2 1,-35 26 4994,9-8-3359,10-2-1890,4-5 0,-25 19 0,34-29-982,1 1 1,-1 0-1,1 1 0,-6 8 1,6-8 40,0 0 0,0 0 0,-12 10 0,5-9 1501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47.168"/>
    </inkml:context>
    <inkml:brush xml:id="br0">
      <inkml:brushProperty name="width" value="0.1" units="cm"/>
      <inkml:brushProperty name="height" value="0.1" units="cm"/>
      <inkml:brushProperty name="color" value="#E71224"/>
    </inkml:brush>
  </inkml:definitions>
  <inkml:trace contextRef="#ctx0" brushRef="#br0">1 1 8192,'3'0'3356,"14"0"2127,-3 0-5483,1 0 0,2 0 2629,0 0-2629,1 0 0,0 0 0,-1 0 0,1 0 0,-4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47.804"/>
    </inkml:context>
    <inkml:brush xml:id="br0">
      <inkml:brushProperty name="width" value="0.1" units="cm"/>
      <inkml:brushProperty name="height" value="0.1" units="cm"/>
      <inkml:brushProperty name="color" value="#E71224"/>
    </inkml:brush>
  </inkml:definitions>
  <inkml:trace contextRef="#ctx0" brushRef="#br0">0 176 8192,'12'-10'1538,"-1"1"1,1 1 0,1 0-1,0 0 1,23-9 0,4-3 697,-15 8-2236,32-11 0,9-3 0,-34 14 0,7-3 0,-29 8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48.319"/>
    </inkml:context>
    <inkml:brush xml:id="br0">
      <inkml:brushProperty name="width" value="0.1" units="cm"/>
      <inkml:brushProperty name="height" value="0.1" units="cm"/>
      <inkml:brushProperty name="color" value="#E71224"/>
    </inkml:brush>
  </inkml:definitions>
  <inkml:trace contextRef="#ctx0" brushRef="#br0">2 0 8192,'-1'227'0,"2"253"0,8-291 0,0 93 0,-10-211 0,1-58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52.635"/>
    </inkml:context>
    <inkml:brush xml:id="br0">
      <inkml:brushProperty name="width" value="0.1" units="cm"/>
      <inkml:brushProperty name="height" value="0.1" units="cm"/>
      <inkml:brushProperty name="color" value="#E71224"/>
    </inkml:brush>
  </inkml:definitions>
  <inkml:trace contextRef="#ctx0" brushRef="#br0">0 188 8192,'163'0'8465,"-1"0"-5462,-144 0-3003,0-2 0,17-4 0,-16 3 0,31-2 0,310 4-8321,-170 2 5174,115 16 3147,-34 0 0,-93-8 0,14 0 0,-9-1 0,12 0 0,-145-7 0,114-4 0,-129 1 0,-1-2 0,60-15 0,-71 13 0,32-9 0,-50 13 0,0 0 0,-1 0 0,1 0 0,-1 0 0,0-1 0,0 1 0,0-1 0,7-7 0,-11 9 0,1 0 0,0 0 0,0 0 0,-1-1 0,1 1 0,-1 0 0,1-1 0,-1 1 0,1 0 0,-1-1 0,0 1 0,0-1 0,0 1 0,1 0 0,-2-1 0,1 1 0,0-1 0,0 1 0,0-1 0,-1 1 0,1 0 0,0-1 0,-1 1 0,1 0 0,-1-1 0,0 1 0,1 0 0,-1 0 0,0 0 0,-1-2 0,-4-5 0,0 1 0,-1 0 0,-10-9 0,9 9 0,-18-15 0,19 17 0,1 0 0,-1-1 0,1 1 0,0-1 0,-8-11 0,14 17 0,0 0 0,0-1 0,0 1 0,0 0 0,0 0 0,0 0 0,0 0 0,0 0 0,0 0 0,-1-1 0,1 1 0,0 0 0,0 0 0,0 0 0,0 0 0,1 0 0,-1 0 0,0-1 0,0 1 0,0 0 0,0 0 0,0 0 0,0 0 0,0 0 0,0 0 0,0 0 0,0-1 0,0 1 0,0 0 0,0 0 0,0 0 0,0 0 0,1 0 0,-1 0 0,0 0 0,0 0 0,0 0 0,0 0 0,0 0 0,0-1 0,0 1 0,1 0 0,-1 0 0,0 0 0,0 0 0,0 0 0,0 0 0,0 0 0,0 0 0,1 0 0,-1 0 0,0 0 0,0 0 0,0 0 0,0 0 0,0 0 0,0 0 0,1 1 0,-1-1 0,0 0 0,0 0 0,0 0 0,0 0 0,0 0 0,11 2 0,57 20 0,1-4 0,132 17 0,-90-31 0,-69-3 0,0 1 0,56 10 0,186 29 0,-141-24 0,-26-7 0,185-7 0,-149-5 0,276-32 0,-375 27 0,88-3 0,158 8 0,-140 4 0,-31-2 0,447-11 0,62 3 0,-394 9 0,3310-1 0,-3274-19 0,-138 5 0,-89 10 0,204-10 0,-44 5 1758,9 1-720,1122 9-3834,-1187-10 2796,-20 1 0,-58 6 0,262-7 0,208 2 0,-443 7 0,-72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54.130"/>
    </inkml:context>
    <inkml:brush xml:id="br0">
      <inkml:brushProperty name="width" value="0.1" units="cm"/>
      <inkml:brushProperty name="height" value="0.1" units="cm"/>
      <inkml:brushProperty name="color" value="#E71224"/>
    </inkml:brush>
  </inkml:definitions>
  <inkml:trace contextRef="#ctx0" brushRef="#br0">1 0 8192,'240'0'10099,"-121"0"-8730,-99 1-1369,37 7 0,-36-5 0,34 2 0,166-5-11468,-206 0 11468</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0:55.572"/>
    </inkml:context>
    <inkml:brush xml:id="br0">
      <inkml:brushProperty name="width" value="0.1" units="cm"/>
      <inkml:brushProperty name="height" value="0.1" units="cm"/>
      <inkml:brushProperty name="color" value="#E71224"/>
    </inkml:brush>
  </inkml:definitions>
  <inkml:trace contextRef="#ctx0" brushRef="#br0">175 107 8192,'1'49'3266,"1"-31"-1626,-2 1 1,0 0-1,-1 0 1,-5 25-1,-24 28-1640,27-61 0,-2 0 0,0 0 0,0-1 0,-1 0 0,0 0 0,0 0 0,-9 8 0,-20 33 0,14-18 0,15-24 0,0 0 0,0 0 0,1 1 0,-6 13 0,14-28 0,1 1 0,-1-1 0,1 1 0,0 0 0,0 0 0,0 0 0,1 0 0,-1 1 0,1 0 0,9-5 0,-4 2 0,3-4-371,2 0-1,-1 1 1,1 1 0,1 1-1,-1 0 1,1 1 0,18-4-1,140-16-7910,-156 24 8067,0 1 215,-10 0 0,0 1 0,0-1 0,0-1 0,0 1 0,-1-1 0,11-4 0,-17 5 0,1 0 0,0 0 0,-1 0 0,1 0 0,-1 0 0,0 0 0,1-1 0,-1 1 0,0 0 0,0-1 0,0 1 0,0-1 0,0 0 0,0 1 0,0-1 0,0 0 0,0 1 0,-1-1 0,1 0 0,-1 0 0,0 0 0,1 1 0,-1-1 0,0 0 0,0 0 0,0 0 0,0 0 0,0 0 0,-1 1 0,1-1 0,-1 0 0,0-3 0,-4-7 0,0 0 0,-1 0 0,0 1 0,-1 0 0,0 0 0,-1 1 0,-15-17 0,4 5 0,17 19 0,-26-33 0,-2 1 0,-35-32 0,27 37 0,27 23 0,1-1 0,0 0 0,1-1 0,-13-13 0,15 11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1:11.919"/>
    </inkml:context>
    <inkml:brush xml:id="br0">
      <inkml:brushProperty name="width" value="0.1" units="cm"/>
      <inkml:brushProperty name="height" value="0.1" units="cm"/>
      <inkml:brushProperty name="color" value="#E71224"/>
    </inkml:brush>
  </inkml:definitions>
  <inkml:trace contextRef="#ctx0" brushRef="#br0">0 461 8192,'1'2'226,"-1"0"0,0-1-1,1 1 1,-1 0 0,1 0 0,0-1 0,0 1 0,-1 0 0,1-1 0,0 1 0,0-1 0,0 1 0,1-1-1,-1 0 1,0 1 0,1-1 0,-1 0 0,0 0 0,1 0 0,0 0 0,1 1 0,37 16 5789,-38-17-5885,63 21-572,0-3 0,1-3-1,131 14 1,207-11-5401,-250-15 4969,699 54-1710,-781-52 2539,37 4 45,482 28 0,-14-38 0,-248-2 0,86-29 0,-144 5 0,288-15 0,161-9 0,855-8 0,-619 30 0,-328-15 0,222-18 0,226-31 0,-421 38 0,115 18 0,-486 27 0,-18-7 0,54-1 0,377-4 0,-477 14 0,165-22 0,66 0 0,-214 29 0,215-6 0,-162-7 0,93-7 0,219-9 0,-352 19 0,336 3 0,-385 8 0,-55 7 0,2 1 0,766-10 11468,-899 1-11468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1:17.784"/>
    </inkml:context>
    <inkml:brush xml:id="br0">
      <inkml:brushProperty name="width" value="0.1" units="cm"/>
      <inkml:brushProperty name="height" value="0.1" units="cm"/>
      <inkml:brushProperty name="color" value="#E71224"/>
    </inkml:brush>
  </inkml:definitions>
  <inkml:trace contextRef="#ctx0" brushRef="#br0">0 359 8192,'8'10'4941,"-8"-10"-4666,1 1-1,0-1 1,-1 0-1,1 1 1,0-1-1,-1 0 1,2 0-1,23 6 3486,-15-4-3189,14 4-571,0-2 0,1 0 0,34 0 0,76-6 0,-100 0 0,65-6-2175,103-22 0,-10 0-1320,-11 11 1676,178-24 15,-89-3 1804,247-34 0,-373 63 9352,-23 0-7236,-83 11-2586,-1-1-1,40-13 0,-42 9-48,-1 3-1,61-8 0,-18 8-680,41-1-2554,243 10 11679,-338-3-7925,38-5 0,-37 3 0,34-1 0,-45 4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1:19.110"/>
    </inkml:context>
    <inkml:brush xml:id="br0">
      <inkml:brushProperty name="width" value="0.1" units="cm"/>
      <inkml:brushProperty name="height" value="0.1" units="cm"/>
      <inkml:brushProperty name="color" value="#E71224"/>
    </inkml:brush>
  </inkml:definitions>
  <inkml:trace contextRef="#ctx0" brushRef="#br0">3228 923 8192,'15'-2'1331,"1"0"1,0-1 0,-1-1-1,0 0 1,0-1 0,0-1-1,17-9 1,13-3-517,44-17-815,151-83 0,-205 98 0,0-1 0,-2-2 0,36-33 0,-65 52 0,-1 0 0,1 0 0,-1-1 0,0 0 0,0 1 0,-1-1 0,0 0 0,0 0 0,0 0 0,0-1 0,-1 1 0,1 0 0,-1-1 0,0-8 0,0-8 0,-1 1 0,-4-30 0,3 40 0,0 3 0,-1 0 0,0 0 0,-1 0 0,1 0 0,-1 1 0,-1-1 0,0 1 0,0 0 0,-8-11 0,5 8 0,0 1 0,-1 0 0,0 1 0,-1 0 0,1 0 0,-14-8 0,0 4 0,-2 1 0,1 0 0,-33-8 0,49 16 0,-140-34-3165,122 32 2974,-80-13-3865,-182-8 0,-125-4 4056,106 12 0,-68-1 0,347 17 0,-101-10 0,48 0 0,-110-1 0,-336 13 1343,244 1-210,241 1 614,-75 14 0,76-9-790,1-2-1,-44 0 0,71-3-795,1-1 0,-1 1 0,1 1 0,-1 0 0,1 0 0,0 2 0,1-1 1,-1 1-1,1 1 0,-17 10 0,11-6 125,-1 0-1,-32 11 1,35-17-286,1 1 0,0 1 0,-24 13 0,31-15 0,0 1 0,0 0 0,0 0 0,1 0 0,0 1 0,0 0 0,0 0 0,1 0 0,-5 8 0,5-6-8,-68 125-1736,61-109 1343,1 1 0,1 1 0,-10 41 0,10-4 254,3 0-1,3 0 1,7 113-1,-3-167 167,0 0-1,0 0 1,1 0-1,0 0 0,1 0 1,0 0-1,0 0 0,1-1 1,8 14-1,-10-18 64,1 0 0,0 0 1,1 0-1,-1-1 0,0 1 1,1-1-1,0 0 0,0 0 0,0 0 1,0 0-1,1-1 0,-1 0 1,1 0-1,-1 0 0,1 0 0,0-1 1,-1 0-1,1 0 0,8 1 1,41-2 2033,-35 0-2116</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1:20.202"/>
    </inkml:context>
    <inkml:brush xml:id="br0">
      <inkml:brushProperty name="width" value="0.1" units="cm"/>
      <inkml:brushProperty name="height" value="0.1" units="cm"/>
      <inkml:brushProperty name="color" value="#E71224"/>
    </inkml:brush>
  </inkml:definitions>
  <inkml:trace contextRef="#ctx0" brushRef="#br0">204 1 8192,'-1'6'514,"-1"1"0,0-1 0,0 0 1,0 0-1,-1 0 0,0 0 0,0 0 0,0-1 1,-1 1-1,-5 6 0,-6 10 1675,1 3-1125,-12 34 0,19-41-815,0 0 0,-1-1 1,-1-1-1,-1 1 0,-14 17 0,15-24-249,-21 29 0,29-37 0,0 0 0,-1 0 0,1 0 0,0 1 0,0-1 0,0 0 0,1 1 0,-1-1 0,1 0 0,-1 1 0,1-1 0,0 1 0,0-1 0,0 1 0,0-1 0,0 4 0,1-5 0,0 1 0,0-1 0,0 0 0,0 1 0,0-1 0,0 0 0,0 0 0,0 1 0,0-1 0,0 0 0,0 0 0,1 0 0,-1-1 0,1 1 0,-1 0 0,0 0 0,1-1 0,-1 1 0,1-1 0,0 1 0,-1-1 0,1 0 0,-1 1 0,1-1 0,2 0 0,49 0 0,-40-1 0,9 0-75,-6 2-355,0-2 0,0 1 0,0-2 0,-1 0 0,1-1 0,0-1 0,-1 0 0,24-11 0,-34 13 173,1-1 237,1 0 0,-1-1 0,0 0 0,0 0 0,6-5 0,-11 8 49,0 0 0,0 0 1,0 0-1,0 0 0,-1-1 0,1 1 1,0 0-1,0 0 0,-1 0 1,1-1-1,-1 1 0,1 0 0,-1-1 1,0 1-1,1 0 0,-1-1 1,0 1-1,0-1 0,0 1 0,0 0 1,0-1-1,0 1 0,0 0 1,-1-1-1,1 1 0,0-1 1,-1 1-1,1 0 0,-1 0 0,0-1 1,1 1-1,-2-2 0,-24-33-5512,16 23 5483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44:50.762"/>
    </inkml:context>
    <inkml:brush xml:id="br0">
      <inkml:brushProperty name="width" value="0.1" units="cm"/>
      <inkml:brushProperty name="height" value="0.1" units="cm"/>
      <inkml:brushProperty name="color" value="#E71224"/>
    </inkml:brush>
  </inkml:definitions>
  <inkml:trace contextRef="#ctx0" brushRef="#br0">1 173 8192,'0'-2'385,"1"0"-1,0 0 1,0-1 0,-1 1 0,2 0-1,-1 0 1,0 0 0,0 0 0,1 0-1,-1 0 1,1 0 0,-1 1 0,1-1-1,0 0 1,0 1 0,0-1 0,-1 1-1,2 0 1,-1 0 0,0 0 0,3-2 0,8-3 616,-1 1 0,19-5 0,-3 2-1001,0 2 0,0 1 0,29-1 0,-20 2 0,0-3 0,58-17 0,9-2 0,-75 22 0,44-1 0,-43 4 0,34-5 0,-16 0 0,0 3 0,76 4 0,-39 0 0,-68-1 0,-1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0.873"/>
    </inkml:context>
    <inkml:brush xml:id="br0">
      <inkml:brushProperty name="width" value="0.1" units="cm"/>
      <inkml:brushProperty name="height" value="0.1" units="cm"/>
      <inkml:brushProperty name="color" value="#E71224"/>
    </inkml:brush>
  </inkml:definitions>
  <inkml:trace contextRef="#ctx0" brushRef="#br0">0 1264 8192,'734'0'11468,"-713"-1"-11468,0-1 0,20-5 0,13-1 0,67-14 0,-53 7 0,8 6 0,0 3 0,125 6 0,-82 1 0,-54 0 0,218-12 0,-4 2-6014,-17 1 560,-259 8 5454,142-19 0,-118 14 0,0-1 0,0-1 0,31-14 0,33-16 0,-80 32 0,-1 0 0,1-1 0,-1-1 0,0 0 0,-1 0 0,15-16 0,22-15 0,24-10 0,58-42 0,-109 74 0,0-1 0,-1 0 0,-1-2 0,19-24 0,-10 8 0,-11 17 0,18-33 0,-28 43 0,0-1 0,-1 0 0,0 0 0,-1 0 0,0 0 0,0-1 0,-1 1 0,1-14 0,3-23 0,-2 22 0,-2 1 0,0-46 0,-2 62 0,-1-1 0,-1 1 0,1-1 0,-1 1 0,0 0 0,-1-1 0,1 1 0,-1 0 0,-1 1 0,0-1 0,0 1 0,0-1 0,-6-6 0,-1-1 0,1 0 0,-12-21 0,8 12 0,10 17 278,0 1 1,-1 0-1,1 0 1,-1 1-1,0-1 1,0 1-1,-1 0 1,1 1-1,-9-5 1,-57-24 4243,60 28-3984,-16-5-304,-1 1 0,-1 1 0,-40-4 1,-16-2-520,15 1-2018,-1 4-1,-76 1 1,36 2 716,-519-3 1587,383 10 0,194-2 0,-207 7 0,224-3 0,-1 2 0,0 1 0,1 2 0,1 1 0,-36 16 0,-24 19 0,-109 72 0,160-91 0,9-2 479,1 1 1,1 2-1,1 1 0,1 2 1,2 1-1,-33 44 1,-3 17-1773,56-76 1034,0 0 1,1 0-1,0 1 0,-5 19 1,8-7 3054,4-16-2236</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2.956"/>
    </inkml:context>
    <inkml:brush xml:id="br0">
      <inkml:brushProperty name="width" value="0.1" units="cm"/>
      <inkml:brushProperty name="height" value="0.1" units="cm"/>
      <inkml:brushProperty name="color" value="#E71224"/>
    </inkml:brush>
  </inkml:definitions>
  <inkml:trace contextRef="#ctx0" brushRef="#br0">86 0 8192,'1'128'8940,"-3"150"-6971,-31-36-8139,1-19 1431,12 1 16207,21-327-11468,-1 74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3.762"/>
    </inkml:context>
    <inkml:brush xml:id="br0">
      <inkml:brushProperty name="width" value="0.1" units="cm"/>
      <inkml:brushProperty name="height" value="0.1" units="cm"/>
      <inkml:brushProperty name="color" value="#E71224"/>
    </inkml:brush>
  </inkml:definitions>
  <inkml:trace contextRef="#ctx0" brushRef="#br0">1 0 8192,'8'1'1141,"-1"1"0,1-1 0,0 1 0,-1 1 0,1-1 1,-1 1-1,13 7 0,12 5 1198,105 27-2339,-84-28 0,77 33 0,-128-47 0,0 1 0,0 0 0,0 0 0,0 0 0,0 0 0,0 0 0,-1 0 0,1 0 0,0 1 0,0-1 0,-1 1 0,1-1 0,-1 1 0,0 0 0,1-1 0,-1 1 0,0 0 0,0 0 0,0 0 0,0 0 0,0 0 0,-1 0 0,1 0 0,0 0 0,-1 0 0,0 1 0,0-1 0,1 0 0,-1 0 0,0 0 0,-1 1 0,1-1 0,0 0 0,-2 4 0,0 0 0,-1 0 0,0 1 0,0-1 0,-1-1 0,0 1 0,0 0 0,0-1 0,0 0 0,-11 9 0,-12 13 0,-31 40 0,20-21 0,-4 8 0,28-34 0,-29 30 0,42-49 0,0 0 0,1 0 0,-1 0 0,0-1 0,1 1 0,-1 0 0,0 0 0,1 0 0,-1 0 0,1 0 0,0 1 0,-1-1 0,1 0 0,0 0 0,0 0 0,0 0 0,-1 0 0,1 0 0,0 1 0,1-1 0,-1 0 0,0 0 0,0 0 0,0 0 0,1 0 0,-1 0 0,0 0 0,1 0 0,-1 0 0,1 0 0,-1 0 0,1 0 0,0 0 0,0 0 0,0 1 0,5 4 0,0 0 0,0 0 0,0-1 0,8 6 0,1 0 0,18 16-1308,1-2 1,1-2-1,58 29 0,119 42-4816,-185-82 6011,140 63 11581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4.105"/>
    </inkml:context>
    <inkml:brush xml:id="br0">
      <inkml:brushProperty name="width" value="0.1" units="cm"/>
      <inkml:brushProperty name="height" value="0.1" units="cm"/>
      <inkml:brushProperty name="color" value="#E71224"/>
    </inkml:brush>
  </inkml:definitions>
  <inkml:trace contextRef="#ctx0" brushRef="#br0">0 1 8192,'18'1'2343,"-1"1"0,20 4 0,27 2 2096,220-8-4439,-278 0 0,-1-1 0,1 0 0,-1 0 0,1-1 0,7-2 0,3-4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4.414"/>
    </inkml:context>
    <inkml:brush xml:id="br0">
      <inkml:brushProperty name="width" value="0.1" units="cm"/>
      <inkml:brushProperty name="height" value="0.1" units="cm"/>
      <inkml:brushProperty name="color" value="#E71224"/>
    </inkml:brush>
  </inkml:definitions>
  <inkml:trace contextRef="#ctx0" brushRef="#br0">87 1 8192,'-1'13'0,"0"0"0,-4 17 0,-2 12 0,-22 193 0,3-42 0,24-169 4778,-10 36 1,9-101-2868,3 26-1911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4.664"/>
    </inkml:context>
    <inkml:brush xml:id="br0">
      <inkml:brushProperty name="width" value="0.1" units="cm"/>
      <inkml:brushProperty name="height" value="0.1" units="cm"/>
      <inkml:brushProperty name="color" value="#E71224"/>
    </inkml:brush>
  </inkml:definitions>
  <inkml:trace contextRef="#ctx0" brushRef="#br0">1 76 8192,'0'-1'146,"0"0"1,0 1-1,1-1 1,-1 0-1,0 1 1,1-1-1,-1 0 1,1 1-1,-1-1 0,1 0 1,-1 1-1,1-1 1,0 1-1,-1-1 1,1 1-1,0-1 1,-1 1-1,1-1 1,0 1-1,-1 0 1,1-1-1,0 1 1,0 0-1,-1 0 1,1 0-1,0-1 1,1 1-1,26-3 4926,-25 3-4893,16-1 123,0 0 0,-1-1 1,1-1-1,-1-1 0,0 0 1,28-12-1,1-4-302,-36 13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4.959"/>
    </inkml:context>
    <inkml:brush xml:id="br0">
      <inkml:brushProperty name="width" value="0.1" units="cm"/>
      <inkml:brushProperty name="height" value="0.1" units="cm"/>
      <inkml:brushProperty name="color" value="#E71224"/>
    </inkml:brush>
  </inkml:definitions>
  <inkml:trace contextRef="#ctx0" brushRef="#br0">0 106 8192,'1'1'212,"-1"-1"0,0 1 0,1 0 0,-1 0 0,0-1 0,1 1 0,-1 0 0,1 0 0,-1-1 0,1 1 0,-1-1 0,1 1 0,0 0 0,-1-1 0,1 1 0,0-1 0,-1 0 0,1 1 0,0-1 1,0 1-1,-1-1 0,1 0 0,0 0 0,0 1 0,0-1 0,-1 0 0,1 0 0,0 0 0,0 0 0,1 0 0,26 0 4683,-6-5-4895,0 0 0,33-14 0,10-2 0,-18 6 0,69-30 0,-96 36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5.346"/>
    </inkml:context>
    <inkml:brush xml:id="br0">
      <inkml:brushProperty name="width" value="0.1" units="cm"/>
      <inkml:brushProperty name="height" value="0.1" units="cm"/>
      <inkml:brushProperty name="color" value="#E71224"/>
    </inkml:brush>
  </inkml:definitions>
  <inkml:trace contextRef="#ctx0" brushRef="#br0">63 0 8192,'-3'73'4503,"-17"92"1,7-64-2043,-3 174-2461,16-271 0,0 14 0,0-17 0,0 0 0,0-1 0,0 1 0,0-1 0,0 1 0,0 0 0,-1-1 0,1 1 0,0-1 0,0 1 0,0-1 0,-1 1 0,1-1 0,0 1 0,-1-1 0,1 1 0,0-1 0,-1 1 0,1-1 0,0 1 0,-1-1 0,1 0 0,-1 1 0,-3-1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5.658"/>
    </inkml:context>
    <inkml:brush xml:id="br0">
      <inkml:brushProperty name="width" value="0.1" units="cm"/>
      <inkml:brushProperty name="height" value="0.1" units="cm"/>
      <inkml:brushProperty name="color" value="#E71224"/>
    </inkml:brush>
  </inkml:definitions>
  <inkml:trace contextRef="#ctx0" brushRef="#br0">1 3 8192,'3'-3'951,"3"7"1289,5 7 2414,20 30-3242,37 65 1,2 4-615,-55-90-798,4 8 0,0-1 0,3-1 0,0-1 0,40 35 0,-46-46-915,29 32-1,-2-1-224,-39-41 1352,0-1 1,0 1-1,1-1 0,-1 0 0,1 0 1,8 3-1,-12-5-157,0-1 0,1 1 0,-1-1 0,1 1 0,-1-1 0,1 0 0,-1 0 0,1 0 0,0 0 0,-1 0 0,1 0 0,-1 0 0,1 0 0,-1 0 0,1-1 0,-1 1 0,1-1 0,-1 1 0,1-1 0,-1 1 0,0-1 0,1 0 0,-1 0 0,0 0 0,0 0 0,3-2 0,3-7-55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6.015"/>
    </inkml:context>
    <inkml:brush xml:id="br0">
      <inkml:brushProperty name="width" value="0.1" units="cm"/>
      <inkml:brushProperty name="height" value="0.1" units="cm"/>
      <inkml:brushProperty name="color" value="#E71224"/>
    </inkml:brush>
  </inkml:definitions>
  <inkml:trace contextRef="#ctx0" brushRef="#br0">1 0 8192,'8'140'7022,"0"-20"-2576,-9 18-4446,3 44 0,7-111 0,-5-55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6.391"/>
    </inkml:context>
    <inkml:brush xml:id="br0">
      <inkml:brushProperty name="width" value="0.1" units="cm"/>
      <inkml:brushProperty name="height" value="0.1" units="cm"/>
      <inkml:brushProperty name="color" value="#E71224"/>
    </inkml:brush>
  </inkml:definitions>
  <inkml:trace contextRef="#ctx0" brushRef="#br0">0 38 8192,'72'2'3703,"78"-4"4062,-146 1-7765,0 1 0,0-1 0,-1 0 0,1 0 0,-1 0 0,1-1 0,-1 1 0,1-1 0,-1 0 0,0 1 0,0-2 0,0 1 0,0 0 0,0-1 0,3-3 0,0-2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6.731"/>
    </inkml:context>
    <inkml:brush xml:id="br0">
      <inkml:brushProperty name="width" value="0.1" units="cm"/>
      <inkml:brushProperty name="height" value="0.1" units="cm"/>
      <inkml:brushProperty name="color" value="#E71224"/>
    </inkml:brush>
  </inkml:definitions>
  <inkml:trace contextRef="#ctx0" brushRef="#br0">1 27 8192,'110'2'2850,"118"-5"5768,-218 2-8618,1-1 0,-1 0 0,0 0 0,0-2 0,12-4 0,-7 2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7.156"/>
    </inkml:context>
    <inkml:brush xml:id="br0">
      <inkml:brushProperty name="width" value="0.1" units="cm"/>
      <inkml:brushProperty name="height" value="0.1" units="cm"/>
      <inkml:brushProperty name="color" value="#E71224"/>
    </inkml:brush>
  </inkml:definitions>
  <inkml:trace contextRef="#ctx0" brushRef="#br0">0 0 8192,'1'5'337,"-1"-1"0,1 1 0,0-1 1,0 0-1,1 0 0,2 8 0,4 8 659,72 278 3928,60 396-13204,-136-671 8280,1-5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7.838"/>
    </inkml:context>
    <inkml:brush xml:id="br0">
      <inkml:brushProperty name="width" value="0.1" units="cm"/>
      <inkml:brushProperty name="height" value="0.1" units="cm"/>
      <inkml:brushProperty name="color" value="#E71224"/>
    </inkml:brush>
  </inkml:definitions>
  <inkml:trace contextRef="#ctx0" brushRef="#br0">0 217 8192,'11'4'848,"0"0"0,0-1 1,0 0-1,0-1 0,22 2 0,-12-2 1908,109 9-4511,176-8 0,-170-4-1670,695-22 2327,-350 5 1286,1245-78-188,-718 32 0,-973 62 0,512-38 0,-502 35 495,-13 1 1981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28.878"/>
    </inkml:context>
    <inkml:brush xml:id="br0">
      <inkml:brushProperty name="width" value="0.1" units="cm"/>
      <inkml:brushProperty name="height" value="0.1" units="cm"/>
      <inkml:brushProperty name="color" value="#E71224"/>
    </inkml:brush>
  </inkml:definitions>
  <inkml:trace contextRef="#ctx0" brushRef="#br0">1 20 8192,'26'29'1789,"-1"1"1,-1 1-1,-1 2 1,22 44 0,-34-60-1461,17 36 706,-18-33-650,1 0 1,22 31-1,-32-50-385,-1-1 0,1 1 0,-1 0 0,1 0 0,-1-1 0,1 1 0,0-1 0,-1 1 0,1-1 0,0 1 0,0-1 0,-1 1 0,1-1 0,0 1 0,0-1 0,0 0 0,0 0 0,-1 1 0,1-1 0,0 0 0,0 0 0,0 0 0,0 0 0,0 0 0,1 0 0,-1-1 0,1 1 0,-1-1 0,0 0 0,1 1 0,-1-1 0,0 0 0,0 0 0,0 0 0,0 0 0,0 0 0,0 0 0,0-1 0,2-1 0,2-7 0,0 1 0,-1-1 0,6-15 0,-8 18 0,29-80-715,-7 19-605,33-67-1,-45 111 1321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31.216"/>
    </inkml:context>
    <inkml:brush xml:id="br0">
      <inkml:brushProperty name="width" value="0.1" units="cm"/>
      <inkml:brushProperty name="height" value="0.1" units="cm"/>
      <inkml:brushProperty name="color" value="#E71224"/>
    </inkml:brush>
  </inkml:definitions>
  <inkml:trace contextRef="#ctx0" brushRef="#br0">0 342 8192,'636'-47'7178,"-483"30"-7158,37-1-2979,144-17-1280,143-22 4239,-259 32 0,-26 3 0,269-35 0,-111 12 0,1 26 0,-333 20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34.320"/>
    </inkml:context>
    <inkml:brush xml:id="br0">
      <inkml:brushProperty name="width" value="0.1" units="cm"/>
      <inkml:brushProperty name="height" value="0.1" units="cm"/>
      <inkml:brushProperty name="color" value="#E71224"/>
    </inkml:brush>
  </inkml:definitions>
  <inkml:trace contextRef="#ctx0" brushRef="#br0">0 786 8192,'9'1'923,"1"0"0,-1 1 1,0 0-1,0 0 0,10 5 1,27 6 2375,337 18-2775,-282-27-895,738 20-8621,199-25 8992,-683-25 0,-27 1 0,-312 24 0,289-9 0,144-7 0,138 9 0,-358 9 0,394-1 11468,-592-1-11468,-1-1 0,1-2 0,39-10 0,89-32 0,-29 7 0,-38 14-1118,-1-4-1,91-43 0,-156 60 1958,48-33 0,-62 37-599,-1 0 0,0-1-1,-1-1 1,0 0 0,0 0-1,9-14 1,-17 20-240,0 0 0,0 0 0,0-1 0,0 1 0,-1 0 0,1-1 0,-1 1 0,0-1 0,-1 1 0,1-1 0,-1 1 0,0-1 0,0 1 0,0-1 0,-1 0 0,0 1 0,0-1 0,0 1 0,0 0 0,-1-1 0,1 1 0,-1 0 0,0 0 0,0 0 0,-1 0 0,1 0 0,-1 0 0,0 1 0,0-1 0,0 1 0,-1 0 0,1 0 0,-1 0 0,-6-4 0,-17-10 0,-1 0 0,0 3 0,-1 0 0,-1 2 0,0 0 0,-56-11 0,-327-36-3527,-5 25-2457,121 12 4027,-113-5 1957,200 16 0,-411 3 0,373 10 0,186-3 0,-446 12 0,118 9 0,91-3 0,243-14 0,-72 4 0,-129 24 0,-27 43 331,198-49-277,19-10 533,42-10 172,-31 10-1,47-12-650,0 1 0,1-1 1,0 2-1,0-1 1,0 1-1,0 0 0,-8 8 1,8-5 318,0-1 0,1 1 0,0 0 0,0 0 0,1 1 0,0 0 0,0 0-1,1 0 1,0 1 0,1 0 0,0 0 0,1 0 0,0 0 0,0 0 0,1 1 0,1-1 0,-1 1 0,2 18 0,0-12-427,0-2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36.873"/>
    </inkml:context>
    <inkml:brush xml:id="br0">
      <inkml:brushProperty name="width" value="0.1" units="cm"/>
      <inkml:brushProperty name="height" value="0.1" units="cm"/>
      <inkml:brushProperty name="color" value="#E71224"/>
    </inkml:brush>
  </inkml:definitions>
  <inkml:trace contextRef="#ctx0" brushRef="#br0">0 376 8192,'112'-3'8436,"-83"0"-6920,53-11 0,201-49-5659,-86 20 441,256-26 462,-269 47 2857,-3 1 383,69-10 0,141-4 4276,2 32 2023,-231 4-5406,-62-10-893,-14 1 0,41-1 0,26 0 0,23 0-182,14 1-21,25-1-4222,-1 1 11,843 8 2170,-871 9 2244,-15 0 0,932-8 0,-537-2 0,-539-1 0,40-6 0,-23 2 0,-30 5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39.249"/>
    </inkml:context>
    <inkml:brush xml:id="br0">
      <inkml:brushProperty name="width" value="0.1" units="cm"/>
      <inkml:brushProperty name="height" value="0.1" units="cm"/>
      <inkml:brushProperty name="color" value="#E71224"/>
    </inkml:brush>
  </inkml:definitions>
  <inkml:trace contextRef="#ctx0" brushRef="#br0">0 69 18510,'1246'-69'0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41.909"/>
    </inkml:context>
    <inkml:brush xml:id="br0">
      <inkml:brushProperty name="width" value="0.1" units="cm"/>
      <inkml:brushProperty name="height" value="0.1" units="cm"/>
      <inkml:brushProperty name="color" value="#E71224"/>
    </inkml:brush>
  </inkml:definitions>
  <inkml:trace contextRef="#ctx0" brushRef="#br0">0 308 8192,'599'0'7522,"-264"2"-10275,356-5-2016,-508-4 4769,56-2 0,51 0 0,23 0 0,8 11 0,256-3 0,-396-8 0,40 0 0,35-6 0,-254 15 183,-1 0 1,1 0 0,0 0 0,0-1-1,-1 1 1,1 0 0,-1-1 0,1 0-1,0 1 1,-1-1 0,1 0 0,-1 0-1,1 1 1,-1-1 0,0-1 0,1 1-1,-1 0 1,0 0 0,0 0 0,0-1-1,0 1 1,0 0 0,1-3 0,-2 4-53,1-1 1,-1 0 0,0 1 0,0-1 0,0 0-1,0 1 1,0-1 0,0 0 0,0 1 0,-1-1 0,1 1-1,0-1 1,0 0 0,0 1 0,-1-1 0,1 1-1,0-1 1,-1 1 0,1-1 0,0 0 0,-1 1 0,0-1-1,-1-1-5,1 1-1,-1 0 0,0 0 0,0 0 1,0 0-1,0 0 0,0 0 1,0 0-1,0 1 0,-2-2 0,-16-1 167,0 0-1,1 2 1,-1 0-1,-31 3 1,29-1 6,0 0-1,0-2 1,-24-3 0,21-6-298,20 3 0,5 6 0,0 1 0,0-1 0,1 1 0,-1 0 0,0-1 0,1 1 0,-1-1 0,0 1 0,1 0 0,-1-1 0,1 1 0,-1 0 0,0-1 0,1 1 0,-1 0 0,1 0 0,-1-1 0,1 1 0,-1 0 0,1 0 0,-1 0 0,2 0 0,14-4 0,0 1 0,0 1 0,1 1 0,-1 0 0,24 3 0,26-3 0,794-14-9741,-582 17 8014,112 0 1727,429-5 0,-269-42 0,-452 30 0,79-7 0,179 1 0,-224 14 0,129-3 0,3721 11 11468,-3953-2-11468,33-6 0,-33 2 0,32 1 0,657 5-1911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45.005"/>
    </inkml:context>
    <inkml:brush xml:id="br0">
      <inkml:brushProperty name="width" value="0.1" units="cm"/>
      <inkml:brushProperty name="height" value="0.1" units="cm"/>
      <inkml:brushProperty name="color" value="#E71224"/>
    </inkml:brush>
  </inkml:definitions>
  <inkml:trace contextRef="#ctx0" brushRef="#br0">291 1569 8192,'20'-1'1473,"-1"-1"0,0-1 0,-1-1 0,31-11 0,-26 8-105,0 1-1,32-4 1,71-4-1368,131-10 0,-238 23 0,377-15 0,545 17-3543,-705-12 7086,-96 3-3404,16-1-837,46-8 872,102 0-1118,-117 9-4522,1-1 793,150 2 4673,-217 8 0,-102-2 1530,-1-2 0,0 1 1,0-2-1,22-7 0,1 0 171,-26 5-1399,-1 1 0,1-2 1,-1 0-1,-1-1 0,1 0 1,21-18-1,-29 20-302,0 1 0,0-1 0,0-1 0,-1 1 0,5-9 0,-5 9 0,-1-1 0,1 1 0,1 0 0,-1 0 0,1 1 0,8-7 0,6-3 0,0-1 0,-2-1 0,0-1 0,0 0 0,21-31 0,11-31 0,5-8 0,63-86 0,-115 167 0,1 1 0,-2-1 0,1 1 0,-1-1 0,0 0 0,-1 0 0,1 0 0,0-10 0,-2-6 0,-1-29 0,-1 11 0,1 28 0,0-1 0,-1 1 0,-1 0 0,0 0 0,-1 0 0,0 0 0,-1 1 0,-1 0 0,0 0 0,0 0 0,-1 1 0,-1-1 0,0 2 0,0-1 0,-1 1 0,-12-11 0,-3-1-281,15 12-218,0 1 1,0 1-1,-1 0 1,-1 0-1,1 1 1,-1 0-1,-16-7 0,-29-6-1900,-1 2-1,-92-16 1,-22 16 2399,106 13 0,-426-28 0,-75 9 0,514 21 0,-71-11 0,-40-3 0,41 16 0,-131-8 0,-98 1 2771,224 9-2186,107-2-621,-36-6 1,35 3-370,-34-1 1,-679 6 9396,722-1-8992,0 2 0,-1-1 0,1 2 0,0-1 0,0 2 0,-14 5 0,-70 35 0,77-34 0,-5 1 0,-41 12 0,45-17 0,1 0 0,0 2 0,0 0 0,-19 12 0,-4 1 0,32-17 0,0 1 0,1 0 0,-13 8 0,19-9 0,0 0 0,-1-1 0,1 1 0,0 0 0,1 1 0,-1-1 0,1 0 0,-2 6 0,-16 22 0,-12 3 0,18-19 0,-19 23 0,29-34 0,-1 1 0,0-1 0,-1 0 0,1-1 0,-9 6 0,9-6 0,-1 0 0,1 0 0,0 1 0,0 0 0,0 0 0,-7 10 0,3-2-1589,-1-1 0,-21 22 0,19-22-57,1 0 0,-14 20 1,-9 13 684,24-34 761,2 0-1,-1 0 0,-10 20 0,-49 134 201,60-149 0,2 0 0,0 0 0,1 1 0,0-1 0,1 1 0,1 0 0,1 1 0,1-1 0,0 28 0,1 44 0,2 62 0,-1-139 0,1 1 0,1-1 0,0 0 0,1 0 0,0 0 0,0-1 0,10 18 0,-2-7 0,1-2 0,30 37 0,-25-38 0,0 0 0,2-1 0,36 26 0,71 34 0,-105-67 0,-3-2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46.501"/>
    </inkml:context>
    <inkml:brush xml:id="br0">
      <inkml:brushProperty name="width" value="0.1" units="cm"/>
      <inkml:brushProperty name="height" value="0.1" units="cm"/>
      <inkml:brushProperty name="color" value="#E71224"/>
    </inkml:brush>
  </inkml:definitions>
  <inkml:trace contextRef="#ctx0" brushRef="#br0">343 1 8192,'0'7'882,"0"1"0,-1 0 0,0-1 1,-1 1-1,0-1 0,0 0 0,-1 1 0,0-1 0,0 0 1,0 0-1,-1-1 0,-9 13 0,-9 21-882,-32 81 0,-3 7 0,-51 58 0,105-181 0,0 1 0,0-1 0,0 0 0,-1 0 0,0-1 0,0 1 0,-9 7 0,13-12 0,-1 1 0,1-1 0,-1 0 0,0 0 0,1 0 0,-1 0 0,1 0 0,-1 0 0,0 0 0,1 0 0,-1 0 0,0 0 0,1 0 0,-1 0 0,1 0 0,-1 0 0,0 0 0,1-1 0,-1 1 0,1 0 0,-1-1 0,1 1 0,-1 0 0,1-1 0,-1 1 0,1 0 0,-1-1 0,1 1 0,-1-1 0,1 1 0,0-1 0,-1 1 0,1-1 0,0 1 0,-1-1 0,1 0 0,0 1 0,0-1 0,-1 1 0,1-1 0,0 0 0,0 1 0,0-1 0,0 0 0,-6-30 0,5 14 0,1 1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46.908"/>
    </inkml:context>
    <inkml:brush xml:id="br0">
      <inkml:brushProperty name="width" value="0.1" units="cm"/>
      <inkml:brushProperty name="height" value="0.1" units="cm"/>
      <inkml:brushProperty name="color" value="#E71224"/>
    </inkml:brush>
  </inkml:definitions>
  <inkml:trace contextRef="#ctx0" brushRef="#br0">306 9 8192,'0'-1'100,"0"1"0,0 0-1,0-1 1,0 1 0,0 0 0,0-1 0,0 1 0,-1 0 0,1-1 0,0 1 0,0 0 0,0-1 0,0 1 0,-1 0-1,1 0 1,0-1 0,0 1 0,-1 0 0,1 0 0,0-1 0,0 1 0,-1 0 0,1 0 0,0 0 0,-1-1-1,1 1 1,0 0 0,-1 0 0,1 0 0,0 0 0,-1 0 0,1 0 0,0 0 0,-1 0 0,1 0 0,0 0-1,-1 0 1,1 0 0,-1 0 0,1 0 0,0 0 0,-1 0 0,1 0 0,0 0 0,-1 0 0,1 1 0,0-1-1,0 0 1,-1 0 0,1 0 0,0 1 0,-1-1 0,1 0 0,-1 1 0,-21 13 5468,19-12-5163,-38 21-405,-1-1 0,-79 28 0,76-33 0,28-10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47.314"/>
    </inkml:context>
    <inkml:brush xml:id="br0">
      <inkml:brushProperty name="width" value="0.1" units="cm"/>
      <inkml:brushProperty name="height" value="0.1" units="cm"/>
      <inkml:brushProperty name="color" value="#E71224"/>
    </inkml:brush>
  </inkml:definitions>
  <inkml:trace contextRef="#ctx0" brushRef="#br0">0 1 8192,'47'39'4052,"-32"-27"-1668,22 21-1,1 5-1943,-25-26-124,-1 0-1,0 0 1,-1 1 0,-1 1-1,0 0 1,16 28-1,-22-32-315,-1-2 0,1 1 0,1-1 0,-1 0 0,1 0 0,8 10 0,-5-10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52.868"/>
    </inkml:context>
    <inkml:brush xml:id="br0">
      <inkml:brushProperty name="width" value="0.1" units="cm"/>
      <inkml:brushProperty name="height" value="0.1" units="cm"/>
      <inkml:brushProperty name="color" value="#E71224"/>
    </inkml:brush>
  </inkml:definitions>
  <inkml:trace contextRef="#ctx0" brushRef="#br0">0 70 8192,'53'0'4510,"72"0"1877,0-1-4513,248-17-5973,59-7-3650,-313 21 6826,523-1 9905,-366 6-6496,256-1-2486,-512-1 0,37-7 0,-37 5 0,37-3 0,113 7 0,-156-1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53.444"/>
    </inkml:context>
    <inkml:brush xml:id="br0">
      <inkml:brushProperty name="width" value="0.1" units="cm"/>
      <inkml:brushProperty name="height" value="0.1" units="cm"/>
      <inkml:brushProperty name="color" value="#E71224"/>
    </inkml:brush>
  </inkml:definitions>
  <inkml:trace contextRef="#ctx0" brushRef="#br0">1 37 8192,'173'1'1798,"252"-6"3517,319-25-12428,-253 28 15285,-276 3-5317,-201-1-2414</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54.064"/>
    </inkml:context>
    <inkml:brush xml:id="br0">
      <inkml:brushProperty name="width" value="0.1" units="cm"/>
      <inkml:brushProperty name="height" value="0.1" units="cm"/>
      <inkml:brushProperty name="color" value="#E71224"/>
    </inkml:brush>
  </inkml:definitions>
  <inkml:trace contextRef="#ctx0" brushRef="#br0">0 1 8192,'99'8'5130,"-13"0"-908,527-6-11199,-312-4 4602,58 11 2375,-11 0 0,-54 0 0,10 0 0,-14 1 0,-269-8 0,91 4 247,255 9 2302,-280-15-1989,-66 0-560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54.656"/>
    </inkml:context>
    <inkml:brush xml:id="br0">
      <inkml:brushProperty name="width" value="0.1" units="cm"/>
      <inkml:brushProperty name="height" value="0.1" units="cm"/>
      <inkml:brushProperty name="color" value="#E71224"/>
    </inkml:brush>
  </inkml:definitions>
  <inkml:trace contextRef="#ctx0" brushRef="#br0">1 54 8192,'4'-3'522,"0"0"1,1 1 0,0-1 0,0 1-1,-1 0 1,1 1 0,0-1 0,0 1-1,1 0 1,-1 0 0,8 1 0,4-3 1129,73-10 220,126-4 0,92 18-6064,-129 1-1078,-138-3 4966,288 12-1599,-91-4 4699,-223-7-2236</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58.077"/>
    </inkml:context>
    <inkml:brush xml:id="br0">
      <inkml:brushProperty name="width" value="0.1" units="cm"/>
      <inkml:brushProperty name="height" value="0.1" units="cm"/>
      <inkml:brushProperty name="color" value="#E71224"/>
    </inkml:brush>
  </inkml:definitions>
  <inkml:trace contextRef="#ctx0" brushRef="#br0">1 191 8192,'92'1'3807,"100"-2"3854,-103-7-7661,67-2 0,2362 9-8289,-1182 3 5110,-1128-19 3179,-36 1 0,-19 7 0,80-1 0,-42 2 0,15 0 0,9-3 0,-91 4 0,207-28 0,-255 26 0,88-20 0,-137 24 0,20-4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6:58.543"/>
    </inkml:context>
    <inkml:brush xml:id="br0">
      <inkml:brushProperty name="width" value="0.1" units="cm"/>
      <inkml:brushProperty name="height" value="0.1" units="cm"/>
      <inkml:brushProperty name="color" value="#E71224"/>
    </inkml:brush>
  </inkml:definitions>
  <inkml:trace contextRef="#ctx0" brushRef="#br0">1 79 8192,'85'3'6579,"0"3"-3739,61 2-5383,638-8-4333,-274-18 6876,-311 12 0,238-4 0,-2 0 0,-8-8 0,-261 12 0,41-4 0,60 4 0,21-1 0,-256 3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01.269"/>
    </inkml:context>
    <inkml:brush xml:id="br0">
      <inkml:brushProperty name="width" value="0.1" units="cm"/>
      <inkml:brushProperty name="height" value="0.1" units="cm"/>
      <inkml:brushProperty name="color" value="#E71224"/>
    </inkml:brush>
  </inkml:definitions>
  <inkml:trace contextRef="#ctx0" brushRef="#br0">1 1486 8192,'69'-4'2421,"129"-22"0,-54 4-1221,342-8-7195,-457 29 5948,394-15 47,223 11 2687,-372 6-2513,-226 0-2814,1-1 3410,95 1 8471,-83-3-8293,29-6-592,28-1-424,112-8 68,-11 0 0,-64 8 0,20 0 0,126-9 0,-249 11 0,-1-3 0,0-2 0,87-33 0,-73 15 0,-1-3 0,65-46 0,15-30 0,-58 42 0,-57 44 0,-18 14 0,0 0 0,1 0 0,0 1 0,1 1 0,18-8 0,-28 13 0,1 0 0,-1 1 0,0-2 0,0 1 0,0 0 0,0-1 0,0 1 0,0-1 0,-1 0 0,1 0 0,-1 0 0,0 0 0,0 0 0,0-1 0,0 1 0,0 0 0,1-8 0,3-6 0,-2 0 0,5-30 0,-3 9 0,-2 21-121,-2-1 0,0 0 0,-1 0-1,0 0 1,-2 0 0,0 0 0,-1 0 0,-1 0 0,-1 0-1,0 1 1,-1 0 0,-1 0 0,-1 0 0,-10-19-1,6 16 41,0 1-1,-2 1 1,0 0-1,-1 1 1,0 0-1,-2 1 0,0 1 1,0 1-1,-2 0 1,0 1-1,-25-14 1,12 11-468,-1 1 0,0 2 0,-2 1 0,1 2 0,-37-7 0,-176-15-4603,196 27 4926,-65-9 226,-114-8 0,-406 20 0,313 4 0,-270 32 0,463-21 0,-253 32 0,350-40 559,1 2 0,-55 18 1,68-18-321,1 0 1,0 1 0,1 1 0,0 1-1,1 0 1,-18 15 0,27-20-240,-71 67-79,67-61-82,0 1 1,1 0 0,1 1 0,-14 26 0,12-18-787,2 0 0,-7 24 1,7-12 2227,2 0 0,-4 42 0,6 68 3922,7-49-5625,0-53-1815,1-5 1677</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04.804"/>
    </inkml:context>
    <inkml:brush xml:id="br0">
      <inkml:brushProperty name="width" value="0.1" units="cm"/>
      <inkml:brushProperty name="height" value="0.1" units="cm"/>
      <inkml:brushProperty name="color" value="#E71224"/>
    </inkml:brush>
  </inkml:definitions>
  <inkml:trace contextRef="#ctx0" brushRef="#br0">0 223 8192,'589'-28'7198,"190"-24"-14396,-445 25 7198,243-14 0,-443 35 0,449-11 0,-267 9 0,-20-1 0,-49-8 0,12-1 0,-40 20 9277,-205-2-7086</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1.107"/>
    </inkml:context>
    <inkml:brush xml:id="br0">
      <inkml:brushProperty name="width" value="0.1" units="cm"/>
      <inkml:brushProperty name="height" value="0.1" units="cm"/>
      <inkml:brushProperty name="color" value="#E71224"/>
    </inkml:brush>
  </inkml:definitions>
  <inkml:trace contextRef="#ctx0" brushRef="#br0">309 1 8192,'-68'222'0,"40"-121"0,-92 302 0,79-275 3343,-8 25 3366,46-199-5293,4 0-1416,-1 22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1.887"/>
    </inkml:context>
    <inkml:brush xml:id="br0">
      <inkml:brushProperty name="width" value="0.1" units="cm"/>
      <inkml:brushProperty name="height" value="0.1" units="cm"/>
      <inkml:brushProperty name="color" value="#E71224"/>
    </inkml:brush>
  </inkml:definitions>
  <inkml:trace contextRef="#ctx0" brushRef="#br0">0 1 8192,'50'-1'2777,"54"2"5914,-96 1-8691,0-1 0,-1 1 0,1 0 0,-1 1 0,0 0 0,1 0 0,-2 1 0,1-1 0,0 1 0,-1 1 0,11 8 0,0 2 0,-1 1 0,25 31 0,-36-41 0,-1 1 0,0-1 0,0 1 0,0 0 0,-1 0 0,0 1 0,-1-1 0,1 1 0,-1-1 0,1 11 0,-3-13 0,1 0 0,-1 0 0,0 0 0,0 0 0,0 0 0,-1 0 0,0 0 0,0 0 0,0 0 0,0 0 0,-1 0 0,0 0 0,0-1 0,0 1 0,-1-1 0,-4 8 0,-3 0 0,0 0 0,-1-1 0,0 0 0,-1-1 0,-15 11 0,20-17 0,0 0 0,-1 0 0,0 0 0,0-1 0,0 0 0,-1-1 0,1 0 0,0 0 0,-1 0 0,-16-1 0,25-1 0,-6 0 0,0 0 0,1 1 0,-1-1 0,0 1 0,1 0 0,-10 4 0,13-5 0,1 1 0,-1 0 0,1 0 0,0 0 0,-1 0 0,1 0 0,0 1 0,0-1 0,0 0 0,0 0 0,0 1 0,0-1 0,0 1 0,0-1 0,1 1 0,-1-1 0,0 1 0,1-1 0,0 1 0,-1 0 0,1-1 0,0 1 0,0 0 0,-1-1 0,1 1 0,1 0 0,-1 2 0,2 4-279,0 0 0,0 0-1,1 0 1,0-1 0,0 1 0,1-1-1,0 0 1,0 0 0,1 0 0,7 9-1,3 4-918,3 8-241,2-1-1,2-1 0,0-1 0,27 24 1,-36-37 1439,-3-2 0,0-1 0,1 0 0,0-1 0,0 0 0,0 0 0,1-1 0,19 8 0,-30-15 129,1 1 0,-1-1 0,1 0 0,0 1 0,-1-1 0,1 0 0,0 0 0,-1 0 0,1 0 1,0 0-1,-1 0 0,1-1 0,0 1 0,-1 0 0,1-1 0,0 1 0,-1-1 0,1 0 0,-1 0 0,1 1 0,-1-1 0,0 0 0,1 0 1,-1 0-1,2-2 0,4-7-129</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2.212"/>
    </inkml:context>
    <inkml:brush xml:id="br0">
      <inkml:brushProperty name="width" value="0.1" units="cm"/>
      <inkml:brushProperty name="height" value="0.1" units="cm"/>
      <inkml:brushProperty name="color" value="#E71224"/>
    </inkml:brush>
  </inkml:definitions>
  <inkml:trace contextRef="#ctx0" brushRef="#br0">0 101 8192,'3'-2'573,"0"0"0,0 0 0,0 0 0,0 0 0,0 1 0,0 0 0,0-1 1,0 1-1,0 0 0,1 1 0,-1-1 0,7 0 0,45 0 3113,-37 1-3354,10 1-332,0-1 0,0-2 0,0-1 0,0-1 0,0-1 0,52-18 0,-56 14 0,-14 6 0,0 0 0,0-1 0,0-1 0,14-8 0,-20 8 0,-4 1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2.540"/>
    </inkml:context>
    <inkml:brush xml:id="br0">
      <inkml:brushProperty name="width" value="0.1" units="cm"/>
      <inkml:brushProperty name="height" value="0.1" units="cm"/>
      <inkml:brushProperty name="color" value="#E71224"/>
    </inkml:brush>
  </inkml:definitions>
  <inkml:trace contextRef="#ctx0" brushRef="#br0">0 1 8192,'1'0'71,"0"1"0,0-1 0,0 0 0,-1 1 0,1-1 0,0 0 0,0 1 0,-1-1 0,1 1 1,0 0-1,-1-1 0,1 1 0,-1-1 0,1 1 0,-1 0 0,1 0 0,-1-1 0,1 1 0,-1 0 0,0 0 0,1 1 0,7 19 1702,-8-19-1753,6 27 1130,-1 0 1,-2 0 0,0 0 0,-3 1-1,-3 40 1,1-2 57,2 159-1208,-1-216 0,1-11 0,0 0 0,0 0 0,0-1 0,0 1 0,0 0 0,0 0 0,0 0 0,0 0 0,0 0 0,0 0 0,0 0 0,0-1 0,0 1 0,0 0 0,0 0 0,-1 0 0,1 0 0,0 0 0,0 0 0,0 0 0,0 0 0,0 0 0,0-1 0,0 1 0,0 0 0,0 0 0,-1 0 0,1 0 0,0 0 0,0 0 0,0 0 0,0 0 0,0 0 0,0 0 0,-1 0 0,1 0 0,0 0 0,0 0 0,0 0 0,0 0 0,0 0 0,0 0 0,0 0 0,-1 0 0,1 0 0,0 0 0,0 0 0,0 0 0,0 0 0,0 0 0,0 1 0,0-1 0,-1 0 0,1 0 0,0 0 0,0 0 0,0 0 0,0 0 0,0 0 0,0 0 0,0 0 0,0 1 0,0-1 0,0 0 0,0 0 0,-4-7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2.771"/>
    </inkml:context>
    <inkml:brush xml:id="br0">
      <inkml:brushProperty name="width" value="0.1" units="cm"/>
      <inkml:brushProperty name="height" value="0.1" units="cm"/>
      <inkml:brushProperty name="color" value="#E71224"/>
    </inkml:brush>
  </inkml:definitions>
  <inkml:trace contextRef="#ctx0" brushRef="#br0">1 97 8192,'0'-1'199,"0"0"0,0 1 0,1-1 0,-1 0 0,1 1 0,-1-1 0,0 0 0,1 1 0,-1-1 0,1 1 0,-1-1 0,1 0 0,0 1 0,-1-1 0,1 1 0,-1 0 0,1-1 0,0 1 0,0-1 0,-1 1 0,1 0 0,0 0 0,0-1 0,-1 1 0,2 0 0,26-6 5307,-19 5-4718,101-16-788,-75 13 0,0-1 0,0-2 0,0-1 0,39-16 0,-62 18 0,-5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3.034"/>
    </inkml:context>
    <inkml:brush xml:id="br0">
      <inkml:brushProperty name="width" value="0.1" units="cm"/>
      <inkml:brushProperty name="height" value="0.1" units="cm"/>
      <inkml:brushProperty name="color" value="#E71224"/>
    </inkml:brush>
  </inkml:definitions>
  <inkml:trace contextRef="#ctx0" brushRef="#br0">0 264 8192,'0'1'114,"0"0"0,0 1 0,0-1 0,0 0 0,0 0 0,1 1 0,-1-1 0,0 0 0,1 0 0,-1 1 0,1-1 0,-1 0 0,1 0 0,-1 0 0,1 0 0,0 0 0,-1 0 0,1 0 0,0 0 0,0 0 0,0 0 0,0 0 0,1 0 0,0 0 181,1 0 0,-1 0 0,0-1 0,0 1 0,0-1 1,0 1-1,0-1 0,1 0 0,-1 0 0,0 0 1,0 0-1,4-1 0,3-1 521,0 0 0,1-1 0,-1 0-1,0 0 1,9-6 0,83-42-816,-14 9 0,-1-4 0,92-68 0,-152 94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3.361"/>
    </inkml:context>
    <inkml:brush xml:id="br0">
      <inkml:brushProperty name="width" value="0.1" units="cm"/>
      <inkml:brushProperty name="height" value="0.1" units="cm"/>
      <inkml:brushProperty name="color" value="#E71224"/>
    </inkml:brush>
  </inkml:definitions>
  <inkml:trace contextRef="#ctx0" brushRef="#br0">120 0 8192,'-2'4'240,"0"-1"1,0 1-1,0 0 1,1 0-1,-1-1 1,1 1-1,0 0 1,0 0-1,0 0 1,1 0-1,-1 8 1,-1 5 229,-54 246 6923,43-203-6674,-20 118-719,34-292 0,-1 52 0,0 32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3.625"/>
    </inkml:context>
    <inkml:brush xml:id="br0">
      <inkml:brushProperty name="width" value="0.1" units="cm"/>
      <inkml:brushProperty name="height" value="0.1" units="cm"/>
      <inkml:brushProperty name="color" value="#E71224"/>
    </inkml:brush>
  </inkml:definitions>
  <inkml:trace contextRef="#ctx0" brushRef="#br0">0 0 8192,'2'1'243,"0"-1"0,-1 1 1,1-1-1,-1 1 1,1-1-1,-1 1 0,1 0 1,-1 0-1,1 0 0,-1 0 1,0 0-1,1 0 0,-1 0 1,0 1-1,0-1 0,2 2 1,18 28 3900,-15-21-3606,48 82 438,-41-67-558,1 0 1,1-1-1,24 30 0,-32-47-418,4 7 0,1-1 0,21 17 0,-33-30 0,1 1 0,-1-1 0,1 0 0,-1 1 0,1-1 0,-1 0 0,1 1 0,-1-1 0,1 0 0,-1 0 0,1 0 0,0 0 0,-1 0 0,1 0 0,-1 0 0,1 0 0,0 0 0,-1 0 0,1 0 0,-1 0 0,1 0 0,0 0 0,-1 0 0,1-1 0,-1 1 0,1 0 0,-1 0 0,1-1 0,-1 1 0,1 0 0,-1-1 0,1 1 0,-1 0 0,1-1 0,-1 1 0,0-1 0,1 1 0,-1-1 0,0 1 0,1-1 0,-1 1 0,0-1 0,1 1 0,-1-1 0,0 0 0,0 1 0,0-1 0,0 1 0,0-1 0,0-1 0,8-38 0,-7 33 0,5-49 0,-5 31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3.891"/>
    </inkml:context>
    <inkml:brush xml:id="br0">
      <inkml:brushProperty name="width" value="0.1" units="cm"/>
      <inkml:brushProperty name="height" value="0.1" units="cm"/>
      <inkml:brushProperty name="color" value="#E71224"/>
    </inkml:brush>
  </inkml:definitions>
  <inkml:trace contextRef="#ctx0" brushRef="#br0">1 0 8192,'0'3'0,"0"7"2971,0 7-2971,0 7 0,0 8 5848,0 4-5848,0 2 0,0 0 0,0 0 2649,0-1-2649,0-1 0,0-4 0,0-4 0,0-4 0,0-4 0,0-4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4.218"/>
    </inkml:context>
    <inkml:brush xml:id="br0">
      <inkml:brushProperty name="width" value="0.1" units="cm"/>
      <inkml:brushProperty name="height" value="0.1" units="cm"/>
      <inkml:brushProperty name="color" value="#E71224"/>
    </inkml:brush>
  </inkml:definitions>
  <inkml:trace contextRef="#ctx0" brushRef="#br0">1 56 8192,'47'0'3823,"-1"-2"-1,89-14 1,-86 7-3823,-26 6 0,-1-2 0,28-8 0,-32 6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4.469"/>
    </inkml:context>
    <inkml:brush xml:id="br0">
      <inkml:brushProperty name="width" value="0.1" units="cm"/>
      <inkml:brushProperty name="height" value="0.1" units="cm"/>
      <inkml:brushProperty name="color" value="#E71224"/>
    </inkml:brush>
  </inkml:definitions>
  <inkml:trace contextRef="#ctx0" brushRef="#br0">0 151 8192,'10'0'53,"97"-4"5972,-90 2-4947,-1 0 0,0-2 0,0 0 0,25-9 0,164-54-1078,-170 57 0,-29 9 0,-1-1 0,1 0 0,0 0 0,0 0 0,-1-1 0,0 0 0,1 0 0,-1-1 0,9-7 0,-4-1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4.783"/>
    </inkml:context>
    <inkml:brush xml:id="br0">
      <inkml:brushProperty name="width" value="0.1" units="cm"/>
      <inkml:brushProperty name="height" value="0.1" units="cm"/>
      <inkml:brushProperty name="color" value="#E71224"/>
    </inkml:brush>
  </inkml:definitions>
  <inkml:trace contextRef="#ctx0" brushRef="#br0">0 1 8192,'1'0'123,"0"0"1,-1 1 0,1-1-1,-1 0 1,1 1 0,-1-1-1,1 0 1,-1 1-1,1-1 1,-1 1 0,1-1-1,-1 1 1,0-1 0,1 1-1,-1-1 1,0 1-1,1-1 1,-1 1 0,0 0-1,0-1 1,1 1 0,-1-1-1,0 1 1,0 0-1,0 0 1,4 21-111,-4-19 705,5 65 2514,-4 96-1,-3-77-2171,2 388-12175,0-467 10762</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46.571"/>
    </inkml:context>
    <inkml:brush xml:id="br0">
      <inkml:brushProperty name="width" value="0.1" units="cm"/>
      <inkml:brushProperty name="height" value="0.1" units="cm"/>
      <inkml:brushProperty name="color" value="#E71224"/>
    </inkml:brush>
  </inkml:definitions>
  <inkml:trace contextRef="#ctx0" brushRef="#br0">0 307 10526,'2897'-306'0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05.566"/>
    </inkml:context>
    <inkml:brush xml:id="br0">
      <inkml:brushProperty name="width" value="0.1" units="cm"/>
      <inkml:brushProperty name="height" value="0.1" units="cm"/>
      <inkml:brushProperty name="color" value="#E71224"/>
    </inkml:brush>
  </inkml:definitions>
  <inkml:trace contextRef="#ctx0" brushRef="#br0">1 93 8192,'243'-18'3900,"-110"6"-2337,660-27-7026,1385 40 5463,-1872-19 559,-288 15 1678,-4-1-1677</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08.258"/>
    </inkml:context>
    <inkml:brush xml:id="br0">
      <inkml:brushProperty name="width" value="0.1" units="cm"/>
      <inkml:brushProperty name="height" value="0.1" units="cm"/>
      <inkml:brushProperty name="color" value="#E71224"/>
    </inkml:brush>
  </inkml:definitions>
  <inkml:trace contextRef="#ctx0" brushRef="#br0">1 213 8192,'126'0'0,"576"-14"0,329-74 0,-220 13 0,-554 53 0,-222 19-342,51-8 12152</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6.536"/>
    </inkml:context>
    <inkml:brush xml:id="br0">
      <inkml:brushProperty name="width" value="0.1" units="cm"/>
      <inkml:brushProperty name="height" value="0.1" units="cm"/>
      <inkml:brushProperty name="color" value="#E71224"/>
    </inkml:brush>
  </inkml:definitions>
  <inkml:trace contextRef="#ctx0" brushRef="#br0">87 48 8192,'0'-4'940,"0"0"1,-1 1-1,0-1 1,1 1-1,-1-1 1,-1 1-1,1-1 1,-2-3 0,2 6-879,1 0 1,0 1-1,0-1 1,-1 0-1,1 1 1,-1-1 0,1 1-1,-1-1 1,1 1-1,-1-1 1,1 0-1,-1 1 1,1 0 0,-1-1-1,1 1 1,-1-1-1,0 1 1,1 0 0,-1-1-1,0 1 1,1 0-1,-1 0 1,0 0-1,0-1 1,1 1 0,-1 0-1,0 0 1,0 0-1,1 0 1,-1 0-1,0 0 1,1 0 0,-1 1-1,0-1 1,0 0-1,1 0 1,-1 0-1,0 1 1,1-1 0,-1 0-1,0 1 1,1-1-1,-1 1 1,1-1-1,-1 1 1,1-1 0,-2 2-1,0 2-591,-1 0-1,1 1 0,0-1 1,0 1-1,0-1 0,1 1 1,-1 0-1,1-1 0,0 1 1,1 0-1,-1 6 0,-1 3-1039,-4 18 746,-1 6-84,1 1 0,-1 59 1,7-80 1072,-1 23 424,1-39-606,0 0-1,1 0 1,-1 0 0,0 0 0,1 0-1,-1 0 1,1 0 0,-1-1-1,1 1 1,0 0 0,0 0-1,0-1 1,0 1 0,0 0-1,2 1 1,-2-2 91,0-1-1,0 1 1,0-1 0,0 0 0,0 1-1,0-1 1,-1 0 0,1 0-1,0 1 1,0-1 0,0 0 0,0 0-1,0 0 1,0 0 0,0 0-1,0-1 1,0 1 0,0 0 0,0 0-1,0-1 1,0 1 0,0 0 0,0-1-1,0 1 1,-1-1 0,1 1-1,0-1 1,0 0 0,1-1 0,24-24-1137,-21 20-118,2-2 1092,-1 0 0,0-1 0,-1 1 0,0-1 0,0 0 0,6-18 0,13-61 199,-20 71-101,1-8-10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6.874"/>
    </inkml:context>
    <inkml:brush xml:id="br0">
      <inkml:brushProperty name="width" value="0.1" units="cm"/>
      <inkml:brushProperty name="height" value="0.1" units="cm"/>
      <inkml:brushProperty name="color" value="#E71224"/>
    </inkml:brush>
  </inkml:definitions>
  <inkml:trace contextRef="#ctx0" brushRef="#br0">1 0 8192,'6'40'3681,"1"-7"483,-2 313-953,-7-198-2799,2-12-412,0-122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7.544"/>
    </inkml:context>
    <inkml:brush xml:id="br0">
      <inkml:brushProperty name="width" value="0.1" units="cm"/>
      <inkml:brushProperty name="height" value="0.1" units="cm"/>
      <inkml:brushProperty name="color" value="#E71224"/>
    </inkml:brush>
  </inkml:definitions>
  <inkml:trace contextRef="#ctx0" brushRef="#br0">226 70 8192,'0'-2'324,"-1"0"0,1 0-1,-1 0 1,0 0 0,0 0 0,0 0 0,0 0 0,0 0 0,0 0 0,0 0 0,-1 1 0,1-1-1,-1 1 1,1-1 0,-3-1 0,-27-19 5521,27 19-5833,0 1 0,0 0 0,0 0-1,0 1 1,0-1 0,0 1 0,0 0 0,0 0 0,-1 0 0,1 1 0,0 0 0,-1-1 0,1 1 0,-1 1 0,1-1 0,0 1 0,-1 0-1,1 0 1,0 0 0,0 0 0,0 1 0,0-1 0,0 1 0,0 0 0,0 1 0,0-1 0,1 1 0,-1-1 0,1 1 0,0 0 0,0 0 0,0 0-1,0 1 1,1-1 0,-1 1 0,-2 4 0,1 0-12,-1 1 0,1 0 0,1 0 0,-1 0 0,1 1 0,1-1 0,0 1 0,0 0 0,0 14 0,2 7 0,4 51 0,-4-81 0,0 0 0,0 0 0,0 0 0,0 0 0,0 0 0,0-1 0,0 1 0,0 0 0,1 0 0,-1 0 0,0 0 0,1-1 0,-1 1 0,0 0 0,1 0 0,-1 0 0,1-1 0,-1 1 0,1 0 0,-1-1 0,1 1 0,0 0 0,-1-1 0,1 1 0,0-1 0,1 1 0,-1-1 0,0 0 0,0 0 0,0 0 0,0 0 0,0 0 0,0-1 0,0 1 0,0-1 0,0 1 0,0 0 0,0-1 0,0 1 0,0-1 0,0 0 0,0 1 0,0-1 0,1-1 0,5-6 0,1 0 0,-1 0 0,5-10 0,2-3 0,-12 16 0,1-1 0,1 1 0,-1 0 0,1 0 0,-1 0 0,1 0 0,1 0 0,-1 1 0,9-7 0,-12 11-27,0 0 0,-1 0-1,1-1 1,0 1 0,-1 0 0,1 0-1,0 0 1,0 0 0,-1 0 0,1 0-1,0 0 1,0 0 0,-1 1-1,1-1 1,0 0 0,-1 0 0,1 1-1,0-1 1,-1 0 0,1 1 0,0-1-1,-1 0 1,1 1 0,-1-1-1,1 1 1,-1-1 0,1 1 0,-1-1-1,1 1 1,-1 0 0,1-1 0,-1 1-1,0-1 1,1 1 0,-1 0 0,0 0-1,0-1 1,1 2 0,7 31-2374,-8-29 1920,5 29-1803,-3-16 974,1 0 0,1 0 0,5 17 1,-5-26 1309,-1-4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7.826"/>
    </inkml:context>
    <inkml:brush xml:id="br0">
      <inkml:brushProperty name="width" value="0.1" units="cm"/>
      <inkml:brushProperty name="height" value="0.1" units="cm"/>
      <inkml:brushProperty name="color" value="#E71224"/>
    </inkml:brush>
  </inkml:definitions>
  <inkml:trace contextRef="#ctx0" brushRef="#br0">1 222 8192,'0'0'264,"1"-1"-1,-1 0 1,0 0 0,1 1 0,-1-1 0,1 0-1,1-2 1056,-1 3-1055,-1-1 0,1 1 0,0-1-1,0 1 1,-1 0 0,1-1 0,0 1 0,-1 0-1,1-1 1,0 1 0,0 0 0,0 0 0,-1 0-1,1 0 1,1 0 0,26-4 2384,-24 4-2978,32-4 728,1-3-1,-1 0 1,36-14-1,-14 5-223,-18 5-174,0-2 0,0-1 0,-2-2 0,1-2 0,51-33 0,-88 50 0,-1-1 0,1 1 0,0-1 0,-1 1 0,1-1 0,-1 0 0,1 1 0,1-5 0,2-4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8.135"/>
    </inkml:context>
    <inkml:brush xml:id="br0">
      <inkml:brushProperty name="width" value="0.1" units="cm"/>
      <inkml:brushProperty name="height" value="0.1" units="cm"/>
      <inkml:brushProperty name="color" value="#E71224"/>
    </inkml:brush>
  </inkml:definitions>
  <inkml:trace contextRef="#ctx0" brushRef="#br0">137 1 8192,'-4'6'294,"0"0"0,0 1 1,1 0-1,0 0 0,0 0 1,0 0-1,1 0 0,0 1 1,-1 8-1,-3 6 119,-26 83 1064,15-51 182,1 0 0,3 1-1,-8 72 1,21-125-1659,0 1 0,0-1 0,0 0 0,0 0 0,0 0 0,0 0 0,0 0 0,1 0 0,-1 0 0,1 0 0,-1 0 0,1 0 0,0-1 0,0 1 0,0 0 0,0 0 0,0 0 0,0-1 0,0 1 0,0-1 0,1 1 0,1 1 0,0-1 0,0-1 0,0 0 0,0 1 0,0-1 0,0 0 0,0-1 0,0 1 0,0-1 0,0 1 0,0-1 0,0 0 0,1 0 0,-1 0 0,4-1 0,3-1 0,-1-1 0,1 1 0,-1-1 0,1-1 0,-1 0 0,0 0 0,0-1 0,10-8 0,10-3 0,-15 8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8.803"/>
    </inkml:context>
    <inkml:brush xml:id="br0">
      <inkml:brushProperty name="width" value="0.1" units="cm"/>
      <inkml:brushProperty name="height" value="0.1" units="cm"/>
      <inkml:brushProperty name="color" value="#E71224"/>
    </inkml:brush>
  </inkml:definitions>
  <inkml:trace contextRef="#ctx0" brushRef="#br0">241 17 8192,'0'-1'178,"0"1"1,-1-1 0,1 0-1,0 0 1,-1 1 0,1-1-1,-1 0 1,1 1 0,-1-1-1,1 1 1,-1-1 0,0 1-1,1-1 1,-1 1 0,0-1-1,1 1 1,-1-1 0,0 1-1,1 0 1,-1-1-1,0 1 1,0 0 0,0 0-1,1 0 1,-1-1 0,0 1-1,-1 0 1,-26-3 6051,25 3-5994,-2 0-236,1-1 0,-1 1 0,1 0 0,0 1 0,-1-1 0,1 1 0,-1 0 0,1 0 0,0 0 0,-8 4 0,8-2 0,-1 0 0,0 0 0,1 1 0,0 0 0,0 0 0,0 0 0,1 0 0,-5 6 0,-6 10 0,0 0 0,1 1 0,-17 40 0,25-50 0,1 1 0,0-1 0,1 1 0,0 0 0,1 0 0,1 0 0,0 0 0,0 1 0,2 18 0,-1-30 0,1 1 0,-1 0 0,0-1 0,0 1 0,1-1 0,-1 1 0,1 0 0,0-1 0,-1 1 0,1-1 0,0 0 0,0 1 0,0-1 0,0 0 0,0 1 0,0-1 0,0 0 0,0 0 0,0 0 0,1 0 0,-1 0 0,0 0 0,1 0 0,-1 0 0,1-1 0,-1 1 0,1 0 0,-1-1 0,1 0 0,0 1 0,-1-1 0,1 0 0,-1 0 0,1 1 0,0-1 0,-1-1 0,1 1 0,0 0 0,-1 0 0,1-1 0,-1 1 0,4-2 0,2 0 0,0 0 0,0 0 0,0-1 0,0-1 0,0 1 0,-1-1 0,1 0 0,5-5 0,0-3-861,0 0 0,-1-1 0,-1 0 0,10-16 0,19-24-2679,-37 51 3328,0 0 1,0 0-1,0 0 0,1 0 0,-1 1 0,0-1 0,0 1 0,1-1 0,-1 1 0,1 0 0,4-2 0,-5 3 178,-1 0-1,0 0 0,0 0 0,0-1 0,0 1 0,0 0 0,1 1 1,-1-1-1,0 0 0,0 0 0,0 0 0,0 1 0,0-1 0,0 1 1,0-1-1,0 1 0,0-1 0,0 1 0,0-1 0,0 1 0,0 0 1,0 0-1,0-1 0,0 1 0,-1 0 0,1 0 0,0 0 0,-1 0 0,1 0 1,0 2-1,18 36-3,22 71 1,-17-40 11580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9.362"/>
    </inkml:context>
    <inkml:brush xml:id="br0">
      <inkml:brushProperty name="width" value="0.1" units="cm"/>
      <inkml:brushProperty name="height" value="0.1" units="cm"/>
      <inkml:brushProperty name="color" value="#E71224"/>
    </inkml:brush>
  </inkml:definitions>
  <inkml:trace contextRef="#ctx0" brushRef="#br0">1 167 8192,'31'-2'5335,"57"-10"0,-47 6-4537,138-25-1320,121-15-1432,-255 43 1934,7-1-3362,62-13-1,-78 6 2575,-33 9 1524,0 1 0,0-1 0,0 0 1,0 0-1,0 0 0,0-1 0,-1 1 0,4-4 1,2-7 257</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19.689"/>
    </inkml:context>
    <inkml:brush xml:id="br0">
      <inkml:brushProperty name="width" value="0.1" units="cm"/>
      <inkml:brushProperty name="height" value="0.1" units="cm"/>
      <inkml:brushProperty name="color" value="#E71224"/>
    </inkml:brush>
  </inkml:definitions>
  <inkml:trace contextRef="#ctx0" brushRef="#br0">1 1 8192,'12'13'1996,"0"1"0,17 25 0,-18-23-169,1 0 0,16 16-1,-6-8-1826,24 33 0,19 22 0,-58-72 0,3 2 0,-1 1 0,0 0 0,-1 0 0,10 17 0,-16-24 0,0 0 0,-1 0 0,1 1 0,-1-1 0,0 0 0,0 1 0,-1-1 0,1 0 0,-1 1 0,1-1 0,-1 1 0,0-1 0,0 1 0,-1-1 0,1 1 0,-1-1 0,1 1 0,-1-1 0,0 0 0,-1 1 0,1-1 0,-2 4 0,-4 3-240,0 0 1,0 0-1,0-1 0,-1 0 1,-1 0-1,-14 11 0,-2-1-599,-34 21 0,34-26 839</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0.638"/>
    </inkml:context>
    <inkml:brush xml:id="br0">
      <inkml:brushProperty name="width" value="0.1" units="cm"/>
      <inkml:brushProperty name="height" value="0.1" units="cm"/>
      <inkml:brushProperty name="color" value="#E71224"/>
    </inkml:brush>
  </inkml:definitions>
  <inkml:trace contextRef="#ctx0" brushRef="#br0">0 0 8192,'19'366'4654,"-7"-199"-3825,-7-83-1293,11 300-4555,-13-339 5019,0-30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1.340"/>
    </inkml:context>
    <inkml:brush xml:id="br0">
      <inkml:brushProperty name="width" value="0.1" units="cm"/>
      <inkml:brushProperty name="height" value="0.1" units="cm"/>
      <inkml:brushProperty name="color" value="#E71224"/>
    </inkml:brush>
  </inkml:definitions>
  <inkml:trace contextRef="#ctx0" brushRef="#br0">1 273 8192,'2'-2'280,"0"1"0,0-1 0,1 1 0,-1-1 1,1 1-1,-1 0 0,1 0 0,-1 0 0,1 0 1,-1 0-1,1 1 0,0-1 0,0 1 0,-1 0 0,1 0 1,2 0-1,50 6 5151,-26-1-4157,333 0-1474,-308-6-159,450-24-7678,-169-3 5518,849-63 2166,-694 41 353,-146 11 0,-187 23-425,81-7 2761,-234 23-1448,0 0-1,0 0 0,0 0 1,0 0-1,1 0 1,7 3-1,-11-3-794,-1 0 0,1 1 0,0-1 0,0 1 0,0 0 0,-1-1 0,1 1 0,0 0-1,0-1 1,-1 1 0,1 0 0,-1 0 0,1-1 0,-1 1 0,1 0 0,-1 0 0,1 0 0,-1 0 0,0 0 0,1 0-1,-1 0 1,0-1 0,0 1 0,0 0 0,0 0 0,0 0 0,0 0 0,0 0 0,0 0 0,0 0 0,0 0 0,-1 0-1,1 0 1,0 0 0,-1 1 0,-4 13-93,0-1 0,0 0 0,-14 23 0,-2 6 0,-103 324-1520,4-10 69,59-209-690,54-133 6343,-1-5-3292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2.289"/>
    </inkml:context>
    <inkml:brush xml:id="br0">
      <inkml:brushProperty name="width" value="0.1" units="cm"/>
      <inkml:brushProperty name="height" value="0.1" units="cm"/>
      <inkml:brushProperty name="color" value="#E71224"/>
    </inkml:brush>
  </inkml:definitions>
  <inkml:trace contextRef="#ctx0" brushRef="#br0">1 241 8192,'4'-2'215,"0"-1"1,0 1 0,0 0-1,1 0 1,-1 1 0,1 0 0,-1-1-1,1 1 1,0 1 0,-1-1-1,1 1 1,7 0 0,10-2 1250,61-8 2272,43-2-4286,89-11-2343,382-64-1678,-223 43 4569,-239 30 0,143-6 0,-154 13 0,282 3 8976,-229 5-6484,193-1-4453,124 0 2011,-478 0 1861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3.520"/>
    </inkml:context>
    <inkml:brush xml:id="br0">
      <inkml:brushProperty name="width" value="0.1" units="cm"/>
      <inkml:brushProperty name="height" value="0.1" units="cm"/>
      <inkml:brushProperty name="color" value="#E71224"/>
    </inkml:brush>
  </inkml:definitions>
  <inkml:trace contextRef="#ctx0" brushRef="#br0">311 66 8192,'-5'-1'684,"0"0"-1,0-1 1,1 1 0,-1-1 0,0 0-1,1 0 1,-1-1 0,1 1 0,0-1 0,0 0-1,-5-5 1,-21-12 2579,24 17-3375,0 1 0,0 0 1,0 0-1,0 0 0,0 0 0,0 1 0,0 0 0,-1 1 0,1-1 1,-1 1-1,1 0 0,0 1 0,-1-1 0,-6 3 0,8-2 28,1 1 0,-1-1 1,1 1-1,-1 0 0,1 1 0,0-1 0,0 1 0,0-1 0,0 1 0,0 1 0,1-1 0,-1 0 1,1 1-1,0 0 0,0-1 0,0 1 0,1 0 0,-1 1 0,-2 5 0,-13 48-4942,7-16 1940,6-29 4973,2 1-1,-4 17 1,7-26-1318,-1 0 1,0 0-1,1 0 1,0 0-1,1 0 1,-1 1-1,1-2 1,0 1-1,2 9 0,-2-13-624,-1 0-1,1 0 0,-1 0 0,1 0 0,-1 0 0,1 0 0,0-1 0,0 1 1,-1 0-1,1 0 0,0 0 0,0-1 0,0 1 0,0 0 0,0-1 0,0 1 1,0-1-1,0 1 0,0-1 0,0 1 0,0-1 0,0 0 0,2 1 0,0-1-243,0 0-1,0 0 1,-1 0-1,1-1 1,0 1-1,0-1 1,0 0 0,0 1-1,3-3 1,4-1-794,-1-1 1,1 0-1,17-13 1,12-15 633,20-14-920,-53 43 1277,0 0 1,0 1 0,1-1-1,-1 1 1,1 1-1,-1-1 1,14-2 0,-19 5 101,0 0 0,0-1 0,0 1 0,0 0 0,0 0 0,1 0 0,-1 0 0,0 0 0,0 1 0,0-1 0,0 0 0,0 1 0,0-1 0,0 0 0,0 1 0,0-1 0,0 1 0,0 0 0,0-1 0,0 1 0,1 1 0,0 0 0,-1-1 0,0 1 0,0 0 0,0 0 0,0 0 0,0 0 0,0 0 0,0 0 0,-1 0 0,1 0 0,-1 2 0,2 8 0,-2 0 0,0 0 0,-1 18 0,0-15 0,-1 4 0,-6 30 0,4-31 0,-2 35 0,4-28 0,-6 30 0,2-16 0,-2 2 0,-1 20 0,8-47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4.765"/>
    </inkml:context>
    <inkml:brush xml:id="br0">
      <inkml:brushProperty name="width" value="0.1" units="cm"/>
      <inkml:brushProperty name="height" value="0.1" units="cm"/>
      <inkml:brushProperty name="color" value="#E71224"/>
    </inkml:brush>
  </inkml:definitions>
  <inkml:trace contextRef="#ctx0" brushRef="#br0">0 971 8192,'1'-3'446,"-1"0"-1,1 0 1,0 1 0,0-1 0,0 0 0,1 0-1,-1 1 1,0-1 0,1 1 0,0-1 0,0 1 0,0 0-1,0-1 1,0 1 0,0 0 0,0 0 0,4-1-1,46-32 2936,-46 32-3318,92-52-63,91-58 0,172-92 28,-220 131-551,544-284-10450,-673 353 10973,-1-1 0,0 0 0,-1-1 0,1 0 0,-1 0 0,-1-1 0,13-14 0,-11 8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5.840"/>
    </inkml:context>
    <inkml:brush xml:id="br0">
      <inkml:brushProperty name="width" value="0.1" units="cm"/>
      <inkml:brushProperty name="height" value="0.1" units="cm"/>
      <inkml:brushProperty name="color" value="#E71224"/>
    </inkml:brush>
  </inkml:definitions>
  <inkml:trace contextRef="#ctx0" brushRef="#br0">1 0 8192,'3'1'956,"0"-1"1,0 1-1,0 0 1,1 0-1,-1 0 1,0 0-1,4 2 1,22 13 2629,-22-12-3356,150 76-230,-11-14 0,-69-29 0,125 41 0,268 77-2971,-330-98 672,-90-34 749,2-3 1,0-1-1,68 14 1,-116-33 1552,22 5 1173,1 0 0,-1 2 1,36 14-1,-48-16 4232,-1 0-4056</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6.430"/>
    </inkml:context>
    <inkml:brush xml:id="br0">
      <inkml:brushProperty name="width" value="0.1" units="cm"/>
      <inkml:brushProperty name="height" value="0.1" units="cm"/>
      <inkml:brushProperty name="color" value="#E71224"/>
    </inkml:brush>
  </inkml:definitions>
  <inkml:trace contextRef="#ctx0" brushRef="#br0">100 1 8192,'-35'447'10738,"25"-355"-10008,-27 204-2710,37-295 2046,0 0 0,-1 0 0,1 0 0,0 0 0,0 0 0,0 0 0,-1 0 0,1 0 0,0 0 0,-1 0 0,1 0 0,-1 0 0,1 0 0,-2 1 0,1-2-36,1 0 0,-1 0 0,1 0 0,0 0 0,-1-1 0,1 1 0,-1 0 0,1 0 0,0-1 0,-1 1 0,1 0 0,0 0 0,-1-1 0,1 1 0,0 0 0,0-1 0,-1 1 0,1-1 0,0 1 0,0 0 0,-1-1 0,1 1 0,0-1 0,0 1 0,0-1 0,0 1 0,0 0 0,0-1 0,0 1 0,0-1 0,0 1 0,0-1 0,-3-11-30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7.099"/>
    </inkml:context>
    <inkml:brush xml:id="br0">
      <inkml:brushProperty name="width" value="0.1" units="cm"/>
      <inkml:brushProperty name="height" value="0.1" units="cm"/>
      <inkml:brushProperty name="color" value="#E71224"/>
    </inkml:brush>
  </inkml:definitions>
  <inkml:trace contextRef="#ctx0" brushRef="#br0">1 4 8192,'32'-2'2211,"-23"1"-889,1 1 1,0 0-1,0 0 1,-1 0-1,1 2 1,15 2-1,-23-3-1322,0 0 0,-1 0 0,1 0 0,-1 0 0,1 1 0,-1-1 0,1 0 0,-1 1 0,0-1 0,0 1 0,0-1 0,0 1 0,0 0 0,0-1 0,0 1 0,0 0 0,0 0 0,-1 0 0,1 0 0,-1-1 0,0 1 0,1 0 0,-1 3 0,1 8 0,-1-1 0,-2 21 0,1-16 0,1-10 0,-1-1 0,1 0 0,-1 0 0,0 0 0,0 0 0,-1 0 0,1 0 0,-2 0 0,1-1 0,0 1 0,-1-1 0,0 1 0,-1-1 0,1 0 0,-1 0 0,-5 6 0,7-10 0,1 0 0,0 0 0,0 0 0,0 0 0,0 1 0,0-1 0,0 0 0,0 1 0,1-1 0,-1 0 0,0 1 0,1-1 0,-1 1 0,1-1 0,-1 1 0,1-1 0,0 1 0,0-1 0,-1 1 0,1 0 0,0-1 0,1 1 0,-1-1 0,0 1 0,0-1 0,1 1 0,-1 0 0,1-1 0,-1 0 0,1 1 0,-1-1 0,1 1 0,1 1 0,4 3 0,-1 0 0,1-1 0,0 1 0,0-1 0,13 7 0,-12-8 0,-1 0 0,0 1 0,-1-1 0,1 1 0,8 10 0,-11-12 0,0 1 0,0-1 0,0 0 0,0 0 0,0 0 0,7 4 0,0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7.457"/>
    </inkml:context>
    <inkml:brush xml:id="br0">
      <inkml:brushProperty name="width" value="0.1" units="cm"/>
      <inkml:brushProperty name="height" value="0.1" units="cm"/>
      <inkml:brushProperty name="color" value="#E71224"/>
    </inkml:brush>
  </inkml:definitions>
  <inkml:trace contextRef="#ctx0" brushRef="#br0">1 60 8192,'2'-2'406,"1"0"1,0 1-1,0-1 1,0 0-1,1 1 1,-1 0-1,0 0 1,0 0-1,1 0 1,-1 0-1,1 0 1,4 1-1,47-1 5103,-37 1-4834,-6 1-675,0-2 0,1 1 0,-1-2 0,0 1 0,0-2 0,0 0 0,0 0 0,0-1 0,17-8 0,-13 4 0,-1 1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7.765"/>
    </inkml:context>
    <inkml:brush xml:id="br0">
      <inkml:brushProperty name="width" value="0.1" units="cm"/>
      <inkml:brushProperty name="height" value="0.1" units="cm"/>
      <inkml:brushProperty name="color" value="#E71224"/>
    </inkml:brush>
  </inkml:definitions>
  <inkml:trace contextRef="#ctx0" brushRef="#br0">65 0 8192,'-3'5'499,"1"-1"0,-1 1 1,1 0-1,0 0 0,1 0 1,-1 0-1,1 0 0,0 0 1,0 0-1,0 7 0,-3 11 1854,0-2-1597,1 0-1,1 0 1,1 37 0,0 12-156,0-68-600,1 1 0,0-1 0,0 0 0,-1 1 0,0-1 0,1 0 0,-1 1 0,0-1 0,0 0 0,0 0 0,0 0 0,-1 0 0,1 0 0,0 0 0,-1 0 0,0 0 0,-2 2 0,-6 3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8.169"/>
    </inkml:context>
    <inkml:brush xml:id="br0">
      <inkml:brushProperty name="width" value="0.1" units="cm"/>
      <inkml:brushProperty name="height" value="0.1" units="cm"/>
      <inkml:brushProperty name="color" value="#E71224"/>
    </inkml:brush>
  </inkml:definitions>
  <inkml:trace contextRef="#ctx0" brushRef="#br0">1 30 8192,'3'0'11468,"4"0"-11468,3 0 0,1-2 0,0-2 0,2-3 0,2 1 0,1 0 0,-3 2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8.713"/>
    </inkml:context>
    <inkml:brush xml:id="br0">
      <inkml:brushProperty name="width" value="0.1" units="cm"/>
      <inkml:brushProperty name="height" value="0.1" units="cm"/>
      <inkml:brushProperty name="color" value="#E71224"/>
    </inkml:brush>
  </inkml:definitions>
  <inkml:trace contextRef="#ctx0" brushRef="#br0">1 81 8192,'3'-3'11468,"3"-1"-11468,5-3 0,2 1 0,-1-3 0,1 1 0,-2-1 0,0 0 0,1 3 0,2 2 0,0 1 0,-1-1 0,0 0 0,-3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9.055"/>
    </inkml:context>
    <inkml:brush xml:id="br0">
      <inkml:brushProperty name="width" value="0.1" units="cm"/>
      <inkml:brushProperty name="height" value="0.1" units="cm"/>
      <inkml:brushProperty name="color" value="#E71224"/>
    </inkml:brush>
  </inkml:definitions>
  <inkml:trace contextRef="#ctx0" brushRef="#br0">1 21 8192,'0'3'3356,"3"0"-3356,14 4 5996,-4-5-5996,2-1 0,2 0 2116,1-1-2116,0 0 0,-1 0 0,1 0 0,-1-1 0,-2-1 0,-2-2 0,1-3 0,0 0 0,-2-1 0,-3-1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29.428"/>
    </inkml:context>
    <inkml:brush xml:id="br0">
      <inkml:brushProperty name="width" value="0.1" units="cm"/>
      <inkml:brushProperty name="height" value="0.1" units="cm"/>
      <inkml:brushProperty name="color" value="#E71224"/>
    </inkml:brush>
  </inkml:definitions>
  <inkml:trace contextRef="#ctx0" brushRef="#br0">3 36 8192,'-1'35'1071,"0"-14"2063,3 40-1,-1-56-2815,-1 0 0,1 0-1,1 1 1,-1-1 0,1 0-1,0 0 1,0 0 0,0-1-1,1 1 1,-1 0 0,1-1 0,6 7-1,-7-9-311,1 0-1,-1 0 0,1 0 1,0 0-1,0 0 0,0-1 1,0 1-1,0-1 1,1 0-1,-1 0 0,0 0 1,1 0-1,-1 0 1,0-1-1,1 0 0,-1 0 1,1 0-1,-1 0 0,1 0 1,-1 0-1,0-1 1,7-2-1,5-1-160,-1-1 1,0-1-1,23-12 0,-27 12-901,-1-1 0,1 0-1,-1-1 1,-1 0 0,15-18 0,10-8-931,-29 31 1839,0-1 1,-1 0 0,0-1 0,1 1 0,-1 0 0,-1-1-1,1 0 1,2-6 0,-4 10 109,-1 0 0,1-1 1,-1 1-1,1 0 0,-1-1 0,0 1 0,0-1 0,0 1 1,1-1-1,-1 1 0,0-1 0,-1 1 0,1 0 0,0-1 1,0 1-1,-1-1 0,1 1 0,-1 0 0,1-1 0,-1 1 1,1 0-1,-1-1 0,0 1 0,0 0 0,0 0 0,0 0 0,0 0 1,0 0-1,0 0 0,0 0 0,0 0 0,0 0 0,0 0 1,-2-1-1,-6-2 38,-1 1 0,1 0 0,-1 0 0,1 1 0,-1 0 0,0 1 0,0 0 0,-14 0 0,8 1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0.471"/>
    </inkml:context>
    <inkml:brush xml:id="br0">
      <inkml:brushProperty name="width" value="0.1" units="cm"/>
      <inkml:brushProperty name="height" value="0.1" units="cm"/>
      <inkml:brushProperty name="color" value="#E71224"/>
    </inkml:brush>
  </inkml:definitions>
  <inkml:trace contextRef="#ctx0" brushRef="#br0">1 0 8192,'1034'0'11468,"-1015"0"-11468</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0.923"/>
    </inkml:context>
    <inkml:brush xml:id="br0">
      <inkml:brushProperty name="width" value="0.1" units="cm"/>
      <inkml:brushProperty name="height" value="0.1" units="cm"/>
      <inkml:brushProperty name="color" value="#E71224"/>
    </inkml:brush>
  </inkml:definitions>
  <inkml:trace contextRef="#ctx0" brushRef="#br0">8 0 8192,'1'0'159,"1"1"1,-1-1-1,0 0 1,0 1 0,1-1-1,-1 1 1,0 0-1,0-1 1,0 1-1,0 0 1,0 0 0,0-1-1,0 1 1,0 0-1,0 0 1,2 2-1,14 23 4602,-8-12-2957,-4-10-1667,-1 1 0,-1 0 0,1 0 0,-1 1 0,0-1 0,0 1 0,0-1 0,-1 1 0,0 0 0,0 0-1,0 0 1,-1 0 0,0 0 0,0 0 0,0 11 0,-1-8-137,0 0 0,-1 0 0,1 0 0,-2-1 0,1 1 0,-6 14 0,5-18 0,0 0 0,-1 0 0,1-1 0,-1 1 0,-1-1 0,1 0 0,0 0 0,-1 0 0,0 0 0,0-1 0,0 1 0,-7 3 0,-13 10 0,14-9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2.090"/>
    </inkml:context>
    <inkml:brush xml:id="br0">
      <inkml:brushProperty name="width" value="0.1" units="cm"/>
      <inkml:brushProperty name="height" value="0.1" units="cm"/>
      <inkml:brushProperty name="color" value="#E71224"/>
    </inkml:brush>
  </inkml:definitions>
  <inkml:trace contextRef="#ctx0" brushRef="#br0">293 1 8192,'-13'-1'1955,"-5"1"351,1 1 0,-21 2 0,31-1-2018,0-1 1,1 1-1,-1 1 0,1-1 1,0 1-1,0 0 0,0 0 1,-11 8-1,-11 9-288,9-6 0,0 0 0,-31 31 0,47-41 0,1-1 0,0 1 0,-1-1 0,1 1 0,0 0 0,1-1 0,-1 1 0,1 0 0,0 0 0,0 1 0,0-1 0,0 0 0,1 0 0,-1 0 0,1 1 0,0-1 0,1 0 0,-1 0 0,1 0 0,0 1 0,0-1 0,0 0 0,0 0 0,1 0 0,-1 0 0,1-1 0,0 1 0,0 0 0,1-1 0,-1 1 0,1-1 0,0 0 0,0 0 0,0 0 0,0 0 0,0 0 0,0-1 0,1 0 0,4 3 0,-8-5 0,15 9 0,0 0 0,-1 0 0,25 24 0,-35-29 0,0 0 0,0 1 0,-1-1 0,1 1 0,-1 0 0,-1 0 0,1 1 0,-1-1 0,0 0 0,0 1 0,0 0 0,-1-1 0,0 1 0,0 0 0,0 9 0,-1-15 0,1 9 0,-1-1 0,0 1 0,-1 0 0,-1 11 0,1-17 0,0-1 0,0 1 0,0-1 0,0 1 0,0-1 0,0 1 0,-1-1 0,1 0 0,-1 0 0,0 1 0,0-1 0,0-1 0,0 1 0,0 0 0,0 0 0,0-1 0,-4 3 0,-1 0 0,1-1 0,-1 0 0,0 0 0,0 0 0,-14 2 0,8-3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2.603"/>
    </inkml:context>
    <inkml:brush xml:id="br0">
      <inkml:brushProperty name="width" value="0.1" units="cm"/>
      <inkml:brushProperty name="height" value="0.1" units="cm"/>
      <inkml:brushProperty name="color" value="#E71224"/>
    </inkml:brush>
  </inkml:definitions>
  <inkml:trace contextRef="#ctx0" brushRef="#br0">63 0 8192,'0'0'0,"1"40"2867,-2 0 0,-1-1 0,-14 68 0,-25 94-2867,38-186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3.600"/>
    </inkml:context>
    <inkml:brush xml:id="br0">
      <inkml:brushProperty name="width" value="0.1" units="cm"/>
      <inkml:brushProperty name="height" value="0.1" units="cm"/>
      <inkml:brushProperty name="color" value="#E71224"/>
    </inkml:brush>
  </inkml:definitions>
  <inkml:trace contextRef="#ctx0" brushRef="#br0">1 4 8192,'72'-2'11780,"4"1"-11609,-2 4-10097,-72-3 9799,0 0 0,-1 1 0,1-1 0,0 1 0,-1-1 0,1 1 0,-1-1-1,1 1 1,-1 0 0,1-1 0,-1 1 0,0 0 0,1 0 0,-1 0 0,0 0 0,0 1 0,0-1 0,0 0 0,0 0 0,2 3 0,-2-1 473,1 1 0,-1-1 0,0 0 0,0 0 0,0 0 0,-1 0 0,1 1 0,-1-1 0,0 0 0,0 5 0,0-2 354,-1-1 0,1 1 0,-1 0 1,-1-1-1,1 1 0,-1 0 0,-3 5 0,4-8-688,0-1-1,-1 1 1,1-1-1,-1 1 1,0-1-1,0 1 1,-3 2-1,-2 0-1029,0-1-1,0 0 0,-1 0 0,1-1 0,-1 0 0,1-1 1,-15 4-1,6-2 313,90-2 706,-39-3 0,54 2 0,-87-1 22,0 1 0,-1-1 0,1 1 1,0-1-1,0 1 0,0-1 0,-1 1 0,1 0 0,0 0 1,-1 0-1,1 0 0,0 0 0,-1 0 0,1 1 1,-1-1-1,0 0 0,2 3 0,0 0 107,-1-1-1,0 1 1,0 0 0,-1 0-1,1 0 1,-1 0-1,2 7 1,-1 0 359,0 0 0,-1 1-1,-1-1 1,0 1 0,-1 11 0,0-20-372,1 1-1,-1-1 1,0 0 0,0 0 0,-1 0-1,1 0 1,0 0 0,-1 0 0,0 0-1,0-1 1,0 1 0,0 0 0,0-1-1,0 0 1,-1 1 0,1-1 0,-6 4-1,-5 1 346,1 0 1,-27 11-1,1 0-171,25-11-508,-6 4-1361,-1 0 0,0-1 1,-1-1-1,-23 6 0,42-14 1719,0 0-1,0-1 1,0 1 0,0-1 0,0 0 0,0 1 0,0-1-1,0 0 1,0 0 0,0-1 0,0 1 0,0 0 0,0-1-1,0 1 1,0-1 0,0 1 0,0-1 0,0 0 0,-2-2-1,-3-4 421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4.678"/>
    </inkml:context>
    <inkml:brush xml:id="br0">
      <inkml:brushProperty name="width" value="0.1" units="cm"/>
      <inkml:brushProperty name="height" value="0.1" units="cm"/>
      <inkml:brushProperty name="color" value="#E71224"/>
    </inkml:brush>
  </inkml:definitions>
  <inkml:trace contextRef="#ctx0" brushRef="#br0">37 0 8192,'-13'36'7845,"6"-11"-7328,1 1 1,2-1 0,1 1-1,1 0 1,1-1 0,3 43-1,-1-65-611,-1 1 0,0-1-1,1 0 1,0 0 0,0 0-1,0 0 1,0 0 0,0 0-1,1 0 1,-1 0 0,1-1-1,0 1 1,0-1 0,0 1-1,0-1 1,0 1 0,0-1 0,4 3-1,-2-3-208,0 0 0,-1 0-1,1 0 1,0-1 0,0 1 0,0-1-1,0 0 1,0 0 0,1 0 0,-1-1-1,0 0 1,7 0 0,-5 0 30,0 0 0,0-1 0,-1 0 0,1 0 0,-1 0 0,1-1 0,-1 0 0,1 0-1,-1 0 1,0-1 0,0 0 0,0 0 0,0 0 0,-1 0 0,1-1 0,-1 0 0,0 0 0,0 0 0,0 0 0,5-9 0,-2-1 273,0 2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5.031"/>
    </inkml:context>
    <inkml:brush xml:id="br0">
      <inkml:brushProperty name="width" value="0.1" units="cm"/>
      <inkml:brushProperty name="height" value="0.1" units="cm"/>
      <inkml:brushProperty name="color" value="#E71224"/>
    </inkml:brush>
  </inkml:definitions>
  <inkml:trace contextRef="#ctx0" brushRef="#br0">2 1 8192,'-1'87'3794,"3"99"3880,-2-185-7674,0 0 0,0 0 0,0 1 0,0-1 0,1 0 0,-1 0 0,0 0 0,1 0 0,-1 0 0,1 1 0,-1-1 0,1 0 0,0 0 0,-1 0 0,1 0 0,0 0 0,1 1 0,5 1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5.359"/>
    </inkml:context>
    <inkml:brush xml:id="br0">
      <inkml:brushProperty name="width" value="0.1" units="cm"/>
      <inkml:brushProperty name="height" value="0.1" units="cm"/>
      <inkml:brushProperty name="color" value="#E71224"/>
    </inkml:brush>
  </inkml:definitions>
  <inkml:trace contextRef="#ctx0" brushRef="#br0">0 163 8192,'20'-2'1380,"0"-1"-1,0-1 1,0-1 0,-1 0 0,0-1 0,36-18 0,10-2 429,-3 4-1809,67-23 0,-66 30 0,-46 9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5.761"/>
    </inkml:context>
    <inkml:brush xml:id="br0">
      <inkml:brushProperty name="width" value="0.1" units="cm"/>
      <inkml:brushProperty name="height" value="0.1" units="cm"/>
      <inkml:brushProperty name="color" value="#E71224"/>
    </inkml:brush>
  </inkml:definitions>
  <inkml:trace contextRef="#ctx0" brushRef="#br0">138 1 8192,'-2'27'1310,"-1"0"0,-1 0 0,-1-1 0,-2 1 1,-10 26-1,-13 58 2297,15-37-3607,-22 139 0,20-68 0,17-143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6.010"/>
    </inkml:context>
    <inkml:brush xml:id="br0">
      <inkml:brushProperty name="width" value="0.1" units="cm"/>
      <inkml:brushProperty name="height" value="0.1" units="cm"/>
      <inkml:brushProperty name="color" value="#E71224"/>
    </inkml:brush>
  </inkml:definitions>
  <inkml:trace contextRef="#ctx0" brushRef="#br0">0 146 8192,'3'-7'3356,"4"0"-3356,3 1 0,4-3 0,1-2 5483,5 0-5483,4 0 0,5 2 2629,-1-1-2629,1-2 0,-1 2 0,0-1 0,-2 2 0,-2 2 0,-3 2 0,-1 0 0,-5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6.973"/>
    </inkml:context>
    <inkml:brush xml:id="br0">
      <inkml:brushProperty name="width" value="0.1" units="cm"/>
      <inkml:brushProperty name="height" value="0.1" units="cm"/>
      <inkml:brushProperty name="color" value="#E71224"/>
    </inkml:brush>
  </inkml:definitions>
  <inkml:trace contextRef="#ctx0" brushRef="#br0">154 0 8192,'-12'53'3356,"-6"51"-652,-3-2 0,-57 165 0,77-265-2704,0 1 0,0-1 0,0 1 0,0-1 0,-1 1 0,1-1 0,-1 0 0,-1 3 0,2-5 0,1 0 0,0 0 0,0 0 0,0 1 0,0-1 0,0 0 0,0 0 0,-1 0 0,1 0 0,0 0 0,0 0 0,0 0 0,0 0 0,-1 0 0,1 0 0,0 0 0,0 0 0,0 0 0,0 0 0,-1 0 0,1 0 0,0 0 0,0 0 0,0 0 0,0 0 0,-1 0 0,1 0 0,0 0 0,0 0 0,0 0 0,0 0 0,-1 0 0,1 0 0,0 0 0,0 0 0,0 0 0,0-1 0,0 1 0,0 0 0,-1 0 0,-3-15 0,4-70 0,0 62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7.597"/>
    </inkml:context>
    <inkml:brush xml:id="br0">
      <inkml:brushProperty name="width" value="0.1" units="cm"/>
      <inkml:brushProperty name="height" value="0.1" units="cm"/>
      <inkml:brushProperty name="color" value="#E71224"/>
    </inkml:brush>
  </inkml:definitions>
  <inkml:trace contextRef="#ctx0" brushRef="#br0">0 22 8192,'10'-1'1844,"1"0"1,-1-1 0,13-3 0,25-3 1803,-31 6-3293,-8 1-344,0 0 0,0 1-1,0 0 1,0 0 0,0 1 0,0 0-1,12 4 1,-20-4-6,1 0-1,0 0 1,0 0-1,-1 0 1,1 1-1,-1-1 1,0 1-1,1-1 1,-1 1-1,0 0 1,0-1-1,0 1 1,0 0-1,0 0 1,0 0-1,0 0 1,-1 0-1,1 0 1,-1 0-1,1 0 1,-1 0-1,0 0 1,0 0-1,0 0 1,0 0 0,0 0-1,0 0 1,-1 0-1,1 0 1,-2 4-1,1-1-62,0 0 0,-1 0-1,1 0 1,-1 0 0,-1 0-1,1 0 1,0-1 0,-1 1 0,0-1-1,0 1 1,-4 3 0,-22 13-473,22-17 110,0 1-1,0 0 1,0 1 0,0-1 0,-10 13-1,16-16 351,0-1 0,0 1-1,0 0 1,0-1 0,1 1-1,-1 0 1,0-1 0,1 1 0,-1 0-1,1 0 1,0-1 0,0 1-1,-1 0 1,1 0 0,0-1-1,1 1 1,-1 0 0,0 0-1,0 0 1,1-1 0,-1 1-1,1 0 1,0-1 0,-1 1 0,1 0-1,0-1 1,0 1 0,0-1-1,0 1 1,0-1 0,0 1-1,1-1 1,1 2 0,7 7-64,0-1 1,0 0-1,1 0 1,0-1-1,20 10 1,-25-15-728,0 0 0,0-1 0,0 0 0,10 2 1,-4-2 551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7.957"/>
    </inkml:context>
    <inkml:brush xml:id="br0">
      <inkml:brushProperty name="width" value="0.1" units="cm"/>
      <inkml:brushProperty name="height" value="0.1" units="cm"/>
      <inkml:brushProperty name="color" value="#E71224"/>
    </inkml:brush>
  </inkml:definitions>
  <inkml:trace contextRef="#ctx0" brushRef="#br0">1 87 8192,'18'-1'1220,"-1"-1"0,1-1 1,0-1-1,-1 0 0,0-2 0,0 0 1,25-12-1,-14 6-367,40-11 0,-36 17-853,-19 5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8.313"/>
    </inkml:context>
    <inkml:brush xml:id="br0">
      <inkml:brushProperty name="width" value="0.1" units="cm"/>
      <inkml:brushProperty name="height" value="0.1" units="cm"/>
      <inkml:brushProperty name="color" value="#E71224"/>
    </inkml:brush>
  </inkml:definitions>
  <inkml:trace contextRef="#ctx0" brushRef="#br0">99 1 8192,'0'22'2867,"0"1"0,-2-1 0,-7 37 0,-9 54-2867,15-89 0,1 1 0,2 48 0,1-47 0,-1 0 0,-5 37 0,5-60 0,0-1 0,-1 1 0,1-1 0,-1 1 0,1-1 0,-1 0 0,0 0 0,0 1 0,0-1 0,0 0 0,0 0 0,0 0 0,-1 0 0,1 0 0,-1 0 0,1 0 0,-1 0 0,0-1 0,0 1 0,0-1 0,0 1 0,0-1 0,0 0 0,0 0 0,0 0 0,0 0 0,-1 0 0,1 0 0,-5 0 0,-6 1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8.595"/>
    </inkml:context>
    <inkml:brush xml:id="br0">
      <inkml:brushProperty name="width" value="0.1" units="cm"/>
      <inkml:brushProperty name="height" value="0.1" units="cm"/>
      <inkml:brushProperty name="color" value="#E71224"/>
    </inkml:brush>
  </inkml:definitions>
  <inkml:trace contextRef="#ctx0" brushRef="#br0">0 4 8192,'35'8'8839,"-4"-1"-6210,127-4-2629,-91-4 0,-63 1 0,0 0 0,0 0 0,0-1 0,0 1 0,-1-1 0,1 1 0,0-1 0,0-1 0,0 1 0,-1 0 0,1-1 0,4-2 0,0-3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9.045"/>
    </inkml:context>
    <inkml:brush xml:id="br0">
      <inkml:brushProperty name="width" value="0.1" units="cm"/>
      <inkml:brushProperty name="height" value="0.1" units="cm"/>
      <inkml:brushProperty name="color" value="#E71224"/>
    </inkml:brush>
  </inkml:definitions>
  <inkml:trace contextRef="#ctx0" brushRef="#br0">1 49 8192,'3'0'11468,"3"0"-11468,2-3 0,1-1 0,3 0 0,2-2 0,1 0 0,2 1 0,0 1 0,0 2 0,4 0 0,0-1 0,0-1 0,-1 1 0,-3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9.589"/>
    </inkml:context>
    <inkml:brush xml:id="br0">
      <inkml:brushProperty name="width" value="0.1" units="cm"/>
      <inkml:brushProperty name="height" value="0.1" units="cm"/>
      <inkml:brushProperty name="color" value="#E71224"/>
    </inkml:brush>
  </inkml:definitions>
  <inkml:trace contextRef="#ctx0" brushRef="#br0">0 123 8192,'19'0'2109,"0"-1"0,-1-1 0,23-5 0,-25 3-1351,0-1 0,0-1 0,26-12 0,-18 6-758,-15 8 0,0 0 0,-1 0 0,1-1 0,-1 0 0,0 0 0,-1-1 0,1 0 0,10-12 0,-10 8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39.991"/>
    </inkml:context>
    <inkml:brush xml:id="br0">
      <inkml:brushProperty name="width" value="0.1" units="cm"/>
      <inkml:brushProperty name="height" value="0.1" units="cm"/>
      <inkml:brushProperty name="color" value="#E71224"/>
    </inkml:brush>
  </inkml:definitions>
  <inkml:trace contextRef="#ctx0" brushRef="#br0">1 1 8192,'2'2'269,"-1"0"1,1 1 0,0 0-1,-1-1 1,0 1-1,1 0 1,-1 0 0,0-1-1,0 1 1,-1 0 0,1 0-1,0 5 1,1 40 4600,-2-35-4406,0 46-312,0 25 674,3 0 0,15 86-1,8-38-825,-23-115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49.752"/>
    </inkml:context>
    <inkml:brush xml:id="br0">
      <inkml:brushProperty name="width" value="0.1" units="cm"/>
      <inkml:brushProperty name="height" value="0.1" units="cm"/>
      <inkml:brushProperty name="color" value="#E71224"/>
    </inkml:brush>
  </inkml:definitions>
  <inkml:trace contextRef="#ctx0" brushRef="#br0">1826 1 8192,'-31'27'8186,"-3"4"-4904,6-6-3282,-1 0 0,-2-2 0,-38 24 0,51-36 0,-68 56 0,-70 34 0,108-69 0,24-15 0,0-1 0,-37 20 0,-10 0-1008,-92 42-5272,129-64 4887,-1-1-1,-67 14 1,10-2 1393,33-8 0,26-8 0,13-3 0,0 0 0,0-2 0,-1-1 0,-22 1 0,21-2 1147,0 0-1,0 1 1,1 1 0,-33 11 0,-80 38 4587,124-49-5734,-1 1 0,0-1 0,0-1 0,0 0 0,-14 2 0,21-4 0,-1 0 0,0 1 0,0 0 0,1 0 0,-1 0 0,1 0 0,-1 1 0,1-1 0,0 1 0,0 0 0,0 1 0,0-1 0,1 1 0,-5 4 0,3-2 0,0-1 0,0 0 0,-1 0 0,1-1 0,-10 6 0,5-5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50.389"/>
    </inkml:context>
    <inkml:brush xml:id="br0">
      <inkml:brushProperty name="width" value="0.1" units="cm"/>
      <inkml:brushProperty name="height" value="0.1" units="cm"/>
      <inkml:brushProperty name="color" value="#E71224"/>
    </inkml:brush>
  </inkml:definitions>
  <inkml:trace contextRef="#ctx0" brushRef="#br0">2 1 8192,'-2'83'2840,"4"90"5788,-1-170-8675,-1 0-1,1 0 0,0 0 1,-1 0-1,1 0 1,0 0-1,1 0 1,-1 0-1,0-1 0,1 1 1,0 0-1,0-1 1,-1 1-1,1-1 1,1 0-1,-1 0 0,0 0 1,0 0-1,1 0 1,-1 0-1,1-1 1,0 1-1,0-1 0,-1 1 1,1-1-1,0 0 1,0 0-1,5 0 0,7 2-320,1-1-1,0 0 0,0-2 0,22-1 0,-15 0 237,11 2-2468,35 6 1,-17-1 124,-34-5 2037</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51.527"/>
    </inkml:context>
    <inkml:brush xml:id="br0">
      <inkml:brushProperty name="width" value="0.1" units="cm"/>
      <inkml:brushProperty name="height" value="0.1" units="cm"/>
      <inkml:brushProperty name="color" value="#E71224"/>
    </inkml:brush>
  </inkml:definitions>
  <inkml:trace contextRef="#ctx0" brushRef="#br0">1 81 8192,'96'-2'8465,"-1"-6"-5462,137-11-3003,-26 4 0,169 6 0,-227 11 0,-62 0 0,91-4 0,-114-6 0,-31 4 0,34-1 0,-40 5 0,2 1 0,0-2 0,54-9 0,-67 7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52.367"/>
    </inkml:context>
    <inkml:brush xml:id="br0">
      <inkml:brushProperty name="width" value="0.1" units="cm"/>
      <inkml:brushProperty name="height" value="0.1" units="cm"/>
      <inkml:brushProperty name="color" value="#E71224"/>
    </inkml:brush>
  </inkml:definitions>
  <inkml:trace contextRef="#ctx0" brushRef="#br0">1 1 8192,'3'1'929,"0"0"1,1 0 0,-1 1 0,0-1-1,0 1 1,0 0 0,0 0-1,0 0 1,-1 0 0,5 5 0,8 5 311,17 9-1241,32 20 0,-56-37 0,-1-1 0,1 0 0,0 0 0,0 0 0,1-1 0,-1-1 0,10 2 0,-9-2 0,-1 0 0,1 0 0,-1 1 0,1 0 0,-1 0 0,1 1 0,10 6 0,-16-8 0,0 1 0,0 0 0,0 0 0,-1 0 0,1 0 0,-1 0 0,1 0 0,-1 1 0,0-1 0,0 1 0,0-1 0,0 1 0,-1 0 0,1 0 0,-1 0 0,1 0 0,-1 0 0,0 0 0,0 0 0,-1 0 0,1 1 0,0 3 0,0 3 0,-1 0 0,-1-1 0,1 1 0,-4 17 0,2-23 0,1 1 0,-1 0 0,1-1 0,-2 1 0,1-1 0,0 1 0,-1-1 0,0 0 0,0 0 0,0 0 0,-4 3 0,-1 2-282,1-1-1,0 1 1,-6 11-1,10-14 81,-1 0-1,0-1 1,0 1 0,-1-1-1,1 1 1,-1-1 0,0-1-1,-1 1 1,1-1 0,-11 7-1,-20 5 1317,-21 12 1128,48-22-2242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59.373"/>
    </inkml:context>
    <inkml:brush xml:id="br0">
      <inkml:brushProperty name="width" value="0.1" units="cm"/>
      <inkml:brushProperty name="height" value="0.1" units="cm"/>
      <inkml:brushProperty name="color" value="#E71224"/>
    </inkml:brush>
  </inkml:definitions>
  <inkml:trace contextRef="#ctx0" brushRef="#br0">257 55 8192,'0'-2'496,"0"0"0,0 0 1,0-1-1,0 1 0,-1 0 0,1 0 1,0 0-1,-1-1 0,0 1 0,0 0 1,1 0-1,-1 0 0,-1 0 0,1 0 1,0 0-1,-2-1 0,1 1-279,0 0-1,0 1 1,0 0-1,0-1 1,-1 1 0,1 0-1,0 0 1,-1 0-1,1 1 1,-1-1-1,1 0 1,-1 1 0,-4-1-1,-6 0-216,0 0 0,0 1 0,-25 2 0,34-2 0,0 1 0,0 0 0,0 0 0,0 0 0,0 1 0,0 0 0,1-1 0,-1 1 0,0 0 0,1 1 0,-1-1 0,1 1 0,0-1 0,0 1 0,-5 6 0,4-4 0,-2 2 0,0 1 0,0 0 0,1 0 0,0 0 0,0 1 0,1 0 0,-6 16 0,5-1 0,1-1 0,0 0 0,2 1 0,0 35 0,2-53 0,0 1 0,1 0 0,-1-1 0,1 1 0,0-1 0,4 10 0,-5-14 0,1 0 0,1 0 0,-1 0 0,0 0 0,0-1 0,1 1 0,-1 0 0,1-1 0,-1 1 0,1-1 0,0 1 0,-1-1 0,1 0 0,0 0 0,0 0 0,0 0 0,0 0 0,0 0 0,0 0 0,0-1 0,0 1 0,1-1 0,1 1 0,4 1 0,-1-1 0,1 0 0,-1-1 0,1 1 0,0-1 0,-1-1 0,1 1 0,-1-1 0,1-1 0,-1 1 0,0-1 0,1-1 0,-1 1 0,0-1 0,0 0 0,-1-1 0,1 0 0,-1 0 0,0 0 0,8-7 0,11-11-1716,-20 18 978,0 0-1,0 0 0,-1 0 1,0 0-1,0-1 1,0 1-1,0-1 0,3-7 1,-5 8 307,0 0 0,0 0 0,1 1 0,-1-1 0,1 0 0,0 1 0,4-4 0,-7 6 571,1 0-1,0 1 1,0-1-1,0 1 1,0-1 0,0 1-1,-1 0 1,1-1-1,0 1 1,0 0 0,0 0-1,0-1 1,0 1-1,0 0 1,2 0 0,-2 0 291,1 1 0,-1-1 0,0 0 0,1 1 0,-1-1 0,0 1 0,1 0 0,-1-1 0,0 1 0,0 0 0,0 0 0,0 0 0,2 2 0,1 0-185,0 1-1,-1 1 1,1-1 0,-1 0 0,0 1-1,0 0 1,-1-1 0,0 1-1,4 10 1,-3-2 116,0 0 0,1 24 0,-4-36-362,0 1 0,0-1 0,0 0 0,0 0 0,1 0 0,-1 0 0,0 1 0,0-1 0,1 0 0,-1 0 0,1 0 0,-1 0 0,1 0 0,-1 0 0,1 0 0,0 0 0,0 0 0,-1 0 0,1 0 0,0 0 0,0-1 0,0 1 0,0 0 0,0-1 0,0 1 0,0 0 0,0-1 0,2 1 0,7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59.716"/>
    </inkml:context>
    <inkml:brush xml:id="br0">
      <inkml:brushProperty name="width" value="0.1" units="cm"/>
      <inkml:brushProperty name="height" value="0.1" units="cm"/>
      <inkml:brushProperty name="color" value="#E71224"/>
    </inkml:brush>
  </inkml:definitions>
  <inkml:trace contextRef="#ctx0" brushRef="#br0">0 60 8192,'21'0'8819,"-8"0"-8819,3-3 2649,1-1-2649,0 1 0,1 0 0,0-2 0,0 0 0,-1-3 0,3 1 0,1 2 0,0-2 0,-1 0 0,-4 5 0,-4 2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7:59.997"/>
    </inkml:context>
    <inkml:brush xml:id="br0">
      <inkml:brushProperty name="width" value="0.1" units="cm"/>
      <inkml:brushProperty name="height" value="0.1" units="cm"/>
      <inkml:brushProperty name="color" value="#E71224"/>
    </inkml:brush>
  </inkml:definitions>
  <inkml:trace contextRef="#ctx0" brushRef="#br0">1 144 8192,'2'0'925,"0"-1"0,1 1 0,-1-1 0,0 0 1,1 0-1,-1 0 0,0 0 0,3-2 0,18-13 2210,-22 16-3128,14-10-7,2 1 0,-1 0 0,1 2 0,1 0 0,-1 0 0,1 2 0,35-6 0,-10 1 0,-4 0 0,43-16 0,-66 19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00.621"/>
    </inkml:context>
    <inkml:brush xml:id="br0">
      <inkml:brushProperty name="width" value="0.1" units="cm"/>
      <inkml:brushProperty name="height" value="0.1" units="cm"/>
      <inkml:brushProperty name="color" value="#E71224"/>
    </inkml:brush>
  </inkml:definitions>
  <inkml:trace contextRef="#ctx0" brushRef="#br0">444 0 8192,'-6'2'1033,"0"-1"1,0 1-1,0 0 1,0 1-1,0-1 1,1 1-1,-11 7 1,7-5-463,-19 14 86,0 0 1,1 2-1,-46 46 0,66-59-657,1 1 0,-1 0 0,2 0 0,-1 0 0,1 1 0,0 0 0,1 0 0,0 0 0,-3 18 0,3-12 0,1 1 0,0 0 0,2 0 0,0 1 0,2 23 0,1-22 0,2-1 0,7 24 0,-7-29 0,0 1 0,-1-1 0,-1 0 0,0 1 0,-1-1 0,0 15 0,-1-25 0,-1-1 0,1 1 0,-1 0 0,0-1 0,0 1 0,0 0 0,0-1 0,-1 1 0,1-1 0,-1 0 0,1 0 0,-1 1 0,0-1 0,-2 2 0,-33 26 0,17-15 0,12-8 0,-33 24 0,39-30 0,0 1 0,0-1 0,0 0 0,-1 0 0,1 0 0,0 0 0,-1 0 0,1 0 0,-1-1 0,1 1 0,-1-1 0,1 0 0,-1 0 0,1 0 0,-1 0 0,-2 0 0,4-1 0,0 1 0,0-1 0,0 1 0,0-1 0,0 1 0,0-1 0,0 0 0,0 1 0,0-1 0,1 0 0,-1 0 0,0 0 0,1 1 0,-1-1 0,0 0 0,1 0 0,-1 0 0,0-1 0,-2-9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00.962"/>
    </inkml:context>
    <inkml:brush xml:id="br0">
      <inkml:brushProperty name="width" value="0.1" units="cm"/>
      <inkml:brushProperty name="height" value="0.1" units="cm"/>
      <inkml:brushProperty name="color" value="#E71224"/>
    </inkml:brush>
  </inkml:definitions>
  <inkml:trace contextRef="#ctx0" brushRef="#br0">34 1 8192,'1'82'2780,"-3"91"5908,2-160-8688,-2-1 0,0 1 0,0-1 0,-7 18 0,9-29 0,0-1 0,0 0 0,0 0 0,0 0 0,0 0 0,0 0 0,0 1 0,-1-1 0,1 0 0,0 0 0,0 0 0,0 0 0,0 0 0,0 0 0,0 1 0,0-1 0,0 0 0,0 0 0,0 0 0,-1 0 0,1 0 0,0 0 0,0 0 0,0 0 0,0 0 0,0 0 0,0 0 0,-1 1 0,1-1 0,0 0 0,0 0 0,0 0 0,0 0 0,0 0 0,0 0 0,-1 0 0,1 0 0,0 0 0,0 0 0,0 0 0,0 0 0,0-1 0,-1 1 0,1 0 0,0 0 0,0 0 0,0 0 0,-5-8 0,-1-10 0,4 4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01.618"/>
    </inkml:context>
    <inkml:brush xml:id="br0">
      <inkml:brushProperty name="width" value="0.1" units="cm"/>
      <inkml:brushProperty name="height" value="0.1" units="cm"/>
      <inkml:brushProperty name="color" value="#E71224"/>
    </inkml:brush>
  </inkml:definitions>
  <inkml:trace contextRef="#ctx0" brushRef="#br0">0 44 8192,'0'-2'239,"1"1"0,-1-1 0,1 1-1,0-1 1,-1 1 0,1-1 0,0 1 0,0-1 0,0 1 0,0 0 0,0 0 0,0-1 0,0 1 0,0 0 0,0 0 0,1 0-1,-1 0 1,0 1 0,1-1 0,-1 0 0,1 0 0,-1 1 0,3-1 0,35-12 5495,-38 13-5734,-1-1 0,1 1 0,0 0 0,0-1 0,0 1 0,0 0 0,0 0 0,-1 0 0,1 0 0,0-1 0,0 1 0,0 0 0,0 1 0,0-1 0,0 0 0,0 0 0,0 0 0,-1 0 0,1 1 0,0-1 0,0 0 0,0 1 0,0-1 0,-1 1 0,1-1 0,0 1 0,0-1 0,-1 1 0,1 0 0,-1-1 0,1 1 0,0 0 0,-1-1 0,1 1 0,-1 0 0,1 0 0,-1 0 0,0-1 0,1 1 0,-1 0 0,0 1 0,1 0 0,-1 1 0,-1-1 0,1 1 0,0-1 0,-1 0 0,1 1 0,-1-1 0,1 0 0,-1 0 0,0 1 0,0-1 0,0 0 0,0 0 0,-3 3 0,-20 21-1125,19-22 475,0 1 0,0 0-1,0 0 1,1 1 0,0-1-1,-7 13 1,11-17 539,-1 0 0,1 0 1,0 0-1,0 1 0,-1-1 0,1 0 1,0 0-1,0 1 0,0-1 1,0 0-1,0 0 0,0 1 0,1-1 1,-1 0-1,0 0 0,1 0 1,0 2-1,0-1 47,1 0 1,-1 0-1,0 0 0,1 0 1,0-1-1,0 1 0,-1 0 1,1-1-1,0 0 1,0 1-1,0-1 0,4 1 1,4 4-18,44 24-1543,-51-28 1540,0 0-1,0 1 1,-1-1-1,1 0 1,0 1 0,-1 0-1,0 0 1,1 0-1,-1 0 1,0 0-1,-1 0 1,1 0 0,0 0-1,0 4 1,-2-4 84,1-1 0,-1 0 0,0 0 0,-1 0 0,1 0 0,0 1 0,-1-1 0,1 0 0,-1 0 0,0 0 0,1 0 0,-1 0 0,0 0 0,0 0 0,-1 0 0,1 0 0,0-1 0,0 1 0,-1 0 0,1-1 0,-1 1 0,-2 1 0,-6 5 0,0 0 0,-19 10 0,19-12 0,-53 39 0,58-42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02.007"/>
    </inkml:context>
    <inkml:brush xml:id="br0">
      <inkml:brushProperty name="width" value="0.1" units="cm"/>
      <inkml:brushProperty name="height" value="0.1" units="cm"/>
      <inkml:brushProperty name="color" value="#E71224"/>
    </inkml:brush>
  </inkml:definitions>
  <inkml:trace contextRef="#ctx0" brushRef="#br0">1 0 8192,'-1'89'2899,"3"93"5670,-2-175-8569,1-1 0,0 0 0,0 1 0,0-1 0,1 0 0,-1 1 0,7 10 0,-7-15 0,0 0 0,1 0 0,-1 0 0,1 0 0,0 0 0,0 0 0,-1 0 0,1-1 0,0 1 0,0-1 0,1 0 0,-1 0 0,0 1 0,0-1 0,1 0 0,-1-1 0,1 1 0,-1 0 0,0-1 0,1 1 0,-1-1 0,5 0 0,0 0 0,0 0 0,-1 0 0,1-1 0,-1 1 0,1-2 0,8-1 0,-12 2 0,0-1 0,0 1 0,0 0 0,0-1 0,-1 0 0,1 1 0,0-1 0,-1 0 0,1-1 0,-1 1 0,1 0 0,-1-1 0,0 1 0,3-5 0,5-8-540,1 1 1,0 0-1,1 0 0,16-12 0,-26 24 443,13-12-463</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02.304"/>
    </inkml:context>
    <inkml:brush xml:id="br0">
      <inkml:brushProperty name="width" value="0.1" units="cm"/>
      <inkml:brushProperty name="height" value="0.1" units="cm"/>
      <inkml:brushProperty name="color" value="#E71224"/>
    </inkml:brush>
  </inkml:definitions>
  <inkml:trace contextRef="#ctx0" brushRef="#br0">1 1 8192,'0'258'11468,"0"-255"-11468,0-2 0,0 0 0,0 1 0,0-1 0,0 0 0,0 1 0,0-1 0,0 0 0,0 1 0,0-1 0,0 0 0,1 1 0,-1-1 0,1 0 0,-1 0 0,1 1 0,-1-1 0,1 0 0,0 0 0,0 0 0,0 1 0,3-2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02.599"/>
    </inkml:context>
    <inkml:brush xml:id="br0">
      <inkml:brushProperty name="width" value="0.1" units="cm"/>
      <inkml:brushProperty name="height" value="0.1" units="cm"/>
      <inkml:brushProperty name="color" value="#E71224"/>
    </inkml:brush>
  </inkml:definitions>
  <inkml:trace contextRef="#ctx0" brushRef="#br0">0 166 8192,'2'-3'819,"-1"0"0,1 1 0,0-1 0,0 1 1,0-1-1,0 1 0,0 0 0,0 0 0,0 0 1,1 0-1,-1 0 0,1 1 0,4-3 0,16-8-819,0 1 0,1 1 0,47-12 0,11-5 0,38-19 0,-106 42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03.003"/>
    </inkml:context>
    <inkml:brush xml:id="br0">
      <inkml:brushProperty name="width" value="0.1" units="cm"/>
      <inkml:brushProperty name="height" value="0.1" units="cm"/>
      <inkml:brushProperty name="color" value="#E71224"/>
    </inkml:brush>
  </inkml:definitions>
  <inkml:trace contextRef="#ctx0" brushRef="#br0">134 0 8192,'-1'20'1903,"-6"34"0,-1 7 2216,-51 437-8688,55-451 6430,4-36-1079,-1 1-1,0-1 0,-1 0 1,0 0-1,0 0 1,-1-1-1,-7 17 0,10-26-781,0-1 0,0 1 0,-1-1 0,1 0 0,0 1 0,0-1 0,0 1 0,-1-1 0,1 0 0,0 1 0,-1-1 0,1 0 0,0 1 0,0-1 0,-1 0 0,1 0 0,-1 1 0,1-1 0,0 0 0,-1 0 0,1 1 0,-1-1 0,1 0 0,0 0 0,-1 0 0,1 0 0,-1 0 0,1 0 0,-1 0 0,1 0 0,-1 0 0,1 0 0,0 0 0,-1 0 0,1 0 0,-1 0 0,1 0 0,-1 0 0,1-1 0,0 1 0,-1 0 0,1 0 0,-1 0 0,1-1 0,-1 1 0,-11-18 0,7 5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03.255"/>
    </inkml:context>
    <inkml:brush xml:id="br0">
      <inkml:brushProperty name="width" value="0.1" units="cm"/>
      <inkml:brushProperty name="height" value="0.1" units="cm"/>
      <inkml:brushProperty name="color" value="#E71224"/>
    </inkml:brush>
  </inkml:definitions>
  <inkml:trace contextRef="#ctx0" brushRef="#br0">0 130 8192,'3'-3'3356,"4"-1"-3356,11-10 5996,-10 6-5996,2 0 0,2-2 2116,2 2-2116,-2-2 0,0 2 0,1 2 0,1-1 0,2 1 0,0-2 0,0 0 0,1 0 0,1 0 0,-4 2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7:59.947"/>
    </inkml:context>
    <inkml:brush xml:id="br0">
      <inkml:brushProperty name="width" value="0.1" units="cm"/>
      <inkml:brushProperty name="height" value="0.1" units="cm"/>
      <inkml:brushProperty name="color" value="#E71224"/>
    </inkml:brush>
  </inkml:definitions>
  <inkml:trace contextRef="#ctx0" brushRef="#br0">0 1 8192,'471'0'10106,"-238"0"-8744,-217 0-1362</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00.554"/>
    </inkml:context>
    <inkml:brush xml:id="br0">
      <inkml:brushProperty name="width" value="0.1" units="cm"/>
      <inkml:brushProperty name="height" value="0.1" units="cm"/>
      <inkml:brushProperty name="color" value="#E71224"/>
    </inkml:brush>
  </inkml:definitions>
  <inkml:trace contextRef="#ctx0" brushRef="#br0">0 0 8192,'120'0'7688,"-1"0"-3934,24 0-2734,70 0-4018,69 0-2843,86 0 2218,-337 0 3623</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10.343"/>
    </inkml:context>
    <inkml:brush xml:id="br0">
      <inkml:brushProperty name="width" value="0.1" units="cm"/>
      <inkml:brushProperty name="height" value="0.1" units="cm"/>
      <inkml:brushProperty name="color" value="#E71224"/>
    </inkml:brush>
  </inkml:definitions>
  <inkml:trace contextRef="#ctx0" brushRef="#br0">185 0 8192,'-12'15'1042,"-1"0"1,2 1 0,0 0-1,1 1 1,1 0-1,0 1 1,2-1-1,0 2 1,0-1 0,-3 20-1,-16 40-1042,-3 14 0,9-35 0,17-45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10.967"/>
    </inkml:context>
    <inkml:brush xml:id="br0">
      <inkml:brushProperty name="width" value="0.1" units="cm"/>
      <inkml:brushProperty name="height" value="0.1" units="cm"/>
      <inkml:brushProperty name="color" value="#E71224"/>
    </inkml:brush>
  </inkml:definitions>
  <inkml:trace contextRef="#ctx0" brushRef="#br0">1 1 8192,'2'0'602,"0"1"0,0 0 0,0-1 1,0 1-1,0 0 0,0 0 0,-1 0 0,1 0 1,0 1-1,0-1 0,-1 0 0,1 1 0,1 2 1,19 21 2434,-22-25-3037,8 11 0,-1 0 0,0 0 0,5 14 0,-7-13 0,2 0 0,14 21 0,-15-24 0,-1 1 0,0 0 0,0 1 0,-1-1 0,0 1 0,-1-1 0,0 1 0,-1 0 0,1 14 0,12 41 0,-11-52 0,0 1 0,4 24 0,-7-24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11.530"/>
    </inkml:context>
    <inkml:brush xml:id="br0">
      <inkml:brushProperty name="width" value="0.1" units="cm"/>
      <inkml:brushProperty name="height" value="0.1" units="cm"/>
      <inkml:brushProperty name="color" value="#E71224"/>
    </inkml:brush>
  </inkml:definitions>
  <inkml:trace contextRef="#ctx0" brushRef="#br0">1 42 8192,'3'-3'11468,"3"-1"-11468,5 1 0,2 0 0,8 0 0,4 2 0,2 0 0,1-2 0,-2-1 0,-3 1 0,-2 0 0,-2 1 0,-1 0 0,-1 2 0,0 0 0,0-3 0,-4-1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13.067"/>
    </inkml:context>
    <inkml:brush xml:id="br0">
      <inkml:brushProperty name="width" value="0.1" units="cm"/>
      <inkml:brushProperty name="height" value="0.1" units="cm"/>
      <inkml:brushProperty name="color" value="#E71224"/>
    </inkml:brush>
  </inkml:definitions>
  <inkml:trace contextRef="#ctx0" brushRef="#br0">257 0 8192,'-27'32'1911,"0"0"1,-42 71-1,-27 80 3823,89-169-5734,0 0 0,1 1 0,1 0 0,-6 24 0,10-25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13.511"/>
    </inkml:context>
    <inkml:brush xml:id="br0">
      <inkml:brushProperty name="width" value="0.1" units="cm"/>
      <inkml:brushProperty name="height" value="0.1" units="cm"/>
      <inkml:brushProperty name="color" value="#E71224"/>
    </inkml:brush>
  </inkml:definitions>
  <inkml:trace contextRef="#ctx0" brushRef="#br0">0 1 8192,'1'0'183,"0"0"-1,0 1 1,0-1 0,-1 0 0,1 1-1,0-1 1,0 1 0,-1-1 0,1 1-1,0-1 1,0 1 0,-1 0 0,1-1-1,-1 1 1,1 0 0,-1-1 0,1 1-1,-1 0 1,1 1 0,10 20 1209,-6-12 1486,32 52-891,20 38-431,-51-85-1556,0 1 0,-1 0 0,4 21 0,-7-22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13.922"/>
    </inkml:context>
    <inkml:brush xml:id="br0">
      <inkml:brushProperty name="width" value="0.1" units="cm"/>
      <inkml:brushProperty name="height" value="0.1" units="cm"/>
      <inkml:brushProperty name="color" value="#E71224"/>
    </inkml:brush>
  </inkml:definitions>
  <inkml:trace contextRef="#ctx0" brushRef="#br0">0 36 8192,'3'0'11468,"4"-3"-11468,3-1 0,4 0 0,1-2 0,2 0 0,4 2 0,3 0 0,4 2 0,3 0 0,-4 2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16.337"/>
    </inkml:context>
    <inkml:brush xml:id="br0">
      <inkml:brushProperty name="width" value="0.1" units="cm"/>
      <inkml:brushProperty name="height" value="0.1" units="cm"/>
      <inkml:brushProperty name="color" value="#E71224"/>
    </inkml:brush>
  </inkml:definitions>
  <inkml:trace contextRef="#ctx0" brushRef="#br0">541 20 8192,'0'-1'285,"-7"-8"3709,6 9-3709,1-1 1,-1 1-1,0-1 0,0 1 1,1 0-1,-1-1 0,0 1 0,0 0 1,1 0-1,-1 0 0,0-1 1,-1 1-1,-26-3 3112,24 3-3314,-24-2-83,-1 1 0,-54 7 0,71-4 0,1 0 0,-1 1 0,0 0 0,1 1 0,-1 1 0,1-1 0,1 2 0,-1 0 0,-15 11 0,23-14-58,-1 0 1,1 1-1,0 0 0,0 0 0,0 0 1,1 0-1,0 0 0,-1 0 0,1 1 1,1-1-1,-1 1 0,1-1 0,-1 1 0,0 7 1,0 7-480,0 1 1,0 22-1,2-25-462,1 0 0,0 0 0,2 1 0,-1-1-1,2 0 1,1-1 0,0 1 0,10 21 0,-14-34 1012,5 9 969,0 0-1,-1 0 1,-1 1 0,0 0 0,2 17 0,-5-28-797,-1 0 0,0 0 1,0 0-1,0 0 1,0 1-1,-1-1 1,1 0-1,-1 0 1,0 0-1,0 0 1,0 0-1,0 0 1,-1 0-1,1 0 1,-1 0-1,1-1 1,-1 1-1,0-1 1,0 1-1,0-1 1,-1 0-1,1 0 1,-1 1-1,1-2 1,-1 1-1,1 0 1,-1 0-1,0-1 1,-3 2-1,-9 4-185,1 1 0,-20 16 0,27-19 0,0 1 0,0-1 0,-1 0 0,1-1 0,-1 1 0,0-2 0,-1 1 0,1-1 0,-1 0 0,1-1 0,-18 3 0,4-5 0,16-1 0,17 1 0,19-2-757,46 1-4006,-70 1 4389,0 1 0,0-1 0,0 2 0,0-1 0,0 0-1,0 1 1,0 0 0,-1 1 0,10 4 0,-12-4 294,0 0 1,0-1-1,0 2 0,-1-1 1,1 0-1,-1 0 0,0 1 0,0-1 1,0 1-1,0 0 0,-1-1 1,1 1-1,-1 0 0,0 0 0,0 0 1,0 0-1,0 8 0,0 4-113,-1 0 0,0-1 0,-3 21 0,0-24 193,0 0 0,0 0 0,-1 0 0,-1-1 0,-11 21 0,-10 27 0,14-13 0,1 0 0,2 1 0,3 0 0,1 0 0,3 0 0,4 62 0,0-94 0,0 0 0,1 0 0,1-1 0,0 1 0,1-1 0,1 0 0,0-1 0,1 1 0,0-1 0,1 0 0,0-1 0,1 0 0,1 0 0,16 15 0,0-2 0,0-2 0,2-2 0,0 0 0,2-2 0,35 18 0,-45-27 0,0-1 0,1 0 0,0-2 0,26 6 0,-14-7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26.027"/>
    </inkml:context>
    <inkml:brush xml:id="br0">
      <inkml:brushProperty name="width" value="0.1" units="cm"/>
      <inkml:brushProperty name="height" value="0.1" units="cm"/>
      <inkml:brushProperty name="color" value="#E71224"/>
    </inkml:brush>
  </inkml:definitions>
  <inkml:trace contextRef="#ctx0" brushRef="#br0">176 1 8192,'-16'19'1631,"12"-14"-595,-1 0-1,1 0 1,-1 0 0,0 0-1,-6 4 1,4-5-778,1 0 1,1 0 0,-1 0 0,0 1 0,1 0 0,0 0-1,0 0 1,1 1 0,-1 0 0,1 0 0,1 0 0,-1 0-1,-4 12 1,-13 27-1430,15-33 1111,0 1 0,1-1 1,0 1-1,-4 19 0,8-25 1530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26.591"/>
    </inkml:context>
    <inkml:brush xml:id="br0">
      <inkml:brushProperty name="width" value="0.1" units="cm"/>
      <inkml:brushProperty name="height" value="0.1" units="cm"/>
      <inkml:brushProperty name="color" value="#E71224"/>
    </inkml:brush>
  </inkml:definitions>
  <inkml:trace contextRef="#ctx0" brushRef="#br0">1 1 8192,'2'0'519,"0"0"0,0 1 0,0 0 1,0-1-1,0 1 0,0 0 0,0 0 1,0 0-1,0 0 0,-1 0 0,1 0 1,0 0-1,-1 1 0,3 1 0,21 25 2998,-21-22-3354,28 31-163,-17-22 0,-2 1 0,0 1 0,0 0 0,13 27 0,13 58 0,-20-47 0,-15-44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27.058"/>
    </inkml:context>
    <inkml:brush xml:id="br0">
      <inkml:brushProperty name="width" value="0.1" units="cm"/>
      <inkml:brushProperty name="height" value="0.1" units="cm"/>
      <inkml:brushProperty name="color" value="#E71224"/>
    </inkml:brush>
  </inkml:definitions>
  <inkml:trace contextRef="#ctx0" brushRef="#br0">0 68 8192,'1'-1'337,"-1"0"1,0 0-1,0 1 1,1-1-1,5-8 3375,-5 8-3375,0 1 1,0-1-1,0 1 1,0-1-1,-1 1 1,1 0-1,0-1 1,1 1-1,26-8 2695,303-20-5811,-213 23 2202,286-5-7535,-389 10 8112</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28.404"/>
    </inkml:context>
    <inkml:brush xml:id="br0">
      <inkml:brushProperty name="width" value="0.1" units="cm"/>
      <inkml:brushProperty name="height" value="0.1" units="cm"/>
      <inkml:brushProperty name="color" value="#E71224"/>
    </inkml:brush>
  </inkml:definitions>
  <inkml:trace contextRef="#ctx0" brushRef="#br0">209 0 8192,'-66'491'0,"40"-321"0,-14 76 343,-17 135 1331,45-273-329,5 164 1,8-257 851,0-29 0,0-28 169,-1 15-2366</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28.703"/>
    </inkml:context>
    <inkml:brush xml:id="br0">
      <inkml:brushProperty name="width" value="0.1" units="cm"/>
      <inkml:brushProperty name="height" value="0.1" units="cm"/>
      <inkml:brushProperty name="color" value="#E71224"/>
    </inkml:brush>
  </inkml:definitions>
  <inkml:trace contextRef="#ctx0" brushRef="#br0">1 17 8192,'3'-3'2971,"14"-4"2877,-4 4-5848,3 1 0,1 1 0,0 3 2649,-2 1-2649</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29.959"/>
    </inkml:context>
    <inkml:brush xml:id="br0">
      <inkml:brushProperty name="width" value="0.1" units="cm"/>
      <inkml:brushProperty name="height" value="0.1" units="cm"/>
      <inkml:brushProperty name="color" value="#E71224"/>
    </inkml:brush>
  </inkml:definitions>
  <inkml:trace contextRef="#ctx0" brushRef="#br0">1 1 8192,'18'0'112,"54"-1"3674,1 4-1,71 12 0,-124-12-3785,6 1 0,0 1 0,-1 1 0,0 1 0,33 14 0,-55-19 0,-1 0 0,1 0 0,-1 0 0,0 0 0,1 1 0,-1-1 0,0 1 0,-1-1 0,1 1 0,0 0 0,-1-1 0,0 1 0,1 0 0,-1 0 0,0 0 0,-1 0 0,2 6 0,1 9 0,2 32 0,-5-45 0,0 8-441,-1-1 0,0 1 0,-1 0 0,0-1 0,-1 0 0,-1 1 0,0-1-1,0-1 1,-1 1 0,-1 0 0,0-1 0,-8 11 0,-8 11-1470,-2-2-1,-44 45 1,-83 74 1911,125-129 1838,21-17-833,0 0 0,0 0 0,1 0 0,-1 0 0,-5 8 0,9-10-834,0 0 1,0 0-1,0 0 1,0 0-1,0 0 1,1 0-1,-1 0 1,1 0-1,-1 0 0,1 0 1,0 0-1,0 0 1,0 0-1,0 0 1,0 0-1,0 0 0,1 0 1,-1 0-1,1 0 1,1 4-1,8 18-646,2-1-1,0-1 1,31 41-1,-15-22-418,63 93 895,146 163-6483,-146-185 5165,17 17 443,-89-110 874</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30.429"/>
    </inkml:context>
    <inkml:brush xml:id="br0">
      <inkml:brushProperty name="width" value="0.1" units="cm"/>
      <inkml:brushProperty name="height" value="0.1" units="cm"/>
      <inkml:brushProperty name="color" value="#E71224"/>
    </inkml:brush>
  </inkml:definitions>
  <inkml:trace contextRef="#ctx0" brushRef="#br0">0 1 8192,'1'2'171,"0"-1"0,1 1 0,-1-1 0,0 1 1,0-1-1,1 0 0,-1 1 0,1-1 0,-1 0 0,1 0 1,-1 0-1,1 0 0,0 0 0,-1-1 0,1 1 0,0 0 1,2 0-1,3 2 104,14 5 287,0 0 0,1-1-1,0-1 1,0-1 0,43 4 0,118-5 3892,-138-4-4167,368-3-2763,-389 3 4952</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30.844"/>
    </inkml:context>
    <inkml:brush xml:id="br0">
      <inkml:brushProperty name="width" value="0.1" units="cm"/>
      <inkml:brushProperty name="height" value="0.1" units="cm"/>
      <inkml:brushProperty name="color" value="#E71224"/>
    </inkml:brush>
  </inkml:definitions>
  <inkml:trace contextRef="#ctx0" brushRef="#br0">155 1 8192,'-5'13'498,"0"0"1,1 0-1,0 1 1,1 0-1,-1 15 1,0-4-134,-28 220 930,0-1-1377,24-199-1866,-11 64-1675,6-36 3992,4-13 2912,-1 0 3628,9-48-4998,0-6-1911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31.139"/>
    </inkml:context>
    <inkml:brush xml:id="br0">
      <inkml:brushProperty name="width" value="0.1" units="cm"/>
      <inkml:brushProperty name="height" value="0.1" units="cm"/>
      <inkml:brushProperty name="color" value="#E71224"/>
    </inkml:brush>
  </inkml:definitions>
  <inkml:trace contextRef="#ctx0" brushRef="#br0">1 134 8192,'10'-10'8819,"0"3"-8819,6-3 0,7 1 0,7-1 2649,8 1-2649,8 0 0,6-3 0,2 2 0,1-1 0,3-1 0,-3 2 0,-5 1 0,-11 4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31.487"/>
    </inkml:context>
    <inkml:brush xml:id="br0">
      <inkml:brushProperty name="width" value="0.1" units="cm"/>
      <inkml:brushProperty name="height" value="0.1" units="cm"/>
      <inkml:brushProperty name="color" value="#E71224"/>
    </inkml:brush>
  </inkml:definitions>
  <inkml:trace contextRef="#ctx0" brushRef="#br0">1 255 8192,'6'0'11468,"7"-3"-11468,8-4 0,6-3 0,10-4 0,7-1 0,2-2 0,8-3 0,0-2 0,-3 1 0,-4 0 0,-5 2 0,-3 0 0,-6 1 0,-2 0 0,-4 1 0,-7 3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31.883"/>
    </inkml:context>
    <inkml:brush xml:id="br0">
      <inkml:brushProperty name="width" value="0.1" units="cm"/>
      <inkml:brushProperty name="height" value="0.1" units="cm"/>
      <inkml:brushProperty name="color" value="#E71224"/>
    </inkml:brush>
  </inkml:definitions>
  <inkml:trace contextRef="#ctx0" brushRef="#br0">120 1 8192,'-45'344'0,"-13"183"0,58-497 2296,0-21-985,1-1-1,-2 1 0,1-1 0,-1 1 1,-1-1-1,-3 14 0,5-22-1310,0 0 0,0 0 0,0-1 0,0 1 0,0 0 0,0 0 0,0 0 0,0 0 0,0 0 0,0 0 0,0 0 0,0-1 0,0 1 0,0 0 0,0 0 0,0 0 0,-1 0 0,1 0 0,0 0 0,0 0 0,0 0 0,0 0 0,0 0 0,0-1 0,0 1 0,0 0 0,-1 0 0,1 0 0,0 0 0,0 0 0,0 0 0,0 0 0,0 0 0,0 0 0,-1 0 0,1 0 0,0 0 0,0 0 0,0 0 0,0 0 0,0 0 0,0 0 0,-1 0 0,1 0 0,0 1 0,0-1 0,0 0 0,0 0 0,0 0 0,0 0 0,0 0 0,0 0 0,-1 0 0,1 0 0,0 0 0,0 0 0,0 1 0,-2-13 0,1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32.224"/>
    </inkml:context>
    <inkml:brush xml:id="br0">
      <inkml:brushProperty name="width" value="0.1" units="cm"/>
      <inkml:brushProperty name="height" value="0.1" units="cm"/>
      <inkml:brushProperty name="color" value="#E71224"/>
    </inkml:brush>
  </inkml:definitions>
  <inkml:trace contextRef="#ctx0" brushRef="#br0">1 1 8192,'12'20'2212,"28"38"0,-16-24 1209,104 135-914,5 8-1391,-118-155-1116,2 0 0,0-1 0,1 0 0,1-2 0,34 28 0,-21-21 0,-21-17 0,0 0 0,0 0 0,0-1 0,1-1 0,0 0 0,1-1 0,0 0 0,17 6 0,-22-10 0,0 0 0,0-1 0,0 0 0,1 0 0,-1 0 0,0-1 0,10-1 0,-13 0 0,-1 0 0,1 0 0,0 0 0,-1-1 0,1 0 0,-1 0 0,0 0 0,1 0 0,-1-1 0,0 0 0,-1 1 0,1-1 0,4-5 0,5-5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32.521"/>
    </inkml:context>
    <inkml:brush xml:id="br0">
      <inkml:brushProperty name="width" value="0.1" units="cm"/>
      <inkml:brushProperty name="height" value="0.1" units="cm"/>
      <inkml:brushProperty name="color" value="#E71224"/>
    </inkml:brush>
  </inkml:definitions>
  <inkml:trace contextRef="#ctx0" brushRef="#br0">206 0 8192,'-3'49'0,"-16"96"0,8-78 0,-33 187 0,-11 85 0,-11 118 0,61-412 559,2-11 2238</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33.160"/>
    </inkml:context>
    <inkml:brush xml:id="br0">
      <inkml:brushProperty name="width" value="0.1" units="cm"/>
      <inkml:brushProperty name="height" value="0.1" units="cm"/>
      <inkml:brushProperty name="color" value="#E71224"/>
    </inkml:brush>
  </inkml:definitions>
  <inkml:trace contextRef="#ctx0" brushRef="#br0">1 69 8192,'2'-3'11468,"5"-3"-11468,3-2 0,12-1 0,6 0 0,2 2 0,1 2 0,-1-1 0,2 1 0,-3 1 0,-3 1 0,0 1 0,-1 1 0,-6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33.505"/>
    </inkml:context>
    <inkml:brush xml:id="br0">
      <inkml:brushProperty name="width" value="0.1" units="cm"/>
      <inkml:brushProperty name="height" value="0.1" units="cm"/>
      <inkml:brushProperty name="color" value="#E71224"/>
    </inkml:brush>
  </inkml:definitions>
  <inkml:trace contextRef="#ctx0" brushRef="#br0">1 184 8192,'3'0'11468,"4"0"-11468,3-3 0,3-4 0,6-3 0,-1-4 0,2 2 0,1-1 0,0-1 0,1 2 0,1 3 0,2-3 0,2-2 0,3-2 0,-1 0 0,0-1 0,-5 2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33.843"/>
    </inkml:context>
    <inkml:brush xml:id="br0">
      <inkml:brushProperty name="width" value="0.1" units="cm"/>
      <inkml:brushProperty name="height" value="0.1" units="cm"/>
      <inkml:brushProperty name="color" value="#E71224"/>
    </inkml:brush>
  </inkml:definitions>
  <inkml:trace contextRef="#ctx0" brushRef="#br0">1 1 8192,'22'76'0,"22"152"0,-28-126 0,93 864 0,-110-111 0,-1-828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39.382"/>
    </inkml:context>
    <inkml:brush xml:id="br0">
      <inkml:brushProperty name="width" value="0.1" units="cm"/>
      <inkml:brushProperty name="height" value="0.1" units="cm"/>
      <inkml:brushProperty name="color" value="#E71224"/>
    </inkml:brush>
  </inkml:definitions>
  <inkml:trace contextRef="#ctx0" brushRef="#br0">0 1 8192,'91'2'9436,"-1"4"-6858,66 2-5920,242 10-738,99 0-512,-308-20 6159,436 4 8334,-414 5-10462,119 2-1354,-210-9 1750,61 0-6606,-61 0 5642,-1 0 8809,-103 0-5204</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8:41.487"/>
    </inkml:context>
    <inkml:brush xml:id="br0">
      <inkml:brushProperty name="width" value="0.1" units="cm"/>
      <inkml:brushProperty name="height" value="0.1" units="cm"/>
      <inkml:brushProperty name="color" value="#E71224"/>
    </inkml:brush>
  </inkml:definitions>
  <inkml:trace contextRef="#ctx0" brushRef="#br0">1 193 8192,'7'1'781,"0"0"0,0 0 0,0 1 1,0 1-1,-1-1 0,1 1 0,-1 0 1,1 0-1,-1 1 0,0 0 0,8 6 1,21 12 870,45 26-1109,31 15-645,36-1 102,-127-56 0,0 0 0,1-2 0,0 0 0,0-1 0,33 0 0,4-3 0,-1 1 0,69-8 0,-111 3 0,1 0 0,-2-1 0,1 0 0,0-1 0,-1-1 0,0-1 0,-1 1 0,22-17 0,33-19 0,-6 7 0,-35 19 0,37-16 0,-54 29 0,0 0 0,0 0 0,1 2 0,-1-1 0,1 1 0,-1 1 0,19-1 0,-12 1-356,-1 2 1,1 0-1,-1 0 0,1 2 0,-1 0 0,0 1 0,0 0 1,0 2-1,-1 0 0,0 0 0,22 14 0,-27-15 747,0-1-1,1 0 1,-1 0-1,1-1 1,0-1-1,0 0 0,14 2 1,15 2 755,40 8-4969,0-4 1,156 1-1,-212-11 3823,148-5 0,-136 1 0,-1 0 0,65-18 0,94-25 0,-173 41 0,0 1 0,0 1 0,1 0 0,30 1 0,342 4 1980,-385-1-1548,0-1-1,0 0 0,0-1 0,0 0 1,0 0-1,-1 0 0,1-1 0,-1-1 1,1 0-1,8-4 0,-3-2 518,1 0 0,-1 0 0,-1-1-1,16-17 1,-27 25-954,3-1-201,-1 0 0,1 0 1,-1-1-1,-1 1 0,1-1 0,-1 0 0,1 0 0,-2-1 0,1 1 0,0-1 0,2-10 0,-1 1 1032,1 0-1,9-19 0,-9 24-825</inkml:trace>
</inkml:ink>
</file>

<file path=ppt/ink/ink206.xml><?xml version="1.0" encoding="utf-8"?>
<inkml:ink xmlns:inkml="http://www.w3.org/2003/InkML">
  <inkml:definitions>
    <inkml:context xml:id="ctx0">
      <inkml:inkSource xml:id="inkSrc0">
        <inkml:traceFormat>
          <inkml:channel name="X" type="integer" max="4480" units="cm"/>
          <inkml:channel name="Y" type="integer" max="1600" units="cm"/>
          <inkml:channel name="T" type="integer" max="2.14748E9" units="dev"/>
        </inkml:traceFormat>
        <inkml:channelProperties>
          <inkml:channelProperty channel="X" name="resolution" value="129.85507" units="1/cm"/>
          <inkml:channelProperty channel="Y" name="resolution" value="74.4186" units="1/cm"/>
          <inkml:channelProperty channel="T" name="resolution" value="1" units="1/dev"/>
        </inkml:channelProperties>
      </inkml:inkSource>
      <inkml:timestamp xml:id="ts0" timeString="2025-12-15T12:45:32.393"/>
    </inkml:context>
    <inkml:brush xml:id="br0">
      <inkml:brushProperty name="width" value="0.05292" units="cm"/>
      <inkml:brushProperty name="height" value="0.05292" units="cm"/>
      <inkml:brushProperty name="color" value="#FF0000"/>
    </inkml:brush>
  </inkml:definitions>
  <inkml:trace contextRef="#ctx0" brushRef="#br0">6509 7391 0,'35'0'16,"-17"53"-1,0-18 17,-1-35-17,19 53 1,16 17-1,-52-52-15,53 53 16,18 105 0,-53-141-16,-1-17 15,89 158 1,-106-158 0,71 88-1,-71-89 1,0 1-1,0-53 64,0-18-64,0 35-15</inkml:trace>
  <inkml:trace contextRef="#ctx0" brushRef="#br0" timeOffset="486.61">6915 7338 0,'0'0'0,"-36"35"15,36 0-15,-141 300 31,88-158-15,-52 35 15,69-89 1,19-105-17</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6:12.754"/>
    </inkml:context>
    <inkml:brush xml:id="br0">
      <inkml:brushProperty name="width" value="0.1" units="cm"/>
      <inkml:brushProperty name="height" value="0.1" units="cm"/>
      <inkml:brushProperty name="color" value="#E71224"/>
    </inkml:brush>
  </inkml:definitions>
  <inkml:trace contextRef="#ctx0" brushRef="#br0">1 189 8192,'23'1'2293,"0"-2"1,0 0 0,0-2 0,42-10-1,4-8-2293,84-21 0,67 1-5513,381-23-1,30 60 5011,-396 6 565,481 27-62,-539-19 0,1463 54 0,-1317-63 0,506 11 0,-529-1 0,469 27 0,-486 4 0,-58-7 0,304-4 0,-305-30 0,-197-1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24.891"/>
    </inkml:context>
    <inkml:brush xml:id="br0">
      <inkml:brushProperty name="width" value="0.1" units="cm"/>
      <inkml:brushProperty name="height" value="0.1" units="cm"/>
      <inkml:brushProperty name="color" value="#E71224"/>
    </inkml:brush>
  </inkml:definitions>
  <inkml:trace contextRef="#ctx0" brushRef="#br0">467 1231 8192,'127'1'9057,"-3"-1"-5892,62-3-4296,122-25-2762,-302 27 3798,375-54-7008,-205 29 7103,236-67 0,-365 78 0,0-2 0,-1-2 0,-1-1 0,-1-3 0,-1-2 0,-2-1 0,0-2 0,-2-2 0,42-41 0,-69 59 436,0 0-1,-1 0 1,0-1 0,-1 0 0,-1-1 0,0 0 0,-1-1-1,0 0 1,-1 0 0,-1-1 0,0 0 0,-2 0-1,1 0 1,-2 0 0,0-1 0,-1 0 0,-1-17 0,-1 13 72,-1 1 1,0-1-1,-2 1 1,-7-28 0,7 39-419,0 0 0,0 0 0,-1 1 0,-1-1 0,1 1 0,-1 0 0,-1 0 0,1 0 0,-1 1 0,-1 0 0,-12-12 0,-5 1-90,-1 0 0,-1 2 0,-35-18 0,-88-32 0,138 62 0,-30-11-731,-1 1 0,0 2-1,-1 2 1,0 2 0,-54-2-1,-220 6-5581,198 6 5546,-156 7 767,190-1 0,-101 22 0,-267 90 0,335-79 0,-195 96 0,293-126 0,1 0 0,0 1 0,0 1 0,1 1 0,1 0 0,-30 33 0,38-37 0,2 0 0,-1 1 0,1 0 0,1 0 0,0 0 0,1 1 0,0 0 0,0 0 0,1 1 0,1-1 0,0 1 0,1 0 0,-1 19 0,3-12 0,0 1 0,2 0 0,0 0 0,1-1 0,1 0 0,1 1 0,1-1 0,17 37 0,-11-32 0,2-1 0,0 0 0,2-1 0,1-1 0,0-1 0,23 22 0,-1-8 0,2-1 0,1-2 0,1-2 0,2-2 0,1-1 0,81 32 0,-48-30 0,2-3 0,0-4 0,2-3 0,0-4 0,127 6 0,-122-16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25.697"/>
    </inkml:context>
    <inkml:brush xml:id="br0">
      <inkml:brushProperty name="width" value="0.1" units="cm"/>
      <inkml:brushProperty name="height" value="0.1" units="cm"/>
      <inkml:brushProperty name="color" value="#E71224"/>
    </inkml:brush>
  </inkml:definitions>
  <inkml:trace contextRef="#ctx0" brushRef="#br0">0 240 8192,'336'-27'0,"-156"7"0,766-40 0,-301 40 0,64-2 0,185-3 0,0 26 0,-312 1 0,-259 0 2548,340-4 4145,-185-32-11217,74 0-193,166 35 7193,-697-1-1981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26.925"/>
    </inkml:context>
    <inkml:brush xml:id="br0">
      <inkml:brushProperty name="width" value="0.1" units="cm"/>
      <inkml:brushProperty name="height" value="0.1" units="cm"/>
      <inkml:brushProperty name="color" value="#E71224"/>
    </inkml:brush>
  </inkml:definitions>
  <inkml:trace contextRef="#ctx0" brushRef="#br0">0 0 8192,'235'15'0,"-72"-2"0,736-4 0,-569-11 0,368 4 0,641-5 0,-736-13 0,52-1 0,651 36 0,-130 12 0,-806-13 0,24 1 0,85-21 2971,-457 3-742,35 7 0,16 0 1810,478-7-4039,-268-2 0,-268 1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27.874"/>
    </inkml:context>
    <inkml:brush xml:id="br0">
      <inkml:brushProperty name="width" value="0.1" units="cm"/>
      <inkml:brushProperty name="height" value="0.1" units="cm"/>
      <inkml:brushProperty name="color" value="#E71224"/>
    </inkml:brush>
  </inkml:definitions>
  <inkml:trace contextRef="#ctx0" brushRef="#br0">0 1 8192,'199'8'0,"-24"1"0,980-7 0,-591-4 0,-543 2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28.635"/>
    </inkml:context>
    <inkml:brush xml:id="br0">
      <inkml:brushProperty name="width" value="0.1" units="cm"/>
      <inkml:brushProperty name="height" value="0.1" units="cm"/>
      <inkml:brushProperty name="color" value="#E71224"/>
    </inkml:brush>
  </inkml:definitions>
  <inkml:trace contextRef="#ctx0" brushRef="#br0">1 53 8192,'1011'0'910,"-489"-16"-2044,-76-1 1358,1062 15-224,-773 4 0,502-13 0,474 2 0,-1054 11 0,519-2 0,-919 9 0,-8 0 0,-156-9 549,1-1 575,106 12-1,-158-6-4099,22 0 3995,26 3 618,-28-3-4262,46-4 14242</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29.908"/>
    </inkml:context>
    <inkml:brush xml:id="br0">
      <inkml:brushProperty name="width" value="0.1" units="cm"/>
      <inkml:brushProperty name="height" value="0.1" units="cm"/>
      <inkml:brushProperty name="color" value="#E71224"/>
    </inkml:brush>
  </inkml:definitions>
  <inkml:trace contextRef="#ctx0" brushRef="#br0">1 106 8192,'183'1'9078,"91"-1"-6796,138-7-10019,536-34 4114,-13 5 3623,118 13 0,1 25 0,-376 0 0,-278-2 0,650 3 0,-4 28 0,-513 24 0,90-6 0,-422-42 0,130 2 0,740-9 9261,-1056 0-7054</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37.704"/>
    </inkml:context>
    <inkml:brush xml:id="br0">
      <inkml:brushProperty name="width" value="0.1" units="cm"/>
      <inkml:brushProperty name="height" value="0.1" units="cm"/>
      <inkml:brushProperty name="color" value="#E71224"/>
    </inkml:brush>
  </inkml:definitions>
  <inkml:trace contextRef="#ctx0" brushRef="#br0">0 53 8192,'59'-2'8181,"66"-9"0,-78 4-6521,69-9-1660,204-1 0,61 18-2511,511 0-10805,-538-1 11121,76 16 2195,-202-5 0,-29 0 0,163 2 0,1118-13 9947,-1243 13-5056,-20 0-1961,211-13-2676,-404 0-254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50.958"/>
    </inkml:context>
    <inkml:brush xml:id="br0">
      <inkml:brushProperty name="width" value="0.1" units="cm"/>
      <inkml:brushProperty name="height" value="0.1" units="cm"/>
      <inkml:brushProperty name="color" value="#E71224"/>
    </inkml:brush>
  </inkml:definitions>
  <inkml:trace contextRef="#ctx0" brushRef="#br0">636 56 8192,'-1'-2'360,"1"-1"1,-1 1-1,1-1 1,-1 1-1,0 0 1,0-1-1,0 1 1,0 0-1,0 0 1,0 0-1,-1 0 1,1 0-1,-1 0 1,1 0-1,-1 0 1,0 1-1,0-1 0,0 0 1,0 1-1,0 0 1,0-1-1,0 1 1,0 0-1,-1 0 1,1 0-1,0 1 1,-1-1-1,1 0 1,-1 1-1,1 0 1,0-1-1,-4 1 1,-14-2 1079,1 1 0,-1 0 0,-21 3 0,20-1-1074,-21-3-366,29 1 0,1 1 0,-1-1 0,1 2 0,-1 0 0,1 0 0,-23 7 0,32-7 0,1 1 0,-1 1 0,0-1 0,1 0 0,-1 1 0,1-1 0,0 1 0,0-1 0,0 1 0,0 0 0,0 0 0,0 0 0,1 0 0,0 1 0,-1-1 0,1 0 0,1 1 0,-1-1 0,0 0 0,1 1 0,-1-1 0,1 1 0,0-1 0,0 1 0,1-1 0,0 5 0,0 7 0,1-1 0,1 0 0,0 0 0,0 0 0,7 14 0,-3-12-70,-1 1 0,0-1 0,-1 1 0,-1 0 0,0 0 0,-1 1 0,0 34 0,-3-42-1237,0 0 0,0-1 0,-1 1-1,0-1 1,-1 1 0,-5 16 0,6-23 945,-1 0 1,0 0-1,1-1 1,-1 1 0,0 0-1,0 0 1,-1-1-1,1 0 1,0 1 0,-1-1-1,0 0 1,1 0 0,-1 0-1,0 0 1,0-1-1,0 1 1,0-1 0,0 0-1,0 0 1,-1 0 0,1 0-1,-7 0 1,-23 3 361,-1-3 0,-68-4 0,21-1 0,81 4 0,0 0 0,-1 0 0,1 0 0,0 0 0,0 0 0,0 0 0,0 1 0,0-1 0,0 0 0,0 0 0,-1 0 0,1 0 0,0 0 0,0 0 0,0 0 0,0 0 0,0 0 0,0 0 0,0 0 0,0 1 0,0-1 0,0 0 0,0 0 0,0 0 0,0 0 0,0 0 0,0 0 0,0 0 0,-1 1 0,1-1 0,0 0 0,0 0 0,0 0 0,0 0 0,1 0 0,-1 0 0,0 1 0,0-1 0,0 0 0,0 0 0,0 0 0,0 0 0,0 0 0,0 0 0,0 0 0,0 1 0,0-1 0,0 0 0,0 0 0,0 0 0,0 0 0,1 0 0,-1 0 0,0 0 0,0 0 0,0 0 0,0 0 0,0 0 0,0 0 0,0 0 0,0 1 0,1-1 0,-1 0 0,0 0 0,0 0 0,0 0 0,0 0 0,0 0 0,15 12 0,17 10 0,-27-19 0,0 1 0,0 0 0,-1 0 0,1 0 0,-1 0 0,0 1 0,0 0 0,0 0 0,-1 0 0,1 0 0,-1 1 0,-1-1 0,1 1 0,2 10 0,3 9 0,-1 2 0,3 28 0,-5-26 0,2 33 0,-2 1 0,-6 119 0,-2-61 0,3 376 2476,1-487-2524,0 1 1,0-1-1,1 0 1,0 0-1,1 0 1,0 0-1,0-1 1,9 16-1,1-1-341,1-1-1,18 22 1,-29-41 677,1-1 0,-1 0 0,1 0 0,-1 0-1,1 0 1,0-1 0,0 1 0,0-1 0,1 0 0,-1 0 0,0-1 0,1 1 0,-1-1 0,1 0-1,0-1 1,9 2 0,-2-2 1409,1 1-1,-1-2 0,1 0 1,0 0-1,13-4 1,-3-1-454</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52.004"/>
    </inkml:context>
    <inkml:brush xml:id="br0">
      <inkml:brushProperty name="width" value="0.1" units="cm"/>
      <inkml:brushProperty name="height" value="0.1" units="cm"/>
      <inkml:brushProperty name="color" value="#E71224"/>
    </inkml:brush>
  </inkml:definitions>
  <inkml:trace contextRef="#ctx0" brushRef="#br0">1 130 8192,'31'-2'3106,"0"-2"0,1 0 0,45-14 0,36-6 2492,-1 0-5598,-75 15 0,59-8 0,-7 4 0,-52 7 0,50-2 0,-63 7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52.622"/>
    </inkml:context>
    <inkml:brush xml:id="br0">
      <inkml:brushProperty name="width" value="0.1" units="cm"/>
      <inkml:brushProperty name="height" value="0.1" units="cm"/>
      <inkml:brushProperty name="color" value="#E71224"/>
    </inkml:brush>
  </inkml:definitions>
  <inkml:trace contextRef="#ctx0" brushRef="#br0">1 63 8192,'42'-11'13124,"-10"1"-8226,10 5-4898,44 1 0,34-3 0,-35-2 0,123 5 0,-1 0 0,-180 1 0,-4-3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54.388"/>
    </inkml:context>
    <inkml:brush xml:id="br0">
      <inkml:brushProperty name="width" value="0.1" units="cm"/>
      <inkml:brushProperty name="height" value="0.1" units="cm"/>
      <inkml:brushProperty name="color" value="#E71224"/>
    </inkml:brush>
  </inkml:definitions>
  <inkml:trace contextRef="#ctx0" brushRef="#br0">647 84 8192,'-20'-8'11205,"-1"-9"-6416,9 8-3783,-1 1-946,1 2 0,-1 0 0,0 0 0,0 1 0,-1 1 1,1 0-1,-1 1 0,0 0 0,0 1 0,0 1 0,0 0 0,0 1 0,-1 0 0,1 1 0,0 1 0,-19 5 1,24-4-61,0 1 0,1 0 0,-1 0 0,1 1 0,0 0 0,1 0 0,-1 1 0,1 0 0,0 0 0,0 1 0,1-1 0,0 2 0,-7 9 0,-8 15 0,-32 67 0,40-72 0,-30 60 0,-32 95 0,69-164 0,1 1 0,0 0 0,2 0 0,-3 32 0,6-45 0,0 0 0,0 0 0,1 0 0,-1 0 0,2 0 0,-1 0 0,1 0 0,3 8 0,-4-11 0,0-1 0,1 1 0,-1-1 0,1 0 0,-1 1 0,1-1 0,0 0 0,0 0 0,0 0 0,0-1 0,1 1 0,-1 0 0,0-1 0,1 1 0,-1-1 0,1 0 0,-1 0 0,6 1 0,-4-1 0,0-1 0,0 0 0,-1 0 0,1 0 0,0-1 0,0 1 0,-1-1 0,1 0 0,0 0 0,-1 0 0,1 0 0,-1-1 0,1 0 0,-1 1 0,0-1 0,0 0 0,4-4 0,54-48 0,-48 40 0,84-72-791,28-28-399,-125 113 1173,0 1 0,1-1 0,-1 0 0,0 1 0,1-1 0,-1 1 0,1-1 0,-1 1 0,1-1 1,-1 1-1,1-1 0,0 1 0,-1 0 0,1-1 0,-1 1 0,1 0 0,0 0 0,-1-1 0,1 1 0,0 0 0,-1 0 0,1 0 0,0 0 0,-1 0 0,1 0 0,0 0 0,0 0 0,-1 0 0,1 0 1,0 0-1,0 0 0,0 2-74,0-1 1,0 0-1,0 0 1,-1 0-1,1 0 1,0 1 0,-1-1-1,1 0 1,-1 1-1,1-1 1,-1 0-1,0 1 1,0-1 0,1 3-1,-2 68-3440,0-56 2589,-39 340-7368,21-229 6951,2 63 4167,13 97 7071,4-220-7548,0-54 673</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54.801"/>
    </inkml:context>
    <inkml:brush xml:id="br0">
      <inkml:brushProperty name="width" value="0.1" units="cm"/>
      <inkml:brushProperty name="height" value="0.1" units="cm"/>
      <inkml:brushProperty name="color" value="#E71224"/>
    </inkml:brush>
  </inkml:definitions>
  <inkml:trace contextRef="#ctx0" brushRef="#br0">355 0 8192,'-1'5'1940,"1"0"0,-1 0 0,0 0 1,-1 0-1,1 0 0,-5 9 0,-17 31 1731,13-28-4127,-2 7 558,-1 0 0,-2-2 0,0 1 0,-2-2 0,0 0 1,-1-1-1,-1-1 0,-1-1 0,-1 0 0,0-2 0,-24 15 1,-8-11-103,30-15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55.098"/>
    </inkml:context>
    <inkml:brush xml:id="br0">
      <inkml:brushProperty name="width" value="0.1" units="cm"/>
      <inkml:brushProperty name="height" value="0.1" units="cm"/>
      <inkml:brushProperty name="color" value="#E71224"/>
    </inkml:brush>
  </inkml:definitions>
  <inkml:trace contextRef="#ctx0" brushRef="#br0">25 1 8192,'0'149'2181,"0"199"8624,0-225-9777,1-12-3064,-5 179-8086,-8-166 8281,7-75 8829,1-17 1027,4-69-4263,-1-12-4500,1 17 748</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55.392"/>
    </inkml:context>
    <inkml:brush xml:id="br0">
      <inkml:brushProperty name="width" value="0.1" units="cm"/>
      <inkml:brushProperty name="height" value="0.1" units="cm"/>
      <inkml:brushProperty name="color" value="#E71224"/>
    </inkml:brush>
  </inkml:definitions>
  <inkml:trace contextRef="#ctx0" brushRef="#br0">1 1 8192,'4'0'0,"6"0"3356,2 4-3356,2 6 5996,0 6-5996,1 0 0,-2 1 0,-3 3 7459,2-3-6248,-2 1-1211,-3 2 0,-6 1 0,-4-3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55.782"/>
    </inkml:context>
    <inkml:brush xml:id="br0">
      <inkml:brushProperty name="width" value="0.1" units="cm"/>
      <inkml:brushProperty name="height" value="0.1" units="cm"/>
      <inkml:brushProperty name="color" value="#E71224"/>
    </inkml:brush>
  </inkml:definitions>
  <inkml:trace contextRef="#ctx0" brushRef="#br0">1 96 8192,'24'0'3394,"36"0"2495,71-9-1,-107 6-5175,0-2-1,-1-1 1,31-11 0,96-32-713,-128 43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56.168"/>
    </inkml:context>
    <inkml:brush xml:id="br0">
      <inkml:brushProperty name="width" value="0.1" units="cm"/>
      <inkml:brushProperty name="height" value="0.1" units="cm"/>
      <inkml:brushProperty name="color" value="#E71224"/>
    </inkml:brush>
  </inkml:definitions>
  <inkml:trace contextRef="#ctx0" brushRef="#br0">0 1 8192,'1'42'5446,"2"0"0,16 80-1,-7-71-3760,6 20-1685,-11-38 0,1-2 0,1 1 0,2-1 0,19 39 0,-20-57 0,-1-5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56.573"/>
    </inkml:context>
    <inkml:brush xml:id="br0">
      <inkml:brushProperty name="width" value="0.1" units="cm"/>
      <inkml:brushProperty name="height" value="0.1" units="cm"/>
      <inkml:brushProperty name="color" value="#E71224"/>
    </inkml:brush>
  </inkml:definitions>
  <inkml:trace contextRef="#ctx0" brushRef="#br0">84 1 8192,'2'91'4396,"0"26"5970,-6-41-7106,1-65-3260,1 0 0,-2-1 0,1 0 0,-2 0 0,1 0 0,-1 0 0,-1 0 0,1-1 0,-2 0 0,1 0 0,-16 15 0,10-14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57.236"/>
    </inkml:context>
    <inkml:brush xml:id="br0">
      <inkml:brushProperty name="width" value="0.1" units="cm"/>
      <inkml:brushProperty name="height" value="0.1" units="cm"/>
      <inkml:brushProperty name="color" value="#E71224"/>
    </inkml:brush>
  </inkml:definitions>
  <inkml:trace contextRef="#ctx0" brushRef="#br0">1 181 8192,'87'0'13838,"-28"0"-9654,4-4-4184,0-4 0,-1-2 0,0-2 0,63-23 0,-54 16 0,289-62 0,-336 77 0,-1 1 0,1 0 0,31 2 0,-33 1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16.164"/>
    </inkml:context>
    <inkml:brush xml:id="br0">
      <inkml:brushProperty name="width" value="0.1" units="cm"/>
      <inkml:brushProperty name="height" value="0.1" units="cm"/>
      <inkml:brushProperty name="color" value="#E71224"/>
    </inkml:brush>
  </inkml:definitions>
  <inkml:trace contextRef="#ctx0" brushRef="#br0">92 16 21117,'19'-16'0,"-130"32"0,203-16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43.264"/>
    </inkml:context>
    <inkml:brush xml:id="br0">
      <inkml:brushProperty name="width" value="0.1" units="cm"/>
      <inkml:brushProperty name="height" value="0.1" units="cm"/>
      <inkml:brushProperty name="color" value="#E71224"/>
    </inkml:brush>
  </inkml:definitions>
  <inkml:trace contextRef="#ctx0" brushRef="#br0">0 1 8192,'2'6'1750,"0"-1"0,0 1 0,1 0 0,0-1 0,0 0 0,0 1 0,0-1 0,1 0 0,5 5 0,-4-4-1228,113 166-522,-34-48 0,-50-72 0,18 24 0,-36-53 0,0 1 0,-2 0 0,0 2 0,-2-1 0,-1 2 0,9 30 0,20 43 0,-30-83 0,-3-20 0,-3-29 0,-4 12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43.818"/>
    </inkml:context>
    <inkml:brush xml:id="br0">
      <inkml:brushProperty name="width" value="0.1" units="cm"/>
      <inkml:brushProperty name="height" value="0.1" units="cm"/>
      <inkml:brushProperty name="color" value="#E71224"/>
    </inkml:brush>
  </inkml:definitions>
  <inkml:trace contextRef="#ctx0" brushRef="#br0">420 1 8192,'-23'27'9794,"5"1"-4550,9-8-4738,0 1-1,-8 31 0,-1 4 761,-31 80-1059,-100 243-212,135-351 5,-77 141 0,80-154 0,0-3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44.862"/>
    </inkml:context>
    <inkml:brush xml:id="br0">
      <inkml:brushProperty name="width" value="0.1" units="cm"/>
      <inkml:brushProperty name="height" value="0.1" units="cm"/>
      <inkml:brushProperty name="color" value="#E71224"/>
    </inkml:brush>
  </inkml:definitions>
  <inkml:trace contextRef="#ctx0" brushRef="#br0">0 1 8192,'278'0'14771,"-93"0"-11520,-163 0-3251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45.451"/>
    </inkml:context>
    <inkml:brush xml:id="br0">
      <inkml:brushProperty name="width" value="0.1" units="cm"/>
      <inkml:brushProperty name="height" value="0.1" units="cm"/>
      <inkml:brushProperty name="color" value="#E71224"/>
    </inkml:brush>
  </inkml:definitions>
  <inkml:trace contextRef="#ctx0" brushRef="#br0">1 0 8192,'112'0'2616,"151"0"10915,-170 0-11656,-8 0-1875,-48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46.029"/>
    </inkml:context>
    <inkml:brush xml:id="br0">
      <inkml:brushProperty name="width" value="0.1" units="cm"/>
      <inkml:brushProperty name="height" value="0.1" units="cm"/>
      <inkml:brushProperty name="color" value="#E71224"/>
    </inkml:brush>
  </inkml:definitions>
  <inkml:trace contextRef="#ctx0" brushRef="#br0">1 25 8192,'27'0'8626,"0"0"-3469,55 0-2039,-15 0-2202,472-15-4067,210 5-11311,-550 25 14258,-148-11 204</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47.988"/>
    </inkml:context>
    <inkml:brush xml:id="br0">
      <inkml:brushProperty name="width" value="0.1" units="cm"/>
      <inkml:brushProperty name="height" value="0.1" units="cm"/>
      <inkml:brushProperty name="color" value="#E71224"/>
    </inkml:brush>
  </inkml:definitions>
  <inkml:trace contextRef="#ctx0" brushRef="#br0">0 27 8192,'95'0'15379,"-54"0"-12736,121 2-2643,176-5 0,-201-20 0,-115 21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8:48.346"/>
    </inkml:context>
    <inkml:brush xml:id="br0">
      <inkml:brushProperty name="width" value="0.1" units="cm"/>
      <inkml:brushProperty name="height" value="0.1" units="cm"/>
      <inkml:brushProperty name="color" value="#E71224"/>
    </inkml:brush>
  </inkml:definitions>
  <inkml:trace contextRef="#ctx0" brushRef="#br0">1 28 8192,'98'0'3017,"49"0"6899,-14 0-4827,-68 0-5089,0-3 0,65-10 0,-88 7 0,0 2 0,43 2 0,-58 2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08.077"/>
    </inkml:context>
    <inkml:brush xml:id="br0">
      <inkml:brushProperty name="width" value="0.1" units="cm"/>
      <inkml:brushProperty name="height" value="0.1" units="cm"/>
      <inkml:brushProperty name="color" value="#E71224"/>
    </inkml:brush>
  </inkml:definitions>
  <inkml:trace contextRef="#ctx0" brushRef="#br0">1 52 8192,'412'-26'12905,"18"0"-7788,-402 26-5117</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08.857"/>
    </inkml:context>
    <inkml:brush xml:id="br0">
      <inkml:brushProperty name="width" value="0.1" units="cm"/>
      <inkml:brushProperty name="height" value="0.1" units="cm"/>
      <inkml:brushProperty name="color" value="#E71224"/>
    </inkml:brush>
  </inkml:definitions>
  <inkml:trace contextRef="#ctx0" brushRef="#br0">0 130 8192,'35'-2'3461,"0"-2"0,0-1 1,34-9-1,-28 4-1373,64-5 1,171-24-2089,-197 24 0,0 3 0,121-2 0,-96 15-2360,137 0-9697,-204-1 11004,-14 0-273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09.854"/>
    </inkml:context>
    <inkml:brush xml:id="br0">
      <inkml:brushProperty name="width" value="0.1" units="cm"/>
      <inkml:brushProperty name="height" value="0.1" units="cm"/>
      <inkml:brushProperty name="color" value="#E71224"/>
    </inkml:brush>
  </inkml:definitions>
  <inkml:trace contextRef="#ctx0" brushRef="#br0">476 0 8192,'53'0'2616,"71"0"10915,-80 0-11656,165 14-1875,8-1 0,-160-15 0,-31 1 0,-59 4 0,-74 9 0,-72 3 0,80-15-1081,-14-1-2798,-127 16-1,126-7 1140,-125-6-1,158-3 1516,175 1-687,125-9 5137,-140 4-6134,567-7 2116,-388 14 18728</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10.290"/>
    </inkml:context>
    <inkml:brush xml:id="br0">
      <inkml:brushProperty name="width" value="0.1" units="cm"/>
      <inkml:brushProperty name="height" value="0.1" units="cm"/>
      <inkml:brushProperty name="color" value="#E71224"/>
    </inkml:brush>
  </inkml:definitions>
  <inkml:trace contextRef="#ctx0" brushRef="#br0">0 24 8192,'4'0'18022,"6"0"-18022,6 0 0,4 0 0,7 0 0,4 0 0,1 0 0,0 0 0,-2 0 0,-2 0 0,4-4 0,0-1 0,0-1 0,-2 2 0,-2 1 0,-5 1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11.284"/>
    </inkml:context>
    <inkml:brush xml:id="br0">
      <inkml:brushProperty name="width" value="0.1" units="cm"/>
      <inkml:brushProperty name="height" value="0.1" units="cm"/>
      <inkml:brushProperty name="color" value="#E71224"/>
    </inkml:brush>
  </inkml:definitions>
  <inkml:trace contextRef="#ctx0" brushRef="#br0">3 27 8192,'69'-10'0,"-13"1"0,118 1 1940,89 9 5591,-92 1-1984,-293-1-1895,-89 13-4300,-148-4 648,315-11 0,521-14-560,-149 4-5612,-187 12-311,-85-1 1880,-28 1 4399</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12.513"/>
    </inkml:context>
    <inkml:brush xml:id="br0">
      <inkml:brushProperty name="width" value="0.1" units="cm"/>
      <inkml:brushProperty name="height" value="0.1" units="cm"/>
      <inkml:brushProperty name="color" value="#E71224"/>
    </inkml:brush>
  </inkml:definitions>
  <inkml:trace contextRef="#ctx0" brushRef="#br0">311 1 8192,'173'12'5009,"-8"1"-1162,597-12-10765,-448-3 4980,-363 5 4065,-51 8 0,-43 2 3765,28-11-1959,0-1-3508,-424-3-14836,338 1 16162,101 1 3374,0 0 3727,-162 0-6651,1368 0-2201,-1083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17.659"/>
    </inkml:context>
    <inkml:brush xml:id="br0">
      <inkml:brushProperty name="width" value="0.1" units="cm"/>
      <inkml:brushProperty name="height" value="0.1" units="cm"/>
      <inkml:brushProperty name="color" value="#E71224"/>
    </inkml:brush>
  </inkml:definitions>
  <inkml:trace contextRef="#ctx0" brushRef="#br0">0 52 8192,'69'0'13736,"-23"0"-9450,32-4-4286,114-19 0,-15 0 0,-151 21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18.044"/>
    </inkml:context>
    <inkml:brush xml:id="br0">
      <inkml:brushProperty name="width" value="0.1" units="cm"/>
      <inkml:brushProperty name="height" value="0.1" units="cm"/>
      <inkml:brushProperty name="color" value="#E71224"/>
    </inkml:brush>
  </inkml:definitions>
  <inkml:trace contextRef="#ctx0" brushRef="#br0">0 81 8192,'32'-2'6264,"56"-9"-1,17-2-768,280-13-5495,-251 19-671,393-12-6584,-450 17 6078,59 1-6737,-82 9 7113,-35-2 597</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18.743"/>
    </inkml:context>
    <inkml:brush xml:id="br0">
      <inkml:brushProperty name="width" value="0.1" units="cm"/>
      <inkml:brushProperty name="height" value="0.1" units="cm"/>
      <inkml:brushProperty name="color" value="#E71224"/>
    </inkml:brush>
  </inkml:definitions>
  <inkml:trace contextRef="#ctx0" brushRef="#br0">0 53 8192,'88'-2'2836,"112"-11"9778,120-14-10042,-76 17-2572,-223 10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28.444"/>
    </inkml:context>
    <inkml:brush xml:id="br0">
      <inkml:brushProperty name="width" value="0.1" units="cm"/>
      <inkml:brushProperty name="height" value="0.1" units="cm"/>
      <inkml:brushProperty name="color" value="#E71224"/>
    </inkml:brush>
  </inkml:definitions>
  <inkml:trace contextRef="#ctx0" brushRef="#br0">0 0 8192,'1'16'1423,"1"-1"0,1 0 1,0 0-1,1 0 0,7 17 1,10 46 5604,1 193-4574,5-18-2454,-20-183 0,-6 137 0,1 14 0,-1-212 0,-1 1 0,2-1 0,-1 0 0,1 0 0,1-1 0,-1 1 0,1 0 0,6 9 0,-7-15 0,0 1 0,0-1 0,1 0 0,0-1 0,-1 1 0,1 0 0,0-1 0,0 0 0,0 1 0,1-1 0,-1 0 0,0-1 0,1 1 0,-1-1 0,1 1 0,0-1 0,-1 0 0,1 0 0,0-1 0,0 1 0,7-1 0,61 0-1087,115-14 1,-14 0-97,96 1-4598,221-4-2900,-246 18 8477,-215-1 204</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29.672"/>
    </inkml:context>
    <inkml:brush xml:id="br0">
      <inkml:brushProperty name="width" value="0.1" units="cm"/>
      <inkml:brushProperty name="height" value="0.1" units="cm"/>
      <inkml:brushProperty name="color" value="#E71224"/>
    </inkml:brush>
  </inkml:definitions>
  <inkml:trace contextRef="#ctx0" brushRef="#br0">28 1 8192,'-15'587'13440,"3"-331"-15047,11 346-7641,4-267 6663,-5-196 5351,5 152 9981,-3-289-12647,1 1-1,-1-1 1,1 1 0,0-1-1,0 1 1,0-1 0,0 0-1,0 1 1,0-1 0,1 0-1,-1 0 1,1 0-1,-1 0 1,1 0 0,0 0-1,0-1 1,0 1 0,0 0-1,0-1 1,0 0 0,0 1-1,1-1 1,-1 0-1,0 0 1,1 0 0,-1 0-1,1-1 1,-1 1 0,1-1-1,2 1 1,12 1-211,0-1 0,0-1 0,28-2 0,-17 1-25,653-8-3303,343 11-7228,-289 0 6751,-569 12 10835,-46-2 621,-96-11-6774,-2 0-1325</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30.048"/>
    </inkml:context>
    <inkml:brush xml:id="br0">
      <inkml:brushProperty name="width" value="0.1" units="cm"/>
      <inkml:brushProperty name="height" value="0.1" units="cm"/>
      <inkml:brushProperty name="color" value="#E71224"/>
    </inkml:brush>
  </inkml:definitions>
  <inkml:trace contextRef="#ctx0" brushRef="#br0">1 0 8192,'1'7'608,"0"1"1,0-1 0,1 0 0,0 0-1,1 0 1,-1 0 0,1 0 0,1 0-1,-1-1 1,1 1 0,0-1-1,1 0 1,0-1 0,7 9 0,10 8 3213,50 38 1,251 172-2577,-319-229-1246,11 6 0,-1 1 0,-1 0 0,17 16 0,-28-24 0,1 1 0,-1-1 0,0 1 0,0 0 0,0 0 0,0 0 0,-1 0 0,1 0 0,-1 0 0,2 4 0,-3-5 0,0-1 0,0 1 0,0-1 0,0 1 0,0-1 0,0 0 0,0 1 0,0-1 0,0 1 0,-1-1 0,1 1 0,-1-1 0,1 1 0,-1-1 0,0 0 0,1 0 0,-1 1 0,0-1 0,0 0 0,0 0 0,0 0 0,0 0 0,0 0 0,-1 1 0,-7 4 0,-1-2 0,1 1 0,-1-1 0,1-1 0,-1 1 0,0-2 0,0 1 0,-1-2 0,1 1 0,-12-1 0,-9 3 0,-5 4 0,-50 17 0,56-16 0,9-2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35.964"/>
    </inkml:context>
    <inkml:brush xml:id="br0">
      <inkml:brushProperty name="width" value="0.1" units="cm"/>
      <inkml:brushProperty name="height" value="0.1" units="cm"/>
      <inkml:brushProperty name="color" value="#E71224"/>
    </inkml:brush>
  </inkml:definitions>
  <inkml:trace contextRef="#ctx0" brushRef="#br0">1 180 8192,'49'-4'11244,"-2"-5"-6288,38-3-3339,75 0-1365,57-2-299,662 13 47,-410 2 0,-428-3 0,1-2 0,74-18 0,7-1 0,13 0-2498,-79 12 391,1 2-1,78-1 1,32 12-293,168-4-4402,-233-9 7720,-61 4 596,56 0-1,158 8 12564,-234-1-14077</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39:36.552"/>
    </inkml:context>
    <inkml:brush xml:id="br0">
      <inkml:brushProperty name="width" value="0.1" units="cm"/>
      <inkml:brushProperty name="height" value="0.1" units="cm"/>
      <inkml:brushProperty name="color" value="#E71224"/>
    </inkml:brush>
  </inkml:definitions>
  <inkml:trace contextRef="#ctx0" brushRef="#br0">0 52 8192,'90'0'8871,"-1"0"-3318,45 0-1982,-1 0-3704,87 0-2183,324-26-6053,-22 0 1192,20 48 7177,-200 3 0,-312-22 0,-6-1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49:58.067"/>
    </inkml:context>
    <inkml:brush xml:id="br0">
      <inkml:brushProperty name="width" value="0.1" units="cm"/>
      <inkml:brushProperty name="height" value="0.1" units="cm"/>
      <inkml:brushProperty name="color" value="#E71224"/>
    </inkml:brush>
  </inkml:definitions>
  <inkml:trace contextRef="#ctx0" brushRef="#br0">1 37 8192,'153'1'6175,"165"-3"-882,-169-14-5293,-91 7 0,84 0 0,137 8-4057,137 3-3354,-75 24 7411,-259-18 0,46 7 0,74 5 0,16-21 4715,58 2 2038,-185 7-6753,31 0 0,5 1 0,0 0 0,580-10 0,-688 0 0,-1-1 0,1-1 0,31-8 0,-31 6 0,0 0 0,1 2 0,24-2 0,77 7 0,64-3 0,-83-16 0,-67 11-1934,-11 1-1244,-1 2 0,29-1 0,-34 3 4019,33-6 1,-33 3-6,34-1 1,67 6 7275,-104-1-8112</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00.622"/>
    </inkml:context>
    <inkml:brush xml:id="br0">
      <inkml:brushProperty name="width" value="0.1" units="cm"/>
      <inkml:brushProperty name="height" value="0.1" units="cm"/>
      <inkml:brushProperty name="color" value="#E71224"/>
    </inkml:brush>
  </inkml:definitions>
  <inkml:trace contextRef="#ctx0" brushRef="#br0">8 0 8192,'-1'0'73,"1"0"0,0 0 0,0 0 0,0 0 0,-1 0 0,1 0 0,0 0 0,0 0 0,-1 0 0,1 0 0,0 0 0,0 0 0,-1 0 0,1 0 0,0 1 0,0-1 0,0 0-1,-1 0 1,1 0 0,0 0 0,0 0 0,-1 0 0,1 0 0,0 1 0,0-1 0,0 0 0,0 0 0,-1 0 0,1 1 0,0-1 0,0 0 0,0 0 0,0 0 0,0 1 0,4 8 3850,17 6 1068,25 5-4991,87 24 0,56 1 0,-144-35 0,492 77 0,8-44 0,497-17 0,-610-19 0,497 36 0,-196 27-1449,-393-33 422,169-19-7965,1096-18 8992,-1113 18 0,-193-4 0,-40 4 0,42 2 0,147-20 0,-187-1 0,-2-8 0,-19 0 0,-99 8 0,534-19 0,6 6 0,-451 15 0,-214-1 0,609 14 0,-179 7 0,139 10 0,-23-9 0,3-23 0,-202-1 0,-57-4 0,-217 0 0,126-25 0,-147 16-61,166-30 681,-223 42 353,0 0 1,0 0-1,0-2 0,-1 1 0,1-1 1,-1-1-1,16-12 0,32-15 2150,-31 22-3123,49-11 0,-10 3 0,73-18 0,-59 17 0,-58 15 0,-1 2 0,1 0 0,23 1 0,-3 0 0,-2-3 0,55-14 0,-44 7 0,105-17 0,-105 25-750,102 3 1,-64 3-228,556-2-8015,-613 0 8992</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03.443"/>
    </inkml:context>
    <inkml:brush xml:id="br0">
      <inkml:brushProperty name="width" value="0.1" units="cm"/>
      <inkml:brushProperty name="height" value="0.1" units="cm"/>
      <inkml:brushProperty name="color" value="#E71224"/>
    </inkml:brush>
  </inkml:definitions>
  <inkml:trace contextRef="#ctx0" brushRef="#br0">0 2 8192,'185'-1'3750,"197"2"3968,-62 16-7718,-37-4-3160,202 7-4710,-292-15 7493,609 9 316,-249-1 61,1096 103 0,-707-65 0,-739-43 0,10 8 0,26 2 0,-212-18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04.476"/>
    </inkml:context>
    <inkml:brush xml:id="br0">
      <inkml:brushProperty name="width" value="0.1" units="cm"/>
      <inkml:brushProperty name="height" value="0.1" units="cm"/>
      <inkml:brushProperty name="color" value="#E71224"/>
    </inkml:brush>
  </inkml:definitions>
  <inkml:trace contextRef="#ctx0" brushRef="#br0">0 0 8192,'251'0'567,"628"3"-494,-2 21-713,2692 211 640,-1601-63 0,-9 57 0,-563-12 0,-1241-190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21.097"/>
    </inkml:context>
    <inkml:brush xml:id="br0">
      <inkml:brushProperty name="width" value="0.1" units="cm"/>
      <inkml:brushProperty name="height" value="0.1" units="cm"/>
      <inkml:brushProperty name="color" value="#E71224"/>
    </inkml:brush>
  </inkml:definitions>
  <inkml:trace contextRef="#ctx0" brushRef="#br0">0 1 8192,'1281'0'910,"568"76"-1820,-380 76 910,-353-31 0,-333-76 0,-709-39 3996,13 1 1125,-56-11-2770,-18 0-2351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22.333"/>
    </inkml:context>
    <inkml:brush xml:id="br0">
      <inkml:brushProperty name="width" value="0.1" units="cm"/>
      <inkml:brushProperty name="height" value="0.1" units="cm"/>
      <inkml:brushProperty name="color" value="#E71224"/>
    </inkml:brush>
  </inkml:definitions>
  <inkml:trace contextRef="#ctx0" brushRef="#br0">1 0 8192,'363'7'7050,"-2"11"-5194,361 35-6519,-186-12 952,1177 89 3445,-6 44 0,-931-56 266,-698-104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25.670"/>
    </inkml:context>
    <inkml:brush xml:id="br0">
      <inkml:brushProperty name="width" value="0.1" units="cm"/>
      <inkml:brushProperty name="height" value="0.1" units="cm"/>
      <inkml:brushProperty name="color" value="#E71224"/>
    </inkml:brush>
  </inkml:definitions>
  <inkml:trace contextRef="#ctx0" brushRef="#br0">1 70 8192,'14'-9'3012,"12"0"-3112,-12 4 1133,19-4 377,-1 2-1,1 0 1,0 3-1,48-2 1,-35 3-935,595-8-8274,-418 13 5894,116-3 1112,308 3-178,-534 7 971,5-1 0,-105-8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26.663"/>
    </inkml:context>
    <inkml:brush xml:id="br0">
      <inkml:brushProperty name="width" value="0.1" units="cm"/>
      <inkml:brushProperty name="height" value="0.1" units="cm"/>
      <inkml:brushProperty name="color" value="#E71224"/>
    </inkml:brush>
  </inkml:definitions>
  <inkml:trace contextRef="#ctx0" brushRef="#br0">0 0 8192,'27'1'3626,"32"6"-1,12 1 592,426-5-13028,-273-4 6154,-199 1 2657</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27.034"/>
    </inkml:context>
    <inkml:brush xml:id="br0">
      <inkml:brushProperty name="width" value="0.1" units="cm"/>
      <inkml:brushProperty name="height" value="0.1" units="cm"/>
      <inkml:brushProperty name="color" value="#E71224"/>
    </inkml:brush>
  </inkml:definitions>
  <inkml:trace contextRef="#ctx0" brushRef="#br0">137 0 8192,'-8'17'1598,"2"0"0,-8 31 0,6-19 1453,-22 74-1844,6 1 1,-23 209 0,47-311-1208,1 27 0,-1-28 0,0 0 0,0-1 0,0 1 0,0-1 0,0 1 0,1-1 0,-1 1 0,0-1 0,0 1 0,1-1 0,-1 1 0,0-1 0,0 1 0,1-1 0,-1 1 0,1-1 0,-1 1 0,0-1 0,1 0 0,-1 1 0,1-1 0,-1 0 0,1 1 0,-1-1 0,1 0 0,-1 0 0,1 0 0,-1 1 0,1-1 0,0 0 0,-1 0 0,1 0 0,-1 0 0,1 0 0,-1 0 0,1 0 0,0 0 0,-1 0 0,1 0 0,-1 0 0,1 0 0,0-1 0,10-3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27.411"/>
    </inkml:context>
    <inkml:brush xml:id="br0">
      <inkml:brushProperty name="width" value="0.1" units="cm"/>
      <inkml:brushProperty name="height" value="0.1" units="cm"/>
      <inkml:brushProperty name="color" value="#E71224"/>
    </inkml:brush>
  </inkml:definitions>
  <inkml:trace contextRef="#ctx0" brushRef="#br0">1 18 8192,'2'0'11332,"5"0"-11332,4 0 0,2 0 136,3 0-136,1-3 0,3-1 0,2 1 0,-1 0 0,0 0 0,-2 2 0,0 0 0,-4 1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27.846"/>
    </inkml:context>
    <inkml:brush xml:id="br0">
      <inkml:brushProperty name="width" value="0.1" units="cm"/>
      <inkml:brushProperty name="height" value="0.1" units="cm"/>
      <inkml:brushProperty name="color" value="#E71224"/>
    </inkml:brush>
  </inkml:definitions>
  <inkml:trace contextRef="#ctx0" brushRef="#br0">79 1 8192,'-3'46'1893,"-1"0"0,-15 63 1,10-64 35,2 0 1,-3 70-1,10-104-1929,0 1 0,-1 0 0,-1-1 0,0 1 0,-1-1 0,0 1 0,-7 15 0,5-14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28.277"/>
    </inkml:context>
    <inkml:brush xml:id="br0">
      <inkml:brushProperty name="width" value="0.1" units="cm"/>
      <inkml:brushProperty name="height" value="0.1" units="cm"/>
      <inkml:brushProperty name="color" value="#E71224"/>
    </inkml:brush>
  </inkml:definitions>
  <inkml:trace contextRef="#ctx0" brushRef="#br0">0 51 8192,'6'0'11468,"8"0"-11468,6 0 0,10 0 0,5-3 0,8-1 0,3 0 0,-4 1 0,-3-2 0,3 0 0,1 1 0,-4-2 0,-7 0 0,-5 1 0,-4 1 0,-7 2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32.504"/>
    </inkml:context>
    <inkml:brush xml:id="br0">
      <inkml:brushProperty name="width" value="0.1" units="cm"/>
      <inkml:brushProperty name="height" value="0.1" units="cm"/>
      <inkml:brushProperty name="color" value="#E71224"/>
    </inkml:brush>
  </inkml:definitions>
  <inkml:trace contextRef="#ctx0" brushRef="#br0">1 36 8192,'3'0'11332,"6"0"-11332,8 0 0,10 0 136,9 0-136,9 0 0,7 0 0,3-3 0,0 0 0,-3-1 0,-4 1 0,-6-2 0,0-1 0,-1 2 0,-3 1 0,-2 0 0,-3 2 0,-8 1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32.877"/>
    </inkml:context>
    <inkml:brush xml:id="br0">
      <inkml:brushProperty name="width" value="0.1" units="cm"/>
      <inkml:brushProperty name="height" value="0.1" units="cm"/>
      <inkml:brushProperty name="color" value="#E71224"/>
    </inkml:brush>
  </inkml:definitions>
  <inkml:trace contextRef="#ctx0" brushRef="#br0">0 135 8192,'0'1'53,"0"0"1,1-1-1,-1 1 1,0-1-1,0 1 0,1 0 1,-1-1-1,0 1 1,1-1-1,-1 1 1,0-1-1,1 1 1,-1-1-1,1 0 1,-1 1-1,1-1 1,-1 1-1,1-1 0,-1 0 1,1 0-1,-1 1 1,1-1-1,0 0 1,-1 0-1,1 0 1,-1 1-1,2-1 1,20 3 1755,-20-3-1759,38 2-251,-1-2 1,0-1 0,0-2-1,65-14 1,150-53-1530,-62 15 1106,-168 49 624</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33.251"/>
    </inkml:context>
    <inkml:brush xml:id="br0">
      <inkml:brushProperty name="width" value="0.1" units="cm"/>
      <inkml:brushProperty name="height" value="0.1" units="cm"/>
      <inkml:brushProperty name="color" value="#E71224"/>
    </inkml:brush>
  </inkml:definitions>
  <inkml:trace contextRef="#ctx0" brushRef="#br0">154 0 8192,'-1'23'1334,"-2"0"-1,0-1 1,-12 41 0,1-9 1176,0 12-2677,-23 110-1745,17-58-2879,7-30 3766,-18 143 1075,28-199-50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34.909"/>
    </inkml:context>
    <inkml:brush xml:id="br0">
      <inkml:brushProperty name="width" value="0.1" units="cm"/>
      <inkml:brushProperty name="height" value="0.1" units="cm"/>
      <inkml:brushProperty name="color" value="#E71224"/>
    </inkml:brush>
  </inkml:definitions>
  <inkml:trace contextRef="#ctx0" brushRef="#br0">1 0 8192,'0'0'0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35.426"/>
    </inkml:context>
    <inkml:brush xml:id="br0">
      <inkml:brushProperty name="width" value="0.1" units="cm"/>
      <inkml:brushProperty name="height" value="0.1" units="cm"/>
      <inkml:brushProperty name="color" value="#E71224"/>
    </inkml:brush>
  </inkml:definitions>
  <inkml:trace contextRef="#ctx0" brushRef="#br0">935 1 8192,'0'3'11332,"0"3"-11332,-3 5 0,-7 5 136,-7 6-136,-13 5 0,-15 10 0,-15 10-3356,-12 8 3356,-13 4 0,-13 4 0,-11-1-5483,0-5 5483,1-3 0,3-8 0,21-12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37.087"/>
    </inkml:context>
    <inkml:brush xml:id="br0">
      <inkml:brushProperty name="width" value="0.1" units="cm"/>
      <inkml:brushProperty name="height" value="0.1" units="cm"/>
      <inkml:brushProperty name="color" value="#E71224"/>
    </inkml:brush>
  </inkml:definitions>
  <inkml:trace contextRef="#ctx0" brushRef="#br0">25 34 8192,'2'12'6477,"-1"-12"-6228,0 0 1,-1 0-1,1 0 1,0 0 0,-1-1-1,1 1 1,0 0-1,0 0 1,-1 0-1,1-1 1,0 1 0,-1 0-1,1 0 1,0-1-1,1-1 750,-1 1-750,1 0-249,0-1 0,0 0 0,0 1 0,0-1 0,0 0 0,0-1 0,0 1 0,1-4 0,-2 6 0,-1 0 0,0 0 0,0 0 0,0 0 0,0-1 0,0 1 0,0 0 0,0 0 0,0 0 0,0 0 0,1 0 0,-1-1 0,0 1 0,0 0 0,0 0 0,0 0 0,0 0 0,0-1 0,0 1 0,0 0 0,0 0 0,0 0 0,0 0 0,0-1 0,0 1 0,-1 0 0,1 0 0,0 0 0,0 0 0,0 0 0,0-1 0,0 1 0,0 0 0,0 0 0,0 0 0,0 0 0,-1 0 0,1 0 0,0-1 0,0 1 0,0 0 0,0 0 0,-16 5 0,12-2 0,-1 0 0,0 1 0,1-1 0,0 1 0,0 0 0,0 0 0,-4 6 0,3-4 0,13-8 0,0-1 0,0 0 0,12-6 0,-15 7 0,-1-1 0,0 1 0,0-1 0,0 0 0,0 0 0,0 0 0,-1-1 0,5-4 0,-1-3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6:21.601"/>
    </inkml:context>
    <inkml:brush xml:id="br0">
      <inkml:brushProperty name="width" value="0.1" units="cm"/>
      <inkml:brushProperty name="height" value="0.1" units="cm"/>
      <inkml:brushProperty name="color" value="#E71224"/>
    </inkml:brush>
  </inkml:definitions>
  <inkml:trace contextRef="#ctx0" brushRef="#br0">0 239 8192,'19'0'1274,"-1"-2"0,0-1 1,-1 0-1,1-1 0,0-1 0,-1 0 1,0-1-1,30-16 0,29-11-2394,1 4-1,2 3 0,0 4 0,2 3 1,0 4-1,130-8 0,-123 18 361,484-12-2103,-543 20 2863,-9 1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6:22.099"/>
    </inkml:context>
    <inkml:brush xml:id="br0">
      <inkml:brushProperty name="width" value="0.1" units="cm"/>
      <inkml:brushProperty name="height" value="0.1" units="cm"/>
      <inkml:brushProperty name="color" value="#E71224"/>
    </inkml:brush>
  </inkml:definitions>
  <inkml:trace contextRef="#ctx0" brushRef="#br0">1 307 8192,'14'0'360,"33"1"2417,-1-2 0,1-2 0,88-18 0,267-91-6723,-180 37-328,18-4 1026,-175 63 3248</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6:32.554"/>
    </inkml:context>
    <inkml:brush xml:id="br0">
      <inkml:brushProperty name="width" value="0.1" units="cm"/>
      <inkml:brushProperty name="height" value="0.1" units="cm"/>
      <inkml:brushProperty name="color" value="#E71224"/>
    </inkml:brush>
  </inkml:definitions>
  <inkml:trace contextRef="#ctx0" brushRef="#br0">70 0 8192,'0'208'10593,"0"-53"-9631,0 0-3543,0 111-3764,-26 86 4948,0-28 165,18-83 1232,-1 66 0,9-132 0,0-148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6:33.372"/>
    </inkml:context>
    <inkml:brush xml:id="br0">
      <inkml:brushProperty name="width" value="0.1" units="cm"/>
      <inkml:brushProperty name="height" value="0.1" units="cm"/>
      <inkml:brushProperty name="color" value="#E71224"/>
    </inkml:brush>
  </inkml:definitions>
  <inkml:trace contextRef="#ctx0" brushRef="#br0">1 17 8192,'3'-2'604,"0"0"1,-1 1 0,1-1-1,1 0 1,-1 1 0,0 0-1,0 0 1,0 0-1,1 0 1,-1 0 0,0 1-1,1-1 1,5 1 0,45 2 2398,311 39-3003,76 11 0,720 88 0,1086 43 0,-597-94 0,-1020-59 0,1820 45 0,-1760-58 0,-53-1 0,1009 5 0,-1067-5 0,151 2 0,-63-19-3356,-657 1 3115,44 3-6278,-53-3 6484,-1 0 0,1 0 0,-1 0 0,1 0 0,-1 0 0,0 0 0,1 0 0,-1 0 1,1 1-1,-1-1 0,0 0 0,1 0 0,-1 0 0,1 1 0,-1-1 0,0 0 0,1 1 0,-1-1 0,0 0 0,1 1 0,-1-1 1,0 0-1,0 1 0,1-1 0,-1 1 0,0-1 0,0 0 0,0 1 0,0-1 0,1 1 0,-1-1 0,0 1 0,0-1 0,0 0 1,0 1-1,0-1 0,0 1 0,0-1 0,0 1 0,0-1 0,0 1 0,-1-1 0,1 0 0,0 1 0,0-1 0,0 1 1,-1 0-1,-14 21 315,11-17-236,-263 393-44,170-242 0,-150 239 0,-116 179 0,238-394 0,-161 176 0,242-308 0,-78 67 0,101-98 0,-1 0 0,-1-2 0,0 0 0,-1-2 0,0-1 0,-36 13 0,12-12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6:34.336"/>
    </inkml:context>
    <inkml:brush xml:id="br0">
      <inkml:brushProperty name="width" value="0.1" units="cm"/>
      <inkml:brushProperty name="height" value="0.1" units="cm"/>
      <inkml:brushProperty name="color" value="#E71224"/>
    </inkml:brush>
  </inkml:definitions>
  <inkml:trace contextRef="#ctx0" brushRef="#br0">0 1 8192,'132'4'7937,"67"12"-8854,29 1-697,1321 44-3792,1712 90 5406,-3155-144 0,1148 77 0,-4 23 0,-75 8 0,-1104-107 1911,-19-3 7646</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6:34.491"/>
    </inkml:context>
    <inkml:brush xml:id="br0">
      <inkml:brushProperty name="width" value="0.1" units="cm"/>
      <inkml:brushProperty name="height" value="0.1" units="cm"/>
      <inkml:brushProperty name="color" value="#E71224"/>
    </inkml:brush>
  </inkml:definitions>
  <inkml:trace contextRef="#ctx0" brushRef="#br0">0 0 8192,'14'1'507,"-1"1"-1,0 0 1,1 1 0,18 6 0,4 1 1229,36 5-1968,0-3 0,104 3 0,148-13-2693,-157-4 2276,-146 2 649</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6:35.089"/>
    </inkml:context>
    <inkml:brush xml:id="br0">
      <inkml:brushProperty name="width" value="0.1" units="cm"/>
      <inkml:brushProperty name="height" value="0.1" units="cm"/>
      <inkml:brushProperty name="color" value="#E71224"/>
    </inkml:brush>
  </inkml:definitions>
  <inkml:trace contextRef="#ctx0" brushRef="#br0">1 0 8192,'197'8'0,"-86"-1"0,786 35 0,-147 2 0,-214-10 0,2803 185 0,-1540-72 0,-1154-102 0,-597-44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18.083"/>
    </inkml:context>
    <inkml:brush xml:id="br0">
      <inkml:brushProperty name="width" value="0.1" units="cm"/>
      <inkml:brushProperty name="height" value="0.1" units="cm"/>
      <inkml:brushProperty name="color" value="#E71224"/>
    </inkml:brush>
  </inkml:definitions>
  <inkml:trace contextRef="#ctx0" brushRef="#br0">0 131 8192,'101'5'1821,"154"27"1,40 3 916,37-28-4865,0-14 0,585-88 0,-63-11 2127,-827 104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19.237"/>
    </inkml:context>
    <inkml:brush xml:id="br0">
      <inkml:brushProperty name="width" value="0.1" units="cm"/>
      <inkml:brushProperty name="height" value="0.1" units="cm"/>
      <inkml:brushProperty name="color" value="#E71224"/>
    </inkml:brush>
  </inkml:definitions>
  <inkml:trace contextRef="#ctx0" brushRef="#br0">1 206 8192,'158'0'2741,"283"-35"1,184-56-8225,-351 52 5483,2 13 0,369 11 0,-529 25 0,-1 6 0,135 35 0,-115-21 0,-80-19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19.556"/>
    </inkml:context>
    <inkml:brush xml:id="br0">
      <inkml:brushProperty name="width" value="0.1" units="cm"/>
      <inkml:brushProperty name="height" value="0.1" units="cm"/>
      <inkml:brushProperty name="color" value="#E71224"/>
    </inkml:brush>
  </inkml:definitions>
  <inkml:trace contextRef="#ctx0" brushRef="#br0">1 389 8192,'548'-17'8642,"-379"9"-9004,991-95-7300,-905 75 7044,183-20 618,788-77 0,5 66 0,-737 59 0,-364 1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19.944"/>
    </inkml:context>
    <inkml:brush xml:id="br0">
      <inkml:brushProperty name="width" value="0.1" units="cm"/>
      <inkml:brushProperty name="height" value="0.1" units="cm"/>
      <inkml:brushProperty name="color" value="#E71224"/>
    </inkml:brush>
  </inkml:definitions>
  <inkml:trace contextRef="#ctx0" brushRef="#br0">1 0 8192,'38'2'0,"1"2"0,48 11 0,29 4 0,689 22 0,3-42 0,-346-2 0,834-12 0,-499 10 0,-35 0 0,-599-5 0,-96 5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20.361"/>
    </inkml:context>
    <inkml:brush xml:id="br0">
      <inkml:brushProperty name="width" value="0.1" units="cm"/>
      <inkml:brushProperty name="height" value="0.1" units="cm"/>
      <inkml:brushProperty name="color" value="#E71224"/>
    </inkml:brush>
  </inkml:definitions>
  <inkml:trace contextRef="#ctx0" brushRef="#br0">0 283 8192,'191'0'0,"785"-5"0,-1-35 0,424-88 0,-821 69 0,305 8 0,-856 52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20.844"/>
    </inkml:context>
    <inkml:brush xml:id="br0">
      <inkml:brushProperty name="width" value="0.1" units="cm"/>
      <inkml:brushProperty name="height" value="0.1" units="cm"/>
      <inkml:brushProperty name="color" value="#E71224"/>
    </inkml:brush>
  </inkml:definitions>
  <inkml:trace contextRef="#ctx0" brushRef="#br0">1 206 8192,'19'1'0,"-1"1"0,1 1 0,35 9 0,5 1 0,566 60 0,11-50 0,849-83 0,1698-177 0,-2909 223 0,383-8 0,-628 22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22.301"/>
    </inkml:context>
    <inkml:brush xml:id="br0">
      <inkml:brushProperty name="width" value="0.1" units="cm"/>
      <inkml:brushProperty name="height" value="0.1" units="cm"/>
      <inkml:brushProperty name="color" value="#E71224"/>
    </inkml:brush>
  </inkml:definitions>
  <inkml:trace contextRef="#ctx0" brushRef="#br0">4 0 8192,'0'0'20,"0"0"0,0 0 0,0 0 0,0 0 0,0 1 0,0-1 0,0 0 0,0 0-1,0 0 1,0 0 0,0 0 0,0 0 0,0 0 0,1 0 0,-1 1 0,0-1 0,0 0 0,0 0 0,0 0 0,0 0 0,0 0 0,-1 0 0,1 0 0,0 0 0,0 1 0,0-1 0,0 0 0,0 0 0,0 0 0,0 0 0,0 0 0,0 0 0,0 0 0,0 0 0,0 0 0,0 0 0,0 1 0,0-1 0,0 0 0,0 0 0,-1 0 0,1 0 0,0 0 0,0 0-1,0 0 1,0 0 0,0 0 0,0 0 0,0 0 0,0 0 0,-1 0 0,1 0 0,0 0 0,0 0 0,0 0 0,0 0 0,0 0 0,0 0 0,0 0 0,0 0 0,-1 0 0,1 0 0,0 0 0,0 0 0,0 0 0,0 0 0,0 0 0,0 0 0,10 7 3012,15 6 1377,-1-5-4134,0-2 0,0 0-1,1-2 1,43 3 0,105-8 1885,-82-1-1700,236-1-2790,553 6-8153,-683 9 10483,56 1 0,-212-11 0,56 9 0,29 1 0,242-8 2663,184-6 5567,-78 0-5457,3670 2-16439,-4017-5 13666,-75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28.006"/>
    </inkml:context>
    <inkml:brush xml:id="br0">
      <inkml:brushProperty name="width" value="0.1" units="cm"/>
      <inkml:brushProperty name="height" value="0.1" units="cm"/>
      <inkml:brushProperty name="color" value="#E71224"/>
    </inkml:brush>
  </inkml:definitions>
  <inkml:trace contextRef="#ctx0" brushRef="#br0">1 207 8192,'106'0'10665,"0"-2"-5579,387-27-7032,2111-119-11859,-1761 136 13805,422-3 0,235 46 0,-1067-4 0,675 22 0,1826-52 0,-2436-24 0,-95 2 0,-343 25 0,-33 1 0,0-1 0,39-6 0,-43 1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23.455"/>
    </inkml:context>
    <inkml:brush xml:id="br0">
      <inkml:brushProperty name="width" value="0.1" units="cm"/>
      <inkml:brushProperty name="height" value="0.1" units="cm"/>
      <inkml:brushProperty name="color" value="#E71224"/>
    </inkml:brush>
  </inkml:definitions>
  <inkml:trace contextRef="#ctx0" brushRef="#br0">0 1 8192,'145'0'2616,"193"9"10915,-217-3-11656,369 14-3690,883-10-11436,-783-20 10497,1995 0 2552,-845 61 202,313 2 0,-1967-53 0,1242 31 0,-844-3 0,-251-16 0,-217-11 0,202 4 0,-186-6 0,0-2 0,0-1 0,0-1 0,51-17 0,-60 14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25.756"/>
    </inkml:context>
    <inkml:brush xml:id="br0">
      <inkml:brushProperty name="width" value="0.1" units="cm"/>
      <inkml:brushProperty name="height" value="0.1" units="cm"/>
      <inkml:brushProperty name="color" value="#E71224"/>
    </inkml:brush>
  </inkml:definitions>
  <inkml:trace contextRef="#ctx0" brushRef="#br0">1 156 8192,'1118'-54'0,"-709"25"0,1935-44 0,-665 119 0,-241 2 0,-1096-41 0,727 18 0,663-17 0,-993-10 0,-268 4 0,509-5 0,-211-48 0,-683 39 2796,-54 7-2236</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27.003"/>
    </inkml:context>
    <inkml:brush xml:id="br0">
      <inkml:brushProperty name="width" value="0.1" units="cm"/>
      <inkml:brushProperty name="height" value="0.1" units="cm"/>
      <inkml:brushProperty name="color" value="#E71224"/>
    </inkml:brush>
  </inkml:definitions>
  <inkml:trace contextRef="#ctx0" brushRef="#br0">1 0 8192,'750'0'1507,"998"54"-3021,-1601-47 1521,1280 76-7,870 28 0,-1271-93 0,1422 20 0,68 22 0,-1996-32 0,491 10 0,-893-37 795,114-3 1381,-119-10-2065,-57 4-414,58 1 0,-31 8-1093,12 0 10685,-73-1-1636</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29.366"/>
    </inkml:context>
    <inkml:brush xml:id="br0">
      <inkml:brushProperty name="width" value="0.1" units="cm"/>
      <inkml:brushProperty name="height" value="0.1" units="cm"/>
      <inkml:brushProperty name="color" value="#E71224"/>
    </inkml:brush>
  </inkml:definitions>
  <inkml:trace contextRef="#ctx0" brushRef="#br0">0 462 8192,'54'-3'0,"0"-3"0,-1-2 0,82-24 0,41-7 0,1669-149 0,659 107 0,-582 77 0,-1032 6 0,-318 14 0,-255-4 0,-11-2 0,325 5 0,-130-13 0,501-5 0,-132-79 0,-700 65 0,331 10 0,-272 10 0,7-3 0,271-34 0,-357 18 1646,-48 15 14730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30.591"/>
    </inkml:context>
    <inkml:brush xml:id="br0">
      <inkml:brushProperty name="width" value="0.1" units="cm"/>
      <inkml:brushProperty name="height" value="0.1" units="cm"/>
      <inkml:brushProperty name="color" value="#E71224"/>
    </inkml:brush>
  </inkml:definitions>
  <inkml:trace contextRef="#ctx0" brushRef="#br0">1 0 8192,'137'0'0,"922"15"0,57 23 0,-481-12 0,-127-4 0,305 14 0,91 2 0,-202-14 0,252 5 0,-677-25 0,320 10 0,682-1 0,-780-16 0,1282 3 0,-1213-26 0,34 0 0,-519 27 1648,253-1 14493,-307 0-15908,-6 0-233</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31.957"/>
    </inkml:context>
    <inkml:brush xml:id="br0">
      <inkml:brushProperty name="width" value="0.1" units="cm"/>
      <inkml:brushProperty name="height" value="0.1" units="cm"/>
      <inkml:brushProperty name="color" value="#E71224"/>
    </inkml:brush>
  </inkml:definitions>
  <inkml:trace contextRef="#ctx0" brushRef="#br0">0 79 8192,'33'-2'2359,"50"-8"0,23-3 3518,472-8-7312,661-11-7725,-1115 32 9160,535 16 0,-465-6 0,-141-9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32.991"/>
    </inkml:context>
    <inkml:brush xml:id="br0">
      <inkml:brushProperty name="width" value="0.1" units="cm"/>
      <inkml:brushProperty name="height" value="0.1" units="cm"/>
      <inkml:brushProperty name="color" value="#E71224"/>
    </inkml:brush>
  </inkml:definitions>
  <inkml:trace contextRef="#ctx0" brushRef="#br0">1 0 8192,'4'43'9885,"7"1"-4807,3-5-3650,24 48 1,-19-48-1396,1 0 1,2-1 0,2-2-1,1 0 1,45 48 0,-68-82-34,0 0 0,1 0 0,-1 0 0,0 0 0,1-1 0,0 1 0,-1-1 0,1 0 0,0 0 0,-1 0 0,1 0 0,0 0 0,0-1 0,0 1 0,0-1 0,0 0 0,0 0 0,0 0 0,-1 0 0,1 0 0,0-1 0,0 1 0,0-1 0,0 0 0,4-2 0,6-3 0,0 0 0,0-1 0,-1 0 0,14-12 0,1 0 0,103-65 0,338-208 0,-421 265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36.353"/>
    </inkml:context>
    <inkml:brush xml:id="br0">
      <inkml:brushProperty name="width" value="0.1" units="cm"/>
      <inkml:brushProperty name="height" value="0.1" units="cm"/>
      <inkml:brushProperty name="color" value="#E71224"/>
    </inkml:brush>
  </inkml:definitions>
  <inkml:trace contextRef="#ctx0" brushRef="#br0">0 288 8192,'6'1'718,"0"0"0,0 0 1,-1 1-1,1 0 0,-1-1 0,1 2 1,-1-1-1,0 1 0,0 0 1,0 0-1,0 0 0,0 1 1,-1-1-1,7 7 0,9 11 2788,29 37 0,-38-46-3270,18 22-236,1-1 0,2-2 0,1-1 0,2-2 0,53 34 0,-79-57 5,-1 0 1,1-1 0,0 0 0,0-1 0,0 1-1,1-2 1,-1 0 0,1 0 0,0 0 0,-1-1-1,1-1 1,0 0 0,-1 0 0,1-1 0,0 0-1,-1 0 1,1-1 0,-1-1 0,1 1 0,-1-2-1,9-3 1,16-10-52,0-2 0,-2-1 0,0-2 1,31-28-1,16-9-412,23-13-2168,205-139-4313,-99 77-756,-165 102 7493,-27 17 202</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38.568"/>
    </inkml:context>
    <inkml:brush xml:id="br0">
      <inkml:brushProperty name="width" value="0.1" units="cm"/>
      <inkml:brushProperty name="height" value="0.1" units="cm"/>
      <inkml:brushProperty name="color" value="#E71224"/>
    </inkml:brush>
  </inkml:definitions>
  <inkml:trace contextRef="#ctx0" brushRef="#br0">1 123 8192,'9'0'2480,"153"-7"10005,-137 4-11466,-2-1 0,37-12 0,155-38-1019,-71 21 0,-118 27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38.875"/>
    </inkml:context>
    <inkml:brush xml:id="br0">
      <inkml:brushProperty name="width" value="0.1" units="cm"/>
      <inkml:brushProperty name="height" value="0.1" units="cm"/>
      <inkml:brushProperty name="color" value="#E71224"/>
    </inkml:brush>
  </inkml:definitions>
  <inkml:trace contextRef="#ctx0" brushRef="#br0">1 1 8192,'4'10'8819,"7"15"-862,-2-11-7957,0 3 1246,-2 1-1246,-1 4 0,-2 1 0,-2 2 0,-2-4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39.242"/>
    </inkml:context>
    <inkml:brush xml:id="br0">
      <inkml:brushProperty name="width" value="0.1" units="cm"/>
      <inkml:brushProperty name="height" value="0.1" units="cm"/>
      <inkml:brushProperty name="color" value="#E71224"/>
    </inkml:brush>
  </inkml:definitions>
  <inkml:trace contextRef="#ctx0" brushRef="#br0">1 0 8192,'9'202'16337,"-3"-151"-14652,-4-29-1685,3 24 0,-5-44 0,0 0 0,1 0 0,-1 0 0,1-1 0,-1 1 0,1 0 0,0 0 0,-1 0 0,1 0 0,0 0 0,0-1 0,1 1 0,-1-1 0,0 1 0,2 1 0,-2-3 0,-1 0 0,1 0 0,-1 0 0,1 0 0,-1 0 0,1 0 0,0-1 0,-1 1 0,1 0 0,-1 0 0,1-1 0,-1 1 0,1 0 0,-1-1 0,0 1 0,1 0 0,-1-1 0,1 1 0,-1-1 0,0 1 0,1-1 0,-1 1 0,0-1 0,1 1 0,-1-1 0,0 1 0,0-1 0,1 0 0,9-20 0,-9 18 0,26-48 0,-13 27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39.522"/>
    </inkml:context>
    <inkml:brush xml:id="br0">
      <inkml:brushProperty name="width" value="0.1" units="cm"/>
      <inkml:brushProperty name="height" value="0.1" units="cm"/>
      <inkml:brushProperty name="color" value="#E71224"/>
    </inkml:brush>
  </inkml:definitions>
  <inkml:trace contextRef="#ctx0" brushRef="#br0">1 2 8192,'75'0'13736,"-24"0"-9450,-21 0-4286,-5-1 0,46 4 0,-65-2 0,-1 0 0,1-1 0,-1 2 0,0-1 0,1 1 0,-1 0 0,0 0 0,0 0 0,0 1 0,-1 0 0,1 0 0,-1 0 0,1 0 0,4 5 0,-8-6-140,0-1 0,0 1 0,0-1 0,0 1 0,0 0 1,-1-1-1,1 1 0,0 0 0,-1 0 0,1 0 0,-1-1 1,0 1-1,1 0 0,-1 0 0,0 0 0,0 0 0,-1 0 1,1-1-1,-1 4 0,-4 15-419</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39.802"/>
    </inkml:context>
    <inkml:brush xml:id="br0">
      <inkml:brushProperty name="width" value="0.1" units="cm"/>
      <inkml:brushProperty name="height" value="0.1" units="cm"/>
      <inkml:brushProperty name="color" value="#E71224"/>
    </inkml:brush>
  </inkml:definitions>
  <inkml:trace contextRef="#ctx0" brushRef="#br0">1 136 8192,'18'-2'2906,"-1"0"0,1-1 0,0-1 0,20-7 0,8-1 586,-25 7-3492,52-12 0,116-42 0,-169 49 0,-4-1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0.067"/>
    </inkml:context>
    <inkml:brush xml:id="br0">
      <inkml:brushProperty name="width" value="0.1" units="cm"/>
      <inkml:brushProperty name="height" value="0.1" units="cm"/>
      <inkml:brushProperty name="color" value="#E71224"/>
    </inkml:brush>
  </inkml:definitions>
  <inkml:trace contextRef="#ctx0" brushRef="#br0">114 0 8192,'0'5'0,"0"5"3356,0 6-3356,0 4 0,-4 3 5483,-2 2-5483,-4 2 0,-1 0 0,2-1 7957,3 5-7957,-3-3 0,1-2 0,-3-1 1226,-3-5-1226,0-10 0,2-7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0.254"/>
    </inkml:context>
    <inkml:brush xml:id="br0">
      <inkml:brushProperty name="width" value="0.1" units="cm"/>
      <inkml:brushProperty name="height" value="0.1" units="cm"/>
      <inkml:brushProperty name="color" value="#E71224"/>
    </inkml:brush>
  </inkml:definitions>
  <inkml:trace contextRef="#ctx0" brushRef="#br0">0 0 8192,'4'0'0,"6"0"0,2 5 2971,2 1-2971,4 4 0,-2 4 0,1 1 5848,3 1-5848,1-1 7957,2 0-7957,-3 3 1246,-9-2-1246,-7-4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0.520"/>
    </inkml:context>
    <inkml:brush xml:id="br0">
      <inkml:brushProperty name="width" value="0.1" units="cm"/>
      <inkml:brushProperty name="height" value="0.1" units="cm"/>
      <inkml:brushProperty name="color" value="#E71224"/>
    </inkml:brush>
  </inkml:definitions>
  <inkml:trace contextRef="#ctx0" brushRef="#br0">0 206 8192,'225'0'15074,"-114"0"-12126,46-1-5083,229-29 0,-36-32-4273,148-19-732,-250 52 6936,-209 27 204</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0.813"/>
    </inkml:context>
    <inkml:brush xml:id="br0">
      <inkml:brushProperty name="width" value="0.1" units="cm"/>
      <inkml:brushProperty name="height" value="0.1" units="cm"/>
      <inkml:brushProperty name="color" value="#E71224"/>
    </inkml:brush>
  </inkml:definitions>
  <inkml:trace contextRef="#ctx0" brushRef="#br0">97 48 8192,'-27'23'2489,"-22"24"7132,46-45-9293,1 0 0,1 1 1,-1-1-1,0 1 1,0 0-1,1-1 1,0 1-1,-1 0 1,1 0-1,0 0 0,1 0 1,-1 0-1,0 0 1,1 0-1,0 0 1,-1 0-1,1 4 1,1-6-329,0 1 0,-1-1 0,1 1 0,0 0 0,0-1 0,0 1 0,0-1 0,0 0 0,0 1 0,0-1 0,1 0 0,-1 0 0,0 1 0,1-1 0,-1 0 0,1-1 0,-1 1 0,1 0 0,-1 0 0,1-1 0,0 1 0,-1 0 0,1-1 0,0 0 0,-1 1 0,1-1 0,0 0 0,0 0 0,0 0 0,-1 0 0,1 0 0,0-1 0,3 0 0,6 0 0,0 0 0,1-2 0,19-5 0,6-6 0,-1-2 0,0-2 0,59-39 0,-86 51 0,0-1 0,0 0 0,-1-1 0,0 0 0,12-16 0,-7 4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1.122"/>
    </inkml:context>
    <inkml:brush xml:id="br0">
      <inkml:brushProperty name="width" value="0.1" units="cm"/>
      <inkml:brushProperty name="height" value="0.1" units="cm"/>
      <inkml:brushProperty name="color" value="#E71224"/>
    </inkml:brush>
  </inkml:definitions>
  <inkml:trace contextRef="#ctx0" brushRef="#br0">0 1 8192,'10'20'3547,"-1"1"1,9 34-1,6 46 1077,-7-25-3721,2 16-533,-4 2 1,-4 0-1,-5 0 1,-7 123 0,1-215-371,0-10 0,0-14 0,0-6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1.419"/>
    </inkml:context>
    <inkml:brush xml:id="br0">
      <inkml:brushProperty name="width" value="0.1" units="cm"/>
      <inkml:brushProperty name="height" value="0.1" units="cm"/>
      <inkml:brushProperty name="color" value="#E71224"/>
    </inkml:brush>
  </inkml:definitions>
  <inkml:trace contextRef="#ctx0" brushRef="#br0">1 267 8192,'5'-4'467,"0"0"1,0 1 0,1-1-1,0 1 1,0 0-1,0 1 1,0-1-1,0 1 1,10-2 0,59-9 4208,806-150-13991,-848 155 9278,-32 8 37,153-41 0,-130 32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1.684"/>
    </inkml:context>
    <inkml:brush xml:id="br0">
      <inkml:brushProperty name="width" value="0.1" units="cm"/>
      <inkml:brushProperty name="height" value="0.1" units="cm"/>
      <inkml:brushProperty name="color" value="#E71224"/>
    </inkml:brush>
  </inkml:definitions>
  <inkml:trace contextRef="#ctx0" brushRef="#br0">863 1 8192,'-229'247'7925,"21"-49"-9227,82-81-2010,-140 168 1,233-239 21333,42-57-18022</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1.919"/>
    </inkml:context>
    <inkml:brush xml:id="br0">
      <inkml:brushProperty name="width" value="0.1" units="cm"/>
      <inkml:brushProperty name="height" value="0.1" units="cm"/>
      <inkml:brushProperty name="color" value="#E71224"/>
    </inkml:brush>
  </inkml:definitions>
  <inkml:trace contextRef="#ctx0" brushRef="#br0">0 1 8192,'1'16'558,"1"-1"0,1 1 0,6 21 0,0 3 181,10 109 1622,-11 199 9237,-8-267-10506,0-220-1092,0 92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2.432"/>
    </inkml:context>
    <inkml:brush xml:id="br0">
      <inkml:brushProperty name="width" value="0.1" units="cm"/>
      <inkml:brushProperty name="height" value="0.1" units="cm"/>
      <inkml:brushProperty name="color" value="#E71224"/>
    </inkml:brush>
  </inkml:definitions>
  <inkml:trace contextRef="#ctx0" brushRef="#br0">0 4 8192,'131'-2'4338,"33"0"5766,-57 6-6732,-104-4-3362,0 0 1,-1 1-1,1-1 1,0 0-1,-1 1 0,1 0 1,0 0-1,-1 0 0,1 0 1,-1 0-1,1 0 1,-1 0-1,0 1 0,0-1 1,1 1-1,-1 0 0,0 0 1,0-1-1,0 1 1,-1 1-1,1-1 0,-1 0 1,1 0-1,1 4 0,-2-3-12,0 0 0,0 1-1,-1-1 1,0 0 0,1 0-1,-1 0 1,0 0 0,-1 0-1,1 1 1,0-1 0,-1 0-1,0 0 1,0 0-1,0 0 1,0 0 0,0 0-1,0-1 1,-1 1 0,1 0-1,-1 0 1,-3 2 0,-6 12-623,0-1 0,-14 33 0,17-30-564,1 0-1,0 1 1,2-1 0,0 1-1,-2 24 1,5-29 297,2 1 0,-1 0-1,2 0 1,0 0 0,1-1 0,0 1 0,6 16 0,-4-20 580,0 0-1,1-1 1,0 1 0,1-1-1,12 17 1,20 26 3868,-26-35 265,-1 0-1,14 30 1,-24-46-3658,1 1 0,-1-1 1,1 0-1,-1 1 0,0-1 0,0 1 1,-1-1-1,1 1 0,-1-1 0,0 1 1,0-1-1,0 1 0,0-1 0,-1 1 1,1 0-1,-1-1 0,0 0 0,0 1 1,0-1-1,0 1 0,-1-1 0,-1 3 1,-1-1-222,-1-1 0,1 0 0,0 0 0,-1 0 1,0-1-1,0 0 0,0 0 0,0 0 1,-1 0-1,1-1 0,-1 0 0,-8 3 1,8-4 57,-4 3 0,-1-1 0,-1 0 0,1 0 0,0-1 0,-16 0 0,25-2 0,-1 0 0,1 0 0,-1 0 0,1-1 0,-1 1 0,1-1 0,0 0 0,-1 1 0,1-1 0,0 0 0,-1 0 0,1-1 0,0 1 0,0 0 0,0-1 0,0 1 0,0-1 0,0 0 0,1 0 0,-1 0 0,0 0 0,1 0 0,0 0 0,-1 0 0,1 0 0,0 0 0,0-1 0,0 1 0,0 0 0,0-3 0,-21-75-2797,13 52 2238</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3.196"/>
    </inkml:context>
    <inkml:brush xml:id="br0">
      <inkml:brushProperty name="width" value="0.1" units="cm"/>
      <inkml:brushProperty name="height" value="0.1" units="cm"/>
      <inkml:brushProperty name="color" value="#E71224"/>
    </inkml:brush>
  </inkml:definitions>
  <inkml:trace contextRef="#ctx0" brushRef="#br0">0 503 8192,'19'-1'2616,"21"-7"10915,-25 1-11656,43-25-1875,-3-3 0,96-77 0,-94 66 0,125-75 0,-128 90 0,-39 21 0,0 0 0,1 1 0,0 1 0,0 1 0,1 0 0,0 1 0,1 1 0,19-4 0,-23 7 0,1 0 0,-1-2 0,1 1 0,-1-2 0,20-9 0,-16 6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3.642"/>
    </inkml:context>
    <inkml:brush xml:id="br0">
      <inkml:brushProperty name="width" value="0.1" units="cm"/>
      <inkml:brushProperty name="height" value="0.1" units="cm"/>
      <inkml:brushProperty name="color" value="#E71224"/>
    </inkml:brush>
  </inkml:definitions>
  <inkml:trace contextRef="#ctx0" brushRef="#br0">1 0 8192,'9'285'16337,"-2"-215"-14652,26 132-1685,-31-197 0,-1-9 0,-1-13 0,0 16 0,0-22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4.080"/>
    </inkml:context>
    <inkml:brush xml:id="br0">
      <inkml:brushProperty name="width" value="0.1" units="cm"/>
      <inkml:brushProperty name="height" value="0.1" units="cm"/>
      <inkml:brushProperty name="color" value="#E71224"/>
    </inkml:brush>
  </inkml:definitions>
  <inkml:trace contextRef="#ctx0" brushRef="#br0">1 46 8192,'9'-7'3954,"-5"3"-1977,1 1 0,0 0 0,0 0-1,10-4 1,16-5 2207,-29 11-4184,0 0 0,0 0 0,1 0 0,-1 0 0,0 1 0,1-1 0,-1 1 0,1 0 0,-1 0 0,1 0 0,-1 0 0,1 0 0,-1 0 0,0 0 0,1 1 0,-1 0 0,1-1 0,-1 1 0,0 0 0,0 0 0,1 0 0,-1 0 0,0 1 0,0-1 0,0 0 0,0 1 0,0 0 0,1 1 0,0 2 0,-1 0 0,1-1 0,-1 1 0,0 0 0,-1 1 0,1-1 0,-1 0 0,0 0 0,-1 1 0,1-1 0,-1 0 0,0 7 0,-1 2-451,0 1 1,-1-1 0,0 0 0,-1 0 0,-1 0 0,0 0-1,-11 23 1,-54 87-4413,49-91 4488,-1-2-8807,28-33 9182</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4.530"/>
    </inkml:context>
    <inkml:brush xml:id="br0">
      <inkml:brushProperty name="width" value="0.1" units="cm"/>
      <inkml:brushProperty name="height" value="0.1" units="cm"/>
      <inkml:brushProperty name="color" value="#E71224"/>
    </inkml:brush>
  </inkml:definitions>
  <inkml:trace contextRef="#ctx0" brushRef="#br0">0 0 8192,'0'5'0,"0"5"3356,0 5-3356,0 6 0,0 6 0,0 4 5483,0 1-5483,0-1 0,0-1 0,5-1 7957,0-11-6731,1-11-1226,-1-8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4.968"/>
    </inkml:context>
    <inkml:brush xml:id="br0">
      <inkml:brushProperty name="width" value="0.1" units="cm"/>
      <inkml:brushProperty name="height" value="0.1" units="cm"/>
      <inkml:brushProperty name="color" value="#E71224"/>
    </inkml:brush>
  </inkml:definitions>
  <inkml:trace contextRef="#ctx0" brushRef="#br0">62 1 8192,'12'0'1539,"-4"0"760,0 0 0,0 0 0,-1 1 0,1 0 0,8 2 0,6 7 390,-18-6-2838,0-1 0,-1 1 0,1 0 0,-1 0 0,1 0 0,-1 1 0,0-1 0,-1 1 0,1-1 0,-1 1 0,0 0 0,0 0 0,-1 0 0,1 0 0,-1 0 0,0 1 0,0-1 0,-1 0 0,0 0 0,0 1 0,0-1 0,-2 10 0,1-8-141,0 1 0,0-1 1,-1 0-1,0 0 0,-1 0 0,0-1 1,0 1-1,0-1 0,-1 1 0,0-1 1,0 0-1,0 0 0,-1-1 0,0 1 1,0-1-1,-6 5 0,-6 1-2610,-1-1 0,-28 12 0,7-2 2133,38-20 760,1 0 1,-1 0-1,0 0 1,1 0-1,-1 0 1,1 1-1,-1-1 1,1 0-1,-1 1 1,1-1-1,-1 0 1,1 1-1,-1-1 1,1 0-1,-1 1 1,1-1-1,-1 1 1,1-1-1,0 1 1,-1-1-1,1 1 1,0-1-1,0 1 1,-1 0-1,1-1 1,0 1-1,0-1 1,0 1-1,0 0 1,-1 0-1,18 7-44,29-4 102,-46-3-51,32-1 0,0 0 0,0-2 0,0-1 0,-1-2 0,1-1 0,40-13 0,-50 11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5.339"/>
    </inkml:context>
    <inkml:brush xml:id="br0">
      <inkml:brushProperty name="width" value="0.1" units="cm"/>
      <inkml:brushProperty name="height" value="0.1" units="cm"/>
      <inkml:brushProperty name="color" value="#E71224"/>
    </inkml:brush>
  </inkml:definitions>
  <inkml:trace contextRef="#ctx0" brushRef="#br0">1 335 8192,'60'-10'1488,"-11"0"969,71-4-2857,157-40 0,113-53-2501,-281 76 2657,-93 26 386,8-1 1710,42-18 1,-61 22-1480,0 0 0,-1-1 0,1 1 0,0-1 0,-1 0 0,0-1 0,0 1 0,0-1 0,0 1 1,0-1-1,-1-1 0,1 1 0,-1 0 0,4-8 0,-2-3 1516</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5.655"/>
    </inkml:context>
    <inkml:brush xml:id="br0">
      <inkml:brushProperty name="width" value="0.1" units="cm"/>
      <inkml:brushProperty name="height" value="0.1" units="cm"/>
      <inkml:brushProperty name="color" value="#E71224"/>
    </inkml:brush>
  </inkml:definitions>
  <inkml:trace contextRef="#ctx0" brushRef="#br0">79 0 8192,'-5'95'5994,"-4"0"0,-34 154 1,40-236-5956,-2 14-39,-9 53 0,14-88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5.888"/>
    </inkml:context>
    <inkml:brush xml:id="br0">
      <inkml:brushProperty name="width" value="0.1" units="cm"/>
      <inkml:brushProperty name="height" value="0.1" units="cm"/>
      <inkml:brushProperty name="color" value="#E71224"/>
    </inkml:brush>
  </inkml:definitions>
  <inkml:trace contextRef="#ctx0" brushRef="#br0">0 0 8192,'50'47'2256,"79"51"9972,-73-58-9901,-23-15-2125,2-1 0,1-2-1,1-2 1,0-1 0,66 23 0,-102-42-202,0 1 0,1 0 0,-1-1 0,0 1 0,1-1 0,-1 0 0,1 1 0,-1-1 0,1 0 0,-1 0 0,1 0 0,-1 0 0,1 0 0,-1 0 0,1 0 0,-1-1 0,1 1 0,-1-1 0,0 1 0,1-1 0,-1 1 0,1-1 0,-1 0 0,0 1 0,0-1 0,1 0 0,-1 0 0,0 0 0,0 0 0,0 0 0,0 0 0,0 0 0,0-1 0,0 1 0,-1 0 0,1-1 0,0 1 0,-1 0 0,1-1 0,-1 1 0,1-1 0,-1 1 0,1-3 0,1-13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6.105"/>
    </inkml:context>
    <inkml:brush xml:id="br0">
      <inkml:brushProperty name="width" value="0.1" units="cm"/>
      <inkml:brushProperty name="height" value="0.1" units="cm"/>
      <inkml:brushProperty name="color" value="#E71224"/>
    </inkml:brush>
  </inkml:definitions>
  <inkml:trace contextRef="#ctx0" brushRef="#br0">0 0 8192,'0'5'18022,"0"5"-18022,0 6 0,0-1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6.382"/>
    </inkml:context>
    <inkml:brush xml:id="br0">
      <inkml:brushProperty name="width" value="0.1" units="cm"/>
      <inkml:brushProperty name="height" value="0.1" units="cm"/>
      <inkml:brushProperty name="color" value="#E71224"/>
    </inkml:brush>
  </inkml:definitions>
  <inkml:trace contextRef="#ctx0" brushRef="#br0">1 1 8192,'0'4'3356,"0"6"-3356,0 11 0,0 5 0,0 7 5483,0 2-5483,0 0 0,0-1 7957,0-3-7957,0-2 0,0-2 1226,0-1-1226,0 0 0,0-1 0,0-4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6.794"/>
    </inkml:context>
    <inkml:brush xml:id="br0">
      <inkml:brushProperty name="width" value="0.1" units="cm"/>
      <inkml:brushProperty name="height" value="0.1" units="cm"/>
      <inkml:brushProperty name="color" value="#E71224"/>
    </inkml:brush>
  </inkml:definitions>
  <inkml:trace contextRef="#ctx0" brushRef="#br0">30 1 8192,'4'0'45,"9"-1"1514,-1 2 1,1-1 0,0 2 0,-1-1-1,16 6 1,-26-7-1247,0 1 0,0-1 0,-1 1 1,1 0-1,0 0 0,-1 0 0,1 0 0,-1 0 0,1 0 0,-1 0 0,0 1 0,1-1 0,-1 0 0,0 1 0,0-1 0,0 1 0,0-1 0,1 3 1,-2-1-174,1-1 1,-1 0-1,0 1 1,0-1-1,0 1 1,0-1-1,0 0 1,-1 1-1,1-1 1,-1 0-1,1 1 1,-1-1-1,0 0 1,0 0-1,0 1 1,0-1 0,0 0-1,-3 2 1,-2 4-141,0 0 0,-1 0 0,0-1 0,-1 1 0,1-2 0,-1 1 0,-1-1 0,1-1 0,-18 9 0,-12 9 0,38-22 0,-1-1 0,0 0 0,1 0 0,-1 1 0,0-1 0,1 0 0,-1 1 0,1-1 0,-1 1 0,1-1 0,-1 1 0,1-1 0,-1 1 0,1-1 0,-1 1 0,1-1 0,0 1 0,-1 0 0,1-1 0,0 1 0,0-1 0,-1 1 0,1 0 0,0-1 0,0 1 0,0 0 0,0 0 0,0-1 0,0 2 0,17 6 0,36-5 0,-50-3 0,24 0-359,-13 2-390,1-2 1,-1 0-1,0-1 1,1 0-1,-1-1 0,0-1 1,0 0-1,0-1 0,15-6 1,-13 0-227</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7.091"/>
    </inkml:context>
    <inkml:brush xml:id="br0">
      <inkml:brushProperty name="width" value="0.1" units="cm"/>
      <inkml:brushProperty name="height" value="0.1" units="cm"/>
      <inkml:brushProperty name="color" value="#E71224"/>
    </inkml:brush>
  </inkml:definitions>
  <inkml:trace contextRef="#ctx0" brushRef="#br0">0 0 8192,'15'0'11332,"6"14"-4642,-14 2-6690,-2 4 0,3 3 0,-1-6 0,-1-11 0,-1-11 0,-3-4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7.450"/>
    </inkml:context>
    <inkml:brush xml:id="br0">
      <inkml:brushProperty name="width" value="0.1" units="cm"/>
      <inkml:brushProperty name="height" value="0.1" units="cm"/>
      <inkml:brushProperty name="color" value="#E71224"/>
    </inkml:brush>
  </inkml:definitions>
  <inkml:trace contextRef="#ctx0" brushRef="#br0">284 30 8192,'42'-16'1752,"28"4"5543,3 11-582,-30 3-5995,-40-2-693,-1 0 0,1 1 0,-1-1 0,1 0 0,-1 1 0,1-1 0,-1 1 0,1 0 0,-1 0 0,0 0 1,1 0-1,-1 1 0,0-1 0,0 0 0,0 1 0,0 0 0,0-1 0,0 1 0,-1 0 0,1 0 0,0 0 1,-1 0-1,0 0 0,1 0 0,-1 1 0,0-1 0,0 0 0,0 1 0,0-1 0,-1 0 0,1 1 0,-1-1 1,1 1-1,-1-1 0,0 1 0,0 0 0,0-1 0,0 1 0,-1 3 0,0 0 4,0-1-1,0 0 1,-1 0-1,0 0 0,0 0 1,0 0-1,0 0 1,-1-1-1,1 1 1,-1-1-1,0 0 0,-1 1 1,1-1-1,-1-1 1,0 1-1,0-1 1,0 1-1,-7 3 1,-34 13-29,0-2 0,-2-2 0,-51 10 0,57-16 0,0 1 0,1 3 0,1 0 0,-59 32 0,83-33 0,11-5 0,10-10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49.087"/>
    </inkml:context>
    <inkml:brush xml:id="br0">
      <inkml:brushProperty name="width" value="0.1" units="cm"/>
      <inkml:brushProperty name="height" value="0.1" units="cm"/>
      <inkml:brushProperty name="color" value="#E71224"/>
    </inkml:brush>
  </inkml:definitions>
  <inkml:trace contextRef="#ctx0" brushRef="#br0">419 2469 8192,'24'1'0,"-1"2"0,-1 0 0,40 13 0,7 0 0,37 1 0,154 4 0,110-21 0,-149-10 0,-2-9 0,0-10 0,-2-9 0,349-109 0,-314 60 0,-4-11 0,-4-11 0,344-210 0,273-236 0,-801 516 0,11-8 0,37-23 0,187-157 0,-287 219 140,0 0-1,0 0 1,-1-1 0,0 1 0,0-2 0,-1 1 0,-1-1-1,1 0 1,-2 0 0,1 0 0,4-18 0,-7 20-47,-1 1 0,-1-1 0,1 0 1,-1 1-1,0-1 0,-1 1 0,0-1 0,0 0 1,0 1-1,-1-1 0,0 1 0,-1 0 1,0 0-1,0 0 0,0 0 0,-1 0 0,-8-11 1,-3-1-77,-1 0 1,-1 1-1,-1 1 1,0 0-1,-2 2 1,1 0-1,-2 1 1,0 1-1,-1 1 1,-26-11-1,-32-9 79,-130-34 1,1 13-1033,-395-46 1,-224 53-935,459 45 1870,0 15 0,-525 90 0,743-74 0,2 7 0,1 6 0,-154 69 0,191-63 0,1 6 0,3 4 0,3 5 0,-133 106 0,194-134 0,2 1 0,1 2 0,2 1 0,-44 62 0,68-82 0,1 0 0,1 0 0,1 1 0,0 1 0,2 0 0,0 0 0,2 1 0,0 0 0,2 0 0,0 0 0,2 1 0,-1 37 0,4-49 0,2-1 0,-1 1 0,2-1 0,-1 1 0,1-1 0,1 0 0,0 0 0,1-1 0,11 21 0,-5-15 0,1 0 0,0-1 0,1 0 0,0-1 0,21 17 0,6 0 0,2-2 0,0-3 0,79 37 0,9-6 77,3-6 0,1-5 0,3-7 0,270 41 0,-260-61-77</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34.475"/>
    </inkml:context>
    <inkml:brush xml:id="br0">
      <inkml:brushProperty name="width" value="0.1" units="cm"/>
      <inkml:brushProperty name="height" value="0.1" units="cm"/>
      <inkml:brushProperty name="color" value="#E71224"/>
    </inkml:brush>
  </inkml:definitions>
  <inkml:trace contextRef="#ctx0" brushRef="#br0">0 29 8192,'70'0'837,"240"-5"12301,-177-6-10129,38-1-2553,180 11 1,-152 4-332,-59-6-125,156 6 0,-38 25 0,-161-18-1898,84 4-4557,-118-14 5361,335 14-7481,200 24 8575,-376-26 0,-22 0 0,799-12 0,-951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35.135"/>
    </inkml:context>
    <inkml:brush xml:id="br0">
      <inkml:brushProperty name="width" value="0.1" units="cm"/>
      <inkml:brushProperty name="height" value="0.1" units="cm"/>
      <inkml:brushProperty name="color" value="#E71224"/>
    </inkml:brush>
  </inkml:definitions>
  <inkml:trace contextRef="#ctx0" brushRef="#br0">1 28 8192,'159'1'4408,"42"0"5950,-68-4-7102,28-8-6203,94-3-2946,-43 13 5092,741 4-7580,-225 38 8381,-480-22 0,63 13 0,31 2 0,-155-32 7004,-149-3-5656,-16 1-348</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52.634"/>
    </inkml:context>
    <inkml:brush xml:id="br0">
      <inkml:brushProperty name="width" value="0.1" units="cm"/>
      <inkml:brushProperty name="height" value="0.1" units="cm"/>
      <inkml:brushProperty name="color" value="#E71224"/>
    </inkml:brush>
  </inkml:definitions>
  <inkml:trace contextRef="#ctx0" brushRef="#br0">1 207 8192,'935'-71'0,"-644"39"0,1987-72 0,-1600 106-649,-195-2 19320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53.458"/>
    </inkml:context>
    <inkml:brush xml:id="br0">
      <inkml:brushProperty name="width" value="0.1" units="cm"/>
      <inkml:brushProperty name="height" value="0.1" units="cm"/>
      <inkml:brushProperty name="color" value="#E71224"/>
    </inkml:brush>
  </inkml:definitions>
  <inkml:trace contextRef="#ctx0" brushRef="#br0">0 156 8192,'76'0'101,"583"-17"1305,-217-20-2496,809-38 673,400 74 332,-753 3 665,-868-4 4052,58-10 0,-58 7-501,55-4 1,1368 11-6929,-1422-2 2238</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54.381"/>
    </inkml:context>
    <inkml:brush xml:id="br0">
      <inkml:brushProperty name="width" value="0.1" units="cm"/>
      <inkml:brushProperty name="height" value="0.1" units="cm"/>
      <inkml:brushProperty name="color" value="#E71224"/>
    </inkml:brush>
  </inkml:definitions>
  <inkml:trace contextRef="#ctx0" brushRef="#br0">0 28 8192,'45'0'3816,"113"0"5195,0-1-5570,31-2-4445,94-8-5329,128-1-2516,-136 13 9261,-69-1 6939,-184 0-6377</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0:55.022"/>
    </inkml:context>
    <inkml:brush xml:id="br0">
      <inkml:brushProperty name="width" value="0.1" units="cm"/>
      <inkml:brushProperty name="height" value="0.1" units="cm"/>
      <inkml:brushProperty name="color" value="#E71224"/>
    </inkml:brush>
  </inkml:definitions>
  <inkml:trace contextRef="#ctx0" brushRef="#br0">1 62 8192,'781'0'13455,"-79"2"-16814,753-5-6737,-1144-9 10096,63-1 0,-46-10 0,-301 20 0,-4-1 0,-6-2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0:49.605"/>
    </inkml:context>
    <inkml:brush xml:id="br0">
      <inkml:brushProperty name="width" value="0.1" units="cm"/>
      <inkml:brushProperty name="height" value="0.1" units="cm"/>
      <inkml:brushProperty name="color" value="#E71224"/>
    </inkml:brush>
  </inkml:definitions>
  <inkml:trace contextRef="#ctx0" brushRef="#br0">1 69 8192,'636'-16'0,"-496"11"0,-91 3 0,708-31 0,-145 20 9217,-553 13-8382,-39 1 48,37 7 0,10 0-1233,-2-6 350,92 6 0,-53 0-1377,117-7 0,-97-3 1335,-88 2 2907,-1 0-5410,-21 0 2050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1:03.653"/>
    </inkml:context>
    <inkml:brush xml:id="br0">
      <inkml:brushProperty name="width" value="0.1" units="cm"/>
      <inkml:brushProperty name="height" value="0.1" units="cm"/>
      <inkml:brushProperty name="color" value="#E71224"/>
    </inkml:brush>
  </inkml:definitions>
  <inkml:trace contextRef="#ctx0" brushRef="#br0">162 1597 8192,'17'-11'7909,"-16"8"-7382,13-17 2505,1-2-3032,32-36 0,-32 41 0,-1 0 0,0-1 0,12-23 0,23-58-3191,-43 84 2260,0-1 0,-1-1 1,-1 1-1,3-25 0,-1 2-1102,17-72 11579,-12 64-10732,-7 30-1651,2-3 1865,1 1 0,1 0 0,15-26 0,-15 30 435,-1 0-1,0-1 1,0 1-1,-2-1 0,8-32 1,-9 28 537,1 0 0,0 1 0,2 0 0,16-33 0,-13 30 0,-1 0 0,13-45 0,-4-33 2796,-14 81-1068,8-32 1,-7 36-858,-1-1 0,-1 1 0,2-23 0,-2 12-490,2 0 1,0 0 0,16-44 0,-9 30-178,8-21-204,-17 75 0,-2 12 0,-2 19-2940,-1-1 0,-15 78 1,7-76 2788,-3 6-474,3-1 1,2 1-1,-2 71 1,11-84 624,-1 11 0,11 86 0,-1-75 0,-3 0 0,0 70 0,-6-112 0,7 40 0,-5-38 0,2 32 0,-6 244 11468,1-304-11534,-1 0 0,0-1 1,0 1-1,-1 0 0,0-1 0,-1 1 0,1 0 0,-6-10 0,-35-54-510,21 38 865,12 19-86,0 1 0,-1 0 0,-13-12 0,12 13-180,1-1 0,-20-27-1,19 24-2359,0 0 0,-1 2 0,-26-25 0,8 10 217,-53-45 2120,46 42 0,-19-8 0,42 30 0,-1-1 0,-15-13 0,-72-75 0,89 83 382,1 0 0,1 0 1,0-2-1,-12-23 0,24 41-314,0 0-1,-1-1 0,1 1 1,0-1-1,-1 1 1,1 0-1,0-1 1,0 1-1,0-1 0,-1 1 1,1-1-1,0 1 1,0 0-1,0-1 1,0 1-1,0-1 0,0 1 1,0-1-1,0 1 1,0-1-1,0 1 0,0-1 1,0 1-1,0-1 1,0 1-1,0-1 1,1 1-1,-1 0 0,0-1 1,0 1-1,1-1 1,-1 1-1,0 0 1,0-1-1,1 1 0,-1 0 1,0-1-1,1 1 1,-1 0-1,1-1 0,-1 1 1,0 0-1,1 0 1,-1-1-1,1 1 1,-1 0-1,0 0 0,1 0 1,-1 0-1,1 0 1,-1 0-1,1-1 1,-1 1-1,1 0 0,-1 0 1,1 1-1,-1-1 1,1 0-1,-1 0 1,1 0-1,-1 0 0,1 0 1,36 9 1833,-33-8-1849,280 77-8164,205 42 8112,-404-102-368,77 18 2647,-161-36-2072,1 1 0,-1-1 0,1 0 0,-1 1 1,1-1-1,-1 0 0,0 1 0,1 0 0,-1-1 0,0 1 0,0 0 0,1 0 0,-1 0 0,0-1 0,0 1 0,0 1 0,0-1 0,0 0 0,0 0 1,0 0-1,0 0 0,-1 1 0,1-1 0,0 0 0,-1 1 0,1-1 0,-1 0 0,0 1 0,1 1 0,-1 0-10,-1-1 0,0 0 0,1 1-1,-1-1 1,0 0 0,0 1 0,0-1-1,-1 0 1,1 0 0,0 0 0,-1 0-1,1 0 1,-1 0 0,0 0 0,0-1-1,-3 3 1,-36 27-2071,-1-2 0,-53 28 0,52-33-75,1 2 0,-55 44 1,10 14 1948,8-7 0,74-73 0,0 0 0,0 0 0,-1 0 0,0-1 0,-6 3 0,-8 2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2:03.146"/>
    </inkml:context>
    <inkml:brush xml:id="br0">
      <inkml:brushProperty name="width" value="0.1" units="cm"/>
      <inkml:brushProperty name="height" value="0.1" units="cm"/>
      <inkml:brushProperty name="color" value="#E71224"/>
    </inkml:brush>
  </inkml:definitions>
  <inkml:trace contextRef="#ctx0" brushRef="#br0">1 70 8192,'22'-1'2505,"1"-1"0,22-6 0,-2 1-668,243-16 77,-218 19-1712,445-13-3173,214 9-3919,-447 10 5283,4031-2 1607,-3765 18 0,-28-1 0,-156-7 0,-155-3 0,137 9 0,-118 3 0,-75-4 0,89 6 0,293 10 0,-312-22 0,-14-1 0,258 9 0,37 1 0,-244-17 0,351-4 0,-367-5 0,97-1 0,1536 9 11468,-1848 0-11468</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2:04.946"/>
    </inkml:context>
    <inkml:brush xml:id="br0">
      <inkml:brushProperty name="width" value="0.1" units="cm"/>
      <inkml:brushProperty name="height" value="0.1" units="cm"/>
      <inkml:brushProperty name="color" value="#E71224"/>
    </inkml:brush>
  </inkml:definitions>
  <inkml:trace contextRef="#ctx0" brushRef="#br0">0 87 8192,'298'-15'7022,"-156"4"-4692,26 1-2701,1017-40-8167,518 83 8095,-1171-10 443,152 5 0,62 3 0,-305-10 0,-204-11 0,471 16 0,-502-19 0,279 3 0,-243-11 0,278 3 0,-281 12 0,-2 1 0,574-12 0,-322-20 0,-106 3 0,226-6 0,0 21 0,99-2 0,-101-24 0,142-2 0,-473 19 4302,0 0 657,228 8-2752,-476 0-2207</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2:06.708"/>
    </inkml:context>
    <inkml:brush xml:id="br0">
      <inkml:brushProperty name="width" value="0.1" units="cm"/>
      <inkml:brushProperty name="height" value="0.1" units="cm"/>
      <inkml:brushProperty name="color" value="#E71224"/>
    </inkml:brush>
  </inkml:definitions>
  <inkml:trace contextRef="#ctx0" brushRef="#br0">1 70 8192,'11'-4'347,"0"1"0,1 0 0,0 0 0,-1 1 0,1 1 0,0 0 0,0 0 0,18 2 0,0-1 800,161-3 2547,230-8-7089,688-24 608,1 32 1039,-954 3 1714,758 18 34,-82 0 0,-360-18 0,-416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2:07.562"/>
    </inkml:context>
    <inkml:brush xml:id="br0">
      <inkml:brushProperty name="width" value="0.1" units="cm"/>
      <inkml:brushProperty name="height" value="0.1" units="cm"/>
      <inkml:brushProperty name="color" value="#E71224"/>
    </inkml:brush>
  </inkml:definitions>
  <inkml:trace contextRef="#ctx0" brushRef="#br0">0 11 8192,'20'0'0,"2207"-10"0,114 25 0,-1626-6 0,312 9 0,-505-3 0,500 21 0,-1003-35 424,1 1 1,0 1-1,-1 0 0,1 2 1,-1 0-1,27 12 1,-18-6-407,0-2 0,1-1 1,0-1-1,0-1 1,33 2-1,153-2 177,-39-2-115,294 19 8032,-410-20-9168,-17-2-885,1 2 0,-2 2 0,43 10 1,-68-10 1940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2:08.539"/>
    </inkml:context>
    <inkml:brush xml:id="br0">
      <inkml:brushProperty name="width" value="0.1" units="cm"/>
      <inkml:brushProperty name="height" value="0.1" units="cm"/>
      <inkml:brushProperty name="color" value="#E71224"/>
    </inkml:brush>
  </inkml:definitions>
  <inkml:trace contextRef="#ctx0" brushRef="#br0">0 1 8192,'79'11'2867,"106"1"-2713,-137-10 770,230 10 3950,627 18-9140,97-29-35,-777-1 4049,140-14 252,-279 6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2:10.564"/>
    </inkml:context>
    <inkml:brush xml:id="br0">
      <inkml:brushProperty name="width" value="0.1" units="cm"/>
      <inkml:brushProperty name="height" value="0.1" units="cm"/>
      <inkml:brushProperty name="color" value="#E71224"/>
    </inkml:brush>
  </inkml:definitions>
  <inkml:trace contextRef="#ctx0" brushRef="#br0">0 77 8192,'485'-28'0,"-244"8"0,730-5 0,-580 21 0,1352 18 0,-635 52 0,-862-49 0,332 25 0,138 9 0,0-27 0,-347-16 0,8 0 0,2458-9 9557,-2817 1-7646</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2:11.093"/>
    </inkml:context>
    <inkml:brush xml:id="br0">
      <inkml:brushProperty name="width" value="0.1" units="cm"/>
      <inkml:brushProperty name="height" value="0.1" units="cm"/>
      <inkml:brushProperty name="color" value="#E71224"/>
    </inkml:brush>
  </inkml:definitions>
  <inkml:trace contextRef="#ctx0" brushRef="#br0">0 69 8192,'36'-7'0,"1"2"0,63-2 0,-42 4 0,79-5 0,128-10 0,223-3 0,-467 21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2:12.464"/>
    </inkml:context>
    <inkml:brush xml:id="br0">
      <inkml:brushProperty name="width" value="0.1" units="cm"/>
      <inkml:brushProperty name="height" value="0.1" units="cm"/>
      <inkml:brushProperty name="color" value="#E71224"/>
    </inkml:brush>
  </inkml:definitions>
  <inkml:trace contextRef="#ctx0" brushRef="#br0">1 0 8192,'845'28'0,"-4"32"0,-644-44 0,529 46 0,-171-14 0,-104-10 0,1281 84 0,-1653-119 9557,-55-3-7646</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2:13.678"/>
    </inkml:context>
    <inkml:brush xml:id="br0">
      <inkml:brushProperty name="width" value="0.1" units="cm"/>
      <inkml:brushProperty name="height" value="0.1" units="cm"/>
      <inkml:brushProperty name="color" value="#E71224"/>
    </inkml:brush>
  </inkml:definitions>
  <inkml:trace contextRef="#ctx0" brushRef="#br0">1 527 8192,'21'-1'2538,"0"-1"0,0-1 1,21-7-1,9 0-1223,1151-232-12345,-648 97 10592,-406 100 438,63-16 0,-182 53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2:54.817"/>
    </inkml:context>
    <inkml:brush xml:id="br0">
      <inkml:brushProperty name="width" value="0.1" units="cm"/>
      <inkml:brushProperty name="height" value="0.1" units="cm"/>
      <inkml:brushProperty name="color" value="#E71224"/>
    </inkml:brush>
  </inkml:definitions>
  <inkml:trace contextRef="#ctx0" brushRef="#br0">0 120 8192,'3'0'0,"7"0"2971,10 0-2971,22-6 0,16-4 0,6-4 5848,7 0-5848,0 0 0,-3 3 0,-5-1-3356,-9 3 3356,-9 2 0,-1 0-5463,-1 1 5463,-6 1 0,-5 2 3356,-9 1-3356</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2:56.159"/>
    </inkml:context>
    <inkml:brush xml:id="br0">
      <inkml:brushProperty name="width" value="0.1" units="cm"/>
      <inkml:brushProperty name="height" value="0.1" units="cm"/>
      <inkml:brushProperty name="color" value="#E71224"/>
    </inkml:brush>
  </inkml:definitions>
  <inkml:trace contextRef="#ctx0" brushRef="#br0">173 1 8192,'-5'1'488,"1"0"0,0 0 1,0 0-1,0 1 0,0 0 0,0 0 1,1 0-1,-1 1 0,-5 3 1,-12 7 2553,19-12-2952,-11 5 510,0 0 0,1 1-1,-17 12 1,26-17-541,0 1-1,0-1 1,0 1-1,0 0 1,1 0 0,-1 0-1,1 0 1,0 1-1,0-1 1,0 1-1,1-1 1,-1 1-1,1-1 1,0 1 0,-1 0-1,2 0 1,-2 5-1,2-6-58,-1 0 0,1 1 0,0-1 0,0 1 0,0-1 0,1 0 0,-1 1 0,1-1 0,0 0 0,-1 1 0,2-1 0,-1 0 0,0 0 0,1 0 0,-1 0 0,5 6 0,-4-7 0,1 1 0,0-1 0,1 0 0,-1 0 0,0 0 0,0 0 0,1-1 0,-1 1 0,1-1 0,0 0 0,-1 0 0,1 0 0,0 0 0,-1-1 0,6 1 0,1 0 0,1 0 0,-1 0 0,1-1 0,0 0 0,-1-1 0,1-1 0,-1 1 0,1-1 0,-1-1 0,0 0 0,0-1 0,0 0 0,10-6 0,-5 1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3:06.224"/>
    </inkml:context>
    <inkml:brush xml:id="br0">
      <inkml:brushProperty name="width" value="0.1" units="cm"/>
      <inkml:brushProperty name="height" value="0.1" units="cm"/>
      <inkml:brushProperty name="color" value="#E71224"/>
    </inkml:brush>
  </inkml:definitions>
  <inkml:trace contextRef="#ctx0" brushRef="#br0">1 75 8192,'31'-1'3253,"0"-2"0,34-8 1,9-1-1546,56-7-1708,36-3 0,-129 15-1888</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3:26.078"/>
    </inkml:context>
    <inkml:brush xml:id="br0">
      <inkml:brushProperty name="width" value="0.1" units="cm"/>
      <inkml:brushProperty name="height" value="0.1" units="cm"/>
      <inkml:brushProperty name="color" value="#E71224"/>
    </inkml:brush>
  </inkml:definitions>
  <inkml:trace contextRef="#ctx0" brushRef="#br0">0 17 8192,'6'0'0,"8"-3"3356,7 0-3356,5-1 0,5 1 0,0 1 5483,-6 1-5483</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3:27.350"/>
    </inkml:context>
    <inkml:brush xml:id="br0">
      <inkml:brushProperty name="width" value="0.1" units="cm"/>
      <inkml:brushProperty name="height" value="0.1" units="cm"/>
      <inkml:brushProperty name="color" value="#E71224"/>
    </inkml:brush>
  </inkml:definitions>
  <inkml:trace contextRef="#ctx0" brushRef="#br0">271 0 8192,'-3'3'0,"-6"1"0,-9 5 0,-5 8 0,-6 3 0,-1 1 0,0-3 0,-2 2 0,2 0 0,4-1 3356,-12 15 4756,35-26-8112,13-8 0,5-4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3:33.357"/>
    </inkml:context>
    <inkml:brush xml:id="br0">
      <inkml:brushProperty name="width" value="0.1" units="cm"/>
      <inkml:brushProperty name="height" value="0.1" units="cm"/>
      <inkml:brushProperty name="color" value="#E71224"/>
    </inkml:brush>
  </inkml:definitions>
  <inkml:trace contextRef="#ctx0" brushRef="#br0">0 1 8192,'0'3'11468,"0"3"-11468,0 2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22:22.802"/>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6:55:10.485"/>
    </inkml:context>
    <inkml:brush xml:id="br0">
      <inkml:brushProperty name="width" value="0.1" units="cm"/>
      <inkml:brushProperty name="height" value="0.1" units="cm"/>
      <inkml:brushProperty name="color" value="#E71224"/>
    </inkml:brush>
  </inkml:definitions>
  <inkml:trace contextRef="#ctx0" brushRef="#br0">0 35 8192,'235'-3'10518,"-94"-2"-9792,70-4-3863,95-2-2847,-104 6 6490,892 3-2564,-623 3 1487,380 24 571,-335-5 0,932 4 0,-875-9 0,-283-13 8220,-166-3-5413,-108 1-2366</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3:34.206"/>
    </inkml:context>
    <inkml:brush xml:id="br0">
      <inkml:brushProperty name="width" value="0.1" units="cm"/>
      <inkml:brushProperty name="height" value="0.1" units="cm"/>
      <inkml:brushProperty name="color" value="#E71224"/>
    </inkml:brush>
  </inkml:definitions>
  <inkml:trace contextRef="#ctx0" brushRef="#br0">0 173 8192,'5'-1'685,"1"0"1,-1 0 0,0-1-1,0 1 1,0-1 0,8-4-1,10-3 2441,20-2-1713,46-5 0,0 0-696,-9 1-717,1 4 0,85-2 0,163 13 0,-142 2 0,233-2-2971,-394-1 935,34-6-1,17-2-1946,234-17 3436,78-1 653,2359 28 9118,-2592 8-7930,-29-2-344,659-4-950,-429-4 0,-201 9 0,5 0 0,582-8 0,-724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4:15.716"/>
    </inkml:context>
    <inkml:brush xml:id="br0">
      <inkml:brushProperty name="width" value="0.1" units="cm"/>
      <inkml:brushProperty name="height" value="0.1" units="cm"/>
      <inkml:brushProperty name="color" value="#E71224"/>
    </inkml:brush>
  </inkml:definitions>
  <inkml:trace contextRef="#ctx0" brushRef="#br0">426 0 8192,'-3'0'314,"0"1"1,0-1 0,0 1-1,0 0 1,0 0 0,0 0-1,0 0 1,0 1 0,0-1-1,-4 4 1,-27 22 4817,22-17-4373,-6 4-336,-1 0 0,0-1 1,-1-1-1,-26 12 0,36-18-423,-1 0 0,1 2 0,0-1 0,1 1 0,-1 0 0,-9 13 0,-4 1 0,15-12 0,-1 0 0,1 1 0,1 0 0,0 0 0,-7 16 0,-5 8 0,16-31 0,-29 57 0,30-57 0,0 0 0,1 0 0,-1 0 0,1 0 0,0 0 0,0 1 0,0-1 0,1 0 0,0 0 0,0 1 0,0-1 0,0 0 0,2 7 0,-1-9 7,0 0 0,0 1 0,1-1 0,-1 0 0,1 0 0,-1 0 0,1 0 0,0 0 0,0-1 0,0 1 0,0 0 0,0-1 0,0 1 0,0-1 0,1 0 0,4 2 0,43 13-331,-39-14 34,22 6-1082,0-2-1,67 3 1,70-10-4210,-74-1 4308,-91 2 1274,9 0 0,0 0 0,0-1 0,26-6 0,-37 7 0,0-1 0,0 0 0,0 0 0,-1 0 0,1 0 0,0 0 0,0-1 0,-1 1 0,1-1 0,-1 0 0,0 1 0,1-1 0,-1 0 0,0-1 0,0 1 0,0 0 0,-1 0 0,1-1 0,0 1 0,-1-1 0,1 0 0,-1 1 0,0-1 0,1-5 0,0-1 0,-1 0 0,-1-1 0,0 1 0,0 0 0,-1-1 0,0 1 0,-3-12 0,-22-67 0,13 49 0,-61-175 0,62 181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4:20.431"/>
    </inkml:context>
    <inkml:brush xml:id="br0">
      <inkml:brushProperty name="width" value="0.1" units="cm"/>
      <inkml:brushProperty name="height" value="0.1" units="cm"/>
      <inkml:brushProperty name="color" value="#E71224"/>
    </inkml:brush>
  </inkml:definitions>
  <inkml:trace contextRef="#ctx0" brushRef="#br0">1 140 8192,'335'-14'11468,"336"-12"-14152,-482 23 1423,138-3-1284,421-10-2433,238-8 4978,27-1 0,459 0 0,1 26 0,-648 0 0,944 17 0,-577-3 0,-305 12 0,123 0 0,-308-28 0,-608-7 1134,-15 0 528,465 18-2155,-386-3 1371,-113-5-3115,-8 2 1678</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4:21.725"/>
    </inkml:context>
    <inkml:brush xml:id="br0">
      <inkml:brushProperty name="width" value="0.1" units="cm"/>
      <inkml:brushProperty name="height" value="0.1" units="cm"/>
      <inkml:brushProperty name="color" value="#E71224"/>
    </inkml:brush>
  </inkml:definitions>
  <inkml:trace contextRef="#ctx0" brushRef="#br0">0 86 8192,'14'4'0,"0"-1"0,0 0 0,0-1 0,0-1 0,23-1 0,-4 1 0,582 4 0,2-22 0,115 0 0,1614 14 0,-1216 5 0,809 8 0,232-3 0,-1592-8 0,317-15 0,-441 5 0,359-17 0,253-3 0,354 32 0,-308 42 0,-167-2 0,-24-39 0,-49-2 0,-341 15 0,-14 0 0,1282-10 0,-1059-7 0,214-6 0,20-1 0,-368 10 0,-572-1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6:48.519"/>
    </inkml:context>
    <inkml:brush xml:id="br0">
      <inkml:brushProperty name="width" value="0.1" units="cm"/>
      <inkml:brushProperty name="height" value="0.1" units="cm"/>
      <inkml:brushProperty name="color" value="#E71224"/>
    </inkml:brush>
  </inkml:definitions>
  <inkml:trace contextRef="#ctx0" brushRef="#br0">1 135 8192,'797'-42'8484,"-340"11"-5500,-108 9-2984,96-4 0,-288 15 0,-128 9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25.265"/>
    </inkml:context>
    <inkml:brush xml:id="br0">
      <inkml:brushProperty name="width" value="0.1" units="cm"/>
      <inkml:brushProperty name="height" value="0.1" units="cm"/>
      <inkml:brushProperty name="color" value="#E71224"/>
    </inkml:brush>
  </inkml:definitions>
  <inkml:trace contextRef="#ctx0" brushRef="#br0">258 1 8192,'-8'179'1946,"-34"193"1,3-35-1271,19-90-2314,-39 406-1293,29-305 2931,8-84 0,21-250 0,1-8 0,0-1 0,0 1 0,-1-1 0,0 0 0,0 1 0,0-1 0,-1 0 0,0 0 0,-2 6 0,3-11 0,1 0 0,-1 0 0,1 0 0,0 0 0,-1-1 0,1 1 0,-1 0 0,1 0 0,0-1 0,-1 1 0,1 0 0,0-1 0,0 1 0,-1 0 0,1-1 0,0 1 0,0 0 0,-1-1 0,1 1 0,0-1 0,0 1 0,0 0 0,0-1 0,-1 1 0,1-1 0,0 1 0,0-1 0,-5-14 0,1-1 0,1-1 0,1 1 0,0-21 0,2 13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25.730"/>
    </inkml:context>
    <inkml:brush xml:id="br0">
      <inkml:brushProperty name="width" value="0.1" units="cm"/>
      <inkml:brushProperty name="height" value="0.1" units="cm"/>
      <inkml:brushProperty name="color" value="#E71224"/>
    </inkml:brush>
  </inkml:definitions>
  <inkml:trace contextRef="#ctx0" brushRef="#br0">20 18 8192,'336'-10'11468,"-302"7"-11468,125-1 0,-157 4 0,0 0 0,-1 0 0,1 0 0,0 1 0,-1-1 0,1 1 0,0-1 0,-1 1 0,1 0 0,-1 0 0,1 0 0,-1-1 0,1 2 0,-1-1 0,0 0 0,1 0 0,-1 0 0,0 0 0,0 1 0,0-1 0,0 1 0,0-1 0,0 1 0,0-1 0,-1 1 0,1-1 0,0 1 0,-1 0 0,0-1 0,1 4 0,1 5 0,-1-1 0,-1 1 0,0 0 0,-1 13 0,0-6 0,-2 31-1670,-1 1-1,-2-1 1,-3-1-1,-15 53 1,2-26 1086,-6 23-355,-56 127 0,70-194 866,-1 0 1,-2-2-1,0 0 0,-2-1 1,-1-1-1,-1 0 0,-1-2 0,-34 29 1,41-41 72,-13 12 0,0-2 0,-39 23 0,66-44 12,0-1 1,0 1 0,-1 0 0,1-1-1,0 1 1,-1-1 0,1 1-1,0-1 1,-1 0 0,1 0 0,-1 1-1,1-1 1,-1 0 0,1 0-1,-1 0 1,1-1 0,0 1 0,-1 0-1,1 0 1,-1-1 0,-1 0-1,1-1 38,0 1 0,1 0 0,-1-1 0,0 1 0,1-1 0,0 1 0,-1-1 0,1 1 0,0-1 0,0 0 0,0 0 0,0 0 0,-1-2 0,-1-7 313,0 1 1,0-1-1,1 0 1,-1-16-1,1-3 197,1 2-560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26.073"/>
    </inkml:context>
    <inkml:brush xml:id="br0">
      <inkml:brushProperty name="width" value="0.1" units="cm"/>
      <inkml:brushProperty name="height" value="0.1" units="cm"/>
      <inkml:brushProperty name="color" value="#E71224"/>
    </inkml:brush>
  </inkml:definitions>
  <inkml:trace contextRef="#ctx0" brushRef="#br0">10 1 8192,'0'3'11332,"0"3"-11196,0 5-136,0 2 0,0 3 0,-2 1 0,-2 0 0,0-2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26.478"/>
    </inkml:context>
    <inkml:brush xml:id="br0">
      <inkml:brushProperty name="width" value="0.1" units="cm"/>
      <inkml:brushProperty name="height" value="0.1" units="cm"/>
      <inkml:brushProperty name="color" value="#E71224"/>
    </inkml:brush>
  </inkml:definitions>
  <inkml:trace contextRef="#ctx0" brushRef="#br0">82 1 8192,'-18'293'6038,"3"-111"-3752,7-78-4363,-1 23-2101,7-41 6379,2-71-695,-2 0 0,-4 23 1,-3 23 1172,9-56-2679,-1 20 0,1-24 0,0 0 0,0 0 0,0 0 0,-1 0 0,1 0 0,0 0 0,0 0 0,-1 0 0,1 0 0,-1 0 0,1 0 0,-1 0 0,1 0 0,-1 0 0,1-1 0,-1 1 0,0 0 0,-1 1 0,0-2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26.867"/>
    </inkml:context>
    <inkml:brush xml:id="br0">
      <inkml:brushProperty name="width" value="0.1" units="cm"/>
      <inkml:brushProperty name="height" value="0.1" units="cm"/>
      <inkml:brushProperty name="color" value="#E71224"/>
    </inkml:brush>
  </inkml:definitions>
  <inkml:trace contextRef="#ctx0" brushRef="#br0">0 173 8192,'3'-2'563,"0"0"0,0 0 1,-1 1-1,1-1 1,0 1-1,0 0 0,0-1 1,0 1-1,1 1 0,-1-1 1,0 0-1,6 0 0,45 0 3167,-35 1-3315,335-35-6021,-110 5 2373,-238 30 3236,0 0 23,0-1 0,0 1 1,-1-1-1,1 0 0,0-1 0,9-3 0,-14 5-21,0-1 1,0 1 0,-1-1-1,1 0 1,0 1 0,0-1 0,0 0-1,-1 1 1,1-1 0,-1 0-1,1 0 1,0 1 0,-1-1-1,1 0 1,-1 0 0,0 0-1,1 0 1,-1-1 0,1 0-3,-1 0 1,0 0-1,0 0 0,0 1 1,-1-1-1,1 0 1,0 0-1,-1 0 1,1 0-1,-1 1 0,0-1 1,1 0-1,-2-2 1,-9-14-4,0-1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27.257"/>
    </inkml:context>
    <inkml:brush xml:id="br0">
      <inkml:brushProperty name="width" value="0.1" units="cm"/>
      <inkml:brushProperty name="height" value="0.1" units="cm"/>
      <inkml:brushProperty name="color" value="#E71224"/>
    </inkml:brush>
  </inkml:definitions>
  <inkml:trace contextRef="#ctx0" brushRef="#br0">190 0 8192,'-1'10'931,"0"-1"1,-1 0-1,0 0 1,-5 16-1,-3 11 2337,-30 212-4165,12-59-648,23-164 1531,-60 374-2170,50-270 2267,2 146-1,12-271 154,1 0 0,1 0 0,-1 0 0,1 1-1,-1-1 1,1 0 0,0 0 0,0 0 0,1 0 0,0 0-1,-1 0 1,1-1 0,0 1 0,1-1 0,-1 1-1,1-1 1,-1 0 0,1 1 0,0-1 0,0-1 0,0 1-1,1 0 1,-1-1 0,1 0 0,-1 1 0,1-2-1,0 1 1,0 0 0,0-1 0,0 1 0,0-1 0,0 0-1,5 0 1,1 1-236,1-1 0,0-1 0,-1 1 0,1-2 0,-1 1 0,1-1 0,-1-1 0,1 0 0,-1-1 0,0 0 0,0 0 0,0-1 0,0 0 0,-1-1 0,0 0 0,1 0 0,12-12 0,6-3 0,-14 10 0,-1 1 0,0-2 0,0 0 0,-1 0 0,-1-1 0,17-22 0,-8 0 0,-13 19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28.066"/>
    </inkml:context>
    <inkml:brush xml:id="br0">
      <inkml:brushProperty name="width" value="0.1" units="cm"/>
      <inkml:brushProperty name="height" value="0.1" units="cm"/>
      <inkml:brushProperty name="color" value="#E71224"/>
    </inkml:brush>
  </inkml:definitions>
  <inkml:trace contextRef="#ctx0" brushRef="#br0">1 0 8192,'411'0'11468,"-396"0"-11468</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28.445"/>
    </inkml:context>
    <inkml:brush xml:id="br0">
      <inkml:brushProperty name="width" value="0.1" units="cm"/>
      <inkml:brushProperty name="height" value="0.1" units="cm"/>
      <inkml:brushProperty name="color" value="#E71224"/>
    </inkml:brush>
  </inkml:definitions>
  <inkml:trace contextRef="#ctx0" brushRef="#br0">0 111 8192,'3'0'11468,"4"0"-11468,3 0 0,6-3 0,7-4 0,4-1 0,4-1 0,2-3 0,2 1 0,0-1 0,0 0 0,0 0 0,-3 4 0,-4-1 0,-7 2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31.028"/>
    </inkml:context>
    <inkml:brush xml:id="br0">
      <inkml:brushProperty name="width" value="0.1" units="cm"/>
      <inkml:brushProperty name="height" value="0.1" units="cm"/>
      <inkml:brushProperty name="color" value="#E71224"/>
    </inkml:brush>
  </inkml:definitions>
  <inkml:trace contextRef="#ctx0" brushRef="#br0">1 34 8192,'17'-1'2340,"1"-1"1,17-3-1,27-3 2107,21-1-4447,-54 5 0,51 0 0,-79 4 0,0 0 0,1 0 0,-1 0 0,1 0 0,-1 0 0,0 1 0,1-1 0,-1 1 0,0-1 0,1 1 0,-1-1 0,0 1 0,1 0 0,-1-1 0,0 1 0,0 0 0,0 0 0,0 0 0,0 0 0,0 0 0,0 0 0,1 2 0,-1 0 0,0-1 0,0 1 0,0-1 0,0 1 0,-1 0 0,1-1 0,-1 1 0,0 0 0,0-1 0,0 1 0,0 4 0,-2 6 0,-1 1 0,0 0 0,-9 22 0,10-33 0,-84 210-5983,4-14 498,81-194 5485,-15 45 0,15-46 0,0-1 0,1 0 0,-1 0 0,1 1 0,0-1 0,0 0 0,0 1 0,0-1 0,1 0 0,-1 1 0,1-1 0,0 0 0,1 4 0,-1-6 0,0 0 0,0 1 0,0-1 0,0 0 0,0 0 0,0 0 0,1 0 0,-1 0 0,0 0 0,1 0 0,-1 0 0,1-1 0,-1 1 0,1-1 0,-1 1 0,4 0 0,29 4 0,-23-4 0,305 15 0,-188-13 0,2-1 0,156 12 0,-262-10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31.590"/>
    </inkml:context>
    <inkml:brush xml:id="br0">
      <inkml:brushProperty name="width" value="0.1" units="cm"/>
      <inkml:brushProperty name="height" value="0.1" units="cm"/>
      <inkml:brushProperty name="color" value="#E71224"/>
    </inkml:brush>
  </inkml:definitions>
  <inkml:trace contextRef="#ctx0" brushRef="#br0">1 102 8192,'26'2'7814,"13"3"-6284,15 2-1613,150-1 2507,105-8-3192,-301 1 760,616-55-7845,-261 14 4797,-172 24 3056,-166 16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32.182"/>
    </inkml:context>
    <inkml:brush xml:id="br0">
      <inkml:brushProperty name="width" value="0.1" units="cm"/>
      <inkml:brushProperty name="height" value="0.1" units="cm"/>
      <inkml:brushProperty name="color" value="#E71224"/>
    </inkml:brush>
  </inkml:definitions>
  <inkml:trace contextRef="#ctx0" brushRef="#br0">1 1 8192,'0'1'210,"1"0"0,-1 0 0,1 0 0,-1 0-1,1 0 1,-1-1 0,1 1 0,-1 0 0,1 0 0,0 0 0,0 0 0,-1-1 0,1 1 0,0 0 0,0-1 0,0 1 0,0-1 0,1 1 0,20 11 4533,-19-11-4636,13 6-44,-2-1 224,-1 0-1,0 1 1,0 0 0,12 10-1,-22-15-226,1 1 0,-1 0-1,0 0 1,0 1-1,-1-1 1,1 0 0,0 1-1,-1 0 1,0 0 0,0-1-1,0 1 1,-1 1-1,1-1 1,-1 0 0,0 0-1,0 0 1,-1 1 0,1 4-1,-1 34-59,-2-1 0,-15 80 0,3-30 0,13-82 0,0-2 0,0 0 0,0-1 0,1 1 0,0-1 0,1 9 0,-1-15 0,0 1 0,1 0 0,-1-1 0,1 1 0,-1-1 0,1 1 0,0-1 0,-1 0 0,1 1 0,0-1 0,0 0 0,0 1 0,0-1 0,0 0 0,0 0 0,0 0 0,1 0 0,-1 0 0,0 0 0,0 0 0,1 0 0,-1 0 0,1-1 0,-1 1 0,1-1 0,-1 1 0,1-1 0,-1 1 0,3-1 0,2 1 0,-1 0 0,0-1 0,0 0 0,1 0 0,-1 0 0,0-1 0,1 0 0,-1 0 0,0 0 0,0 0 0,0-1 0,0 0 0,0 0 0,0-1 0,4-2 0,-3 1 0,-1 0 0,0-1 0,0 1 0,-1-1 0,0 0 0,1 0 0,-2 0 0,1-1 0,0 0 0,-1 1 0,4-12 0,0-2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32.652"/>
    </inkml:context>
    <inkml:brush xml:id="br0">
      <inkml:brushProperty name="width" value="0.1" units="cm"/>
      <inkml:brushProperty name="height" value="0.1" units="cm"/>
      <inkml:brushProperty name="color" value="#E71224"/>
    </inkml:brush>
  </inkml:definitions>
  <inkml:trace contextRef="#ctx0" brushRef="#br0">203 1 8192,'0'110'444,"-7"254"619,-3 64 655,10-373-1587,2-39 903,-3 11 3325,1-25-4236,0-1 1,-1 0 0,1 0-1,-1 0 1,0 0-1,1 0 1,-1 0 0,0 0-1,1 0 1,-1 0-1,0 0 1,0-1 0,0 1-1,0 0 1,0-1 0,0 1-1,0 0 1,0-1-1,0 1 1,0-1 0,-2 1-1,-28 10-123,0-2 0,-58 8 0,73-15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33.021"/>
    </inkml:context>
    <inkml:brush xml:id="br0">
      <inkml:brushProperty name="width" value="0.1" units="cm"/>
      <inkml:brushProperty name="height" value="0.1" units="cm"/>
      <inkml:brushProperty name="color" value="#E71224"/>
    </inkml:brush>
  </inkml:definitions>
  <inkml:trace contextRef="#ctx0" brushRef="#br0">1 216 8192,'14'-11'1207,"1"1"0,0 0 0,0 0 1,1 2-1,23-9 0,4-3 811,32-20-1145,-26 13-206,80-31 0,-115 53-667</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33.504"/>
    </inkml:context>
    <inkml:brush xml:id="br0">
      <inkml:brushProperty name="width" value="0.1" units="cm"/>
      <inkml:brushProperty name="height" value="0.1" units="cm"/>
      <inkml:brushProperty name="color" value="#E71224"/>
    </inkml:brush>
  </inkml:definitions>
  <inkml:trace contextRef="#ctx0" brushRef="#br0">54 0 8192,'-4'10'776,"1"0"0,0 1 0,1-1 0,0 1 0,0-1 0,1 22 1,-2 7 1715,-27 282 1051,26-261-3543,7 76 0,-3-135 0,0 0 0,0 0 0,0 0 0,0 0 0,0 0 0,0 0 0,1 0 0,-1-1 0,0 1 0,0 0 0,1 0 0,-1 0 0,1 0 0,-1-1 0,1 1 0,-1 0 0,1 0 0,-1-1 0,1 1 0,0-1 0,-1 1 0,1 0 0,0-1 0,-1 1 0,3 0 0,-2-1 0,0 0 0,1 0 0,-1 0 0,1 0 0,-1 0 0,0 0 0,1 0 0,-1 0 0,0-1 0,1 1 0,-1 0 0,0-1 0,0 1 0,1-1 0,0 0 0,4-3 0,0 1 0,-1-1 0,0 0 0,0-1 0,0 1 0,5-6 0,-5 3 0,0-1 0,0 1 0,-1-1 0,0 0 0,0 0 0,-1 0 0,0-1 0,0 1 0,-1-1 0,1-9 0,-1 0 0,0 0 0,-2 0 0,0 0 0,-3-18 0,3 33 0,0 1 0,0 0 0,0 0 0,0 0 0,-1-1 0,1 1 0,-1 0 0,0 0 0,0 0 0,0 0 0,0 0 0,0 0 0,0 0 0,0 0 0,0 0 0,-1 1 0,1-1 0,-1 0 0,0 1 0,1-1 0,-1 1 0,0 0 0,0-1 0,0 1 0,0 0 0,0 0 0,-3-1 0,-7-1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33.909"/>
    </inkml:context>
    <inkml:brush xml:id="br0">
      <inkml:brushProperty name="width" value="0.1" units="cm"/>
      <inkml:brushProperty name="height" value="0.1" units="cm"/>
      <inkml:brushProperty name="color" value="#E71224"/>
    </inkml:brush>
  </inkml:definitions>
  <inkml:trace contextRef="#ctx0" brushRef="#br0">1 35 8192,'3'0'11468,"0"-3"-11468,4 0 0,0-4 0,1 0 0,3 2 0,3 0 0,1 3 0,1 0 0,1 1 0,0 1 0,1 0 0,-4 1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34.487"/>
    </inkml:context>
    <inkml:brush xml:id="br0">
      <inkml:brushProperty name="width" value="0.1" units="cm"/>
      <inkml:brushProperty name="height" value="0.1" units="cm"/>
      <inkml:brushProperty name="color" value="#E71224"/>
    </inkml:brush>
  </inkml:definitions>
  <inkml:trace contextRef="#ctx0" brushRef="#br0">0 0 8192,'3'2'905,"-1"0"0,1 0 0,-1 0 0,0 1 1,0-1-1,0 0 0,0 1 0,0-1 0,0 1 1,-1 0-1,3 5 0,-1-3-299,11 22-606,-2 1 0,0 0 0,14 59 0,-1-4 0,14 69 0,-20-69 0,-14-56 0,-1 0 0,-1 1 0,-1-1 0,-1 1 0,-5 43 0,3-69 0,1 0 0,-1 0 0,0 0 0,1 0 0,-1 0 0,0-1 0,0 1 0,0 0 0,-1-1 0,1 1 0,0-1 0,0 1 0,-1-1 0,1 0 0,-1 1 0,1-1 0,-1 0 0,0 0 0,0 0 0,1 0 0,-1 0 0,0-1 0,0 1 0,0 0 0,0-1 0,0 0 0,0 1 0,0-1 0,0 0 0,1 0 0,-1 0 0,0 0 0,0 0 0,0 0 0,0-1 0,0 1 0,0-1 0,0 1 0,0-1 0,0 0 0,0 0 0,1 0 0,-1 0 0,0 0 0,-1-1 0,-5-6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35.048"/>
    </inkml:context>
    <inkml:brush xml:id="br0">
      <inkml:brushProperty name="width" value="0.1" units="cm"/>
      <inkml:brushProperty name="height" value="0.1" units="cm"/>
      <inkml:brushProperty name="color" value="#E71224"/>
    </inkml:brush>
  </inkml:definitions>
  <inkml:trace contextRef="#ctx0" brushRef="#br0">446 1 8192,'-7'17'9804,"5"-15"-9050,-3 5 156,-88 135-910,-84 142 0,143-218 0,21-37 0,-1-2 0,-2 1 0,-1-2 0,-30 37 0,26-41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37.447"/>
    </inkml:context>
    <inkml:brush xml:id="br0">
      <inkml:brushProperty name="width" value="0.1" units="cm"/>
      <inkml:brushProperty name="height" value="0.1" units="cm"/>
      <inkml:brushProperty name="color" value="#E71224"/>
    </inkml:brush>
  </inkml:definitions>
  <inkml:trace contextRef="#ctx0" brushRef="#br0">13 29 8192,'-10'6'8465,"10"-5"-8408,0-1 1,0 0 0,-1 0 0,1 1-1,0-1 1,0 0 0,0 1 0,-1-1-1,1 1 1,0-1 0,0 0 0,0 1-1,0-1 1,0 0 0,0 1 0,0-1 0,0 1-1,0-1 1,0 0 0,0 1 0,0-1-1,0 1 1,0-1 0,0 0 0,0 1-1,0-1 1,1 0 0,-1 1 0,0-1-1,0 1 1,0-1 0,1 0 0,-1 0-1,0 1 1,0-1 0,1 0 0,-1 1 0,0-1-1,1 0 1,-1 0 0,0 0 0,1 1-1,-1-1 1,0 0 0,1 0 0,-1 0-1,1 0 1,-1 0 0,0 1 0,1-1-1,0 0 1,1 0-58,-1 0 0,1 0 0,0 0 0,0 0 0,-1-1 0,1 1 0,0-1 0,-1 1 0,1-1 0,0 1 0,-1-1 0,1 0 0,0 0 0,-1 1 0,1-1 0,1-2 0,20-23 0,-12 14 0,-11 11 0,0 1 0,0 0 0,0 0 0,0 0 0,0 0 0,0 0 0,0 0 0,0 0 0,0 0 0,1-1 0,-1 1 0,0 0 0,0 0 0,0 0 0,0 0 0,0 0 0,0 0 0,0 0 0,0 0 0,1 0 0,-1 0 0,0 0 0,0 0 0,0 0 0,0 0 0,0 0 0,0 0 0,1 0 0,-1 0 0,0 0 0,0 0 0,0 0 0,0 0 0,0 0 0,0 0 0,1 0 0,-1 0 0,0 0 0,0 0 0,0 0 0,0 0 0,0 1 0,0-1 0,0 0 0,0 0 0,0 0 0,1 0 0,-1 0 0,0 0 0,0 0 0,0 0 0,0 1 0,0-1 0,0 0 0,0 0 0,0 0 0,3 12 0,-3 14 0,0-26 0,0 2 0,2 25 0,-2-26 0,0 0 0,0 0 0,1 0 0,-1 0 0,0 0 0,1 0 0,-1 0 0,1 0 0,-1 0 0,1 0 0,-1 0 0,1 0 0,0 0 0,0-1 0,-1 1 0,1 0 0,0 0 0,0-1 0,0 1 0,0 0 0,1 0 0,5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38.317"/>
    </inkml:context>
    <inkml:brush xml:id="br0">
      <inkml:brushProperty name="width" value="0.1" units="cm"/>
      <inkml:brushProperty name="height" value="0.1" units="cm"/>
      <inkml:brushProperty name="color" value="#E71224"/>
    </inkml:brush>
  </inkml:definitions>
  <inkml:trace contextRef="#ctx0" brushRef="#br0">16 0 8192,'-1'5'725,"1"-1"1,-1 1 0,0 0-1,0-1 1,-3 6-1,-3 22 4183,7-30-4877,0-1 0,0 1 0,0-1 1,0 1-1,0 0 0,0-1 0,1 0 0,-1 1 1,1-1-1,-1 1 0,1-1 0,0 1 0,-1-1 1,1 0-1,0 0 0,0 1 0,0-1 0,0 0 0,0 0 1,0 0-1,0 0 0,2 1 0,-1 0 34,1-1 1,0 0-1,0 0 0,0 0 0,-1 0 1,1 0-1,0-1 0,0 1 0,0-1 0,6 0 1,0 0 44,0-1 0,0 0 1,1-1-1,-1 0 0,0 0 1,13-6-1,-17 6-110,0-1 0,-1 0 0,0 0 0,1 0 0,-1 0 0,-1-1 0,1 1 0,6-9 0,-9 11 0,-1 0 0,1 0 0,0 0 0,-1 0 0,1 0 0,-1 0 0,1 0 0,-1 0 0,0 0 0,1 0 0,-1 0 0,0 0 0,0 0 0,0 0 0,0-1 0,0 1 0,0 0 0,0-2 0,-1 2 0,0 0 0,1 0 0,-1 0 0,0 0 0,0 0 0,0 0 0,1 0 0,-1 0 0,0 1 0,0-1 0,0 0 0,0 1 0,-1-1 0,1 0 0,0 1 0,0-1 0,0 1 0,0 0 0,-1-1 0,1 1 0,-2 0 0,-1-1 0,-1 0 0,1 1 0,-1-1 0,1 1 0,-1 0 0,1 0 0,-1 1 0,-7 1 0,-1 2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39.991"/>
    </inkml:context>
    <inkml:brush xml:id="br0">
      <inkml:brushProperty name="width" value="0.1" units="cm"/>
      <inkml:brushProperty name="height" value="0.1" units="cm"/>
      <inkml:brushProperty name="color" value="#E71224"/>
    </inkml:brush>
  </inkml:definitions>
  <inkml:trace contextRef="#ctx0" brushRef="#br0">207 0 8192,'-3'30'2952,"-11"15"-3009,4-10 1107,-16 81 2581,8 2-3578,-7 122-3395,14-120 3608,-59 431-4819,41-219 4553,29 3 0,1-158 0,-1-168 153,0-1 571,0 0 1,0 0 0,1 0-1,2 8 1,-3-14-559,1 0 0,-1-1 0,1 1 0,-1 0 0,1-1 0,0 1 0,0-1 0,0 1 0,0-1 0,0 1 0,0-1 0,0 0-1,0 1 1,0-1 0,1 0 0,-1 0 0,0 0 0,1 0 0,-1 0 0,1 0 0,-1-1 0,1 1 0,0 0 0,2 0 0,8 1 748</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0.678"/>
    </inkml:context>
    <inkml:brush xml:id="br0">
      <inkml:brushProperty name="width" value="0.1" units="cm"/>
      <inkml:brushProperty name="height" value="0.1" units="cm"/>
      <inkml:brushProperty name="color" value="#E71224"/>
    </inkml:brush>
  </inkml:definitions>
  <inkml:trace contextRef="#ctx0" brushRef="#br0">527 14 8192,'0'-1'84,"0"0"0,0 1 0,0-1 0,-1 0 0,1 1 0,0-1 0,-1 0 0,1 1 0,0-1 0,-1 1 0,1-1 0,-1 1 0,1-1 0,-1 1-1,1-1 1,-1 1 0,1-1 0,-1 1 0,0-1 0,1 1 0,-1 0 0,1-1 0,-1 1 0,0 0 0,1 0 0,-1 0 0,0-1 0,1 1 0,-1 0 0,0 0 0,0 0 0,1 0 0,-1 0 0,0 0 0,1 0 0,-1 1 0,-1-1 0,-26 6 4570,18 0-4185,1 0 1,-1 0 0,1 1-1,1 0 1,-10 10-1,-28 21 337,37-31-806,-1 0 0,0 0 0,1 1 0,1 0 0,-1 0 0,1 1 0,1 0 0,0 1 0,0-1 0,1 1 0,0 1 0,0-1 0,1 1 0,1 0 0,0 0 0,0 1 0,1-1 0,-2 23 0,-17 192 0,16-137-404,-4 115-1988,10 120-2924,0-318 5509,-1 0 0,0 0 0,0-1 0,-1 1 0,0-1 1,0 1-1,0-1 0,0 0 0,-1 0 0,0 0 0,0 0 1,0 0-1,-1-1 0,0 1 0,0-1 0,0 0 0,0 0 0,0 0 1,-1-1-1,-6 4 0,5-3 60,0 0 1,0-1-1,0 1 1,-1-1 0,0-1-1,1 1 1,-1-1-1,0 0 1,0-1-1,0 0 1,-1 0-1,1 0 1,0-1-1,0 0 1,-14-2-1,6-2-253</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1.069"/>
    </inkml:context>
    <inkml:brush xml:id="br0">
      <inkml:brushProperty name="width" value="0.1" units="cm"/>
      <inkml:brushProperty name="height" value="0.1" units="cm"/>
      <inkml:brushProperty name="color" value="#E71224"/>
    </inkml:brush>
  </inkml:definitions>
  <inkml:trace contextRef="#ctx0" brushRef="#br0">0 133 8192,'7'-3'2971,"-1"-1"-2971,4-2 0,3-1 0,4 1 5848,3-1-5848,4-3 0,3 1 0,4-1 2649,1-2-2649,1-2 0,-1-1 0,-4 2 0,-4 3 0,-5 3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1.693"/>
    </inkml:context>
    <inkml:brush xml:id="br0">
      <inkml:brushProperty name="width" value="0.1" units="cm"/>
      <inkml:brushProperty name="height" value="0.1" units="cm"/>
      <inkml:brushProperty name="color" value="#E71224"/>
    </inkml:brush>
  </inkml:definitions>
  <inkml:trace contextRef="#ctx0" brushRef="#br0">4 33 8192,'-1'49'2344,"-1"-30"-519,2 1 0,0-1 0,1 1-1,4 20 1,-4-36-1825,0-1 0,1 1 0,-1 0 0,0-1 0,1 0 0,0 1 0,3 4 0,-4-7 0,-1 0 0,1-1 0,-1 1 0,1 0 0,0-1 0,-1 1 0,1-1 0,0 1 0,-1-1 0,1 1 0,0-1 0,0 0 0,-1 1 0,1-1 0,0 0 0,0 1 0,0-1 0,-1 0 0,1 0 0,0 0 0,0 0 0,0 0 0,0 0 0,-1 0 0,1 0 0,0 0 0,0 0 0,0 0 0,0 0 0,-1-1 0,1 1 0,0 0 0,0-1 0,0 1 0,-1-1 0,1 1 0,0-1 0,-1 1 0,2-1 0,8-9 0,1 0 0,-2 0 0,1-1 0,-1 0 0,-1-1 0,0 1 0,-1-2 0,0 1 0,9-24 0,-12 9 0,-4 25 0,-1 0 0,1 0 0,0 1 0,1-1 0,-1 0 0,0 1 0,0-1 0,1 0 0,-1 1 0,1-1 0,-1 0 0,1 1 0,0-1 0,-1 1 0,1-1 0,0 1 0,0-1 0,0 1 0,0 0 0,1-1 0,-1 1 0,0 0 0,1 0 0,-1 0 0,0 0 0,1 0 0,-1 0 0,1 0 0,1 0 0,13-5-441,1 1-1,0 1 1,31-4-1,-20 4-268,-9 1 215</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2.398"/>
    </inkml:context>
    <inkml:brush xml:id="br0">
      <inkml:brushProperty name="width" value="0.1" units="cm"/>
      <inkml:brushProperty name="height" value="0.1" units="cm"/>
      <inkml:brushProperty name="color" value="#E71224"/>
    </inkml:brush>
  </inkml:definitions>
  <inkml:trace contextRef="#ctx0" brushRef="#br0">104 1 8192,'-2'0'445,"1"1"1,-1-1-1,0 1 1,1 0-1,-1 0 1,1 0-1,-1-1 1,1 2-1,-1-1 1,1 0-1,-1 0 1,1 0-1,0 1 1,0-1 0,0 0-1,0 1 1,0-1-1,-1 3 1,-16 30 2557,7-7-3003,1 0 0,1 0 0,1 1 0,1-1 0,2 2 0,1-1 0,1 1 0,2 37 0,0-52 0,1-8 0,0 0 0,0-1 0,1 1 0,-1 0 0,3 9 0,-2-14 0,-1 1 0,1-1 0,0 1 0,-1-1 0,1 0 0,0 1 0,0-1 0,0 0 0,0 0 0,0 1 0,0-1 0,0 0 0,1 0 0,-1 0 0,0 0 0,1-1 0,-1 1 0,0 0 0,1 0 0,-1-1 0,1 1 0,-1-1 0,1 1 0,0-1 0,1 0 0,5 1 0,1 0 0,-1-1 0,0 0 0,1-1 0,-1 0 0,1 0 0,-1-1 0,14-5 0,7-3 0,27-16 0,-48 23 0,43-25 0,-46 25 0,0 0 0,-1 0 0,0-1 0,0 0 0,0 1 0,0-1 0,-1 0 0,5-7 0,-7 10 0,-1 1 0,0 0 0,0-1 0,1 1 0,-1-1 0,0 1 0,0-1 0,1 1 0,-1-1 0,0 1 0,0-1 0,0 1 0,0-1 0,0 1 0,0-1 0,0 1 0,0-1 0,0 0 0,0 1 0,0-1 0,0 1 0,0-1 0,-1 1 0,1-1 0,0 1 0,0-1 0,0 1 0,-1 0 0,1-1 0,-1 0 0,0 0 0,0 0 0,-1 0 0,1 1 0,0-1 0,0 0 0,-1 1 0,1-1 0,-1 1 0,1-1 0,0 1 0,-3 0 0,-37-1 0,41 1 0,-28 3 0,2 1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2.963"/>
    </inkml:context>
    <inkml:brush xml:id="br0">
      <inkml:brushProperty name="width" value="0.1" units="cm"/>
      <inkml:brushProperty name="height" value="0.1" units="cm"/>
      <inkml:brushProperty name="color" value="#E71224"/>
    </inkml:brush>
  </inkml:definitions>
  <inkml:trace contextRef="#ctx0" brushRef="#br0">1 206 8192,'75'-2'2812,"1"-4"0,73-15 0,147-45 220,-184 41-4609,122-10 1,118 5-3293,-316 27 4539,122-14-2786,-144 16 3116</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3.336"/>
    </inkml:context>
    <inkml:brush xml:id="br0">
      <inkml:brushProperty name="width" value="0.1" units="cm"/>
      <inkml:brushProperty name="height" value="0.1" units="cm"/>
      <inkml:brushProperty name="color" value="#E71224"/>
    </inkml:brush>
  </inkml:definitions>
  <inkml:trace contextRef="#ctx0" brushRef="#br0">138 0 8192,'-5'13'1754,"0"-1"0,1 1-1,-4 24 1,-1 0 50,-55 260-20,28-115-919,34-175-865,0-8 0,0-21 0,2-32 0,1-37 0,-1 73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3.854"/>
    </inkml:context>
    <inkml:brush xml:id="br0">
      <inkml:brushProperty name="width" value="0.1" units="cm"/>
      <inkml:brushProperty name="height" value="0.1" units="cm"/>
      <inkml:brushProperty name="color" value="#E71224"/>
    </inkml:brush>
  </inkml:definitions>
  <inkml:trace contextRef="#ctx0" brushRef="#br0">1 29 8192,'10'-4'656,"0"1"0,0 1 0,0 0 0,0 0 0,1 1 0,-1 0 0,19 1 0,-4-1 2448,171-11 12,-193 12-3116,1 0 0,-1 0 0,0 0 0,0 0 0,0 1 0,1-1 0,-1 1 0,0-1 0,0 1 0,0 0 0,0 1 0,5 2 0,-7-4 0,0 1 0,0 0 0,-1-1 0,1 1 0,-1 0 0,1-1 0,0 1 0,-1 0 0,1 0 0,-1-1 0,0 1 0,1 0 0,-1 0 0,0 0 0,1 0 0,-1 0 0,0 0 0,0 1 0,0 0 0,0 0 0,0 0 0,-1 0 0,1 0 0,-1 0 0,1 0 0,-1 0 0,0 0 0,0 0 0,0 0 0,-1 2 0,-7 7 0,-1 0 0,0 0 0,0-1 0,-1-1 0,0 0 0,-18 11 0,2 0 0,18-13-41,-6 4-432,0 0-1,0 1 0,1 1 1,1 1-1,0 0 1,-17 25-1,28-38 536,1 0 1,1 1-1,-1-1 0,0 1 0,0 0 0,0-1 0,1 1 0,-1-1 1,1 1-1,-1 0 0,1-1 0,0 1 0,0 0 0,0 0 0,0-1 1,0 1-1,0 0 0,0 0 0,0-1 0,1 1 0,-1 0 0,1-1 1,-1 1-1,1-1 0,0 1 0,1 2 0,0-2 37,0 0 0,0 0-1,1-1 1,-1 0 0,0 1-1,1-1 1,-1 0 0,1 0 0,-1 0-1,1 0 1,0-1 0,-1 1-1,1-1 1,0 1 0,-1-1-1,5 0 1,219-1-7092,-84-1 2959,-126 2 3887,1-2 0,30-6 0,-33 5 147</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4.587"/>
    </inkml:context>
    <inkml:brush xml:id="br0">
      <inkml:brushProperty name="width" value="0.1" units="cm"/>
      <inkml:brushProperty name="height" value="0.1" units="cm"/>
      <inkml:brushProperty name="color" value="#E71224"/>
    </inkml:brush>
  </inkml:definitions>
  <inkml:trace contextRef="#ctx0" brushRef="#br0">623 0 8192,'18'465'0,"-1"0"0,-16-357 0,-6 178 0,1-246 0,-1 0 0,-2-1 0,-2 0 0,-2 0 0,-1-1 0,-2 0 0,-1-1 0,-23 39 0,22-53 0,0-1 0,-1-1 0,-1 0 0,-2-1 0,-28 23 0,-118 78 0,116-86 0,-100 59 0,112-73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5.254"/>
    </inkml:context>
    <inkml:brush xml:id="br0">
      <inkml:brushProperty name="width" value="0.1" units="cm"/>
      <inkml:brushProperty name="height" value="0.1" units="cm"/>
      <inkml:brushProperty name="color" value="#E71224"/>
    </inkml:brush>
  </inkml:definitions>
  <inkml:trace contextRef="#ctx0" brushRef="#br0">332 1 8192,'-1'31'487,"-1"0"1,-2 0-1,-1 0 0,-13 44 1,-51 116 3704,16-49-2709,36-91-2006,-31 89-3944,36-110 3426,-2-1 0,-26 43 1,39-69 1453,-1-1 0,1 0-1,0 0 1,-1 0 0,0 0 0,1 0 0,-1 0 0,0 0 0,0-1 0,0 1 0,0-1-1,0 1 1,0-1 0,-1 0 0,1 0 0,0 0 0,-1 0 0,-2 1 0,-4-3 561</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5.805"/>
    </inkml:context>
    <inkml:brush xml:id="br0">
      <inkml:brushProperty name="width" value="0.1" units="cm"/>
      <inkml:brushProperty name="height" value="0.1" units="cm"/>
      <inkml:brushProperty name="color" value="#E71224"/>
    </inkml:brush>
  </inkml:definitions>
  <inkml:trace contextRef="#ctx0" brushRef="#br0">0 0 8192,'17'15'9585,"-15"-11"-8848,5 4 409,107 126-1146,-75-85 0,78 75 0,-15-16-1602,-68-70 725,41 37 0,-5-15-5044,-52-44 3730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6.788"/>
    </inkml:context>
    <inkml:brush xml:id="br0">
      <inkml:brushProperty name="width" value="0.1" units="cm"/>
      <inkml:brushProperty name="height" value="0.1" units="cm"/>
      <inkml:brushProperty name="color" value="#E71224"/>
    </inkml:brush>
  </inkml:definitions>
  <inkml:trace contextRef="#ctx0" brushRef="#br0">462 1 8192,'-7'9'1245,"0"1"0,0 1 1,1 0-1,0 0 0,1 0 0,-4 12 1,6-16-1144,-236 646-5378,124-166 1733,89-315 3543,8 1 0,4 230 0,16-156 0,37 278 0,-25-393 11332</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8.360"/>
    </inkml:context>
    <inkml:brush xml:id="br0">
      <inkml:brushProperty name="width" value="0.1" units="cm"/>
      <inkml:brushProperty name="height" value="0.1" units="cm"/>
      <inkml:brushProperty name="color" value="#E71224"/>
    </inkml:brush>
  </inkml:definitions>
  <inkml:trace contextRef="#ctx0" brushRef="#br0">106 1 8192,'-1'2'255,"0"0"0,0 0 0,0 1 0,0-1 0,-1 0 0,1 0 0,-1 0 0,-2 3 0,-6 8 806,-3 16 966,2 0 1,1 0 0,-11 53-1,21-81-2025,-6 41-2,6-34 0,-1-1 0,1 1 0,-2-1 0,1 0 0,-1 0 0,0 1 0,-4 6 0,-1-2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49.154"/>
    </inkml:context>
    <inkml:brush xml:id="br0">
      <inkml:brushProperty name="width" value="0.1" units="cm"/>
      <inkml:brushProperty name="height" value="0.1" units="cm"/>
      <inkml:brushProperty name="color" value="#E71224"/>
    </inkml:brush>
  </inkml:definitions>
  <inkml:trace contextRef="#ctx0" brushRef="#br0">0 1 8192,'9'0'461,"0"0"540,1 0-1,-1 0 1,1 0 0,0 1-1,-1 1 1,1 0 0,-1 0-1,0 1 1,0 0 0,11 5-1,14 10-1000,209 98 0,-241-116 0,5 3 0,-1-1 0,0 1 0,0-1 0,0 2 0,8 5 0,-12-8 0,-1 1 0,1 0 0,0 0 0,-1-1 0,0 1 0,1 0 0,-1 0 0,0 0 0,0 1 0,0-1 0,0 0 0,-1 0 0,1 1 0,0-1 0,-1 0 0,0 1 0,1-1 0,-1 0 0,0 3 0,-6 170-4270,6-165 4402,-1 0 0,0 0 0,-1 0-1,0 0 1,0 0 0,-1-1 0,0 1 0,-1-1-1,0 1 1,-6 8 0,3-6 271,-1 0 0,-1 0 0,0-1-1,-1-1 1,0 1 0,-18 13 0,-101 73-5243,51-41 1328,65-46 4047,-5 2-2133,-21 21 1,16-5 2877,21-25-163,0 0 0,0 1 1,1-1-1,-1 1 0,1 0 1,-2 5-1,3-8-1044,0 1 1,0-1 0,0 0 0,0 1-1,0-1 1,0 1 0,0-1-1,1 0 1,-1 0 0,1 1-1,-1-1 1,0 0 0,1 1 0,0-1-1,-1 0 1,1 0 0,0 0-1,0 0 1,0 0 0,-1 0-1,1 0 1,0 0 0,0 0-1,1 0 1,-1 0 0,0-1 0,0 1-1,0 0 1,0-1 0,1 1-1,1 0 1,6 2-163,0 0 1,0 0-1,14 2 0,-10-2-3,32 7-997,1-1 1,-1-3-1,58 2 0,-57-8-3467,24-1 3763,-51 1-971</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0.231"/>
    </inkml:context>
    <inkml:brush xml:id="br0">
      <inkml:brushProperty name="width" value="0.1" units="cm"/>
      <inkml:brushProperty name="height" value="0.1" units="cm"/>
      <inkml:brushProperty name="color" value="#E71224"/>
    </inkml:brush>
  </inkml:definitions>
  <inkml:trace contextRef="#ctx0" brushRef="#br0">461 1 8192,'-4'0'445,"0"0"1,0 1-1,0 0 1,0 0-1,0 0 1,0 1-1,0-1 1,0 1-1,1 0 1,-1 0-1,0 0 1,1 1-1,0-1 1,-1 1 0,1 0-1,0 0 1,1 0-1,-5 5 1,3-3-196,0 0 0,1 1 0,0-1 1,0 0-1,0 1 0,1 0 1,0 0-1,0 0 0,0 0 1,1 0-1,-1 11 0,0 1-250,2 1 0,0-1 0,1 1 0,1-1 0,1 1 0,0-1 0,1 0 0,2 0 0,-1-1 0,12 23 0,-11-29 0,-1 1 0,0-1 0,-1 1 0,0 0 0,-1 0 0,-1 1 0,0-1 0,1 16 0,-3-23 0,0-1 0,0 1 0,0-1 0,-1 1 0,1-1 0,-1 1 0,0-1 0,-1 0 0,1 1 0,-1-1 0,0 0 0,0 0 0,0 0 0,-1 0 0,1 0 0,-1-1 0,0 1 0,0-1 0,0 1 0,0-1 0,-1 0 0,1-1 0,-1 1 0,0 0 0,-7 2 0,-15 6-808,-1-2 0,-1-2 0,1 0 0,-1-2 0,-33 3 0,-48 9-2269,104-15 2648,-1-1-7,0 0 1,0 0-1,0 0 0,-9 0 0,14-1 413,0 0 0,1 0 1,-1 0-1,0 0 0,0 0 0,0 0 0,0-1 1,1 1-1,-1 0 0,0 0 0,0-1 0,1 1 1,-1 0-1,0-1 0,0 1 0,1-1 0,-1 1 0,0-1 1,1 1-1,-1-1 0,1 0 0,-1 1 0,1-1 1,-1 0-1,1 1 0,-1-1 0,1 0 0,0 0 0,-1 1 1,1-1-1,0 0 0,0 0 0,0 0 0,-1 1 1,1-1-1,0 0 0,0 0 0,0 0 0,0 0 1,1-1-1,1-10 23</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1.526"/>
    </inkml:context>
    <inkml:brush xml:id="br0">
      <inkml:brushProperty name="width" value="0.1" units="cm"/>
      <inkml:brushProperty name="height" value="0.1" units="cm"/>
      <inkml:brushProperty name="color" value="#E71224"/>
    </inkml:brush>
  </inkml:definitions>
  <inkml:trace contextRef="#ctx0" brushRef="#br0">69 196 8192,'-4'4'567,"0"1"1,1 0 0,0 0 0,0 0-1,0 0 1,1 0 0,-1 1-1,1-1 1,-1 8 0,-11 55 4950,12-54-5245,-20 130-273,23-177 0,-2 17 0,3-30 0,27-91-7925,-29 135 7776,0 1 1,1-1-1,-1 1 0,1 0 0,-1-1 1,1 1-1,-1 0 0,1-1 1,0 1-1,-1 0 0,1 0 1,0 0-1,0 0 0,2-2 0,-3 2 112,1 1 0,-1 0 0,1 0 0,-1 0 0,0 0 0,1 0 0,-1 0 0,1 0 0,-1 0-1,1 0 1,-1 0 0,1 0 0,-1 0 0,0 0 0,1 0 0,-1 0 0,1 1 0,-1-1 0,0 0 0,1 0-1,-1 0 1,1 1 0,-1-1 0,0 0 0,1 0 0,-1 1 0,0-1 0,1 0 0,-1 1 0,3 3 289,-1-1 1,1 1 0,-1-1 0,0 1 0,-1 0 0,1-1 0,-1 1 0,2 5 0,12 63-814,7 24-1354,-22-94 2105,1 0 1,0 1-1,0-1 0,0 0 1,0 0-1,0 1 0,0-1 1,1 0-1,-1 0 1,1 0-1,-1-1 0,1 1 1,0 0-1,0 0 0,0-1 1,0 1-1,4 1 1,-4-2 43,0 0 1,0-1-1,0 0 1,0 1-1,1-1 1,-1 0-1,0 0 1,0 0 0,0 0-1,1-1 1,-1 1-1,0 0 1,0-1-1,0 0 1,0 1-1,0-1 1,0 0 0,0 0-1,0 0 1,3-2-1,6-5-399,-1-1 1,1 0-1,-2-1 0,1 0 0,11-16 1,13-14-819,-7 15-280,1 1 0,31-20 0,32-27-1329,-86 66 2592,0 1 0,0-1 0,0 1 0,0 0 0,0 0 0,7-3 0,-11 7 0,-1 0 0,1-1 0,0 1 0,-1 0 0,1 0 0,0 0 0,-1-1 0,1 1 0,0 0 0,0 0 0,-1 0 0,1 0 0,0 0 0,0 0 0,-1 1 0,1-1 0,0 0 0,0 0 0,-1 0 0,2 1 0,-1 0 0,0 0 0,0 0 0,-1 0 0,1 0 0,0 0 0,-1 0 0,1 0 0,0 0 0,-1 0 0,0 0 0,1 0 0,-1 0 0,0 0 0,1 1 0,-1-1 0,0 0 0,0 2 0,2 23 95,-5 46 0,2 17 2099,6-67 4792,-4-21-6978,-1 1 0,1-1 0,-1 0 0,1 0 0,0 0 0,-1 0 0,1-1 0,0 1 0,0 0 0,0 0 0,0 0 0,0 0 0,0-1 0,0 1 0,0-1 0,0 1 0,0-1 0,2 2 0,-2-2-138,1 0-1,-1 0 1,1 0 0,-1 0 0,1 0 0,-1 0-1,1 0 1,-1 0 0,0-1 0,1 1-1,-1 0 1,1-1 0,-1 1 0,0-1 0,3-1-1,14-13 3145,5-14-3761,-1 0 0,34-59 1,0-2-4872,-52 84 6079,-1 1 0,1-1 0,-1 0 0,0 0 0,0 0 0,-1-1 0,4-11 0,-5 13-29,-1 0 0,0 0 0,0 0 1,0 0-1,0 1 0,-1-1 0,0 0 0,0 0 1,0 0-1,-1 0 0,-2-5 0,-9-12-432,13 21 0,0 1 0,0 0 0,0 0 0,0 0 0,0 0 0,0 0 0,0 0 0,0 0 0,-1 0 0,1 0 0,0 0 0,0 0 0,0-1 0,0 1 0,0 0 0,0 0 0,0 0 0,0 0 0,-1 0 0,1 0 0,0 0 0,0 0 0,0 0 0,0 0 0,0 0 0,0 0 0,0 0 0,-1 0 0,1 0 0,0 0 0,0 0 0,0 0 0,0 0 0,0 0 0,0 0 0,0 1 0,0-1 0,-1 0 0,1 0 0,0 0 0,0 0 0,0 0 0,0 0 0,0 0 0,0 0 0,0 0 0,0 0 0,0 0 0,0 1 0,0-1 0,0 0 0,-1 0 0,2 16 0,13 153-495,-12-151 2174,5 24-8271,-3-29 9616,-2-9-3116,0-4-403</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1.809"/>
    </inkml:context>
    <inkml:brush xml:id="br0">
      <inkml:brushProperty name="width" value="0.1" units="cm"/>
      <inkml:brushProperty name="height" value="0.1" units="cm"/>
      <inkml:brushProperty name="color" value="#E71224"/>
    </inkml:brush>
  </inkml:definitions>
  <inkml:trace contextRef="#ctx0" brushRef="#br0">59 1 8192,'19'0'972,"-10"-1"-56,0 1-1,1 0 0,-1 1 1,1 0-1,-1 0 0,11 4 1,-19-5-736,1 1 0,0-1 0,-1 1 1,1 0-1,-1 0 0,1 0 0,-1 0 0,1 0 1,-1 0-1,0 1 0,0-1 0,1 0 0,-1 1 1,0-1-1,1 4 0,-1-3-100,0 0 1,0 1-1,-1-1 0,1 1 1,-1-1-1,0 1 0,0-1 1,0 0-1,0 1 0,0-1 1,0 1-1,-1-1 1,1 1-1,-2 3 0,0-1-360,-1 1 0,0-1 0,1 1 0,-2-1 0,1 0-1,0 0 1,-1-1 0,0 1 0,0-1 0,-1 0 0,1 0 0,-1 0 0,-5 3-1,-11 7-2099,-40 19 0,50-27 2243,-18 8 137</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2.430"/>
    </inkml:context>
    <inkml:brush xml:id="br0">
      <inkml:brushProperty name="width" value="0.1" units="cm"/>
      <inkml:brushProperty name="height" value="0.1" units="cm"/>
      <inkml:brushProperty name="color" value="#E71224"/>
    </inkml:brush>
  </inkml:definitions>
  <inkml:trace contextRef="#ctx0" brushRef="#br0">0 169 8192,'6'0'359,"0"1"0,-1 0 1,1 1-1,-1-1 0,9 4 1,15 5 840,28-2-260,-1-3 1,114-2 0,-95-4-1077,534-37-5293,-439 23 4816,278-25 613,459-34 0,-799 63 2184,57-1 3557,-14 7-2411,-86-2-5913,-48 5 5379</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2.932"/>
    </inkml:context>
    <inkml:brush xml:id="br0">
      <inkml:brushProperty name="width" value="0.1" units="cm"/>
      <inkml:brushProperty name="height" value="0.1" units="cm"/>
      <inkml:brushProperty name="color" value="#E71224"/>
    </inkml:brush>
  </inkml:definitions>
  <inkml:trace contextRef="#ctx0" brushRef="#br0">219 1 8192,'-2'2'245,"0"1"1,1 0 0,-1 0 0,0 0-1,1 0 1,-1 0 0,1 1-1,-1 4 1,-7 14 899,-53 78 2030,39-67-883,-28 54 0,41-65-2241,0 0-1,2 1 1,0 0-1,1 0 0,2 1 1,-5 44-1,10-67-50,-1 0 0,1 1 0,1-1 0,-1 0 0,0 0 0,0 1 0,0-1 0,1 0 0,-1 0 0,0 1 0,1-1 0,-1 0 0,1 0 0,0 0 0,-1 0 0,1 0 0,0 0 0,0 0 0,0 0 0,-1 0 0,1 0 0,0 0 0,2 1 0,-1-1 0,1 0 0,-1 0 0,1 0 0,0 0 0,-1 0 0,1-1 0,0 1 0,0-1 0,-1 1 0,5-1 0,4-1 0,0 1 0,0-2 0,-1 0 0,17-4 0,-2-3-394,0 0-1,0-2 0,-1-1 1,-1 0-1,0-2 1,-1-1-1,-1 0 1,0-2-1,31-31 0,-48 43-166,0-1-1,0 1 1,0-1-1,-1 1 1,1-1-1,-1 0 1,2-8-1,-4 13 480,0-1 0,-1 1 0,1-1 0,-1 1 1,0-1-1,1 1 0,-1-1 0,0 1 0,0-1 0,0 1 0,0-1 0,0 1 0,0-1 0,0 1 1,-1-1-1,1 1 0,0 0 0,-1-1 0,0 1 0,1-1 0,-1 1 0,0 0 0,1-1 0,-1 1 1,0 0-1,0 0 0,0 0 0,0 0 0,0-1 0,0 1 0,0 1 0,-1-1 0,1 0 0,0 0 1,0 0-1,-4 0 0,-10-4 82,0 1 0,-20-3 0,19 5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3.367"/>
    </inkml:context>
    <inkml:brush xml:id="br0">
      <inkml:brushProperty name="width" value="0.1" units="cm"/>
      <inkml:brushProperty name="height" value="0.1" units="cm"/>
      <inkml:brushProperty name="color" value="#E71224"/>
    </inkml:brush>
  </inkml:definitions>
  <inkml:trace contextRef="#ctx0" brushRef="#br0">2 0 8192,'-2'84'3839,"4"89"3790,-2-171-7653,1-1 1,-1 1-1,0 0 0,1-1 0,-1 1 0,1-1 0,0 1 0,0 0 1,-1-1-1,1 1 0,0-1 0,0 0 0,0 1 0,1-1 0,-1 0 1,0 0-1,0 1 0,1-1 0,-1 0 0,0 0 0,1-1 1,-1 1-1,1 0 0,0 0 0,-1-1 0,1 1 0,-1-1 0,1 1 1,0-1-1,1 0 0,8 2-282,-1-1 1,0-1-1,1 0 1,10-2-1,-3 1-223,36 2-836,-34 0-26,0-1 0,-1-1 0,1-1 0,35-6 1,-49 5 1364,1 1 0,-1-1 0,0 0 0,0-1 0,0 1 0,0-1 0,-1 0 0,1-1 0,-1 1 0,0-1 0,-1 0 0,1 0 0,-1-1 0,0 1 0,0-1 0,3-6 1,-2 2 33,-1 0 1,1 0 0,-2-1 0,1 0 0,-2 1-1,1-1 1,-1 0 0,-1 0 0,0-13 0,-1 10-9</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3.697"/>
    </inkml:context>
    <inkml:brush xml:id="br0">
      <inkml:brushProperty name="width" value="0.1" units="cm"/>
      <inkml:brushProperty name="height" value="0.1" units="cm"/>
      <inkml:brushProperty name="color" value="#E71224"/>
    </inkml:brush>
  </inkml:definitions>
  <inkml:trace contextRef="#ctx0" brushRef="#br0">53 0 8192,'-1'20'3089,"-6"34"0,-1 12 2201,-11 305-5290,2-126 0,17-259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4.212"/>
    </inkml:context>
    <inkml:brush xml:id="br0">
      <inkml:brushProperty name="width" value="0.1" units="cm"/>
      <inkml:brushProperty name="height" value="0.1" units="cm"/>
      <inkml:brushProperty name="color" value="#E71224"/>
    </inkml:brush>
  </inkml:definitions>
  <inkml:trace contextRef="#ctx0" brushRef="#br0">513 1 8192,'0'18'717,"-2"1"-1,1-1 1,-2 1 0,-1-1 0,0 1-1,-1-1 1,-8 18 0,2-13 430,-1 1 0,0-2 0,-2 0-1,-24 31 1,16-26-1147,-1-1 0,-1-1 0,-1-1 0,-2-1 0,-47 33 0,43-36 0,1 1 0,-48 45 0,76-63 0,-1 0 0,1-1 0,-1 1 0,0-1 0,0 0 0,1 0 0,-1 0 0,-1 0 0,1 0 0,0-1 0,0 0 0,-1 1 0,-4 0 0,-5-2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4.555"/>
    </inkml:context>
    <inkml:brush xml:id="br0">
      <inkml:brushProperty name="width" value="0.1" units="cm"/>
      <inkml:brushProperty name="height" value="0.1" units="cm"/>
      <inkml:brushProperty name="color" value="#E71224"/>
    </inkml:brush>
  </inkml:definitions>
  <inkml:trace contextRef="#ctx0" brushRef="#br0">0 0 8192,'2'0'476,"0"1"0,0-1-1,0 1 1,0 0 0,0-1 0,0 1 0,0 0 0,0 0 0,0 0 0,0 0-1,-1 1 1,1-1 0,-1 0 0,1 1 0,-1-1 0,3 4 0,20 29 2857,-22-31-3288,18 30-45,105 159 0,-116-179 0,-1-1 0,2 0 0,-1-1 0,2 0 0,-1-1 0,2 0 0,17 13 0,-2-4 0,-10-7 0,1 0 0,19 9 0,-32-18 0,-1-1 0,1 0 0,0 0 0,0-1 0,0 0 0,0 1 0,1-2 0,-1 1 0,0 0 0,0-1 0,1 0 0,-1-1 0,7 0 0,2-3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5.309"/>
    </inkml:context>
    <inkml:brush xml:id="br0">
      <inkml:brushProperty name="width" value="0.1" units="cm"/>
      <inkml:brushProperty name="height" value="0.1" units="cm"/>
      <inkml:brushProperty name="color" value="#E71224"/>
    </inkml:brush>
  </inkml:definitions>
  <inkml:trace contextRef="#ctx0" brushRef="#br0">664 3 8192,'-29'-1'974,"20"0"-100,-1 1 1,0 0-1,1 0 1,-1 1 0,0 0-1,1 0 1,-1 1-1,1 0 1,-1 1-1,1 0 1,-11 6-1,13-5-874,1-1 0,0 1 0,0 1 0,0-1 0,0 1 0,1 0 0,0 0 0,0 1 0,0 0 0,1-1 0,0 2 0,0-1 0,0 0 0,1 1 0,0-1 0,0 1 0,-2 11 0,-41 231-6531,26-124 4243,-22 158-361,22-199 2649,-5 37 0,23-105 717,-1 0-1,0-1 1,-2 1 0,1-1 0,-2 0-1,0 0 1,-13 21 0,16-30-444,-1-1 0,0 1 0,0-1 0,0 0 0,0 0 0,-1 0 0,0-1 0,0 0 1,0 0-1,0 0 0,0-1 0,-1 1 0,0-1 0,0 0 0,0-1 0,0 0 0,0 0 0,-1 0 0,1-1 0,-13 2 0,12-2-273,-1-1 0,0 0 0,1 0 0,-1-1 0,0 0 0,1 0 0,-1-1 0,1 1 0,-11-5 0,4-2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5.712"/>
    </inkml:context>
    <inkml:brush xml:id="br0">
      <inkml:brushProperty name="width" value="0.1" units="cm"/>
      <inkml:brushProperty name="height" value="0.1" units="cm"/>
      <inkml:brushProperty name="color" value="#E71224"/>
    </inkml:brush>
  </inkml:definitions>
  <inkml:trace contextRef="#ctx0" brushRef="#br0">1 297 8192,'1'-1'588,"7"-9"3531,-7 9-3531,0 0 1,1 0-1,-1 0 1,1 0-1,0 0 0,-1 1 1,1-1-1,-1 0 1,4 0-1,1-2 289,148-60-877,-109 47 0,0-2 0,-1-2 0,61-38 0,33-34 0,-130 85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6.230"/>
    </inkml:context>
    <inkml:brush xml:id="br0">
      <inkml:brushProperty name="width" value="0.1" units="cm"/>
      <inkml:brushProperty name="height" value="0.1" units="cm"/>
      <inkml:brushProperty name="color" value="#E71224"/>
    </inkml:brush>
  </inkml:definitions>
  <inkml:trace contextRef="#ctx0" brushRef="#br0">0 20 8192,'1'8'1869,"0"1"0,0-1 0,4 14 0,3 15 2123,0 23-3992,2 28 0,-10-83 0,0 0 0,1 0 0,-1 0 0,1 0 0,1 0 0,1 7 0,-3-12 0,1 1 0,-1-1 0,0 1 0,1 0 0,-1-1 0,0 1 0,1-1 0,-1 1 0,1-1 0,-1 1 0,1-1 0,-1 1 0,1-1 0,-1 0 0,1 1 0,-1-1 0,1 0 0,0 1 0,-1-1 0,1 0 0,1 1 0,-1-1 0,0-1 0,1 1 0,-1 0 0,0 0 0,0-1 0,1 1 0,-1-1 0,0 1 0,0-1 0,0 1 0,0-1 0,0 0 0,0 1 0,0-1 0,0 0 0,2-1 0,8-9-452,0-1-1,-1 0 1,0-1-1,0 0 1,-1-1-1,10-20 1,-9 13-847,-1-1 0,-1-1 0,10-40 0,-16 40-639,-8 6 3652,4 15-1378,1 1 0,-1-1 0,1 1-1,-1 0 1,0 0 0,0 0 0,0 0 0,0 0-1,1 0 1,-1 0 0,0 1 0,-1-1-1,1 1 1,0-1 0,0 1 0,0 0-1,0 0 1,-2 0 0,-39-1 1298,0 3-3801,-26 0 4907</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6.920"/>
    </inkml:context>
    <inkml:brush xml:id="br0">
      <inkml:brushProperty name="width" value="0.1" units="cm"/>
      <inkml:brushProperty name="height" value="0.1" units="cm"/>
      <inkml:brushProperty name="color" value="#E71224"/>
    </inkml:brush>
  </inkml:definitions>
  <inkml:trace contextRef="#ctx0" brushRef="#br0">258 1 8192,'-3'0'1059,"-1"1"0,1 1 0,0-1 0,-1 0-1,1 1 1,0 0 0,0-1 0,0 1 0,-5 4 0,-4 3-180,-3 0-879,0 1 0,0 0 0,1 2 0,0 0 0,1 0 0,1 1 0,0 1 0,0 0 0,1 0 0,1 1 0,1 0 0,0 1 0,1 0 0,1 1 0,0 0 0,1 0 0,1 0 0,1 1 0,0-1 0,1 1 0,1 0 0,1 29 0,1-44 0,-1 2 0,2-1 0,-1 1 0,0 0 0,1 0 0,0 0 0,2 8 0,-2-12 0,0 1 0,0-1 0,0 0 0,0 1 0,0-1 0,0 0 0,0 0 0,0 1 0,0-1 0,1 0 0,-1 0 0,0 0 0,1-1 0,-1 1 0,1 0 0,-1 0 0,1-1 0,-1 1 0,1-1 0,0 1 0,-1-1 0,1 0 0,3 0 0,15 2 0,0-2 0,1 0 0,-1-2 0,0 0 0,0-1 0,33-9 0,117-48 0,-126 42 0,-20 10 0,0-2 0,0 0 0,-1-2 0,0-1 0,31-23 0,-43 26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7:57.248"/>
    </inkml:context>
    <inkml:brush xml:id="br0">
      <inkml:brushProperty name="width" value="0.1" units="cm"/>
      <inkml:brushProperty name="height" value="0.1" units="cm"/>
      <inkml:brushProperty name="color" value="#E71224"/>
    </inkml:brush>
  </inkml:definitions>
  <inkml:trace contextRef="#ctx0" brushRef="#br0">0 0 8192,'3'4'264,"-1"0"0,1 0 1,-1 0-1,0 0 0,-1 0 0,1 0 1,-1 0-1,0 1 0,0-1 0,1 8 1,1 4 1183,8 35 1023,-3 0-1,3 78 1,-11 106-2931,-1-33 62,7-63-3225,1 74-799,-8-164 3613,-2 1 1,-12 60-1,6-64 371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03.749"/>
    </inkml:context>
    <inkml:brush xml:id="br0">
      <inkml:brushProperty name="width" value="0.1" units="cm"/>
      <inkml:brushProperty name="height" value="0.1" units="cm"/>
      <inkml:brushProperty name="color" value="#E71224"/>
    </inkml:brush>
  </inkml:definitions>
  <inkml:trace contextRef="#ctx0" brushRef="#br0">492 0 8192,'-2'31'1617,"-1"-1"1,-1 0-1,-1 0 0,-2 0 1,-21 56-1,-25 78 232,-12 88-6204,42-151 2213,-51 135 0,48-168 1170,-4-2 1,-67 112 0,43-102 971,33-51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04.278"/>
    </inkml:context>
    <inkml:brush xml:id="br0">
      <inkml:brushProperty name="width" value="0.1" units="cm"/>
      <inkml:brushProperty name="height" value="0.1" units="cm"/>
      <inkml:brushProperty name="color" value="#E71224"/>
    </inkml:brush>
  </inkml:definitions>
  <inkml:trace contextRef="#ctx0" brushRef="#br0">361 28 8192,'129'-10'9807,"-54"3"-8146,-49 3-1661,-19 2 0,1 0 0,0 1 0,-1 0 0,13 1 0,-18 0 0,-1 0 0,0 0 0,0 0 0,1 1 0,-1-1 0,0 0 0,1 1 0,-1-1 0,0 1 0,0-1 0,0 1 0,0 0 0,1-1 0,-1 1 0,0 0 0,0 0 0,0 0 0,-1 0 0,1 0 0,0 0 0,0 0 0,0 0 0,-1 0 0,1 0 0,-1 0 0,1 0 0,-1 1 0,1-1 0,-1 0 0,1 0 0,-1 3 0,1 7 0,0 1 0,-1-1 0,-1 1 0,0-1 0,0 1 0,-1-1 0,0 0 0,-1 1 0,-6 13 0,-7 14 0,-24 43 0,-225 332-6033,183-296 4221,-101 161-1811,177-269 3725,4-6 143,-1 1 0,1-1 0,-1 0 0,0 0 0,-1 0 0,1 0-1,0-1 1,-1 1 0,0-1 0,-7 6 0,10-9-231,1 0 0,-1 0 0,1 0 0,-1 1 0,1-1 0,0 0 0,-1 0 0,1 0 0,-1 0 0,1 0 0,-1 0 0,1 0 0,-1 0 0,1 0 0,0 0 0,-1 0 0,1 0 0,-1 0 0,1-1 0,-1 1 0,1 0 0,-1 0 0,1 0 0,0-1 0,-1 1 0,1 0 0,0 0 0,-1-1 0,1 1 0,0 0 0,-1-1 0,1 1 0,0 0 0,-1-1 0,1 1 0,0-1 0,0 1 0,0 0 0,-1-1 0,-2-9-14</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04.625"/>
    </inkml:context>
    <inkml:brush xml:id="br0">
      <inkml:brushProperty name="width" value="0.1" units="cm"/>
      <inkml:brushProperty name="height" value="0.1" units="cm"/>
      <inkml:brushProperty name="color" value="#E71224"/>
    </inkml:brush>
  </inkml:definitions>
  <inkml:trace contextRef="#ctx0" brushRef="#br0">1 1 8192,'0'1'156,"1"0"0,-1 0 0,1 1 0,-1-1 0,1 0-1,0 0 1,0 0 0,-1 0 0,1 0 0,0 0 0,0 0 0,0 0 0,0-1 0,0 1 0,1 0 0,0 0 0,3 3 164,180 123 5850,-114-81-4284,-11-8-2519,2-3 1,2-2 0,72 26-1,-123-55 776,0 0-1,0-2 0,27 4 1,2 0 1283,-32-4-451,-4 1-975</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05.015"/>
    </inkml:context>
    <inkml:brush xml:id="br0">
      <inkml:brushProperty name="width" value="0.1" units="cm"/>
      <inkml:brushProperty name="height" value="0.1" units="cm"/>
      <inkml:brushProperty name="color" value="#E71224"/>
    </inkml:brush>
  </inkml:definitions>
  <inkml:trace contextRef="#ctx0" brushRef="#br0">289 1 8192,'-1'45'0,"-1"0"0,-2 0 0,-2-1 0,-12 47 0,-12 31 0,10-34 0,-53 145 0,67-221 0,0 1 0,0-1 0,-2 0 0,-13 19 0,16-25 0,-1-1 0,1 1 0,-1-1 0,0 1 0,0-2 0,0 1 0,-1-1 0,0 0 0,-12 5 0,4-4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05.345"/>
    </inkml:context>
    <inkml:brush xml:id="br0">
      <inkml:brushProperty name="width" value="0.1" units="cm"/>
      <inkml:brushProperty name="height" value="0.1" units="cm"/>
      <inkml:brushProperty name="color" value="#E71224"/>
    </inkml:brush>
  </inkml:definitions>
  <inkml:trace contextRef="#ctx0" brushRef="#br0">1 0 8192,'3'10'3356,"11"14"2640,-4-12-5996,-1 1 0,-2 1 2116,-2 1-2116,-2 0 0,-2 2 0,0-1 0,-1 2 0,-3-1 0,-5 0 0,1-3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05.780"/>
    </inkml:context>
    <inkml:brush xml:id="br0">
      <inkml:brushProperty name="width" value="0.1" units="cm"/>
      <inkml:brushProperty name="height" value="0.1" units="cm"/>
      <inkml:brushProperty name="color" value="#E71224"/>
    </inkml:brush>
  </inkml:definitions>
  <inkml:trace contextRef="#ctx0" brushRef="#br0">306 0 8192,'1'5'730,"0"0"0,0-1 0,1 1 0,0 0 0,-1-1 1,2 0-1,-1 1 0,0-1 0,5 5 0,4 10 788,11 22-1177,-15-30-131,-1 0 0,0 1 0,0 0-1,-1 0 1,-1 0 0,0 0 0,0 1 0,-2-1 0,1 1-1,0 15 1,-3-21-210,0 0 0,0 1 0,-1-1 0,1 0 0,-2 0 0,1 0 0,-1 1 0,0-1 0,0-1 0,-1 1 0,0 0 0,0-1 0,-8 11 0,6-9-746,0 0-1,0 0 1,0 0-1,1 1 1,1-1-1,-1 1 1,1 0-1,1 0 1,0 1-1,0-1 1,1 0-1,-1 16 1,2-15 1319,0 0 1,-1 0-1,-1 0 0,1-1 1,-2 1-1,1 0 1,-7 14-1,7-19-288,0-1-1,-1 0 0,1 0 0,-1 0 1,0 0-1,0 0 0,0-1 0,0 1 1,-1-1-1,0 0 0,1 0 1,-1 0-1,0-1 0,0 1 0,-1-1 1,1 0-1,-8 3 0,-45 10-3989,-1-2 0,-59 6 0,97-17 3352</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05.981"/>
    </inkml:context>
    <inkml:brush xml:id="br0">
      <inkml:brushProperty name="width" value="0.1" units="cm"/>
      <inkml:brushProperty name="height" value="0.1" units="cm"/>
      <inkml:brushProperty name="color" value="#E71224"/>
    </inkml:brush>
  </inkml:definitions>
  <inkml:trace contextRef="#ctx0" brushRef="#br0">1 0 8192,'21'27'4232,"-18"-23"-3720,-1 0 0,1 0 0,0 0-1,0-1 1,1 1 0,-1-1 0,1 0 0,4 4 0,13 3 2,1-1-1,0 0 1,0-2 0,29 7-1,-37-11-452,21 5-425,1-1 1,63 2-1,75-8-1265,-99-2 1378,434 17-5358,-182-1 2721,-156-14 2888,-147-1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06.697"/>
    </inkml:context>
    <inkml:brush xml:id="br0">
      <inkml:brushProperty name="width" value="0.1" units="cm"/>
      <inkml:brushProperty name="height" value="0.1" units="cm"/>
      <inkml:brushProperty name="color" value="#E71224"/>
    </inkml:brush>
  </inkml:definitions>
  <inkml:trace contextRef="#ctx0" brushRef="#br0">340 1 8192,'0'4'317,"-1"0"-1,0 0 1,0 0 0,0 0 0,0 0 0,0 0 0,-1 0 0,0 0 0,0-1-1,0 1 1,0-1 0,-1 1 0,1-1 0,-5 5 0,-6 5 2832,-28 22 0,29-24-2732,6-7-417,-1 0 0,1 0 0,-1-1 0,0 1 0,0-1 0,0-1 0,0 0 0,-9 3 0,7-3 0,0 0 0,0 1 0,0 0 0,-11 7 0,18-8 0,0-1 0,0 1 0,0 0 0,1-1 0,-1 1 0,1 0 0,0 0 0,-1 0 0,1 0 0,0 0 0,0 0 0,0 0 0,0 0 0,1 1 0,-1-1 0,0 0 0,1 0 0,0 1 0,-1 2 0,1 7 0,-1 1 0,3 17 0,0-10 0,2 123-2642,-6 0 1,-36 253-1,30-335 631,6-35 1245,-10 41 0,11-65 766,1 0 0,-1-1 0,1 1 0,-1 0 0,0-1 0,1 1 0,-1-1 0,0 1 0,0-1 0,-2 3 0,2-4 0,1 0 0,0 1 0,0-1 0,-1 0 0,1 0 0,-1 0 0,1 1 0,0-1 0,-1 0 0,1 0 0,0 0 0,-1 0 0,1 0 0,-1 0 0,1 0 0,0 0 0,-1 0 0,1 0 0,-1 0 0,1 0 0,0 0 0,-1 0 0,1 0 0,-1 0 0,1 0 0,0 0 0,-1 0 0,0-1 0,0 0 0,-1-1 0,1 1 0,-1-1 0,1 0 0,0 0 0,-1 1 0,1-1 0,0 0 0,0 0 0,0 0 0,1 0 0,-1 0 0,0 0 0,0-4 0,-2-10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07.790"/>
    </inkml:context>
    <inkml:brush xml:id="br0">
      <inkml:brushProperty name="width" value="0.1" units="cm"/>
      <inkml:brushProperty name="height" value="0.1" units="cm"/>
      <inkml:brushProperty name="color" value="#E71224"/>
    </inkml:brush>
  </inkml:definitions>
  <inkml:trace contextRef="#ctx0" brushRef="#br0">1 13 8192,'3'0'11468,"4"0"-11468,3 0 0,3 0 0,3 0 0,1 0 0,0 0 0,4 0 0,0-3 0,1 0 0,-2-1 0,-3 1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08.493"/>
    </inkml:context>
    <inkml:brush xml:id="br0">
      <inkml:brushProperty name="width" value="0.1" units="cm"/>
      <inkml:brushProperty name="height" value="0.1" units="cm"/>
      <inkml:brushProperty name="color" value="#E71224"/>
    </inkml:brush>
  </inkml:definitions>
  <inkml:trace contextRef="#ctx0" brushRef="#br0">1 352 8192,'-1'1'168,"1"0"1,0 0-1,0 0 1,0 0-1,0 0 1,0 0 0,0 0-1,0 0 1,1 0-1,-1 0 1,0 0-1,1 0 1,-1-1-1,0 1 1,1 0-1,-1 0 1,1 0 0,-1 0-1,1-1 1,0 1-1,-1 0 1,1 0-1,0-1 1,-1 1-1,1 0 1,0-1-1,0 1 1,0-1 0,0 1-1,-1-1 1,1 0-1,0 1 1,0-1-1,0 0 1,0 1-1,0-1 1,0 0-1,2 0 1,-1 0 157,1-1 1,-1 1-1,1 0 0,-1-1 1,0 0-1,1 0 0,-1 0 1,0 0-1,1 0 0,-1 0 1,0 0-1,0-1 1,0 1-1,2-3 0,30-30-326,-3-2 0,33-47 0,-25 31 0,61-87 0,-100 138 0,1 0 0,0-1 0,0 1 0,0 0 0,0-1 0,0 1 0,1 0 0,-1 0 0,0 0 0,0 0 0,1 0 0,-1 0 0,1 0 0,-1 1 0,1-1 0,-1 0 0,3 0 0,-4 1 0,1 0 0,-1 1 0,1-1 0,-1 0 0,0 0 0,1 0 0,-1 0 0,0 1 0,1-1 0,-1 0 0,0 0 0,1 1 0,-1-1 0,0 0 0,1 1 0,-1-1 0,0 0 0,0 1 0,1-1 0,-1 0 0,0 1 0,0-1 0,0 1 0,4 19 0,-4 4-423,-1 1-1,-1 0 0,-2 0 1,-9 36-1,-2 14-1404,-22 293-5694,38-365 7666,0-7 236,5-19 774,6-32 524,12-135-4067,-4 35 3333,-20 134 1836,0 21-2706,-1 0 1,1 0 0,0 0-1,0 0 1,-1 0 0,1 0 0,0 0-1,0 0 1,-1 0 0,1 0-1,0 0 1,0 0 0,-1 0-1,1 0 1,0 1 0,0-1-1,-1 0 1,1 0 0,0 0-1,0 0 1,0 0 0,-1 1 0,1-1-1,0 0 1,0 0 0,0 0-1,0 0 1,-1 1 0,1-1-1,0 0 1,0 0 0,0 1-1,0-1 1,0 0 0,0 0 0,0 1-1,0-1 1,-21 38 3696,18-31-3603,-42 91-1123,-32 105-1,69-183-6690,8-19 7613,0-1-1,0 0 1,0 0-1,0 0 1,0 0-1,0 0 1,0 0-1,0 0 1,0 1-1,0-1 1,0 0-1,0 0 1,0 0-1,0 0 1,0 0-1,0 0 1,0 0-1,0 1 0,-1-1 1,1 0-1,0 0 1,0 0-1,0 0 1,0 0-1,0 0 1,0 0-1,0 0 1,0 0-1,0 0 1,-1 0-1,1 0 1,0 1-1,0-1 1,0 0-1,0 0 1,0 0-1,0 0 1,0 0-1,-1 0 1,1 0-1,0 0 1,0 0-1,0 0 1,0 0-1,0 0 1,0 0-1,-1 0 1,1-1-1,0 1 1,0 0-1,0 0 1,0 0-1,-3-8 493,2-14 1743,4-189 6117,-3 188-7966</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09.134"/>
    </inkml:context>
    <inkml:brush xml:id="br0">
      <inkml:brushProperty name="width" value="0.1" units="cm"/>
      <inkml:brushProperty name="height" value="0.1" units="cm"/>
      <inkml:brushProperty name="color" value="#E71224"/>
    </inkml:brush>
  </inkml:definitions>
  <inkml:trace contextRef="#ctx0" brushRef="#br0">259 11 8192,'0'-1'85,"0"1"-1,0 0 1,0-1 0,0 1 0,0-1-1,0 1 1,0-1 0,0 1 0,0 0-1,-1-1 1,1 1 0,0 0 0,0-1-1,0 1 1,0-1 0,-1 1 0,1 0-1,0-1 1,0 1 0,-1 0 0,1 0-1,0-1 1,-1 1 0,1 0 0,0 0-1,-1-1 1,1 1 0,0 0 0,-1 0-1,0-1 1,-14 3 3765,-12 10 1141,19-8-4991,1 1 0,0 0 0,0 1 0,1-1 0,-1 1 0,1 0 0,-7 10 0,12-15 0,-1 1 0,1 0 0,0 0 0,0-1 0,0 1 0,0 0 0,0 0 0,1 0 0,-1 0 0,1 0 0,-1 0 0,1 0 0,-1 0 0,1 0 0,0 0 0,0 0 0,0 0 0,0 0 0,1 0 0,-1 0 0,1 0 0,-1 0 0,1 0 0,-1 0 0,1 0 0,0 0 0,0-1 0,0 1 0,0 0 0,0 0 0,1-1 0,-1 1 0,0-1 0,1 1 0,-1-1 0,1 1 0,1 0 0,5 4 0,0-1 0,0 0 0,0-1 0,1 0 0,0 0 0,-1-1 0,12 3 0,68 13 0,-52-13 0,66 10 0,21 4 0,-120-20 0,0 1 0,0 0 0,0 0 0,0 0 0,0 0 0,0 0 0,-1 1 0,1-1 0,0 1 0,-1-1 0,1 1 0,-1 0 0,0 0 0,0 0 0,0 1 0,2 2 0,-2-3 0,-1 0 0,0 1 0,0-1 0,0 1 0,-1-1 0,1 1 0,-1-1 0,1 1 0,-1 0 0,0-1 0,0 1 0,0 0 0,0-1 0,0 1 0,-1 0 0,1-1 0,-1 1 0,-1 4 0,0-1 0,-1 0 0,1 0 0,-1-1 0,0 1 0,0-1 0,-1 0 0,1 0 0,-1 0 0,-1 0 0,1-1 0,0 0 0,-7 5 0,2-3 0,1-1 0,-1 0 0,1-1 0,-1 0 0,0 0 0,-1-1 0,-10 3 0,-13 0 0,0-2 0,0-1 0,-52-2 0,67-1 0,-262-1-10052,260 1 8636</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09.445"/>
    </inkml:context>
    <inkml:brush xml:id="br0">
      <inkml:brushProperty name="width" value="0.1" units="cm"/>
      <inkml:brushProperty name="height" value="0.1" units="cm"/>
      <inkml:brushProperty name="color" value="#E71224"/>
    </inkml:brush>
  </inkml:definitions>
  <inkml:trace contextRef="#ctx0" brushRef="#br0">139 1 8192,'1'120'1242,"0"19"2633,-17 143 0,-33 109-12426,48-386 9292,0 0-1,0 1 0,0-1 1,-1 0-1,1 0 0,-4 6 1,5-11-616,0 1-1,0-1 1,-1 0 0,1 1 0,0-1 0,0 0 0,0 1 0,-1-1 0,1 0 0,0 1 0,-1-1 0,1 0 0,0 0 0,-1 1-1,1-1 1,0 0 0,-1 0 0,1 0 0,0 1 0,-1-1 0,1 0 0,-1 0 0,1 0 0,0 0 0,-1 0 0,1 0-1,-1 0 1,1 0 0,-1 0 0,1 0 0,-1 0 0,0-1 7,-1 0 0,1 0 0,0 0 0,0 0 0,0 0 0,0 0 0,0-1 0,0 1 0,0 0-1,0 0 1,0-1 0,1 1 0,-2-3 0,-4-11-132,0 0 0,1 0 0,0 0 0,2-1 0,-4-30 0,1-80 0,6 93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10.527"/>
    </inkml:context>
    <inkml:brush xml:id="br0">
      <inkml:brushProperty name="width" value="0.1" units="cm"/>
      <inkml:brushProperty name="height" value="0.1" units="cm"/>
      <inkml:brushProperty name="color" value="#E71224"/>
    </inkml:brush>
  </inkml:definitions>
  <inkml:trace contextRef="#ctx0" brushRef="#br0">0 3 8192,'25'-1'5384,"-18"0"-4708,0 1 0,0-1 0,-1 1 0,1 0 0,0 1 0,0 0 0,-1 0 0,10 3 0,-16-4-676,1 1 0,-1-1 0,1 1 0,-1-1 0,1 1 0,-1-1 0,1 1 0,-1-1 0,1 1 0,-1 0 0,0-1 0,1 1 0,-1 0 0,0-1 0,0 1 0,0 0 0,1-1 0,-1 1 0,0 0 0,0 0 0,0-1 0,0 1 0,0 0 0,0-1 0,0 1 0,0 0 0,-1 0 0,1-1 0,0 1 0,0 0 0,-1-1 0,1 1 0,0 0 0,-1-1 0,1 1 0,0 0 0,-1-1 0,1 1 0,-1 0 0,-23 30 0,18-24 0,-11 12 0,12-14 0,0 0 0,0 0 0,1 1 0,0-1 0,-6 13 0,9-18 0,1 1 0,0 0 0,0-1 0,0 1 0,0 0 0,0 0 0,1-1 0,-1 1 0,0 0 0,0-1 0,0 1 0,1 0 0,-1-1 0,0 1 0,1-1 0,-1 1 0,0 0 0,1-1 0,-1 1 0,1-1 0,-1 1 0,1-1 0,-1 1 0,1-1 0,-1 0 0,1 1 0,-1-1 0,1 0 0,0 1 0,-1-1 0,1 0 0,0 1 0,-1-1 0,1 0 0,0 0 0,-1 0 0,1 0 0,1 0 0,28 5 0,-29-5 0,3 0-478,-1 0 0,1 0 1,0 0-1,0 0 0,-1-1 0,1 1 0,0-1 0,-1 0 1,1 0-1,0 0 0,4-3 0,-6 2 191,0 1 1,0 0-1,0-1 0,-1 1 0,1-1 1,-1 0-1,1 1 0,-1-1 1,1 0-1,-1 0 0,0 0 0,0 0 1,0 0-1,0 0 0,0 0 1,-1-1-1,1 1 0,-1 0 0,1-5 1,0-6 286</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10.793"/>
    </inkml:context>
    <inkml:brush xml:id="br0">
      <inkml:brushProperty name="width" value="0.1" units="cm"/>
      <inkml:brushProperty name="height" value="0.1" units="cm"/>
      <inkml:brushProperty name="color" value="#E71224"/>
    </inkml:brush>
  </inkml:definitions>
  <inkml:trace contextRef="#ctx0" brushRef="#br0">53 1 8192,'-34'616'193,"22"-474"-386,5-49 11661,9-125-11468,1 1 0,10-49 0,-6 48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12.104"/>
    </inkml:context>
    <inkml:brush xml:id="br0">
      <inkml:brushProperty name="width" value="0.1" units="cm"/>
      <inkml:brushProperty name="height" value="0.1" units="cm"/>
      <inkml:brushProperty name="color" value="#E71224"/>
    </inkml:brush>
  </inkml:definitions>
  <inkml:trace contextRef="#ctx0" brushRef="#br0">366 20 8192,'27'-1'2997,"36"-7"-1,-35 4-258,28-1-1,-40 5-2737,-7-1 0,0 1 0,0 0 0,0 0 0,1 1 0,-1 0 0,13 4 0,-20-4 0,0-1 0,-1 1 0,1 0 0,-1 0 0,1 0 0,-1 0 0,1 0 0,-1 0 0,0 0 0,1 1 0,-1-1 0,0 0 0,0 1 0,0-1 0,0 1 0,1 1 0,-1 0 0,0-1 0,-1 1 0,1 0 0,-1-1 0,0 1 0,1 0 0,-1 0 0,0-1 0,-1 1 0,1 0 0,0 0 0,-1-1 0,-1 5 0,-1 3-143,0-1 1,-1 0-1,-1-1 0,1 1 0,-1-1 0,-1 1 0,0-1 1,0-1-1,-8 9 0,-4 1-833,0-1 1,-31 23-1,43-36 954,0 0 0,0 0 0,-1 0 0,1-1 1,-1 0-1,1 0 0,-1-1 0,-7 1 0,-31 10 1220,42-11-1144,0 0 1,1 1-1,-1-1 0,0 1 0,1 0 1,-1 0-1,1 0 0,-1 0 0,1 0 1,0 0-1,0 1 0,-3 4 0,-12 20-126,5-5-87,-1-1 1,-2-1-1,-17 20 0,30-38 143,-34 40-4645,34-39 4534,-1 1 0,1-1 0,0 1 0,0-1 0,1 1 0,-1 0 0,1-1 0,-1 1 0,1 0 0,0 0 0,0 6 0,1-10 286,0 1 1,1 0-1,-1 0 0,0-1 1,1 1-1,-1 0 0,0-1 0,1 1 1,-1 0-1,1-1 0,-1 1 1,1-1-1,-1 1 0,1-1 0,0 1 1,-1-1-1,1 1 0,0-1 1,-1 0-1,1 1 0,0-1 0,-1 0 1,1 0-1,0 1 0,0-1 1,-1 0-1,1 0 0,0 0 0,0 0 1,-1 0-1,1 0 0,0 0 1,0 0-1,-1 0 0,1 0 0,0-1 1,0 1-1,0 0 0,31-7 3186,60-26-3951,-47 16-329,46-10 0,-49 16 836,-10 3-3244,64-9 0,-94 17 3292,-1-1 0,1 1-1,-1 0 1,1 0 0,0 0 0,-1 0-1,1 1 1,-1-1 0,1 0 0,-1 1-1,1-1 1,-1 0 0,3 2 0,-4-2 30,0 1 1,1-1-1,-1 0 1,0 0-1,0 1 1,0-1-1,0 0 1,0 1-1,1-1 1,-1 0-1,0 1 1,0-1-1,0 1 1,0-1-1,0 0 1,0 1-1,0-1 1,0 0-1,0 1 1,0-1-1,-1 0 1,1 1-1,0-1 1,0 0-1,0 1 1,0-1-1,0 0 1,0 1-1,-1-1 1,1 0-1,0 0 1,0 1-1,-1-1 1,1 0-1,-4 4-89,1-1 0,-1 1-1,1-1 1,-1 0-1,0-1 1,-8 5 0,-22 9 110,-1-2 0,-47 13 0,-77 12 0,19-6 0,97-22 0,18-5 0,0 0 0,1 2 0,-40 18 0,61-24 25,1-1 0,-1 0 0,1 1 0,0-1 0,0 1 0,0 0 0,0-1 0,0 1-1,0 0 1,1 0 0,-1 0 0,1 1 0,-1-1 0,1 0 0,0 1 0,0-1 0,0 1 0,0-1 0,0 1 0,-1 3 0,2-1 71,0-1 0,0 0 1,1 0-1,-1 0 0,1 1 0,0-1 0,0 0 0,0 0 0,1 0 0,-1 0 1,5 6-1,3 5 183,0-1 1,2 0 0,0-1-1,0 0 1,17 14 0,5 1-200,-26-24-50,0 2 1,0-1-1,-1 1 1,0 0-1,0 0 1,0 0-1,-1 1 1,0 0-1,8 14 1,-5-2 1090,-2 0 0,0 1 0,-1 0 1,5 40-1,-10-58-1042,0-1 0,1 0 0,-1 1 0,0-1 0,0 0 1,0 1-1,0-1 0,0 1 0,0-1 0,-1 0 0,1 1 0,0-1 1,-1 0-1,1 1 0,-1-1 0,1 0 0,-1 0 0,0 1 0,1-1 1,-1 0-1,0 0 0,0 0 0,0 0 0,-1 1 0,1-2-74,-1 0 0,1 1 1,0-1-1,0 0 0,-1-1 0,1 1 0,0 0 0,-1 0 0,1 0 0,0-1 0,0 1 1,0-1-1,-1 1 0,1-1 0,0 1 0,0-1 0,0 0 0,0 0 0,0 1 0,0-1 0,0 0 1,0 0-1,0 0 0,1 0 0,-1 0 0,0 0 0,0-1 0,-7-10-310,1 0 0,0-1 0,0 1 0,2-1 0,-1 0 0,2-1 0,0 1 0,0-1-1,2 0 1,-3-24 0,3 14 305</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12.371"/>
    </inkml:context>
    <inkml:brush xml:id="br0">
      <inkml:brushProperty name="width" value="0.1" units="cm"/>
      <inkml:brushProperty name="height" value="0.1" units="cm"/>
      <inkml:brushProperty name="color" value="#E71224"/>
    </inkml:brush>
  </inkml:definitions>
  <inkml:trace contextRef="#ctx0" brushRef="#br0">84 0 8192,'5'61'4755,"0"-16"-1585,4 173-5151,-9 0-1,-10 1 1,-46 263 0,24-339 4457,28-125-1981</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12.990"/>
    </inkml:context>
    <inkml:brush xml:id="br0">
      <inkml:brushProperty name="width" value="0.1" units="cm"/>
      <inkml:brushProperty name="height" value="0.1" units="cm"/>
      <inkml:brushProperty name="color" value="#E71224"/>
    </inkml:brush>
  </inkml:definitions>
  <inkml:trace contextRef="#ctx0" brushRef="#br0">0 1 8192,'2'19'1154,"0"0"0,2 0 1,0-1-1,1 1 0,7 17 1,4 18 758,75 255-630,2 11 63,-80-273-1470,-2 1 1,-3 1-1,5 87 0,-13-134 155,0 1 0,0-1 0,0 1 0,0-1 0,-1 0 0,1 1 0,0-1 0,-1 1 0,0-1 0,0 0-1,0 1 1,0-1 0,0 0 0,0 0 0,-2 3 0,-4 2-31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13.334"/>
    </inkml:context>
    <inkml:brush xml:id="br0">
      <inkml:brushProperty name="width" value="0.1" units="cm"/>
      <inkml:brushProperty name="height" value="0.1" units="cm"/>
      <inkml:brushProperty name="color" value="#E71224"/>
    </inkml:brush>
  </inkml:definitions>
  <inkml:trace contextRef="#ctx0" brushRef="#br0">558 0 8192,'-1'10'355,"0"-1"1,0 0-1,-1 0 0,0 0 1,-1 0-1,0 0 1,0 0-1,-1 0 1,0-1-1,0 0 0,-1 0 1,-8 12-1,-9 6 1750,-1 0 0,-28 25 1,23-24-1574,-72 70-532,-55 56 0,54-55-2476,97-92 2406,0-1-1,0 0 0,1 1 0,0 0 1,0 0-1,-3 8 0,1-1 71</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14.068"/>
    </inkml:context>
    <inkml:brush xml:id="br0">
      <inkml:brushProperty name="width" value="0.1" units="cm"/>
      <inkml:brushProperty name="height" value="0.1" units="cm"/>
      <inkml:brushProperty name="color" value="#E71224"/>
    </inkml:brush>
  </inkml:definitions>
  <inkml:trace contextRef="#ctx0" brushRef="#br0">1 1760 8192,'3'-3'1235,"1"0"1,1 0-1,-1 1 1,0 0-1,1 0 1,-1 0-1,7-2 1,12-5 348,14-8-1584,1 2 0,51-12 0,-27 8 0,27-9 0,110-37 0,-153 47 0,-2-1 0,55-34 0,-86 45-347,0-2 1,-1 1-1,0-2 0,-1 0 1,0 0-1,-1-1 0,0 0 0,13-22 1,3-11-2161,25-60 1,-21 38 1378,203-419-1079,-220 461 2207,-1-1 0,-1 0 0,8-34 0,-17 52 0,0 1 0,-1-1 0,0 0 0,0 0 0,-1 1 0,0-1 0,0 0 0,-1 0 0,0 0 0,0 1 0,-1-1 0,0 1 0,-1-1 0,1 1 0,-1-1 0,-7-10 0,-7-9 1764,-1 1 0,-1 0 0,-1 2-1,-34-33 1,20 27-1852,-1 2 0,-1 1-1,-55-31 1,71 48 52,1 0 1,-1 1 0,-1 1-1,0 1 1,0 1 0,0 1-1,0 1 1,-1 1 0,-23-1-1,17 3 254,-44 6 0,62-4-346,0 1 0,0 1 0,1-1-1,-1 1 1,1 1 0,0 0 0,-17 10-1,12-5-279,1 1 0,1 0-1,0 0 1,0 1-1,1 1 1,1 0 0,0 0-1,0 1 1,1 0-1,-13 27 1,13-18-25,0 0 0,1 1 0,2 0 0,0 1 1,2-1-1,-3 38 0,1 419 433,9-269 0,-3-18 0,0-178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15.456"/>
    </inkml:context>
    <inkml:brush xml:id="br0">
      <inkml:brushProperty name="width" value="0.1" units="cm"/>
      <inkml:brushProperty name="height" value="0.1" units="cm"/>
      <inkml:brushProperty name="color" value="#E71224"/>
    </inkml:brush>
  </inkml:definitions>
  <inkml:trace contextRef="#ctx0" brushRef="#br0">2 0 8192,'-2'143'2896,"4"149"5676,-2-289-8572,0 0 0,1 1 0,-1-1 0,1 1 0,0-1 0,0 0 0,0 0 0,0 1 0,1-1 0,-1 0 0,1 0 0,0 0 0,2 3 0,-2-4 0,0-1 0,-1 1 0,1-1 0,0 0 0,-1 0 0,1 0 0,0 0 0,0 0 0,0 0 0,0 0 0,0-1 0,0 1 0,0-1 0,1 1 0,-1-1 0,0 0 0,0 0 0,0 0 0,0 0 0,0 0 0,1 0 0,1-1 0,19-4-268,-1 0 0,0-2 0,0 0 0,31-16 0,-40 17-106,0-2 0,-1 0 0,0 0-1,0-1 1,0 0 0,-2-1 0,1-1-1,9-11 1</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16.563"/>
    </inkml:context>
    <inkml:brush xml:id="br0">
      <inkml:brushProperty name="width" value="0.1" units="cm"/>
      <inkml:brushProperty name="height" value="0.1" units="cm"/>
      <inkml:brushProperty name="color" value="#E71224"/>
    </inkml:brush>
  </inkml:definitions>
  <inkml:trace contextRef="#ctx0" brushRef="#br0">1 1519 8192,'0'-3'620,"1"0"1,0 0 0,0 0 0,0 1-1,1-1 1,-1 0 0,1 1-1,-1-1 1,3-2 0,8-16 2011,1-11-2155,2 0 1,1 2-1,31-48 1,6-9 241,-34 53-876,-4 4-376,1 1 0,2 0 0,1 1 0,1 0-1,34-35 1,-10 24-742,2 2 1,82-51-1,112-47-2979,-221 125 4220,119-60 34,183-65 0,160-12 0,-418 130 0,506-107 0,-89 75 0,5 27 0,366-22 0,254-6 0,-253 51 0,0 43 0,1043 106 0,-1017-76 0,-830-67 0,-1 3 0,-1 2 0,51 20 0,-2-1 0,92 19 0,65 20 0,-62-18 495,-181-49-422,0 0-1,-1 0 1,1 1-1,-1 0 1,1 0 0,-1 1-1,-1 0 1,1 0-1,-1 1 1,8 7 0,7 10 1925,32 42 0,1 2 1989,20 6-2808,32 34-167,-90-85-1012,-2 1 0,0 1 0,-1 1 0,20 47 0,50 108 110,-25-56-715,-17-38-2196,26 64 5726,-46-80-5350,2 34 2299,-3-15 1202,37 104 0,55 152-9428,-38-93 6006,-67-223 2346</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2:44:00.317"/>
    </inkml:context>
    <inkml:brush xml:id="br0">
      <inkml:brushProperty name="width" value="0.1" units="cm"/>
      <inkml:brushProperty name="height" value="0.1" units="cm"/>
      <inkml:brushProperty name="color" value="#E71224"/>
    </inkml:brush>
  </inkml:definitions>
  <inkml:trace contextRef="#ctx0" brushRef="#br0">1 0 8192,'63'247'0,"-54"-205"0,81 586 0,-53 8 0,-32-515 0,29 356 0,-1-11 0,-30-73 1598,-4-231 952,4-148 65,2-22-361,7-28 167,-12 34-2391,11-35-30,44-188 0,-51 208 0,0 2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1:29.902"/>
    </inkml:context>
    <inkml:brush xml:id="br0">
      <inkml:brushProperty name="width" value="0.1" units="cm"/>
      <inkml:brushProperty name="height" value="0.1" units="cm"/>
      <inkml:brushProperty name="color" value="#E71224"/>
    </inkml:brush>
  </inkml:definitions>
  <inkml:trace contextRef="#ctx0" brushRef="#br0">416 1233 8192,'45'1'13167,"1"0"-7686,12 0-4517,77-5-5910,-50-8-169,-54 6 952,58-2 1,774 9 2936,-837-2 1461,0-2 1,29-6-1,-28 4-308,53-3-1,-70 8 356,16 0-332,1 0 1,-1-1 0,1-2-1,-1-1 1,0-1-1,37-12 1,-29 7 1955,53-11 1,-58 16 1025,-1-2 0,36-13 0,-53 16-2441,0-1 1,-1-1 0,0 1 0,-1-2 0,1 1-1,-1-1 1,0-1 0,-1 0 0,12-13 0,13-23-492,-2-2 0,-1-2 0,28-64 0,-33 63-1168,36-83-8756,-55 115 8934,0 0 0,-1-1 0,-1 0 0,-1 0 0,-1 0 0,1-19 0,-2 6 990,0 14 0,-1 0 0,-1 0 0,0 0 0,-6-28 0,6 41 0,0-1 0,-1 0 0,0 1 0,0-1 0,0 1 0,-1-1 0,0 1 0,1 0 0,-1 0 0,-1 0 0,1 0 0,-1 1 0,1-1 0,-1 1 0,0 0 0,0 0 0,0 1 0,-1-1 0,1 1 0,-7-3 0,-18-7 0,-200-78 0,170 66 0,41 16 0,1 0 0,-1 2 0,-24-6 0,-138-16 0,99 17 0,36 5 0,-54-1 0,-882 8 0,948 1 0,0 2 0,1 2 0,0 1 0,-52 18 0,45-13 0,2 0 0,0 2 0,0 2 0,2 1 0,0 1 0,1 3 0,1 0 0,1 2 0,1 2 0,-53 53 0,70-64 0,2 1 0,-1 0 0,2 1 0,0 0 0,1 1 0,0 0 0,-11 31 0,-59 123 0,56-126 0,1 2 0,3 1 0,-23 80 0,39-108 0,0 0 0,2 0 0,0 0 0,2 0 0,2 35 0,0-43 0,0-1 0,0 1 0,1-1 0,0 0 0,1 0 0,0 0 0,0 0 0,2-1 0,-1 0 0,1 0 0,10 12 0,-11-17 0,0-1 0,1 0 0,0 0 0,-1 0 0,2-1 0,-1 0 0,0 0 0,0 0 0,1-1 0,-1 0 0,1 0 0,10 0 0,-7 1 0,19 4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1:31.164"/>
    </inkml:context>
    <inkml:brush xml:id="br0">
      <inkml:brushProperty name="width" value="0.1" units="cm"/>
      <inkml:brushProperty name="height" value="0.1" units="cm"/>
      <inkml:brushProperty name="color" value="#E71224"/>
    </inkml:brush>
  </inkml:definitions>
  <inkml:trace contextRef="#ctx0" brushRef="#br0">0 37 8192,'599'0'5406,"1514"0"-10812,-1765-14 5406,-11 0 0,1545 15 10165,-1263-1-2308,-567-4-7857,-35-2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1:31.902"/>
    </inkml:context>
    <inkml:brush xml:id="br0">
      <inkml:brushProperty name="width" value="0.1" units="cm"/>
      <inkml:brushProperty name="height" value="0.1" units="cm"/>
      <inkml:brushProperty name="color" value="#E71224"/>
    </inkml:brush>
  </inkml:definitions>
  <inkml:trace contextRef="#ctx0" brushRef="#br0">0 27 8192,'185'0'3176,"94"0"7039,-49 0-5584,14-13-6400,-15 0 182,181 13-12058,-379 0 12624</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4:40.838"/>
    </inkml:context>
    <inkml:brush xml:id="br0">
      <inkml:brushProperty name="width" value="0.1" units="cm"/>
      <inkml:brushProperty name="height" value="0.1" units="cm"/>
      <inkml:brushProperty name="color" value="#E71224"/>
    </inkml:brush>
  </inkml:definitions>
  <inkml:trace contextRef="#ctx0" brushRef="#br0">0 139 8192,'5'-3'704,"-1"0"1,1 0 0,0 1-1,0-1 1,0 1 0,0 0-1,1 0 1,8-1-1,15-6 1774,12-7-3548,0 2 0,1 1 0,61-9 0,132-6-3459,-225 27 4519,511-11 10,-370 13 0,288 24 0,-221-8 0,93 6 0,458 17 0,-344-32 0,82-1 0,2150-7 0,-2634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4:41.976"/>
    </inkml:context>
    <inkml:brush xml:id="br0">
      <inkml:brushProperty name="width" value="0.1" units="cm"/>
      <inkml:brushProperty name="height" value="0.1" units="cm"/>
      <inkml:brushProperty name="color" value="#E71224"/>
    </inkml:brush>
  </inkml:definitions>
  <inkml:trace contextRef="#ctx0" brushRef="#br0">0 52 8192,'111'1'4313,"99"-2"907,-2-10-3285,-176 8-2083,313-18-5746,-330 21 7108,1-2 1,21-4 0,25-3 1183,-45 9-2398</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4:42.817"/>
    </inkml:context>
    <inkml:brush xml:id="br0">
      <inkml:brushProperty name="width" value="0.1" units="cm"/>
      <inkml:brushProperty name="height" value="0.1" units="cm"/>
      <inkml:brushProperty name="color" value="#E71224"/>
    </inkml:brush>
  </inkml:definitions>
  <inkml:trace contextRef="#ctx0" brushRef="#br0">1 0 8192,'282'13'11468,"-148"3"-11468,108 7 0,444-23-8198,-314-1 4928,44-8 3270,45 1 0,-442 8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4:43.435"/>
    </inkml:context>
    <inkml:brush xml:id="br0">
      <inkml:brushProperty name="width" value="0.1" units="cm"/>
      <inkml:brushProperty name="height" value="0.1" units="cm"/>
      <inkml:brushProperty name="color" value="#E71224"/>
    </inkml:brush>
  </inkml:definitions>
  <inkml:trace contextRef="#ctx0" brushRef="#br0">0 1 8192,'413'10'11468,"344"-1"-11468,-499-11 0,260-7 0,15 0 0,418 10-11468,-937-1 11468</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4:43.995"/>
    </inkml:context>
    <inkml:brush xml:id="br0">
      <inkml:brushProperty name="width" value="0.1" units="cm"/>
      <inkml:brushProperty name="height" value="0.1" units="cm"/>
      <inkml:brushProperty name="color" value="#E71224"/>
    </inkml:brush>
  </inkml:definitions>
  <inkml:trace contextRef="#ctx0" brushRef="#br0">1 35 8192,'187'0'8867,"0"-1"-6431,423-6-12348,-351 1 8962,235-13 509,-469 18 441</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2:30.245"/>
    </inkml:context>
    <inkml:brush xml:id="br0">
      <inkml:brushProperty name="width" value="0.1" units="cm"/>
      <inkml:brushProperty name="height" value="0.1" units="cm"/>
      <inkml:brushProperty name="color" value="#E71224"/>
    </inkml:brush>
  </inkml:definitions>
  <inkml:trace contextRef="#ctx0" brushRef="#br0">417 950 8192,'9'7'482,"0"-1"0,0-1 0,1 0-1,0 0 1,19 7 0,-5-3 897,25 12-397,0-3 0,2-1 0,0-3 1,0-2-1,2-2 0,-1-3 1,1-2-1,0-2 0,0-3 0,0-2 1,-1-2-1,1-2 0,95-25 1,563-212-17779,-675 229 16662,-1-1 1,0-2 0,-1-1-1,55-41 1,-85 55 472,1-1 0,-1 0 0,0 1 0,0-2 0,-1 1 0,0 0-1,0-1 1,0 1 0,0-1 0,-1 0 0,0 0 0,0 0 0,-1 0 0,1 0 0,-1 0 0,-1-1 0,1 1 0,-1 0 0,0 0-1,-1-1 1,1 1 0,-1 0 0,0 0 0,-1 0 0,0 0 0,-2-7 0,-2-4 700,-1-1 0,-1 2 0,0-1 0,-1 1 0,-1 0 0,-1 0 0,-19-21 0,1 7-1882,-1 2 1,-1 2-1,-2 0 0,0 3 1,-2 0-1,0 2 1,-54-22-1,23 15-1339,-2 4 0,-1 2-1,-98-17 1,41 18 1331,-1 6 0,-213 2 1,294 15 850,0 3 0,1 1 0,-1 2 0,2 2 0,-1 2 0,1 2 0,-53 25 0,47-15 0,1 3 0,1 2 0,1 1 0,2 3 0,-67 63 0,93-77 81,1 1 1,1 1-1,0 0 1,2 2 0,1 0-1,1 0 1,0 1-1,2 1 1,1 0-1,1 0 1,-7 33 0,12-40 31,2 0 1,-1 0-1,2 0 1,1 0 0,0 0-1,1 0 1,6 31-1,-4-36-37,0 0 0,1-1 0,1 1-1,0-1 1,1 0 0,0 0 0,1-1-1,1 1 1,-1-2 0,2 1 0,11 11-1,-14-16-139,1 0-1,0-1 0,0 0 0,0 0 0,0-1 1,1 0-1,0 0 0,0-1 0,0 0 0,0 0 0,13 2 1,3-1-481,0-2 0,42 1 1,-22-4 544</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2:31.056"/>
    </inkml:context>
    <inkml:brush xml:id="br0">
      <inkml:brushProperty name="width" value="0.1" units="cm"/>
      <inkml:brushProperty name="height" value="0.1" units="cm"/>
      <inkml:brushProperty name="color" value="#E71224"/>
    </inkml:brush>
  </inkml:definitions>
  <inkml:trace contextRef="#ctx0" brushRef="#br0">696 1410 8192,'59'30'0,"19"10"0,151 55 0,-170-78 0,0-2 0,0-3 0,2-2 0,-1-3 0,1-3 0,0-2 0,0-3 0,-1-3 0,92-16 0,-55-1 0,0-4 0,-1-5 0,-2-3 0,-1-5 0,-2-3 0,-2-5 0,-2-3 0,-3-4 0,-1-4 0,-3-3 0,-3-4 0,-3-3 0,75-88 0,-125 128 209,0-1 1,-3-1 0,0-1 0,-2-1-1,-1-1 1,-2 0 0,21-59 0,-32 78-137,-2-1 0,1 1 0,-2-1 0,0 0 0,-1 0-1,0 0 1,-1 0 0,0 0 0,-1 0 0,-1 0 0,0 1 0,-1-1 0,-1 0 0,0 1 0,0 0 0,-1 0 0,-1 0 0,-1 0 0,1 1 0,-2 0 0,0 1 0,-16-20 0,7 15-95,-1 0 1,0 1 0,-1 1-1,-1 0 1,0 2-1,-1 0 1,0 2 0,-38-15-1,-11 2-74,-107-22 0,84 27-201,1 3-1,-2 5 1,0 4 0,0 4 0,0 3 0,0 5 0,1 5 0,0 3 0,-146 42 0,-224 103 297,331-103 0,-176 100 0,152-66 0,-285 218 0,425-295 571,1 0 0,1 1 0,0 1 0,0 0 0,-18 28 1,30-40-446,0 0 0,1 0 0,-1 0 1,1 1-1,-1-1 0,1 0 1,0 1-1,0-1 0,1 1 1,-1 0-1,1-1 0,-1 1 0,1-1 1,0 1-1,1 0 0,-1-1 1,1 1-1,-1-1 0,1 1 1,0-1-1,0 1 0,1-1 0,-1 0 1,1 1-1,-1-1 0,1 0 1,0 0-1,0 0 0,1 0 1,-1-1-1,0 1 0,1 0 0,0-1 1,0 0-1,0 0 0,0 0 1,0 0-1,6 3 0,20 9 1141,1-1-1,1-1 1,0-1 0,1-2-1,49 7 1,-13-1-408,11 2-455,1-4-1,104 3 1,-106-13-404</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2:32.403"/>
    </inkml:context>
    <inkml:brush xml:id="br0">
      <inkml:brushProperty name="width" value="0.1" units="cm"/>
      <inkml:brushProperty name="height" value="0.1" units="cm"/>
      <inkml:brushProperty name="color" value="#E71224"/>
    </inkml:brush>
  </inkml:definitions>
  <inkml:trace contextRef="#ctx0" brushRef="#br0">345 1009 8192,'143'88'6401,"7"-17"-4427,-108-55-2306,1-2-1,0-1 1,1-3-1,0-1 1,62 3 0,-57-8-248,1-3-1,-1-1 1,0-3 0,1-2 0,-1-2 0,-1-2 0,0-3 0,0-1 0,-1-2 0,77-38 0,-64 23 580,-2-3 0,-1-2 0,67-56 0,-103 74 0,-1-2 0,-1 0 0,-1-1 0,-1-1 0,-1-1 0,0 0 0,-2-1 0,0 0 0,-2-1 0,-1-1 0,9-27 0,-9 19 195,-1 0 0,-2 0 0,-2-1 1,-1-1-1,1-56 0,-6 80-99,-1-1 0,0 0-1,-1 1 1,0-1 0,-1 1-1,0-1 1,0 1 0,-2 0 0,1 1-1,-1-1 1,-1 1 0,0 0 0,-1 0-1,1 0 1,-2 1 0,1 0-1,-2 1 1,1 0 0,-1 0 0,-10-7-1,-9-3-365,-1 1 0,-2 1-1,1 2 1,-1 1-1,-1 1 1,-53-11-1,2 5-341,-124-8 0,-128 9 532,273 18 84,0 3 0,0 3 0,-84 19 0,107-15-4,1 2 0,0 2 0,1 1 0,1 2 0,0 1 0,2 2 0,0 1 0,1 2 0,-42 40 0,27-17 0,3 3 0,1 1 0,3 2 0,-66 110 0,92-134 0,1 1 0,2 0 0,1 0 0,1 1 0,1 1 0,2-1 0,1 1 0,2 1 0,1-1 0,2 50 0,3-47 0,1 0 0,1 0 0,2 0 0,2-1 0,1 0 0,1 0 0,2-1 0,1-1 0,29 50 0,-2-18 0,-2-7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2:33.219"/>
    </inkml:context>
    <inkml:brush xml:id="br0">
      <inkml:brushProperty name="width" value="0.1" units="cm"/>
      <inkml:brushProperty name="height" value="0.1" units="cm"/>
      <inkml:brushProperty name="color" value="#E71224"/>
    </inkml:brush>
  </inkml:definitions>
  <inkml:trace contextRef="#ctx0" brushRef="#br0">2900 313 8192,'0'-25'650,"1"14"764,-1 1-1,0-1 1,-1 0 0,0 1 0,-1-1-1,-3-12 1,3 19-1074,1 1 0,-1-1-1,0 1 1,0-1 0,-1 1 0,1 0 0,-1 0-1,1 0 1,-1 0 0,0 1 0,0-1 0,0 1-1,0 0 1,-1-1 0,1 2 0,-1-1 0,1 0-1,-1 1 1,0-1 0,0 1 0,-3-1 0,-32-6-340,-1 1 0,-63-3 0,50 6 0,-242-16-3261,-130-13-2318,419 32 5579,-608-55-4626,482 51 3107,0 6 1,-218 29-1,316-25 1519,0 2 0,1 2 0,0 1 0,0 2 0,1 1 0,1 1 0,0 1 0,1 2 0,0 2 0,2 0 0,0 2 0,2 1 0,0 1 0,1 1 0,2 2 0,0 0 0,2 1 0,1 1 0,1 1 0,1 1 0,-18 44 0,31-64 4,2 0 0,-1 1 0,1-1 0,1 1 0,0 0 0,1 0 0,0 0 0,0 0 0,1 0 0,1 0 0,-1 0 0,6 19 0,-3-18 78,2 0-1,-1 0 0,2-1 0,-1 1 0,2-1 0,-1-1 0,1 1 0,1-1 0,0 0 0,17 15 0,26 22-27,1-3 0,2-2 0,2-2 0,2-3 0,77 37 0,-57-39-148,1-3 0,1-4 0,148 32-1,-94-38-53,2-6-1,-1-5 1,1-7-1,0-6 0,177-24 1,173-44 148,-343 47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4:49.584"/>
    </inkml:context>
    <inkml:brush xml:id="br0">
      <inkml:brushProperty name="width" value="0.1" units="cm"/>
      <inkml:brushProperty name="height" value="0.1" units="cm"/>
      <inkml:brushProperty name="color" value="#E71224"/>
    </inkml:brush>
  </inkml:definitions>
  <inkml:trace contextRef="#ctx0" brushRef="#br0">1 189 8192,'8'-8'748,"1"1"1,1 0-1,-1 1 1,1 0-1,1 0 1,-1 1-1,0 0 1,1 1-1,22-5 1,3 2 1079,66-5 0,-50 8-1501,483-17-1853,-253 15 256,-58-4-1787,172-4-2558,-364 13 8512,35-6 0,-35 3-60,34-1 0,-47 4-2837,0-1 0,24-5 0,-5 1 0,1-1 0,-11 2 0,51-2 0,31 8 0,-96-1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4:51.651"/>
    </inkml:context>
    <inkml:brush xml:id="br0">
      <inkml:brushProperty name="width" value="0.1" units="cm"/>
      <inkml:brushProperty name="height" value="0.1" units="cm"/>
      <inkml:brushProperty name="color" value="#E71224"/>
    </inkml:brush>
  </inkml:definitions>
  <inkml:trace contextRef="#ctx0" brushRef="#br0">0 87 8192,'50'-2'4571,"66"-12"-1,13-1-2243,418 9-4664,-316 8 1703,1924-2-7863,-1879-18 8497,-82 2 0,-99 11 0,209-6 0,184 9 715,251 4 1431,-535 6-2954,46 1-1245,23 0 2053,21-1 0,913-8 0,-974 8 0,-3 1 0,410 8 0,-357 7 0,81 3 0,-246-25 0,230 10 0,521 26 0,-725-39 2796,-130 1-2236</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4:54.095"/>
    </inkml:context>
    <inkml:brush xml:id="br0">
      <inkml:brushProperty name="width" value="0.1" units="cm"/>
      <inkml:brushProperty name="height" value="0.1" units="cm"/>
      <inkml:brushProperty name="color" value="#E71224"/>
    </inkml:brush>
  </inkml:definitions>
  <inkml:trace contextRef="#ctx0" brushRef="#br0">0 154 8192,'1'-2'174,"0"0"0,0 0 0,0 1 0,0-1 1,1 1-1,-1-1 0,0 1 0,1-1 0,-1 1 1,1 0-1,0 0 0,-1 0 0,1 0 0,0 0 1,0 0-1,-1 0 0,4-1 0,1 0 47,17-10 51,1 2 1,0 1-1,0 1 0,36-7 1,106-11 940,-100 17-1738,340-21-4697,-340 27 5038,896-2 184,-353 40 0,-353-16 0,158 28 0,58 4 0,-337-45 0,285 8 0,174 19 0,-212-2 0,209 1 0,-489-29 0,527 12 0,44-9 1128,-386-8-1376,-72 2 2656,292 0-3609,-327 0 4464,-162 0 2855</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4:55.464"/>
    </inkml:context>
    <inkml:brush xml:id="br0">
      <inkml:brushProperty name="width" value="0.1" units="cm"/>
      <inkml:brushProperty name="height" value="0.1" units="cm"/>
      <inkml:brushProperty name="color" value="#E71224"/>
    </inkml:brush>
  </inkml:definitions>
  <inkml:trace contextRef="#ctx0" brushRef="#br0">0 37 8192,'1'-1'210,"-1"0"0,1 0 0,-1 0 0,1 1 1,0-1-1,-1 0 0,1 0 0,0 0 0,0 1 1,-1-1-1,1 0 0,0 1 0,0-1 0,0 0 0,0 1 1,0-1-1,0 1 0,0 0 0,0-1 0,0 1 1,2-1-1,27-7 3831,-27 7-3887,35-5 433,-1 2 0,0 1-1,56 4 1,-39-1-285,347 15-302,858 57-8839,-999-72 5815,0-1 5895,-252 1-1568,-1 0 1,1-1 0,0 0 0,9-3-1,2-3-1036,-5 1 1940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5:00.219"/>
    </inkml:context>
    <inkml:brush xml:id="br0">
      <inkml:brushProperty name="width" value="0.1" units="cm"/>
      <inkml:brushProperty name="height" value="0.1" units="cm"/>
      <inkml:brushProperty name="color" value="#E71224"/>
    </inkml:brush>
  </inkml:definitions>
  <inkml:trace contextRef="#ctx0" brushRef="#br0">632 1214 8192,'237'-9'8318,"13"0"-5168,-146 10-3150,149-2 0,-172-7-1046,34-2-2178,227-6-3974,-285 9 8112,80-20 0,21-4-266,-89 26-619,103 5 0,-66 2 1707,1088-2 5462,-1003 9-7198,14 0 0,-64-1 0,-14 0 0,14 1-4922,9 0-1186,2-1 5560,-1 1 658,-15 2-110,-91-6 0,-3-1 0,145 10 0,99-6 0,22 1 0,423-9 0,-590 8 0,-9 0 0,98 1 0,28 0 0,-61-11 0,167 4 0,-262 6 0,32 1 0,22 0 0,4-1 0,-121-8 0,353 10 0,16 9 0,-236-13 0,31 3 0,272-1 0,-298-10 0,60-15 0,-204 11 1464,-1-1 0,1-2 0,52-21 0,-53 18-61,0 0 0,1 3 0,47-9 0,-69 16-1403,0-1 0,-1-1 0,1 0 0,-1 0 0,0-1 0,0 0 0,0-1 0,-1 0 0,17-14 0,32-19 0,-37 28-784,-2-2-1,1-1 1,-2 0-1,0-1 1,-1-1-1,0-1 1,-1-1-1,-1 0 1,22-34-1,-34 44 508,1 0 0,-1 0-1,0 0 1,-1 0 0,0-1 0,0 1-1,-1-1 1,0-16 0,-1-7-286,-5-32 1,4 60 559,0-2 3,-1 0 0,0 0 0,0 0 0,-1 0 0,0 0 0,0 1 0,0-1 0,-1 1 0,0 0 0,-5-5 0,-9-15 0,17 23 0,-6-10 0,0 0 0,-1 1 0,0 0 0,-1 0 0,0 1 0,0 0 0,-18-13 0,-1 2 0,14 10 0,-1 1 0,-27-15 0,12 10 0,-19-9 0,-68-24 0,27 21 0,0 4 0,-100-12 0,-312-19 0,65 10 0,-376-22 0,577 48 0,29 2 0,113 10 0,-172-5 0,59 10 0,-212 3 0,236 6 0,-63 2 0,97-9 0,-268-4 0,246-5 0,-87-1 0,42 9 509,-445-9 2338,-138 0-102,484 11-2080,-66-12-5390,162 2 2684,35 1 2041,-125-2 0,88 10 0,-238-2 0,165-17 0,175 11 0,-133-3 0,116 9 3103,-128 3 5262,194 6-8365,-20 1 0,39-8 0,6-1 0,-76 9 0,-302 74 0,244-56 0,168-25 0,0 0 0,0 0 0,0 1 0,0 1 0,0 0 0,1 0 0,0 1 0,0 1 0,0-1 0,1 2 0,0-1 0,0 1 0,0 1 0,-7 7 0,9-8 0,-1-1 0,0 0 0,0 0 0,-15 7 0,-23 17 0,27-14 0,-42 27 0,55-39 0,1 0 0,-1 1 0,1 0 0,0 0 0,1 0 0,-1 0 0,1 1 0,0 0 0,0-1 0,1 2 0,0-1 0,0 0 0,0 1 0,1-1 0,0 1 0,0 0 0,0 0 0,1-1 0,0 1 0,0 13 0,1 10 0,1 0 0,2 0 0,9 42 0,-11-66 0,2 7-896,1 0-1,1 0 1,0-1-1,1 0 1,0 0-1,1 0 1,0-1-1,11 15 1,15 23-1945,-27-41 2754,-1-1-1,1 0 1,0 0 0,1 0-1,0-1 1,0 0 0,11 8-1,59 32 227,-73-44-138,105 51-1,-28-15 0,263 103 0,-209-97 0,-73-27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5:08.999"/>
    </inkml:context>
    <inkml:brush xml:id="br0">
      <inkml:brushProperty name="width" value="0.1" units="cm"/>
      <inkml:brushProperty name="height" value="0.1" units="cm"/>
      <inkml:brushProperty name="color" value="#E71224"/>
    </inkml:brush>
  </inkml:definitions>
  <inkml:trace contextRef="#ctx0" brushRef="#br0">0 206 8192,'60'-4'8584,"30"-12"-8900,-24 3-1608,852-95-4420,511 43 6344,-1329 65 0,-69 1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5:39.173"/>
    </inkml:context>
    <inkml:brush xml:id="br0">
      <inkml:brushProperty name="width" value="0.1" units="cm"/>
      <inkml:brushProperty name="height" value="0.1" units="cm"/>
      <inkml:brushProperty name="color" value="#E71224"/>
    </inkml:brush>
  </inkml:definitions>
  <inkml:trace contextRef="#ctx0" brushRef="#br0">525 0 8192,'-4'14'11261,"-8"8"-11528,4-9 718,-1 1-446,-1 1-1,0-2 0,-1 0 0,0 0 0,-22 18 0,13-11-6,-342 351 2,358-366 0,-1-1 0,0 1 0,1 0 0,0 0 0,-6 11 0,9-16 0,1 1 0,0-1 0,0 1 0,-1 0 0,1-1 0,0 1 0,0-1 0,0 1 0,0 0 0,-1-1 0,1 1 0,0-1 0,0 1 0,0 0 0,1-1 0,-1 1 0,0 0 0,0-1 0,0 1 0,0-1 0,1 1 0,-1 0 0,0 0 0,1 0 0,0-1 0,0 1 0,0 0 0,0-1 0,0 1 0,0-1 0,0 1 0,0-1 0,1 1 0,-1-1 0,0 0 0,0 1 0,0-1 0,0 0 0,1 0 0,-1 0 0,2 0 0,23-1 0,0-1 0,0-2 0,28-6 0,7-2 0,362-33-9352,-162 26 7236,-261 19 2116,11 0 280,-1-2 0,0 0 0,0 0 1,1-1-1,9-4 0,-18 7-238,-1-1 0,1 0 0,-1 1 0,1-1-1,-1 0 1,1 0 0,-1 0 0,0 0 0,1 0 0,-1 0 0,0-1 0,0 1-1,0 0 1,0-1 0,0 1 0,0-1 0,0 1 0,-1-1 0,1 1-1,0-1 1,-1 1 0,1-1 0,-1 0 0,0 1 0,1-1 0,-1 0-1,0 1 1,0-1 0,0 0 0,0 1 0,-1-1 0,1 0 0,0 0 0,-1 1-1,1-1 1,-1 1 0,1-1 0,-1 0 0,-1-1 0,-4-7-317,0 0 0,0 1-1,-1 0 1,0 1 0,-1-1 0,0 1 0,0 1 0,-18-13 0,-14-10-220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5:40.109"/>
    </inkml:context>
    <inkml:brush xml:id="br0">
      <inkml:brushProperty name="width" value="0.1" units="cm"/>
      <inkml:brushProperty name="height" value="0.1" units="cm"/>
      <inkml:brushProperty name="color" value="#E71224"/>
    </inkml:brush>
  </inkml:definitions>
  <inkml:trace contextRef="#ctx0" brushRef="#br0">1 1 8192,'2'1'581,"1"0"1,-1 0-1,0 0 0,0 1 1,0-1-1,0 1 1,0 0-1,0-1 1,0 1-1,0 0 0,-1 0 1,3 4-1,4 3 700,58 55-1016,-10-8 523,2-2 0,113 79 0,-134-110-788</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5:45.950"/>
    </inkml:context>
    <inkml:brush xml:id="br0">
      <inkml:brushProperty name="width" value="0.1" units="cm"/>
      <inkml:brushProperty name="height" value="0.1" units="cm"/>
      <inkml:brushProperty name="color" value="#E71224"/>
    </inkml:brush>
  </inkml:definitions>
  <inkml:trace contextRef="#ctx0" brushRef="#br0">1 138 8192,'25'-6'9377,"-6"1"-7286,144-16-3341,175 0 0,-90 8 394,611-24-7256,-843 36 10205,1 0 0,24-6 1,24-1 3094,15 0-5188,7-1 0,341 9 0,-203 1 0,-211-1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5:46.497"/>
    </inkml:context>
    <inkml:brush xml:id="br0">
      <inkml:brushProperty name="width" value="0.1" units="cm"/>
      <inkml:brushProperty name="height" value="0.1" units="cm"/>
      <inkml:brushProperty name="color" value="#E71224"/>
    </inkml:brush>
  </inkml:definitions>
  <inkml:trace contextRef="#ctx0" brushRef="#br0">1 0 8192,'20'2'7706,"10"3"-6014,13 1-1813,446 0-1000,-291-8-3412,941 2 910,-1117 0 3623</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5:47.145"/>
    </inkml:context>
    <inkml:brush xml:id="br0">
      <inkml:brushProperty name="width" value="0.1" units="cm"/>
      <inkml:brushProperty name="height" value="0.1" units="cm"/>
      <inkml:brushProperty name="color" value="#E71224"/>
    </inkml:brush>
  </inkml:definitions>
  <inkml:trace contextRef="#ctx0" brushRef="#br0">1 103 8192,'76'-16'4179,"107"-8"0,-132 18-3698,443-28-3361,4 23-1828,-191 5 3457,473 1 3102,-591 5-1226,-175 0-130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41.004"/>
    </inkml:context>
    <inkml:brush xml:id="br0">
      <inkml:brushProperty name="width" value="0.1" units="cm"/>
      <inkml:brushProperty name="height" value="0.1" units="cm"/>
      <inkml:brushProperty name="color" value="#E71224"/>
    </inkml:brush>
  </inkml:definitions>
  <inkml:trace contextRef="#ctx0" brushRef="#br0">0 87 8192,'48'-2'4264,"70"-13"0,-69 7-2794,63-2 0,23 2-1470,-9 0 0,78 0-2512,65-1-2821,159 0 2868,35 0 1307,-45 8 1158,311 3 0,-487 7 0,113 0 0,94 3 0,40-7 0,-284-6 0,3263 1 9466,-3450 0-7487,-4 0-1956</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42.168"/>
    </inkml:context>
    <inkml:brush xml:id="br0">
      <inkml:brushProperty name="width" value="0.1" units="cm"/>
      <inkml:brushProperty name="height" value="0.1" units="cm"/>
      <inkml:brushProperty name="color" value="#E71224"/>
    </inkml:brush>
  </inkml:definitions>
  <inkml:trace contextRef="#ctx0" brushRef="#br0">0 168 8192,'174'-7'8465,"0"-15"-5462,244-14-7661,3 32-1419,-361 4 5785,448-8-260,-19 0 663,2708 8-111,-2948-9 0,15 0 0,-237 8 1938,1-1 1,46-12-1,-47 9-53,1 0-1,43-2 0,131-6-1884,-149 9 0,-2-6 0,-37 7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43.967"/>
    </inkml:context>
    <inkml:brush xml:id="br0">
      <inkml:brushProperty name="width" value="0.1" units="cm"/>
      <inkml:brushProperty name="height" value="0.1" units="cm"/>
      <inkml:brushProperty name="color" value="#E71224"/>
    </inkml:brush>
  </inkml:definitions>
  <inkml:trace contextRef="#ctx0" brushRef="#br0">0 122 8192,'15'-7'0,"0"2"0,1 0 0,-1 0 0,1 2 0,17-3 0,4 0 0,97-17 0,147-7 0,138 16 0,-149 6 0,2140-1 0,-1060 26 0,-844-15 0,294 14 0,-541 1 0,71 1 0,-61-10 0,72 0 0,47-9 0,645 2 0,-417 22 0,-376-12 0,-123-6 0,301 7 0,-310-12 8352,-94 0-7352</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45.012"/>
    </inkml:context>
    <inkml:brush xml:id="br0">
      <inkml:brushProperty name="width" value="0.1" units="cm"/>
      <inkml:brushProperty name="height" value="0.1" units="cm"/>
      <inkml:brushProperty name="color" value="#E71224"/>
    </inkml:brush>
  </inkml:definitions>
  <inkml:trace contextRef="#ctx0" brushRef="#br0">0 1 8192,'966'0'8672,"-354"10"-17344,12-2 8672,-440-9 0,52 18 0,-21 1 0,568-17 0,-373-3 0,-116 1 0,316 2 0,-384 8 0,101 0 0,1323-10 11468,-1519-7-11468,-23 1 0,590 3-2417,-382 6 126,-290-2-4469</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46.361"/>
    </inkml:context>
    <inkml:brush xml:id="br0">
      <inkml:brushProperty name="width" value="0.1" units="cm"/>
      <inkml:brushProperty name="height" value="0.1" units="cm"/>
      <inkml:brushProperty name="color" value="#E71224"/>
    </inkml:brush>
  </inkml:definitions>
  <inkml:trace contextRef="#ctx0" brushRef="#br0">0 70 8192,'49'-3'5114,"89"-15"1,-53 5-3876,371-18-9211,-429 30 7592,347-2-2639,-297 3 2922,-58 0 97</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47.837"/>
    </inkml:context>
    <inkml:brush xml:id="br0">
      <inkml:brushProperty name="width" value="0.1" units="cm"/>
      <inkml:brushProperty name="height" value="0.1" units="cm"/>
      <inkml:brushProperty name="color" value="#E71224"/>
    </inkml:brush>
  </inkml:definitions>
  <inkml:trace contextRef="#ctx0" brushRef="#br0">0 921 8192,'36'13'3356,"-5"-9"-2115,0-1 1,0-2-1,33-2 1,52 1 1904,64 12-4144,44 5-1949,190 5-370,2-22-90,-162-3 2608,347 14 799,94 9 0,-422-16 0,109 6 0,269-2 0,-399-9 0,1319 1 11468,-1477-4-11468,1-4 0,97-21 0,-174 25 0,1 0 0,-1-1 0,0-1 0,0-1 0,28-15 0,-35 15 0,-1 1 0,1-2 0,-1 0 0,0 0 0,-1-1 0,0 0 0,0 0 0,-1-1 0,9-14 0,-8 10 0,-1 0 0,0 0 0,-2-1 0,1 0 0,-2-1 0,7-28 0,-10 32 0,-1 1 0,0-1 0,0 1 0,-2-1 0,1 0 0,-1 0 0,-1 1 0,0-1 0,-1 1 0,-4-14 0,0 8 0,4 6 0,0 1 0,-1 0 0,0 0 0,-1 0 0,0 1 0,-1-1 0,0 1 0,-11-13 0,-67-66 0,69 75 0,1 0 0,-2 2 0,0 0 0,-25-14 0,-8-4 0,12 6-1278,-2 1 0,0 3 0,-57-21 0,-130-30-4906,191 60 6012,-101-18 172,45 11 0,32 6 0,-98-6 0,72 10 0,-73-2 0,-695 10 0,838-2 239,0 2 1,0 0 0,0 0 0,1 1-1,-1 1 1,0 1 0,1 0-1,-1 1 1,1 0 0,1 1 0,-1 1-1,1 0 1,-20 14 0,6 1 367,12-11 879,1 0 0,-18 20 1,27-26-1210,1 1 0,0-1 0,0 1 0,1 0 0,-1 0 0,1 0-1,1 1 1,-1-1 0,1 1 0,-2 7 0,-2 29-1000,2 0 1,1 1-1,5 57 0,0-31 258,-1 0-1563,13 85 0,-8-118 1014,1 0 0,2 0 0,28 67 0,-26-77 1014</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49.046"/>
    </inkml:context>
    <inkml:brush xml:id="br0">
      <inkml:brushProperty name="width" value="0.1" units="cm"/>
      <inkml:brushProperty name="height" value="0.1" units="cm"/>
      <inkml:brushProperty name="color" value="#E71224"/>
    </inkml:brush>
  </inkml:definitions>
  <inkml:trace contextRef="#ctx0" brushRef="#br0">0 139 8192,'19'-1'2331,"-1"-1"0,0-1 0,21-6 0,29-4-187,496-25-6090,-185 36-687,-21 1 1744,-247-8 2889,16 0 0,-28 1 0,12 0 0,-79 8 3705,0 0 0,57-10 0,-61 6-3558,-1 1 0,32 1 0,-31 2-191,53-8 0,-36 3 44,0 1 0,85 5 0,-45 1 0,-31-2 0,-28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49.696"/>
    </inkml:context>
    <inkml:brush xml:id="br0">
      <inkml:brushProperty name="width" value="0.1" units="cm"/>
      <inkml:brushProperty name="height" value="0.1" units="cm"/>
      <inkml:brushProperty name="color" value="#E71224"/>
    </inkml:brush>
  </inkml:definitions>
  <inkml:trace contextRef="#ctx0" brushRef="#br0">0 2 8192,'510'16'5461,"-490"-15"-5439,229 14-1803,159 5-1921,114-37 3702,-23-1 0,110 18 0,-450-8 0,-15-1 0,683 8 0,-425 2 0,-382-1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52.602"/>
    </inkml:context>
    <inkml:brush xml:id="br0">
      <inkml:brushProperty name="width" value="0.1" units="cm"/>
      <inkml:brushProperty name="height" value="0.1" units="cm"/>
      <inkml:brushProperty name="color" value="#E71224"/>
    </inkml:brush>
  </inkml:definitions>
  <inkml:trace contextRef="#ctx0" brushRef="#br0">890 906 8192,'155'0'8490,"1"0"-4851,154 0-5763,28 0-7528,-272 1 14151,69 11 1,-71-7-3660,102-5 0,-71-2-404,-44 2-436,294-10 0,-157 2-4084,13-1-1109,206 1 3268,-252 9 1659,-126-1 3358,0-1 1,49-8-1,75-16-901,-137 23-2191,0-2 0,-1 0 0,1-1 0,-1-1 0,0 0 0,18-10 0,-11 5 0,35-12 0,-9 9 0,26-9 0,-14 1 0,75-33 0,-95 39-862,-31 13 551,-1-1-1,1 1 0,-1-1 0,0-1 1,0 0-1,0 0 0,8-7 0,3-4-3568,39-27 1,-40 30 3808,-1 0 0,-1-1 1,0-1-1,22-26 1,-35 37 70,-1-1 0,1 1 0,-1-1 0,0 0 0,0 0 0,0 0 0,-1 0 0,0 0 0,0-1 0,0 1 0,-1 0 0,1-6 0,-1-12 0,-4-31 0,3 46 0,0 3 0,0 0 0,-1-1 0,1 1 0,-1 0 0,0 0 0,-1 0 0,1 0 0,-1 0 0,0 1 0,0-1 0,-1 1 0,1 0 0,-1 0 0,0 0 0,0 0 0,-8-5 0,-2 0 0,0 0 0,-1 0 0,0 1 0,-20-7 0,-14 0 0,0 1 0,-1 3 0,-75-7 0,56 9 0,-754-63 0,681 64 0,-210-4 0,98 11 0,-170 3 0,269 6 0,-50 0 0,37 1 0,0 0 0,-23 1 0,82-3 0,-83 12 0,47-4 0,73-8 467,-75 3 1862,128-9-799,-1 1 0,1 1 0,-32 9 0,-17 3 1022,-83 3-2552,122-13 0,0 1 0,1 1 0,-40 16 0,40-11 0,0 2 0,1 0 0,-35 27 0,34-23 0,9-5 0,2 0 0,0 1 0,0 1 0,2 0 0,0 2 0,-15 19 0,27-30 11,-1 0 1,1 0-1,1 0 0,-1 0 0,1 1 1,1-1-1,-1 1 0,1 0 0,0-1 1,0 10-1,0 6-320,5 40-1,-3-56-35,0-1 1,1 0-1,0 0 1,0 0-1,0 0 1,0 0-1,1 0 0,0 0 1,0-1-1,0 1 1,1-1-1,-1 0 0,1 0 1,0-1-1,0 1 1,9 5-1,3 2-934,1 0 0,0-2 1,23 10-1,-15-9 1279</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55.300"/>
    </inkml:context>
    <inkml:brush xml:id="br0">
      <inkml:brushProperty name="width" value="0.1" units="cm"/>
      <inkml:brushProperty name="height" value="0.1" units="cm"/>
      <inkml:brushProperty name="color" value="#E71224"/>
    </inkml:brush>
  </inkml:definitions>
  <inkml:trace contextRef="#ctx0" brushRef="#br0">0 1195 8192,'8'-1'1427,"1"0"1,-1-1 0,0 1-1,0-2 1,0 1-1,10-6 1,16-4 47,14 0-1475,1 2 0,0 3 0,57-2 0,151 8 0,-124 2 0,2660-1-11468,-2581 17 11468,-42-1 0,-25-7-102,105 1 699,460-10 10376,-568 9-10973,-65-2 0,3 1-2690,61 2-3459,52 7 4762,-13-1 145,207-16 11267,-375 0-9891,-1-1 0,0 0 0,1-1 0,-1-1 0,0 0 0,20-8 0,-1-2 119,31-20-1,41-22-252,-75 39 0,0 2 0,37-13 0,-47 19-281,0-1-1,0-1 1,0-1 0,-1 0-1,22-21 1,-1 2-507,-32 26 697,179-149-8810,-154 126 8901,-19 18 0,-1 0 0,1-1 0,-2-1 0,1 0 0,-2 0 0,11-16 0,-13 16 147,-1-1 0,0 1 0,0-1 1,-1 0-1,-1 0 0,0 0 0,-1-1 0,0 1 0,-1 0 1,0-1-1,-1 0 0,0 1 0,-1-1 0,-1 1 1,0-1-1,0 1 0,-1 0 0,-7-18 0,3 11 104,0 0-1,-2 1 0,0-1 0,-1 2 0,0 0 0,-2 0 0,0 1 1,0 0-1,-2 1 0,0 1 0,-1 0 0,0 0 0,-1 2 0,0 0 0,-1 1 1,0 1-1,-1 0 0,0 1 0,-1 1 0,-26-7 0,-194-39-7350,173 41 6151,-17 0 949,-1 3 0,-106 2 0,-63-4 0,67-5 0,-103 12 0,166 6 0,-216-1 2861,326 1-3071,-1 0 1,1 1 0,-1 0 0,1 1-1,0 0 1,0 1 0,0 0 0,0 1 0,1 1-1,-16 10 1,0-1-199,20-10 699,-1-1-1,1 1 1,0 1-1,0-1 1,1 1-1,0 1 1,-12 12 0,3 2-2427,4-8 2697,1 1 1,0 0-1,1 1 1,1 0-1,1 1 0,-12 28 1,-31 124-2697,-37 228 0,81-352 2135,2 1 0,2-1 0,5 80 0,0-109 0,0 0 0,1-1 0,0 0 0,2 0 0,-1 0 0,2 0 0,0-1 0,0 1 0,1-2 0,1 1 0,0-1 0,1 0 0,0-1 0,14 14 0,-11-14 0,0 0 0,1-1 0,1 0 0,-1-1 0,2 0 0,-1-1 0,1-1 0,0 0 0,0-1 0,1-1 0,0 0 0,23 3 0,4-3 0,50-2 0,-47-3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56.157"/>
    </inkml:context>
    <inkml:brush xml:id="br0">
      <inkml:brushProperty name="width" value="0.1" units="cm"/>
      <inkml:brushProperty name="height" value="0.1" units="cm"/>
      <inkml:brushProperty name="color" value="#E71224"/>
    </inkml:brush>
  </inkml:definitions>
  <inkml:trace contextRef="#ctx0" brushRef="#br0">0 1 8192,'300'1'6040,"148"8"-3968,-280-5-3198,383 20-5860,800 54 6986,-905-75 7206,-278-3-5593,-102-4-1000,1-2 0,73-17 0,42-5-362,118 2-8969,-273 23 6777,7-4 13159</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57.463"/>
    </inkml:context>
    <inkml:brush xml:id="br0">
      <inkml:brushProperty name="width" value="0.1" units="cm"/>
      <inkml:brushProperty name="height" value="0.1" units="cm"/>
      <inkml:brushProperty name="color" value="#E71224"/>
    </inkml:brush>
  </inkml:definitions>
  <inkml:trace contextRef="#ctx0" brushRef="#br0">272 0 8192,'-3'0'0,"-4"3"0,-3 1 0,-1 3 3356,0 2-3356,-2 1 0,-5 1 0,-1 1 5483,-4 0-5483,-1-4 0,4 1 0,2-2 2629,2-1-2629,0-3 0,0-1 0,0-1 0,-1-1 0,4 0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57.943"/>
    </inkml:context>
    <inkml:brush xml:id="br0">
      <inkml:brushProperty name="width" value="0.1" units="cm"/>
      <inkml:brushProperty name="height" value="0.1" units="cm"/>
      <inkml:brushProperty name="color" value="#E71224"/>
    </inkml:brush>
  </inkml:definitions>
  <inkml:trace contextRef="#ctx0" brushRef="#br0">1 0 8192,'9'3'8819,"2"4"-8819,2 3 0,3 1 0,-2 0 2649,0 3-2649,0-3 0,1 1 0,0 1 0,1-2 0,-2 0 0,-4-2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7:58.358"/>
    </inkml:context>
    <inkml:brush xml:id="br0">
      <inkml:brushProperty name="width" value="0.1" units="cm"/>
      <inkml:brushProperty name="height" value="0.1" units="cm"/>
      <inkml:brushProperty name="color" value="#E71224"/>
    </inkml:brush>
  </inkml:definitions>
  <inkml:trace contextRef="#ctx0" brushRef="#br0">1166 0 8192,'-3'67'2293,"-4"-1"1,-2 0 0,-4-1 0,-25 82-1,12-66-3726,-4-2-1,-2 0 1,-46 77-1,9-37-1433,-95 122 0,107-163 2867,-82 105 0,113-153 0,-1-2 0,-1-1 0,-61 45 0,33-37 0,-1-2 0,-71 29 0,39-23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5.607"/>
    </inkml:context>
    <inkml:brush xml:id="br0">
      <inkml:brushProperty name="width" value="0.1" units="cm"/>
      <inkml:brushProperty name="height" value="0.1" units="cm"/>
      <inkml:brushProperty name="color" value="#E71224"/>
    </inkml:brush>
  </inkml:definitions>
  <inkml:trace contextRef="#ctx0" brushRef="#br0">0 189 18792,'494'-189'0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06.066"/>
    </inkml:context>
    <inkml:brush xml:id="br0">
      <inkml:brushProperty name="width" value="0.1" units="cm"/>
      <inkml:brushProperty name="height" value="0.1" units="cm"/>
      <inkml:brushProperty name="color" value="#E71224"/>
    </inkml:brush>
  </inkml:definitions>
  <inkml:trace contextRef="#ctx0" brushRef="#br0">0 165 8192,'3'0'3356,"7"-3"-3356,7-4 0,7 0 0,8-3 5996,10 2-5996,6-3 0,5 0 0,-2-3 2116,2-1-2116,-5 2 0,-4 0 0,-2-1 0,-4 3 0,-7 0 0,-5 1 0,-7 4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06.393"/>
    </inkml:context>
    <inkml:brush xml:id="br0">
      <inkml:brushProperty name="width" value="0.1" units="cm"/>
      <inkml:brushProperty name="height" value="0.1" units="cm"/>
      <inkml:brushProperty name="color" value="#E71224"/>
    </inkml:brush>
  </inkml:definitions>
  <inkml:trace contextRef="#ctx0" brushRef="#br0">289 1 8192,'-63'114'0,"-15"33"0,45-63 0,4 1 0,-23 106 0,21 9 1911,28-175 7646</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06.686"/>
    </inkml:context>
    <inkml:brush xml:id="br0">
      <inkml:brushProperty name="width" value="0.1" units="cm"/>
      <inkml:brushProperty name="height" value="0.1" units="cm"/>
      <inkml:brushProperty name="color" value="#E71224"/>
    </inkml:brush>
  </inkml:definitions>
  <inkml:trace contextRef="#ctx0" brushRef="#br0">1 1 8192,'3'0'11468,"4"0"-11468,3 0 0,1 2 0,0 5 0,3 1 0,-3 1 0,1 0 0,-2 1 0,-3 2 0,-2-2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07.060"/>
    </inkml:context>
    <inkml:brush xml:id="br0">
      <inkml:brushProperty name="width" value="0.1" units="cm"/>
      <inkml:brushProperty name="height" value="0.1" units="cm"/>
      <inkml:brushProperty name="color" value="#E71224"/>
    </inkml:brush>
  </inkml:definitions>
  <inkml:trace contextRef="#ctx0" brushRef="#br0">0 281 8192,'3'5'2862,"16"0"-2402,-17-5 163,23 2-235,-1 0-1,0-2 1,37-4-1,77-16-38,-87 12-344,790-157-2959,-419 77 4207,-388 82 4715,-13 3-4616</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07.481"/>
    </inkml:context>
    <inkml:brush xml:id="br0">
      <inkml:brushProperty name="width" value="0.1" units="cm"/>
      <inkml:brushProperty name="height" value="0.1" units="cm"/>
      <inkml:brushProperty name="color" value="#E71224"/>
    </inkml:brush>
  </inkml:definitions>
  <inkml:trace contextRef="#ctx0" brushRef="#br0">88 1 8192,'-3'3'0,"-3"4"0,-2 3 0,-1 3 2971,-3 6-2971,1 2 0,0 0 0,1 0 5848,2-2-5848,3 0 2649,3-6-2649,0-9 0,2-8 0,0-3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07.748"/>
    </inkml:context>
    <inkml:brush xml:id="br0">
      <inkml:brushProperty name="width" value="0.1" units="cm"/>
      <inkml:brushProperty name="height" value="0.1" units="cm"/>
      <inkml:brushProperty name="color" value="#E71224"/>
    </inkml:brush>
  </inkml:definitions>
  <inkml:trace contextRef="#ctx0" brushRef="#br0">101 1 8192,'1'0'285,"8"7"3704,-9-7-3704,1 1 0,-1 0 0,0-1 0,1 1 0,-1 0 0,0 0 0,1-1 0,-1 1 0,0 0 0,0 0 0,0 0 0,0 1 0,4 26 3118,-4-25-3317,0 7-86,2 3 0,-2 1 0,0-1 0,0 1 0,-3 15 0,2-26 0,0 1 0,0-1 0,0 0 0,0 1 0,0-1 0,-1 0 0,1 0 0,-1 0 0,0 0 0,0 0 0,0 0 0,0-1 0,-1 1 0,1-1 0,-1 1 0,0-1 0,1 0 0,-1 0 0,0 0 0,-6 3 0,0-2 0,1 1 0,0-1 0,-1-1 0,-14 3 0,10-3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08.409"/>
    </inkml:context>
    <inkml:brush xml:id="br0">
      <inkml:brushProperty name="width" value="0.1" units="cm"/>
      <inkml:brushProperty name="height" value="0.1" units="cm"/>
      <inkml:brushProperty name="color" value="#E71224"/>
    </inkml:brush>
  </inkml:definitions>
  <inkml:trace contextRef="#ctx0" brushRef="#br0">215 1 8192,'-1'26'848,"-6"33"0,-1 10 1811,4 18-881,4-1 1,3 1-1,19 107 0,-17-170-1778,-1 1 0,-2 0 0,0 0 0,-4 49 0,1-65 0,0-1 0,-1 0 0,0-1 0,0 1 0,-1 0 0,0-1 0,-1 1 0,-5 8 0,6-11 0,0-1 0,-1 1 0,0-1 0,0 0 0,0 0 0,-1 0 0,1-1 0,-1 0 0,0 1 0,0-2 0,0 1 0,-10 4 0,-5-1 0,1 0 0,-1-2 0,-37 4 0,35-6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09.166"/>
    </inkml:context>
    <inkml:brush xml:id="br0">
      <inkml:brushProperty name="width" value="0.1" units="cm"/>
      <inkml:brushProperty name="height" value="0.1" units="cm"/>
      <inkml:brushProperty name="color" value="#E71224"/>
    </inkml:brush>
  </inkml:definitions>
  <inkml:trace contextRef="#ctx0" brushRef="#br0">596 0 8192,'-15'29'832,"-1"-1"0,-1-1 0,-2-1-1,-1 0 1,-23 23 0,-124 105 2674,129-125-4116,-1 0-1,-2-3 1,0-1 0,-54 22-1,70-37 2081,6-4 3083</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09.571"/>
    </inkml:context>
    <inkml:brush xml:id="br0">
      <inkml:brushProperty name="width" value="0.1" units="cm"/>
      <inkml:brushProperty name="height" value="0.1" units="cm"/>
      <inkml:brushProperty name="color" value="#E71224"/>
    </inkml:brush>
  </inkml:definitions>
  <inkml:trace contextRef="#ctx0" brushRef="#br0">2 1 8192,'2'0'131,"-1"0"0,1 1 0,-1-1 0,1 1 0,-1 0 0,1 0 0,-1-1 0,1 1 1,-1 0-1,1 0 0,-1 0 0,0 0 0,0 1 0,0-1 0,1 0 0,-1 0 0,-1 1 0,1-1 0,0 1 1,0-1-1,0 1 0,-1-1 0,1 1 0,0 2 0,11 39 4517,-4 14-3364,-4 0-1,-4 111 1,-2-77-2087,2-66 712,0 125-4246,-30 231-1,19-313 3234,-2 96 1,48-245 9028,-10 3-7011,-13 42-914</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09.889"/>
    </inkml:context>
    <inkml:brush xml:id="br0">
      <inkml:brushProperty name="width" value="0.1" units="cm"/>
      <inkml:brushProperty name="height" value="0.1" units="cm"/>
      <inkml:brushProperty name="color" value="#E71224"/>
    </inkml:brush>
  </inkml:definitions>
  <inkml:trace contextRef="#ctx0" brushRef="#br0">1 1 8192,'2'9'9352,"2"2"-9352,0 2 2116,-1 3-2116,-1 1 0,0 0 0,-2 1 0,3-3 0,1-2 0,0-2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0.248"/>
    </inkml:context>
    <inkml:brush xml:id="br0">
      <inkml:brushProperty name="width" value="0.1" units="cm"/>
      <inkml:brushProperty name="height" value="0.1" units="cm"/>
      <inkml:brushProperty name="color" value="#E71224"/>
    </inkml:brush>
  </inkml:definitions>
  <inkml:trace contextRef="#ctx0" brushRef="#br0">0 52 8192,'6'-4'325,"1"1"1,-1 0 0,1 0 0,-1 0-1,1 1 1,0 0 0,0 0 0,0 0-1,9 0 1,-7 0 362,20-3 372,-3-1 233,-1 1 0,1 1-1,0 2 1,50 1-1,-75 1-1292,1 0 0,0 1 0,0-1 0,0 1 0,-1 0 0,1-1 0,0 1 0,-1 0 0,1 0 0,-1 0 0,1 0 0,-1 1 0,1-1 0,-1 0 0,0 1 0,0-1 0,1 0 0,-1 1 0,0 0 0,0-1 0,-1 1 0,1-1 0,0 1 0,0 0 0,-1 0 0,1-1 0,-1 1 0,0 0 0,1 0 0,-1 3 0,1 8 0,0 0 0,-2 0 0,-1 19 0,0-8 0,2-20 0,-1-1 0,0 1 0,1 0 0,-1 0 0,-1-1 0,1 1 0,-1 0 0,1-1 0,-1 1 0,0-1 0,0 0 0,0 0 0,-1 0 0,1 0 0,-1 0 0,0 0 0,1-1 0,-1 1 0,0-1 0,-1 1 0,1-1 0,0-1 0,-1 1 0,-5 2 0,-10 3 0,1 0 0,-1-2 0,-32 6 0,35-8 0,-10 1-1485,-28 1-1,33-4 1486</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0.736"/>
    </inkml:context>
    <inkml:brush xml:id="br0">
      <inkml:brushProperty name="width" value="0.1" units="cm"/>
      <inkml:brushProperty name="height" value="0.1" units="cm"/>
      <inkml:brushProperty name="color" value="#E71224"/>
    </inkml:brush>
  </inkml:definitions>
  <inkml:trace contextRef="#ctx0" brushRef="#br0">60 47 8192,'35'-3'2305,"-1"0"0,0-2 0,45-13 0,2 0-57,-124 46-2248,-47 29-926,-7 4-944,5-22 4666,115-51-6519,32-23 0,-23 14 2313,-16 11 3885</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1.339"/>
    </inkml:context>
    <inkml:brush xml:id="br0">
      <inkml:brushProperty name="width" value="0.1" units="cm"/>
      <inkml:brushProperty name="height" value="0.1" units="cm"/>
      <inkml:brushProperty name="color" value="#E71224"/>
    </inkml:brush>
  </inkml:definitions>
  <inkml:trace contextRef="#ctx0" brushRef="#br0">89 1 8192,'-5'7'1228,"0"0"0,1 0-1,-1 1 1,2 0 0,-1 0 0,1 0 0,0 0 0,-3 13 0,1-3-811,-8 25-417,3 1 0,2 0 0,1 0 0,2 1 0,3 0 0,4 76 0,-2-119 0,0 1 0,0-1 0,0 0 0,1 1 0,-1-1 0,1 1 0,-1-1 0,1 0 0,0 0 0,0 1 0,0-1 0,0 0 0,0 0 0,1 0 0,-1 0 0,1 0 0,-1 0 0,4 3 0,-3-4 0,0-1 0,0 1 0,0-1 0,0 1 0,0-1 0,0 0 0,-1 1 0,1-1 0,0 0 0,0-1 0,0 1 0,0 0 0,0 0 0,0-1 0,0 1 0,0-1 0,0 0 0,0 1 0,-1-1 0,1 0 0,0 0 0,0 0 0,2-3 0,1 1 0,0-1 0,0 1 0,0-1 0,0-1 0,0 1 0,-1-1 0,0 0 0,0 0 0,4-6 0,-1-3 0,1-1 0,5-20 0,-11 30 0,19-40-495,-17 52 1114,-3 7-743,-1 11-74,0 6-1838,8 62 0,-6-83 1424,0 0 0,-1 1 0,0-1 0,-1 0 0,0 1 0,-2 12 0,2-21 491,0 0 1,-1 0 0,1 0-1,-1 0 1,0-1-1,0 1 1,0 0 0,1 0-1,-2-1 1,1 1 0,0-1-1,0 1 1,0-1 0,-1 1-1,1-1 1,-3 2 0,2-2 71,0 0 1,-1 0 0,1 0 0,0-1-1,-1 1 1,1-1 0,0 0 0,-1 1 0,1-1-1,0 0 1,-1 0 0,1 0 0,-1-1 0,1 1-1,0-1 1,-1 1 0,-1-2 0,-4-1 48,0-1 0,1 0 0,-1 0 0,1-1 0,0 1 0,0-2 0,1 1 0,-7-8 0,-15-11 0,12 12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1.721"/>
    </inkml:context>
    <inkml:brush xml:id="br0">
      <inkml:brushProperty name="width" value="0.1" units="cm"/>
      <inkml:brushProperty name="height" value="0.1" units="cm"/>
      <inkml:brushProperty name="color" value="#E71224"/>
    </inkml:brush>
  </inkml:definitions>
  <inkml:trace contextRef="#ctx0" brushRef="#br0">35 0 8192,'0'54'5734,"-10"70"0,-10 41-5734,17-141 0,2 30 0,1-125 0,0 53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2.022"/>
    </inkml:context>
    <inkml:brush xml:id="br0">
      <inkml:brushProperty name="width" value="0.1" units="cm"/>
      <inkml:brushProperty name="height" value="0.1" units="cm"/>
      <inkml:brushProperty name="color" value="#E71224"/>
    </inkml:brush>
  </inkml:definitions>
  <inkml:trace contextRef="#ctx0" brushRef="#br0">50 9 8192,'42'-5'2294,"-35"4"-1125,0 0-1,0 0 0,1 1 1,10 0-1,-15 1-930,0 0 0,0-1 0,1 1 0,-1 0 0,0 1 0,0-1 0,0 0 0,0 1 0,0 0 0,-1 0 0,1 0 0,0 0 0,3 4 0,1 1-238,-1 1 0,0 0 0,0 1 0,0-1 0,-1 1 0,-1 0 0,0 1 0,0-1 0,0 1 0,2 15 0,-1-3 0,-1 0 0,-2 0 0,1 40 0,-3-42 0,-1 0 0,-6 34 0,5-46 0,0-1 0,0 0 0,0-1 0,-1 1 0,0 0 0,-1-1 0,1 1 0,-1-1 0,0 0 0,-1-1 0,-5 7 0,-78 72 0,73-71 0,-1-1 0,0-1 0,-1 0 0,-20 9 0,23-14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6.214"/>
    </inkml:context>
    <inkml:brush xml:id="br0">
      <inkml:brushProperty name="width" value="0.1" units="cm"/>
      <inkml:brushProperty name="height" value="0.1" units="cm"/>
      <inkml:brushProperty name="color" value="#E71224"/>
    </inkml:brush>
  </inkml:definitions>
  <inkml:trace contextRef="#ctx0" brushRef="#br0">171 1 8192,'-12'29'1576,"2"1"0,1 1 0,1-1 1,2 1-1,-2 33 0,-3 8-2709,-4 8 594,-75 569-7246,88-486 19253,3-299-11468,-1 107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6.510"/>
    </inkml:context>
    <inkml:brush xml:id="br0">
      <inkml:brushProperty name="width" value="0.1" units="cm"/>
      <inkml:brushProperty name="height" value="0.1" units="cm"/>
      <inkml:brushProperty name="color" value="#E71224"/>
    </inkml:brush>
  </inkml:definitions>
  <inkml:trace contextRef="#ctx0" brushRef="#br0">222 1 8192,'-1'18'0,"-2"1"0,0-1 0,-1 1 0,0-1 0,-11 25 0,2-4 0,-3 13 0,-4 0 0,-1-1 0,-2-2 0,-46 72 0,54-103 7910,15-18-7732,0 1 0,-1-1 0,1 0-1,-1 0 1,1 0 0,-1 1 0,1-1 0,-1 0 0,1 0 0,-1 0 0,1 0 0,-1 0 0,1 0 0,-1 0 0,1 0 0,-1 0-1,1 0 1,-1 0 0,0-1 0,-3-3-178</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6.804"/>
    </inkml:context>
    <inkml:brush xml:id="br0">
      <inkml:brushProperty name="width" value="0.1" units="cm"/>
      <inkml:brushProperty name="height" value="0.1" units="cm"/>
      <inkml:brushProperty name="color" value="#E71224"/>
    </inkml:brush>
  </inkml:definitions>
  <inkml:trace contextRef="#ctx0" brushRef="#br0">1 1 8192,'3'0'0,"3"3"2971,5 4-2971,2 3 0,3 4 5848,1-2-5848,0 1 0,-2 1 0,-4 1 2649,-1 0-2649,1 2 0,-1 0 0,0-3 0,-2-1 0,-1 1 0,-3-3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7.101"/>
    </inkml:context>
    <inkml:brush xml:id="br0">
      <inkml:brushProperty name="width" value="0.1" units="cm"/>
      <inkml:brushProperty name="height" value="0.1" units="cm"/>
      <inkml:brushProperty name="color" value="#E71224"/>
    </inkml:brush>
  </inkml:definitions>
  <inkml:trace contextRef="#ctx0" brushRef="#br0">92 1 8192,'3'0'11468,"1"3"-11468,-1 4 0,0 3 0,0 4 0,-2 1 0,0 2 0,-4 0 0,-4 1 0,-3 0 0,-4 2 0,-2 2 0,-4-1 0,-1-1 0,2-4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7.326"/>
    </inkml:context>
    <inkml:brush xml:id="br0">
      <inkml:brushProperty name="width" value="0.1" units="cm"/>
      <inkml:brushProperty name="height" value="0.1" units="cm"/>
      <inkml:brushProperty name="color" value="#E71224"/>
    </inkml:brush>
  </inkml:definitions>
  <inkml:trace contextRef="#ctx0" brushRef="#br0">0 81 8192,'3'0'11468,"4"0"-11468,6 0 0,7 0 0,6 0 0,5-3 0,2-1 0,1-2 0,2-1 0,-1-2 0,0-2 0,0 1 0,0 1 0,-3 1 0,-5 0 0,-6 3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7.591"/>
    </inkml:context>
    <inkml:brush xml:id="br0">
      <inkml:brushProperty name="width" value="0.1" units="cm"/>
      <inkml:brushProperty name="height" value="0.1" units="cm"/>
      <inkml:brushProperty name="color" value="#E71224"/>
    </inkml:brush>
  </inkml:definitions>
  <inkml:trace contextRef="#ctx0" brushRef="#br0">179 0 8192,'-3'3'0,"-4"4"0,-3 3 3356,-3 0-3356,0 2 0,0 1 0,-1 2 5483,-1 0-5483,-1 2 2629,0-3-2629,-1-1 0,3 1 0,4 0 0,0 2 0,2-3 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7.815"/>
    </inkml:context>
    <inkml:brush xml:id="br0">
      <inkml:brushProperty name="width" value="0.1" units="cm"/>
      <inkml:brushProperty name="height" value="0.1" units="cm"/>
      <inkml:brushProperty name="color" value="#E71224"/>
    </inkml:brush>
  </inkml:definitions>
  <inkml:trace contextRef="#ctx0" brushRef="#br0">0 18 8192,'10'-3'2971,"1"-1"-2971,2 0 0,2 1 5848,2 1-5848,1 1 0,-4 0 2649</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8.106"/>
    </inkml:context>
    <inkml:brush xml:id="br0">
      <inkml:brushProperty name="width" value="0.1" units="cm"/>
      <inkml:brushProperty name="height" value="0.1" units="cm"/>
      <inkml:brushProperty name="color" value="#E71224"/>
    </inkml:brush>
  </inkml:definitions>
  <inkml:trace contextRef="#ctx0" brushRef="#br0">545 0 8192,'-2'2'610,"0"0"1,1 1-1,-1-1 1,1 0-1,0 1 0,0-1 1,0 1-1,0-1 1,0 1-1,-1 4 1,-3 33 1706,1-5-2072,-48 130 1179,41-139-1270,-1-1-1,-1 0 0,-1-1 1,-20 26-1,9-16-1312,-2-2-1,-1-1 0,-2-1 1,-1-1-1,-1-2 0,-1-1 0,-44 26 1,71-49 921,0 0-1,0-1 1,-1 1 0,1-1 0,-1 0 0,-7 1-1,-22-1 7641,22-2-6488</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8.440"/>
    </inkml:context>
    <inkml:brush xml:id="br0">
      <inkml:brushProperty name="width" value="0.1" units="cm"/>
      <inkml:brushProperty name="height" value="0.1" units="cm"/>
      <inkml:brushProperty name="color" value="#E71224"/>
    </inkml:brush>
  </inkml:definitions>
  <inkml:trace contextRef="#ctx0" brushRef="#br0">0 1 8192,'3'0'280,"1"1"0,-1 0 0,0 1 0,1-1 0,-1 1 0,0-1 1,0 1-1,3 3 0,10 4 555,546 229-2684,-469-204 1346,0-5 1,114 21 0,-184-45 502,-5-1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9.175"/>
    </inkml:context>
    <inkml:brush xml:id="br0">
      <inkml:brushProperty name="width" value="0.1" units="cm"/>
      <inkml:brushProperty name="height" value="0.1" units="cm"/>
      <inkml:brushProperty name="color" value="#E71224"/>
    </inkml:brush>
  </inkml:definitions>
  <inkml:trace contextRef="#ctx0" brushRef="#br0">242 0 8192,'2'0'251,"-1"1"-1,0-1 1,0 1 0,1-1 0,-1 1-1,0-1 1,0 1 0,1 0 0,-1-1 0,0 1-1,0 0 1,0 0 0,0 0 0,0 0-1,0 0 1,-1 0 0,1 0 0,0 0 0,0 0-1,-1 0 1,2 2 0,12 31 5312,-11-27-5175,-1 1-388,0 0 0,0 0 0,0 1 0,-1-1 0,-1 1 0,1-1 0,-1 1 0,-1-1 0,1 1 0,-1-1 0,-1 1 0,0-1 0,0 0 0,-6 15 0,-5 7 0,-2 0 0,-27 42 0,14-26 0,-3 14-489,17-32-566,-1-1 0,-1-1 1,-26 33-1,41-57 811,0 0 0,-1-1 0,1 1 0,-1-1 0,1 1-1,-1-1 1,0 0 0,1 0 0,-1 1 0,0-1 0,0-1 0,0 1 0,0 0-1,0 0 1,0-1 0,0 1 0,-4 0 0,5-2 168,-1 1-1,1 0 1,0-1 0,0 1-1,0-1 1,0 1 0,-1-1-1,1 0 1,0 1 0,0-1-1,0 0 1,0 0 0,1 0-1,-1 0 1,0 0 0,0 0-1,0 0 1,1 0 0,-1 0-1,1 0 1,-1 0 0,1 0-1,-1-1 1,1 1 0,-1 0-1,1 0 1,0-1 0,0 1-1,0 0 1,0-3 0,-2-34 76,2 19 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19.814"/>
    </inkml:context>
    <inkml:brush xml:id="br0">
      <inkml:brushProperty name="width" value="0.1" units="cm"/>
      <inkml:brushProperty name="height" value="0.1" units="cm"/>
      <inkml:brushProperty name="color" value="#E71224"/>
    </inkml:brush>
  </inkml:definitions>
  <inkml:trace contextRef="#ctx0" brushRef="#br0">237 1 8192,'-1'5'568,"0"0"1,0 0-1,-1 0 1,1 0-1,-1 0 1,0 0-1,0 0 1,-1 0 0,-5 8-1,-4 7 1672,-72 131-72,-26 52-793,109-201-1375,0 1 0,0-1 0,0 1 0,0-1 0,0 1 0,1-1 0,-1 1 0,1-1 0,0 1 0,0-1 0,0 1 0,0 0 0,0-1 0,0 1 0,1 2 0,0-4 0,0 1 0,0-1 0,0 0 0,0 0 0,0 0 0,0 0 0,0 0 0,0 0 0,0 0 0,0 0 0,0 0 0,1-1 0,-1 1 0,0 0 0,0-1 0,1 1 0,-1-1 0,1 0 0,-1 1 0,0-1 0,1 0 0,-1 0 0,1 0 0,-1 0 0,1 0 0,-1 0 0,0 0 0,2-1 0,24-2-492,-1-1-1,0-1 1,36-13 0,32-7-1809,-60 20-925,44-2 0,-41 6 5214,0 3 4744,-35-2-6645,1 0 1,-1 1-1,0-1 1,1 1-1,-1-1 1,0 1-1,0 0 1,0 0 0,1 0-1,-1 0 1,0 0-1,0 0 1,-1 1-1,1-1 1,0 1-1,0-1 1,-1 1-1,1 0 1,-1-1-1,1 1 1,1 3-1,-1-1-44,-1 0-1,1 0 1,-1 0-1,0 0 1,0 0-1,0 0 0,-1 0 1,0 1-1,1-1 1,-2 0-1,1 6 1,-1-2-77,-1 1 1,1-1 0,-1 0 0,0-1-1,-1 1 1,0 0 0,0-1-1,-1 1 1,0-1 0,0 0 0,-1 0-1,-7 8 1,1-6 52,0 0 0,-1-1 1,-1-1-1,-21 11 0,-15 9-610,16-6-1756,-38 31 2347,30-16-5003,35-30 4988,0-1 1,0 0-1,-1 0 0,0 0 0,0-1 0,0-1 0,-1 1 0,1-1 1,-1 0-1,0 0 0,0-1 0,0 0 0,0-1 0,0 0 0,0 0 0,0-1 1,-12 0-1,6 0 15</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20.578"/>
    </inkml:context>
    <inkml:brush xml:id="br0">
      <inkml:brushProperty name="width" value="0.1" units="cm"/>
      <inkml:brushProperty name="height" value="0.1" units="cm"/>
      <inkml:brushProperty name="color" value="#E71224"/>
    </inkml:brush>
  </inkml:definitions>
  <inkml:trace contextRef="#ctx0" brushRef="#br0">0 191 8192,'22'-1'2116,"0"-1"0,0-1 0,40-10 1,60-27 886,-6-6-3003,32-11 0,-126 50 0,1 1 0,1 1 0,-1 1 0,37-2 0,-43 6 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21.098"/>
    </inkml:context>
    <inkml:brush xml:id="br0">
      <inkml:brushProperty name="width" value="0.1" units="cm"/>
      <inkml:brushProperty name="height" value="0.1" units="cm"/>
      <inkml:brushProperty name="color" value="#E71224"/>
    </inkml:brush>
  </inkml:definitions>
  <inkml:trace contextRef="#ctx0" brushRef="#br0">410 0 8192,'-20'18'3942,"-36"26"0,-13 10-796,3 9-2688,9-8-468,-71 53 0,115-99 10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21.485"/>
    </inkml:context>
    <inkml:brush xml:id="br0">
      <inkml:brushProperty name="width" value="0.1" units="cm"/>
      <inkml:brushProperty name="height" value="0.1" units="cm"/>
      <inkml:brushProperty name="color" value="#E71224"/>
    </inkml:brush>
  </inkml:definitions>
  <inkml:trace contextRef="#ctx0" brushRef="#br0">1 2 8192,'65'-1'3665,"73"2"4138,-114 2-7803,43 11 0,-42-7 0,31 2 0,-42-7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21.825"/>
    </inkml:context>
    <inkml:brush xml:id="br0">
      <inkml:brushProperty name="width" value="0.1" units="cm"/>
      <inkml:brushProperty name="height" value="0.1" units="cm"/>
      <inkml:brushProperty name="color" value="#E71224"/>
    </inkml:brush>
  </inkml:definitions>
  <inkml:trace contextRef="#ctx0" brushRef="#br0">0 19 8192,'46'0'1194,"237"-10"9080,-180 2-10274,-82 8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22.203"/>
    </inkml:context>
    <inkml:brush xml:id="br0">
      <inkml:brushProperty name="width" value="0.1" units="cm"/>
      <inkml:brushProperty name="height" value="0.1" units="cm"/>
      <inkml:brushProperty name="color" value="#E71224"/>
    </inkml:brush>
  </inkml:definitions>
  <inkml:trace contextRef="#ctx0" brushRef="#br0">0 0 8192,'0'2'638,"5"130"7194,-2-115-7332,0 1-1,0-1 1,2 0 0,0 0 0,11 24-1,-14-38-499,0 2 0,0 1 0,1-2 0,0 1 0,0 0 0,0 0 0,5 5 0,-7-9 0,-1-1 0,1 1 0,0-1 0,-1 1 0,1-1 0,0 0 0,-1 1 0,1-1 0,0 0 0,0 1 0,-1-1 0,1 0 0,0 0 0,0 0 0,-1 0 0,1 0 0,0 0 0,0 0 0,0 0 0,0 0 0,1 0 0,-1-1 0,1 0 0,-1 1 0,1-1 0,-1 0 0,0 0 0,1 0 0,-1 0 0,0 0 0,0 0 0,0 0 0,0 0 0,0-1 0,1 0 0,6-11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22.591"/>
    </inkml:context>
    <inkml:brush xml:id="br0">
      <inkml:brushProperty name="width" value="0.1" units="cm"/>
      <inkml:brushProperty name="height" value="0.1" units="cm"/>
      <inkml:brushProperty name="color" value="#E71224"/>
    </inkml:brush>
  </inkml:definitions>
  <inkml:trace contextRef="#ctx0" brushRef="#br0">0 1 8192,'3'0'11468,"1"3"-11468,-1 3 0,0 5 0,2-1 0,0 2 0,3-2 0,1-2 0,4-6 0,-1-2 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23.092"/>
    </inkml:context>
    <inkml:brush xml:id="br0">
      <inkml:brushProperty name="width" value="0.1" units="cm"/>
      <inkml:brushProperty name="height" value="0.1" units="cm"/>
      <inkml:brushProperty name="color" value="#E71224"/>
    </inkml:brush>
  </inkml:definitions>
  <inkml:trace contextRef="#ctx0" brushRef="#br0">476 1 8192,'0'12'1672,"2"1"-1,0 0 1,0-1 0,2 1 0,5 16-1,5 17-233,-10-30-1438,-2-7 0,0 0 0,0-1 0,-1 2 0,0-1 0,0 9 0,-1-14 0,-1 0 0,0 0 0,0 0 0,0 0 0,0 0 0,-1-1 0,1 1 0,-1 0 0,0-1 0,0 1 0,0-1 0,-1 0 0,1 1 0,-6 4 0,-16 14 0,-1-1 0,-48 31 0,26-19 0,1-4 0,-1-2 0,-92 39 0,70-35 0,46-21 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23.483"/>
    </inkml:context>
    <inkml:brush xml:id="br0">
      <inkml:brushProperty name="width" value="0.1" units="cm"/>
      <inkml:brushProperty name="height" value="0.1" units="cm"/>
      <inkml:brushProperty name="color" value="#E71224"/>
    </inkml:brush>
  </inkml:definitions>
  <inkml:trace contextRef="#ctx0" brushRef="#br0">1 401 8192,'17'0'3360,"1"-2"0,30-6-1,-5 1-1970,988-168-5744,-738 120-406,369-83 2968,-630 127 5999,-19 7 303,-30 14-2315,-2 0-2194</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26.325"/>
    </inkml:context>
    <inkml:brush xml:id="br0">
      <inkml:brushProperty name="width" value="0.1" units="cm"/>
      <inkml:brushProperty name="height" value="0.1" units="cm"/>
      <inkml:brushProperty name="color" value="#E71224"/>
    </inkml:brush>
  </inkml:definitions>
  <inkml:trace contextRef="#ctx0" brushRef="#br0">0 207 8192,'689'0'7113,"-55"1"-9758,690-3-1823,-900-6 4468,118-1 0,417-12 0,-560 5 0,-26 2 0,-184-1 0,54-3 0,232-2 0,-153 5 0,-41 1 0,175-4 0,-123 9 0,148-1 0,182 0 0,294 1 9282,-586 11-7096,674-2-2186,-1023 0 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27.639"/>
    </inkml:context>
    <inkml:brush xml:id="br0">
      <inkml:brushProperty name="width" value="0.1" units="cm"/>
      <inkml:brushProperty name="height" value="0.1" units="cm"/>
      <inkml:brushProperty name="color" value="#E71224"/>
    </inkml:brush>
  </inkml:definitions>
  <inkml:trace contextRef="#ctx0" brushRef="#br0">1 150 8192,'0'-1'48,"0"1"0,1-1 0,-1 0 0,0 1 1,1-1-1,-1 0 0,1 1 0,-1-1 0,1 1 0,-1-1 0,1 1 1,-1-1-1,1 1 0,0-1 0,-1 1 0,1 0 0,0-1 1,-1 1-1,1 0 0,0-1 0,0 1 0,-1 0 0,1 0 1,1 0-1,25-6 1784,-18 4-1512,61-10 3670,81-4 0,-133 15-3858,289-4-2765,-176 7 1910,150-4-1309,300 5-4048,-327 13 6080,21 0 0,550-13 0,-426-5 0,1161 2 0,-1246-17 0,-56 1 0,-42 9 0,421-5 0,-198 1 0,-237 4 0,171-12 0,-161 6 0,-92 6 0,143-5 0,-70 14 0,249-4 0,-322-7 4708,-92 6 2052</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29.494"/>
    </inkml:context>
    <inkml:brush xml:id="br0">
      <inkml:brushProperty name="width" value="0.1" units="cm"/>
      <inkml:brushProperty name="height" value="0.1" units="cm"/>
      <inkml:brushProperty name="color" value="#E71224"/>
    </inkml:brush>
  </inkml:definitions>
  <inkml:trace contextRef="#ctx0" brushRef="#br0">1 1 8192,'41'33'8021,"2"1"-5012,-10 0-2826,-1 1-1,33 49 1,47 84-292,-107-160 108,40 71-3495,51 122 0,-34-66 784,-47-102 2516,-2 1 0,-1 0 0,-1 1 0,-2 0 0,-1 0 0,-3 1 0,0 0 0,-1 72 0,-7 283 3552,4-389-3180,-1 0 0,0 0 1,0 0-1,0 0 0,-1 0 1,1 0-1,0 0 1,-1 0-1,1 0 0,-1 0 1,0-1-1,0 1 0,1 0 1,-1 0-1,0-1 0,0 1 1,-1 0-1,1-1 1,0 1-1,-1-1 0,1 0 1,-3 3-1,1-3 193,-1 1-1,0-1 1,1 0 0,-1 0 0,0 0-1,0 0 1,0-1 0,0 1 0,1-1-1,-8-1 1,-59-1-369,55 2 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29.851"/>
    </inkml:context>
    <inkml:brush xml:id="br0">
      <inkml:brushProperty name="width" value="0.1" units="cm"/>
      <inkml:brushProperty name="height" value="0.1" units="cm"/>
      <inkml:brushProperty name="color" value="#E71224"/>
    </inkml:brush>
  </inkml:definitions>
  <inkml:trace contextRef="#ctx0" brushRef="#br0">0 175 8192,'1'4'249,"-1"0"1,1 0-1,0 0 0,0 0 1,0 0-1,1 0 0,0 0 1,2 4-1,4 10 478,37 104 799,68 130 0,-107-240-1652,8 17-211,2-1 0,1 0 0,2-1 0,21 25 0,-33-45 269,0-1-1,-1 1 1,2-1 0,-1-1-1,1 1 1,0-1 0,0-1 0,10 5-1,-12-7 52,0 0 0,0-1 0,0 1-1,0-1 1,1 0 0,-1-1 0,0 1-1,1-1 1,-1-1 0,0 1-1,1-1 1,-1 0 0,8-3 0,-1 0 359,0-2 1,-1 1 0,0-2 0,0 1-1,0-2 1,-1 1 0,19-17-1,64-72 2400,73-121-5828,-126 160 1902,-16 23 613,-3-2 0,-1 0 0,-1-1-1,-2-1 1,-2 0 0,-1-1 0,15-70 0,-23 73 571</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30.961"/>
    </inkml:context>
    <inkml:brush xml:id="br0">
      <inkml:brushProperty name="width" value="0.1" units="cm"/>
      <inkml:brushProperty name="height" value="0.1" units="cm"/>
      <inkml:brushProperty name="color" value="#E71224"/>
    </inkml:brush>
  </inkml:definitions>
  <inkml:trace contextRef="#ctx0" brushRef="#br0">152 0 8192,'-6'6'3356,"-4"2"-3356,-4 2 0,-3 0 0,0 1 5483,-1-2-5483,-1 1 0,1 2 2629,1-2-2629,2-2 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31.285"/>
    </inkml:context>
    <inkml:brush xml:id="br0">
      <inkml:brushProperty name="width" value="0.1" units="cm"/>
      <inkml:brushProperty name="height" value="0.1" units="cm"/>
      <inkml:brushProperty name="color" value="#E71224"/>
    </inkml:brush>
  </inkml:definitions>
  <inkml:trace contextRef="#ctx0" brushRef="#br0">0 0 8192,'3'0'0,"4"0"0,3 0 3356,3 0-3356,3 0 0,0 0 5483,-1 0-5483</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31.673"/>
    </inkml:context>
    <inkml:brush xml:id="br0">
      <inkml:brushProperty name="width" value="0.1" units="cm"/>
      <inkml:brushProperty name="height" value="0.1" units="cm"/>
      <inkml:brushProperty name="color" value="#E71224"/>
    </inkml:brush>
  </inkml:definitions>
  <inkml:trace contextRef="#ctx0" brushRef="#br0">0 0 8192,'0'49'49,"6"240"1229,-1-222-1395,2-1-1,22 85 1,1-42-1157,1 2 4049,-30-105-2235,1 0 1,0 0 0,0-1 0,0 1 0,0-1 0,1 1 0,0-1-1,5 7 1,-6-10-312,0 0 1,1 0-1,-1 0 0,0 0 0,1 0 0,0 0 0,-1-1 1,1 1-1,0-1 0,0 0 0,0 0 0,0 0 0,0 0 1,0-1-1,0 1 0,0-1 0,5 1 0,43-2-229,-36 0 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33.857"/>
    </inkml:context>
    <inkml:brush xml:id="br0">
      <inkml:brushProperty name="width" value="0.1" units="cm"/>
      <inkml:brushProperty name="height" value="0.1" units="cm"/>
      <inkml:brushProperty name="color" value="#E71224"/>
    </inkml:brush>
  </inkml:definitions>
  <inkml:trace contextRef="#ctx0" brushRef="#br0">557 973 8192,'67'0'7902,"1"0"-4161,34 0-3336,-1 0-4097,54 0-4311,-87 0 7732,275-10 189,69-14 82,-355 25 0,90-2 0,-92-7 0,-35 4 0,29-1 0,57 7 3710,53-4 3674,-102-6-6925,-36 4-501,38-2-1,-34 6-189,-4 1-452,-1-2-1,1 0 0,35-7 0,56-10-7812,-76 11 11364,0-2 0,-1-2 0,58-25 0,-65 26-2867,-24 10 0,1-2 0,-1 1 0,0-1 0,1 1 0,-1-1 0,0 0 0,0-1 0,6-4 0,45-37-1444,-28 24-472,-2-1-1,0-2 0,-1 0 1,37-47-1,-40 40 1495,-10 16 418,0-1 1,-2 0-1,0 0 0,12-29 0,-15 30 108,-2 4 291,-1 1 1,1-1-1,-2 0 0,1 0 0,1-18 1,4-35-1892,-2 27 3765,-3-1 5512,-3 28-7690,0-1 1,0 1-1,-1 0 0,-1 0 0,-4-18 1,4 22-102,-1-1 0,1 1 0,-1 0 0,0-1 0,-1 1 0,1 1 0,-1-1 0,0 0 0,-1 1 0,-4-4 0,-5-5 51,0 2 1,-21-14-1,27 21-129,0 0-1,0 0 1,0 1-1,-1 0 1,1 0-1,-17-2 1,-19-2 336,-72-2-1,-807 10-11715,825 3 11468,-114 21 0,123-13 0,17-3 0,0 4 0,1 3 0,0 3 0,2 4 0,0 2 0,2 3 0,-70 40 0,-169 131 0,14 20 0,-4 3 0,57-37 0,208-155 0,21-17 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34.834"/>
    </inkml:context>
    <inkml:brush xml:id="br0">
      <inkml:brushProperty name="width" value="0.1" units="cm"/>
      <inkml:brushProperty name="height" value="0.1" units="cm"/>
      <inkml:brushProperty name="color" value="#E71224"/>
    </inkml:brush>
  </inkml:definitions>
  <inkml:trace contextRef="#ctx0" brushRef="#br0">1 80 8192,'406'-18'0,"-223"6"0,-51 4 453,162-6 1074,-267 13 371,0-1-1,0-1 1,0-1 0,28-9-1,-41 9-1897</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07:08:35.893"/>
    </inkml:context>
    <inkml:brush xml:id="br0">
      <inkml:brushProperty name="width" value="0.1" units="cm"/>
      <inkml:brushProperty name="height" value="0.1" units="cm"/>
      <inkml:brushProperty name="color" value="#E71224"/>
    </inkml:brush>
  </inkml:definitions>
  <inkml:trace contextRef="#ctx0" brushRef="#br0">0 0 8192,'140'2'6237,"-1"4"-3592,99 1-5504,241 0 922,559 6-2149,4647-13 4086,-2669-1 0,-2731 19 0,4-1 0,-68-8 0,-15 17 0,332 32 0,241-23 0,-432-22 0,122 0 559,-408-13 2238</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23.677"/>
    </inkml:context>
    <inkml:brush xml:id="br0">
      <inkml:brushProperty name="width" value="0.1" units="cm"/>
      <inkml:brushProperty name="height" value="0.1" units="cm"/>
      <inkml:brushProperty name="color" value="#E71224"/>
    </inkml:brush>
  </inkml:definitions>
  <inkml:trace contextRef="#ctx0" brushRef="#br0">1 169 8192,'18'-2'1083,"1"0"1,-1-2 0,0 0-1,1-2 1,-2 0 0,1 0-1,18-11 1,38-13 1715,-20 13-2799,2 2 0,110-14 0,-47 13 0,-73 10 0,-25 2 0,0 2 0,0 0 0,0 2 0,28 2 0,308 55-495,-181-34-3397,-153-21-3189</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25.689"/>
    </inkml:context>
    <inkml:brush xml:id="br0">
      <inkml:brushProperty name="width" value="0.1" units="cm"/>
      <inkml:brushProperty name="height" value="0.1" units="cm"/>
      <inkml:brushProperty name="color" value="#E71224"/>
    </inkml:brush>
  </inkml:definitions>
  <inkml:trace contextRef="#ctx0" brushRef="#br0">121 1 8192,'-45'795'910,"-15"-447"-1820,45-260 910,14-70 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26.643"/>
    </inkml:context>
    <inkml:brush xml:id="br0">
      <inkml:brushProperty name="width" value="0.1" units="cm"/>
      <inkml:brushProperty name="height" value="0.1" units="cm"/>
      <inkml:brushProperty name="color" value="#E71224"/>
    </inkml:brush>
  </inkml:definitions>
  <inkml:trace contextRef="#ctx0" brushRef="#br0">0 0 8192,'2'20'2212,"0"0"1,8 35-1,2 9 503,3 53-4230,11 130-4815,-7 431 8179,-20-655-497,1-4 5408</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28.282"/>
    </inkml:context>
    <inkml:brush xml:id="br0">
      <inkml:brushProperty name="width" value="0.1" units="cm"/>
      <inkml:brushProperty name="height" value="0.1" units="cm"/>
      <inkml:brushProperty name="color" value="#E71224"/>
    </inkml:brush>
  </inkml:definitions>
  <inkml:trace contextRef="#ctx0" brushRef="#br0">136 1 8192,'-3'64'2105,"-4"0"0,-25 114 1,16-105 470,-10 122 0,7 44-2576,2-63 0,17-175 0,0 3 0,0-1 0,-1 0 0,1 0 0,-1 1 0,0-1 0,0 0 0,0 0 0,-1 0 0,-1 4 0,3-7 0,-1 0 0,1 1 0,0-1 0,0-1 0,0 1 0,0 0 0,-1 0 0,1 0 0,0 0 0,0 0 0,0 0 0,0 0 0,-1 0 0,1 0 0,0 0 0,0 0 0,0 0 0,0 0 0,-1 0 0,1-1 0,0 1 0,0 0 0,0 0 0,0 0 0,0 0 0,0 0 0,0-1 0,-1 1 0,1 0 0,0 0 0,0 0 0,0 0 0,0-1 0,0 1 0,0 0 0,0 0 0,0 0 0,0 0 0,0-1 0,0 1 0,0 0 0,0 0 0,0 0 0,0-1 0,0 1 0,0 0 0,0 0 0,-1-9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29.858"/>
    </inkml:context>
    <inkml:brush xml:id="br0">
      <inkml:brushProperty name="width" value="0.1" units="cm"/>
      <inkml:brushProperty name="height" value="0.1" units="cm"/>
      <inkml:brushProperty name="color" value="#E71224"/>
    </inkml:brush>
  </inkml:definitions>
  <inkml:trace contextRef="#ctx0" brushRef="#br0">1 86 8192,'22'-2'2043,"1"0"0,-1-1 0,37-12 0,22-3 1253,402-25-9030,1 41 0,47 43 5734,-314-19 0,-16-2 0,192 15 0,111-17 0,1028-5 0,-1472-12 0,135 1 0,474 14 0,617 3 11189,-1154-19-10910,-117 0-279,1-2 0,20-4 0,26-2 0,-43 7 0,-1 0 0,0-1 0,20-5 0,-17 4 0,0 0 0,0 1 0,36 2 0,23-2 0,636-29-2861,-689 30 3550,37-6 0,-47 4-477,-1 1 0,1 0 0,0 1 0,0 1-1,0 1 1,27 4 0,-28-2-349,1-1-1,-1 0 1,0-1 0,1-1-1,0 0 1,-1-1-1,19-4 1,114-33-1518,-39 9 1548,-87 23 1482,-13 4-1561,0-1-1,0 2 1,15-2-1,-24 3 73,0 0 1,0 0-1,-1 0 1,1 0-1,0 1 0,-1-1 1,1 0-1,0 0 1,-1 1-1,1-1 0,0 0 1,-1 1-1,1-1 1,0 1-1,-1-1 0,1 1 1,-1-1-1,1 1 1,-1-1-1,1 1 0,-1-1 1,0 1-1,1 0 1,-1-1-1,0 1 0,1 0 1,-1-1-1,0 1 1,0 0-1,1-1 0,-1 1 1,0 0-1,0 0 1,0-1-1,0 1 0,0 0 1,0 0-1,0-1 1,0 1-1,-1 0 0,1-1 1,0 1-1,0 0 1,-1-1-1,1 2 0,-15 39-3607,12-33 3432,-13 44 289,1 1 0,-8 68 0,-8 32 0,16-97 0,-140 504 0,102-342 1911,49-200 4148,-6 2-4993,8-19-1086,1 0 0,-1 1 0,0-1-1,0 0 1,1 0 0,-1 0-1,0 0 1,0 0 0,0-1 0,0 1-1,0 0 1,0-1 0,0 0 0,0 1-1,0-1 1,0 0 0,-4 0 0,-8-1 952,1 0 0,-24-6 0,2-1-932</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1.075"/>
    </inkml:context>
    <inkml:brush xml:id="br0">
      <inkml:brushProperty name="width" value="0.1" units="cm"/>
      <inkml:brushProperty name="height" value="0.1" units="cm"/>
      <inkml:brushProperty name="color" value="#E71224"/>
    </inkml:brush>
  </inkml:definitions>
  <inkml:trace contextRef="#ctx0" brushRef="#br0">0 0 8192,'205'5'7384,"100"14"-8032,33 1-5113,985 69 4786,-854-60 975,-110-8 0,-201-9 0,309 15 0,681-25 0,-563-4 0,464 25 0,-332-12 8169,-573-12-7519,-120 0 23,36-6-1,-35 3-20,33-1 0,-32 4-652,33-6 0,-33 3 0,33-1 0,-9 2-132,-1-2 1,0-3-1,54-14 0,-100 21 100,27-3-348,16-3 875,-43 6-463,-1 1-1,1-1 1,-1 0 0,0 0 0,1 0-1,-1 0 1,0 0 0,0 0 0,0-1-1,0 1 1,0-1 0,0 0-1,2-2 1,0-3-32</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2.213"/>
    </inkml:context>
    <inkml:brush xml:id="br0">
      <inkml:brushProperty name="width" value="0.1" units="cm"/>
      <inkml:brushProperty name="height" value="0.1" units="cm"/>
      <inkml:brushProperty name="color" value="#E71224"/>
    </inkml:brush>
  </inkml:definitions>
  <inkml:trace contextRef="#ctx0" brushRef="#br0">37 136 8192,'-1'0'119,"0"0"0,0 0 0,-1 0 0,1 0-1,0 1 1,0-1 0,0 0 0,-1 1 0,1-1 0,0 1 0,0-1 0,0 1 0,0 0 0,0-1 0,0 1 0,0 0 0,0 0 0,0 0 0,0 0 0,1 0 0,-1 0 0,-1 1 0,1 1 360,-1 1 1,1-1 0,-1 0-1,1 1 1,0-1 0,0 1-1,0 6 1,0 4 744,0-1 0,2 1-1,1 15 1,0-22-1224,0 0 0,0-1 0,1 1 0,0-1 0,1 1 0,-1-1 0,1 0 0,0 0 0,0-1 0,7 7 0,7 11 0,89 145 0,-104-164 0,0 1 0,-1 0 0,0 0 0,0 0 0,0 0 0,0 0 0,-1 1 0,0-1 0,0 0 0,0 6 0,-1-9 0,0 0 0,0 0 0,0 0 0,0-1 0,0 1 0,0 0 0,0 0 0,-1-1 0,1 1 0,-1 0 0,1-1 0,-1 1 0,0 0 0,0-1 0,1 1 0,-1-1 0,0 1 0,0-1 0,-1 1 0,1-1 0,0 0 0,0 0 0,-1 1 0,1-1 0,-1 0 0,1 0 0,-1 0 0,1-1 0,-1 1 0,1 0 0,-1-1 0,0 1 0,-3 0 0,4-1 0,0 0 0,-1 0 0,1 0 0,0 0 0,0 0 0,-1 0 0,1 0 0,0-1 0,0 1 0,0 0 0,-1-1 0,1 1 0,0-1 0,0 1 0,0-1 0,0 0 0,0 1 0,0-1 0,0 0 0,0 0 0,0 0 0,0 0 0,0 0 0,1 0 0,-1 0 0,0 0 0,1 0 0,-1 0 0,1 0 0,-1 0 0,1-1 0,-1 1 0,1 0 0,0 0 0,0-1 0,-1-1 0,0-7 0,-1 0 0,2 0 0,0-16 0,0 19 0,0-42-708,-1 10-2451,7-63 0,-4 91 2755,0-1 1,1 1-1,0 0 0,0 0 0,1 0 0,1 1 0,0-1 0,0 1 0,1 0 1,7-9-1,18-21 404,2 2 0,38-35 0,-68 70 674,0 1 1,0-1-1,0-1 1,0 1-1,0 0 1,-1-1-1,0 1 1,1-1-1,-1 0 1,0 0-1,-1 0 1,1 0 0,1-6-1,-1-3 1215</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3.086"/>
    </inkml:context>
    <inkml:brush xml:id="br0">
      <inkml:brushProperty name="width" value="0.1" units="cm"/>
      <inkml:brushProperty name="height" value="0.1" units="cm"/>
      <inkml:brushProperty name="color" value="#E71224"/>
    </inkml:brush>
  </inkml:definitions>
  <inkml:trace contextRef="#ctx0" brushRef="#br0">1 34 8192,'456'-11'6381,"-299"4"-6872,230-8-3014,-3 20 1120,-270 7 2385,173 40 0,-172-28 0,14-2 0,-114-20 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3.914"/>
    </inkml:context>
    <inkml:brush xml:id="br0">
      <inkml:brushProperty name="width" value="0.1" units="cm"/>
      <inkml:brushProperty name="height" value="0.1" units="cm"/>
      <inkml:brushProperty name="color" value="#E71224"/>
    </inkml:brush>
  </inkml:definitions>
  <inkml:trace contextRef="#ctx0" brushRef="#br0">1 28 8192,'213'0'11024,"-22"1"-9735,253-9-9979,410-3 5330,-589 12 3097,-209-8 3234,-35 4-2971</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4.977"/>
    </inkml:context>
    <inkml:brush xml:id="br0">
      <inkml:brushProperty name="width" value="0.1" units="cm"/>
      <inkml:brushProperty name="height" value="0.1" units="cm"/>
      <inkml:brushProperty name="color" value="#E71224"/>
    </inkml:brush>
  </inkml:definitions>
  <inkml:trace contextRef="#ctx0" brushRef="#br0">0 1 8192,'8'0'955,"0"1"0,0 0 1,0 0-1,-1 1 0,1 0 1,-1 0-1,1 1 0,-1 0 1,0 1-1,0-1 0,12 10 1,-18-13-952,13 8-4,0-2 0,1 1 0,-1-2 0,1 0 0,0-1 0,0 0 0,16 1 0,111 3 0,-25-3 0,449 21-7845,-320-27 5718,121 3 631,-306 4 1496,-39-2 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5.633"/>
    </inkml:context>
    <inkml:brush xml:id="br0">
      <inkml:brushProperty name="width" value="0.1" units="cm"/>
      <inkml:brushProperty name="height" value="0.1" units="cm"/>
      <inkml:brushProperty name="color" value="#E71224"/>
    </inkml:brush>
  </inkml:definitions>
  <inkml:trace contextRef="#ctx0" brushRef="#br0">0 1 8192,'9'8'197,"1"0"-1,0-1 1,0 1 0,1-2 0,0 0-1,0 0 1,1-1 0,-1 0 0,1-1 0,0 0-1,24 3 1,8-1 799,0-2 1,46-2-1,-55-2-863,898 1-3976,-403-3 2203,433 2 1640,-959 0 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6.522"/>
    </inkml:context>
    <inkml:brush xml:id="br0">
      <inkml:brushProperty name="width" value="0.1" units="cm"/>
      <inkml:brushProperty name="height" value="0.1" units="cm"/>
      <inkml:brushProperty name="color" value="#E71224"/>
    </inkml:brush>
  </inkml:definitions>
  <inkml:trace contextRef="#ctx0" brushRef="#br0">1 92 8192,'46'-3'2768,"-1"-2"1,1-2-1,84-25 1,-94 23-2375,56-20-394,-76 22 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6.944"/>
    </inkml:context>
    <inkml:brush xml:id="br0">
      <inkml:brushProperty name="width" value="0.1" units="cm"/>
      <inkml:brushProperty name="height" value="0.1" units="cm"/>
      <inkml:brushProperty name="color" value="#E71224"/>
    </inkml:brush>
  </inkml:definitions>
  <inkml:trace contextRef="#ctx0" brushRef="#br0">47 0 8192,'0'172'8465,"0"0"-5462,0-169-3089,0 0-1,0 0 0,-1 0 1,1 0-1,-1 0 0,1 0 1,-1 0-1,0-1 0,-1 4 1,1-4 5,0-1 1,0 0-1,0 1 1,0-1-1,0 0 1,0 0-1,0 0 1,-1 0 0,1 0-1,0 0 1,0-1-1,-1 1 1,1 0-1,-1 0 1,1-1-1,-1 1 1,1-1-1,-1 0 1,-2 1-1,-8 1-414</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7.254"/>
    </inkml:context>
    <inkml:brush xml:id="br0">
      <inkml:brushProperty name="width" value="0.1" units="cm"/>
      <inkml:brushProperty name="height" value="0.1" units="cm"/>
      <inkml:brushProperty name="color" value="#E71224"/>
    </inkml:brush>
  </inkml:definitions>
  <inkml:trace contextRef="#ctx0" brushRef="#br0">1 94 8192,'0'1'285,"6"8"3704,-5-9-3704,0 1 0,-1-1 0,1 1 0,0-1 0,0 0 0,-1 0 0,1 1 0,0-1 0,0 0 0,0 0 0,-1 0 0,3 1 0,25 2 3118,-25-3-3317,13-1-86,1 0 0,-1-1 0,1-1 0,-1-1 0,0 0 0,30-13 0,5 0 0,140-29 0,-140 35 0,-29 6 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7.598"/>
    </inkml:context>
    <inkml:brush xml:id="br0">
      <inkml:brushProperty name="width" value="0.1" units="cm"/>
      <inkml:brushProperty name="height" value="0.1" units="cm"/>
      <inkml:brushProperty name="color" value="#E71224"/>
    </inkml:brush>
  </inkml:definitions>
  <inkml:trace contextRef="#ctx0" brushRef="#br0">86 1 8192,'-3'53'3672,"-2"-1"0,-20 83 0,18-103-3220,-3 22-452,-10 44 0,14-84 0,6-14 0,0 0 0,0 1 0,0-1 0,0 0 0,0 0 0,0 0 0,0 0 0,0 0 0,0 0 0,0 0 0,0 0 0,-1 1 0,1-1 0,0 0 0,0 0 0,0 0 0,0 0 0,0 0 0,0 0 0,0 0 0,0 0 0,-1 0 0,1 0 0,0 0 0,0 0 0,0 0 0,0 0 0,0 0 0,0 0 0,0 0 0,-1 0 0,1 0 0,0 0 0,0 0 0,0 0 0,0 0 0,0 0 0,0 0 0,-1 0 0,1 0 0,0 0 0,0 0 0,0 0 0,0 0 0,0 0 0,0 0 0,0-1 0,-1-1 0,0 1 0,0-1 0,1 0 0,-1 0 0,1 0 0,-1 0 0,1 0 0,0 0 0,0-3 0,-1-10 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7.875"/>
    </inkml:context>
    <inkml:brush xml:id="br0">
      <inkml:brushProperty name="width" value="0.1" units="cm"/>
      <inkml:brushProperty name="height" value="0.1" units="cm"/>
      <inkml:brushProperty name="color" value="#E71224"/>
    </inkml:brush>
  </inkml:definitions>
  <inkml:trace contextRef="#ctx0" brushRef="#br0">0 87 8192,'12'0'1209,"-1"-1"0,0 0 1,0-1-1,0 0 0,0-1 0,21-8 1,-3-3 291,31-18 1,-59 32-1502,0-1 0,0 1 0,0-1 0,-1 1 0,1-1 0,0 1 0,0-1 0,-1 1 0,1-1 0,0 0 0,-1 1 0,1-1 0,0 0 0,-1 0 0,1 0 0,0-1 0,-1 2 0,0-1 0,0 1 0,-1 0 0,1-1 0,0 1 0,0 0 0,0 0 0,-1-1 0,1 1 0,0 0 0,0-1 0,-1 1 0,1 0 0,0 0 0,0 0 0,-1-1 0,1 1 0,0 0 0,-1 0 0,1 0 0,0 0 0,-1-1 0,1 1 0,0 0 0,-1 0 0,1 0 0,0 0 0,-1 0 0,-33-2 0,32 2 0,-17 0 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8.156"/>
    </inkml:context>
    <inkml:brush xml:id="br0">
      <inkml:brushProperty name="width" value="0.1" units="cm"/>
      <inkml:brushProperty name="height" value="0.1" units="cm"/>
      <inkml:brushProperty name="color" value="#E71224"/>
    </inkml:brush>
  </inkml:definitions>
  <inkml:trace contextRef="#ctx0" brushRef="#br0">290 0 8192,'-3'1'276,"1"-1"0,-1 1 0,1-1 0,0 1 0,-1 0 0,1 0 0,0 0 0,-1 0 0,1 0 0,0 0 0,0 1 0,0-1 0,0 1 0,0 0 0,1-1 0,-1 1 0,0 0 0,-1 3 0,-5 6 1560,0 0 0,-6 15 1,4-9-1122,-9 19-715,13-25 0,1 1 0,-2-2 0,-12 18 0,6-12 0,-5 6 0,0-1 0,-2-1 0,0-1 0,-30 23 0,37-34 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8.484"/>
    </inkml:context>
    <inkml:brush xml:id="br0">
      <inkml:brushProperty name="width" value="0.1" units="cm"/>
      <inkml:brushProperty name="height" value="0.1" units="cm"/>
      <inkml:brushProperty name="color" value="#E71224"/>
    </inkml:brush>
  </inkml:definitions>
  <inkml:trace contextRef="#ctx0" brushRef="#br0">1 0 8192,'2'1'362,"1"-1"0,0 0 0,-1 1 0,1-1 0,0 1 0,-1 0 0,1 0 0,-1 0 0,1 0 0,-1 0 0,0 0 0,1 1 0,-1-1 1,0 1-1,0 0 0,2 2 0,3 3 762,0 1 0,10 17 1,2 2-1392,12 5 1186,67 56 1,-31-31-552,-37-31-1462,2-2 0,62 37-1,78 29-3757,-100-54 4148,-59-29 686,244 118-2593,-234-115 3085,1-1 1,1-1-1,0-1 0,0-2 1,0 0-1,0-2 1,1 0-1,43-3 1,-60-1-169,-1 0 0,1-1 0,-1 0 0,0 0 0,0-1 0,0-1 0,0 1 0,0-1 0,-1 0 0,1-1 0,-1 0 0,0 0 0,7-7 0,2-4 423,0-1-1,-1-1 1,21-32-1,-26 35-728</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9.376"/>
    </inkml:context>
    <inkml:brush xml:id="br0">
      <inkml:brushProperty name="width" value="0.1" units="cm"/>
      <inkml:brushProperty name="height" value="0.1" units="cm"/>
      <inkml:brushProperty name="color" value="#E71224"/>
    </inkml:brush>
  </inkml:definitions>
  <inkml:trace contextRef="#ctx0" brushRef="#br0">151 1 8192,'4'0'940,"1"0"1,0 0-1,0 0 1,-1 1-1,1 0 1,0 0-1,-1 0 1,7 3 0,-9-3-821,-1 0 0,1 0 0,-1 0 0,1 0 0,-1 0 0,0 1 1,1-1-1,-1 1 0,0-1 0,0 1 0,0-1 0,0 1 0,0 0 1,-1-1-1,1 1 0,0 0 0,-1-1 0,1 1 0,-1 0 0,0 0 1,0 0-1,1 0 0,-1-1 0,-1 5 0,1-1-120,-1 0 0,-1 0 0,1-1 0,-1 1 0,0 0 0,0-1 0,0 1 0,-1-1 0,1 1 0,-1-1 0,0 0 0,-5 5 0,-10 17 0,-39 61 0,25-41 0,-29 60 0,57-99 0,1 1 0,0 0 0,0-1 0,1 1 0,0 0 0,-2 14 0,4-21 0,0 0 0,0 1 0,0-1 0,0 1 0,0-1 0,1 0 0,-1 1 0,0-1 0,1 1 0,-1-1 0,1 0 0,-1 1 0,1-1 0,0 0 0,-1 0 0,1 0 0,0 1 0,1 0 0,0-1 0,-1 0 0,1 0 0,0 0 0,-1-1 0,1 1 0,0 0 0,0-1 0,-1 0 0,1 1 0,0-1 0,0 0 0,0 0 0,-1 0 0,1 0 0,0 0 0,0 0 0,0 0 0,2-2 0,75-18 0,-22 3 0,129-31-2476,-163 41 4952</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39.705"/>
    </inkml:context>
    <inkml:brush xml:id="br0">
      <inkml:brushProperty name="width" value="0.1" units="cm"/>
      <inkml:brushProperty name="height" value="0.1" units="cm"/>
      <inkml:brushProperty name="color" value="#E71224"/>
    </inkml:brush>
  </inkml:definitions>
  <inkml:trace contextRef="#ctx0" brushRef="#br0">74 1 8192,'-4'6'1037,"-1"0"0,1 0 0,1 1 0,-1 0 0,1 0 0,-3 9 0,-2 5 543,0 1-1317,1 0 0,1 0 0,1 1 0,1 0 0,1 1-1,1-1 1,1 0 0,1 1 0,4 34 0,-4-57-263,0 1 0,0-1 0,0 1 0,0 0 0,1-1 0,-1 1 0,1-1 0,-1 1 0,1-1 0,-1 0 0,1 1 0,-1-1 0,1 1 0,0-1 0,0 0 0,0 0 0,0 1 0,0-1 0,0 0 0,0 0 0,0 0 0,3 1 0,-3-2 0,1 1 0,-1-1 0,1 0 0,-1 0 0,1 0 0,0 0 0,-1 0 0,1 0 0,-1 0 0,1 0 0,0-1 0,-1 1 0,1-1 0,-1 1 0,1-1 0,-1 1 0,3-2 0,6-5 0,0 0 0,0 0 0,-1 0 0,11-12 0,-20 18 0,9-7 0,0-2 0,-1 1 0,11-18 0,-8 9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40.817"/>
    </inkml:context>
    <inkml:brush xml:id="br0">
      <inkml:brushProperty name="width" value="0.1" units="cm"/>
      <inkml:brushProperty name="height" value="0.1" units="cm"/>
      <inkml:brushProperty name="color" value="#E71224"/>
    </inkml:brush>
  </inkml:definitions>
  <inkml:trace contextRef="#ctx0" brushRef="#br0">944 0 8192,'1'1'155,"1"1"1,-1-1 0,0 1 0,1 0-1,-1-1 1,0 1 0,0 0-1,0 0 1,-1 0 0,1 0-1,0-1 1,-1 1 0,1 0-1,-1 0 1,0 0 0,1 0-1,-1 0 1,0 0 0,0 0 0,0 1-1,-1-1 1,1 0 0,0 0-1,-1-1 1,1 1 0,-1 0-1,0 0 1,0 0 0,0 0-1,0 0 1,-2 2 0,-3 5 961,-1-1 1,0 1-1,-1-2 1,-16 14-1,2-2-218,-487 541-899,469-514 0,-39 51-602,38-46-1451,-89 89 0,126-137 1186,-1 1-1,1-1 1,0 0 0,-1 0-1,0 0 1,0 0-1,-7 2 1,11-5 882,0 1 0,1-1 1,-1 0-1,0 0 0,0 0 0,0 0 1,0 0-1,0 0 0,0 0 0,0 0 0,0 0 1,0 0-1,0-1 0,0 1 0,1 0 1,-1 0-1,0-1 0,0 1 0,-1-1 1,1 0 122,0-1 0,0 1 0,0 0 1,0 0-1,1 0 0,-1-1 0,0 1 0,1 0 1,-1-1-1,1 1 0,-1 0 0,1-1 1,-1 1-1,1-1 0,0 1 0,0-3 1,-1-6 552,0 0 1,0 0 0,1 0-1,1 0 1,-1-1 0,2 1 0,-1 0-1,2 1 1,-1-1 0,1 0 0,1 1-1,6-15 1,1 9-692</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41.147"/>
    </inkml:context>
    <inkml:brush xml:id="br0">
      <inkml:brushProperty name="width" value="0.1" units="cm"/>
      <inkml:brushProperty name="height" value="0.1" units="cm"/>
      <inkml:brushProperty name="color" value="#E71224"/>
    </inkml:brush>
  </inkml:definitions>
  <inkml:trace contextRef="#ctx0" brushRef="#br0">0 1 8192,'0'660'1507,"0"-414"1277,0 77 4393,1-352-7177,2 0 0,0 0 0,14-55 0,-6 44 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41.471"/>
    </inkml:context>
    <inkml:brush xml:id="br0">
      <inkml:brushProperty name="width" value="0.1" units="cm"/>
      <inkml:brushProperty name="height" value="0.1" units="cm"/>
      <inkml:brushProperty name="color" value="#E71224"/>
    </inkml:brush>
  </inkml:definitions>
  <inkml:trace contextRef="#ctx0" brushRef="#br0">74 0 8192,'0'27'3823,"2"-1"-1,7 40 1,-8-57-3823,1 0 0,-1 0 0,0 0 0,-1 0 0,0 0 0,0 0 0,-3 10 0,2-15 0,0 0 0,0 1 0,-1-1 0,0 0 0,0 1 0,0-1 0,0 0 0,-1 0 0,0-1 0,1 1 0,-1-1 0,-1 1 0,1-1 0,0 0 0,-7 5 0,-21 12 0,19-11 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41.754"/>
    </inkml:context>
    <inkml:brush xml:id="br0">
      <inkml:brushProperty name="width" value="0.1" units="cm"/>
      <inkml:brushProperty name="height" value="0.1" units="cm"/>
      <inkml:brushProperty name="color" value="#E71224"/>
    </inkml:brush>
  </inkml:definitions>
  <inkml:trace contextRef="#ctx0" brushRef="#br0">1 51 8192,'35'8'6035,"-4"-1"-2718,39-3-2259,93-7 0,-104-3-1058,63-14 0,-41 6 0,55-10 0,-118 21 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42.081"/>
    </inkml:context>
    <inkml:brush xml:id="br0">
      <inkml:brushProperty name="width" value="0.1" units="cm"/>
      <inkml:brushProperty name="height" value="0.1" units="cm"/>
      <inkml:brushProperty name="color" value="#E71224"/>
    </inkml:brush>
  </inkml:definitions>
  <inkml:trace contextRef="#ctx0" brushRef="#br0">0 0 8192,'0'3'0,"0"4"0,0 4 3356,0 2-3356,0 2 0,0 2 5483,0 1-5483,0-1 2629,0 1-2629,0-6 0,0-5 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43.024"/>
    </inkml:context>
    <inkml:brush xml:id="br0">
      <inkml:brushProperty name="width" value="0.1" units="cm"/>
      <inkml:brushProperty name="height" value="0.1" units="cm"/>
      <inkml:brushProperty name="color" value="#E71224"/>
    </inkml:brush>
  </inkml:definitions>
  <inkml:trace contextRef="#ctx0" brushRef="#br0">392 1 8192,'0'0'208,"1"0"0,0 1 0,0-1 0,-1 0 1,1 1-1,0-1 0,-1 1 0,1-1 0,0 1 0,-1-1 1,1 1-1,0-1 0,-1 1 0,1 0 0,-1-1 0,0 1 1,1 0-1,-1-1 0,1 1 0,-1 0 0,0 0 0,0-1 1,1 1-1,-1 0 0,0 0 0,0-1 0,0 3 0,4 25 5250,-4-25-5276,0 0-182,0 0 0,1 1 0,-2-1 0,1 1 0,0-1 0,-1 1 0,1-1 0,-1 0 0,0 1 0,0-1 0,0 0 0,0 0 0,-1 0 0,0 0 0,1 0 0,-1 0 0,0 0 0,0 0 0,0-1 0,-1 1 0,1-1 0,-1 0 0,1 0 0,-1 1 0,0-2 0,0 1 0,0 0 0,0 0 0,0-1 0,0 0 0,0 0 0,-1 0 0,1 0 0,-6 1 0,-40 12 0,38-10 0,-1 0 0,1-1 0,-19 3 0,7-6 0,18 0 0,0 0 0,0 0 0,0 1 0,0-1 0,0 1 0,-1 0 0,1 0 0,-8 4 0,13-5 0,0 0 0,0 0 0,0 0 0,0 0 0,0 0 0,-1 0 0,1 0 0,0 1 0,0-1 0,0 0 0,0 0 0,0 0 0,0 0 0,0 0 0,0 0 0,0 0 0,0 0 0,0 0 0,0 0 0,0 0 0,0 0 0,0 0 0,0 1 0,0-1 0,0 0 0,0 0 0,0 0 0,0 0 0,0 0 0,0 0 0,0 0 0,0 0 0,0 0 0,0 0 0,0 0 0,0 0 0,0 1 0,0-1 0,0 0 0,0 0 0,0 0 0,0 0 0,0 0 0,0 0 0,0 0 0,0 0 0,1 0 0,-1 0 0,0 0 0,0 0 0,0 0 0,0 0 0,0 0 0,0 0 0,0 0 0,0 0 0,0 0 0,0 0 0,0 0 0,0 0 0,0 0 0,1 0 0,-1 0 0,10 3 0,10 0 0,82-2-9621,-145 1 17321,-8 4-5685,-1 4-4541,3 5-3394,45-13 5808,-1-1 1,1 1 0,0 0 0,0 0-1,0 1 1,0-1 0,0 1-1,1 0 1,-1 0 0,1 0 0,0 0-1,0 1 1,0-1 0,0 1-1,1 0 1,-1-1 0,1 1 0,0 1-1,0-1 1,0 0 0,1 0-1,0 1 1,-1-1 0,1 1 0,1-1-1,-1 1 1,1 7 0,-2 8 934,0 0 1,-8 57 8151,12-76-8694,-1 0-181,0-1 0,0 1 0,1-1 0,-1 0-1,0 0 1,1 0 0,-1 1 0,0-1 0,1 0-1,-1-1 1,0 1 0,1 0 0,1-1 0,6-1-432,-1-1 0,0 0 0,11-5 0,24-10-659,55-16 0,18-7 112,-103 35 740,71-26-4250,-75 29 3941,0 1 0,0 0 0,-1 1 0,1 0 0,0 0 0,0 1 0,16 1 0,-25-1 448,0-1 0,1 1 0,-1 0 0,0 0 0,1 0 0,-1 0 0,0 0 0,0 0 0,1 1 0,-1-1 0,0 0 0,0 0 0,1 0 0,-1 0 0,0 0 0,0 0 0,1 0 0,-1 0 0,0 1 0,0-1 0,1 0 0,-1 0 0,0 0 0,0 1 0,0-1 0,1 0 0,-1 0 0,0 0 0,0 1 0,0-1 0,0 0 0,0 0 0,0 1 0,0-1 0,1 0 0,-1 0 0,0 1 0,0-1 0,0 0 0,0 1 0,0-1 0,0 0 0,0 0 0,0 1 0,0-1 0,0 0 0,0 0 0,-1 1 0,1-1 0,0 0 0,0 0 0,0 1 0,0-1 0,0 0 0,0 0 0,-1 1 0,1-1 0,0 0 0,0 0 0,0 0 0,-1 1 0,1-1 0,0 0 0,0 0 0,0 0 0,-1 0 0,1 1 0,-18 12 0,18-13 0,-25 13 0,-1-1 0,0-1 0,0-1 0,-1-1 0,-43 8 0,-31 10 0,-57 31 0,131-46 0</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43.386"/>
    </inkml:context>
    <inkml:brush xml:id="br0">
      <inkml:brushProperty name="width" value="0.1" units="cm"/>
      <inkml:brushProperty name="height" value="0.1" units="cm"/>
      <inkml:brushProperty name="color" value="#E71224"/>
    </inkml:brush>
  </inkml:definitions>
  <inkml:trace contextRef="#ctx0" brushRef="#br0">94 2 8192,'14'-1'1235,"-12"1"-905,-1 0 0,1-1 0,-1 1 0,1 0 0,-1 0 0,1 0 0,-1 0 1,1 0-1,-1 1 0,1-1 0,-1 0 0,1 1 0,-1-1 0,1 1 0,-1-1 0,0 1 1,1 0-1,-1 0 0,0-1 0,1 1 0,-1 0 0,0 0 0,0 0 0,0 0 1,0 1-1,0-1 0,0 0 0,0 0 0,0 1 0,0 2 0,9 14-330,0 1 0,-2 0 0,-1 1 0,0 0 0,-1 0 0,-2 1 0,5 39 0,-4 153 0,-6-140 0,2 25 0,-3 95 0,2-189 0,0 0 0,0 0 0,-1-1 0,1 1 0,-1 0 0,0 0 0,0 0 0,0-1 0,-1 1 0,1-1 0,-1 1 0,0-1 0,0 0 0,0 1 0,0-1 0,-1 0 0,1 0 0,-1-1 0,0 1 0,0 0 0,0-1 0,0 0 0,0 0 0,0 0 0,-1 0 0,1 0 0,-1-1 0,1 1 0,-1-1 0,0 0 0,1 0 0,-1 0 0,-6 0 0,-74 3-2796,38-4 2236</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50.367"/>
    </inkml:context>
    <inkml:brush xml:id="br0">
      <inkml:brushProperty name="width" value="0.1" units="cm"/>
      <inkml:brushProperty name="height" value="0.1" units="cm"/>
      <inkml:brushProperty name="color" value="#E71224"/>
    </inkml:brush>
  </inkml:definitions>
  <inkml:trace contextRef="#ctx0" brushRef="#br0">0 789 8192,'2'3'332,"-1"0"0,1 0 1,-1 0-1,1-1 0,0 1 0,0 0 1,1-1-1,4 5 0,-2-1 34,2 2 2,0-1 1,0 0 0,1-1 0,0 0-1,0 0 1,0 0 0,1-1 0,0 0-1,0-1 1,15 5 0,-8-4 307,1-1 0,0-1 0,0 0 0,0-2 0,23 1 0,18-4-1361,0-3-1,-1-1 1,1-4 0,61-18-1,215-87-4239,-333 115 4923,73-29-1151,128-70 0,-181 87 1079,-1-1 1,0-1-1,-1-1 1,-1-1-1,0 0 1,-1-1 0,-1-1-1,-1-1 1,0 0-1,18-33 1,38-102 73,-63 132 0,-1 0 0,0-1 0,-2 0 0,-1-1 0,2-25 0,-6 45-7,0 1 0,1-1 1,-1 0-1,-1 1 0,1-1 1,-1 1-1,1-1 0,-1 1 1,0-1-1,0 1 1,0-1-1,-1 1 0,1 0 1,-1 0-1,0 0 0,0 0 1,0 0-1,0 0 0,-1 0 1,-2-2-1,2 3 48,-1 0 0,0 0 0,1 0 0,-1 0 1,0 1-1,0-1 0,0 1 0,0 0 0,-1 1 0,1-1 0,0 1 0,0-1 1,0 1-1,-1 0 0,1 1 0,-8 1 0,-21 4 1485,-39 11 0,-32 17-2585,30-10-934,-685 266 10253,746-284-8206,1-1 306,-1 1 0,1 1-1,-21 14 1,30-19-308,1 0 1,-1 0 0,1 0-1,0 1 1,0-1-1,-1 1 1,2-1-1,-1 1 1,0 0-1,0 0 1,1 0 0,0 0-1,0 0 1,-1 0-1,2 0 1,-1 0-1,0 1 1,1-1 0,-1 0-1,1 0 1,0 5-1,2 7-52,1 0 0,0 0 0,1-1 0,0 1 0,2-1 0,-1 0 0,2-1 0,0 1 0,0-1 0,1-1 0,11 13 0,3 2 0,1-1 0,2-1 0,45 36 0,-48-45-371,1 0-1,1-2 1,49 23 0,-27-19-372,61 17 0,-57-22 743</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50.865"/>
    </inkml:context>
    <inkml:brush xml:id="br0">
      <inkml:brushProperty name="width" value="0.1" units="cm"/>
      <inkml:brushProperty name="height" value="0.1" units="cm"/>
      <inkml:brushProperty name="color" value="#E71224"/>
    </inkml:brush>
  </inkml:definitions>
  <inkml:trace contextRef="#ctx0" brushRef="#br0">1 81 8192,'0'1'211,"0"0"0,1-1 1,-1 1-1,1 0 0,-1 0 1,1 0-1,-1 0 0,1-1 1,0 1-1,-1 0 0,1 0 1,0-1-1,0 1 0,-1-1 1,1 1-1,0 0 0,0-1 0,1 1 1,22 11 3836,-15-8-3272,-1 0-650,0-1 1,0 0-1,0 0 0,0-1 0,1 0 1,-1 0-1,9-1 0,64 2 1322,-52-4-1277,465-30-5007,-234 8 1827,227-19-120,-248 20 2635,-155 12 494,-56 6 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52.469"/>
    </inkml:context>
    <inkml:brush xml:id="br0">
      <inkml:brushProperty name="width" value="0.1" units="cm"/>
      <inkml:brushProperty name="height" value="0.1" units="cm"/>
      <inkml:brushProperty name="color" value="#E71224"/>
    </inkml:brush>
  </inkml:definitions>
  <inkml:trace contextRef="#ctx0" brushRef="#br0">1 0 8192,'49'2'4400,"66"12"1,3 0-6858,310-8-2920,-271-8 4410,171-7 967,1 0 0,185 11 0,370-4 0,-711-7-263,-90 4 2437,-57 3 7383</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54.756"/>
    </inkml:context>
    <inkml:brush xml:id="br0">
      <inkml:brushProperty name="width" value="0.1" units="cm"/>
      <inkml:brushProperty name="height" value="0.1" units="cm"/>
      <inkml:brushProperty name="color" value="#E71224"/>
    </inkml:brush>
  </inkml:definitions>
  <inkml:trace contextRef="#ctx0" brushRef="#br0">1 0 10876,'1517'36'0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8:58.184"/>
    </inkml:context>
    <inkml:brush xml:id="br0">
      <inkml:brushProperty name="width" value="0.1" units="cm"/>
      <inkml:brushProperty name="height" value="0.1" units="cm"/>
      <inkml:brushProperty name="color" value="#E71224"/>
    </inkml:brush>
  </inkml:definitions>
  <inkml:trace contextRef="#ctx0" brushRef="#br0">646 184 8192,'-2'2'444,"0"-1"0,0 1 0,1-1 0,-1 1 0,0 0 0,1 0 0,-1-1 0,1 1 0,0 0 0,0 0 0,0 1 0,0-1 0,0 0 0,-1 3 0,-1 1 821,-35 80 553,25-55-1387,-1 0 1,-1-1-1,-22 31 0,-35 54-431,-14 19 0,73-117 0,-1 0 0,0-1 0,-34 28 0,38-38-649,0 0 1,0-1-1,-15 6 0,18-9 28,1 0-1,-1 1 1,0 0-1,1 1 1,0-1 0,0 1-1,0 0 1,0 1-1,0 0 1,1-1-1,-7 9 1,12-13 577,0 0-1,0 1 1,-1-1 0,1 0 0,0 1-1,0-1 1,0 0 0,0 1 0,-1-1-1,1 0 1,0 1 0,0-1 0,0 1-1,0-1 1,0 0 0,0 1 0,0-1-1,0 0 1,0 1 0,0-1 0,0 1-1,0-1 1,0 0 0,0 1 0,1-1-1,-1 0 1,0 1 0,0-1 0,0 0-1,0 1 1,1-1 0,11 6-310,18-4 708,-18-4-354,-1 0 0,1-1 0,0 0 0,-1-1 0,14-6 0,-11 4 0,0 1 0,28-7 0,21 2 0,1 3 0,80 0 0,-56 6 0,0-5 0,171-32 0,-163 12 0,-63 15 0,62-11 0,-93 22 1,0 0 0,1 0 1,-1 0-1,0-1 0,0 1 0,0-1 1,0 0-1,1 0 0,-1 1 1,0-1-1,0-1 0,-1 1 0,1 0 1,0 0-1,0-1 0,0 1 1,-1-1-1,1 1 0,-1-1 0,1 0 1,-1 0-1,0 1 0,0-1 1,0 0-1,0 0 0,0 0 0,0 0 1,0-1-1,-1 1 0,1 0 1,-1 0-1,1 0 0,-1 0 0,0-1 1,0 1-1,0 0 0,0 0 1,0-1-1,-1 1 0,0-3 0,-1-5 111,-1 0-1,0 0 1,-1 0-1,0 0 1,0 1-1,-1 0 1,-9-13-1,-96-122-670,11 19 669,86 112 2266,-25-21 0,28 25-1132,-1 0 0,1 0 1,1-1-1,-15-19 0,7 2-1244,11 16 0,0 1 0,0 0 0,-1 1 0,-1 0 0,1 0 0,-1 0 0,-15-12 0,21 20 0,1 1 0,-1-1 0,0 1 0,1-1 0,-1 1 0,0-1 0,1 1 0,-1 0 0,0 0 0,0 0 0,1 0 0,-1 0 0,0 0 0,1 0 0,-1 0 0,0 1 0,1-1 0,-1 1 0,0-1 0,1 1 0,-1 0 0,1 0 0,-1-1 0,1 1 0,-1 0 0,1 0 0,0 0 0,-1 1 0,1-1 0,0 0 0,0 1 0,0-1 0,-1 2 0,-7 8 0,2 0 0,0 0 0,-8 17 0,9-17 0,2-4-20,-11 23-1561,-2 0 0,-1-1 0,-2-1 0,-39 45 0,-155 152-1962,160-163 3543,-59 88 0,-33 39 0,115-160 1362,27-26-816,-1 0 0,0 1 1,1 0-1,0 0 0,0 0 1,0 1-1,0 0 0,1-1 1,-1 1-1,1 0 0,0 1 1,1-1-1,0 0 0,-3 9 1,5-14-497,0 1 1,-1-1 0,1 0-1,0 1 1,0-1-1,0 1 1,0-1 0,0 0-1,0 1 1,0-1 0,0 1-1,0-1 1,0 0-1,0 1 1,0-1 0,0 0-1,1 1 1,-1-1-1,0 0 1,0 1 0,0-1-1,0 0 1,1 1 0,-1-1-1,0 0 1,0 1-1,1-1 1,-1 0 0,0 0-1,0 1 1,1-1-1,-1 0 1,0 0 0,1 0-1,0 1 1,14-5 507,18-17-995,-30 19 405,9-5 32,0 0 0,0 1 0,0 0 0,1 0 0,0 2 0,18-5 0,87-12 0,-74 14 0,-28 5-13,381-57-5878,2 34 327,-334 26 8264,67-2 5715,-128 1-8393,-1 0 1,1-1-1,0 0 0,0 0 0,-1 0 0,1-1 0,-1 1 0,1-1 0,-1 0 0,1 0 0,-1 0 0,0 0 0,0-1 0,0 1 0,3-4 0,-2 1-12,0 0 0,0-1 0,-1 1-1,0-1 1,1 0 0,-2 1 0,1-2 0,2-8-1,-2 5-15,-1 1-1,0 0 0,-1-1 0,0 0 0,0 1 1,-1-1-1,0 1 0,-1-1 0,0 0 1,-1 1-1,0-1 0,-4-12 0,-57-100-2843,41 83 2344,-58-92-3023,-105-129-1,140 198 4388,2-3 5343,36 53-6201</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9:04.909"/>
    </inkml:context>
    <inkml:brush xml:id="br0">
      <inkml:brushProperty name="width" value="0.1" units="cm"/>
      <inkml:brushProperty name="height" value="0.1" units="cm"/>
      <inkml:brushProperty name="color" value="#E71224"/>
    </inkml:brush>
  </inkml:definitions>
  <inkml:trace contextRef="#ctx0" brushRef="#br0">0 156 8192,'183'-16'6900,"-40"1"-2891,1060-24-14918,-1098 39 10909,878 23 0,33 55 0,-262-43 0,149-15 0,-501-4 0,-125 2 0,-111-4 0,393 7 0,-229-13 0,-15 0 0,72 0 0,14 1 0,927-10 770,-1162-2 2784,221-22-7108,-179 3 3330,170-11-322,659-35 546,-819 36 8889,-122 17-6310,104-4-2579,-97 12 0,290-28-2971,-186 19 25,106-12-2605,167-11 5551,1 38 0,-224 3 0,283-2 0,-516 0 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9:05.830"/>
    </inkml:context>
    <inkml:brush xml:id="br0">
      <inkml:brushProperty name="width" value="0.1" units="cm"/>
      <inkml:brushProperty name="height" value="0.1" units="cm"/>
      <inkml:brushProperty name="color" value="#E71224"/>
    </inkml:brush>
  </inkml:definitions>
  <inkml:trace contextRef="#ctx0" brushRef="#br0">1 1229 8192,'108'2'3646,"124"-5"4176,-134-13-7822,-16 1 0,26 3-2021,133-20-4797,-195 20 6292,0-1 0,-2-2 0,0-2 1,65-35-1,285-140 526,-361 176 301,-17 10 238,-1-2 0,17-11 1,-27 15-435,0 0 0,0 0 0,-1-1 1,1 1-1,-1-1 0,0 0 0,0 0 0,0-1 0,3-7 1,12-30 3167,25-85 0,-19 50-1322,-14 48-1951,-5 16 0,-1 0 0,0 1 0,-1-1 0,-1-1 0,0 1 0,0-15 0,-3 24 0,-1 0 0,0 0 0,0 0 0,0 0 0,-1 1 0,1-1 0,-1 0 0,0 1 0,-1-1 0,1 1 0,-1 0 0,0 0 0,0 0 0,0 0 0,-5-4 0,-4-3 0,0 0 0,0 1 0,-22-12 0,-6-2-622,-1 2 0,-1 2 0,-1 2-1,0 2 1,-1 2 0,-47-9 0,-47-7-1156,-1 6-1,-2 6 1,-209 1 0,346 17 1778,0 0 0,1 1 0,-1-1 0,0 1 0,0-1 0,1 1 0,-1 0 0,0 1 0,1-1 0,-1 1 0,1-1 0,-5 4 0,3-1 0,1 0 0,0 0 0,0 1 0,0-1 0,1 1 0,0 0 0,-5 7 0,-37 59 304,-15 28 833,54-86-911,0 1 0,0 0 0,2 0 0,-1 0 0,-3 30-1,4-7-1444,1 72 0,10-48 4042,0-35-3078,1 0-1,1-1 0,2 0 1,0 0-1,2-1 0,0-1 0,2 0 1,26 33-1,-28-42 1200,0 0 0,0-1 1,2 0-1,-1-2 0,26 17 0,-29-21-397,2 0 0,-1-1 0,1-1 0,0 0 0,0 0 0,0-1 0,1-1 0,15 2 0,-10-3-547</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9:07.095"/>
    </inkml:context>
    <inkml:brush xml:id="br0">
      <inkml:brushProperty name="width" value="0.1" units="cm"/>
      <inkml:brushProperty name="height" value="0.1" units="cm"/>
      <inkml:brushProperty name="color" value="#E71224"/>
    </inkml:brush>
  </inkml:definitions>
  <inkml:trace contextRef="#ctx0" brushRef="#br0">1 18 8192,'121'1'1248,"348"-12"8972,-345 4-10220,-105 6 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9:10.424"/>
    </inkml:context>
    <inkml:brush xml:id="br0">
      <inkml:brushProperty name="width" value="0.1" units="cm"/>
      <inkml:brushProperty name="height" value="0.1" units="cm"/>
      <inkml:brushProperty name="color" value="#E71224"/>
    </inkml:brush>
  </inkml:definitions>
  <inkml:trace contextRef="#ctx0" brushRef="#br0">0 208 8192,'5'0'1034,"0"1"1,0 0-1,0 0 1,-1 1-1,1-1 1,0 1-1,-1 0 1,5 3 0,25 8 1122,7-4-2157,0-3 0,55 2 0,85-7 0,-98-2 0,628-41 0,-171 1 0,-401 33 0,241-3 0,54-4 0,352-26 0,-429 25 0,109-20 0,-72 3 0,593 18-9643,-653 17 7818,520-2 13293,-839 0-11468</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9:11.751"/>
    </inkml:context>
    <inkml:brush xml:id="br0">
      <inkml:brushProperty name="width" value="0.1" units="cm"/>
      <inkml:brushProperty name="height" value="0.1" units="cm"/>
      <inkml:brushProperty name="color" value="#E71224"/>
    </inkml:brush>
  </inkml:definitions>
  <inkml:trace contextRef="#ctx0" brushRef="#br0">1 57 10122,'3411'0'0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9:12.970"/>
    </inkml:context>
    <inkml:brush xml:id="br0">
      <inkml:brushProperty name="width" value="0.1" units="cm"/>
      <inkml:brushProperty name="height" value="0.1" units="cm"/>
      <inkml:brushProperty name="color" value="#E71224"/>
    </inkml:brush>
  </inkml:definitions>
  <inkml:trace contextRef="#ctx0" brushRef="#br0">0 36 8192,'12'0'0,"9"-3"0,10-1 0,6 0 0,1 1 0,1-2 0,-3 0 0,-5 0 0,-5 2 0,-4 1 0,-3 1 0,-5 0 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9:13.971"/>
    </inkml:context>
    <inkml:brush xml:id="br0">
      <inkml:brushProperty name="width" value="0.1" units="cm"/>
      <inkml:brushProperty name="height" value="0.1" units="cm"/>
      <inkml:brushProperty name="color" value="#E71224"/>
    </inkml:brush>
  </inkml:definitions>
  <inkml:trace contextRef="#ctx0" brushRef="#br0">1 104 8192,'162'-1'2736,"53"0"3894,-71 4-5023,135 11-4147,-88-3 1501,-63-6-2732,996-3 1228,-1-59 1463,-483 17 1080,-91 8 0,-412 25 0,-119 7 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5T12:49:18.41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1 139,'19'0,"0"-1,1-1,30-6,356-71,-218 45,-122 25,1 4,123 4,-86 3,90 7,-8-1,290 10,42-1,-261 3,-133-7,-60-7,124 6,-8-12,335-11,89 17,-574-5,292 3,91 6,85-2,-308-10,537 2,-693-3,-19 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9:30.856"/>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 0 24575,'0'0'0,"0"3"0,0 5 0,3 6 0,1 6 0,2 6 0,1 0 0,2 0 0,2 2 0,-1-3 0,1-5 0,-2-2 0,2-2 0,-3 0 0,-1-1 0,0 1 0,-1 0 0,2-4 0,3-2 0,1 0 0,-1 1 0,1 1 0,-2 1 0,0 3 0,2 0 0,1 0 0,-1 2 0,0-1 0,1 0 0,1-3 0,-2 0 0,0-3 0,-2-1 0,-3 2 0,-2 1 0,1 1 0,-1 1 0,2 1 0,-1 1 0,2 0 0,0 4 0,-2 3 0,-2 1 0,-1 2 0,-2-2 0,0-1 0,-1 2 0,-1 1 0,1-1 0,0 1 0,0-2 0,-1-1 0,1-2 0,0-3 0,0 0 0,0-2 0,3 0 0,1 0 0,-1-4 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9:31.489"/>
    </inkml:context>
    <inkml:brush xml:id="br0">
      <inkml:brushProperty name="width" value="0.05" units="cm"/>
      <inkml:brushProperty name="height" value="0.05" units="cm"/>
      <inkml:brushProperty name="color" value="#AE198D"/>
      <inkml:brushProperty name="inkEffects" value="galaxy"/>
      <inkml:brushProperty name="anchorX" value="-1215.21497"/>
      <inkml:brushProperty name="anchorY" value="-1885.46094"/>
      <inkml:brushProperty name="scaleFactor" value="0.5"/>
    </inkml:brush>
  </inkml:definitions>
  <inkml:trace contextRef="#ctx0" brushRef="#br0">463 0 24575,'0'0'0,"0"3"0,-3 8 0,-4 7 0,0 9 0,-3 12 0,-2 7 0,-5 8 0,1 9 0,0 2 0,0-1 0,-1 5 0,1-4 0,-1 1 0,0-3 0,0-7 0,3-3 0,1-6 0,-1-4 0,0-4 0,2-6 0,0-6 0,-1 0 0,3-4 0,-2-1 0,3-3 0,-1-4 0,-1-1 0,-2-4 0,2 0 0,-1 1 0,-1-2 0,2 1 0,-1 2 0,0-2 0,-2 1 0,3 2 0,2 0 0,3 2 0,2 1 0,2 1 0,1-3 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5T12:49:40.62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49:48.978"/>
    </inkml:context>
    <inkml:brush xml:id="br0">
      <inkml:brushProperty name="width" value="0.1" units="cm"/>
      <inkml:brushProperty name="height" value="0.1" units="cm"/>
      <inkml:brushProperty name="color" value="#E71224"/>
    </inkml:brush>
  </inkml:definitions>
  <inkml:trace contextRef="#ctx0" brushRef="#br0">0 153 8192,'43'0'2867,"0"-2"0,0-3 0,69-15 0,4-4-4521,212-16-1,124 24-3192,-271 13 4184,264-4-258,233-9-807,1211-3 1728,-219 94 0,-1168-46 0,-134-8 0,677 18 0,1-33 0,-520-26 0,-428 7 0,88-6 0,-168 18 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2:43.281"/>
    </inkml:context>
    <inkml:brush xml:id="br0">
      <inkml:brushProperty name="width" value="0.1" units="cm"/>
      <inkml:brushProperty name="height" value="0.1" units="cm"/>
      <inkml:brushProperty name="color" value="#E71224"/>
    </inkml:brush>
  </inkml:definitions>
  <inkml:trace contextRef="#ctx0" brushRef="#br0">872 381 8192,'-5'1'983,"0"2"1,0-1 0,-1 1-1,1-1 1,1 1 0,-1 1-1,0-1 1,1 1 0,0-1-1,0 1 1,0 1 0,-4 4-1,1-2 1700,-24 27-1695,-35 51 1,51-63-917,-1 0 0,-1-1 0,-1 0-1,-1-2 1,-1 0 0,0-1 0,-30 20 0,-11 6-72,48-33 0,0-1 0,-1 0 0,0-1 0,-18 7 0,1 0 0,-45 29 0,11-5 0,14-14 0,-98 33 0,148-59 0,87 5 0,129-7-3716,88-1-6778,-101-9 6886,363-1 3375,-358 15 262,-169-5 1854,-34 3-1175,0-1-1,0 0 1,0-1-1,0 1 1,0 0-1,0-1 1,-1 0-1,1 0 1,5-4-1,-7 4-186,1 0 0,-1-1 0,0 1 0,0-1 0,0 1 0,0-1 0,0 0 0,-1 0 0,1 0 0,-1 0 0,0 0 0,2-4 0,2-32 825,-3 7-1260,-2 0 0,-1 0 0,-2 0 0,-1 0-1,-1 1 1,-2 0 0,-1 0 0,-1 0 0,-2 1 0,-15-29 0,-31-40-1900,27 55-1498,-1 2 0,-3 1 0,-71-67 0,1 20 556,66 56-162,28 22 4652,-1 0-1,0 2 1,0-1-1,-1 1 1,-14-7 0,22 13-1169,0 1-1,0-1 1,0 1 0,0 0 0,0 0 0,0 1-1,0-1 1,-1 1 0,1 0 0,0 0 0,-6 1 0,5 0-471,0 0 1,1 1 0,-1-1 0,1 1 0,-1 0 0,1 0 0,-5 3 0,-49 34 643,-67 60 0,-42 60-7262,-18 68 1843,133-158 2849,-3-1 0,-105 100 0,157-166 1834,-23 22 836,-1-2 1,-1-1-1,-44 26 1,65-43-173,0 1 1,0 1 0,1 0-1,0 0 1,0 0-1,0 0 1,1 1 0,0 0-1,0 0 1,-6 13 0,8-15-209,0 0 0,0 1 1,1-1-1,0 1 0,0 0 1,0 0-1,1-1 0,0 1 0,0 0 1,0 0-1,1 0 0,0 0 1,0 0-1,0 0 0,3 11 1,-1-13-459,1 0 0,-1 0 0,1-1 0,0 1 0,0-1 0,0 1 0,1-1 0,-1 0 0,1 0 0,0 0 0,0-1 0,0 1 0,0-1 0,0 0 0,0 0 0,1-1 0,7 3 0,10 2 0,0 0 0,26 2 0,99 4-2630,75-14-6065,-77-1 4550,-2 4 2289,139-3 1160,-251 0 696,0-2 0,-1-1 0,1-1 0,-1-2 0,-1-1 0,1-2 0,-1 0 0,39-23 0,-35 15 0,0-2 0,-1-1 0,-1-2 0,-2 0 0,0-3 0,34-39 0,-59 62 0,-1 0 0,0-1 0,0 1 0,0-1 0,-1 0 0,1 1 0,-1-1 0,0 0 0,-1-1 0,1 1 0,-1 0 0,0 0 0,0 0 0,-1-1 0,1 1 0,-1-1 0,0 1 0,-2-10 0,0 5 0,-1-1 0,-1 1 0,1 0 0,-2 0 0,1 1 0,-1-1 0,-1 1 0,-8-12 0,2 5 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2:44.956"/>
    </inkml:context>
    <inkml:brush xml:id="br0">
      <inkml:brushProperty name="width" value="0.1" units="cm"/>
      <inkml:brushProperty name="height" value="0.1" units="cm"/>
      <inkml:brushProperty name="color" value="#E71224"/>
    </inkml:brush>
  </inkml:definitions>
  <inkml:trace contextRef="#ctx0" brushRef="#br0">1 181 8192,'144'0'2616,"192"0"10915,-217 0-11656,223 1-3797,376-3-6322,-108-24 388,-133 3 7856,303-6 0,3267 30 0,-3554-27 0,-19 0 0,133 1 0,58-1 0,200 27 7845,-844-1-6871</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2:51.451"/>
    </inkml:context>
    <inkml:brush xml:id="br0">
      <inkml:brushProperty name="width" value="0.1" units="cm"/>
      <inkml:brushProperty name="height" value="0.1" units="cm"/>
      <inkml:brushProperty name="color" value="#E71224"/>
    </inkml:brush>
  </inkml:definitions>
  <inkml:trace contextRef="#ctx0" brushRef="#br0">0 183 8192,'106'0'2616,"138"-16"10915,-155 3-11656,108-14-1875,87-19 0,-227 36 0,1 2 0,-1 3 0,1 2 0,63 6 0,97-6 0,-126-10 0,-54 7 0,46-1 0,-39 6-985,23 0-6248,85-12 0,-70 4 6389,-1 4-1,96 7 1,-53 0 806,-101-2 38</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7.989"/>
    </inkml:context>
    <inkml:brush xml:id="br0">
      <inkml:brushProperty name="width" value="0.1" units="cm"/>
      <inkml:brushProperty name="height" value="0.1" units="cm"/>
      <inkml:brushProperty name="color" value="#E71224"/>
    </inkml:brush>
  </inkml:definitions>
  <inkml:trace contextRef="#ctx0" brushRef="#br0">1 0 8192,'3'6'225,"0"-1"1,0 1-1,0-1 1,0 1-1,-1 0 1,0 0-1,0 0 1,-1 0-1,0 1 1,0-1 0,0 0-1,-1 9 1,3 9 198,15 155-1876,-10 335 1,-11-307 998,3 61 453,0-257 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8.520"/>
    </inkml:context>
    <inkml:brush xml:id="br0">
      <inkml:brushProperty name="width" value="0.1" units="cm"/>
      <inkml:brushProperty name="height" value="0.1" units="cm"/>
      <inkml:brushProperty name="color" value="#E71224"/>
    </inkml:brush>
  </inkml:definitions>
  <inkml:trace contextRef="#ctx0" brushRef="#br0">66 3 8192,'89'-1'4365,"25"0"6021,-39 4-7115,-73-3-3271,-1 0 0,1 0 0,0 0 0,0 0 0,0 0 0,0 0 0,0 1 0,0-1 0,0 1 0,0 0 0,-1 0 0,1-1 0,0 1 0,0 0 0,-1 0 0,1 0 0,-1 1 0,1-1 0,-1 0 0,1 1 0,-1-1 0,0 1 0,0-1 0,0 1 0,2 2 0,-3-1 0,1 0 0,-1 0 0,1 0 0,-1 0 0,0 0 0,-1 0 0,1 0 0,0 0 0,-1 0 0,0-1 0,1 1 0,-1 0 0,0 0 0,-3 5 0,-5 9 0,-1-1 0,-1 0 0,-24 29 0,-65 85 0,-8 11 0,87-118 0,-33 38 0,50-56 0,0 1 0,0-1 0,1 1 0,0-1 0,0 1 0,0 0 0,1 0 0,0 0 0,-2 10 0,4-15 0,0 1 0,0 0 0,0-1 0,0 1 0,0 0 0,0-1 0,0 1 0,1 0 0,-1-1 0,0 1 0,1-1 0,0 1 0,-1 0 0,1-1 0,0 1 0,0-1 0,-1 0 0,1 1 0,1-1 0,-1 0 0,0 0 0,0 1 0,0-1 0,1 0 0,1 1 0,0 0 0,1 0 0,0 0 0,1-1 0,-1 1 0,0-1 0,0 0 0,1 0 0,5 0 0,11 1 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8.833"/>
    </inkml:context>
    <inkml:brush xml:id="br0">
      <inkml:brushProperty name="width" value="0.1" units="cm"/>
      <inkml:brushProperty name="height" value="0.1" units="cm"/>
      <inkml:brushProperty name="color" value="#E71224"/>
    </inkml:brush>
  </inkml:definitions>
  <inkml:trace contextRef="#ctx0" brushRef="#br0">26 0 8192,'0'65'1094,"-6"302"12964,-7-209-11188,10-122-2870,0-2 0,2-58 0,1 2 0</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9.332"/>
    </inkml:context>
    <inkml:brush xml:id="br0">
      <inkml:brushProperty name="width" value="0.1" units="cm"/>
      <inkml:brushProperty name="height" value="0.1" units="cm"/>
      <inkml:brushProperty name="color" value="#E71224"/>
    </inkml:brush>
  </inkml:definitions>
  <inkml:trace contextRef="#ctx0" brushRef="#br0">191 1 8192,'10'0'1231,"1"0"0,-1 1 0,1 0 1,-1 1-1,1 1 0,-1-1 0,12 6 1,-20-7-1047,0-1 1,0 1 0,0 0 0,-1 0-1,1 0 1,0 1 0,0-1-1,-1 0 1,1 1 0,-1-1 0,1 1-1,-1-1 1,1 1 0,-1 0 0,0-1-1,0 1 1,0 0 0,0 0-1,0 0 1,0 0 0,-1 0 0,1 0-1,-1 0 1,1 0 0,-1 0 0,0 0-1,0 0 1,0 0 0,0 0-1,0 1 1,0-1 0,0 0 0,-1 0-1,1 0 1,-1 0 0,0 0-1,0 0 1,1 0 0,-1 0 0,0 0-1,0-1 1,-1 1 0,-1 2 0,-2 3-173,0 0 0,0-1 0,-1 0 0,0 0 0,0 0 0,0-1 0,-1 0 0,-11 7 0,-67 33-123,33-18-457,39-20-958,1 0 0,0 1 0,0 0 0,1 1 0,-18 17 0,27-24 1300,1 0 0,-1 0 1,1 0-1,-1 0 0,1 1 1,-1-1-1,1 1 0,0-1 1,0 1-1,1-1 0,-1 1 1,0 0-1,1-1 1,-1 1-1,1 0 0,0-1 1,0 1-1,0 0 0,1-1 1,-1 1-1,0 0 0,1-1 1,0 1-1,-1 0 0,1-1 1,0 1-1,1-1 1,-1 0-1,0 1 0,1-1 1,-1 0-1,1 0 0,0 0 1,-1 0-1,1 0 0,3 2 1,11 10 224,1-1 0,0-1 0,0 0 0,1-1 0,1-1 0,0-1 0,0-1 0,22 7 0,-14-6 0,-1 2 0,0 2 0,35 21 0,-57-32 172,-1 0 1,0 1-1,1 0 1,-1-1-1,0 1 0,-1 1 1,1-1-1,0 0 1,-1 0-1,0 1 1,0 0-1,0-1 1,0 1-1,0 0 1,-1 0-1,0 0 1,0 0-1,0 0 0,0 0 1,-1 0-1,1 0 1,-1 0-1,0 1 1,0-1-1,-1 0 1,1 0-1,-1 0 1,0 0-1,0 0 0,0 0 1,-1 0-1,1 0 1,-1 0-1,0-1 1,0 1-1,0 0 1,-4 3-1,0 1 388,0 1-1,0-2 0,-1 1 1,0-1-1,-1 0 0,1 0 1,-1-1-1,-1 0 1,1 0-1,-1-1 0,0 0 1,0-1-1,-1 0 0,-14 4 1,4-4 665</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9.642"/>
    </inkml:context>
    <inkml:brush xml:id="br0">
      <inkml:brushProperty name="width" value="0.1" units="cm"/>
      <inkml:brushProperty name="height" value="0.1" units="cm"/>
      <inkml:brushProperty name="color" value="#E71224"/>
    </inkml:brush>
  </inkml:definitions>
  <inkml:trace contextRef="#ctx0" brushRef="#br0">0 268 8192,'55'-2'1204,"0"-2"0,-1-3 0,87-21 0,150-62 6134,-153 44-6052,-65 24-2685,31-11-1731,-36 8 3853,-44 14 7665</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9.985"/>
    </inkml:context>
    <inkml:brush xml:id="br0">
      <inkml:brushProperty name="width" value="0.1" units="cm"/>
      <inkml:brushProperty name="height" value="0.1" units="cm"/>
      <inkml:brushProperty name="color" value="#E71224"/>
    </inkml:brush>
  </inkml:definitions>
  <inkml:trace contextRef="#ctx0" brushRef="#br0">129 0 8192,'-2'48'0,"-13"69"0,5-48 0,-28 194 0,-10 89 0,38-244 0,4 136 0,22-289 0,-5 12 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50.330"/>
    </inkml:context>
    <inkml:brush xml:id="br0">
      <inkml:brushProperty name="width" value="0.1" units="cm"/>
      <inkml:brushProperty name="height" value="0.1" units="cm"/>
      <inkml:brushProperty name="color" value="#E71224"/>
    </inkml:brush>
  </inkml:definitions>
  <inkml:trace contextRef="#ctx0" brushRef="#br0">0 0 8192,'0'670'914,"0"-233"-1828,0-414 914</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50.832"/>
    </inkml:context>
    <inkml:brush xml:id="br0">
      <inkml:brushProperty name="width" value="0.1" units="cm"/>
      <inkml:brushProperty name="height" value="0.1" units="cm"/>
      <inkml:brushProperty name="color" value="#E71224"/>
    </inkml:brush>
  </inkml:definitions>
  <inkml:trace contextRef="#ctx0" brushRef="#br0">0 1 8192,'1'8'375,"0"0"0,1-1 1,0 1-1,0 0 0,3 8 1,6 19 728,1 28-1481,-3 0-1,1 79 1,-12 133-1429,0-122 1388,2-130 2293,1-17-170,-1 0-1,0 0 1,0 0 0,0 0 0,-1 0 0,0 0-1,-8 15 2510,4-31-3587,0-14-1254,2-5 627</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51.438"/>
    </inkml:context>
    <inkml:brush xml:id="br0">
      <inkml:brushProperty name="width" value="0.1" units="cm"/>
      <inkml:brushProperty name="height" value="0.1" units="cm"/>
      <inkml:brushProperty name="color" value="#E71224"/>
    </inkml:brush>
  </inkml:definitions>
  <inkml:trace contextRef="#ctx0" brushRef="#br0">101 32 8192,'54'-20'7925,"-24"15"-6242,1 1 0,0 2-1,-1 1 1,1 2 0,37 5 0,-67-6-1683,1 0 0,0 0 0,0 1 0,-1-1 0,1 1 0,0 0 0,-1-1 0,1 1 0,0 0 0,-1 0 0,1 0 0,-1 0 0,0 0 0,1 0 0,-1 1 0,0-1 0,0 0 0,1 1 0,-1-1 0,0 1 0,-1-1 0,1 1 0,0-1 0,0 1 0,-1 0 0,1-1 0,0 1 0,-1 0 0,0 0 0,1-1 0,-1 1 0,0 0 0,0 0 0,0 0 0,0-1 0,-1 1 0,1 0 0,0 0 0,-1-1 0,1 1 0,-1 0 0,1-1 0,-3 4 0,-2 10 0,-2 1 0,0-2 0,-17 27 0,15-27 0,-32 61-382,25-43-43,-2 0 0,-1-1 0,-1-1 0,-1-1 0,-2-1 1,-44 44-1,2-25-3914,4-2-5784,61-45 10118,0 0 0,-1 1 0,1-1 0,0 1 0,-1-1 1,1 0-1,0 1 0,0-1 0,0 1 0,-1-1 0,1 0 0,0 1 0,0-1 0,0 1 0,0-1 0,0 1 0,0-1 0,0 1 0,0-1 1,0 1-1,0-1 0,0 1 0,0-1 0,0 1 0,0-1 0,1 0 0,-1 1 0,0-1 0,0 1 0,0-1 0,1 0 0,-1 1 0,0-1 1,1 1-1,-1-1 0,0 0 0,0 1 0,1-1 0,-1 0 0,1 0 0,-1 1 0,0-1 0,1 0 0,-1 0 0,1 1 0,-1-1 1,1 0-1,27 14 1481,-22-12-124,35 18-1722,18 9-1850,-19-6 5195,187 109-6093,-55-52 15198,-171-80-11683,5-11 2114,-3-2-2511</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51.736"/>
    </inkml:context>
    <inkml:brush xml:id="br0">
      <inkml:brushProperty name="width" value="0.1" units="cm"/>
      <inkml:brushProperty name="height" value="0.1" units="cm"/>
      <inkml:brushProperty name="color" value="#E71224"/>
    </inkml:brush>
  </inkml:definitions>
  <inkml:trace contextRef="#ctx0" brushRef="#br0">0 137 8192,'14'-10'9352,"2"5"-9352,4 0 7459,4 2-7459,1 1 0,1 1 1211,1-4-1211,0 0 0,0-5 0,-1 0 0,4 1 0,2-1 0,-1-4 0,-1 0 0,-1 3 0,-1-1 0,-6 1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52.203"/>
    </inkml:context>
    <inkml:brush xml:id="br0">
      <inkml:brushProperty name="width" value="0.1" units="cm"/>
      <inkml:brushProperty name="height" value="0.1" units="cm"/>
      <inkml:brushProperty name="color" value="#E71224"/>
    </inkml:brush>
  </inkml:definitions>
  <inkml:trace contextRef="#ctx0" brushRef="#br0">0 0 8192,'0'266'3180,"0"133"7043,0-72-5604,0-300-4619</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52.731"/>
    </inkml:context>
    <inkml:brush xml:id="br0">
      <inkml:brushProperty name="width" value="0.1" units="cm"/>
      <inkml:brushProperty name="height" value="0.1" units="cm"/>
      <inkml:brushProperty name="color" value="#E71224"/>
    </inkml:brush>
  </inkml:definitions>
  <inkml:trace contextRef="#ctx0" brushRef="#br0">0 79 8192,'31'0'13736,"-10"0"-9450,17 0-4286,1-2 0,0-2 0,-1-1 0,56-14 0,-56 8 0,1-1 0,77-11 0,-96 21 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23.132"/>
    </inkml:context>
    <inkml:brush xml:id="br0">
      <inkml:brushProperty name="width" value="0.1" units="cm"/>
      <inkml:brushProperty name="height" value="0.1" units="cm"/>
      <inkml:brushProperty name="color" value="#E71224"/>
    </inkml:brush>
  </inkml:definitions>
  <inkml:trace contextRef="#ctx0" brushRef="#br0">1 592 8192,'30'0'2616,"40"0"10915,-45 0-11656,78-6-1875,0-4 0,0-5 0,151-41 0,-163 32 0,-35 8 0,102-14 0,-8 11-2102,-48 4-1267,121 0 0,90 0-5609,14-16 8774,181 24 204,-291 10 0,-173-3 0,500-16 0,105-22 0,-453 27 0,63-3 0,48-1 0,-159 5 0,271-17 0,-229 18 0,259-7 0,274-31 0,-513 27 0,7 10 0,32-4 0,121-16 0,-239 26 2982,-11 1 3414,-50-9-593,-52 7-4856,0 2 0,29-2 0,157-21-947,-181 26 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4.123"/>
    </inkml:context>
    <inkml:brush xml:id="br0">
      <inkml:brushProperty name="width" value="0.1" units="cm"/>
      <inkml:brushProperty name="height" value="0.1" units="cm"/>
      <inkml:brushProperty name="color" value="#E71224"/>
    </inkml:brush>
  </inkml:definitions>
  <inkml:trace contextRef="#ctx0" brushRef="#br0">370 0 8192,'-1'5'770,"-1"-1"1,1 0-1,-1 1 0,0-1 1,0 0-1,-1 0 1,1 0-1,-1-1 1,-4 6-1,-3 4 365,-124 230 5725,73-124-4537,26-56-2323,9-18 0,2 1 0,-28 75 0,52-120 0,-1 1 0,1-1 0,-1 1 0,1-1 0,0 1 0,-1 0 0,1-1 0,0 1 0,0-1 0,0 1 0,0-1 0,0 1 0,1-1 0,-1 1 0,0 0 0,1-1 0,-1 0 0,1 1 0,0-1 0,-1 1 0,1-1 0,0 0 0,0 1 0,0-1 0,0 0 0,0 0 0,0 1 0,0-1 0,0 0 0,0 0 0,1 0 0,-1-1 0,0 1 0,1 0 0,-1 0 0,0-1 0,1 1 0,-1-1 0,1 1 0,-1-1 0,1 1 0,-1-1 0,3 0 0,10 2 0,-1-1 0,1 0 0,-1-1 0,17-3 0,-13 2 0,-3 0-107,1-1 1,-1-1 0,0 0 0,0-1 0,-1 0 0,1-1 0,-1-1 0,0 0 0,0-1 0,-1 0-1,0-1 1,0 0 0,15-14 0,-7 3-106,-1-1 0,0 0 0,-1-2-1,-2 0 1,0 0 0,14-28 0,-24 34-240,0 0 1,-1-1-1,-1 0 1,0 1 0,-1-1-1,-1 0 1,-1-1-1,0 1 1,-1 0 0,-1 0-1,-1 0 1,-6-32-1,6 43 182,0 0 0,0 1 0,0-1 0,-1 0 0,0 1 0,0 0 0,0-1 0,0 1 0,-1 0 0,0 1 0,0-1-1,-1 1 1,1 0 0,-1 0 0,0 0 0,-8-5 0,0 2-495,0 1 0,-1 1-1,0 0 1,0 0 0,-26-4 0,17 5 765</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4.561"/>
    </inkml:context>
    <inkml:brush xml:id="br0">
      <inkml:brushProperty name="width" value="0.1" units="cm"/>
      <inkml:brushProperty name="height" value="0.1" units="cm"/>
      <inkml:brushProperty name="color" value="#E71224"/>
    </inkml:brush>
  </inkml:definitions>
  <inkml:trace contextRef="#ctx0" brushRef="#br0">1 1 8192,'1'28'1835,"9"48"-1,1 10 2342,34 424 792,-39-458-3298,-1 82 1,-6-126 197,1-7-1868</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5.010"/>
    </inkml:context>
    <inkml:brush xml:id="br0">
      <inkml:brushProperty name="width" value="0.1" units="cm"/>
      <inkml:brushProperty name="height" value="0.1" units="cm"/>
      <inkml:brushProperty name="color" value="#E71224"/>
    </inkml:brush>
  </inkml:definitions>
  <inkml:trace contextRef="#ctx0" brushRef="#br0">1 3 8192,'143'-3'276,"153"6"3244,-292-2-3328,-1-1 1,0 0-1,1 1 1,-1 0-1,0 0 1,1 0 0,-1 0-1,0 0 1,0 1-1,0-1 1,0 1-1,0 0 1,-1 0-1,1 0 1,0 0 0,-1 0-1,5 5 1,-4-2 230,-1 0 1,1-1 0,0 1 0,-1 0-1,0 0 1,0 0 0,-1 0 0,0 1 0,0-1-1,1 7 1,-1 11 794,-1 1 0,-1-1 0,-1 0 0,-5 27 0,6-47-1209,-6 39-9,-2-1 0,-1 0 0,-3 0 0,-1-1 0,-2-1 0,-23 43 0,36-78 0,0 0 0,1 0 0,0 1 0,0-1 0,0 1 0,0 0 0,1 0 0,0-1 0,-1 9 0,2-12 0,0 1 0,1-1 0,-1 1 0,1-1 0,-1 1 0,1-1 0,0 1 0,0-1 0,-1 0 0,1 0 0,0 1 0,0-1 0,0 0 0,1 0 0,-1 0 0,0 0 0,0 0 0,0 0 0,1 0 0,-1-1 0,1 1 0,-1 0 0,0-1 0,1 1 0,-1-1 0,1 1 0,-1-1 0,1 0 0,-1 0 0,1 0 0,0 0 0,-1 0 0,1 0 0,1 0 0,42 3-656,1-2 1,-1-2-1,1-1 1,72-15-1,-27-3-1668,110-39 0,-173 47-120,-6 2-5208</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6.538"/>
    </inkml:context>
    <inkml:brush xml:id="br0">
      <inkml:brushProperty name="width" value="0.1" units="cm"/>
      <inkml:brushProperty name="height" value="0.1" units="cm"/>
      <inkml:brushProperty name="color" value="#E71224"/>
    </inkml:brush>
  </inkml:definitions>
  <inkml:trace contextRef="#ctx0" brushRef="#br0">0 205 8192,'42'-2'4385,"55"-10"-1,-13 2-3007,27-5 5512,146-42-10119,-92 9 417,29-6-6853,-167 48 8340</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6.803"/>
    </inkml:context>
    <inkml:brush xml:id="br0">
      <inkml:brushProperty name="width" value="0.1" units="cm"/>
      <inkml:brushProperty name="height" value="0.1" units="cm"/>
      <inkml:brushProperty name="color" value="#E71224"/>
    </inkml:brush>
  </inkml:definitions>
  <inkml:trace contextRef="#ctx0" brushRef="#br0">132 0 8192,'-2'25'0,"-1"0"0,-2 0 0,-12 44 0,2-14 0,-17 110 0,7 1 0,-6 277 0,31-434 520,-1-2 1896,1 0 0,0 0 1,0 0-1,1 0 1,3 12-1,2-7 588</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7.067"/>
    </inkml:context>
    <inkml:brush xml:id="br0">
      <inkml:brushProperty name="width" value="0.1" units="cm"/>
      <inkml:brushProperty name="height" value="0.1" units="cm"/>
      <inkml:brushProperty name="color" value="#E71224"/>
    </inkml:brush>
  </inkml:definitions>
  <inkml:trace contextRef="#ctx0" brushRef="#br0">1 1 8192,'0'9'0,"0"6"0,0 11 3356,0 9-3356,0 7 0,0 10 0,0 4 5996,0 6-5996,0 6 0,0 0 0,0-3-2971,0-4 2971,0-8 0,0-4 0,0-6-5849,0-10 5849</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3:47.645"/>
    </inkml:context>
    <inkml:brush xml:id="br0">
      <inkml:brushProperty name="width" value="0.1" units="cm"/>
      <inkml:brushProperty name="height" value="0.1" units="cm"/>
      <inkml:brushProperty name="color" value="#E71224"/>
    </inkml:brush>
  </inkml:definitions>
  <inkml:trace contextRef="#ctx0" brushRef="#br0">0 1 8192,'22'-1'4644,"9"1"5585,-11 1-7080,-17 0-3149,0-1 0,0 0 0,-1 1 0,1 0 0,0-1 0,0 1 0,-1 0 0,1 1 0,-1-1 0,1 0 0,-1 1 0,0-1 0,1 1 0,-1 0 0,0 0 0,0 0 0,0 0 0,0 0 0,0 0 0,-1 0 0,1 1 0,-1-1 0,0 1 0,1-1 0,-1 1 0,0-1 0,0 1 0,-1 0 0,1 0 0,0-1 0,-1 1 0,0 0 0,0 0 0,0 0 0,0 0 0,0-1 0,0 1 0,-1 0 0,0 3 0,0 3 0,-1 0 0,0 0 0,-1 0 0,0-1 0,0 1 0,0-1 0,-1 1 0,-1-1 0,1 0 0,-2-1 0,-5 9 0,-14 6-2500,-17 19-6378,40-39 8596,1 0 1,0 0 0,-1 0 0,1 0 0,0 0 0,0 1 0,0-1 0,0 0 0,0 0-1,1 1 1,-1-1 0,0 0 0,1 1 0,0-1 0,0 1 0,0-1 0,0 0 0,0 1-1,1 3 1,0-4 256,0 0 0,0 0-1,0 0 1,0-1 0,1 1-1,-1 0 1,1-1 0,-1 1-1,1-1 1,-1 0 0,1 1-1,0-1 1,0 0 0,0 0-1,0 0 1,0 0 0,0 0-1,0-1 1,0 1 0,0 0-1,0-1 1,0 0 0,3 1-1,56 3-373,-52-4 385,62-1 14,-41-1 0,0 2 0,-1 1 0,1 1 0,47 10 0,-75-12 0,1 1 0,-1-1 0,0 1 0,1 0 0,-1 0 0,0 0 0,1 0 0,-1 0 0,0 0 0,0 0 0,0 1 0,0-1 0,0 1 0,-1-1 0,1 1 0,0 0 0,-1 0 0,1 0 0,-1 0 0,0 0 0,1 0 0,-1 0 0,1 3 0,-2-1 0,1-1 0,-1 0 0,0 0 0,-1 1 0,1-1 0,0 0 0,-1 0 0,0 1 0,0-1 0,0 0 0,0 0 0,0 0 0,0 0 0,-4 5 0,-6 8 0,-1 0 0,0-1 0,-1-1 0,-22 20 0,-27 24 2796,43-45-2236</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06.286"/>
    </inkml:context>
    <inkml:brush xml:id="br0">
      <inkml:brushProperty name="width" value="0.1" units="cm"/>
      <inkml:brushProperty name="height" value="0.1" units="cm"/>
      <inkml:brushProperty name="color" value="#E71224"/>
    </inkml:brush>
  </inkml:definitions>
  <inkml:trace contextRef="#ctx0" brushRef="#br0">438 1 8192,'-1'6'473,"0"1"1,-1-1-1,0 0 1,0 1-1,-1-1 1,1 0-1,-6 8 1,-7 18 3583,-98 260 3642,26-103-9438,26-61-3049,-28 54-3622,46-95 7803,38-82 607,2-6 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06.836"/>
    </inkml:context>
    <inkml:brush xml:id="br0">
      <inkml:brushProperty name="width" value="0.1" units="cm"/>
      <inkml:brushProperty name="height" value="0.1" units="cm"/>
      <inkml:brushProperty name="color" value="#E71224"/>
    </inkml:brush>
  </inkml:definitions>
  <inkml:trace contextRef="#ctx0" brushRef="#br0">148 1 8192,'27'0'830,"-5"-1"1185,-1 1 0,1 1-1,0 1 1,32 8 0,-48-8-1641,1 0 1,0 0 0,-1 1-1,0 0 1,0 1 0,0-1-1,0 1 1,0 1-1,-1-1 1,1 1 0,-1-1-1,0 2 1,-1-1 0,1 0-1,-1 1 1,0 0-1,-1 0 1,4 7 0,0 1-375,-1-1 0,-1 1 0,0-1 0,-1 2 0,-1-1 0,0 0 0,0 1 0,-2-1 0,0 1 0,0-1 0,-2 1 0,0 0 0,0-1 0,-1 1 0,-1-1 0,-1 0 0,0 0 0,0 0 0,-2 0 0,0-1 0,0 1 0,-1-1 0,-1-1 0,0 0 0,0 0 0,-2 0 0,-13 13 0,-9 2 0,-2-1 0,0-2 0,-2-1 0,-43 20 0,-45 28 0,123-70 0,0 0 0,-1 0 0,1 0 0,0 0 0,-1 0 0,1 0 0,0 0 0,0 0 0,0 0 0,0 0 0,0 1 0,0-1 0,0 0 0,1 1 0,-2 1 0,2-2 0,0-1 0,0 1 0,0 0 0,0-1 0,0 1 0,0-1 0,1 1 0,-1 0 0,0-1 0,0 1 0,1-1 0,-1 1 0,0 0 0,0-1 0,1 1 0,-1-1 0,1 1 0,-1-1 0,0 1 0,1-1 0,-1 0 0,1 1 0,-1-1 0,1 1 0,0-1 0,7 4 0,-1-1 0,0 0 0,1-1 0,14 4 0,-3-2 0,63 21-5073,112 49 0,-190-71 4368,1-1 0,0 0 1,0 0-1,0 0 1,0-1-1,8 1 0,-12-2 607,0 0 0,1 0 0,-1 0 0,0 0 0,1 0 0,-1 0-1,0-1 1,0 1 0,1-1 0,-1 1 0,0-1 0,0 1 0,1-1 0,-1 0-1,0 1 1,0-1 0,0 0 0,0 0 0,0 0 0,0 0 0,0 0 0,-1 0 0,1 0-1,0 0 1,0 0 0,-1-1 0,1 1 0,-1 0 0,1-2 0,5-17 98</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07.102"/>
    </inkml:context>
    <inkml:brush xml:id="br0">
      <inkml:brushProperty name="width" value="0.1" units="cm"/>
      <inkml:brushProperty name="height" value="0.1" units="cm"/>
      <inkml:brushProperty name="color" value="#E71224"/>
    </inkml:brush>
  </inkml:definitions>
  <inkml:trace contextRef="#ctx0" brushRef="#br0">1 92 8192,'47'0'4134,"16"1"6398,-21-3-7176,4-4-3356,58-15 0,-16 2 0,-69 16 0,-1-2 0,0 0 0,0-1 0,23-10 0,-23 7 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07.490"/>
    </inkml:context>
    <inkml:brush xml:id="br0">
      <inkml:brushProperty name="width" value="0.1" units="cm"/>
      <inkml:brushProperty name="height" value="0.1" units="cm"/>
      <inkml:brushProperty name="color" value="#E71224"/>
    </inkml:brush>
  </inkml:definitions>
  <inkml:trace contextRef="#ctx0" brushRef="#br0">0 1 8192,'0'140'3016,"0"72"6897,0-23-4820,0-167-5093</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07.771"/>
    </inkml:context>
    <inkml:brush xml:id="br0">
      <inkml:brushProperty name="width" value="0.1" units="cm"/>
      <inkml:brushProperty name="height" value="0.1" units="cm"/>
      <inkml:brushProperty name="color" value="#E71224"/>
    </inkml:brush>
  </inkml:definitions>
  <inkml:trace contextRef="#ctx0" brushRef="#br0">0 51 8192,'5'0'0,"1"-4"0,4-2 0,4 1 3356,5 1-3356,3-4 0,3 1 5483,1 0-5483,0 2 0,0 2 7957,-4 1-7957</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08.053"/>
    </inkml:context>
    <inkml:brush xml:id="br0">
      <inkml:brushProperty name="width" value="0.1" units="cm"/>
      <inkml:brushProperty name="height" value="0.1" units="cm"/>
      <inkml:brushProperty name="color" value="#E71224"/>
    </inkml:brush>
  </inkml:definitions>
  <inkml:trace contextRef="#ctx0" brushRef="#br0">1 1 8192,'4'0'18022,"7"0"-18022,4 0 0,5 0 0,4 0 0,1 0 0,1 0 0,1 0 0,0 0 0,-1 0 0,-3 0 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08.566"/>
    </inkml:context>
    <inkml:brush xml:id="br0">
      <inkml:brushProperty name="width" value="0.1" units="cm"/>
      <inkml:brushProperty name="height" value="0.1" units="cm"/>
      <inkml:brushProperty name="color" value="#E71224"/>
    </inkml:brush>
  </inkml:definitions>
  <inkml:trace contextRef="#ctx0" brushRef="#br0">0 0 8192,'0'458'16337,"0"-344"-14652,0-29-1685,0-79 0,0-9 0,0-46 0,0 14 0,0 1 0</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08.935"/>
    </inkml:context>
    <inkml:brush xml:id="br0">
      <inkml:brushProperty name="width" value="0.1" units="cm"/>
      <inkml:brushProperty name="height" value="0.1" units="cm"/>
      <inkml:brushProperty name="color" value="#E71224"/>
    </inkml:brush>
  </inkml:definitions>
  <inkml:trace contextRef="#ctx0" brushRef="#br0">0 1 8192,'4'0'769,"0"1"1,1 0 0,-1 0-1,0 0 1,0 0 0,0 1-1,-1-1 1,1 1 0,0 0-1,-1 1 1,1-1 0,-1 0-1,1 1 1,2 4 0,45 48 5119,-35-36-5301,20 24-588,-20-22 0,1-1 0,1 0 0,1-2 0,1 0 0,37 27 0,-38-35 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09.326"/>
    </inkml:context>
    <inkml:brush xml:id="br0">
      <inkml:brushProperty name="width" value="0.1" units="cm"/>
      <inkml:brushProperty name="height" value="0.1" units="cm"/>
      <inkml:brushProperty name="color" value="#E71224"/>
    </inkml:brush>
  </inkml:definitions>
  <inkml:trace contextRef="#ctx0" brushRef="#br0">26 0 8192,'-12'339'16337,"4"-254"-14652,2 147-1685,6-193 0,1-17 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9:36.532"/>
    </inkml:context>
    <inkml:brush xml:id="br0">
      <inkml:brushProperty name="width" value="0.1" units="cm"/>
      <inkml:brushProperty name="height" value="0.1" units="cm"/>
      <inkml:brushProperty name="color" value="#E71224"/>
    </inkml:brush>
  </inkml:definitions>
  <inkml:trace contextRef="#ctx0" brushRef="#br0">1 335 8192,'99'-4'9806,"0"-5"-4284,85-4-3033,50 0-3902,4 0-4814,1314 11-1653,-747 4 5583,-515-15 2297,-18 1 0,313-28 0,-14 2 0,171-14 0,31 0 0,-396 26 0,9 1 0,-321 25 81,601-18 3579,-584 13 1336,-51 3-3996</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9:42.877"/>
    </inkml:context>
    <inkml:brush xml:id="br0">
      <inkml:brushProperty name="width" value="0.1" units="cm"/>
      <inkml:brushProperty name="height" value="0.1" units="cm"/>
      <inkml:brushProperty name="color" value="#E71224"/>
    </inkml:brush>
  </inkml:definitions>
  <inkml:trace contextRef="#ctx0" brushRef="#br0">1 1 8192,'6'14'7950,"39"25"-242,-35-30-7514,0-1 0,1 0 1,0-1-1,1 0 0,-1-1 1,1 0-1,0-1 0,1-1 1,-1 0-1,1 0 1,15 2-1,-18-5-192,0-1 0,0 0 0,0 0 0,1-1 0,-1 0 0,0-1 0,0 0 0,-1 0 0,1-1 0,0-1 0,-1 1 0,0-2 0,0 1 0,0-1 0,10-7 0,41-38-2799,-35 26 2238</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9:43.284"/>
    </inkml:context>
    <inkml:brush xml:id="br0">
      <inkml:brushProperty name="width" value="0.1" units="cm"/>
      <inkml:brushProperty name="height" value="0.1" units="cm"/>
      <inkml:brushProperty name="color" value="#E71224"/>
    </inkml:brush>
  </inkml:definitions>
  <inkml:trace contextRef="#ctx0" brushRef="#br0">0 0 8192,'8'23'7957,"16"15"-6524,-21-34-658,8 12-396,1 0-1,0-1 1,1 0 0,1-1-1,1-1 1,-1 0 0,2-1 0,0 0-1,0-2 1,1 0 0,1 0-1,31 11 1,-36-17-225,1 0 1,-1-1-1,1 0 1,0-1-1,-1-1 0,1 0 1,0-1-1,0 0 1,0-1-1,0-1 0,-1 0 1,1-1-1,-1 0 1,1-1-1,-1-1 0,0 0 1,-1-1-1,21-12 1,-11 3-155,-1-2 0,0 0 0,-1-1 0,-1-2 0,-1 1 0,24-37 0,-18 24 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9:45.036"/>
    </inkml:context>
    <inkml:brush xml:id="br0">
      <inkml:brushProperty name="width" value="0.1" units="cm"/>
      <inkml:brushProperty name="height" value="0.1" units="cm"/>
      <inkml:brushProperty name="color" value="#E71224"/>
    </inkml:brush>
  </inkml:definitions>
  <inkml:trace contextRef="#ctx0" brushRef="#br0">0 1 8192,'2'5'561,"0"1"0,0-1 1,1 1-1,0-1 0,0 0 0,0 0 1,0 0-1,1-1 0,6 7 0,3 7 1672,10 21-477,-15-24-682,0 0 1,1-1-1,0 0 1,20 22-1,-27-34-979,0 0 0,1 0 1,-1 0-1,0 0 0,1-1 1,-1 1-1,1 0 0,-1-1 0,1 0 1,0 1-1,0-1 0,0-1 0,-1 1 1,1 0-1,0 0 0,0-1 1,0 0-1,0 0 0,0 0 0,0 0 1,0 0-1,0 0 0,0-1 0,0 1 1,0-1-1,0 0 0,0 0 1,-1 0-1,1 0 0,0-1 0,4-2 1,5-7-437,0 1 1,-1-2-1,0 1 1,-1-1-1,0-1 1,-1 0-1,9-17 1,-2 5 93,5-7 247</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33.503"/>
    </inkml:context>
    <inkml:brush xml:id="br0">
      <inkml:brushProperty name="width" value="0.1" units="cm"/>
      <inkml:brushProperty name="height" value="0.1" units="cm"/>
      <inkml:brushProperty name="color" value="#E71224"/>
    </inkml:brush>
  </inkml:definitions>
  <inkml:trace contextRef="#ctx0" brushRef="#br0">283 1028 8192,'21'-2'2028,"11"-7"5408,14-3-89,40-2-6899,-58 9-194,0 0 0,39-1 1,-18 6-255,30 1 0,118-16 0,-98 6 0,1 3 0,103 9 0,-47-1 0,217-2-3390,187 0-7196,-147 0 6540,-174 17 4046,-147-8 0,-5 3 4979,6 0 5060,64-6-6848,1-8-3370,-18 0-2626,68-11 738,-89-5-3907,232-68 0,89-16 4764,-418 98 1378,8-1 1832,58-18 0,-81 21-1695,0-1-1,-1 0 1,1 0 0,-1 0-1,0 0 1,0-1-1,0 0 1,0-1 0,-1 1-1,1-1 1,-1 0-1,0 0 1,-1-1 0,6-7-1,-9 10-116,1-1 0,-1 1-1,0-1 1,0 1 0,0-1-1,-1 1 1,1-1 0,-1 1-1,0-1 1,0 0 0,0 1-1,0-1 1,-1 1 0,1-1-1,-1 0 1,0 1 0,0 0-1,0-1 1,-1 1 0,1 0-1,-1-1 1,-3-4 0,-5-7 910,-1 0 0,0 1 0,-19-17 1,7 6-524,2 3-575,0 1 0,-1 2 0,-2 0 0,-39-25 0,-108-52 0,150 85 0,-20-7 0,-1 1 0,-85-23 0,26 17 0,-117-11 0,123 24 0,-129-18 0,-37 4-1394,99 14-9,-231-20 2438,130 23-8011,191 8 6388,-735-16-8108,-38 3 8696,528 14 0,285-2 0,0 1 0,1 1 0,-1 2 0,0 1 0,1 2 0,0 1 0,1 1 0,-1 2 0,2 1 0,0 1 0,0 1 0,1 2 0,1 1 0,1 1 0,-39 34 0,44-33 631,0 2 0,2 0 1,0 2-1,1 0 1,2 1-1,0 0 0,2 1 1,0 1-1,2 0 0,1 1 1,1 1-1,1-1 1,-5 35-1,11-40-631</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40.704"/>
    </inkml:context>
    <inkml:brush xml:id="br0">
      <inkml:brushProperty name="width" value="0.1" units="cm"/>
      <inkml:brushProperty name="height" value="0.1" units="cm"/>
      <inkml:brushProperty name="color" value="#E71224"/>
    </inkml:brush>
  </inkml:definitions>
  <inkml:trace contextRef="#ctx0" brushRef="#br0">1 133 8192,'285'2'9626,"10"1"-3579,-1-9-3698,14-32-9678,-100 7 368,-67 22 5082,-24 9 1615,260-14-1325,-80-16 1589,-143 20 3462,81 12 7242,-70 1-6848,347-3-3856,-490 0 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41.611"/>
    </inkml:context>
    <inkml:brush xml:id="br0">
      <inkml:brushProperty name="width" value="0.1" units="cm"/>
      <inkml:brushProperty name="height" value="0.1" units="cm"/>
      <inkml:brushProperty name="color" value="#E71224"/>
    </inkml:brush>
  </inkml:definitions>
  <inkml:trace contextRef="#ctx0" brushRef="#br0">55 0 8192,'-1'1'146,"0"-1"0,0 1 1,0 0-1,0-1 1,0 1-1,0 0 0,0-1 1,0 1-1,0 0 0,0 0 1,0 0-1,0 0 0,0 0 1,0 0-1,1 0 1,-1 0-1,0 0 0,1 0 1,-1 1-1,0 0 0,-12 33 5303,10-26-3927,-2 9-857,0 1 0,2 0 0,0 0-1,1 0 1,1 0 0,1 0 0,0 1-1,2-1 1,0 0 0,1 0 0,8 27 0,-9-38-662,-1-1 14,1 0 0,0 0 0,0 0 0,0 0 0,1-1 0,0 1 0,5 6-1,-6-10-52,0-1-1,1 1 0,-1-1 0,1 0 1,0 0-1,0-1 0,-1 1 0,1 0 1,0-1-1,0 0 0,1 0 0,-1 0 1,0 0-1,0 0 0,1-1 1,-1 1-1,0-1 0,6 0 0,-3 1-134,9 0-1714,-1 0 1,1-1 0,0-1 0,15-2-1,-26 2 1492,0 0-1,0 0 1,0 0-1,0-1 1,-1 1-1,1-1 1,0 0 0,-1 0-1,1 0 1,-1-1-1,0 1 1,0-1-1,0 0 1,0 0-1,0 0 1,-1 0-1,1 0 1,-1-1-1,3-3 1,-4 3 393,6-7 0,0-1 0,-2 0 0,0 0 0,0-1 0,4-15 0,-9 24 0,1-1 0,-1 1 0,0 0 0,0-1 0,0 1 0,-1 0 0,1 0 0,-1-1 0,0 1 0,0 0 0,-1 0 0,1 0 0,-1 0 0,0 0 0,0 0 0,0 0 0,-1 1 0,1-1 0,-1 1 0,-3-4 0,-4-3 0,-1 0 0,0 0 0,0 1 0,-1 0 0,-18-9 0,15 10 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5:56:43.123"/>
    </inkml:context>
    <inkml:brush xml:id="br0">
      <inkml:brushProperty name="width" value="0.1" units="cm"/>
      <inkml:brushProperty name="height" value="0.1" units="cm"/>
      <inkml:brushProperty name="color" value="#E71224"/>
    </inkml:brush>
  </inkml:definitions>
  <inkml:trace contextRef="#ctx0" brushRef="#br0">1 74 8192,'0'-15'18022,"4"4"-18022,6 1 0,6 2 0,0-1 0,1 0 0,3 2 0,2 2 0,2 7 0,-4 6 0,0 3 0,-4 3 0,-1 5 0,-2 2 0,-3 2 0,-4-2 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6:01:02.127"/>
    </inkml:context>
    <inkml:brush xml:id="br0">
      <inkml:brushProperty name="width" value="0.1" units="cm"/>
      <inkml:brushProperty name="height" value="0.1" units="cm"/>
      <inkml:brushProperty name="color" value="#E71224"/>
    </inkml:brush>
  </inkml:definitions>
  <inkml:trace contextRef="#ctx0" brushRef="#br0">103 1 8192,'-1'4'1191,"0"0"0,-1 1 0,1-1 0,-1 0 1,0 0-1,0 0 0,0 0 0,-1 0 0,-2 3 0,-13 25 4920,6 5-6111,-1 1 0,1 2 0,1 0 0,-4 41 0,15-79 0,-1 1 0,1 0 0,0-1 0,0 1 0,0 0 0,0-1 0,1 1 0,-1 0 0,1-1 0,-1 1 0,1-1 0,0 1 0,0-1 0,0 1 0,0-1 0,0 0 0,1 1 0,-1-1 0,1 0 0,0 0 0,-1 0 0,1 0 0,0 0 0,0-1 0,0 1 0,0 0 0,1-1 0,-1 0 0,5 3 0,0-2 0,1 0 0,-1 0 0,1-1 0,-1 0 0,1 0 0,0-1 0,0 0 0,-1 0 0,12-2 0,27-6-1754,21-10-5025,6-2-712,-24 13 5493,-44 6 2226,-1 1 0,1-1 0,-1 0 0,1 0 0,-1 0-1,1 0 1,-1-1 0,0 0 0,1 0 0,-1 0 0,0 0 0,0-1 0,4-3 0,-7 4-67,1 0-1,-1 1 0,0-1 1,1 0-1,-1 0 1,0-1-1,0 1 1,0 0-1,-1 0 1,1 0-1,0-1 1,-1 1-1,0 0 1,1-1-1,-1 1 1,0 0-1,0-1 0,0 1 1,0 0-1,-1-1 1,1 1-1,-1 0 1,1-1-1,-1 1 1,0 0-1,0 0 1,0 0-1,-1-3 1,-21-33-518,5 16-2943,-38-35 0,32 33 2412,2 2 888</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6:01:03.093"/>
    </inkml:context>
    <inkml:brush xml:id="br0">
      <inkml:brushProperty name="width" value="0.1" units="cm"/>
      <inkml:brushProperty name="height" value="0.1" units="cm"/>
      <inkml:brushProperty name="color" value="#E71224"/>
    </inkml:brush>
  </inkml:definitions>
  <inkml:trace contextRef="#ctx0" brushRef="#br0">0 1 8192,'2'32'2616,"0"-20"767,1 0-1,0 0 1,8 21 0,-1-9-1508,0-7-1875,1 1 0,0-1 0,2-1 0,0 0 0,0-1 0,1 0 0,1-1 0,19 14 0,-9-6 0,41 32 0,-52-42 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6:01:04.073"/>
    </inkml:context>
    <inkml:brush xml:id="br0">
      <inkml:brushProperty name="width" value="0.1" units="cm"/>
      <inkml:brushProperty name="height" value="0.1" units="cm"/>
      <inkml:brushProperty name="color" value="#E71224"/>
    </inkml:brush>
  </inkml:definitions>
  <inkml:trace contextRef="#ctx0" brushRef="#br0">1 105 8192,'268'-12'8668,"-1"-13"-9749,108-7-5592,802-4 5759,5145 38 914,-6291-2 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6:01:10.318"/>
    </inkml:context>
    <inkml:brush xml:id="br0">
      <inkml:brushProperty name="width" value="0.1" units="cm"/>
      <inkml:brushProperty name="height" value="0.1" units="cm"/>
      <inkml:brushProperty name="color" value="#E71224"/>
    </inkml:brush>
  </inkml:definitions>
  <inkml:trace contextRef="#ctx0" brushRef="#br0">1 28 8192,'312'0'16362,"-234"0"-14702,332 0-3443,740 0-11320,-657 0 10276,-152-13 2441,-11-1 463,102 15 803,-411-1-1375</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6:04:04.574"/>
    </inkml:context>
    <inkml:brush xml:id="br0">
      <inkml:brushProperty name="width" value="0.1" units="cm"/>
      <inkml:brushProperty name="height" value="0.1" units="cm"/>
      <inkml:brushProperty name="color" value="#E71224"/>
    </inkml:brush>
  </inkml:definitions>
  <inkml:trace contextRef="#ctx0" brushRef="#br0">0 33 8192,'40'-7'16654,"-29"4"-15286,37-6-1368,-1 2 0,1 3 0,1 1 0,78 7 0,-17-1 0,-27-2 0,127 18 0,-181-14 0,46 6 0,132 5 0,390-19-3324,297 4-7153,-210 0 6256,-653 1 4221,55 9 0,-55-5 0,53 1 0,95-8 10369,-157 1-2716</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8T06:01:18.905"/>
    </inkml:context>
    <inkml:brush xml:id="br0">
      <inkml:brushProperty name="width" value="0.1" units="cm"/>
      <inkml:brushProperty name="height" value="0.1" units="cm"/>
      <inkml:brushProperty name="color" value="#E71224"/>
    </inkml:brush>
  </inkml:definitions>
  <inkml:trace contextRef="#ctx0" brushRef="#br0">1 2 8192,'89'0'15152,"-48"0"-12282,400 0-5503,588 0-9839,-949 0 12009,267-2-1249,376 5 970,-126 34 742,142 3 0,-519-38 0,272-6 0,-382-9 3267,-8 1 4024,-78 11-942,-3 0-5234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414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4147"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34149"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134150"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4151"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b="0" dirty="0"/>
              <a:pPr lvl="0" algn="r" eaLnBrk="1" hangingPunct="1">
                <a:buNone/>
              </a:pPr>
              <a:t>‹#›</a:t>
            </a:fld>
            <a:endParaRPr lang="en-US" altLang="zh-CN"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11DF6C85-580E-49AA-8C0F-7282E851D184}" type="datetimeFigureOut">
              <a:rPr lang="en-US" smtClean="0"/>
              <a:pPr/>
              <a:t>1/8/2026</a:t>
            </a:fld>
            <a:endParaRPr lang="en-US"/>
          </a:p>
        </p:txBody>
      </p:sp>
      <p:sp>
        <p:nvSpPr>
          <p:cNvPr id="5" name="页脚占位符 4"/>
          <p:cNvSpPr>
            <a:spLocks noGrp="1"/>
          </p:cNvSpPr>
          <p:nvPr>
            <p:ph type="ftr" sz="quarter" idx="11"/>
          </p:nvPr>
        </p:nvSpPr>
        <p:spPr/>
        <p:txBody>
          <a:bodyPr/>
          <a:lstStyle/>
          <a:p>
            <a:endParaRPr kumimoji="0" lang="zh-CN" altLang="en-US"/>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smtClean="0">
                <a:latin typeface="Tahoma" panose="020B0604030504040204" pitchFamily="34" charset="0"/>
              </a:rPr>
              <a:pPr lvl="0" eaLnBrk="1" hangingPunct="1">
                <a:buNone/>
              </a:pPr>
              <a:t>‹#›</a:t>
            </a:fld>
            <a:endParaRPr lang="en-US" altLang="zh-CN" dirty="0">
              <a:latin typeface="Tahoma" panose="020B0604030504040204" pitchFamily="34"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fld id="{11DF6C85-580E-49AA-8C0F-7282E851D184}" type="datetimeFigureOut">
              <a:rPr lang="en-US" smtClean="0"/>
              <a:pPr/>
              <a:t>1/8/2026</a:t>
            </a:fld>
            <a:endParaRPr lang="en-US"/>
          </a:p>
        </p:txBody>
      </p:sp>
      <p:sp>
        <p:nvSpPr>
          <p:cNvPr id="5" name="页脚占位符 4"/>
          <p:cNvSpPr>
            <a:spLocks noGrp="1"/>
          </p:cNvSpPr>
          <p:nvPr>
            <p:ph type="ftr" sz="quarter" idx="11"/>
          </p:nvPr>
        </p:nvSpPr>
        <p:spPr>
          <a:xfrm>
            <a:off x="5330952" y="6400800"/>
            <a:ext cx="3733800" cy="283800"/>
          </a:xfrm>
        </p:spPr>
        <p:txBody>
          <a:bodyPr/>
          <a:lstStyle/>
          <a:p>
            <a:endParaRPr kumimoji="0" lang="zh-CN" altLang="en-US" dirty="0"/>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smtClean="0">
                <a:latin typeface="Tahoma" panose="020B0604030504040204" pitchFamily="34" charset="0"/>
              </a:rPr>
              <a:pPr lvl="0" eaLnBrk="1" hangingPunct="1">
                <a:buNone/>
              </a:pPr>
              <a:t>‹#›</a:t>
            </a:fld>
            <a:endParaRPr lang="en-US" altLang="zh-CN" dirty="0">
              <a:latin typeface="Tahom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11DF6C85-580E-49AA-8C0F-7282E851D184}" type="datetimeFigureOut">
              <a:rPr lang="en-US" smtClean="0"/>
              <a:pPr/>
              <a:t>1/8/2026</a:t>
            </a:fld>
            <a:endParaRPr lang="en-US"/>
          </a:p>
        </p:txBody>
      </p:sp>
      <p:sp>
        <p:nvSpPr>
          <p:cNvPr id="5" name="页脚占位符 4"/>
          <p:cNvSpPr>
            <a:spLocks noGrp="1"/>
          </p:cNvSpPr>
          <p:nvPr>
            <p:ph type="ftr" sz="quarter" idx="11"/>
          </p:nvPr>
        </p:nvSpPr>
        <p:spPr/>
        <p:txBody>
          <a:bodyPr/>
          <a:lstStyle/>
          <a:p>
            <a:endParaRPr kumimoji="0" lang="zh-CN" altLang="en-US"/>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smtClean="0">
                <a:latin typeface="Tahoma" panose="020B0604030504040204" pitchFamily="34" charset="0"/>
              </a:rPr>
              <a:pPr lvl="0" eaLnBrk="1" hangingPunct="1">
                <a:buNone/>
              </a:pPr>
              <a:t>‹#›</a:t>
            </a:fld>
            <a:endParaRPr lang="en-US" altLang="zh-CN" dirty="0">
              <a:latin typeface="Tahom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11DF6C85-580E-49AA-8C0F-7282E851D184}" type="datetimeFigureOut">
              <a:rPr lang="en-US" smtClean="0"/>
              <a:pPr/>
              <a:t>1/8/2026</a:t>
            </a:fld>
            <a:endParaRPr lang="en-US"/>
          </a:p>
        </p:txBody>
      </p:sp>
      <p:sp>
        <p:nvSpPr>
          <p:cNvPr id="6" name="页脚占位符 5"/>
          <p:cNvSpPr>
            <a:spLocks noGrp="1"/>
          </p:cNvSpPr>
          <p:nvPr>
            <p:ph type="ftr" sz="quarter" idx="11"/>
          </p:nvPr>
        </p:nvSpPr>
        <p:spPr/>
        <p:txBody>
          <a:bodyPr/>
          <a:lstStyle/>
          <a:p>
            <a:endParaRPr kumimoji="0" lang="zh-CN" altLang="en-US"/>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smtClean="0">
                <a:latin typeface="Tahoma" panose="020B0604030504040204" pitchFamily="34" charset="0"/>
              </a:rPr>
              <a:pPr lvl="0" eaLnBrk="1" hangingPunct="1">
                <a:buNone/>
              </a:pPr>
              <a:t>‹#›</a:t>
            </a:fld>
            <a:endParaRPr lang="en-US" altLang="zh-CN" dirty="0">
              <a:latin typeface="Tahom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11DF6C85-580E-49AA-8C0F-7282E851D184}" type="datetimeFigureOut">
              <a:rPr lang="en-US" smtClean="0"/>
              <a:pPr/>
              <a:t>1/8/2026</a:t>
            </a:fld>
            <a:endParaRPr lang="en-US"/>
          </a:p>
        </p:txBody>
      </p:sp>
      <p:sp>
        <p:nvSpPr>
          <p:cNvPr id="8" name="页脚占位符 7"/>
          <p:cNvSpPr>
            <a:spLocks noGrp="1"/>
          </p:cNvSpPr>
          <p:nvPr>
            <p:ph type="ftr" sz="quarter" idx="11"/>
          </p:nvPr>
        </p:nvSpPr>
        <p:spPr/>
        <p:txBody>
          <a:bodyPr/>
          <a:lstStyle/>
          <a:p>
            <a:endParaRPr kumimoji="0" lang="zh-CN" altLang="en-US"/>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zh-CN" smtClean="0">
                <a:latin typeface="Tahoma" panose="020B0604030504040204" pitchFamily="34" charset="0"/>
              </a:rPr>
              <a:pPr lvl="0" eaLnBrk="1" hangingPunct="1">
                <a:buNone/>
              </a:pPr>
              <a:t>‹#›</a:t>
            </a:fld>
            <a:endParaRPr lang="en-US" altLang="zh-CN" dirty="0">
              <a:latin typeface="Tahom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11DF6C85-580E-49AA-8C0F-7282E851D184}" type="datetimeFigureOut">
              <a:rPr lang="en-US" smtClean="0"/>
              <a:pPr/>
              <a:t>1/8/2026</a:t>
            </a:fld>
            <a:endParaRPr lang="en-US"/>
          </a:p>
        </p:txBody>
      </p:sp>
      <p:sp>
        <p:nvSpPr>
          <p:cNvPr id="4" name="页脚占位符 3"/>
          <p:cNvSpPr>
            <a:spLocks noGrp="1"/>
          </p:cNvSpPr>
          <p:nvPr>
            <p:ph type="ftr" sz="quarter" idx="11"/>
          </p:nvPr>
        </p:nvSpPr>
        <p:spPr/>
        <p:txBody>
          <a:bodyPr/>
          <a:lstStyle/>
          <a:p>
            <a:endParaRPr kumimoji="0" lang="zh-CN" altLang="en-US"/>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smtClean="0">
                <a:latin typeface="Tahoma" panose="020B0604030504040204" pitchFamily="34" charset="0"/>
              </a:rPr>
              <a:pPr lvl="0" eaLnBrk="1" hangingPunct="1">
                <a:buNone/>
              </a:pPr>
              <a:t>‹#›</a:t>
            </a:fld>
            <a:endParaRPr lang="en-US" altLang="zh-CN" dirty="0">
              <a:latin typeface="Tahom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1DF6C85-580E-49AA-8C0F-7282E851D184}" type="datetimeFigureOut">
              <a:rPr lang="en-US" smtClean="0"/>
              <a:pPr/>
              <a:t>1/8/2026</a:t>
            </a:fld>
            <a:endParaRPr lang="en-US"/>
          </a:p>
        </p:txBody>
      </p:sp>
      <p:sp>
        <p:nvSpPr>
          <p:cNvPr id="3" name="页脚占位符 2"/>
          <p:cNvSpPr>
            <a:spLocks noGrp="1"/>
          </p:cNvSpPr>
          <p:nvPr>
            <p:ph type="ftr" sz="quarter" idx="11"/>
          </p:nvPr>
        </p:nvSpPr>
        <p:spPr/>
        <p:txBody>
          <a:bodyPr/>
          <a:lstStyle/>
          <a:p>
            <a:endParaRPr kumimoji="0" lang="zh-CN" altLang="en-US"/>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zh-CN" smtClean="0">
                <a:latin typeface="Tahoma" panose="020B0604030504040204" pitchFamily="34" charset="0"/>
              </a:rPr>
              <a:pPr lvl="0" eaLnBrk="1" hangingPunct="1">
                <a:buNone/>
              </a:pPr>
              <a:t>‹#›</a:t>
            </a:fld>
            <a:endParaRPr lang="en-US" altLang="zh-CN" dirty="0">
              <a:latin typeface="Tahoma" panose="020B060403050404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11DF6C85-580E-49AA-8C0F-7282E851D184}" type="datetimeFigureOut">
              <a:rPr lang="en-US" smtClean="0"/>
              <a:pPr/>
              <a:t>1/8/2026</a:t>
            </a:fld>
            <a:endParaRPr lang="en-US"/>
          </a:p>
        </p:txBody>
      </p:sp>
      <p:sp>
        <p:nvSpPr>
          <p:cNvPr id="6" name="页脚占位符 5"/>
          <p:cNvSpPr>
            <a:spLocks noGrp="1"/>
          </p:cNvSpPr>
          <p:nvPr>
            <p:ph type="ftr" sz="quarter" idx="11"/>
          </p:nvPr>
        </p:nvSpPr>
        <p:spPr/>
        <p:txBody>
          <a:bodyPr/>
          <a:lstStyle/>
          <a:p>
            <a:endParaRPr kumimoji="0" lang="zh-CN" altLang="en-US"/>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smtClean="0">
                <a:latin typeface="Tahoma" panose="020B0604030504040204" pitchFamily="34" charset="0"/>
              </a:rPr>
              <a:pPr lvl="0" eaLnBrk="1" hangingPunct="1">
                <a:buNone/>
              </a:pPr>
              <a:t>‹#›</a:t>
            </a:fld>
            <a:endParaRPr lang="en-US" altLang="zh-CN" dirty="0">
              <a:latin typeface="Tahom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11DF6C85-580E-49AA-8C0F-7282E851D184}" type="datetimeFigureOut">
              <a:rPr lang="en-US" smtClean="0"/>
              <a:pPr/>
              <a:t>1/8/2026</a:t>
            </a:fld>
            <a:endParaRPr lang="en-US"/>
          </a:p>
        </p:txBody>
      </p:sp>
      <p:sp>
        <p:nvSpPr>
          <p:cNvPr id="6" name="页脚占位符 5"/>
          <p:cNvSpPr>
            <a:spLocks noGrp="1"/>
          </p:cNvSpPr>
          <p:nvPr>
            <p:ph type="ftr" sz="quarter" idx="11"/>
          </p:nvPr>
        </p:nvSpPr>
        <p:spPr/>
        <p:txBody>
          <a:bodyPr/>
          <a:lstStyle/>
          <a:p>
            <a:endParaRPr kumimoji="0" lang="zh-CN" altLang="en-US"/>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smtClean="0">
                <a:latin typeface="Tahoma" panose="020B0604030504040204" pitchFamily="34" charset="0"/>
              </a:rPr>
              <a:pPr lvl="0" eaLnBrk="1" hangingPunct="1">
                <a:buNone/>
              </a:pPr>
              <a:t>‹#›</a:t>
            </a:fld>
            <a:endParaRPr lang="en-US" altLang="zh-CN" dirty="0">
              <a:latin typeface="Tahoma" panose="020B060403050404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11DF6C85-580E-49AA-8C0F-7282E851D184}" type="datetimeFigureOut">
              <a:rPr lang="en-US" smtClean="0"/>
              <a:pPr/>
              <a:t>1/8/2026</a:t>
            </a:fld>
            <a:endParaRPr lang="en-US"/>
          </a:p>
        </p:txBody>
      </p:sp>
      <p:sp>
        <p:nvSpPr>
          <p:cNvPr id="5" name="页脚占位符 4"/>
          <p:cNvSpPr>
            <a:spLocks noGrp="1"/>
          </p:cNvSpPr>
          <p:nvPr>
            <p:ph type="ftr" sz="quarter" idx="11"/>
          </p:nvPr>
        </p:nvSpPr>
        <p:spPr/>
        <p:txBody>
          <a:bodyPr/>
          <a:lstStyle/>
          <a:p>
            <a:endParaRPr kumimoji="0" lang="zh-CN" altLang="en-US"/>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smtClean="0">
                <a:latin typeface="Tahoma" panose="020B0604030504040204" pitchFamily="34" charset="0"/>
              </a:rPr>
              <a:pPr lvl="0" eaLnBrk="1" hangingPunct="1">
                <a:buNone/>
              </a:pPr>
              <a:t>‹#›</a:t>
            </a:fld>
            <a:endParaRPr lang="en-US" altLang="zh-CN" dirty="0">
              <a:latin typeface="Tahoma" panose="020B0604030504040204" pitchFamily="34" charset="0"/>
            </a:endParaRPr>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11DF6C85-580E-49AA-8C0F-7282E851D184}" type="datetimeFigureOut">
              <a:rPr lang="en-US" smtClean="0"/>
              <a:pPr/>
              <a:t>1/8/2026</a:t>
            </a:fld>
            <a:endParaRPr lang="en-US"/>
          </a:p>
        </p:txBody>
      </p:sp>
      <p:sp>
        <p:nvSpPr>
          <p:cNvPr id="5" name="页脚占位符 4"/>
          <p:cNvSpPr>
            <a:spLocks noGrp="1"/>
          </p:cNvSpPr>
          <p:nvPr>
            <p:ph type="ftr" sz="quarter" idx="11"/>
          </p:nvPr>
        </p:nvSpPr>
        <p:spPr/>
        <p:txBody>
          <a:bodyPr/>
          <a:lstStyle/>
          <a:p>
            <a:endParaRPr kumimoji="0" lang="zh-CN" altLang="en-US"/>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smtClean="0">
                <a:latin typeface="Tahoma" panose="020B0604030504040204" pitchFamily="34" charset="0"/>
              </a:rPr>
              <a:pPr lvl="0" eaLnBrk="1" hangingPunct="1">
                <a:buNone/>
              </a:pPr>
              <a:t>‹#›</a:t>
            </a:fld>
            <a:endParaRPr lang="en-US" altLang="zh-CN" dirty="0">
              <a:latin typeface="Tahoma" panose="020B0604030504040204" pitchFamily="34" charset="0"/>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en-US" altLang="zh-CN" dirty="0">
                <a:latin typeface="Tahoma" panose="020B0604030504040204" pitchFamily="34" charset="0"/>
              </a:rPr>
              <a:pPr lvl="0" eaLnBrk="1" hangingPunct="1">
                <a:buNone/>
              </a:pPr>
              <a:t>‹#›</a:t>
            </a:fld>
            <a:endParaRPr lang="en-US" altLang="zh-CN" dirty="0">
              <a:latin typeface="Tahoma" panose="020B06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fld id="{11DF6C85-580E-49AA-8C0F-7282E851D184}" type="datetimeFigureOut">
              <a:rPr lang="en-US" smtClean="0"/>
              <a:pPr/>
              <a:t>1/8/2026</a:t>
            </a:fld>
            <a:endParaRPr lang="en-US" sz="1100" dirty="0">
              <a:solidFill>
                <a:schemeClr val="tx2">
                  <a:lumMod val="75000"/>
                  <a:lumOff val="25000"/>
                </a:schemeClr>
              </a:solidFill>
            </a:endParaRPr>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pPr algn="r" eaLnBrk="1" latinLnBrk="0" hangingPunct="1"/>
            <a:endParaRPr kumimoji="0" lang="zh-CN" altLang="en-US" sz="1100" dirty="0">
              <a:solidFill>
                <a:schemeClr val="tx2">
                  <a:lumMod val="75000"/>
                  <a:lumOff val="25000"/>
                </a:schemeClr>
              </a:solidFill>
            </a:endParaRP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pPr lvl="0" eaLnBrk="1" hangingPunct="1">
              <a:buNone/>
            </a:pPr>
            <a:fld id="{9A0DB2DC-4C9A-4742-B13C-FB6460FD3503}" type="slidenum">
              <a:rPr lang="en-US" altLang="zh-CN" smtClean="0">
                <a:latin typeface="Tahoma" panose="020B0604030504040204" pitchFamily="34" charset="0"/>
              </a:rPr>
              <a:pPr lvl="0" eaLnBrk="1" hangingPunct="1">
                <a:buNone/>
              </a:pPr>
              <a:t>‹#›</a:t>
            </a:fld>
            <a:endParaRPr lang="en-US" altLang="zh-CN" dirty="0">
              <a:latin typeface="Tahoma" panose="020B0604030504040204" pitchFamily="34" charset="0"/>
            </a:endParaRPr>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3.xml"/></Relationships>
</file>

<file path=ppt/slides/_rels/slide3.xml.rels><?xml version="1.0" encoding="UTF-8" standalone="yes"?>
<Relationships xmlns="http://schemas.openxmlformats.org/package/2006/relationships"><Relationship Id="rId3" Type="http://schemas.openxmlformats.org/officeDocument/2006/relationships/image" Target="../media/image412.png"/><Relationship Id="rId2" Type="http://schemas.openxmlformats.org/officeDocument/2006/relationships/customXml" Target="../ink/ink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6" Type="http://schemas.openxmlformats.org/officeDocument/2006/relationships/customXml" Target="../ink/ink16.xml"/><Relationship Id="rId42" Type="http://schemas.openxmlformats.org/officeDocument/2006/relationships/customXml" Target="../ink/ink24.xml"/><Relationship Id="rId47" Type="http://schemas.openxmlformats.org/officeDocument/2006/relationships/image" Target="../media/image28.png"/><Relationship Id="rId63" Type="http://schemas.openxmlformats.org/officeDocument/2006/relationships/image" Target="../media/image36.png"/><Relationship Id="rId68" Type="http://schemas.openxmlformats.org/officeDocument/2006/relationships/customXml" Target="../ink/ink37.xml"/><Relationship Id="rId84" Type="http://schemas.openxmlformats.org/officeDocument/2006/relationships/customXml" Target="../ink/ink45.xml"/><Relationship Id="rId89" Type="http://schemas.openxmlformats.org/officeDocument/2006/relationships/image" Target="../media/image49.png"/><Relationship Id="rId16" Type="http://schemas.openxmlformats.org/officeDocument/2006/relationships/customXml" Target="../ink/ink12.xml"/><Relationship Id="rId11" Type="http://schemas.openxmlformats.org/officeDocument/2006/relationships/image" Target="../media/image1011.png"/><Relationship Id="rId32" Type="http://schemas.openxmlformats.org/officeDocument/2006/relationships/customXml" Target="../ink/ink19.xml"/><Relationship Id="rId37" Type="http://schemas.openxmlformats.org/officeDocument/2006/relationships/image" Target="../media/image23.png"/><Relationship Id="rId53" Type="http://schemas.openxmlformats.org/officeDocument/2006/relationships/image" Target="../media/image31.png"/><Relationship Id="rId58" Type="http://schemas.openxmlformats.org/officeDocument/2006/relationships/customXml" Target="../ink/ink32.xml"/><Relationship Id="rId74" Type="http://schemas.openxmlformats.org/officeDocument/2006/relationships/customXml" Target="../ink/ink40.xml"/><Relationship Id="rId79" Type="http://schemas.openxmlformats.org/officeDocument/2006/relationships/image" Target="../media/image44.png"/><Relationship Id="rId61" Type="http://schemas.openxmlformats.org/officeDocument/2006/relationships/image" Target="../media/image35.png"/><Relationship Id="rId82" Type="http://schemas.openxmlformats.org/officeDocument/2006/relationships/customXml" Target="../ink/ink44.xml"/><Relationship Id="rId19" Type="http://schemas.openxmlformats.org/officeDocument/2006/relationships/image" Target="../media/image1411.png"/><Relationship Id="rId27" Type="http://schemas.openxmlformats.org/officeDocument/2006/relationships/image" Target="../media/image18.png"/><Relationship Id="rId30" Type="http://schemas.openxmlformats.org/officeDocument/2006/relationships/customXml" Target="../ink/ink18.xml"/><Relationship Id="rId35" Type="http://schemas.openxmlformats.org/officeDocument/2006/relationships/image" Target="../media/image22.png"/><Relationship Id="rId43" Type="http://schemas.openxmlformats.org/officeDocument/2006/relationships/image" Target="../media/image26.png"/><Relationship Id="rId48" Type="http://schemas.openxmlformats.org/officeDocument/2006/relationships/customXml" Target="../ink/ink27.xml"/><Relationship Id="rId56" Type="http://schemas.openxmlformats.org/officeDocument/2006/relationships/customXml" Target="../ink/ink31.xml"/><Relationship Id="rId64" Type="http://schemas.openxmlformats.org/officeDocument/2006/relationships/customXml" Target="../ink/ink35.xml"/><Relationship Id="rId69" Type="http://schemas.openxmlformats.org/officeDocument/2006/relationships/image" Target="../media/image39.png"/><Relationship Id="rId77" Type="http://schemas.openxmlformats.org/officeDocument/2006/relationships/image" Target="../media/image43.png"/><Relationship Id="rId8" Type="http://schemas.openxmlformats.org/officeDocument/2006/relationships/customXml" Target="../ink/ink9.xml"/><Relationship Id="rId51" Type="http://schemas.openxmlformats.org/officeDocument/2006/relationships/image" Target="../media/image30.png"/><Relationship Id="rId72" Type="http://schemas.openxmlformats.org/officeDocument/2006/relationships/customXml" Target="../ink/ink39.xml"/><Relationship Id="rId80" Type="http://schemas.openxmlformats.org/officeDocument/2006/relationships/customXml" Target="../ink/ink43.xml"/><Relationship Id="rId85" Type="http://schemas.openxmlformats.org/officeDocument/2006/relationships/image" Target="../media/image47.png"/><Relationship Id="rId3" Type="http://schemas.openxmlformats.org/officeDocument/2006/relationships/image" Target="../media/image612.png"/><Relationship Id="rId12" Type="http://schemas.openxmlformats.org/officeDocument/2006/relationships/customXml" Target="../ink/ink11.xml"/><Relationship Id="rId17" Type="http://schemas.openxmlformats.org/officeDocument/2006/relationships/image" Target="../media/image1311.png"/><Relationship Id="rId25" Type="http://schemas.openxmlformats.org/officeDocument/2006/relationships/image" Target="../media/image17.png"/><Relationship Id="rId33" Type="http://schemas.openxmlformats.org/officeDocument/2006/relationships/image" Target="../media/image21.png"/><Relationship Id="rId38" Type="http://schemas.openxmlformats.org/officeDocument/2006/relationships/customXml" Target="../ink/ink22.xml"/><Relationship Id="rId46" Type="http://schemas.openxmlformats.org/officeDocument/2006/relationships/customXml" Target="../ink/ink26.xml"/><Relationship Id="rId59" Type="http://schemas.openxmlformats.org/officeDocument/2006/relationships/image" Target="../media/image34.png"/><Relationship Id="rId67" Type="http://schemas.openxmlformats.org/officeDocument/2006/relationships/image" Target="../media/image38.png"/><Relationship Id="rId20" Type="http://schemas.openxmlformats.org/officeDocument/2006/relationships/customXml" Target="../ink/ink14.xml"/><Relationship Id="rId41" Type="http://schemas.openxmlformats.org/officeDocument/2006/relationships/image" Target="../media/image25.png"/><Relationship Id="rId54" Type="http://schemas.openxmlformats.org/officeDocument/2006/relationships/customXml" Target="../ink/ink30.xml"/><Relationship Id="rId62" Type="http://schemas.openxmlformats.org/officeDocument/2006/relationships/customXml" Target="../ink/ink34.xml"/><Relationship Id="rId70" Type="http://schemas.openxmlformats.org/officeDocument/2006/relationships/customXml" Target="../ink/ink38.xml"/><Relationship Id="rId75" Type="http://schemas.openxmlformats.org/officeDocument/2006/relationships/image" Target="../media/image42.png"/><Relationship Id="rId83" Type="http://schemas.openxmlformats.org/officeDocument/2006/relationships/image" Target="../media/image46.png"/><Relationship Id="rId88" Type="http://schemas.openxmlformats.org/officeDocument/2006/relationships/customXml" Target="../ink/ink47.xml"/><Relationship Id="rId1" Type="http://schemas.openxmlformats.org/officeDocument/2006/relationships/slideLayout" Target="../slideLayouts/slideLayout2.xml"/><Relationship Id="rId15" Type="http://schemas.openxmlformats.org/officeDocument/2006/relationships/image" Target="../media/image1211.png"/><Relationship Id="rId23" Type="http://schemas.openxmlformats.org/officeDocument/2006/relationships/image" Target="../media/image1611.png"/><Relationship Id="rId28" Type="http://schemas.openxmlformats.org/officeDocument/2006/relationships/customXml" Target="../ink/ink17.xml"/><Relationship Id="rId36" Type="http://schemas.openxmlformats.org/officeDocument/2006/relationships/customXml" Target="../ink/ink21.xml"/><Relationship Id="rId49" Type="http://schemas.openxmlformats.org/officeDocument/2006/relationships/image" Target="../media/image29.png"/><Relationship Id="rId57" Type="http://schemas.openxmlformats.org/officeDocument/2006/relationships/image" Target="../media/image33.png"/><Relationship Id="rId10" Type="http://schemas.openxmlformats.org/officeDocument/2006/relationships/customXml" Target="../ink/ink10.xml"/><Relationship Id="rId31" Type="http://schemas.openxmlformats.org/officeDocument/2006/relationships/image" Target="../media/image20.png"/><Relationship Id="rId44" Type="http://schemas.openxmlformats.org/officeDocument/2006/relationships/customXml" Target="../ink/ink25.xml"/><Relationship Id="rId52" Type="http://schemas.openxmlformats.org/officeDocument/2006/relationships/customXml" Target="../ink/ink29.xml"/><Relationship Id="rId60" Type="http://schemas.openxmlformats.org/officeDocument/2006/relationships/customXml" Target="../ink/ink33.xml"/><Relationship Id="rId65" Type="http://schemas.openxmlformats.org/officeDocument/2006/relationships/image" Target="../media/image37.png"/><Relationship Id="rId73" Type="http://schemas.openxmlformats.org/officeDocument/2006/relationships/image" Target="../media/image41.png"/><Relationship Id="rId78" Type="http://schemas.openxmlformats.org/officeDocument/2006/relationships/customXml" Target="../ink/ink42.xml"/><Relationship Id="rId81" Type="http://schemas.openxmlformats.org/officeDocument/2006/relationships/image" Target="../media/image45.png"/><Relationship Id="rId86" Type="http://schemas.openxmlformats.org/officeDocument/2006/relationships/customXml" Target="../ink/ink46.xml"/><Relationship Id="rId4" Type="http://schemas.openxmlformats.org/officeDocument/2006/relationships/customXml" Target="../ink/ink8.xml"/><Relationship Id="rId9" Type="http://schemas.openxmlformats.org/officeDocument/2006/relationships/image" Target="../media/image910.png"/><Relationship Id="rId18" Type="http://schemas.openxmlformats.org/officeDocument/2006/relationships/customXml" Target="../ink/ink13.xml"/><Relationship Id="rId39" Type="http://schemas.openxmlformats.org/officeDocument/2006/relationships/image" Target="../media/image24.png"/><Relationship Id="rId34" Type="http://schemas.openxmlformats.org/officeDocument/2006/relationships/customXml" Target="../ink/ink20.xml"/><Relationship Id="rId50" Type="http://schemas.openxmlformats.org/officeDocument/2006/relationships/customXml" Target="../ink/ink28.xml"/><Relationship Id="rId55" Type="http://schemas.openxmlformats.org/officeDocument/2006/relationships/image" Target="../media/image32.png"/><Relationship Id="rId76" Type="http://schemas.openxmlformats.org/officeDocument/2006/relationships/customXml" Target="../ink/ink41.xml"/><Relationship Id="rId7" Type="http://schemas.openxmlformats.org/officeDocument/2006/relationships/image" Target="../media/image811.png"/><Relationship Id="rId71" Type="http://schemas.openxmlformats.org/officeDocument/2006/relationships/image" Target="../media/image40.png"/><Relationship Id="rId2" Type="http://schemas.openxmlformats.org/officeDocument/2006/relationships/customXml" Target="../ink/ink7.xml"/><Relationship Id="rId29" Type="http://schemas.openxmlformats.org/officeDocument/2006/relationships/image" Target="../media/image19.png"/><Relationship Id="rId24" Type="http://schemas.openxmlformats.org/officeDocument/2006/relationships/customXml" Target="../ink/ink15.xml"/><Relationship Id="rId40" Type="http://schemas.openxmlformats.org/officeDocument/2006/relationships/customXml" Target="../ink/ink23.xml"/><Relationship Id="rId45" Type="http://schemas.openxmlformats.org/officeDocument/2006/relationships/image" Target="../media/image27.png"/><Relationship Id="rId66" Type="http://schemas.openxmlformats.org/officeDocument/2006/relationships/customXml" Target="../ink/ink36.xml"/><Relationship Id="rId87" Type="http://schemas.openxmlformats.org/officeDocument/2006/relationships/image" Target="../media/image48.png"/></Relationships>
</file>

<file path=ppt/slides/_rels/slide9.xml.rels><?xml version="1.0" encoding="UTF-8" standalone="yes"?>
<Relationships xmlns="http://schemas.openxmlformats.org/package/2006/relationships"><Relationship Id="rId117" Type="http://schemas.openxmlformats.org/officeDocument/2006/relationships/image" Target="../media/image102.png"/><Relationship Id="rId21" Type="http://schemas.openxmlformats.org/officeDocument/2006/relationships/image" Target="../media/image61.png"/><Relationship Id="rId63" Type="http://schemas.openxmlformats.org/officeDocument/2006/relationships/image" Target="../media/image51.png"/><Relationship Id="rId159" Type="http://schemas.openxmlformats.org/officeDocument/2006/relationships/image" Target="../media/image123.png"/><Relationship Id="rId170" Type="http://schemas.openxmlformats.org/officeDocument/2006/relationships/customXml" Target="../ink/ink132.xml"/><Relationship Id="rId191" Type="http://schemas.openxmlformats.org/officeDocument/2006/relationships/image" Target="../media/image139.png"/><Relationship Id="rId205" Type="http://schemas.openxmlformats.org/officeDocument/2006/relationships/image" Target="../media/image146.png"/><Relationship Id="rId226" Type="http://schemas.openxmlformats.org/officeDocument/2006/relationships/customXml" Target="../ink/ink160.xml"/><Relationship Id="rId247" Type="http://schemas.openxmlformats.org/officeDocument/2006/relationships/image" Target="../media/image167.png"/><Relationship Id="rId107" Type="http://schemas.openxmlformats.org/officeDocument/2006/relationships/image" Target="../media/image97.png"/><Relationship Id="rId11" Type="http://schemas.openxmlformats.org/officeDocument/2006/relationships/image" Target="../media/image57.png"/><Relationship Id="rId32" Type="http://schemas.openxmlformats.org/officeDocument/2006/relationships/customXml" Target="../ink/ink63.xml"/><Relationship Id="rId53" Type="http://schemas.openxmlformats.org/officeDocument/2006/relationships/image" Target="../media/image77.png"/><Relationship Id="rId74" Type="http://schemas.openxmlformats.org/officeDocument/2006/relationships/customXml" Target="../ink/ink84.xml"/><Relationship Id="rId128" Type="http://schemas.openxmlformats.org/officeDocument/2006/relationships/customXml" Target="../ink/ink111.xml"/><Relationship Id="rId149" Type="http://schemas.openxmlformats.org/officeDocument/2006/relationships/image" Target="../media/image118.png"/><Relationship Id="rId5" Type="http://schemas.openxmlformats.org/officeDocument/2006/relationships/image" Target="../media/image510.png"/><Relationship Id="rId95" Type="http://schemas.openxmlformats.org/officeDocument/2006/relationships/image" Target="../media/image91.png"/><Relationship Id="rId160" Type="http://schemas.openxmlformats.org/officeDocument/2006/relationships/customXml" Target="../ink/ink127.xml"/><Relationship Id="rId181" Type="http://schemas.openxmlformats.org/officeDocument/2006/relationships/image" Target="../media/image134.png"/><Relationship Id="rId216" Type="http://schemas.openxmlformats.org/officeDocument/2006/relationships/customXml" Target="../ink/ink155.xml"/><Relationship Id="rId237" Type="http://schemas.openxmlformats.org/officeDocument/2006/relationships/image" Target="../media/image162.png"/><Relationship Id="rId258" Type="http://schemas.openxmlformats.org/officeDocument/2006/relationships/customXml" Target="../ink/ink176.xml"/><Relationship Id="rId22" Type="http://schemas.openxmlformats.org/officeDocument/2006/relationships/customXml" Target="../ink/ink58.xml"/><Relationship Id="rId43" Type="http://schemas.openxmlformats.org/officeDocument/2006/relationships/image" Target="../media/image72.png"/><Relationship Id="rId64" Type="http://schemas.openxmlformats.org/officeDocument/2006/relationships/customXml" Target="../ink/ink79.xml"/><Relationship Id="rId118" Type="http://schemas.openxmlformats.org/officeDocument/2006/relationships/customXml" Target="../ink/ink106.xml"/><Relationship Id="rId139" Type="http://schemas.openxmlformats.org/officeDocument/2006/relationships/image" Target="../media/image113.png"/><Relationship Id="rId85" Type="http://schemas.openxmlformats.org/officeDocument/2006/relationships/image" Target="../media/image86.png"/><Relationship Id="rId150" Type="http://schemas.openxmlformats.org/officeDocument/2006/relationships/customXml" Target="../ink/ink122.xml"/><Relationship Id="rId171" Type="http://schemas.openxmlformats.org/officeDocument/2006/relationships/image" Target="../media/image129.png"/><Relationship Id="rId192" Type="http://schemas.openxmlformats.org/officeDocument/2006/relationships/customXml" Target="../ink/ink143.xml"/><Relationship Id="rId206" Type="http://schemas.openxmlformats.org/officeDocument/2006/relationships/customXml" Target="../ink/ink150.xml"/><Relationship Id="rId227" Type="http://schemas.openxmlformats.org/officeDocument/2006/relationships/image" Target="../media/image157.png"/><Relationship Id="rId248" Type="http://schemas.openxmlformats.org/officeDocument/2006/relationships/customXml" Target="../ink/ink171.xml"/><Relationship Id="rId12" Type="http://schemas.openxmlformats.org/officeDocument/2006/relationships/customXml" Target="../ink/ink53.xml"/><Relationship Id="rId33" Type="http://schemas.openxmlformats.org/officeDocument/2006/relationships/image" Target="../media/image67.png"/><Relationship Id="rId108" Type="http://schemas.openxmlformats.org/officeDocument/2006/relationships/customXml" Target="../ink/ink101.xml"/><Relationship Id="rId129" Type="http://schemas.openxmlformats.org/officeDocument/2006/relationships/image" Target="../media/image108.png"/><Relationship Id="rId54" Type="http://schemas.openxmlformats.org/officeDocument/2006/relationships/customXml" Target="../ink/ink74.xml"/><Relationship Id="rId75" Type="http://schemas.openxmlformats.org/officeDocument/2006/relationships/image" Target="../media/image81.png"/><Relationship Id="rId96" Type="http://schemas.openxmlformats.org/officeDocument/2006/relationships/customXml" Target="../ink/ink95.xml"/><Relationship Id="rId140" Type="http://schemas.openxmlformats.org/officeDocument/2006/relationships/customXml" Target="../ink/ink117.xml"/><Relationship Id="rId161" Type="http://schemas.openxmlformats.org/officeDocument/2006/relationships/image" Target="../media/image124.png"/><Relationship Id="rId182" Type="http://schemas.openxmlformats.org/officeDocument/2006/relationships/customXml" Target="../ink/ink138.xml"/><Relationship Id="rId217" Type="http://schemas.openxmlformats.org/officeDocument/2006/relationships/image" Target="../media/image152.png"/><Relationship Id="rId6" Type="http://schemas.openxmlformats.org/officeDocument/2006/relationships/customXml" Target="../ink/ink50.xml"/><Relationship Id="rId238" Type="http://schemas.openxmlformats.org/officeDocument/2006/relationships/customXml" Target="../ink/ink166.xml"/><Relationship Id="rId259" Type="http://schemas.openxmlformats.org/officeDocument/2006/relationships/image" Target="../media/image173.png"/><Relationship Id="rId23" Type="http://schemas.openxmlformats.org/officeDocument/2006/relationships/image" Target="../media/image62.png"/><Relationship Id="rId119" Type="http://schemas.openxmlformats.org/officeDocument/2006/relationships/image" Target="../media/image103.png"/><Relationship Id="rId44" Type="http://schemas.openxmlformats.org/officeDocument/2006/relationships/customXml" Target="../ink/ink69.xml"/><Relationship Id="rId65" Type="http://schemas.openxmlformats.org/officeDocument/2006/relationships/image" Target="../media/image52.png"/><Relationship Id="rId86" Type="http://schemas.openxmlformats.org/officeDocument/2006/relationships/customXml" Target="../ink/ink90.xml"/><Relationship Id="rId130" Type="http://schemas.openxmlformats.org/officeDocument/2006/relationships/customXml" Target="../ink/ink112.xml"/><Relationship Id="rId151" Type="http://schemas.openxmlformats.org/officeDocument/2006/relationships/image" Target="../media/image119.png"/><Relationship Id="rId172" Type="http://schemas.openxmlformats.org/officeDocument/2006/relationships/customXml" Target="../ink/ink133.xml"/><Relationship Id="rId193" Type="http://schemas.openxmlformats.org/officeDocument/2006/relationships/image" Target="../media/image140.png"/><Relationship Id="rId207" Type="http://schemas.openxmlformats.org/officeDocument/2006/relationships/image" Target="../media/image147.png"/><Relationship Id="rId228" Type="http://schemas.openxmlformats.org/officeDocument/2006/relationships/customXml" Target="../ink/ink161.xml"/><Relationship Id="rId249" Type="http://schemas.openxmlformats.org/officeDocument/2006/relationships/image" Target="../media/image168.png"/><Relationship Id="rId13" Type="http://schemas.openxmlformats.org/officeDocument/2006/relationships/image" Target="../media/image58.png"/><Relationship Id="rId109" Type="http://schemas.openxmlformats.org/officeDocument/2006/relationships/image" Target="../media/image98.png"/><Relationship Id="rId260" Type="http://schemas.openxmlformats.org/officeDocument/2006/relationships/customXml" Target="../ink/ink177.xml"/><Relationship Id="rId34" Type="http://schemas.openxmlformats.org/officeDocument/2006/relationships/customXml" Target="../ink/ink64.xml"/><Relationship Id="rId55" Type="http://schemas.openxmlformats.org/officeDocument/2006/relationships/image" Target="../media/image78.png"/><Relationship Id="rId76" Type="http://schemas.openxmlformats.org/officeDocument/2006/relationships/customXml" Target="../ink/ink85.xml"/><Relationship Id="rId97" Type="http://schemas.openxmlformats.org/officeDocument/2006/relationships/image" Target="../media/image92.png"/><Relationship Id="rId120" Type="http://schemas.openxmlformats.org/officeDocument/2006/relationships/customXml" Target="../ink/ink107.xml"/><Relationship Id="rId141" Type="http://schemas.openxmlformats.org/officeDocument/2006/relationships/image" Target="../media/image114.png"/><Relationship Id="rId7" Type="http://schemas.openxmlformats.org/officeDocument/2006/relationships/image" Target="../media/image610.png"/><Relationship Id="rId162" Type="http://schemas.openxmlformats.org/officeDocument/2006/relationships/customXml" Target="../ink/ink128.xml"/><Relationship Id="rId183" Type="http://schemas.openxmlformats.org/officeDocument/2006/relationships/image" Target="../media/image135.png"/><Relationship Id="rId218" Type="http://schemas.openxmlformats.org/officeDocument/2006/relationships/customXml" Target="../ink/ink156.xml"/><Relationship Id="rId239" Type="http://schemas.openxmlformats.org/officeDocument/2006/relationships/image" Target="../media/image163.png"/><Relationship Id="rId250" Type="http://schemas.openxmlformats.org/officeDocument/2006/relationships/customXml" Target="../ink/ink172.xml"/><Relationship Id="rId24" Type="http://schemas.openxmlformats.org/officeDocument/2006/relationships/customXml" Target="../ink/ink59.xml"/><Relationship Id="rId45" Type="http://schemas.openxmlformats.org/officeDocument/2006/relationships/image" Target="../media/image73.png"/><Relationship Id="rId66" Type="http://schemas.openxmlformats.org/officeDocument/2006/relationships/customXml" Target="../ink/ink80.xml"/><Relationship Id="rId87" Type="http://schemas.openxmlformats.org/officeDocument/2006/relationships/image" Target="../media/image87.png"/><Relationship Id="rId110" Type="http://schemas.openxmlformats.org/officeDocument/2006/relationships/customXml" Target="../ink/ink102.xml"/><Relationship Id="rId131" Type="http://schemas.openxmlformats.org/officeDocument/2006/relationships/image" Target="../media/image109.png"/><Relationship Id="rId152" Type="http://schemas.openxmlformats.org/officeDocument/2006/relationships/customXml" Target="../ink/ink123.xml"/><Relationship Id="rId173" Type="http://schemas.openxmlformats.org/officeDocument/2006/relationships/image" Target="../media/image130.png"/><Relationship Id="rId194" Type="http://schemas.openxmlformats.org/officeDocument/2006/relationships/customXml" Target="../ink/ink144.xml"/><Relationship Id="rId208" Type="http://schemas.openxmlformats.org/officeDocument/2006/relationships/customXml" Target="../ink/ink151.xml"/><Relationship Id="rId229" Type="http://schemas.openxmlformats.org/officeDocument/2006/relationships/image" Target="../media/image158.png"/><Relationship Id="rId240" Type="http://schemas.openxmlformats.org/officeDocument/2006/relationships/customXml" Target="../ink/ink167.xml"/><Relationship Id="rId261" Type="http://schemas.openxmlformats.org/officeDocument/2006/relationships/image" Target="../media/image174.png"/><Relationship Id="rId14" Type="http://schemas.openxmlformats.org/officeDocument/2006/relationships/customXml" Target="../ink/ink54.xml"/><Relationship Id="rId35" Type="http://schemas.openxmlformats.org/officeDocument/2006/relationships/image" Target="../media/image68.png"/><Relationship Id="rId56" Type="http://schemas.openxmlformats.org/officeDocument/2006/relationships/customXml" Target="../ink/ink75.xml"/><Relationship Id="rId77" Type="http://schemas.openxmlformats.org/officeDocument/2006/relationships/image" Target="../media/image82.png"/><Relationship Id="rId100" Type="http://schemas.openxmlformats.org/officeDocument/2006/relationships/customXml" Target="../ink/ink97.xml"/><Relationship Id="rId8" Type="http://schemas.openxmlformats.org/officeDocument/2006/relationships/customXml" Target="../ink/ink51.xml"/><Relationship Id="rId98" Type="http://schemas.openxmlformats.org/officeDocument/2006/relationships/customXml" Target="../ink/ink96.xml"/><Relationship Id="rId121" Type="http://schemas.openxmlformats.org/officeDocument/2006/relationships/image" Target="../media/image104.png"/><Relationship Id="rId142" Type="http://schemas.openxmlformats.org/officeDocument/2006/relationships/customXml" Target="../ink/ink118.xml"/><Relationship Id="rId163" Type="http://schemas.openxmlformats.org/officeDocument/2006/relationships/image" Target="../media/image125.png"/><Relationship Id="rId184" Type="http://schemas.openxmlformats.org/officeDocument/2006/relationships/customXml" Target="../ink/ink139.xml"/><Relationship Id="rId219" Type="http://schemas.openxmlformats.org/officeDocument/2006/relationships/image" Target="../media/image153.png"/><Relationship Id="rId230" Type="http://schemas.openxmlformats.org/officeDocument/2006/relationships/customXml" Target="../ink/ink162.xml"/><Relationship Id="rId251" Type="http://schemas.openxmlformats.org/officeDocument/2006/relationships/image" Target="../media/image169.png"/><Relationship Id="rId25" Type="http://schemas.openxmlformats.org/officeDocument/2006/relationships/image" Target="../media/image63.png"/><Relationship Id="rId46" Type="http://schemas.openxmlformats.org/officeDocument/2006/relationships/customXml" Target="../ink/ink70.xml"/><Relationship Id="rId67" Type="http://schemas.openxmlformats.org/officeDocument/2006/relationships/image" Target="../media/image53.png"/><Relationship Id="rId88" Type="http://schemas.openxmlformats.org/officeDocument/2006/relationships/customXml" Target="../ink/ink91.xml"/><Relationship Id="rId111" Type="http://schemas.openxmlformats.org/officeDocument/2006/relationships/image" Target="../media/image99.png"/><Relationship Id="rId132" Type="http://schemas.openxmlformats.org/officeDocument/2006/relationships/customXml" Target="../ink/ink113.xml"/><Relationship Id="rId153" Type="http://schemas.openxmlformats.org/officeDocument/2006/relationships/image" Target="../media/image120.png"/><Relationship Id="rId174" Type="http://schemas.openxmlformats.org/officeDocument/2006/relationships/customXml" Target="../ink/ink134.xml"/><Relationship Id="rId195" Type="http://schemas.openxmlformats.org/officeDocument/2006/relationships/image" Target="../media/image141.png"/><Relationship Id="rId209" Type="http://schemas.openxmlformats.org/officeDocument/2006/relationships/image" Target="../media/image148.png"/><Relationship Id="rId220" Type="http://schemas.openxmlformats.org/officeDocument/2006/relationships/customXml" Target="../ink/ink157.xml"/><Relationship Id="rId241" Type="http://schemas.openxmlformats.org/officeDocument/2006/relationships/image" Target="../media/image164.png"/><Relationship Id="rId15" Type="http://schemas.openxmlformats.org/officeDocument/2006/relationships/image" Target="../media/image20.png"/><Relationship Id="rId36" Type="http://schemas.openxmlformats.org/officeDocument/2006/relationships/customXml" Target="../ink/ink65.xml"/><Relationship Id="rId57" Type="http://schemas.openxmlformats.org/officeDocument/2006/relationships/image" Target="../media/image79.png"/><Relationship Id="rId262" Type="http://schemas.openxmlformats.org/officeDocument/2006/relationships/customXml" Target="../ink/ink178.xml"/><Relationship Id="rId78" Type="http://schemas.openxmlformats.org/officeDocument/2006/relationships/customXml" Target="../ink/ink86.xml"/><Relationship Id="rId99" Type="http://schemas.openxmlformats.org/officeDocument/2006/relationships/image" Target="../media/image93.png"/><Relationship Id="rId101" Type="http://schemas.openxmlformats.org/officeDocument/2006/relationships/image" Target="../media/image94.png"/><Relationship Id="rId122" Type="http://schemas.openxmlformats.org/officeDocument/2006/relationships/customXml" Target="../ink/ink108.xml"/><Relationship Id="rId143" Type="http://schemas.openxmlformats.org/officeDocument/2006/relationships/image" Target="../media/image115.png"/><Relationship Id="rId164" Type="http://schemas.openxmlformats.org/officeDocument/2006/relationships/customXml" Target="../ink/ink129.xml"/><Relationship Id="rId185" Type="http://schemas.openxmlformats.org/officeDocument/2006/relationships/image" Target="../media/image136.png"/><Relationship Id="rId9" Type="http://schemas.openxmlformats.org/officeDocument/2006/relationships/image" Target="../media/image710.png"/><Relationship Id="rId210" Type="http://schemas.openxmlformats.org/officeDocument/2006/relationships/customXml" Target="../ink/ink152.xml"/><Relationship Id="rId26" Type="http://schemas.openxmlformats.org/officeDocument/2006/relationships/customXml" Target="../ink/ink60.xml"/><Relationship Id="rId231" Type="http://schemas.openxmlformats.org/officeDocument/2006/relationships/image" Target="../media/image159.png"/><Relationship Id="rId252" Type="http://schemas.openxmlformats.org/officeDocument/2006/relationships/customXml" Target="../ink/ink173.xml"/><Relationship Id="rId47" Type="http://schemas.openxmlformats.org/officeDocument/2006/relationships/image" Target="../media/image74.png"/><Relationship Id="rId68" Type="http://schemas.openxmlformats.org/officeDocument/2006/relationships/customXml" Target="../ink/ink81.xml"/><Relationship Id="rId89" Type="http://schemas.openxmlformats.org/officeDocument/2006/relationships/image" Target="../media/image88.png"/><Relationship Id="rId112" Type="http://schemas.openxmlformats.org/officeDocument/2006/relationships/customXml" Target="../ink/ink103.xml"/><Relationship Id="rId133" Type="http://schemas.openxmlformats.org/officeDocument/2006/relationships/image" Target="../media/image110.png"/><Relationship Id="rId154" Type="http://schemas.openxmlformats.org/officeDocument/2006/relationships/customXml" Target="../ink/ink124.xml"/><Relationship Id="rId175" Type="http://schemas.openxmlformats.org/officeDocument/2006/relationships/image" Target="../media/image131.png"/><Relationship Id="rId196" Type="http://schemas.openxmlformats.org/officeDocument/2006/relationships/customXml" Target="../ink/ink145.xml"/><Relationship Id="rId200" Type="http://schemas.openxmlformats.org/officeDocument/2006/relationships/customXml" Target="../ink/ink147.xml"/><Relationship Id="rId16" Type="http://schemas.openxmlformats.org/officeDocument/2006/relationships/customXml" Target="../ink/ink55.xml"/><Relationship Id="rId221" Type="http://schemas.openxmlformats.org/officeDocument/2006/relationships/image" Target="../media/image154.png"/><Relationship Id="rId242" Type="http://schemas.openxmlformats.org/officeDocument/2006/relationships/customXml" Target="../ink/ink168.xml"/><Relationship Id="rId263" Type="http://schemas.openxmlformats.org/officeDocument/2006/relationships/image" Target="../media/image175.png"/><Relationship Id="rId37" Type="http://schemas.openxmlformats.org/officeDocument/2006/relationships/image" Target="../media/image69.png"/><Relationship Id="rId58" Type="http://schemas.openxmlformats.org/officeDocument/2006/relationships/customXml" Target="../ink/ink76.xml"/><Relationship Id="rId79" Type="http://schemas.openxmlformats.org/officeDocument/2006/relationships/image" Target="../media/image83.png"/><Relationship Id="rId102" Type="http://schemas.openxmlformats.org/officeDocument/2006/relationships/customXml" Target="../ink/ink98.xml"/><Relationship Id="rId123" Type="http://schemas.openxmlformats.org/officeDocument/2006/relationships/image" Target="../media/image105.png"/><Relationship Id="rId144" Type="http://schemas.openxmlformats.org/officeDocument/2006/relationships/customXml" Target="../ink/ink119.xml"/><Relationship Id="rId90" Type="http://schemas.openxmlformats.org/officeDocument/2006/relationships/customXml" Target="../ink/ink92.xml"/><Relationship Id="rId165" Type="http://schemas.openxmlformats.org/officeDocument/2006/relationships/image" Target="../media/image126.png"/><Relationship Id="rId186" Type="http://schemas.openxmlformats.org/officeDocument/2006/relationships/customXml" Target="../ink/ink140.xml"/><Relationship Id="rId211" Type="http://schemas.openxmlformats.org/officeDocument/2006/relationships/image" Target="../media/image149.png"/><Relationship Id="rId232" Type="http://schemas.openxmlformats.org/officeDocument/2006/relationships/customXml" Target="../ink/ink163.xml"/><Relationship Id="rId253" Type="http://schemas.openxmlformats.org/officeDocument/2006/relationships/image" Target="../media/image170.png"/><Relationship Id="rId27" Type="http://schemas.openxmlformats.org/officeDocument/2006/relationships/image" Target="../media/image64.png"/><Relationship Id="rId48" Type="http://schemas.openxmlformats.org/officeDocument/2006/relationships/customXml" Target="../ink/ink71.xml"/><Relationship Id="rId69" Type="http://schemas.openxmlformats.org/officeDocument/2006/relationships/image" Target="../media/image54.png"/><Relationship Id="rId113" Type="http://schemas.openxmlformats.org/officeDocument/2006/relationships/image" Target="../media/image100.png"/><Relationship Id="rId134" Type="http://schemas.openxmlformats.org/officeDocument/2006/relationships/customXml" Target="../ink/ink114.xml"/><Relationship Id="rId80" Type="http://schemas.openxmlformats.org/officeDocument/2006/relationships/customXml" Target="../ink/ink87.xml"/><Relationship Id="rId155" Type="http://schemas.openxmlformats.org/officeDocument/2006/relationships/image" Target="../media/image121.png"/><Relationship Id="rId176" Type="http://schemas.openxmlformats.org/officeDocument/2006/relationships/customXml" Target="../ink/ink135.xml"/><Relationship Id="rId197" Type="http://schemas.openxmlformats.org/officeDocument/2006/relationships/image" Target="../media/image142.png"/><Relationship Id="rId201" Type="http://schemas.openxmlformats.org/officeDocument/2006/relationships/image" Target="../media/image144.png"/><Relationship Id="rId222" Type="http://schemas.openxmlformats.org/officeDocument/2006/relationships/customXml" Target="../ink/ink158.xml"/><Relationship Id="rId243" Type="http://schemas.openxmlformats.org/officeDocument/2006/relationships/image" Target="../media/image165.png"/><Relationship Id="rId17" Type="http://schemas.openxmlformats.org/officeDocument/2006/relationships/image" Target="../media/image59.png"/><Relationship Id="rId38" Type="http://schemas.openxmlformats.org/officeDocument/2006/relationships/customXml" Target="../ink/ink66.xml"/><Relationship Id="rId59" Type="http://schemas.openxmlformats.org/officeDocument/2006/relationships/image" Target="../media/image80.png"/><Relationship Id="rId103" Type="http://schemas.openxmlformats.org/officeDocument/2006/relationships/image" Target="../media/image95.png"/><Relationship Id="rId124" Type="http://schemas.openxmlformats.org/officeDocument/2006/relationships/customXml" Target="../ink/ink109.xml"/><Relationship Id="rId70" Type="http://schemas.openxmlformats.org/officeDocument/2006/relationships/customXml" Target="../ink/ink82.xml"/><Relationship Id="rId91" Type="http://schemas.openxmlformats.org/officeDocument/2006/relationships/image" Target="../media/image89.png"/><Relationship Id="rId145" Type="http://schemas.openxmlformats.org/officeDocument/2006/relationships/image" Target="../media/image116.png"/><Relationship Id="rId166" Type="http://schemas.openxmlformats.org/officeDocument/2006/relationships/customXml" Target="../ink/ink130.xml"/><Relationship Id="rId187" Type="http://schemas.openxmlformats.org/officeDocument/2006/relationships/image" Target="../media/image137.png"/><Relationship Id="rId1" Type="http://schemas.openxmlformats.org/officeDocument/2006/relationships/slideLayout" Target="../slideLayouts/slideLayout2.xml"/><Relationship Id="rId212" Type="http://schemas.openxmlformats.org/officeDocument/2006/relationships/customXml" Target="../ink/ink153.xml"/><Relationship Id="rId233" Type="http://schemas.openxmlformats.org/officeDocument/2006/relationships/image" Target="../media/image160.png"/><Relationship Id="rId254" Type="http://schemas.openxmlformats.org/officeDocument/2006/relationships/customXml" Target="../ink/ink174.xml"/><Relationship Id="rId28" Type="http://schemas.openxmlformats.org/officeDocument/2006/relationships/customXml" Target="../ink/ink61.xml"/><Relationship Id="rId49" Type="http://schemas.openxmlformats.org/officeDocument/2006/relationships/image" Target="../media/image75.png"/><Relationship Id="rId114" Type="http://schemas.openxmlformats.org/officeDocument/2006/relationships/customXml" Target="../ink/ink104.xml"/><Relationship Id="rId60" Type="http://schemas.openxmlformats.org/officeDocument/2006/relationships/customXml" Target="../ink/ink77.xml"/><Relationship Id="rId81" Type="http://schemas.openxmlformats.org/officeDocument/2006/relationships/image" Target="../media/image84.png"/><Relationship Id="rId135" Type="http://schemas.openxmlformats.org/officeDocument/2006/relationships/image" Target="../media/image111.png"/><Relationship Id="rId156" Type="http://schemas.openxmlformats.org/officeDocument/2006/relationships/customXml" Target="../ink/ink125.xml"/><Relationship Id="rId177" Type="http://schemas.openxmlformats.org/officeDocument/2006/relationships/image" Target="../media/image132.png"/><Relationship Id="rId198" Type="http://schemas.openxmlformats.org/officeDocument/2006/relationships/customXml" Target="../ink/ink146.xml"/><Relationship Id="rId202" Type="http://schemas.openxmlformats.org/officeDocument/2006/relationships/customXml" Target="../ink/ink148.xml"/><Relationship Id="rId223" Type="http://schemas.openxmlformats.org/officeDocument/2006/relationships/image" Target="../media/image155.png"/><Relationship Id="rId244" Type="http://schemas.openxmlformats.org/officeDocument/2006/relationships/customXml" Target="../ink/ink169.xml"/><Relationship Id="rId18" Type="http://schemas.openxmlformats.org/officeDocument/2006/relationships/customXml" Target="../ink/ink56.xml"/><Relationship Id="rId39" Type="http://schemas.openxmlformats.org/officeDocument/2006/relationships/image" Target="../media/image70.png"/><Relationship Id="rId50" Type="http://schemas.openxmlformats.org/officeDocument/2006/relationships/customXml" Target="../ink/ink72.xml"/><Relationship Id="rId104" Type="http://schemas.openxmlformats.org/officeDocument/2006/relationships/customXml" Target="../ink/ink99.xml"/><Relationship Id="rId125" Type="http://schemas.openxmlformats.org/officeDocument/2006/relationships/image" Target="../media/image106.png"/><Relationship Id="rId146" Type="http://schemas.openxmlformats.org/officeDocument/2006/relationships/customXml" Target="../ink/ink120.xml"/><Relationship Id="rId167" Type="http://schemas.openxmlformats.org/officeDocument/2006/relationships/image" Target="../media/image127.png"/><Relationship Id="rId188" Type="http://schemas.openxmlformats.org/officeDocument/2006/relationships/customXml" Target="../ink/ink141.xml"/><Relationship Id="rId71" Type="http://schemas.openxmlformats.org/officeDocument/2006/relationships/image" Target="../media/image55.png"/><Relationship Id="rId92" Type="http://schemas.openxmlformats.org/officeDocument/2006/relationships/customXml" Target="../ink/ink93.xml"/><Relationship Id="rId213" Type="http://schemas.openxmlformats.org/officeDocument/2006/relationships/image" Target="../media/image150.png"/><Relationship Id="rId234" Type="http://schemas.openxmlformats.org/officeDocument/2006/relationships/customXml" Target="../ink/ink164.xml"/><Relationship Id="rId2" Type="http://schemas.openxmlformats.org/officeDocument/2006/relationships/customXml" Target="../ink/ink48.xml"/><Relationship Id="rId29" Type="http://schemas.openxmlformats.org/officeDocument/2006/relationships/image" Target="../media/image65.png"/><Relationship Id="rId255" Type="http://schemas.openxmlformats.org/officeDocument/2006/relationships/image" Target="../media/image171.png"/><Relationship Id="rId40" Type="http://schemas.openxmlformats.org/officeDocument/2006/relationships/customXml" Target="../ink/ink67.xml"/><Relationship Id="rId115" Type="http://schemas.openxmlformats.org/officeDocument/2006/relationships/image" Target="../media/image101.png"/><Relationship Id="rId136" Type="http://schemas.openxmlformats.org/officeDocument/2006/relationships/customXml" Target="../ink/ink115.xml"/><Relationship Id="rId157" Type="http://schemas.openxmlformats.org/officeDocument/2006/relationships/image" Target="../media/image122.png"/><Relationship Id="rId178" Type="http://schemas.openxmlformats.org/officeDocument/2006/relationships/customXml" Target="../ink/ink136.xml"/><Relationship Id="rId61" Type="http://schemas.openxmlformats.org/officeDocument/2006/relationships/image" Target="../media/image50.png"/><Relationship Id="rId82" Type="http://schemas.openxmlformats.org/officeDocument/2006/relationships/customXml" Target="../ink/ink88.xml"/><Relationship Id="rId199" Type="http://schemas.openxmlformats.org/officeDocument/2006/relationships/image" Target="../media/image143.png"/><Relationship Id="rId203" Type="http://schemas.openxmlformats.org/officeDocument/2006/relationships/image" Target="../media/image145.png"/><Relationship Id="rId19" Type="http://schemas.openxmlformats.org/officeDocument/2006/relationships/image" Target="../media/image60.png"/><Relationship Id="rId224" Type="http://schemas.openxmlformats.org/officeDocument/2006/relationships/customXml" Target="../ink/ink159.xml"/><Relationship Id="rId245" Type="http://schemas.openxmlformats.org/officeDocument/2006/relationships/image" Target="../media/image166.png"/><Relationship Id="rId30" Type="http://schemas.openxmlformats.org/officeDocument/2006/relationships/customXml" Target="../ink/ink62.xml"/><Relationship Id="rId105" Type="http://schemas.openxmlformats.org/officeDocument/2006/relationships/image" Target="../media/image96.png"/><Relationship Id="rId126" Type="http://schemas.openxmlformats.org/officeDocument/2006/relationships/customXml" Target="../ink/ink110.xml"/><Relationship Id="rId147" Type="http://schemas.openxmlformats.org/officeDocument/2006/relationships/image" Target="../media/image117.png"/><Relationship Id="rId168" Type="http://schemas.openxmlformats.org/officeDocument/2006/relationships/customXml" Target="../ink/ink131.xml"/><Relationship Id="rId51" Type="http://schemas.openxmlformats.org/officeDocument/2006/relationships/image" Target="../media/image76.png"/><Relationship Id="rId72" Type="http://schemas.openxmlformats.org/officeDocument/2006/relationships/customXml" Target="../ink/ink83.xml"/><Relationship Id="rId93" Type="http://schemas.openxmlformats.org/officeDocument/2006/relationships/image" Target="../media/image90.png"/><Relationship Id="rId189" Type="http://schemas.openxmlformats.org/officeDocument/2006/relationships/image" Target="../media/image138.png"/><Relationship Id="rId3" Type="http://schemas.openxmlformats.org/officeDocument/2006/relationships/image" Target="../media/image410.png"/><Relationship Id="rId214" Type="http://schemas.openxmlformats.org/officeDocument/2006/relationships/customXml" Target="../ink/ink154.xml"/><Relationship Id="rId235" Type="http://schemas.openxmlformats.org/officeDocument/2006/relationships/image" Target="../media/image161.png"/><Relationship Id="rId256" Type="http://schemas.openxmlformats.org/officeDocument/2006/relationships/customXml" Target="../ink/ink175.xml"/><Relationship Id="rId116" Type="http://schemas.openxmlformats.org/officeDocument/2006/relationships/customXml" Target="../ink/ink105.xml"/><Relationship Id="rId137" Type="http://schemas.openxmlformats.org/officeDocument/2006/relationships/image" Target="../media/image112.png"/><Relationship Id="rId158" Type="http://schemas.openxmlformats.org/officeDocument/2006/relationships/customXml" Target="../ink/ink126.xml"/><Relationship Id="rId20" Type="http://schemas.openxmlformats.org/officeDocument/2006/relationships/customXml" Target="../ink/ink57.xml"/><Relationship Id="rId41" Type="http://schemas.openxmlformats.org/officeDocument/2006/relationships/image" Target="../media/image71.png"/><Relationship Id="rId62" Type="http://schemas.openxmlformats.org/officeDocument/2006/relationships/customXml" Target="../ink/ink78.xml"/><Relationship Id="rId83" Type="http://schemas.openxmlformats.org/officeDocument/2006/relationships/image" Target="../media/image85.png"/><Relationship Id="rId179" Type="http://schemas.openxmlformats.org/officeDocument/2006/relationships/image" Target="../media/image133.png"/><Relationship Id="rId190" Type="http://schemas.openxmlformats.org/officeDocument/2006/relationships/customXml" Target="../ink/ink142.xml"/><Relationship Id="rId204" Type="http://schemas.openxmlformats.org/officeDocument/2006/relationships/customXml" Target="../ink/ink149.xml"/><Relationship Id="rId225" Type="http://schemas.openxmlformats.org/officeDocument/2006/relationships/image" Target="../media/image156.png"/><Relationship Id="rId246" Type="http://schemas.openxmlformats.org/officeDocument/2006/relationships/customXml" Target="../ink/ink170.xml"/><Relationship Id="rId106" Type="http://schemas.openxmlformats.org/officeDocument/2006/relationships/customXml" Target="../ink/ink100.xml"/><Relationship Id="rId127" Type="http://schemas.openxmlformats.org/officeDocument/2006/relationships/image" Target="../media/image107.png"/><Relationship Id="rId10" Type="http://schemas.openxmlformats.org/officeDocument/2006/relationships/customXml" Target="../ink/ink52.xml"/><Relationship Id="rId31" Type="http://schemas.openxmlformats.org/officeDocument/2006/relationships/image" Target="../media/image66.png"/><Relationship Id="rId52" Type="http://schemas.openxmlformats.org/officeDocument/2006/relationships/customXml" Target="../ink/ink73.xml"/><Relationship Id="rId73" Type="http://schemas.openxmlformats.org/officeDocument/2006/relationships/image" Target="../media/image56.png"/><Relationship Id="rId94" Type="http://schemas.openxmlformats.org/officeDocument/2006/relationships/customXml" Target="../ink/ink94.xml"/><Relationship Id="rId148" Type="http://schemas.openxmlformats.org/officeDocument/2006/relationships/customXml" Target="../ink/ink121.xml"/><Relationship Id="rId169" Type="http://schemas.openxmlformats.org/officeDocument/2006/relationships/image" Target="../media/image128.png"/><Relationship Id="rId4" Type="http://schemas.openxmlformats.org/officeDocument/2006/relationships/customXml" Target="../ink/ink49.xml"/><Relationship Id="rId180" Type="http://schemas.openxmlformats.org/officeDocument/2006/relationships/customXml" Target="../ink/ink137.xml"/><Relationship Id="rId215" Type="http://schemas.openxmlformats.org/officeDocument/2006/relationships/image" Target="../media/image151.png"/><Relationship Id="rId236" Type="http://schemas.openxmlformats.org/officeDocument/2006/relationships/customXml" Target="../ink/ink165.xml"/><Relationship Id="rId257" Type="http://schemas.openxmlformats.org/officeDocument/2006/relationships/image" Target="../media/image172.png"/><Relationship Id="rId42" Type="http://schemas.openxmlformats.org/officeDocument/2006/relationships/customXml" Target="../ink/ink68.xml"/><Relationship Id="rId84" Type="http://schemas.openxmlformats.org/officeDocument/2006/relationships/customXml" Target="../ink/ink89.xml"/><Relationship Id="rId138" Type="http://schemas.openxmlformats.org/officeDocument/2006/relationships/customXml" Target="../ink/ink116.xml"/></Relationships>
</file>

<file path=ppt/slides/_rels/slide10.xml.rels><?xml version="1.0" encoding="UTF-8" standalone="yes"?>
<Relationships xmlns="http://schemas.openxmlformats.org/package/2006/relationships"><Relationship Id="rId117" Type="http://schemas.openxmlformats.org/officeDocument/2006/relationships/customXml" Target="../ink/ink236.xml"/><Relationship Id="rId21" Type="http://schemas.openxmlformats.org/officeDocument/2006/relationships/customXml" Target="../ink/ink188.xml"/><Relationship Id="rId42" Type="http://schemas.openxmlformats.org/officeDocument/2006/relationships/image" Target="../media/image2811.png"/><Relationship Id="rId63" Type="http://schemas.openxmlformats.org/officeDocument/2006/relationships/customXml" Target="../ink/ink209.xml"/><Relationship Id="rId84" Type="http://schemas.openxmlformats.org/officeDocument/2006/relationships/image" Target="../media/image188.png"/><Relationship Id="rId138" Type="http://schemas.openxmlformats.org/officeDocument/2006/relationships/image" Target="../media/image215.png"/><Relationship Id="rId16" Type="http://schemas.openxmlformats.org/officeDocument/2006/relationships/image" Target="../media/image1510.png"/><Relationship Id="rId107" Type="http://schemas.openxmlformats.org/officeDocument/2006/relationships/customXml" Target="../ink/ink231.xml"/><Relationship Id="rId11" Type="http://schemas.openxmlformats.org/officeDocument/2006/relationships/customXml" Target="../ink/ink183.xml"/><Relationship Id="rId32" Type="http://schemas.openxmlformats.org/officeDocument/2006/relationships/image" Target="../media/image2311.png"/><Relationship Id="rId37" Type="http://schemas.openxmlformats.org/officeDocument/2006/relationships/customXml" Target="../ink/ink196.xml"/><Relationship Id="rId53" Type="http://schemas.openxmlformats.org/officeDocument/2006/relationships/customXml" Target="../ink/ink204.xml"/><Relationship Id="rId58" Type="http://schemas.openxmlformats.org/officeDocument/2006/relationships/image" Target="../media/image362.png"/><Relationship Id="rId74" Type="http://schemas.openxmlformats.org/officeDocument/2006/relationships/image" Target="../media/image183.png"/><Relationship Id="rId79" Type="http://schemas.openxmlformats.org/officeDocument/2006/relationships/customXml" Target="../ink/ink217.xml"/><Relationship Id="rId102" Type="http://schemas.openxmlformats.org/officeDocument/2006/relationships/image" Target="../media/image197.png"/><Relationship Id="rId123" Type="http://schemas.openxmlformats.org/officeDocument/2006/relationships/customXml" Target="../ink/ink239.xml"/><Relationship Id="rId128" Type="http://schemas.openxmlformats.org/officeDocument/2006/relationships/image" Target="../media/image210.png"/><Relationship Id="rId5" Type="http://schemas.openxmlformats.org/officeDocument/2006/relationships/customXml" Target="../ink/ink180.xml"/><Relationship Id="rId90" Type="http://schemas.openxmlformats.org/officeDocument/2006/relationships/image" Target="../media/image191.png"/><Relationship Id="rId95" Type="http://schemas.openxmlformats.org/officeDocument/2006/relationships/customXml" Target="../ink/ink225.xml"/><Relationship Id="rId22" Type="http://schemas.openxmlformats.org/officeDocument/2006/relationships/image" Target="../media/image1810.png"/><Relationship Id="rId27" Type="http://schemas.openxmlformats.org/officeDocument/2006/relationships/customXml" Target="../ink/ink191.xml"/><Relationship Id="rId43" Type="http://schemas.openxmlformats.org/officeDocument/2006/relationships/customXml" Target="../ink/ink199.xml"/><Relationship Id="rId48" Type="http://schemas.openxmlformats.org/officeDocument/2006/relationships/image" Target="../media/image3110.png"/><Relationship Id="rId64" Type="http://schemas.openxmlformats.org/officeDocument/2006/relationships/image" Target="../media/image178.png"/><Relationship Id="rId69" Type="http://schemas.openxmlformats.org/officeDocument/2006/relationships/customXml" Target="../ink/ink212.xml"/><Relationship Id="rId113" Type="http://schemas.openxmlformats.org/officeDocument/2006/relationships/customXml" Target="../ink/ink234.xml"/><Relationship Id="rId118" Type="http://schemas.openxmlformats.org/officeDocument/2006/relationships/image" Target="../media/image205.png"/><Relationship Id="rId134" Type="http://schemas.openxmlformats.org/officeDocument/2006/relationships/image" Target="../media/image213.png"/><Relationship Id="rId139" Type="http://schemas.openxmlformats.org/officeDocument/2006/relationships/customXml" Target="../ink/ink247.xml"/><Relationship Id="rId80" Type="http://schemas.openxmlformats.org/officeDocument/2006/relationships/image" Target="../media/image186.png"/><Relationship Id="rId85" Type="http://schemas.openxmlformats.org/officeDocument/2006/relationships/customXml" Target="../ink/ink220.xml"/><Relationship Id="rId12" Type="http://schemas.openxmlformats.org/officeDocument/2006/relationships/image" Target="../media/image1310.png"/><Relationship Id="rId17" Type="http://schemas.openxmlformats.org/officeDocument/2006/relationships/customXml" Target="../ink/ink186.xml"/><Relationship Id="rId33" Type="http://schemas.openxmlformats.org/officeDocument/2006/relationships/customXml" Target="../ink/ink194.xml"/><Relationship Id="rId38" Type="http://schemas.openxmlformats.org/officeDocument/2006/relationships/image" Target="../media/image2611.png"/><Relationship Id="rId59" Type="http://schemas.openxmlformats.org/officeDocument/2006/relationships/customXml" Target="../ink/ink207.xml"/><Relationship Id="rId103" Type="http://schemas.openxmlformats.org/officeDocument/2006/relationships/customXml" Target="../ink/ink229.xml"/><Relationship Id="rId108" Type="http://schemas.openxmlformats.org/officeDocument/2006/relationships/image" Target="../media/image200.png"/><Relationship Id="rId124" Type="http://schemas.openxmlformats.org/officeDocument/2006/relationships/image" Target="../media/image208.png"/><Relationship Id="rId129" Type="http://schemas.openxmlformats.org/officeDocument/2006/relationships/customXml" Target="../ink/ink242.xml"/><Relationship Id="rId54" Type="http://schemas.openxmlformats.org/officeDocument/2006/relationships/image" Target="../media/image3410.png"/><Relationship Id="rId70" Type="http://schemas.openxmlformats.org/officeDocument/2006/relationships/image" Target="../media/image181.png"/><Relationship Id="rId75" Type="http://schemas.openxmlformats.org/officeDocument/2006/relationships/customXml" Target="../ink/ink215.xml"/><Relationship Id="rId91" Type="http://schemas.openxmlformats.org/officeDocument/2006/relationships/customXml" Target="../ink/ink223.xml"/><Relationship Id="rId96" Type="http://schemas.openxmlformats.org/officeDocument/2006/relationships/image" Target="../media/image194.png"/><Relationship Id="rId140" Type="http://schemas.openxmlformats.org/officeDocument/2006/relationships/image" Target="../media/image216.png"/><Relationship Id="rId1" Type="http://schemas.openxmlformats.org/officeDocument/2006/relationships/slideLayout" Target="../slideLayouts/slideLayout2.xml"/><Relationship Id="rId6" Type="http://schemas.openxmlformats.org/officeDocument/2006/relationships/image" Target="../media/image1010.png"/><Relationship Id="rId23" Type="http://schemas.openxmlformats.org/officeDocument/2006/relationships/customXml" Target="../ink/ink189.xml"/><Relationship Id="rId28" Type="http://schemas.openxmlformats.org/officeDocument/2006/relationships/image" Target="../media/image2110.png"/><Relationship Id="rId49" Type="http://schemas.openxmlformats.org/officeDocument/2006/relationships/customXml" Target="../ink/ink202.xml"/><Relationship Id="rId114" Type="http://schemas.openxmlformats.org/officeDocument/2006/relationships/image" Target="../media/image203.png"/><Relationship Id="rId119" Type="http://schemas.openxmlformats.org/officeDocument/2006/relationships/customXml" Target="../ink/ink237.xml"/><Relationship Id="rId44" Type="http://schemas.openxmlformats.org/officeDocument/2006/relationships/image" Target="../media/image2910.png"/><Relationship Id="rId60" Type="http://schemas.openxmlformats.org/officeDocument/2006/relationships/image" Target="../media/image371.png"/><Relationship Id="rId65" Type="http://schemas.openxmlformats.org/officeDocument/2006/relationships/customXml" Target="../ink/ink210.xml"/><Relationship Id="rId81" Type="http://schemas.openxmlformats.org/officeDocument/2006/relationships/customXml" Target="../ink/ink218.xml"/><Relationship Id="rId86" Type="http://schemas.openxmlformats.org/officeDocument/2006/relationships/image" Target="../media/image189.png"/><Relationship Id="rId130" Type="http://schemas.openxmlformats.org/officeDocument/2006/relationships/image" Target="../media/image211.png"/><Relationship Id="rId135" Type="http://schemas.openxmlformats.org/officeDocument/2006/relationships/customXml" Target="../ink/ink245.xml"/><Relationship Id="rId13" Type="http://schemas.openxmlformats.org/officeDocument/2006/relationships/customXml" Target="../ink/ink184.xml"/><Relationship Id="rId18" Type="http://schemas.openxmlformats.org/officeDocument/2006/relationships/image" Target="../media/image1610.png"/><Relationship Id="rId39" Type="http://schemas.openxmlformats.org/officeDocument/2006/relationships/customXml" Target="../ink/ink197.xml"/><Relationship Id="rId109" Type="http://schemas.openxmlformats.org/officeDocument/2006/relationships/customXml" Target="../ink/ink232.xml"/><Relationship Id="rId34" Type="http://schemas.openxmlformats.org/officeDocument/2006/relationships/image" Target="../media/image2411.png"/><Relationship Id="rId50" Type="http://schemas.openxmlformats.org/officeDocument/2006/relationships/image" Target="../media/image3210.png"/><Relationship Id="rId55" Type="http://schemas.openxmlformats.org/officeDocument/2006/relationships/customXml" Target="../ink/ink205.xml"/><Relationship Id="rId76" Type="http://schemas.openxmlformats.org/officeDocument/2006/relationships/image" Target="../media/image184.png"/><Relationship Id="rId97" Type="http://schemas.openxmlformats.org/officeDocument/2006/relationships/customXml" Target="../ink/ink226.xml"/><Relationship Id="rId104" Type="http://schemas.openxmlformats.org/officeDocument/2006/relationships/image" Target="../media/image198.png"/><Relationship Id="rId120" Type="http://schemas.openxmlformats.org/officeDocument/2006/relationships/image" Target="../media/image206.png"/><Relationship Id="rId125" Type="http://schemas.openxmlformats.org/officeDocument/2006/relationships/customXml" Target="../ink/ink240.xml"/><Relationship Id="rId7" Type="http://schemas.openxmlformats.org/officeDocument/2006/relationships/customXml" Target="../ink/ink181.xml"/><Relationship Id="rId71" Type="http://schemas.openxmlformats.org/officeDocument/2006/relationships/customXml" Target="../ink/ink213.xml"/><Relationship Id="rId92" Type="http://schemas.openxmlformats.org/officeDocument/2006/relationships/image" Target="../media/image192.png"/><Relationship Id="rId2" Type="http://schemas.openxmlformats.org/officeDocument/2006/relationships/image" Target="../media/image9.png"/><Relationship Id="rId29" Type="http://schemas.openxmlformats.org/officeDocument/2006/relationships/customXml" Target="../ink/ink192.xml"/><Relationship Id="rId24" Type="http://schemas.openxmlformats.org/officeDocument/2006/relationships/image" Target="../media/image1910.png"/><Relationship Id="rId40" Type="http://schemas.openxmlformats.org/officeDocument/2006/relationships/image" Target="../media/image2711.png"/><Relationship Id="rId45" Type="http://schemas.openxmlformats.org/officeDocument/2006/relationships/customXml" Target="../ink/ink200.xml"/><Relationship Id="rId66" Type="http://schemas.openxmlformats.org/officeDocument/2006/relationships/image" Target="../media/image179.png"/><Relationship Id="rId87" Type="http://schemas.openxmlformats.org/officeDocument/2006/relationships/customXml" Target="../ink/ink221.xml"/><Relationship Id="rId110" Type="http://schemas.openxmlformats.org/officeDocument/2006/relationships/image" Target="../media/image201.png"/><Relationship Id="rId115" Type="http://schemas.openxmlformats.org/officeDocument/2006/relationships/customXml" Target="../ink/ink235.xml"/><Relationship Id="rId131" Type="http://schemas.openxmlformats.org/officeDocument/2006/relationships/customXml" Target="../ink/ink243.xml"/><Relationship Id="rId136" Type="http://schemas.openxmlformats.org/officeDocument/2006/relationships/image" Target="../media/image214.png"/><Relationship Id="rId61" Type="http://schemas.openxmlformats.org/officeDocument/2006/relationships/customXml" Target="../ink/ink208.xml"/><Relationship Id="rId82" Type="http://schemas.openxmlformats.org/officeDocument/2006/relationships/image" Target="../media/image187.png"/><Relationship Id="rId19" Type="http://schemas.openxmlformats.org/officeDocument/2006/relationships/customXml" Target="../ink/ink187.xml"/><Relationship Id="rId14" Type="http://schemas.openxmlformats.org/officeDocument/2006/relationships/image" Target="../media/image1410.png"/><Relationship Id="rId30" Type="http://schemas.openxmlformats.org/officeDocument/2006/relationships/image" Target="../media/image2211.png"/><Relationship Id="rId35" Type="http://schemas.openxmlformats.org/officeDocument/2006/relationships/customXml" Target="../ink/ink195.xml"/><Relationship Id="rId56" Type="http://schemas.openxmlformats.org/officeDocument/2006/relationships/image" Target="../media/image357.png"/><Relationship Id="rId77" Type="http://schemas.openxmlformats.org/officeDocument/2006/relationships/customXml" Target="../ink/ink216.xml"/><Relationship Id="rId100" Type="http://schemas.openxmlformats.org/officeDocument/2006/relationships/image" Target="../media/image196.png"/><Relationship Id="rId105" Type="http://schemas.openxmlformats.org/officeDocument/2006/relationships/customXml" Target="../ink/ink230.xml"/><Relationship Id="rId126" Type="http://schemas.openxmlformats.org/officeDocument/2006/relationships/image" Target="../media/image209.png"/><Relationship Id="rId8" Type="http://schemas.openxmlformats.org/officeDocument/2006/relationships/image" Target="../media/image1110.png"/><Relationship Id="rId51" Type="http://schemas.openxmlformats.org/officeDocument/2006/relationships/customXml" Target="../ink/ink203.xml"/><Relationship Id="rId72" Type="http://schemas.openxmlformats.org/officeDocument/2006/relationships/image" Target="../media/image182.png"/><Relationship Id="rId93" Type="http://schemas.openxmlformats.org/officeDocument/2006/relationships/customXml" Target="../ink/ink224.xml"/><Relationship Id="rId98" Type="http://schemas.openxmlformats.org/officeDocument/2006/relationships/image" Target="../media/image195.png"/><Relationship Id="rId121" Type="http://schemas.openxmlformats.org/officeDocument/2006/relationships/customXml" Target="../ink/ink238.xml"/><Relationship Id="rId3" Type="http://schemas.openxmlformats.org/officeDocument/2006/relationships/customXml" Target="../ink/ink179.xml"/><Relationship Id="rId25" Type="http://schemas.openxmlformats.org/officeDocument/2006/relationships/customXml" Target="../ink/ink190.xml"/><Relationship Id="rId46" Type="http://schemas.openxmlformats.org/officeDocument/2006/relationships/image" Target="../media/image3010.png"/><Relationship Id="rId67" Type="http://schemas.openxmlformats.org/officeDocument/2006/relationships/customXml" Target="../ink/ink211.xml"/><Relationship Id="rId116" Type="http://schemas.openxmlformats.org/officeDocument/2006/relationships/image" Target="../media/image204.png"/><Relationship Id="rId137" Type="http://schemas.openxmlformats.org/officeDocument/2006/relationships/customXml" Target="../ink/ink246.xml"/><Relationship Id="rId20" Type="http://schemas.openxmlformats.org/officeDocument/2006/relationships/image" Target="../media/image1710.png"/><Relationship Id="rId41" Type="http://schemas.openxmlformats.org/officeDocument/2006/relationships/customXml" Target="../ink/ink198.xml"/><Relationship Id="rId62" Type="http://schemas.openxmlformats.org/officeDocument/2006/relationships/image" Target="../media/image177.png"/><Relationship Id="rId83" Type="http://schemas.openxmlformats.org/officeDocument/2006/relationships/customXml" Target="../ink/ink219.xml"/><Relationship Id="rId88" Type="http://schemas.openxmlformats.org/officeDocument/2006/relationships/image" Target="../media/image190.png"/><Relationship Id="rId111" Type="http://schemas.openxmlformats.org/officeDocument/2006/relationships/customXml" Target="../ink/ink233.xml"/><Relationship Id="rId132" Type="http://schemas.openxmlformats.org/officeDocument/2006/relationships/image" Target="../media/image212.png"/><Relationship Id="rId15" Type="http://schemas.openxmlformats.org/officeDocument/2006/relationships/customXml" Target="../ink/ink185.xml"/><Relationship Id="rId36" Type="http://schemas.openxmlformats.org/officeDocument/2006/relationships/image" Target="../media/image2511.png"/><Relationship Id="rId57" Type="http://schemas.openxmlformats.org/officeDocument/2006/relationships/customXml" Target="../ink/ink206.xml"/><Relationship Id="rId106" Type="http://schemas.openxmlformats.org/officeDocument/2006/relationships/image" Target="../media/image199.png"/><Relationship Id="rId127" Type="http://schemas.openxmlformats.org/officeDocument/2006/relationships/customXml" Target="../ink/ink241.xml"/><Relationship Id="rId10" Type="http://schemas.openxmlformats.org/officeDocument/2006/relationships/image" Target="../media/image1210.png"/><Relationship Id="rId31" Type="http://schemas.openxmlformats.org/officeDocument/2006/relationships/customXml" Target="../ink/ink193.xml"/><Relationship Id="rId52" Type="http://schemas.openxmlformats.org/officeDocument/2006/relationships/image" Target="../media/image3310.png"/><Relationship Id="rId73" Type="http://schemas.openxmlformats.org/officeDocument/2006/relationships/customXml" Target="../ink/ink214.xml"/><Relationship Id="rId78" Type="http://schemas.openxmlformats.org/officeDocument/2006/relationships/image" Target="../media/image185.png"/><Relationship Id="rId94" Type="http://schemas.openxmlformats.org/officeDocument/2006/relationships/image" Target="../media/image193.png"/><Relationship Id="rId99" Type="http://schemas.openxmlformats.org/officeDocument/2006/relationships/customXml" Target="../ink/ink227.xml"/><Relationship Id="rId101" Type="http://schemas.openxmlformats.org/officeDocument/2006/relationships/customXml" Target="../ink/ink228.xml"/><Relationship Id="rId122" Type="http://schemas.openxmlformats.org/officeDocument/2006/relationships/image" Target="../media/image207.png"/><Relationship Id="rId4" Type="http://schemas.openxmlformats.org/officeDocument/2006/relationships/image" Target="../media/image911.png"/><Relationship Id="rId9" Type="http://schemas.openxmlformats.org/officeDocument/2006/relationships/customXml" Target="../ink/ink182.xml"/><Relationship Id="rId26" Type="http://schemas.openxmlformats.org/officeDocument/2006/relationships/image" Target="../media/image2010.png"/><Relationship Id="rId47" Type="http://schemas.openxmlformats.org/officeDocument/2006/relationships/customXml" Target="../ink/ink201.xml"/><Relationship Id="rId68" Type="http://schemas.openxmlformats.org/officeDocument/2006/relationships/image" Target="../media/image180.png"/><Relationship Id="rId89" Type="http://schemas.openxmlformats.org/officeDocument/2006/relationships/customXml" Target="../ink/ink222.xml"/><Relationship Id="rId112" Type="http://schemas.openxmlformats.org/officeDocument/2006/relationships/image" Target="../media/image202.png"/><Relationship Id="rId133" Type="http://schemas.openxmlformats.org/officeDocument/2006/relationships/customXml" Target="../ink/ink24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17" Type="http://schemas.openxmlformats.org/officeDocument/2006/relationships/image" Target="../media/image275.png"/><Relationship Id="rId21" Type="http://schemas.openxmlformats.org/officeDocument/2006/relationships/image" Target="../media/image770.png"/><Relationship Id="rId42" Type="http://schemas.openxmlformats.org/officeDocument/2006/relationships/customXml" Target="../ink/ink268.xml"/><Relationship Id="rId63" Type="http://schemas.openxmlformats.org/officeDocument/2006/relationships/image" Target="../media/image248.png"/><Relationship Id="rId84" Type="http://schemas.openxmlformats.org/officeDocument/2006/relationships/customXml" Target="../ink/ink289.xml"/><Relationship Id="rId138" Type="http://schemas.openxmlformats.org/officeDocument/2006/relationships/customXml" Target="../ink/ink316.xml"/><Relationship Id="rId107" Type="http://schemas.openxmlformats.org/officeDocument/2006/relationships/image" Target="../media/image270.png"/><Relationship Id="rId11" Type="http://schemas.openxmlformats.org/officeDocument/2006/relationships/image" Target="../media/image720.png"/><Relationship Id="rId32" Type="http://schemas.openxmlformats.org/officeDocument/2006/relationships/customXml" Target="../ink/ink263.xml"/><Relationship Id="rId53" Type="http://schemas.openxmlformats.org/officeDocument/2006/relationships/image" Target="../media/image243.png"/><Relationship Id="rId74" Type="http://schemas.openxmlformats.org/officeDocument/2006/relationships/customXml" Target="../ink/ink284.xml"/><Relationship Id="rId128" Type="http://schemas.openxmlformats.org/officeDocument/2006/relationships/customXml" Target="../ink/ink311.xml"/><Relationship Id="rId149" Type="http://schemas.openxmlformats.org/officeDocument/2006/relationships/image" Target="../media/image291.png"/><Relationship Id="rId5" Type="http://schemas.openxmlformats.org/officeDocument/2006/relationships/image" Target="../media/image690.png"/><Relationship Id="rId95" Type="http://schemas.openxmlformats.org/officeDocument/2006/relationships/image" Target="../media/image264.png"/><Relationship Id="rId22" Type="http://schemas.openxmlformats.org/officeDocument/2006/relationships/customXml" Target="../ink/ink258.xml"/><Relationship Id="rId27" Type="http://schemas.openxmlformats.org/officeDocument/2006/relationships/image" Target="../media/image800.png"/><Relationship Id="rId43" Type="http://schemas.openxmlformats.org/officeDocument/2006/relationships/image" Target="../media/image870.png"/><Relationship Id="rId48" Type="http://schemas.openxmlformats.org/officeDocument/2006/relationships/customXml" Target="../ink/ink271.xml"/><Relationship Id="rId64" Type="http://schemas.openxmlformats.org/officeDocument/2006/relationships/customXml" Target="../ink/ink279.xml"/><Relationship Id="rId69" Type="http://schemas.openxmlformats.org/officeDocument/2006/relationships/image" Target="../media/image251.png"/><Relationship Id="rId113" Type="http://schemas.openxmlformats.org/officeDocument/2006/relationships/image" Target="../media/image273.png"/><Relationship Id="rId118" Type="http://schemas.openxmlformats.org/officeDocument/2006/relationships/customXml" Target="../ink/ink306.xml"/><Relationship Id="rId134" Type="http://schemas.openxmlformats.org/officeDocument/2006/relationships/customXml" Target="../ink/ink314.xml"/><Relationship Id="rId139" Type="http://schemas.openxmlformats.org/officeDocument/2006/relationships/image" Target="../media/image286.png"/><Relationship Id="rId80" Type="http://schemas.openxmlformats.org/officeDocument/2006/relationships/customXml" Target="../ink/ink287.xml"/><Relationship Id="rId85" Type="http://schemas.openxmlformats.org/officeDocument/2006/relationships/image" Target="../media/image259.png"/><Relationship Id="rId150" Type="http://schemas.openxmlformats.org/officeDocument/2006/relationships/customXml" Target="../ink/ink322.xml"/><Relationship Id="rId12" Type="http://schemas.openxmlformats.org/officeDocument/2006/relationships/customXml" Target="../ink/ink253.xml"/><Relationship Id="rId17" Type="http://schemas.openxmlformats.org/officeDocument/2006/relationships/image" Target="../media/image750.png"/><Relationship Id="rId33" Type="http://schemas.openxmlformats.org/officeDocument/2006/relationships/image" Target="../media/image520.png"/><Relationship Id="rId38" Type="http://schemas.openxmlformats.org/officeDocument/2006/relationships/customXml" Target="../ink/ink266.xml"/><Relationship Id="rId59" Type="http://schemas.openxmlformats.org/officeDocument/2006/relationships/image" Target="../media/image246.png"/><Relationship Id="rId103" Type="http://schemas.openxmlformats.org/officeDocument/2006/relationships/image" Target="../media/image268.png"/><Relationship Id="rId108" Type="http://schemas.openxmlformats.org/officeDocument/2006/relationships/customXml" Target="../ink/ink301.xml"/><Relationship Id="rId124" Type="http://schemas.openxmlformats.org/officeDocument/2006/relationships/customXml" Target="../ink/ink309.xml"/><Relationship Id="rId129" Type="http://schemas.openxmlformats.org/officeDocument/2006/relationships/image" Target="../media/image281.png"/><Relationship Id="rId54" Type="http://schemas.openxmlformats.org/officeDocument/2006/relationships/customXml" Target="../ink/ink274.xml"/><Relationship Id="rId70" Type="http://schemas.openxmlformats.org/officeDocument/2006/relationships/customXml" Target="../ink/ink282.xml"/><Relationship Id="rId75" Type="http://schemas.openxmlformats.org/officeDocument/2006/relationships/image" Target="../media/image254.png"/><Relationship Id="rId91" Type="http://schemas.openxmlformats.org/officeDocument/2006/relationships/image" Target="../media/image262.png"/><Relationship Id="rId96" Type="http://schemas.openxmlformats.org/officeDocument/2006/relationships/customXml" Target="../ink/ink295.xml"/><Relationship Id="rId140" Type="http://schemas.openxmlformats.org/officeDocument/2006/relationships/customXml" Target="../ink/ink317.xml"/><Relationship Id="rId145" Type="http://schemas.openxmlformats.org/officeDocument/2006/relationships/image" Target="../media/image289.png"/><Relationship Id="rId1" Type="http://schemas.openxmlformats.org/officeDocument/2006/relationships/slideLayout" Target="../slideLayouts/slideLayout2.xml"/><Relationship Id="rId6" Type="http://schemas.openxmlformats.org/officeDocument/2006/relationships/customXml" Target="../ink/ink250.xml"/><Relationship Id="rId23" Type="http://schemas.openxmlformats.org/officeDocument/2006/relationships/image" Target="../media/image780.png"/><Relationship Id="rId28" Type="http://schemas.openxmlformats.org/officeDocument/2006/relationships/customXml" Target="../ink/ink261.xml"/><Relationship Id="rId49" Type="http://schemas.openxmlformats.org/officeDocument/2006/relationships/image" Target="../media/image900.png"/><Relationship Id="rId114" Type="http://schemas.openxmlformats.org/officeDocument/2006/relationships/customXml" Target="../ink/ink304.xml"/><Relationship Id="rId119" Type="http://schemas.openxmlformats.org/officeDocument/2006/relationships/image" Target="../media/image276.png"/><Relationship Id="rId44" Type="http://schemas.openxmlformats.org/officeDocument/2006/relationships/customXml" Target="../ink/ink269.xml"/><Relationship Id="rId60" Type="http://schemas.openxmlformats.org/officeDocument/2006/relationships/customXml" Target="../ink/ink277.xml"/><Relationship Id="rId65" Type="http://schemas.openxmlformats.org/officeDocument/2006/relationships/image" Target="../media/image249.png"/><Relationship Id="rId81" Type="http://schemas.openxmlformats.org/officeDocument/2006/relationships/image" Target="../media/image257.png"/><Relationship Id="rId86" Type="http://schemas.openxmlformats.org/officeDocument/2006/relationships/customXml" Target="../ink/ink290.xml"/><Relationship Id="rId130" Type="http://schemas.openxmlformats.org/officeDocument/2006/relationships/customXml" Target="../ink/ink312.xml"/><Relationship Id="rId135" Type="http://schemas.openxmlformats.org/officeDocument/2006/relationships/image" Target="../media/image284.png"/><Relationship Id="rId151" Type="http://schemas.openxmlformats.org/officeDocument/2006/relationships/image" Target="../media/image292.png"/><Relationship Id="rId13" Type="http://schemas.openxmlformats.org/officeDocument/2006/relationships/image" Target="../media/image730.png"/><Relationship Id="rId18" Type="http://schemas.openxmlformats.org/officeDocument/2006/relationships/customXml" Target="../ink/ink256.xml"/><Relationship Id="rId39" Type="http://schemas.openxmlformats.org/officeDocument/2006/relationships/image" Target="../media/image851.png"/><Relationship Id="rId109" Type="http://schemas.openxmlformats.org/officeDocument/2006/relationships/image" Target="../media/image271.png"/><Relationship Id="rId34" Type="http://schemas.openxmlformats.org/officeDocument/2006/relationships/customXml" Target="../ink/ink264.xml"/><Relationship Id="rId50" Type="http://schemas.openxmlformats.org/officeDocument/2006/relationships/customXml" Target="../ink/ink272.xml"/><Relationship Id="rId55" Type="http://schemas.openxmlformats.org/officeDocument/2006/relationships/image" Target="../media/image244.png"/><Relationship Id="rId76" Type="http://schemas.openxmlformats.org/officeDocument/2006/relationships/customXml" Target="../ink/ink285.xml"/><Relationship Id="rId97" Type="http://schemas.openxmlformats.org/officeDocument/2006/relationships/image" Target="../media/image265.png"/><Relationship Id="rId104" Type="http://schemas.openxmlformats.org/officeDocument/2006/relationships/customXml" Target="../ink/ink299.xml"/><Relationship Id="rId120" Type="http://schemas.openxmlformats.org/officeDocument/2006/relationships/customXml" Target="../ink/ink307.xml"/><Relationship Id="rId125" Type="http://schemas.openxmlformats.org/officeDocument/2006/relationships/image" Target="../media/image279.png"/><Relationship Id="rId141" Type="http://schemas.openxmlformats.org/officeDocument/2006/relationships/image" Target="../media/image287.png"/><Relationship Id="rId146" Type="http://schemas.openxmlformats.org/officeDocument/2006/relationships/customXml" Target="../ink/ink320.xml"/><Relationship Id="rId7" Type="http://schemas.openxmlformats.org/officeDocument/2006/relationships/image" Target="../media/image700.png"/><Relationship Id="rId71" Type="http://schemas.openxmlformats.org/officeDocument/2006/relationships/image" Target="../media/image252.png"/><Relationship Id="rId92" Type="http://schemas.openxmlformats.org/officeDocument/2006/relationships/customXml" Target="../ink/ink293.xml"/><Relationship Id="rId2" Type="http://schemas.openxmlformats.org/officeDocument/2006/relationships/customXml" Target="../ink/ink248.xml"/><Relationship Id="rId29" Type="http://schemas.openxmlformats.org/officeDocument/2006/relationships/image" Target="../media/image810.png"/><Relationship Id="rId24" Type="http://schemas.openxmlformats.org/officeDocument/2006/relationships/customXml" Target="../ink/ink259.xml"/><Relationship Id="rId40" Type="http://schemas.openxmlformats.org/officeDocument/2006/relationships/customXml" Target="../ink/ink267.xml"/><Relationship Id="rId45" Type="http://schemas.openxmlformats.org/officeDocument/2006/relationships/image" Target="../media/image880.png"/><Relationship Id="rId66" Type="http://schemas.openxmlformats.org/officeDocument/2006/relationships/customXml" Target="../ink/ink280.xml"/><Relationship Id="rId87" Type="http://schemas.openxmlformats.org/officeDocument/2006/relationships/image" Target="../media/image260.png"/><Relationship Id="rId110" Type="http://schemas.openxmlformats.org/officeDocument/2006/relationships/customXml" Target="../ink/ink302.xml"/><Relationship Id="rId115" Type="http://schemas.openxmlformats.org/officeDocument/2006/relationships/image" Target="../media/image274.png"/><Relationship Id="rId131" Type="http://schemas.openxmlformats.org/officeDocument/2006/relationships/image" Target="../media/image282.png"/><Relationship Id="rId136" Type="http://schemas.openxmlformats.org/officeDocument/2006/relationships/customXml" Target="../ink/ink315.xml"/><Relationship Id="rId61" Type="http://schemas.openxmlformats.org/officeDocument/2006/relationships/image" Target="../media/image247.png"/><Relationship Id="rId82" Type="http://schemas.openxmlformats.org/officeDocument/2006/relationships/customXml" Target="../ink/ink288.xml"/><Relationship Id="rId19" Type="http://schemas.openxmlformats.org/officeDocument/2006/relationships/image" Target="../media/image760.png"/><Relationship Id="rId14" Type="http://schemas.openxmlformats.org/officeDocument/2006/relationships/customXml" Target="../ink/ink254.xml"/><Relationship Id="rId30" Type="http://schemas.openxmlformats.org/officeDocument/2006/relationships/customXml" Target="../ink/ink262.xml"/><Relationship Id="rId35" Type="http://schemas.openxmlformats.org/officeDocument/2006/relationships/image" Target="../media/image830.png"/><Relationship Id="rId56" Type="http://schemas.openxmlformats.org/officeDocument/2006/relationships/customXml" Target="../ink/ink275.xml"/><Relationship Id="rId77" Type="http://schemas.openxmlformats.org/officeDocument/2006/relationships/image" Target="../media/image255.png"/><Relationship Id="rId100" Type="http://schemas.openxmlformats.org/officeDocument/2006/relationships/customXml" Target="../ink/ink297.xml"/><Relationship Id="rId105" Type="http://schemas.openxmlformats.org/officeDocument/2006/relationships/image" Target="../media/image269.png"/><Relationship Id="rId126" Type="http://schemas.openxmlformats.org/officeDocument/2006/relationships/customXml" Target="../ink/ink310.xml"/><Relationship Id="rId147" Type="http://schemas.openxmlformats.org/officeDocument/2006/relationships/image" Target="../media/image290.png"/><Relationship Id="rId8" Type="http://schemas.openxmlformats.org/officeDocument/2006/relationships/customXml" Target="../ink/ink251.xml"/><Relationship Id="rId51" Type="http://schemas.openxmlformats.org/officeDocument/2006/relationships/image" Target="../media/image912.png"/><Relationship Id="rId72" Type="http://schemas.openxmlformats.org/officeDocument/2006/relationships/customXml" Target="../ink/ink283.xml"/><Relationship Id="rId93" Type="http://schemas.openxmlformats.org/officeDocument/2006/relationships/image" Target="../media/image263.png"/><Relationship Id="rId98" Type="http://schemas.openxmlformats.org/officeDocument/2006/relationships/customXml" Target="../ink/ink296.xml"/><Relationship Id="rId121" Type="http://schemas.openxmlformats.org/officeDocument/2006/relationships/image" Target="../media/image277.png"/><Relationship Id="rId142" Type="http://schemas.openxmlformats.org/officeDocument/2006/relationships/customXml" Target="../ink/ink318.xml"/><Relationship Id="rId3" Type="http://schemas.openxmlformats.org/officeDocument/2006/relationships/image" Target="../media/image680.png"/><Relationship Id="rId25" Type="http://schemas.openxmlformats.org/officeDocument/2006/relationships/image" Target="../media/image790.png"/><Relationship Id="rId46" Type="http://schemas.openxmlformats.org/officeDocument/2006/relationships/customXml" Target="../ink/ink270.xml"/><Relationship Id="rId67" Type="http://schemas.openxmlformats.org/officeDocument/2006/relationships/image" Target="../media/image250.png"/><Relationship Id="rId116" Type="http://schemas.openxmlformats.org/officeDocument/2006/relationships/customXml" Target="../ink/ink305.xml"/><Relationship Id="rId137" Type="http://schemas.openxmlformats.org/officeDocument/2006/relationships/image" Target="../media/image285.png"/><Relationship Id="rId20" Type="http://schemas.openxmlformats.org/officeDocument/2006/relationships/customXml" Target="../ink/ink257.xml"/><Relationship Id="rId41" Type="http://schemas.openxmlformats.org/officeDocument/2006/relationships/image" Target="../media/image861.png"/><Relationship Id="rId62" Type="http://schemas.openxmlformats.org/officeDocument/2006/relationships/customXml" Target="../ink/ink278.xml"/><Relationship Id="rId83" Type="http://schemas.openxmlformats.org/officeDocument/2006/relationships/image" Target="../media/image258.png"/><Relationship Id="rId88" Type="http://schemas.openxmlformats.org/officeDocument/2006/relationships/customXml" Target="../ink/ink291.xml"/><Relationship Id="rId111" Type="http://schemas.openxmlformats.org/officeDocument/2006/relationships/image" Target="../media/image272.png"/><Relationship Id="rId132" Type="http://schemas.openxmlformats.org/officeDocument/2006/relationships/customXml" Target="../ink/ink313.xml"/><Relationship Id="rId15" Type="http://schemas.openxmlformats.org/officeDocument/2006/relationships/image" Target="../media/image740.png"/><Relationship Id="rId36" Type="http://schemas.openxmlformats.org/officeDocument/2006/relationships/customXml" Target="../ink/ink265.xml"/><Relationship Id="rId57" Type="http://schemas.openxmlformats.org/officeDocument/2006/relationships/image" Target="../media/image245.png"/><Relationship Id="rId106" Type="http://schemas.openxmlformats.org/officeDocument/2006/relationships/customXml" Target="../ink/ink300.xml"/><Relationship Id="rId127" Type="http://schemas.openxmlformats.org/officeDocument/2006/relationships/image" Target="../media/image280.png"/><Relationship Id="rId10" Type="http://schemas.openxmlformats.org/officeDocument/2006/relationships/customXml" Target="../ink/ink252.xml"/><Relationship Id="rId31" Type="http://schemas.openxmlformats.org/officeDocument/2006/relationships/image" Target="../media/image820.png"/><Relationship Id="rId52" Type="http://schemas.openxmlformats.org/officeDocument/2006/relationships/customXml" Target="../ink/ink273.xml"/><Relationship Id="rId73" Type="http://schemas.openxmlformats.org/officeDocument/2006/relationships/image" Target="../media/image253.png"/><Relationship Id="rId78" Type="http://schemas.openxmlformats.org/officeDocument/2006/relationships/customXml" Target="../ink/ink286.xml"/><Relationship Id="rId94" Type="http://schemas.openxmlformats.org/officeDocument/2006/relationships/customXml" Target="../ink/ink294.xml"/><Relationship Id="rId99" Type="http://schemas.openxmlformats.org/officeDocument/2006/relationships/image" Target="../media/image266.png"/><Relationship Id="rId101" Type="http://schemas.openxmlformats.org/officeDocument/2006/relationships/image" Target="../media/image267.png"/><Relationship Id="rId122" Type="http://schemas.openxmlformats.org/officeDocument/2006/relationships/customXml" Target="../ink/ink308.xml"/><Relationship Id="rId143" Type="http://schemas.openxmlformats.org/officeDocument/2006/relationships/image" Target="../media/image288.png"/><Relationship Id="rId148" Type="http://schemas.openxmlformats.org/officeDocument/2006/relationships/customXml" Target="../ink/ink321.xml"/><Relationship Id="rId4" Type="http://schemas.openxmlformats.org/officeDocument/2006/relationships/customXml" Target="../ink/ink249.xml"/><Relationship Id="rId9" Type="http://schemas.openxmlformats.org/officeDocument/2006/relationships/image" Target="../media/image711.png"/><Relationship Id="rId26" Type="http://schemas.openxmlformats.org/officeDocument/2006/relationships/customXml" Target="../ink/ink260.xml"/><Relationship Id="rId47" Type="http://schemas.openxmlformats.org/officeDocument/2006/relationships/image" Target="../media/image890.png"/><Relationship Id="rId68" Type="http://schemas.openxmlformats.org/officeDocument/2006/relationships/customXml" Target="../ink/ink281.xml"/><Relationship Id="rId89" Type="http://schemas.openxmlformats.org/officeDocument/2006/relationships/image" Target="../media/image261.png"/><Relationship Id="rId112" Type="http://schemas.openxmlformats.org/officeDocument/2006/relationships/customXml" Target="../ink/ink303.xml"/><Relationship Id="rId133" Type="http://schemas.openxmlformats.org/officeDocument/2006/relationships/image" Target="../media/image283.png"/><Relationship Id="rId16" Type="http://schemas.openxmlformats.org/officeDocument/2006/relationships/customXml" Target="../ink/ink255.xml"/><Relationship Id="rId37" Type="http://schemas.openxmlformats.org/officeDocument/2006/relationships/image" Target="../media/image840.png"/><Relationship Id="rId58" Type="http://schemas.openxmlformats.org/officeDocument/2006/relationships/customXml" Target="../ink/ink276.xml"/><Relationship Id="rId79" Type="http://schemas.openxmlformats.org/officeDocument/2006/relationships/image" Target="../media/image256.png"/><Relationship Id="rId102" Type="http://schemas.openxmlformats.org/officeDocument/2006/relationships/customXml" Target="../ink/ink298.xml"/><Relationship Id="rId123" Type="http://schemas.openxmlformats.org/officeDocument/2006/relationships/image" Target="../media/image278.png"/><Relationship Id="rId144" Type="http://schemas.openxmlformats.org/officeDocument/2006/relationships/customXml" Target="../ink/ink319.xml"/><Relationship Id="rId90" Type="http://schemas.openxmlformats.org/officeDocument/2006/relationships/customXml" Target="../ink/ink292.xml"/></Relationships>
</file>

<file path=ppt/slides/_rels/slide13.xml.rels><?xml version="1.0" encoding="UTF-8" standalone="yes"?>
<Relationships xmlns="http://schemas.openxmlformats.org/package/2006/relationships"><Relationship Id="rId39" Type="http://schemas.openxmlformats.org/officeDocument/2006/relationships/image" Target="../media/image1030.png"/><Relationship Id="rId3" Type="http://schemas.openxmlformats.org/officeDocument/2006/relationships/image" Target="../media/image850.png"/><Relationship Id="rId34" Type="http://schemas.openxmlformats.org/officeDocument/2006/relationships/customXml" Target="../ink/ink328.xml"/><Relationship Id="rId42" Type="http://schemas.openxmlformats.org/officeDocument/2006/relationships/customXml" Target="../ink/ink332.xml"/><Relationship Id="rId33" Type="http://schemas.openxmlformats.org/officeDocument/2006/relationships/image" Target="../media/image1000.png"/><Relationship Id="rId38" Type="http://schemas.openxmlformats.org/officeDocument/2006/relationships/customXml" Target="../ink/ink330.xml"/><Relationship Id="rId2" Type="http://schemas.openxmlformats.org/officeDocument/2006/relationships/customXml" Target="../ink/ink323.xml"/><Relationship Id="rId29" Type="http://schemas.openxmlformats.org/officeDocument/2006/relationships/image" Target="../media/image980.png"/><Relationship Id="rId41" Type="http://schemas.openxmlformats.org/officeDocument/2006/relationships/image" Target="../media/image1040.png"/><Relationship Id="rId1" Type="http://schemas.openxmlformats.org/officeDocument/2006/relationships/slideLayout" Target="../slideLayouts/slideLayout2.xml"/><Relationship Id="rId6" Type="http://schemas.openxmlformats.org/officeDocument/2006/relationships/customXml" Target="../ink/ink325.xml"/><Relationship Id="rId32" Type="http://schemas.openxmlformats.org/officeDocument/2006/relationships/customXml" Target="../ink/ink327.xml"/><Relationship Id="rId37" Type="http://schemas.openxmlformats.org/officeDocument/2006/relationships/image" Target="../media/image1020.png"/><Relationship Id="rId40" Type="http://schemas.openxmlformats.org/officeDocument/2006/relationships/customXml" Target="../ink/ink331.xml"/><Relationship Id="rId45" Type="http://schemas.openxmlformats.org/officeDocument/2006/relationships/image" Target="../media/image1060.png"/><Relationship Id="rId5" Type="http://schemas.openxmlformats.org/officeDocument/2006/relationships/image" Target="../media/image860.png"/><Relationship Id="rId36" Type="http://schemas.openxmlformats.org/officeDocument/2006/relationships/customXml" Target="../ink/ink329.xml"/><Relationship Id="rId31" Type="http://schemas.openxmlformats.org/officeDocument/2006/relationships/image" Target="../media/image990.png"/><Relationship Id="rId44" Type="http://schemas.openxmlformats.org/officeDocument/2006/relationships/customXml" Target="../ink/ink333.xml"/><Relationship Id="rId4" Type="http://schemas.openxmlformats.org/officeDocument/2006/relationships/customXml" Target="../ink/ink324.xml"/><Relationship Id="rId30" Type="http://schemas.openxmlformats.org/officeDocument/2006/relationships/customXml" Target="../ink/ink326.xml"/><Relationship Id="rId35" Type="http://schemas.openxmlformats.org/officeDocument/2006/relationships/image" Target="../media/image1012.png"/><Relationship Id="rId43" Type="http://schemas.openxmlformats.org/officeDocument/2006/relationships/image" Target="../media/image1050.png"/></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bin"/><Relationship Id="rId51" Type="http://schemas.openxmlformats.org/officeDocument/2006/relationships/image" Target="../media/image1312.png"/><Relationship Id="rId3" Type="http://schemas.openxmlformats.org/officeDocument/2006/relationships/image" Target="../media/image11.wmf"/><Relationship Id="rId120" Type="http://schemas.openxmlformats.org/officeDocument/2006/relationships/customXml" Target="../ink/ink338.xml"/><Relationship Id="rId125" Type="http://schemas.openxmlformats.org/officeDocument/2006/relationships/image" Target="../media/image1680.png"/><Relationship Id="rId7" Type="http://schemas.openxmlformats.org/officeDocument/2006/relationships/image" Target="../media/image13.wmf"/><Relationship Id="rId46" Type="http://schemas.openxmlformats.org/officeDocument/2006/relationships/customXml" Target="../ink/ink335.xml"/><Relationship Id="rId158" Type="http://schemas.openxmlformats.org/officeDocument/2006/relationships/customXml" Target="../ink/ink340.xml"/><Relationship Id="rId2" Type="http://schemas.openxmlformats.org/officeDocument/2006/relationships/oleObject" Target="../embeddings/oleObject1.bin"/><Relationship Id="rId62" Type="http://schemas.openxmlformats.org/officeDocument/2006/relationships/customXml" Target="../ink/ink337.xml"/><Relationship Id="rId1" Type="http://schemas.openxmlformats.org/officeDocument/2006/relationships/slideLayout" Target="../slideLayouts/slideLayout12.xml"/><Relationship Id="rId6" Type="http://schemas.openxmlformats.org/officeDocument/2006/relationships/oleObject" Target="../embeddings/oleObject3.bin"/><Relationship Id="rId45" Type="http://schemas.openxmlformats.org/officeDocument/2006/relationships/image" Target="../media/image1280.png"/><Relationship Id="rId157" Type="http://schemas.openxmlformats.org/officeDocument/2006/relationships/image" Target="../media/image1840.png"/><Relationship Id="rId5" Type="http://schemas.openxmlformats.org/officeDocument/2006/relationships/image" Target="../media/image12.wmf"/><Relationship Id="rId61" Type="http://schemas.openxmlformats.org/officeDocument/2006/relationships/image" Target="../media/image1360.png"/><Relationship Id="rId119" Type="http://schemas.openxmlformats.org/officeDocument/2006/relationships/image" Target="../media/image1650.png"/><Relationship Id="rId291" Type="http://schemas.openxmlformats.org/officeDocument/2006/relationships/image" Target="../media/image20.png"/><Relationship Id="rId10" Type="http://schemas.openxmlformats.org/officeDocument/2006/relationships/customXml" Target="../ink/ink334.xml"/><Relationship Id="rId52" Type="http://schemas.openxmlformats.org/officeDocument/2006/relationships/customXml" Target="../ink/ink336.xml"/><Relationship Id="rId4" Type="http://schemas.openxmlformats.org/officeDocument/2006/relationships/oleObject" Target="../embeddings/oleObject2.bin"/><Relationship Id="rId9" Type="http://schemas.openxmlformats.org/officeDocument/2006/relationships/image" Target="../media/image14.wmf"/><Relationship Id="rId126" Type="http://schemas.openxmlformats.org/officeDocument/2006/relationships/customXml" Target="../ink/ink339.xml"/></Relationships>
</file>

<file path=ppt/slides/_rels/slide15.xml.rels><?xml version="1.0" encoding="UTF-8" standalone="yes"?>
<Relationships xmlns="http://schemas.openxmlformats.org/package/2006/relationships"><Relationship Id="rId117" Type="http://schemas.openxmlformats.org/officeDocument/2006/relationships/image" Target="../media/image2571.png"/><Relationship Id="rId21" Type="http://schemas.openxmlformats.org/officeDocument/2006/relationships/image" Target="../media/image2140.png"/><Relationship Id="rId42" Type="http://schemas.openxmlformats.org/officeDocument/2006/relationships/customXml" Target="../ink/ink354.xml"/><Relationship Id="rId63" Type="http://schemas.openxmlformats.org/officeDocument/2006/relationships/image" Target="../media/image2301.png"/><Relationship Id="rId84" Type="http://schemas.openxmlformats.org/officeDocument/2006/relationships/customXml" Target="../ink/ink375.xml"/><Relationship Id="rId138" Type="http://schemas.openxmlformats.org/officeDocument/2006/relationships/customXml" Target="../ink/ink402.xml"/><Relationship Id="rId159" Type="http://schemas.openxmlformats.org/officeDocument/2006/relationships/image" Target="../media/image2781.png"/><Relationship Id="rId107" Type="http://schemas.openxmlformats.org/officeDocument/2006/relationships/image" Target="../media/image2521.png"/><Relationship Id="rId32" Type="http://schemas.openxmlformats.org/officeDocument/2006/relationships/customXml" Target="../ink/ink349.xml"/><Relationship Id="rId53" Type="http://schemas.openxmlformats.org/officeDocument/2006/relationships/image" Target="../media/image2251.png"/><Relationship Id="rId74" Type="http://schemas.openxmlformats.org/officeDocument/2006/relationships/customXml" Target="../ink/ink370.xml"/><Relationship Id="rId128" Type="http://schemas.openxmlformats.org/officeDocument/2006/relationships/customXml" Target="../ink/ink397.xml"/><Relationship Id="rId149" Type="http://schemas.openxmlformats.org/officeDocument/2006/relationships/image" Target="../media/image2731.png"/><Relationship Id="rId5" Type="http://schemas.openxmlformats.org/officeDocument/2006/relationships/image" Target="../media/image2060.png"/><Relationship Id="rId95" Type="http://schemas.openxmlformats.org/officeDocument/2006/relationships/image" Target="../media/image2461.png"/><Relationship Id="rId160" Type="http://schemas.openxmlformats.org/officeDocument/2006/relationships/customXml" Target="../ink/ink412.xml"/><Relationship Id="rId22" Type="http://schemas.openxmlformats.org/officeDocument/2006/relationships/customXml" Target="../ink/ink345.xml"/><Relationship Id="rId27" Type="http://schemas.openxmlformats.org/officeDocument/2006/relationships/image" Target="../media/image1070.png"/><Relationship Id="rId43" Type="http://schemas.openxmlformats.org/officeDocument/2006/relationships/image" Target="../media/image2201.png"/><Relationship Id="rId48" Type="http://schemas.openxmlformats.org/officeDocument/2006/relationships/customXml" Target="../ink/ink357.xml"/><Relationship Id="rId64" Type="http://schemas.openxmlformats.org/officeDocument/2006/relationships/customXml" Target="../ink/ink365.xml"/><Relationship Id="rId69" Type="http://schemas.openxmlformats.org/officeDocument/2006/relationships/image" Target="../media/image2331.png"/><Relationship Id="rId113" Type="http://schemas.openxmlformats.org/officeDocument/2006/relationships/image" Target="../media/image2551.png"/><Relationship Id="rId118" Type="http://schemas.openxmlformats.org/officeDocument/2006/relationships/customXml" Target="../ink/ink392.xml"/><Relationship Id="rId134" Type="http://schemas.openxmlformats.org/officeDocument/2006/relationships/customXml" Target="../ink/ink400.xml"/><Relationship Id="rId139" Type="http://schemas.openxmlformats.org/officeDocument/2006/relationships/image" Target="../media/image2681.png"/><Relationship Id="rId80" Type="http://schemas.openxmlformats.org/officeDocument/2006/relationships/customXml" Target="../ink/ink373.xml"/><Relationship Id="rId85" Type="http://schemas.openxmlformats.org/officeDocument/2006/relationships/image" Target="../media/image2412.png"/><Relationship Id="rId150" Type="http://schemas.openxmlformats.org/officeDocument/2006/relationships/customXml" Target="../ink/ink407.xml"/><Relationship Id="rId155" Type="http://schemas.openxmlformats.org/officeDocument/2006/relationships/image" Target="../media/image2761.png"/><Relationship Id="rId33" Type="http://schemas.openxmlformats.org/officeDocument/2006/relationships/image" Target="../media/image1100.png"/><Relationship Id="rId38" Type="http://schemas.openxmlformats.org/officeDocument/2006/relationships/customXml" Target="../ink/ink352.xml"/><Relationship Id="rId59" Type="http://schemas.openxmlformats.org/officeDocument/2006/relationships/image" Target="../media/image2281.png"/><Relationship Id="rId103" Type="http://schemas.openxmlformats.org/officeDocument/2006/relationships/image" Target="../media/image2501.png"/><Relationship Id="rId108" Type="http://schemas.openxmlformats.org/officeDocument/2006/relationships/customXml" Target="../ink/ink387.xml"/><Relationship Id="rId124" Type="http://schemas.openxmlformats.org/officeDocument/2006/relationships/customXml" Target="../ink/ink395.xml"/><Relationship Id="rId129" Type="http://schemas.openxmlformats.org/officeDocument/2006/relationships/image" Target="../media/image2631.png"/><Relationship Id="rId54" Type="http://schemas.openxmlformats.org/officeDocument/2006/relationships/customXml" Target="../ink/ink360.xml"/><Relationship Id="rId70" Type="http://schemas.openxmlformats.org/officeDocument/2006/relationships/customXml" Target="../ink/ink368.xml"/><Relationship Id="rId75" Type="http://schemas.openxmlformats.org/officeDocument/2006/relationships/image" Target="../media/image2361.png"/><Relationship Id="rId91" Type="http://schemas.openxmlformats.org/officeDocument/2006/relationships/image" Target="../media/image2441.png"/><Relationship Id="rId96" Type="http://schemas.openxmlformats.org/officeDocument/2006/relationships/customXml" Target="../ink/ink381.xml"/><Relationship Id="rId140" Type="http://schemas.openxmlformats.org/officeDocument/2006/relationships/customXml" Target="../ink/ink403.xml"/><Relationship Id="rId145" Type="http://schemas.openxmlformats.org/officeDocument/2006/relationships/image" Target="../media/image2712.png"/><Relationship Id="rId161" Type="http://schemas.openxmlformats.org/officeDocument/2006/relationships/image" Target="../media/image2791.png"/><Relationship Id="rId166" Type="http://schemas.openxmlformats.org/officeDocument/2006/relationships/customXml" Target="../ink/ink415.xml"/><Relationship Id="rId1" Type="http://schemas.openxmlformats.org/officeDocument/2006/relationships/slideLayout" Target="../slideLayouts/slideLayout12.xml"/><Relationship Id="rId6" Type="http://schemas.openxmlformats.org/officeDocument/2006/relationships/customXml" Target="../ink/ink342.xml"/><Relationship Id="rId23" Type="http://schemas.openxmlformats.org/officeDocument/2006/relationships/image" Target="../media/image2150.png"/><Relationship Id="rId28" Type="http://schemas.openxmlformats.org/officeDocument/2006/relationships/customXml" Target="../ink/ink347.xml"/><Relationship Id="rId49" Type="http://schemas.openxmlformats.org/officeDocument/2006/relationships/image" Target="../media/image2231.png"/><Relationship Id="rId114" Type="http://schemas.openxmlformats.org/officeDocument/2006/relationships/customXml" Target="../ink/ink390.xml"/><Relationship Id="rId119" Type="http://schemas.openxmlformats.org/officeDocument/2006/relationships/image" Target="../media/image2581.png"/><Relationship Id="rId44" Type="http://schemas.openxmlformats.org/officeDocument/2006/relationships/customXml" Target="../ink/ink355.xml"/><Relationship Id="rId60" Type="http://schemas.openxmlformats.org/officeDocument/2006/relationships/customXml" Target="../ink/ink363.xml"/><Relationship Id="rId65" Type="http://schemas.openxmlformats.org/officeDocument/2006/relationships/image" Target="../media/image2312.png"/><Relationship Id="rId81" Type="http://schemas.openxmlformats.org/officeDocument/2006/relationships/image" Target="../media/image2391.png"/><Relationship Id="rId86" Type="http://schemas.openxmlformats.org/officeDocument/2006/relationships/customXml" Target="../ink/ink376.xml"/><Relationship Id="rId130" Type="http://schemas.openxmlformats.org/officeDocument/2006/relationships/customXml" Target="../ink/ink398.xml"/><Relationship Id="rId135" Type="http://schemas.openxmlformats.org/officeDocument/2006/relationships/image" Target="../media/image2661.png"/><Relationship Id="rId151" Type="http://schemas.openxmlformats.org/officeDocument/2006/relationships/image" Target="../media/image2741.png"/><Relationship Id="rId156" Type="http://schemas.openxmlformats.org/officeDocument/2006/relationships/customXml" Target="../ink/ink410.xml"/><Relationship Id="rId39" Type="http://schemas.openxmlformats.org/officeDocument/2006/relationships/image" Target="../media/image2181.png"/><Relationship Id="rId109" Type="http://schemas.openxmlformats.org/officeDocument/2006/relationships/image" Target="../media/image2531.png"/><Relationship Id="rId34" Type="http://schemas.openxmlformats.org/officeDocument/2006/relationships/customXml" Target="../ink/ink350.xml"/><Relationship Id="rId50" Type="http://schemas.openxmlformats.org/officeDocument/2006/relationships/customXml" Target="../ink/ink358.xml"/><Relationship Id="rId55" Type="http://schemas.openxmlformats.org/officeDocument/2006/relationships/image" Target="../media/image2261.png"/><Relationship Id="rId76" Type="http://schemas.openxmlformats.org/officeDocument/2006/relationships/customXml" Target="../ink/ink371.xml"/><Relationship Id="rId97" Type="http://schemas.openxmlformats.org/officeDocument/2006/relationships/image" Target="../media/image2471.png"/><Relationship Id="rId104" Type="http://schemas.openxmlformats.org/officeDocument/2006/relationships/customXml" Target="../ink/ink385.xml"/><Relationship Id="rId120" Type="http://schemas.openxmlformats.org/officeDocument/2006/relationships/customXml" Target="../ink/ink393.xml"/><Relationship Id="rId125" Type="http://schemas.openxmlformats.org/officeDocument/2006/relationships/image" Target="../media/image2612.png"/><Relationship Id="rId141" Type="http://schemas.openxmlformats.org/officeDocument/2006/relationships/image" Target="../media/image2691.png"/><Relationship Id="rId146" Type="http://schemas.openxmlformats.org/officeDocument/2006/relationships/customXml" Target="../ink/ink406.xml"/><Relationship Id="rId167" Type="http://schemas.openxmlformats.org/officeDocument/2006/relationships/image" Target="../media/image300.png"/><Relationship Id="rId7" Type="http://schemas.openxmlformats.org/officeDocument/2006/relationships/image" Target="../media/image298.png"/><Relationship Id="rId71" Type="http://schemas.openxmlformats.org/officeDocument/2006/relationships/image" Target="../media/image2341.png"/><Relationship Id="rId92" Type="http://schemas.openxmlformats.org/officeDocument/2006/relationships/customXml" Target="../ink/ink379.xml"/><Relationship Id="rId162" Type="http://schemas.openxmlformats.org/officeDocument/2006/relationships/customXml" Target="../ink/ink413.xml"/><Relationship Id="rId2" Type="http://schemas.openxmlformats.org/officeDocument/2006/relationships/oleObject" Target="../embeddings/oleObject5.bin"/><Relationship Id="rId29" Type="http://schemas.openxmlformats.org/officeDocument/2006/relationships/image" Target="../media/image1080.png"/><Relationship Id="rId24" Type="http://schemas.openxmlformats.org/officeDocument/2006/relationships/customXml" Target="../ink/ink346.xml"/><Relationship Id="rId40" Type="http://schemas.openxmlformats.org/officeDocument/2006/relationships/customXml" Target="../ink/ink353.xml"/><Relationship Id="rId45" Type="http://schemas.openxmlformats.org/officeDocument/2006/relationships/image" Target="../media/image2212.png"/><Relationship Id="rId66" Type="http://schemas.openxmlformats.org/officeDocument/2006/relationships/customXml" Target="../ink/ink366.xml"/><Relationship Id="rId87" Type="http://schemas.openxmlformats.org/officeDocument/2006/relationships/image" Target="../media/image2421.png"/><Relationship Id="rId110" Type="http://schemas.openxmlformats.org/officeDocument/2006/relationships/customXml" Target="../ink/ink388.xml"/><Relationship Id="rId115" Type="http://schemas.openxmlformats.org/officeDocument/2006/relationships/image" Target="../media/image2561.png"/><Relationship Id="rId131" Type="http://schemas.openxmlformats.org/officeDocument/2006/relationships/image" Target="../media/image2641.png"/><Relationship Id="rId136" Type="http://schemas.openxmlformats.org/officeDocument/2006/relationships/customXml" Target="../ink/ink401.xml"/><Relationship Id="rId157" Type="http://schemas.openxmlformats.org/officeDocument/2006/relationships/image" Target="../media/image2771.png"/><Relationship Id="rId61" Type="http://schemas.openxmlformats.org/officeDocument/2006/relationships/image" Target="../media/image2291.png"/><Relationship Id="rId82" Type="http://schemas.openxmlformats.org/officeDocument/2006/relationships/customXml" Target="../ink/ink374.xml"/><Relationship Id="rId152" Type="http://schemas.openxmlformats.org/officeDocument/2006/relationships/customXml" Target="../ink/ink408.xml"/><Relationship Id="rId30" Type="http://schemas.openxmlformats.org/officeDocument/2006/relationships/customXml" Target="../ink/ink348.xml"/><Relationship Id="rId35" Type="http://schemas.openxmlformats.org/officeDocument/2006/relationships/image" Target="../media/image2050.png"/><Relationship Id="rId56" Type="http://schemas.openxmlformats.org/officeDocument/2006/relationships/customXml" Target="../ink/ink361.xml"/><Relationship Id="rId77" Type="http://schemas.openxmlformats.org/officeDocument/2006/relationships/image" Target="../media/image2371.png"/><Relationship Id="rId100" Type="http://schemas.openxmlformats.org/officeDocument/2006/relationships/customXml" Target="../ink/ink383.xml"/><Relationship Id="rId105" Type="http://schemas.openxmlformats.org/officeDocument/2006/relationships/image" Target="../media/image2512.png"/><Relationship Id="rId126" Type="http://schemas.openxmlformats.org/officeDocument/2006/relationships/customXml" Target="../ink/ink396.xml"/><Relationship Id="rId8" Type="http://schemas.openxmlformats.org/officeDocument/2006/relationships/customXml" Target="../ink/ink343.xml"/><Relationship Id="rId51" Type="http://schemas.openxmlformats.org/officeDocument/2006/relationships/image" Target="../media/image2241.png"/><Relationship Id="rId72" Type="http://schemas.openxmlformats.org/officeDocument/2006/relationships/customXml" Target="../ink/ink369.xml"/><Relationship Id="rId93" Type="http://schemas.openxmlformats.org/officeDocument/2006/relationships/image" Target="../media/image2451.png"/><Relationship Id="rId98" Type="http://schemas.openxmlformats.org/officeDocument/2006/relationships/customXml" Target="../ink/ink382.xml"/><Relationship Id="rId121" Type="http://schemas.openxmlformats.org/officeDocument/2006/relationships/image" Target="../media/image2591.png"/><Relationship Id="rId142" Type="http://schemas.openxmlformats.org/officeDocument/2006/relationships/customXml" Target="../ink/ink404.xml"/><Relationship Id="rId163" Type="http://schemas.openxmlformats.org/officeDocument/2006/relationships/image" Target="../media/image2801.png"/><Relationship Id="rId3" Type="http://schemas.openxmlformats.org/officeDocument/2006/relationships/image" Target="../media/image15.wmf"/><Relationship Id="rId46" Type="http://schemas.openxmlformats.org/officeDocument/2006/relationships/customXml" Target="../ink/ink356.xml"/><Relationship Id="rId67" Type="http://schemas.openxmlformats.org/officeDocument/2006/relationships/image" Target="../media/image2321.png"/><Relationship Id="rId116" Type="http://schemas.openxmlformats.org/officeDocument/2006/relationships/customXml" Target="../ink/ink391.xml"/><Relationship Id="rId137" Type="http://schemas.openxmlformats.org/officeDocument/2006/relationships/image" Target="../media/image2671.png"/><Relationship Id="rId158" Type="http://schemas.openxmlformats.org/officeDocument/2006/relationships/customXml" Target="../ink/ink411.xml"/><Relationship Id="rId41" Type="http://schemas.openxmlformats.org/officeDocument/2006/relationships/image" Target="../media/image2191.png"/><Relationship Id="rId62" Type="http://schemas.openxmlformats.org/officeDocument/2006/relationships/customXml" Target="../ink/ink364.xml"/><Relationship Id="rId83" Type="http://schemas.openxmlformats.org/officeDocument/2006/relationships/image" Target="../media/image2401.png"/><Relationship Id="rId88" Type="http://schemas.openxmlformats.org/officeDocument/2006/relationships/customXml" Target="../ink/ink377.xml"/><Relationship Id="rId111" Type="http://schemas.openxmlformats.org/officeDocument/2006/relationships/image" Target="../media/image2541.png"/><Relationship Id="rId132" Type="http://schemas.openxmlformats.org/officeDocument/2006/relationships/customXml" Target="../ink/ink399.xml"/><Relationship Id="rId153" Type="http://schemas.openxmlformats.org/officeDocument/2006/relationships/image" Target="../media/image2751.png"/><Relationship Id="rId36" Type="http://schemas.openxmlformats.org/officeDocument/2006/relationships/customXml" Target="../ink/ink351.xml"/><Relationship Id="rId57" Type="http://schemas.openxmlformats.org/officeDocument/2006/relationships/image" Target="../media/image2271.png"/><Relationship Id="rId106" Type="http://schemas.openxmlformats.org/officeDocument/2006/relationships/customXml" Target="../ink/ink386.xml"/><Relationship Id="rId127" Type="http://schemas.openxmlformats.org/officeDocument/2006/relationships/image" Target="../media/image2621.png"/><Relationship Id="rId10" Type="http://schemas.openxmlformats.org/officeDocument/2006/relationships/customXml" Target="../ink/ink344.xml"/><Relationship Id="rId31" Type="http://schemas.openxmlformats.org/officeDocument/2006/relationships/image" Target="../media/image1090.png"/><Relationship Id="rId52" Type="http://schemas.openxmlformats.org/officeDocument/2006/relationships/customXml" Target="../ink/ink359.xml"/><Relationship Id="rId73" Type="http://schemas.openxmlformats.org/officeDocument/2006/relationships/image" Target="../media/image2350.png"/><Relationship Id="rId78" Type="http://schemas.openxmlformats.org/officeDocument/2006/relationships/customXml" Target="../ink/ink372.xml"/><Relationship Id="rId94" Type="http://schemas.openxmlformats.org/officeDocument/2006/relationships/customXml" Target="../ink/ink380.xml"/><Relationship Id="rId99" Type="http://schemas.openxmlformats.org/officeDocument/2006/relationships/image" Target="../media/image2481.png"/><Relationship Id="rId101" Type="http://schemas.openxmlformats.org/officeDocument/2006/relationships/image" Target="../media/image2491.png"/><Relationship Id="rId122" Type="http://schemas.openxmlformats.org/officeDocument/2006/relationships/customXml" Target="../ink/ink394.xml"/><Relationship Id="rId143" Type="http://schemas.openxmlformats.org/officeDocument/2006/relationships/image" Target="../media/image2701.png"/><Relationship Id="rId164" Type="http://schemas.openxmlformats.org/officeDocument/2006/relationships/customXml" Target="../ink/ink414.xml"/><Relationship Id="rId4" Type="http://schemas.openxmlformats.org/officeDocument/2006/relationships/customXml" Target="../ink/ink341.xml"/><Relationship Id="rId9" Type="http://schemas.openxmlformats.org/officeDocument/2006/relationships/image" Target="../media/image299.png"/><Relationship Id="rId47" Type="http://schemas.openxmlformats.org/officeDocument/2006/relationships/image" Target="../media/image2221.png"/><Relationship Id="rId68" Type="http://schemas.openxmlformats.org/officeDocument/2006/relationships/customXml" Target="../ink/ink367.xml"/><Relationship Id="rId89" Type="http://schemas.openxmlformats.org/officeDocument/2006/relationships/image" Target="../media/image2431.png"/><Relationship Id="rId112" Type="http://schemas.openxmlformats.org/officeDocument/2006/relationships/customXml" Target="../ink/ink389.xml"/><Relationship Id="rId133" Type="http://schemas.openxmlformats.org/officeDocument/2006/relationships/image" Target="../media/image2651.png"/><Relationship Id="rId154" Type="http://schemas.openxmlformats.org/officeDocument/2006/relationships/customXml" Target="../ink/ink409.xml"/><Relationship Id="rId37" Type="http://schemas.openxmlformats.org/officeDocument/2006/relationships/image" Target="../media/image2170.png"/><Relationship Id="rId58" Type="http://schemas.openxmlformats.org/officeDocument/2006/relationships/customXml" Target="../ink/ink362.xml"/><Relationship Id="rId79" Type="http://schemas.openxmlformats.org/officeDocument/2006/relationships/image" Target="../media/image2381.png"/><Relationship Id="rId102" Type="http://schemas.openxmlformats.org/officeDocument/2006/relationships/customXml" Target="../ink/ink384.xml"/><Relationship Id="rId123" Type="http://schemas.openxmlformats.org/officeDocument/2006/relationships/image" Target="../media/image2601.png"/><Relationship Id="rId144" Type="http://schemas.openxmlformats.org/officeDocument/2006/relationships/customXml" Target="../ink/ink405.xml"/><Relationship Id="rId90" Type="http://schemas.openxmlformats.org/officeDocument/2006/relationships/customXml" Target="../ink/ink378.xml"/><Relationship Id="rId165" Type="http://schemas.openxmlformats.org/officeDocument/2006/relationships/image" Target="../media/image2812.png"/></Relationships>
</file>

<file path=ppt/slides/_rels/slide16.xml.rels><?xml version="1.0" encoding="UTF-8" standalone="yes"?>
<Relationships xmlns="http://schemas.openxmlformats.org/package/2006/relationships"><Relationship Id="rId8" Type="http://schemas.openxmlformats.org/officeDocument/2006/relationships/customXml" Target="../ink/ink418.xml"/><Relationship Id="rId3" Type="http://schemas.openxmlformats.org/officeDocument/2006/relationships/image" Target="../media/image16.wmf"/><Relationship Id="rId7" Type="http://schemas.openxmlformats.org/officeDocument/2006/relationships/image" Target="../media/image217.png"/><Relationship Id="rId2" Type="http://schemas.openxmlformats.org/officeDocument/2006/relationships/oleObject" Target="../embeddings/oleObject6.bin"/><Relationship Id="rId1" Type="http://schemas.openxmlformats.org/officeDocument/2006/relationships/slideLayout" Target="../slideLayouts/slideLayout12.xml"/><Relationship Id="rId6" Type="http://schemas.openxmlformats.org/officeDocument/2006/relationships/customXml" Target="../ink/ink417.xml"/><Relationship Id="rId5" Type="http://schemas.openxmlformats.org/officeDocument/2006/relationships/image" Target="../media/image176.png"/><Relationship Id="rId4" Type="http://schemas.openxmlformats.org/officeDocument/2006/relationships/customXml" Target="../ink/ink416.xml"/><Relationship Id="rId9" Type="http://schemas.openxmlformats.org/officeDocument/2006/relationships/image" Target="../media/image218.png"/></Relationships>
</file>

<file path=ppt/slides/_rels/slide17.xml.rels><?xml version="1.0" encoding="UTF-8" standalone="yes"?>
<Relationships xmlns="http://schemas.openxmlformats.org/package/2006/relationships"><Relationship Id="rId8" Type="http://schemas.openxmlformats.org/officeDocument/2006/relationships/customXml" Target="../ink/ink421.xml"/><Relationship Id="rId13" Type="http://schemas.openxmlformats.org/officeDocument/2006/relationships/image" Target="../media/image2400.png"/><Relationship Id="rId18" Type="http://schemas.openxmlformats.org/officeDocument/2006/relationships/customXml" Target="../ink/ink426.xml"/><Relationship Id="rId3" Type="http://schemas.openxmlformats.org/officeDocument/2006/relationships/image" Target="../media/image219.wmf"/><Relationship Id="rId21" Type="http://schemas.openxmlformats.org/officeDocument/2006/relationships/image" Target="../media/image223.png"/><Relationship Id="rId7" Type="http://schemas.openxmlformats.org/officeDocument/2006/relationships/image" Target="../media/image2370.png"/><Relationship Id="rId12" Type="http://schemas.openxmlformats.org/officeDocument/2006/relationships/customXml" Target="../ink/ink423.xml"/><Relationship Id="rId17" Type="http://schemas.openxmlformats.org/officeDocument/2006/relationships/image" Target="../media/image221.png"/><Relationship Id="rId2" Type="http://schemas.openxmlformats.org/officeDocument/2006/relationships/oleObject" Target="../embeddings/oleObject7.bin"/><Relationship Id="rId16" Type="http://schemas.openxmlformats.org/officeDocument/2006/relationships/customXml" Target="../ink/ink425.xml"/><Relationship Id="rId20" Type="http://schemas.openxmlformats.org/officeDocument/2006/relationships/customXml" Target="../ink/ink427.xml"/><Relationship Id="rId1" Type="http://schemas.openxmlformats.org/officeDocument/2006/relationships/slideLayout" Target="../slideLayouts/slideLayout2.xml"/><Relationship Id="rId6" Type="http://schemas.openxmlformats.org/officeDocument/2006/relationships/customXml" Target="../ink/ink420.xml"/><Relationship Id="rId11" Type="http://schemas.openxmlformats.org/officeDocument/2006/relationships/image" Target="../media/image2390.png"/><Relationship Id="rId5" Type="http://schemas.openxmlformats.org/officeDocument/2006/relationships/image" Target="../media/image2360.png"/><Relationship Id="rId15" Type="http://schemas.openxmlformats.org/officeDocument/2006/relationships/image" Target="../media/image220.png"/><Relationship Id="rId10" Type="http://schemas.openxmlformats.org/officeDocument/2006/relationships/customXml" Target="../ink/ink422.xml"/><Relationship Id="rId19" Type="http://schemas.openxmlformats.org/officeDocument/2006/relationships/image" Target="../media/image222.png"/><Relationship Id="rId4" Type="http://schemas.openxmlformats.org/officeDocument/2006/relationships/customXml" Target="../ink/ink419.xml"/><Relationship Id="rId9" Type="http://schemas.openxmlformats.org/officeDocument/2006/relationships/image" Target="../media/image2380.png"/><Relationship Id="rId14" Type="http://schemas.openxmlformats.org/officeDocument/2006/relationships/customXml" Target="../ink/ink424.xml"/></Relationships>
</file>

<file path=ppt/slides/_rels/slide18.xml.rels><?xml version="1.0" encoding="UTF-8" standalone="yes"?>
<Relationships xmlns="http://schemas.openxmlformats.org/package/2006/relationships"><Relationship Id="rId117" Type="http://schemas.openxmlformats.org/officeDocument/2006/relationships/image" Target="../media/image2980.png"/><Relationship Id="rId21" Type="http://schemas.openxmlformats.org/officeDocument/2006/relationships/image" Target="../media/image2500.png"/><Relationship Id="rId42" Type="http://schemas.openxmlformats.org/officeDocument/2006/relationships/customXml" Target="../ink/ink448.xml"/><Relationship Id="rId63" Type="http://schemas.openxmlformats.org/officeDocument/2006/relationships/image" Target="../media/image2710.png"/><Relationship Id="rId84" Type="http://schemas.openxmlformats.org/officeDocument/2006/relationships/customXml" Target="../ink/ink469.xml"/><Relationship Id="rId138" Type="http://schemas.openxmlformats.org/officeDocument/2006/relationships/customXml" Target="../ink/ink496.xml"/><Relationship Id="rId159" Type="http://schemas.openxmlformats.org/officeDocument/2006/relationships/image" Target="../media/image319.png"/><Relationship Id="rId170" Type="http://schemas.openxmlformats.org/officeDocument/2006/relationships/customXml" Target="../ink/ink512.xml"/><Relationship Id="rId191" Type="http://schemas.openxmlformats.org/officeDocument/2006/relationships/image" Target="../media/image335.png"/><Relationship Id="rId205" Type="http://schemas.openxmlformats.org/officeDocument/2006/relationships/image" Target="../media/image342.png"/><Relationship Id="rId226" Type="http://schemas.openxmlformats.org/officeDocument/2006/relationships/customXml" Target="../ink/ink540.xml"/><Relationship Id="rId107" Type="http://schemas.openxmlformats.org/officeDocument/2006/relationships/image" Target="../media/image293.png"/><Relationship Id="rId11" Type="http://schemas.openxmlformats.org/officeDocument/2006/relationships/image" Target="../media/image2450.png"/><Relationship Id="rId32" Type="http://schemas.openxmlformats.org/officeDocument/2006/relationships/customXml" Target="../ink/ink443.xml"/><Relationship Id="rId53" Type="http://schemas.openxmlformats.org/officeDocument/2006/relationships/image" Target="../media/image2660.png"/><Relationship Id="rId74" Type="http://schemas.openxmlformats.org/officeDocument/2006/relationships/customXml" Target="../ink/ink464.xml"/><Relationship Id="rId128" Type="http://schemas.openxmlformats.org/officeDocument/2006/relationships/customXml" Target="../ink/ink491.xml"/><Relationship Id="rId149" Type="http://schemas.openxmlformats.org/officeDocument/2006/relationships/image" Target="../media/image314.png"/><Relationship Id="rId5" Type="http://schemas.openxmlformats.org/officeDocument/2006/relationships/image" Target="../media/image2420.png"/><Relationship Id="rId95" Type="http://schemas.openxmlformats.org/officeDocument/2006/relationships/image" Target="../media/image2870.png"/><Relationship Id="rId160" Type="http://schemas.openxmlformats.org/officeDocument/2006/relationships/customXml" Target="../ink/ink507.xml"/><Relationship Id="rId181" Type="http://schemas.openxmlformats.org/officeDocument/2006/relationships/image" Target="../media/image330.png"/><Relationship Id="rId216" Type="http://schemas.openxmlformats.org/officeDocument/2006/relationships/customXml" Target="../ink/ink535.xml"/><Relationship Id="rId22" Type="http://schemas.openxmlformats.org/officeDocument/2006/relationships/customXml" Target="../ink/ink438.xml"/><Relationship Id="rId43" Type="http://schemas.openxmlformats.org/officeDocument/2006/relationships/image" Target="../media/image2610.png"/><Relationship Id="rId64" Type="http://schemas.openxmlformats.org/officeDocument/2006/relationships/customXml" Target="../ink/ink459.xml"/><Relationship Id="rId118" Type="http://schemas.openxmlformats.org/officeDocument/2006/relationships/customXml" Target="../ink/ink486.xml"/><Relationship Id="rId139" Type="http://schemas.openxmlformats.org/officeDocument/2006/relationships/image" Target="../media/image309.png"/><Relationship Id="rId85" Type="http://schemas.openxmlformats.org/officeDocument/2006/relationships/image" Target="../media/image2820.png"/><Relationship Id="rId150" Type="http://schemas.openxmlformats.org/officeDocument/2006/relationships/customXml" Target="../ink/ink502.xml"/><Relationship Id="rId171" Type="http://schemas.openxmlformats.org/officeDocument/2006/relationships/image" Target="../media/image325.png"/><Relationship Id="rId192" Type="http://schemas.openxmlformats.org/officeDocument/2006/relationships/customXml" Target="../ink/ink523.xml"/><Relationship Id="rId206" Type="http://schemas.openxmlformats.org/officeDocument/2006/relationships/customXml" Target="../ink/ink530.xml"/><Relationship Id="rId227" Type="http://schemas.openxmlformats.org/officeDocument/2006/relationships/image" Target="../media/image353.png"/><Relationship Id="rId12" Type="http://schemas.openxmlformats.org/officeDocument/2006/relationships/customXml" Target="../ink/ink433.xml"/><Relationship Id="rId33" Type="http://schemas.openxmlformats.org/officeDocument/2006/relationships/image" Target="../media/image2560.png"/><Relationship Id="rId108" Type="http://schemas.openxmlformats.org/officeDocument/2006/relationships/customXml" Target="../ink/ink481.xml"/><Relationship Id="rId129" Type="http://schemas.openxmlformats.org/officeDocument/2006/relationships/image" Target="../media/image304.png"/><Relationship Id="rId54" Type="http://schemas.openxmlformats.org/officeDocument/2006/relationships/customXml" Target="../ink/ink454.xml"/><Relationship Id="rId75" Type="http://schemas.openxmlformats.org/officeDocument/2006/relationships/image" Target="../media/image2770.png"/><Relationship Id="rId96" Type="http://schemas.openxmlformats.org/officeDocument/2006/relationships/customXml" Target="../ink/ink475.xml"/><Relationship Id="rId140" Type="http://schemas.openxmlformats.org/officeDocument/2006/relationships/customXml" Target="../ink/ink497.xml"/><Relationship Id="rId161" Type="http://schemas.openxmlformats.org/officeDocument/2006/relationships/image" Target="../media/image320.png"/><Relationship Id="rId182" Type="http://schemas.openxmlformats.org/officeDocument/2006/relationships/customXml" Target="../ink/ink518.xml"/><Relationship Id="rId217" Type="http://schemas.openxmlformats.org/officeDocument/2006/relationships/image" Target="../media/image348.png"/><Relationship Id="rId6" Type="http://schemas.openxmlformats.org/officeDocument/2006/relationships/customXml" Target="../ink/ink430.xml"/><Relationship Id="rId23" Type="http://schemas.openxmlformats.org/officeDocument/2006/relationships/image" Target="../media/image2510.png"/><Relationship Id="rId119" Type="http://schemas.openxmlformats.org/officeDocument/2006/relationships/image" Target="../media/image2990.png"/><Relationship Id="rId44" Type="http://schemas.openxmlformats.org/officeDocument/2006/relationships/customXml" Target="../ink/ink449.xml"/><Relationship Id="rId65" Type="http://schemas.openxmlformats.org/officeDocument/2006/relationships/image" Target="../media/image2720.png"/><Relationship Id="rId86" Type="http://schemas.openxmlformats.org/officeDocument/2006/relationships/customXml" Target="../ink/ink470.xml"/><Relationship Id="rId130" Type="http://schemas.openxmlformats.org/officeDocument/2006/relationships/customXml" Target="../ink/ink492.xml"/><Relationship Id="rId151" Type="http://schemas.openxmlformats.org/officeDocument/2006/relationships/image" Target="../media/image315.png"/><Relationship Id="rId172" Type="http://schemas.openxmlformats.org/officeDocument/2006/relationships/customXml" Target="../ink/ink513.xml"/><Relationship Id="rId193" Type="http://schemas.openxmlformats.org/officeDocument/2006/relationships/image" Target="../media/image336.png"/><Relationship Id="rId207" Type="http://schemas.openxmlformats.org/officeDocument/2006/relationships/image" Target="../media/image343.png"/><Relationship Id="rId228" Type="http://schemas.openxmlformats.org/officeDocument/2006/relationships/customXml" Target="../ink/ink541.xml"/><Relationship Id="rId13" Type="http://schemas.openxmlformats.org/officeDocument/2006/relationships/image" Target="../media/image2460.png"/><Relationship Id="rId109" Type="http://schemas.openxmlformats.org/officeDocument/2006/relationships/image" Target="../media/image294.png"/><Relationship Id="rId34" Type="http://schemas.openxmlformats.org/officeDocument/2006/relationships/customXml" Target="../ink/ink444.xml"/><Relationship Id="rId55" Type="http://schemas.openxmlformats.org/officeDocument/2006/relationships/image" Target="../media/image2670.png"/><Relationship Id="rId76" Type="http://schemas.openxmlformats.org/officeDocument/2006/relationships/customXml" Target="../ink/ink465.xml"/><Relationship Id="rId97" Type="http://schemas.openxmlformats.org/officeDocument/2006/relationships/image" Target="../media/image2880.png"/><Relationship Id="rId120" Type="http://schemas.openxmlformats.org/officeDocument/2006/relationships/customXml" Target="../ink/ink487.xml"/><Relationship Id="rId141" Type="http://schemas.openxmlformats.org/officeDocument/2006/relationships/image" Target="../media/image310.png"/><Relationship Id="rId7" Type="http://schemas.openxmlformats.org/officeDocument/2006/relationships/image" Target="../media/image2430.png"/><Relationship Id="rId162" Type="http://schemas.openxmlformats.org/officeDocument/2006/relationships/customXml" Target="../ink/ink508.xml"/><Relationship Id="rId183" Type="http://schemas.openxmlformats.org/officeDocument/2006/relationships/image" Target="../media/image331.png"/><Relationship Id="rId218" Type="http://schemas.openxmlformats.org/officeDocument/2006/relationships/customXml" Target="../ink/ink536.xml"/><Relationship Id="rId24" Type="http://schemas.openxmlformats.org/officeDocument/2006/relationships/customXml" Target="../ink/ink439.xml"/><Relationship Id="rId45" Type="http://schemas.openxmlformats.org/officeDocument/2006/relationships/image" Target="../media/image2620.png"/><Relationship Id="rId66" Type="http://schemas.openxmlformats.org/officeDocument/2006/relationships/customXml" Target="../ink/ink460.xml"/><Relationship Id="rId87" Type="http://schemas.openxmlformats.org/officeDocument/2006/relationships/image" Target="../media/image2830.png"/><Relationship Id="rId110" Type="http://schemas.openxmlformats.org/officeDocument/2006/relationships/customXml" Target="../ink/ink482.xml"/><Relationship Id="rId131" Type="http://schemas.openxmlformats.org/officeDocument/2006/relationships/image" Target="../media/image305.png"/><Relationship Id="rId152" Type="http://schemas.openxmlformats.org/officeDocument/2006/relationships/customXml" Target="../ink/ink503.xml"/><Relationship Id="rId173" Type="http://schemas.openxmlformats.org/officeDocument/2006/relationships/image" Target="../media/image326.png"/><Relationship Id="rId194" Type="http://schemas.openxmlformats.org/officeDocument/2006/relationships/customXml" Target="../ink/ink524.xml"/><Relationship Id="rId208" Type="http://schemas.openxmlformats.org/officeDocument/2006/relationships/customXml" Target="../ink/ink531.xml"/><Relationship Id="rId229" Type="http://schemas.openxmlformats.org/officeDocument/2006/relationships/image" Target="../media/image354.png"/><Relationship Id="rId14" Type="http://schemas.openxmlformats.org/officeDocument/2006/relationships/customXml" Target="../ink/ink434.xml"/><Relationship Id="rId35" Type="http://schemas.openxmlformats.org/officeDocument/2006/relationships/image" Target="../media/image2570.png"/><Relationship Id="rId56" Type="http://schemas.openxmlformats.org/officeDocument/2006/relationships/customXml" Target="../ink/ink455.xml"/><Relationship Id="rId77" Type="http://schemas.openxmlformats.org/officeDocument/2006/relationships/image" Target="../media/image2780.png"/><Relationship Id="rId100" Type="http://schemas.openxmlformats.org/officeDocument/2006/relationships/customXml" Target="../ink/ink477.xml"/><Relationship Id="rId8" Type="http://schemas.openxmlformats.org/officeDocument/2006/relationships/customXml" Target="../ink/ink431.xml"/><Relationship Id="rId98" Type="http://schemas.openxmlformats.org/officeDocument/2006/relationships/customXml" Target="../ink/ink476.xml"/><Relationship Id="rId121" Type="http://schemas.openxmlformats.org/officeDocument/2006/relationships/image" Target="../media/image3000.png"/><Relationship Id="rId142" Type="http://schemas.openxmlformats.org/officeDocument/2006/relationships/customXml" Target="../ink/ink498.xml"/><Relationship Id="rId163" Type="http://schemas.openxmlformats.org/officeDocument/2006/relationships/image" Target="../media/image321.png"/><Relationship Id="rId184" Type="http://schemas.openxmlformats.org/officeDocument/2006/relationships/customXml" Target="../ink/ink519.xml"/><Relationship Id="rId219" Type="http://schemas.openxmlformats.org/officeDocument/2006/relationships/image" Target="../media/image349.png"/><Relationship Id="rId230" Type="http://schemas.openxmlformats.org/officeDocument/2006/relationships/customXml" Target="../ink/ink542.xml"/><Relationship Id="rId25" Type="http://schemas.openxmlformats.org/officeDocument/2006/relationships/image" Target="../media/image2520.png"/><Relationship Id="rId46" Type="http://schemas.openxmlformats.org/officeDocument/2006/relationships/customXml" Target="../ink/ink450.xml"/><Relationship Id="rId67" Type="http://schemas.openxmlformats.org/officeDocument/2006/relationships/image" Target="../media/image2730.png"/><Relationship Id="rId20" Type="http://schemas.openxmlformats.org/officeDocument/2006/relationships/customXml" Target="../ink/ink437.xml"/><Relationship Id="rId41" Type="http://schemas.openxmlformats.org/officeDocument/2006/relationships/image" Target="../media/image2600.png"/><Relationship Id="rId62" Type="http://schemas.openxmlformats.org/officeDocument/2006/relationships/customXml" Target="../ink/ink458.xml"/><Relationship Id="rId83" Type="http://schemas.openxmlformats.org/officeDocument/2006/relationships/image" Target="../media/image2810.png"/><Relationship Id="rId88" Type="http://schemas.openxmlformats.org/officeDocument/2006/relationships/customXml" Target="../ink/ink471.xml"/><Relationship Id="rId111" Type="http://schemas.openxmlformats.org/officeDocument/2006/relationships/image" Target="../media/image295.png"/><Relationship Id="rId132" Type="http://schemas.openxmlformats.org/officeDocument/2006/relationships/customXml" Target="../ink/ink493.xml"/><Relationship Id="rId153" Type="http://schemas.openxmlformats.org/officeDocument/2006/relationships/image" Target="../media/image316.png"/><Relationship Id="rId174" Type="http://schemas.openxmlformats.org/officeDocument/2006/relationships/customXml" Target="../ink/ink514.xml"/><Relationship Id="rId179" Type="http://schemas.openxmlformats.org/officeDocument/2006/relationships/image" Target="../media/image329.png"/><Relationship Id="rId195" Type="http://schemas.openxmlformats.org/officeDocument/2006/relationships/image" Target="../media/image337.png"/><Relationship Id="rId209" Type="http://schemas.openxmlformats.org/officeDocument/2006/relationships/image" Target="../media/image344.png"/><Relationship Id="rId190" Type="http://schemas.openxmlformats.org/officeDocument/2006/relationships/customXml" Target="../ink/ink522.xml"/><Relationship Id="rId204" Type="http://schemas.openxmlformats.org/officeDocument/2006/relationships/customXml" Target="../ink/ink529.xml"/><Relationship Id="rId220" Type="http://schemas.openxmlformats.org/officeDocument/2006/relationships/customXml" Target="../ink/ink537.xml"/><Relationship Id="rId225" Type="http://schemas.openxmlformats.org/officeDocument/2006/relationships/image" Target="../media/image352.png"/><Relationship Id="rId15" Type="http://schemas.openxmlformats.org/officeDocument/2006/relationships/image" Target="../media/image2470.png"/><Relationship Id="rId36" Type="http://schemas.openxmlformats.org/officeDocument/2006/relationships/customXml" Target="../ink/ink445.xml"/><Relationship Id="rId57" Type="http://schemas.openxmlformats.org/officeDocument/2006/relationships/image" Target="../media/image2680.png"/><Relationship Id="rId106" Type="http://schemas.openxmlformats.org/officeDocument/2006/relationships/customXml" Target="../ink/ink480.xml"/><Relationship Id="rId127" Type="http://schemas.openxmlformats.org/officeDocument/2006/relationships/image" Target="../media/image303.png"/><Relationship Id="rId10" Type="http://schemas.openxmlformats.org/officeDocument/2006/relationships/customXml" Target="../ink/ink432.xml"/><Relationship Id="rId31" Type="http://schemas.openxmlformats.org/officeDocument/2006/relationships/image" Target="../media/image2550.png"/><Relationship Id="rId52" Type="http://schemas.openxmlformats.org/officeDocument/2006/relationships/customXml" Target="../ink/ink453.xml"/><Relationship Id="rId73" Type="http://schemas.openxmlformats.org/officeDocument/2006/relationships/image" Target="../media/image2760.png"/><Relationship Id="rId78" Type="http://schemas.openxmlformats.org/officeDocument/2006/relationships/customXml" Target="../ink/ink466.xml"/><Relationship Id="rId94" Type="http://schemas.openxmlformats.org/officeDocument/2006/relationships/customXml" Target="../ink/ink474.xml"/><Relationship Id="rId99" Type="http://schemas.openxmlformats.org/officeDocument/2006/relationships/image" Target="../media/image2890.png"/><Relationship Id="rId101" Type="http://schemas.openxmlformats.org/officeDocument/2006/relationships/image" Target="../media/image2900.png"/><Relationship Id="rId122" Type="http://schemas.openxmlformats.org/officeDocument/2006/relationships/customXml" Target="../ink/ink488.xml"/><Relationship Id="rId143" Type="http://schemas.openxmlformats.org/officeDocument/2006/relationships/image" Target="../media/image311.png"/><Relationship Id="rId148" Type="http://schemas.openxmlformats.org/officeDocument/2006/relationships/customXml" Target="../ink/ink501.xml"/><Relationship Id="rId164" Type="http://schemas.openxmlformats.org/officeDocument/2006/relationships/customXml" Target="../ink/ink509.xml"/><Relationship Id="rId169" Type="http://schemas.openxmlformats.org/officeDocument/2006/relationships/image" Target="../media/image324.png"/><Relationship Id="rId185" Type="http://schemas.openxmlformats.org/officeDocument/2006/relationships/image" Target="../media/image332.png"/><Relationship Id="rId4" Type="http://schemas.openxmlformats.org/officeDocument/2006/relationships/customXml" Target="../ink/ink429.xml"/><Relationship Id="rId9" Type="http://schemas.openxmlformats.org/officeDocument/2006/relationships/image" Target="../media/image2440.png"/><Relationship Id="rId180" Type="http://schemas.openxmlformats.org/officeDocument/2006/relationships/customXml" Target="../ink/ink517.xml"/><Relationship Id="rId210" Type="http://schemas.openxmlformats.org/officeDocument/2006/relationships/customXml" Target="../ink/ink532.xml"/><Relationship Id="rId215" Type="http://schemas.openxmlformats.org/officeDocument/2006/relationships/image" Target="../media/image347.png"/><Relationship Id="rId26" Type="http://schemas.openxmlformats.org/officeDocument/2006/relationships/customXml" Target="../ink/ink440.xml"/><Relationship Id="rId231" Type="http://schemas.openxmlformats.org/officeDocument/2006/relationships/image" Target="../media/image224.png"/><Relationship Id="rId47" Type="http://schemas.openxmlformats.org/officeDocument/2006/relationships/image" Target="../media/image2630.png"/><Relationship Id="rId68" Type="http://schemas.openxmlformats.org/officeDocument/2006/relationships/customXml" Target="../ink/ink461.xml"/><Relationship Id="rId89" Type="http://schemas.openxmlformats.org/officeDocument/2006/relationships/image" Target="../media/image2840.png"/><Relationship Id="rId112" Type="http://schemas.openxmlformats.org/officeDocument/2006/relationships/customXml" Target="../ink/ink483.xml"/><Relationship Id="rId133" Type="http://schemas.openxmlformats.org/officeDocument/2006/relationships/image" Target="../media/image306.png"/><Relationship Id="rId154" Type="http://schemas.openxmlformats.org/officeDocument/2006/relationships/customXml" Target="../ink/ink504.xml"/><Relationship Id="rId175" Type="http://schemas.openxmlformats.org/officeDocument/2006/relationships/image" Target="../media/image327.png"/><Relationship Id="rId196" Type="http://schemas.openxmlformats.org/officeDocument/2006/relationships/customXml" Target="../ink/ink525.xml"/><Relationship Id="rId200" Type="http://schemas.openxmlformats.org/officeDocument/2006/relationships/customXml" Target="../ink/ink527.xml"/><Relationship Id="rId16" Type="http://schemas.openxmlformats.org/officeDocument/2006/relationships/customXml" Target="../ink/ink435.xml"/><Relationship Id="rId221" Type="http://schemas.openxmlformats.org/officeDocument/2006/relationships/image" Target="../media/image350.png"/><Relationship Id="rId37" Type="http://schemas.openxmlformats.org/officeDocument/2006/relationships/image" Target="../media/image2580.png"/><Relationship Id="rId58" Type="http://schemas.openxmlformats.org/officeDocument/2006/relationships/customXml" Target="../ink/ink456.xml"/><Relationship Id="rId79" Type="http://schemas.openxmlformats.org/officeDocument/2006/relationships/image" Target="../media/image2790.png"/><Relationship Id="rId102" Type="http://schemas.openxmlformats.org/officeDocument/2006/relationships/customXml" Target="../ink/ink478.xml"/><Relationship Id="rId123" Type="http://schemas.openxmlformats.org/officeDocument/2006/relationships/image" Target="../media/image301.png"/><Relationship Id="rId144" Type="http://schemas.openxmlformats.org/officeDocument/2006/relationships/customXml" Target="../ink/ink499.xml"/><Relationship Id="rId90" Type="http://schemas.openxmlformats.org/officeDocument/2006/relationships/customXml" Target="../ink/ink472.xml"/><Relationship Id="rId165" Type="http://schemas.openxmlformats.org/officeDocument/2006/relationships/image" Target="../media/image322.png"/><Relationship Id="rId186" Type="http://schemas.openxmlformats.org/officeDocument/2006/relationships/customXml" Target="../ink/ink520.xml"/><Relationship Id="rId211" Type="http://schemas.openxmlformats.org/officeDocument/2006/relationships/image" Target="../media/image345.png"/><Relationship Id="rId232" Type="http://schemas.openxmlformats.org/officeDocument/2006/relationships/customXml" Target="../ink/ink543.xml"/><Relationship Id="rId27" Type="http://schemas.openxmlformats.org/officeDocument/2006/relationships/image" Target="../media/image2530.png"/><Relationship Id="rId48" Type="http://schemas.openxmlformats.org/officeDocument/2006/relationships/customXml" Target="../ink/ink451.xml"/><Relationship Id="rId69" Type="http://schemas.openxmlformats.org/officeDocument/2006/relationships/image" Target="../media/image2740.png"/><Relationship Id="rId113" Type="http://schemas.openxmlformats.org/officeDocument/2006/relationships/image" Target="../media/image296.png"/><Relationship Id="rId134" Type="http://schemas.openxmlformats.org/officeDocument/2006/relationships/customXml" Target="../ink/ink494.xml"/><Relationship Id="rId80" Type="http://schemas.openxmlformats.org/officeDocument/2006/relationships/customXml" Target="../ink/ink467.xml"/><Relationship Id="rId155" Type="http://schemas.openxmlformats.org/officeDocument/2006/relationships/image" Target="../media/image317.png"/><Relationship Id="rId176" Type="http://schemas.openxmlformats.org/officeDocument/2006/relationships/customXml" Target="../ink/ink515.xml"/><Relationship Id="rId197" Type="http://schemas.openxmlformats.org/officeDocument/2006/relationships/image" Target="../media/image338.png"/><Relationship Id="rId201" Type="http://schemas.openxmlformats.org/officeDocument/2006/relationships/image" Target="../media/image340.png"/><Relationship Id="rId222" Type="http://schemas.openxmlformats.org/officeDocument/2006/relationships/customXml" Target="../ink/ink538.xml"/><Relationship Id="rId17" Type="http://schemas.openxmlformats.org/officeDocument/2006/relationships/image" Target="../media/image2480.png"/><Relationship Id="rId38" Type="http://schemas.openxmlformats.org/officeDocument/2006/relationships/customXml" Target="../ink/ink446.xml"/><Relationship Id="rId59" Type="http://schemas.openxmlformats.org/officeDocument/2006/relationships/image" Target="../media/image2690.png"/><Relationship Id="rId103" Type="http://schemas.openxmlformats.org/officeDocument/2006/relationships/image" Target="../media/image2911.png"/><Relationship Id="rId124" Type="http://schemas.openxmlformats.org/officeDocument/2006/relationships/customXml" Target="../ink/ink489.xml"/><Relationship Id="rId70" Type="http://schemas.openxmlformats.org/officeDocument/2006/relationships/customXml" Target="../ink/ink462.xml"/><Relationship Id="rId91" Type="http://schemas.openxmlformats.org/officeDocument/2006/relationships/image" Target="../media/image2850.png"/><Relationship Id="rId145" Type="http://schemas.openxmlformats.org/officeDocument/2006/relationships/image" Target="../media/image312.png"/><Relationship Id="rId166" Type="http://schemas.openxmlformats.org/officeDocument/2006/relationships/customXml" Target="../ink/ink510.xml"/><Relationship Id="rId187" Type="http://schemas.openxmlformats.org/officeDocument/2006/relationships/image" Target="../media/image333.png"/><Relationship Id="rId1" Type="http://schemas.openxmlformats.org/officeDocument/2006/relationships/slideLayout" Target="../slideLayouts/slideLayout2.xml"/><Relationship Id="rId212" Type="http://schemas.openxmlformats.org/officeDocument/2006/relationships/customXml" Target="../ink/ink533.xml"/><Relationship Id="rId233" Type="http://schemas.openxmlformats.org/officeDocument/2006/relationships/image" Target="../media/image225.png"/><Relationship Id="rId28" Type="http://schemas.openxmlformats.org/officeDocument/2006/relationships/customXml" Target="../ink/ink441.xml"/><Relationship Id="rId49" Type="http://schemas.openxmlformats.org/officeDocument/2006/relationships/image" Target="../media/image2640.png"/><Relationship Id="rId114" Type="http://schemas.openxmlformats.org/officeDocument/2006/relationships/customXml" Target="../ink/ink484.xml"/><Relationship Id="rId60" Type="http://schemas.openxmlformats.org/officeDocument/2006/relationships/customXml" Target="../ink/ink457.xml"/><Relationship Id="rId81" Type="http://schemas.openxmlformats.org/officeDocument/2006/relationships/image" Target="../media/image2800.png"/><Relationship Id="rId135" Type="http://schemas.openxmlformats.org/officeDocument/2006/relationships/image" Target="../media/image307.png"/><Relationship Id="rId156" Type="http://schemas.openxmlformats.org/officeDocument/2006/relationships/customXml" Target="../ink/ink505.xml"/><Relationship Id="rId177" Type="http://schemas.openxmlformats.org/officeDocument/2006/relationships/image" Target="../media/image328.png"/><Relationship Id="rId198" Type="http://schemas.openxmlformats.org/officeDocument/2006/relationships/customXml" Target="../ink/ink526.xml"/><Relationship Id="rId202" Type="http://schemas.openxmlformats.org/officeDocument/2006/relationships/customXml" Target="../ink/ink528.xml"/><Relationship Id="rId223" Type="http://schemas.openxmlformats.org/officeDocument/2006/relationships/image" Target="../media/image351.png"/><Relationship Id="rId18" Type="http://schemas.openxmlformats.org/officeDocument/2006/relationships/customXml" Target="../ink/ink436.xml"/><Relationship Id="rId39" Type="http://schemas.openxmlformats.org/officeDocument/2006/relationships/image" Target="../media/image2590.png"/><Relationship Id="rId50" Type="http://schemas.openxmlformats.org/officeDocument/2006/relationships/customXml" Target="../ink/ink452.xml"/><Relationship Id="rId104" Type="http://schemas.openxmlformats.org/officeDocument/2006/relationships/customXml" Target="../ink/ink479.xml"/><Relationship Id="rId125" Type="http://schemas.openxmlformats.org/officeDocument/2006/relationships/image" Target="../media/image302.png"/><Relationship Id="rId146" Type="http://schemas.openxmlformats.org/officeDocument/2006/relationships/customXml" Target="../ink/ink500.xml"/><Relationship Id="rId167" Type="http://schemas.openxmlformats.org/officeDocument/2006/relationships/image" Target="../media/image323.png"/><Relationship Id="rId188" Type="http://schemas.openxmlformats.org/officeDocument/2006/relationships/customXml" Target="../ink/ink521.xml"/><Relationship Id="rId71" Type="http://schemas.openxmlformats.org/officeDocument/2006/relationships/image" Target="../media/image2750.png"/><Relationship Id="rId92" Type="http://schemas.openxmlformats.org/officeDocument/2006/relationships/customXml" Target="../ink/ink473.xml"/><Relationship Id="rId213" Type="http://schemas.openxmlformats.org/officeDocument/2006/relationships/image" Target="../media/image346.png"/><Relationship Id="rId234" Type="http://schemas.openxmlformats.org/officeDocument/2006/relationships/customXml" Target="../ink/ink544.xml"/><Relationship Id="rId2" Type="http://schemas.openxmlformats.org/officeDocument/2006/relationships/customXml" Target="../ink/ink428.xml"/><Relationship Id="rId29" Type="http://schemas.openxmlformats.org/officeDocument/2006/relationships/image" Target="../media/image2540.png"/><Relationship Id="rId40" Type="http://schemas.openxmlformats.org/officeDocument/2006/relationships/customXml" Target="../ink/ink447.xml"/><Relationship Id="rId115" Type="http://schemas.openxmlformats.org/officeDocument/2006/relationships/image" Target="../media/image297.png"/><Relationship Id="rId136" Type="http://schemas.openxmlformats.org/officeDocument/2006/relationships/customXml" Target="../ink/ink495.xml"/><Relationship Id="rId157" Type="http://schemas.openxmlformats.org/officeDocument/2006/relationships/image" Target="../media/image318.png"/><Relationship Id="rId178" Type="http://schemas.openxmlformats.org/officeDocument/2006/relationships/customXml" Target="../ink/ink516.xml"/><Relationship Id="rId61" Type="http://schemas.openxmlformats.org/officeDocument/2006/relationships/image" Target="../media/image2700.png"/><Relationship Id="rId82" Type="http://schemas.openxmlformats.org/officeDocument/2006/relationships/customXml" Target="../ink/ink468.xml"/><Relationship Id="rId199" Type="http://schemas.openxmlformats.org/officeDocument/2006/relationships/image" Target="../media/image339.png"/><Relationship Id="rId203" Type="http://schemas.openxmlformats.org/officeDocument/2006/relationships/image" Target="../media/image341.png"/><Relationship Id="rId19" Type="http://schemas.openxmlformats.org/officeDocument/2006/relationships/image" Target="../media/image2490.png"/><Relationship Id="rId224" Type="http://schemas.openxmlformats.org/officeDocument/2006/relationships/customXml" Target="../ink/ink539.xml"/><Relationship Id="rId30" Type="http://schemas.openxmlformats.org/officeDocument/2006/relationships/customXml" Target="../ink/ink442.xml"/><Relationship Id="rId105" Type="http://schemas.openxmlformats.org/officeDocument/2006/relationships/image" Target="../media/image2920.png"/><Relationship Id="rId126" Type="http://schemas.openxmlformats.org/officeDocument/2006/relationships/customXml" Target="../ink/ink490.xml"/><Relationship Id="rId147" Type="http://schemas.openxmlformats.org/officeDocument/2006/relationships/image" Target="../media/image313.png"/><Relationship Id="rId168" Type="http://schemas.openxmlformats.org/officeDocument/2006/relationships/customXml" Target="../ink/ink511.xml"/><Relationship Id="rId51" Type="http://schemas.openxmlformats.org/officeDocument/2006/relationships/image" Target="../media/image2650.png"/><Relationship Id="rId72" Type="http://schemas.openxmlformats.org/officeDocument/2006/relationships/customXml" Target="../ink/ink463.xml"/><Relationship Id="rId93" Type="http://schemas.openxmlformats.org/officeDocument/2006/relationships/image" Target="../media/image2860.png"/><Relationship Id="rId189" Type="http://schemas.openxmlformats.org/officeDocument/2006/relationships/image" Target="../media/image334.png"/><Relationship Id="rId3" Type="http://schemas.openxmlformats.org/officeDocument/2006/relationships/image" Target="../media/image2410.png"/><Relationship Id="rId214" Type="http://schemas.openxmlformats.org/officeDocument/2006/relationships/customXml" Target="../ink/ink534.xml"/><Relationship Id="rId235" Type="http://schemas.openxmlformats.org/officeDocument/2006/relationships/image" Target="../media/image226.png"/><Relationship Id="rId116" Type="http://schemas.openxmlformats.org/officeDocument/2006/relationships/customXml" Target="../ink/ink485.xml"/><Relationship Id="rId137" Type="http://schemas.openxmlformats.org/officeDocument/2006/relationships/image" Target="../media/image308.png"/><Relationship Id="rId158" Type="http://schemas.openxmlformats.org/officeDocument/2006/relationships/customXml" Target="../ink/ink506.xml"/></Relationships>
</file>

<file path=ppt/slides/_rels/slide19.xml.rels><?xml version="1.0" encoding="UTF-8" standalone="yes"?>
<Relationships xmlns="http://schemas.openxmlformats.org/package/2006/relationships"><Relationship Id="rId2" Type="http://schemas.openxmlformats.org/officeDocument/2006/relationships/image" Target="../media/image227.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6" Type="http://schemas.openxmlformats.org/officeDocument/2006/relationships/customXml" Target="../ink/ink557.xml"/><Relationship Id="rId21" Type="http://schemas.openxmlformats.org/officeDocument/2006/relationships/image" Target="../media/image237.png"/><Relationship Id="rId34" Type="http://schemas.openxmlformats.org/officeDocument/2006/relationships/customXml" Target="../ink/ink561.xml"/><Relationship Id="rId42" Type="http://schemas.openxmlformats.org/officeDocument/2006/relationships/customXml" Target="../ink/ink565.xml"/><Relationship Id="rId47" Type="http://schemas.openxmlformats.org/officeDocument/2006/relationships/image" Target="../media/image364.png"/><Relationship Id="rId50" Type="http://schemas.openxmlformats.org/officeDocument/2006/relationships/customXml" Target="../ink/ink569.xml"/><Relationship Id="rId55" Type="http://schemas.openxmlformats.org/officeDocument/2006/relationships/image" Target="../media/image368.png"/><Relationship Id="rId63" Type="http://schemas.openxmlformats.org/officeDocument/2006/relationships/image" Target="../media/image373.png"/><Relationship Id="rId7" Type="http://schemas.openxmlformats.org/officeDocument/2006/relationships/image" Target="../media/image230.png"/><Relationship Id="rId2" Type="http://schemas.openxmlformats.org/officeDocument/2006/relationships/customXml" Target="../ink/ink545.xml"/><Relationship Id="rId16" Type="http://schemas.openxmlformats.org/officeDocument/2006/relationships/customXml" Target="../ink/ink552.xml"/><Relationship Id="rId29" Type="http://schemas.openxmlformats.org/officeDocument/2006/relationships/image" Target="../media/image241.png"/><Relationship Id="rId11" Type="http://schemas.openxmlformats.org/officeDocument/2006/relationships/image" Target="../media/image232.png"/><Relationship Id="rId24" Type="http://schemas.openxmlformats.org/officeDocument/2006/relationships/customXml" Target="../ink/ink556.xml"/><Relationship Id="rId32" Type="http://schemas.openxmlformats.org/officeDocument/2006/relationships/customXml" Target="../ink/ink560.xml"/><Relationship Id="rId37" Type="http://schemas.openxmlformats.org/officeDocument/2006/relationships/image" Target="../media/image358.png"/><Relationship Id="rId40" Type="http://schemas.openxmlformats.org/officeDocument/2006/relationships/customXml" Target="../ink/ink564.xml"/><Relationship Id="rId45" Type="http://schemas.openxmlformats.org/officeDocument/2006/relationships/image" Target="../media/image363.png"/><Relationship Id="rId53" Type="http://schemas.openxmlformats.org/officeDocument/2006/relationships/image" Target="../media/image367.png"/><Relationship Id="rId58" Type="http://schemas.openxmlformats.org/officeDocument/2006/relationships/customXml" Target="../ink/ink573.xml"/><Relationship Id="rId66" Type="http://schemas.openxmlformats.org/officeDocument/2006/relationships/customXml" Target="../ink/ink577.xml"/><Relationship Id="rId5" Type="http://schemas.openxmlformats.org/officeDocument/2006/relationships/image" Target="../media/image229.png"/><Relationship Id="rId61" Type="http://schemas.openxmlformats.org/officeDocument/2006/relationships/image" Target="../media/image372.png"/><Relationship Id="rId19" Type="http://schemas.openxmlformats.org/officeDocument/2006/relationships/image" Target="../media/image236.png"/><Relationship Id="rId14" Type="http://schemas.openxmlformats.org/officeDocument/2006/relationships/customXml" Target="../ink/ink551.xml"/><Relationship Id="rId22" Type="http://schemas.openxmlformats.org/officeDocument/2006/relationships/customXml" Target="../ink/ink555.xml"/><Relationship Id="rId27" Type="http://schemas.openxmlformats.org/officeDocument/2006/relationships/image" Target="../media/image240.png"/><Relationship Id="rId30" Type="http://schemas.openxmlformats.org/officeDocument/2006/relationships/customXml" Target="../ink/ink559.xml"/><Relationship Id="rId35" Type="http://schemas.openxmlformats.org/officeDocument/2006/relationships/image" Target="../media/image356.png"/><Relationship Id="rId43" Type="http://schemas.openxmlformats.org/officeDocument/2006/relationships/image" Target="../media/image361.png"/><Relationship Id="rId48" Type="http://schemas.openxmlformats.org/officeDocument/2006/relationships/customXml" Target="../ink/ink568.xml"/><Relationship Id="rId56" Type="http://schemas.openxmlformats.org/officeDocument/2006/relationships/customXml" Target="../ink/ink572.xml"/><Relationship Id="rId64" Type="http://schemas.openxmlformats.org/officeDocument/2006/relationships/customXml" Target="../ink/ink576.xml"/><Relationship Id="rId8" Type="http://schemas.openxmlformats.org/officeDocument/2006/relationships/customXml" Target="../ink/ink548.xml"/><Relationship Id="rId51" Type="http://schemas.openxmlformats.org/officeDocument/2006/relationships/image" Target="../media/image366.png"/><Relationship Id="rId3" Type="http://schemas.openxmlformats.org/officeDocument/2006/relationships/image" Target="../media/image228.png"/><Relationship Id="rId12" Type="http://schemas.openxmlformats.org/officeDocument/2006/relationships/customXml" Target="../ink/ink550.xml"/><Relationship Id="rId17" Type="http://schemas.openxmlformats.org/officeDocument/2006/relationships/image" Target="../media/image235.png"/><Relationship Id="rId25" Type="http://schemas.openxmlformats.org/officeDocument/2006/relationships/image" Target="../media/image239.png"/><Relationship Id="rId33" Type="http://schemas.openxmlformats.org/officeDocument/2006/relationships/image" Target="../media/image355.png"/><Relationship Id="rId38" Type="http://schemas.openxmlformats.org/officeDocument/2006/relationships/customXml" Target="../ink/ink563.xml"/><Relationship Id="rId46" Type="http://schemas.openxmlformats.org/officeDocument/2006/relationships/customXml" Target="../ink/ink567.xml"/><Relationship Id="rId59" Type="http://schemas.openxmlformats.org/officeDocument/2006/relationships/image" Target="../media/image370.png"/><Relationship Id="rId67" Type="http://schemas.openxmlformats.org/officeDocument/2006/relationships/image" Target="../media/image375.png"/><Relationship Id="rId20" Type="http://schemas.openxmlformats.org/officeDocument/2006/relationships/customXml" Target="../ink/ink554.xml"/><Relationship Id="rId41" Type="http://schemas.openxmlformats.org/officeDocument/2006/relationships/image" Target="../media/image360.png"/><Relationship Id="rId54" Type="http://schemas.openxmlformats.org/officeDocument/2006/relationships/customXml" Target="../ink/ink571.xml"/><Relationship Id="rId62" Type="http://schemas.openxmlformats.org/officeDocument/2006/relationships/customXml" Target="../ink/ink575.xml"/><Relationship Id="rId1" Type="http://schemas.openxmlformats.org/officeDocument/2006/relationships/slideLayout" Target="../slideLayouts/slideLayout2.xml"/><Relationship Id="rId6" Type="http://schemas.openxmlformats.org/officeDocument/2006/relationships/customXml" Target="../ink/ink547.xml"/><Relationship Id="rId15" Type="http://schemas.openxmlformats.org/officeDocument/2006/relationships/image" Target="../media/image234.png"/><Relationship Id="rId23" Type="http://schemas.openxmlformats.org/officeDocument/2006/relationships/image" Target="../media/image238.png"/><Relationship Id="rId28" Type="http://schemas.openxmlformats.org/officeDocument/2006/relationships/customXml" Target="../ink/ink558.xml"/><Relationship Id="rId36" Type="http://schemas.openxmlformats.org/officeDocument/2006/relationships/customXml" Target="../ink/ink562.xml"/><Relationship Id="rId49" Type="http://schemas.openxmlformats.org/officeDocument/2006/relationships/image" Target="../media/image365.png"/><Relationship Id="rId57" Type="http://schemas.openxmlformats.org/officeDocument/2006/relationships/image" Target="../media/image369.png"/><Relationship Id="rId10" Type="http://schemas.openxmlformats.org/officeDocument/2006/relationships/customXml" Target="../ink/ink549.xml"/><Relationship Id="rId31" Type="http://schemas.openxmlformats.org/officeDocument/2006/relationships/image" Target="../media/image242.png"/><Relationship Id="rId44" Type="http://schemas.openxmlformats.org/officeDocument/2006/relationships/customXml" Target="../ink/ink566.xml"/><Relationship Id="rId52" Type="http://schemas.openxmlformats.org/officeDocument/2006/relationships/customXml" Target="../ink/ink570.xml"/><Relationship Id="rId60" Type="http://schemas.openxmlformats.org/officeDocument/2006/relationships/customXml" Target="../ink/ink574.xml"/><Relationship Id="rId65" Type="http://schemas.openxmlformats.org/officeDocument/2006/relationships/image" Target="../media/image374.png"/><Relationship Id="rId4" Type="http://schemas.openxmlformats.org/officeDocument/2006/relationships/customXml" Target="../ink/ink546.xml"/><Relationship Id="rId9" Type="http://schemas.openxmlformats.org/officeDocument/2006/relationships/image" Target="../media/image231.png"/><Relationship Id="rId13" Type="http://schemas.openxmlformats.org/officeDocument/2006/relationships/image" Target="../media/image233.png"/><Relationship Id="rId18" Type="http://schemas.openxmlformats.org/officeDocument/2006/relationships/customXml" Target="../ink/ink553.xml"/><Relationship Id="rId39" Type="http://schemas.openxmlformats.org/officeDocument/2006/relationships/image" Target="../media/image359.png"/></Relationships>
</file>

<file path=ppt/slides/_rels/slide21.xml.rels><?xml version="1.0" encoding="UTF-8" standalone="yes"?>
<Relationships xmlns="http://schemas.openxmlformats.org/package/2006/relationships"><Relationship Id="rId8" Type="http://schemas.openxmlformats.org/officeDocument/2006/relationships/customXml" Target="../ink/ink581.xml"/><Relationship Id="rId13" Type="http://schemas.openxmlformats.org/officeDocument/2006/relationships/image" Target="../media/image381.png"/><Relationship Id="rId18" Type="http://schemas.openxmlformats.org/officeDocument/2006/relationships/customXml" Target="../ink/ink586.xml"/><Relationship Id="rId3" Type="http://schemas.openxmlformats.org/officeDocument/2006/relationships/image" Target="../media/image376.png"/><Relationship Id="rId7" Type="http://schemas.openxmlformats.org/officeDocument/2006/relationships/image" Target="../media/image378.png"/><Relationship Id="rId12" Type="http://schemas.openxmlformats.org/officeDocument/2006/relationships/customXml" Target="../ink/ink583.xml"/><Relationship Id="rId17" Type="http://schemas.openxmlformats.org/officeDocument/2006/relationships/image" Target="../media/image383.png"/><Relationship Id="rId2" Type="http://schemas.openxmlformats.org/officeDocument/2006/relationships/customXml" Target="../ink/ink578.xml"/><Relationship Id="rId16" Type="http://schemas.openxmlformats.org/officeDocument/2006/relationships/customXml" Target="../ink/ink585.xml"/><Relationship Id="rId1" Type="http://schemas.openxmlformats.org/officeDocument/2006/relationships/slideLayout" Target="../slideLayouts/slideLayout2.xml"/><Relationship Id="rId6" Type="http://schemas.openxmlformats.org/officeDocument/2006/relationships/customXml" Target="../ink/ink580.xml"/><Relationship Id="rId11" Type="http://schemas.openxmlformats.org/officeDocument/2006/relationships/image" Target="../media/image380.png"/><Relationship Id="rId5" Type="http://schemas.openxmlformats.org/officeDocument/2006/relationships/image" Target="../media/image377.png"/><Relationship Id="rId15" Type="http://schemas.openxmlformats.org/officeDocument/2006/relationships/image" Target="../media/image382.png"/><Relationship Id="rId10" Type="http://schemas.openxmlformats.org/officeDocument/2006/relationships/customXml" Target="../ink/ink582.xml"/><Relationship Id="rId19" Type="http://schemas.openxmlformats.org/officeDocument/2006/relationships/image" Target="../media/image384.png"/><Relationship Id="rId4" Type="http://schemas.openxmlformats.org/officeDocument/2006/relationships/customXml" Target="../ink/ink579.xml"/><Relationship Id="rId9" Type="http://schemas.openxmlformats.org/officeDocument/2006/relationships/image" Target="../media/image379.png"/><Relationship Id="rId14" Type="http://schemas.openxmlformats.org/officeDocument/2006/relationships/customXml" Target="../ink/ink584.xml"/></Relationships>
</file>

<file path=ppt/slides/_rels/slide22.xml.rels><?xml version="1.0" encoding="UTF-8" standalone="yes"?>
<Relationships xmlns="http://schemas.openxmlformats.org/package/2006/relationships"><Relationship Id="rId2" Type="http://schemas.openxmlformats.org/officeDocument/2006/relationships/image" Target="../media/image38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6.png"/><Relationship Id="rId2" Type="http://schemas.openxmlformats.org/officeDocument/2006/relationships/customXml" Target="../ink/ink58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8.png"/><Relationship Id="rId2" Type="http://schemas.openxmlformats.org/officeDocument/2006/relationships/image" Target="../media/image38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9.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0.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2.png"/><Relationship Id="rId2" Type="http://schemas.openxmlformats.org/officeDocument/2006/relationships/image" Target="../media/image391.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9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4.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Text Box 1035"/>
          <p:cNvSpPr txBox="1">
            <a:spLocks noChangeArrowheads="1"/>
          </p:cNvSpPr>
          <p:nvPr/>
        </p:nvSpPr>
        <p:spPr bwMode="auto">
          <a:xfrm>
            <a:off x="-107950" y="1196340"/>
            <a:ext cx="8571865" cy="1630045"/>
          </a:xfrm>
          <a:prstGeom prst="rect">
            <a:avLst/>
          </a:prstGeom>
          <a:noFill/>
          <a:ln>
            <a:noFill/>
          </a:ln>
          <a:effectLst/>
        </p:spPr>
        <p:txBody>
          <a:bodyPr wrap="square">
            <a:spAutoFit/>
          </a:bodyPr>
          <a:lstStyle/>
          <a:p>
            <a:pPr marR="0" algn="ctr" defTabSz="914400" eaLnBrk="1" hangingPunct="1">
              <a:spcBef>
                <a:spcPct val="50000"/>
              </a:spcBef>
              <a:buClrTx/>
              <a:buSzTx/>
              <a:buFontTx/>
              <a:buNone/>
              <a:defRPr/>
            </a:pPr>
            <a:r>
              <a:rPr kumimoji="1" lang="zh-CN" altLang="en-US" sz="4000" kern="1200" cap="none" spc="0" normalizeH="0" baseline="0" noProof="0" dirty="0">
                <a:solidFill>
                  <a:schemeClr val="folHlink"/>
                </a:solidFill>
                <a:effectLst>
                  <a:outerShdw blurRad="38100" dist="38100" dir="2700000" algn="tl">
                    <a:srgbClr val="C0C0C0"/>
                  </a:outerShdw>
                </a:effectLst>
                <a:latin typeface="Tahoma" panose="020B0604030504040204" pitchFamily="34" charset="0"/>
                <a:ea typeface="华文行楷" panose="02010800040101010101" pitchFamily="2" charset="-122"/>
                <a:cs typeface="+mn-cs"/>
              </a:rPr>
              <a:t>第</a:t>
            </a:r>
            <a:r>
              <a:rPr kumimoji="1" lang="en-US" altLang="zh-CN" sz="4000" kern="1200" cap="none" spc="0" normalizeH="0" baseline="0" noProof="0" dirty="0">
                <a:solidFill>
                  <a:schemeClr val="folHlink"/>
                </a:solidFill>
                <a:effectLst>
                  <a:outerShdw blurRad="38100" dist="38100" dir="2700000" algn="tl">
                    <a:srgbClr val="C0C0C0"/>
                  </a:outerShdw>
                </a:effectLst>
                <a:latin typeface="Tahoma" panose="020B0604030504040204" pitchFamily="34" charset="0"/>
                <a:ea typeface="华文行楷" panose="02010800040101010101" pitchFamily="2" charset="-122"/>
                <a:cs typeface="+mn-cs"/>
              </a:rPr>
              <a:t>7</a:t>
            </a:r>
            <a:r>
              <a:rPr kumimoji="1" lang="zh-CN" altLang="en-US" sz="4000" kern="1200" cap="none" spc="0" normalizeH="0" baseline="0" noProof="0" dirty="0">
                <a:solidFill>
                  <a:schemeClr val="folHlink"/>
                </a:solidFill>
                <a:effectLst>
                  <a:outerShdw blurRad="38100" dist="38100" dir="2700000" algn="tl">
                    <a:srgbClr val="C0C0C0"/>
                  </a:outerShdw>
                </a:effectLst>
                <a:latin typeface="Tahoma" panose="020B0604030504040204" pitchFamily="34" charset="0"/>
                <a:ea typeface="华文行楷" panose="02010800040101010101" pitchFamily="2" charset="-122"/>
                <a:cs typeface="+mn-cs"/>
              </a:rPr>
              <a:t>章 </a:t>
            </a:r>
            <a:r>
              <a:rPr kumimoji="1" lang="en-US" altLang="zh-CN" sz="4000" kern="1200" cap="none" spc="0" normalizeH="0" baseline="0" noProof="0" dirty="0">
                <a:solidFill>
                  <a:schemeClr val="folHlink"/>
                </a:solidFill>
                <a:effectLst>
                  <a:outerShdw blurRad="38100" dist="38100" dir="2700000" algn="tl">
                    <a:srgbClr val="C0C0C0"/>
                  </a:outerShdw>
                </a:effectLst>
                <a:latin typeface="Tahoma" panose="020B0604030504040204" pitchFamily="34" charset="0"/>
                <a:ea typeface="华文行楷" panose="02010800040101010101" pitchFamily="2" charset="-122"/>
                <a:cs typeface="+mn-cs"/>
              </a:rPr>
              <a:t>MCS-51</a:t>
            </a:r>
            <a:r>
              <a:rPr kumimoji="1" lang="zh-CN" altLang="en-US" sz="4000" kern="1200" cap="none" spc="0" normalizeH="0" baseline="0" noProof="0" dirty="0">
                <a:solidFill>
                  <a:schemeClr val="folHlink"/>
                </a:solidFill>
                <a:effectLst>
                  <a:outerShdw blurRad="38100" dist="38100" dir="2700000" algn="tl">
                    <a:srgbClr val="C0C0C0"/>
                  </a:outerShdw>
                </a:effectLst>
                <a:latin typeface="Tahoma" panose="020B0604030504040204" pitchFamily="34" charset="0"/>
                <a:ea typeface="华文行楷" panose="02010800040101010101" pitchFamily="2" charset="-122"/>
                <a:cs typeface="+mn-cs"/>
              </a:rPr>
              <a:t>单片机串行接口</a:t>
            </a:r>
          </a:p>
          <a:p>
            <a:pPr marR="0" algn="ctr" defTabSz="914400" eaLnBrk="1" hangingPunct="1">
              <a:spcBef>
                <a:spcPct val="50000"/>
              </a:spcBef>
              <a:buClrTx/>
              <a:buSzTx/>
              <a:buFontTx/>
              <a:buNone/>
              <a:defRPr/>
            </a:pPr>
            <a:r>
              <a:rPr kumimoji="1" lang="zh-CN" altLang="en-US" sz="4000" kern="1200" cap="none" spc="0" normalizeH="0" baseline="0" noProof="0" dirty="0">
                <a:solidFill>
                  <a:schemeClr val="folHlink"/>
                </a:solidFill>
                <a:effectLst>
                  <a:outerShdw blurRad="38100" dist="38100" dir="2700000" algn="tl">
                    <a:srgbClr val="C0C0C0"/>
                  </a:outerShdw>
                </a:effectLst>
                <a:latin typeface="Tahoma" panose="020B0604030504040204" pitchFamily="34" charset="0"/>
                <a:ea typeface="华文行楷" panose="02010800040101010101" pitchFamily="2" charset="-122"/>
                <a:cs typeface="+mn-cs"/>
              </a:rPr>
              <a:t>及其应用</a:t>
            </a:r>
          </a:p>
        </p:txBody>
      </p:sp>
      <p:sp>
        <p:nvSpPr>
          <p:cNvPr id="5123" name="Text Box 1039"/>
          <p:cNvSpPr txBox="1"/>
          <p:nvPr/>
        </p:nvSpPr>
        <p:spPr>
          <a:xfrm>
            <a:off x="682943" y="2996248"/>
            <a:ext cx="7345362" cy="3290887"/>
          </a:xfrm>
          <a:prstGeom prst="rect">
            <a:avLst/>
          </a:prstGeom>
          <a:solidFill>
            <a:schemeClr val="accent2"/>
          </a:solidFill>
          <a:ln w="9525">
            <a:noFill/>
          </a:ln>
        </p:spPr>
        <p:txBody>
          <a:bodyPr>
            <a:spAutoFit/>
          </a:bodyPr>
          <a:lstStyle/>
          <a:p>
            <a:pPr eaLnBrk="1" hangingPunct="1">
              <a:lnSpc>
                <a:spcPct val="175000"/>
              </a:lnSpc>
            </a:pPr>
            <a:r>
              <a:rPr lang="en-US" altLang="zh-CN" dirty="0">
                <a:latin typeface="Tahoma" panose="020B0604030504040204" pitchFamily="34" charset="0"/>
              </a:rPr>
              <a:t>7.1    </a:t>
            </a:r>
            <a:r>
              <a:rPr lang="zh-CN" altLang="en-US" dirty="0">
                <a:latin typeface="Tahoma" panose="020B0604030504040204" pitchFamily="34" charset="0"/>
              </a:rPr>
              <a:t>串行通信概述</a:t>
            </a:r>
          </a:p>
          <a:p>
            <a:pPr eaLnBrk="1" hangingPunct="1">
              <a:lnSpc>
                <a:spcPct val="175000"/>
              </a:lnSpc>
            </a:pPr>
            <a:r>
              <a:rPr lang="en-US" altLang="zh-CN" dirty="0">
                <a:latin typeface="Tahoma" panose="020B0604030504040204" pitchFamily="34" charset="0"/>
              </a:rPr>
              <a:t>7.2    MCS-51</a:t>
            </a:r>
            <a:r>
              <a:rPr lang="zh-CN" altLang="en-US" dirty="0">
                <a:latin typeface="Tahoma" panose="020B0604030504040204" pitchFamily="34" charset="0"/>
              </a:rPr>
              <a:t>单片机串行口</a:t>
            </a:r>
            <a:r>
              <a:rPr lang="zh-CN" altLang="en-US" b="0" dirty="0">
                <a:latin typeface="Tahoma" panose="020B0604030504040204" pitchFamily="34" charset="0"/>
              </a:rPr>
              <a:t> </a:t>
            </a:r>
            <a:endParaRPr lang="zh-CN" altLang="en-US" dirty="0">
              <a:latin typeface="Tahoma" panose="020B0604030504040204" pitchFamily="34" charset="0"/>
            </a:endParaRPr>
          </a:p>
          <a:p>
            <a:pPr eaLnBrk="1" hangingPunct="1">
              <a:lnSpc>
                <a:spcPct val="175000"/>
              </a:lnSpc>
            </a:pPr>
            <a:r>
              <a:rPr lang="en-US" altLang="zh-CN" dirty="0">
                <a:latin typeface="Tahoma" panose="020B0604030504040204" pitchFamily="34" charset="0"/>
              </a:rPr>
              <a:t>7.3    RS-232C</a:t>
            </a:r>
            <a:r>
              <a:rPr lang="zh-CN" altLang="en-US" dirty="0">
                <a:latin typeface="Tahoma" panose="020B0604030504040204" pitchFamily="34" charset="0"/>
              </a:rPr>
              <a:t>标准接口总线及串行通信硬件设计 </a:t>
            </a:r>
          </a:p>
          <a:p>
            <a:pPr algn="just" eaLnBrk="1" hangingPunct="1">
              <a:lnSpc>
                <a:spcPct val="175000"/>
              </a:lnSpc>
            </a:pPr>
            <a:r>
              <a:rPr lang="en-US" altLang="zh-CN" dirty="0">
                <a:latin typeface="Tahoma" panose="020B0604030504040204" pitchFamily="34" charset="0"/>
              </a:rPr>
              <a:t>7.4    </a:t>
            </a:r>
            <a:r>
              <a:rPr lang="zh-CN" altLang="en-US" dirty="0">
                <a:latin typeface="Tahoma" panose="020B0604030504040204" pitchFamily="34" charset="0"/>
              </a:rPr>
              <a:t>单片机之间的点对点串行异步通信</a:t>
            </a:r>
          </a:p>
          <a:p>
            <a:pPr algn="just" eaLnBrk="1" hangingPunct="1">
              <a:lnSpc>
                <a:spcPct val="175000"/>
              </a:lnSpc>
            </a:pPr>
            <a:r>
              <a:rPr lang="en-US" altLang="zh-CN" dirty="0">
                <a:latin typeface="Tahoma" panose="020B0604030504040204" pitchFamily="34" charset="0"/>
              </a:rPr>
              <a:t>7.5    </a:t>
            </a:r>
            <a:r>
              <a:rPr lang="zh-CN" altLang="en-US" dirty="0">
                <a:latin typeface="Tahoma" panose="020B0604030504040204" pitchFamily="34" charset="0"/>
              </a:rPr>
              <a:t>单片机与</a:t>
            </a:r>
            <a:r>
              <a:rPr lang="en-US" altLang="zh-CN" dirty="0">
                <a:latin typeface="Tahoma" panose="020B0604030504040204" pitchFamily="34" charset="0"/>
              </a:rPr>
              <a:t>PC</a:t>
            </a:r>
            <a:r>
              <a:rPr lang="zh-CN" altLang="en-US" dirty="0">
                <a:latin typeface="Tahoma" panose="020B0604030504040204" pitchFamily="34" charset="0"/>
              </a:rPr>
              <a:t>机之间的通信</a:t>
            </a:r>
            <a:r>
              <a:rPr lang="zh-CN" altLang="en-US" b="0" dirty="0">
                <a:latin typeface="Tahoma" panose="020B0604030504040204" pitchFamily="34" charset="0"/>
              </a:rPr>
              <a:t> </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FEF6EC93-3B44-EBCA-3B14-322B4B55E471}"/>
                  </a:ext>
                </a:extLst>
              </p14:cNvPr>
              <p14:cNvContentPartPr/>
              <p14:nvPr/>
            </p14:nvContentPartPr>
            <p14:xfrm>
              <a:off x="793800" y="2279520"/>
              <a:ext cx="635400" cy="610200"/>
            </p14:xfrm>
          </p:contentPart>
        </mc:Choice>
        <mc:Fallback xmlns="">
          <p:pic>
            <p:nvPicPr>
              <p:cNvPr id="2" name="墨迹 1">
                <a:extLst>
                  <a:ext uri="{FF2B5EF4-FFF2-40B4-BE49-F238E27FC236}">
                    <a16:creationId xmlns:a16="http://schemas.microsoft.com/office/drawing/2014/main" id="{FEF6EC93-3B44-EBCA-3B14-322B4B55E471}"/>
                  </a:ext>
                </a:extLst>
              </p:cNvPr>
              <p:cNvPicPr/>
              <p:nvPr/>
            </p:nvPicPr>
            <p:blipFill>
              <a:blip r:embed="rId3"/>
              <a:stretch>
                <a:fillRect/>
              </a:stretch>
            </p:blipFill>
            <p:spPr>
              <a:xfrm>
                <a:off x="784440" y="2270160"/>
                <a:ext cx="654120" cy="62892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p:cNvSpPr>
          <p:nvPr>
            <p:ph idx="1"/>
          </p:nvPr>
        </p:nvSpPr>
        <p:spPr>
          <a:xfrm>
            <a:off x="457200" y="981075"/>
            <a:ext cx="8229600" cy="5145088"/>
          </a:xfrm>
          <a:noFill/>
          <a:ln>
            <a:noFill/>
          </a:ln>
        </p:spPr>
        <p:txBody>
          <a:bodyPr>
            <a:normAutofit lnSpcReduction="10000"/>
          </a:bodyPr>
          <a:lstStyle/>
          <a:p>
            <a:pPr eaLnBrk="1" hangingPunct="1">
              <a:lnSpc>
                <a:spcPct val="125000"/>
              </a:lnSpc>
              <a:buNone/>
            </a:pPr>
            <a:r>
              <a:rPr lang="en-US" altLang="zh-CN" sz="2800" b="1" dirty="0">
                <a:solidFill>
                  <a:schemeClr val="hlink"/>
                </a:solidFill>
              </a:rPr>
              <a:t>7.1 </a:t>
            </a:r>
            <a:r>
              <a:rPr lang="zh-CN" altLang="en-US" sz="2800" b="1" dirty="0">
                <a:solidFill>
                  <a:schemeClr val="hlink"/>
                </a:solidFill>
              </a:rPr>
              <a:t>串行通信概述</a:t>
            </a:r>
          </a:p>
          <a:p>
            <a:pPr eaLnBrk="1" hangingPunct="1">
              <a:lnSpc>
                <a:spcPct val="125000"/>
              </a:lnSpc>
              <a:buNone/>
            </a:pPr>
            <a:r>
              <a:rPr lang="en-US" altLang="zh-CN" sz="2800" b="1" dirty="0">
                <a:solidFill>
                  <a:srgbClr val="7030A0"/>
                </a:solidFill>
              </a:rPr>
              <a:t>7.1.1</a:t>
            </a:r>
            <a:r>
              <a:rPr lang="zh-CN" altLang="en-US" sz="2800" b="1" dirty="0">
                <a:solidFill>
                  <a:srgbClr val="7030A0"/>
                </a:solidFill>
              </a:rPr>
              <a:t>异步通信和同步通信</a:t>
            </a:r>
          </a:p>
          <a:p>
            <a:pPr eaLnBrk="1" hangingPunct="1">
              <a:lnSpc>
                <a:spcPct val="125000"/>
              </a:lnSpc>
              <a:buNone/>
            </a:pPr>
            <a:r>
              <a:rPr lang="zh-CN" altLang="en-US" b="1" dirty="0"/>
              <a:t>     </a:t>
            </a:r>
            <a:r>
              <a:rPr lang="zh-CN" altLang="en-US" sz="2400" b="1" dirty="0">
                <a:latin typeface="宋体" panose="02010600030101010101" pitchFamily="2" charset="-122"/>
              </a:rPr>
              <a:t>串行通信有两种基本通信方式，分别是异步通信和同步通信</a:t>
            </a:r>
            <a:r>
              <a:rPr lang="zh-CN" altLang="en-US" sz="2400" dirty="0">
                <a:latin typeface="宋体" panose="02010600030101010101" pitchFamily="2" charset="-122"/>
              </a:rPr>
              <a:t>。</a:t>
            </a:r>
          </a:p>
          <a:p>
            <a:pPr eaLnBrk="1" hangingPunct="1">
              <a:lnSpc>
                <a:spcPct val="125000"/>
              </a:lnSpc>
              <a:buNone/>
            </a:pPr>
            <a:r>
              <a:rPr lang="zh-CN" altLang="en-US" sz="2400" b="1" dirty="0">
                <a:solidFill>
                  <a:schemeClr val="hlink"/>
                </a:solidFill>
                <a:latin typeface="宋体" panose="02010600030101010101" pitchFamily="2" charset="-122"/>
              </a:rPr>
              <a:t>（</a:t>
            </a:r>
            <a:r>
              <a:rPr lang="en-US" altLang="zh-CN" sz="2400" b="1" dirty="0">
                <a:solidFill>
                  <a:schemeClr val="hlink"/>
                </a:solidFill>
                <a:latin typeface="宋体" panose="02010600030101010101" pitchFamily="2" charset="-122"/>
              </a:rPr>
              <a:t>1</a:t>
            </a:r>
            <a:r>
              <a:rPr lang="zh-CN" altLang="en-US" sz="2400" b="1" dirty="0">
                <a:solidFill>
                  <a:schemeClr val="hlink"/>
                </a:solidFill>
                <a:latin typeface="宋体" panose="02010600030101010101" pitchFamily="2" charset="-122"/>
              </a:rPr>
              <a:t>）异步通信</a:t>
            </a:r>
            <a:r>
              <a:rPr lang="fr-FR" altLang="zh-CN" sz="2400" b="1" dirty="0">
                <a:solidFill>
                  <a:schemeClr val="hlink"/>
                </a:solidFill>
                <a:latin typeface="宋体" panose="02010600030101010101" pitchFamily="2" charset="-122"/>
              </a:rPr>
              <a:t>ASYNC (asynchronous data communication)</a:t>
            </a:r>
          </a:p>
          <a:p>
            <a:pPr eaLnBrk="1" hangingPunct="1">
              <a:lnSpc>
                <a:spcPct val="125000"/>
              </a:lnSpc>
              <a:buNone/>
            </a:pPr>
            <a:r>
              <a:rPr lang="en-US" altLang="zh-CN" sz="2400" dirty="0"/>
              <a:t>     </a:t>
            </a:r>
            <a:r>
              <a:rPr lang="zh-CN" altLang="en-US" sz="2400" b="1" dirty="0"/>
              <a:t>异步通信的数据是按一定的帧格式传送的。帧格式中，一个字符由四部分组成：起始位，数据位，奇偶校验位和停止位。首先是一个起始位（</a:t>
            </a:r>
            <a:r>
              <a:rPr lang="en-US" altLang="zh-CN" sz="2400" b="1" dirty="0"/>
              <a:t>0</a:t>
            </a:r>
            <a:r>
              <a:rPr lang="zh-CN" altLang="en-US" sz="2400" b="1" dirty="0"/>
              <a:t>），然后是</a:t>
            </a:r>
            <a:r>
              <a:rPr lang="en-US" altLang="zh-CN" sz="2400" b="1" dirty="0"/>
              <a:t>5</a:t>
            </a:r>
            <a:r>
              <a:rPr lang="zh-CN" altLang="en-US" sz="2400" b="1" dirty="0"/>
              <a:t>到</a:t>
            </a:r>
            <a:r>
              <a:rPr lang="en-US" altLang="zh-CN" sz="2400" b="1" dirty="0"/>
              <a:t>8</a:t>
            </a:r>
            <a:r>
              <a:rPr lang="zh-CN" altLang="en-US" sz="2400" b="1" dirty="0"/>
              <a:t>位数据位（一般规定低位在前，高位在后），接下来是奇偶校验位（可省），最后是停止位（</a:t>
            </a:r>
            <a:r>
              <a:rPr lang="en-US" altLang="zh-CN" sz="2400" b="1" dirty="0"/>
              <a:t>1</a:t>
            </a:r>
            <a:r>
              <a:rPr lang="zh-CN" altLang="en-US" sz="2400" b="1" dirty="0"/>
              <a:t>）。</a:t>
            </a:r>
            <a:endParaRPr lang="zh-CN" altLang="en-US" sz="2400" b="1" dirty="0">
              <a:latin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BADF6EAF-A1E3-038E-50E4-0ED55D2F238F}"/>
                  </a:ext>
                </a:extLst>
              </p14:cNvPr>
              <p14:cNvContentPartPr/>
              <p14:nvPr/>
            </p14:nvContentPartPr>
            <p14:xfrm>
              <a:off x="2651103" y="1000119"/>
              <a:ext cx="360" cy="360"/>
            </p14:xfrm>
          </p:contentPart>
        </mc:Choice>
        <mc:Fallback xmlns="">
          <p:pic>
            <p:nvPicPr>
              <p:cNvPr id="2" name="墨迹 1">
                <a:extLst>
                  <a:ext uri="{FF2B5EF4-FFF2-40B4-BE49-F238E27FC236}">
                    <a16:creationId xmlns:a16="http://schemas.microsoft.com/office/drawing/2014/main" id="{BADF6EAF-A1E3-038E-50E4-0ED55D2F238F}"/>
                  </a:ext>
                </a:extLst>
              </p:cNvPr>
              <p:cNvPicPr/>
              <p:nvPr/>
            </p:nvPicPr>
            <p:blipFill>
              <a:blip r:embed="rId3"/>
              <a:stretch>
                <a:fillRect/>
              </a:stretch>
            </p:blipFill>
            <p:spPr>
              <a:xfrm>
                <a:off x="2633103" y="98211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CBB23216-EACD-92F0-5EF1-31D7F16BC2D8}"/>
                  </a:ext>
                </a:extLst>
              </p14:cNvPr>
              <p14:cNvContentPartPr/>
              <p14:nvPr/>
            </p14:nvContentPartPr>
            <p14:xfrm>
              <a:off x="6946983" y="2705439"/>
              <a:ext cx="1066680" cy="105480"/>
            </p14:xfrm>
          </p:contentPart>
        </mc:Choice>
        <mc:Fallback xmlns="">
          <p:pic>
            <p:nvPicPr>
              <p:cNvPr id="3" name="墨迹 2">
                <a:extLst>
                  <a:ext uri="{FF2B5EF4-FFF2-40B4-BE49-F238E27FC236}">
                    <a16:creationId xmlns:a16="http://schemas.microsoft.com/office/drawing/2014/main" id="{CBB23216-EACD-92F0-5EF1-31D7F16BC2D8}"/>
                  </a:ext>
                </a:extLst>
              </p:cNvPr>
              <p:cNvPicPr/>
              <p:nvPr/>
            </p:nvPicPr>
            <p:blipFill>
              <a:blip r:embed="rId5"/>
              <a:stretch>
                <a:fillRect/>
              </a:stretch>
            </p:blipFill>
            <p:spPr>
              <a:xfrm>
                <a:off x="6928983" y="2687799"/>
                <a:ext cx="1102320" cy="14112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p:cNvSpPr>
          <p:nvPr>
            <p:ph idx="1"/>
          </p:nvPr>
        </p:nvSpPr>
        <p:spPr>
          <a:xfrm>
            <a:off x="250825" y="1092200"/>
            <a:ext cx="8642350" cy="5145088"/>
          </a:xfrm>
          <a:noFill/>
          <a:ln>
            <a:noFill/>
          </a:ln>
        </p:spPr>
        <p:txBody>
          <a:bodyPr/>
          <a:lstStyle/>
          <a:p>
            <a:pPr eaLnBrk="1" hangingPunct="1">
              <a:buNone/>
            </a:pPr>
            <a:r>
              <a:rPr lang="zh-CN" altLang="en-US" sz="2400" b="1" dirty="0">
                <a:solidFill>
                  <a:schemeClr val="hlink"/>
                </a:solidFill>
              </a:rPr>
              <a:t>（</a:t>
            </a:r>
            <a:r>
              <a:rPr lang="en-US" altLang="zh-CN" sz="2400" b="1" dirty="0">
                <a:solidFill>
                  <a:schemeClr val="hlink"/>
                </a:solidFill>
              </a:rPr>
              <a:t>2</a:t>
            </a:r>
            <a:r>
              <a:rPr lang="zh-CN" altLang="en-US" sz="2400" b="1" dirty="0">
                <a:solidFill>
                  <a:schemeClr val="hlink"/>
                </a:solidFill>
              </a:rPr>
              <a:t>）</a:t>
            </a:r>
            <a:r>
              <a:rPr lang="zh-CN" altLang="fr-FR" sz="2400" b="1" dirty="0">
                <a:solidFill>
                  <a:schemeClr val="hlink"/>
                </a:solidFill>
              </a:rPr>
              <a:t> </a:t>
            </a:r>
            <a:r>
              <a:rPr lang="zh-CN" altLang="en-US" sz="2400" b="1" dirty="0">
                <a:solidFill>
                  <a:schemeClr val="hlink"/>
                </a:solidFill>
              </a:rPr>
              <a:t>同步通信</a:t>
            </a:r>
            <a:r>
              <a:rPr lang="fr-FR" altLang="zh-CN" sz="2400" b="1" dirty="0">
                <a:solidFill>
                  <a:schemeClr val="hlink"/>
                </a:solidFill>
              </a:rPr>
              <a:t>SYNC(synchronous data communication)</a:t>
            </a:r>
            <a:r>
              <a:rPr lang="fr-FR" altLang="zh-CN" sz="2400" dirty="0"/>
              <a:t> </a:t>
            </a:r>
          </a:p>
          <a:p>
            <a:pPr eaLnBrk="1" hangingPunct="1">
              <a:buNone/>
            </a:pPr>
            <a:r>
              <a:rPr lang="en-US" altLang="zh-CN" sz="2400" dirty="0"/>
              <a:t>   </a:t>
            </a:r>
            <a:r>
              <a:rPr lang="zh-CN" altLang="en-US" sz="2400" b="1" dirty="0"/>
              <a:t>同步通信中，在数据开始传送前用同步字符来指示（常约定为</a:t>
            </a:r>
            <a:r>
              <a:rPr lang="en-US" altLang="zh-CN" sz="2400" b="1" dirty="0"/>
              <a:t>1~2</a:t>
            </a:r>
            <a:r>
              <a:rPr lang="zh-CN" altLang="en-US" sz="2400" b="1" dirty="0"/>
              <a:t>个同步字符），并由同步时钟来实现发送端和接收端同步，即检测到规定的同步字符后，就连续按顺序传送数据，直到通信告一段落。同步传送时，字符与字符间没有间隙，也没有起始位和停止位，仅在数据块开始时用同步字符来指示。</a:t>
            </a:r>
          </a:p>
          <a:p>
            <a:pPr algn="just" eaLnBrk="1" hangingPunct="1">
              <a:buNone/>
            </a:pPr>
            <a:r>
              <a:rPr lang="en-US" altLang="zh-CN" sz="2800" b="1" dirty="0">
                <a:solidFill>
                  <a:srgbClr val="7030A0"/>
                </a:solidFill>
              </a:rPr>
              <a:t>7.1.2 </a:t>
            </a:r>
            <a:r>
              <a:rPr lang="zh-CN" altLang="en-US" sz="2800" b="1" dirty="0">
                <a:solidFill>
                  <a:srgbClr val="7030A0"/>
                </a:solidFill>
              </a:rPr>
              <a:t>串行通信的线路传输方式</a:t>
            </a:r>
          </a:p>
          <a:p>
            <a:pPr algn="just" eaLnBrk="1" hangingPunct="1">
              <a:buNone/>
            </a:pPr>
            <a:r>
              <a:rPr lang="zh-CN" altLang="en-US" sz="2400" b="1" dirty="0"/>
              <a:t>   （</a:t>
            </a:r>
            <a:r>
              <a:rPr lang="en-US" altLang="zh-CN" sz="2400" b="1" dirty="0"/>
              <a:t>1</a:t>
            </a:r>
            <a:r>
              <a:rPr lang="zh-CN" altLang="en-US" sz="2400" b="1" dirty="0"/>
              <a:t>）单工传输方式</a:t>
            </a:r>
          </a:p>
          <a:p>
            <a:pPr algn="just" eaLnBrk="1" hangingPunct="1">
              <a:buNone/>
            </a:pPr>
            <a:r>
              <a:rPr lang="zh-CN" altLang="en-US" sz="2400" b="1" dirty="0"/>
              <a:t>   （</a:t>
            </a:r>
            <a:r>
              <a:rPr lang="en-US" altLang="zh-CN" sz="2400" b="1" dirty="0"/>
              <a:t>2</a:t>
            </a:r>
            <a:r>
              <a:rPr lang="zh-CN" altLang="en-US" sz="2400" b="1" dirty="0"/>
              <a:t>）半双工传输方式</a:t>
            </a:r>
          </a:p>
          <a:p>
            <a:pPr algn="just" eaLnBrk="1" hangingPunct="1">
              <a:buNone/>
            </a:pPr>
            <a:r>
              <a:rPr lang="zh-CN" altLang="en-US" sz="2400" b="1" dirty="0"/>
              <a:t>   （</a:t>
            </a:r>
            <a:r>
              <a:rPr lang="en-US" altLang="zh-CN" sz="2400" b="1" dirty="0"/>
              <a:t>3</a:t>
            </a:r>
            <a:r>
              <a:rPr lang="zh-CN" altLang="en-US" sz="2400" b="1" dirty="0"/>
              <a:t>）全双工传输方式</a:t>
            </a:r>
          </a:p>
          <a:p>
            <a:pPr eaLnBrk="1" hangingPunct="1">
              <a:buNone/>
            </a:pPr>
            <a:r>
              <a:rPr lang="zh-CN" altLang="en-US" sz="2000" b="1" dirty="0"/>
              <a:t> </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688B3E45-D614-76F0-AEFB-CEECC28F2D9C}"/>
                  </a:ext>
                </a:extLst>
              </p14:cNvPr>
              <p14:cNvContentPartPr/>
              <p14:nvPr/>
            </p14:nvContentPartPr>
            <p14:xfrm>
              <a:off x="381240" y="5600880"/>
              <a:ext cx="2724480" cy="101880"/>
            </p14:xfrm>
          </p:contentPart>
        </mc:Choice>
        <mc:Fallback xmlns="">
          <p:pic>
            <p:nvPicPr>
              <p:cNvPr id="2" name="墨迹 1">
                <a:extLst>
                  <a:ext uri="{FF2B5EF4-FFF2-40B4-BE49-F238E27FC236}">
                    <a16:creationId xmlns:a16="http://schemas.microsoft.com/office/drawing/2014/main" id="{688B3E45-D614-76F0-AEFB-CEECC28F2D9C}"/>
                  </a:ext>
                </a:extLst>
              </p:cNvPr>
              <p:cNvPicPr/>
              <p:nvPr/>
            </p:nvPicPr>
            <p:blipFill>
              <a:blip r:embed="rId3"/>
              <a:stretch>
                <a:fillRect/>
              </a:stretch>
            </p:blipFill>
            <p:spPr>
              <a:xfrm>
                <a:off x="371880" y="5591520"/>
                <a:ext cx="27432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BF5104D7-3091-597C-1D29-A3A40383D230}"/>
                  </a:ext>
                </a:extLst>
              </p14:cNvPr>
              <p14:cNvContentPartPr/>
              <p14:nvPr/>
            </p14:nvContentPartPr>
            <p14:xfrm>
              <a:off x="2018943" y="5565639"/>
              <a:ext cx="619200" cy="271080"/>
            </p14:xfrm>
          </p:contentPart>
        </mc:Choice>
        <mc:Fallback xmlns="">
          <p:pic>
            <p:nvPicPr>
              <p:cNvPr id="3" name="墨迹 2">
                <a:extLst>
                  <a:ext uri="{FF2B5EF4-FFF2-40B4-BE49-F238E27FC236}">
                    <a16:creationId xmlns:a16="http://schemas.microsoft.com/office/drawing/2014/main" id="{BF5104D7-3091-597C-1D29-A3A40383D230}"/>
                  </a:ext>
                </a:extLst>
              </p:cNvPr>
              <p:cNvPicPr/>
              <p:nvPr/>
            </p:nvPicPr>
            <p:blipFill>
              <a:blip r:embed="rId5"/>
              <a:stretch>
                <a:fillRect/>
              </a:stretch>
            </p:blipFill>
            <p:spPr>
              <a:xfrm>
                <a:off x="2000943" y="5547999"/>
                <a:ext cx="654840" cy="30672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93"/>
          <p:cNvGrpSpPr/>
          <p:nvPr/>
        </p:nvGrpSpPr>
        <p:grpSpPr>
          <a:xfrm>
            <a:off x="755650" y="981075"/>
            <a:ext cx="7416800" cy="5040313"/>
            <a:chOff x="784" y="1447"/>
            <a:chExt cx="2968" cy="1642"/>
          </a:xfrm>
        </p:grpSpPr>
        <p:sp>
          <p:nvSpPr>
            <p:cNvPr id="8195" name="Text Box 50"/>
            <p:cNvSpPr txBox="1"/>
            <p:nvPr/>
          </p:nvSpPr>
          <p:spPr>
            <a:xfrm>
              <a:off x="3028" y="1991"/>
              <a:ext cx="432" cy="160"/>
            </a:xfrm>
            <a:prstGeom prst="rect">
              <a:avLst/>
            </a:prstGeom>
            <a:noFill/>
            <a:ln w="22225">
              <a:noFill/>
            </a:ln>
          </p:spPr>
          <p:txBody>
            <a:bodyPr/>
            <a:lstStyle/>
            <a:p>
              <a:pPr algn="ctr" eaLnBrk="1" hangingPunct="1"/>
              <a:r>
                <a:rPr lang="zh-CN" altLang="en-US" sz="2000" dirty="0">
                  <a:latin typeface="Times New Roman" panose="02020603050405020304" pitchFamily="18" charset="0"/>
                </a:rPr>
                <a:t>数据流</a:t>
              </a:r>
              <a:endParaRPr lang="zh-CN" altLang="en-US" sz="2000" dirty="0">
                <a:latin typeface="Tahoma" panose="020B0604030504040204" pitchFamily="34" charset="0"/>
              </a:endParaRPr>
            </a:p>
          </p:txBody>
        </p:sp>
        <p:sp>
          <p:nvSpPr>
            <p:cNvPr id="8196" name="Rectangle 51"/>
            <p:cNvSpPr/>
            <p:nvPr/>
          </p:nvSpPr>
          <p:spPr>
            <a:xfrm>
              <a:off x="1959" y="1447"/>
              <a:ext cx="216" cy="320"/>
            </a:xfrm>
            <a:prstGeom prst="rect">
              <a:avLst/>
            </a:prstGeom>
            <a:noFill/>
            <a:ln w="22225"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197" name="Rectangle 52"/>
            <p:cNvSpPr/>
            <p:nvPr/>
          </p:nvSpPr>
          <p:spPr>
            <a:xfrm>
              <a:off x="2535" y="1447"/>
              <a:ext cx="216" cy="320"/>
            </a:xfrm>
            <a:prstGeom prst="rect">
              <a:avLst/>
            </a:prstGeom>
            <a:noFill/>
            <a:ln w="22225"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198" name="Text Box 53"/>
            <p:cNvSpPr txBox="1"/>
            <p:nvPr/>
          </p:nvSpPr>
          <p:spPr>
            <a:xfrm>
              <a:off x="1923" y="1483"/>
              <a:ext cx="288" cy="320"/>
            </a:xfrm>
            <a:prstGeom prst="rect">
              <a:avLst/>
            </a:prstGeom>
            <a:noFill/>
            <a:ln w="22225">
              <a:noFill/>
            </a:ln>
          </p:spPr>
          <p:txBody>
            <a:bodyPr/>
            <a:lstStyle/>
            <a:p>
              <a:pPr algn="ctr" eaLnBrk="1" hangingPunct="1"/>
              <a:r>
                <a:rPr lang="zh-CN" altLang="en-US" sz="2000" dirty="0">
                  <a:latin typeface="Times New Roman" panose="02020603050405020304" pitchFamily="18" charset="0"/>
                </a:rPr>
                <a:t>发送器甲</a:t>
              </a:r>
              <a:endParaRPr lang="zh-CN" altLang="en-US" sz="2000" dirty="0">
                <a:latin typeface="Tahoma" panose="020B0604030504040204" pitchFamily="34" charset="0"/>
              </a:endParaRPr>
            </a:p>
          </p:txBody>
        </p:sp>
        <p:sp>
          <p:nvSpPr>
            <p:cNvPr id="8199" name="Text Box 54"/>
            <p:cNvSpPr txBox="1"/>
            <p:nvPr/>
          </p:nvSpPr>
          <p:spPr>
            <a:xfrm>
              <a:off x="2511" y="1481"/>
              <a:ext cx="288" cy="320"/>
            </a:xfrm>
            <a:prstGeom prst="rect">
              <a:avLst/>
            </a:prstGeom>
            <a:noFill/>
            <a:ln w="22225">
              <a:noFill/>
            </a:ln>
          </p:spPr>
          <p:txBody>
            <a:bodyPr/>
            <a:lstStyle/>
            <a:p>
              <a:pPr algn="ctr" eaLnBrk="1" hangingPunct="1"/>
              <a:r>
                <a:rPr lang="zh-CN" altLang="en-US" sz="2000" dirty="0">
                  <a:latin typeface="Times New Roman" panose="02020603050405020304" pitchFamily="18" charset="0"/>
                </a:rPr>
                <a:t>接收器乙</a:t>
              </a:r>
              <a:endParaRPr lang="zh-CN" altLang="en-US" sz="2000" dirty="0">
                <a:latin typeface="Tahoma" panose="020B0604030504040204" pitchFamily="34" charset="0"/>
              </a:endParaRPr>
            </a:p>
          </p:txBody>
        </p:sp>
        <p:sp>
          <p:nvSpPr>
            <p:cNvPr id="8200" name="Line 55"/>
            <p:cNvSpPr/>
            <p:nvPr/>
          </p:nvSpPr>
          <p:spPr>
            <a:xfrm>
              <a:off x="2175" y="1607"/>
              <a:ext cx="360" cy="0"/>
            </a:xfrm>
            <a:prstGeom prst="line">
              <a:avLst/>
            </a:prstGeom>
            <a:ln w="22225" cap="flat" cmpd="sng">
              <a:solidFill>
                <a:srgbClr val="000000"/>
              </a:solidFill>
              <a:prstDash val="solid"/>
              <a:headEnd type="none" w="med" len="med"/>
              <a:tailEnd type="triangle" w="med" len="med"/>
            </a:ln>
          </p:spPr>
        </p:sp>
        <p:sp>
          <p:nvSpPr>
            <p:cNvPr id="8201" name="Line 56"/>
            <p:cNvSpPr/>
            <p:nvPr/>
          </p:nvSpPr>
          <p:spPr>
            <a:xfrm>
              <a:off x="1411" y="2341"/>
              <a:ext cx="216" cy="0"/>
            </a:xfrm>
            <a:prstGeom prst="line">
              <a:avLst/>
            </a:prstGeom>
            <a:ln w="22225" cap="flat" cmpd="sng">
              <a:solidFill>
                <a:srgbClr val="000000"/>
              </a:solidFill>
              <a:prstDash val="solid"/>
              <a:headEnd type="stealth" w="med" len="med"/>
              <a:tailEnd type="stealth" w="med" len="med"/>
            </a:ln>
          </p:spPr>
        </p:sp>
        <p:sp>
          <p:nvSpPr>
            <p:cNvPr id="8202" name="Rectangle 57"/>
            <p:cNvSpPr/>
            <p:nvPr/>
          </p:nvSpPr>
          <p:spPr>
            <a:xfrm>
              <a:off x="863" y="2081"/>
              <a:ext cx="216" cy="320"/>
            </a:xfrm>
            <a:prstGeom prst="rect">
              <a:avLst/>
            </a:prstGeom>
            <a:noFill/>
            <a:ln w="22225"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203" name="Text Box 58"/>
            <p:cNvSpPr txBox="1"/>
            <p:nvPr/>
          </p:nvSpPr>
          <p:spPr>
            <a:xfrm>
              <a:off x="827" y="2121"/>
              <a:ext cx="288" cy="320"/>
            </a:xfrm>
            <a:prstGeom prst="rect">
              <a:avLst/>
            </a:prstGeom>
            <a:noFill/>
            <a:ln w="22225">
              <a:noFill/>
            </a:ln>
          </p:spPr>
          <p:txBody>
            <a:bodyPr/>
            <a:lstStyle/>
            <a:p>
              <a:pPr algn="ctr" eaLnBrk="1" hangingPunct="1"/>
              <a:r>
                <a:rPr lang="zh-CN" altLang="en-US" sz="2000" dirty="0">
                  <a:latin typeface="Times New Roman" panose="02020603050405020304" pitchFamily="18" charset="0"/>
                </a:rPr>
                <a:t>发送器甲</a:t>
              </a:r>
              <a:endParaRPr lang="zh-CN" altLang="en-US" sz="2000" dirty="0">
                <a:latin typeface="Tahoma" panose="020B0604030504040204" pitchFamily="34" charset="0"/>
              </a:endParaRPr>
            </a:p>
          </p:txBody>
        </p:sp>
        <p:sp>
          <p:nvSpPr>
            <p:cNvPr id="8204" name="Rectangle 59"/>
            <p:cNvSpPr/>
            <p:nvPr/>
          </p:nvSpPr>
          <p:spPr>
            <a:xfrm>
              <a:off x="857" y="2471"/>
              <a:ext cx="216" cy="320"/>
            </a:xfrm>
            <a:prstGeom prst="rect">
              <a:avLst/>
            </a:prstGeom>
            <a:noFill/>
            <a:ln w="22225"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205" name="Text Box 60"/>
            <p:cNvSpPr txBox="1"/>
            <p:nvPr/>
          </p:nvSpPr>
          <p:spPr>
            <a:xfrm>
              <a:off x="825" y="2501"/>
              <a:ext cx="288" cy="320"/>
            </a:xfrm>
            <a:prstGeom prst="rect">
              <a:avLst/>
            </a:prstGeom>
            <a:noFill/>
            <a:ln w="22225">
              <a:noFill/>
            </a:ln>
          </p:spPr>
          <p:txBody>
            <a:bodyPr/>
            <a:lstStyle/>
            <a:p>
              <a:pPr algn="ctr" eaLnBrk="1" hangingPunct="1"/>
              <a:r>
                <a:rPr lang="zh-CN" altLang="en-US" sz="2000" dirty="0">
                  <a:latin typeface="Times New Roman" panose="02020603050405020304" pitchFamily="18" charset="0"/>
                </a:rPr>
                <a:t>接收器甲</a:t>
              </a:r>
              <a:endParaRPr lang="zh-CN" altLang="en-US" sz="2000" dirty="0">
                <a:latin typeface="Tahoma" panose="020B0604030504040204" pitchFamily="34" charset="0"/>
              </a:endParaRPr>
            </a:p>
          </p:txBody>
        </p:sp>
        <p:sp>
          <p:nvSpPr>
            <p:cNvPr id="8206" name="Rectangle 61"/>
            <p:cNvSpPr/>
            <p:nvPr/>
          </p:nvSpPr>
          <p:spPr>
            <a:xfrm>
              <a:off x="784" y="2005"/>
              <a:ext cx="362" cy="880"/>
            </a:xfrm>
            <a:prstGeom prst="rect">
              <a:avLst/>
            </a:prstGeom>
            <a:noFill/>
            <a:ln w="22225" cap="flat" cmpd="sng">
              <a:solidFill>
                <a:srgbClr val="000000"/>
              </a:solidFill>
              <a:prstDash val="dash"/>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207" name="Line 62"/>
            <p:cNvSpPr/>
            <p:nvPr/>
          </p:nvSpPr>
          <p:spPr>
            <a:xfrm>
              <a:off x="1083" y="2245"/>
              <a:ext cx="232" cy="0"/>
            </a:xfrm>
            <a:prstGeom prst="line">
              <a:avLst/>
            </a:prstGeom>
            <a:ln w="22225" cap="flat" cmpd="sng">
              <a:solidFill>
                <a:srgbClr val="000000"/>
              </a:solidFill>
              <a:prstDash val="solid"/>
              <a:headEnd type="none" w="med" len="med"/>
              <a:tailEnd type="oval" w="med" len="med"/>
            </a:ln>
          </p:spPr>
        </p:sp>
        <p:sp>
          <p:nvSpPr>
            <p:cNvPr id="8208" name="Line 63"/>
            <p:cNvSpPr/>
            <p:nvPr/>
          </p:nvSpPr>
          <p:spPr>
            <a:xfrm>
              <a:off x="1075" y="2633"/>
              <a:ext cx="232" cy="0"/>
            </a:xfrm>
            <a:prstGeom prst="line">
              <a:avLst/>
            </a:prstGeom>
            <a:ln w="22225" cap="flat" cmpd="sng">
              <a:solidFill>
                <a:srgbClr val="000000"/>
              </a:solidFill>
              <a:prstDash val="solid"/>
              <a:headEnd type="none" w="med" len="med"/>
              <a:tailEnd type="oval" w="med" len="med"/>
            </a:ln>
          </p:spPr>
        </p:sp>
        <p:sp>
          <p:nvSpPr>
            <p:cNvPr id="8209" name="Rectangle 64"/>
            <p:cNvSpPr/>
            <p:nvPr/>
          </p:nvSpPr>
          <p:spPr>
            <a:xfrm>
              <a:off x="1967" y="2085"/>
              <a:ext cx="216" cy="320"/>
            </a:xfrm>
            <a:prstGeom prst="rect">
              <a:avLst/>
            </a:prstGeom>
            <a:noFill/>
            <a:ln w="22225"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210" name="Text Box 65"/>
            <p:cNvSpPr txBox="1"/>
            <p:nvPr/>
          </p:nvSpPr>
          <p:spPr>
            <a:xfrm>
              <a:off x="1931" y="2127"/>
              <a:ext cx="288" cy="320"/>
            </a:xfrm>
            <a:prstGeom prst="rect">
              <a:avLst/>
            </a:prstGeom>
            <a:noFill/>
            <a:ln w="22225">
              <a:noFill/>
            </a:ln>
          </p:spPr>
          <p:txBody>
            <a:bodyPr/>
            <a:lstStyle/>
            <a:p>
              <a:pPr algn="ctr" eaLnBrk="1" hangingPunct="1"/>
              <a:r>
                <a:rPr lang="zh-CN" altLang="en-US" sz="2000" dirty="0">
                  <a:latin typeface="Times New Roman" panose="02020603050405020304" pitchFamily="18" charset="0"/>
                </a:rPr>
                <a:t>接收器乙</a:t>
              </a:r>
              <a:endParaRPr lang="zh-CN" altLang="en-US" sz="2000" dirty="0">
                <a:latin typeface="Tahoma" panose="020B0604030504040204" pitchFamily="34" charset="0"/>
              </a:endParaRPr>
            </a:p>
          </p:txBody>
        </p:sp>
        <p:sp>
          <p:nvSpPr>
            <p:cNvPr id="8211" name="Rectangle 66"/>
            <p:cNvSpPr/>
            <p:nvPr/>
          </p:nvSpPr>
          <p:spPr>
            <a:xfrm>
              <a:off x="1967" y="2481"/>
              <a:ext cx="216" cy="320"/>
            </a:xfrm>
            <a:prstGeom prst="rect">
              <a:avLst/>
            </a:prstGeom>
            <a:noFill/>
            <a:ln w="22225"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212" name="Text Box 67"/>
            <p:cNvSpPr txBox="1"/>
            <p:nvPr/>
          </p:nvSpPr>
          <p:spPr>
            <a:xfrm>
              <a:off x="1931" y="2513"/>
              <a:ext cx="288" cy="320"/>
            </a:xfrm>
            <a:prstGeom prst="rect">
              <a:avLst/>
            </a:prstGeom>
            <a:noFill/>
            <a:ln w="22225">
              <a:noFill/>
            </a:ln>
          </p:spPr>
          <p:txBody>
            <a:bodyPr/>
            <a:lstStyle/>
            <a:p>
              <a:pPr algn="ctr" eaLnBrk="1" hangingPunct="1"/>
              <a:r>
                <a:rPr lang="zh-CN" altLang="en-US" sz="2000" dirty="0">
                  <a:latin typeface="Times New Roman" panose="02020603050405020304" pitchFamily="18" charset="0"/>
                </a:rPr>
                <a:t>发送器乙</a:t>
              </a:r>
              <a:endParaRPr lang="zh-CN" altLang="en-US" sz="2000" dirty="0">
                <a:latin typeface="Tahoma" panose="020B0604030504040204" pitchFamily="34" charset="0"/>
              </a:endParaRPr>
            </a:p>
          </p:txBody>
        </p:sp>
        <p:sp>
          <p:nvSpPr>
            <p:cNvPr id="8213" name="Rectangle 68"/>
            <p:cNvSpPr/>
            <p:nvPr/>
          </p:nvSpPr>
          <p:spPr>
            <a:xfrm>
              <a:off x="1870" y="2005"/>
              <a:ext cx="362" cy="880"/>
            </a:xfrm>
            <a:prstGeom prst="rect">
              <a:avLst/>
            </a:prstGeom>
            <a:noFill/>
            <a:ln w="22225" cap="flat" cmpd="sng">
              <a:solidFill>
                <a:srgbClr val="000000"/>
              </a:solidFill>
              <a:prstDash val="dash"/>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214" name="Line 69"/>
            <p:cNvSpPr/>
            <p:nvPr/>
          </p:nvSpPr>
          <p:spPr>
            <a:xfrm>
              <a:off x="1735" y="2633"/>
              <a:ext cx="232" cy="0"/>
            </a:xfrm>
            <a:prstGeom prst="line">
              <a:avLst/>
            </a:prstGeom>
            <a:ln w="22225" cap="flat" cmpd="sng">
              <a:solidFill>
                <a:srgbClr val="000000"/>
              </a:solidFill>
              <a:prstDash val="solid"/>
              <a:headEnd type="oval" w="med" len="med"/>
              <a:tailEnd type="none" w="med" len="med"/>
            </a:ln>
          </p:spPr>
        </p:sp>
        <p:sp>
          <p:nvSpPr>
            <p:cNvPr id="8215" name="Line 70"/>
            <p:cNvSpPr/>
            <p:nvPr/>
          </p:nvSpPr>
          <p:spPr>
            <a:xfrm>
              <a:off x="1735" y="2245"/>
              <a:ext cx="232" cy="0"/>
            </a:xfrm>
            <a:prstGeom prst="line">
              <a:avLst/>
            </a:prstGeom>
            <a:ln w="22225" cap="flat" cmpd="sng">
              <a:solidFill>
                <a:srgbClr val="000000"/>
              </a:solidFill>
              <a:prstDash val="solid"/>
              <a:headEnd type="oval" w="med" len="med"/>
              <a:tailEnd type="none" w="med" len="med"/>
            </a:ln>
          </p:spPr>
        </p:sp>
        <p:sp>
          <p:nvSpPr>
            <p:cNvPr id="8216" name="Line 71"/>
            <p:cNvSpPr/>
            <p:nvPr/>
          </p:nvSpPr>
          <p:spPr>
            <a:xfrm>
              <a:off x="1419" y="2433"/>
              <a:ext cx="216" cy="0"/>
            </a:xfrm>
            <a:prstGeom prst="line">
              <a:avLst/>
            </a:prstGeom>
            <a:ln w="22225" cap="flat" cmpd="sng">
              <a:solidFill>
                <a:srgbClr val="000000"/>
              </a:solidFill>
              <a:prstDash val="solid"/>
              <a:headEnd type="oval" w="med" len="med"/>
              <a:tailEnd type="oval" w="med" len="med"/>
            </a:ln>
          </p:spPr>
        </p:sp>
        <p:sp>
          <p:nvSpPr>
            <p:cNvPr id="8217" name="Line 72"/>
            <p:cNvSpPr/>
            <p:nvPr/>
          </p:nvSpPr>
          <p:spPr>
            <a:xfrm flipH="1" flipV="1">
              <a:off x="1323" y="2181"/>
              <a:ext cx="93" cy="248"/>
            </a:xfrm>
            <a:prstGeom prst="line">
              <a:avLst/>
            </a:prstGeom>
            <a:ln w="22225" cap="flat" cmpd="sng">
              <a:solidFill>
                <a:srgbClr val="000000"/>
              </a:solidFill>
              <a:prstDash val="solid"/>
              <a:headEnd type="none" w="med" len="med"/>
              <a:tailEnd type="none" w="med" len="med"/>
            </a:ln>
          </p:spPr>
        </p:sp>
        <p:sp>
          <p:nvSpPr>
            <p:cNvPr id="8218" name="Line 73"/>
            <p:cNvSpPr/>
            <p:nvPr/>
          </p:nvSpPr>
          <p:spPr>
            <a:xfrm flipV="1">
              <a:off x="1631" y="2169"/>
              <a:ext cx="97" cy="260"/>
            </a:xfrm>
            <a:prstGeom prst="line">
              <a:avLst/>
            </a:prstGeom>
            <a:ln w="22225" cap="flat" cmpd="sng">
              <a:solidFill>
                <a:srgbClr val="000000"/>
              </a:solidFill>
              <a:prstDash val="solid"/>
              <a:headEnd type="none" w="med" len="med"/>
              <a:tailEnd type="none" w="med" len="med"/>
            </a:ln>
          </p:spPr>
        </p:sp>
        <p:sp>
          <p:nvSpPr>
            <p:cNvPr id="8219" name="Line 74"/>
            <p:cNvSpPr/>
            <p:nvPr/>
          </p:nvSpPr>
          <p:spPr>
            <a:xfrm flipH="1">
              <a:off x="1288" y="2425"/>
              <a:ext cx="131" cy="294"/>
            </a:xfrm>
            <a:prstGeom prst="line">
              <a:avLst/>
            </a:prstGeom>
            <a:ln w="22225" cap="flat" cmpd="sng">
              <a:solidFill>
                <a:srgbClr val="000000"/>
              </a:solidFill>
              <a:prstDash val="dash"/>
              <a:headEnd type="none" w="med" len="med"/>
              <a:tailEnd type="none" w="med" len="med"/>
            </a:ln>
          </p:spPr>
        </p:sp>
        <p:sp>
          <p:nvSpPr>
            <p:cNvPr id="8220" name="Line 75"/>
            <p:cNvSpPr/>
            <p:nvPr/>
          </p:nvSpPr>
          <p:spPr>
            <a:xfrm>
              <a:off x="1627" y="2433"/>
              <a:ext cx="107" cy="284"/>
            </a:xfrm>
            <a:prstGeom prst="line">
              <a:avLst/>
            </a:prstGeom>
            <a:ln w="22225" cap="flat" cmpd="sng">
              <a:solidFill>
                <a:srgbClr val="000000"/>
              </a:solidFill>
              <a:prstDash val="dash"/>
              <a:headEnd type="none" w="med" len="med"/>
              <a:tailEnd type="none" w="med" len="med"/>
            </a:ln>
          </p:spPr>
        </p:sp>
        <p:sp>
          <p:nvSpPr>
            <p:cNvPr id="8221" name="Rectangle 76"/>
            <p:cNvSpPr/>
            <p:nvPr/>
          </p:nvSpPr>
          <p:spPr>
            <a:xfrm>
              <a:off x="2736" y="2081"/>
              <a:ext cx="216" cy="320"/>
            </a:xfrm>
            <a:prstGeom prst="rect">
              <a:avLst/>
            </a:prstGeom>
            <a:noFill/>
            <a:ln w="22225"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222" name="Text Box 77"/>
            <p:cNvSpPr txBox="1"/>
            <p:nvPr/>
          </p:nvSpPr>
          <p:spPr>
            <a:xfrm>
              <a:off x="2700" y="2113"/>
              <a:ext cx="288" cy="320"/>
            </a:xfrm>
            <a:prstGeom prst="rect">
              <a:avLst/>
            </a:prstGeom>
            <a:noFill/>
            <a:ln w="22225">
              <a:noFill/>
            </a:ln>
          </p:spPr>
          <p:txBody>
            <a:bodyPr/>
            <a:lstStyle/>
            <a:p>
              <a:pPr algn="ctr" eaLnBrk="1" hangingPunct="1"/>
              <a:r>
                <a:rPr lang="zh-CN" altLang="en-US" sz="2000" dirty="0">
                  <a:latin typeface="Times New Roman" panose="02020603050405020304" pitchFamily="18" charset="0"/>
                </a:rPr>
                <a:t>发送器甲</a:t>
              </a:r>
              <a:endParaRPr lang="zh-CN" altLang="en-US" sz="2000" dirty="0">
                <a:latin typeface="Tahoma" panose="020B0604030504040204" pitchFamily="34" charset="0"/>
              </a:endParaRPr>
            </a:p>
          </p:txBody>
        </p:sp>
        <p:sp>
          <p:nvSpPr>
            <p:cNvPr id="8223" name="Rectangle 78"/>
            <p:cNvSpPr/>
            <p:nvPr/>
          </p:nvSpPr>
          <p:spPr>
            <a:xfrm>
              <a:off x="2730" y="2471"/>
              <a:ext cx="216" cy="320"/>
            </a:xfrm>
            <a:prstGeom prst="rect">
              <a:avLst/>
            </a:prstGeom>
            <a:noFill/>
            <a:ln w="22225"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224" name="Text Box 79"/>
            <p:cNvSpPr txBox="1"/>
            <p:nvPr/>
          </p:nvSpPr>
          <p:spPr>
            <a:xfrm>
              <a:off x="2698" y="2497"/>
              <a:ext cx="288" cy="320"/>
            </a:xfrm>
            <a:prstGeom prst="rect">
              <a:avLst/>
            </a:prstGeom>
            <a:noFill/>
            <a:ln w="22225">
              <a:noFill/>
            </a:ln>
          </p:spPr>
          <p:txBody>
            <a:bodyPr/>
            <a:lstStyle/>
            <a:p>
              <a:pPr algn="ctr" eaLnBrk="1" hangingPunct="1"/>
              <a:r>
                <a:rPr lang="zh-CN" altLang="en-US" sz="2000" dirty="0">
                  <a:latin typeface="Times New Roman" panose="02020603050405020304" pitchFamily="18" charset="0"/>
                </a:rPr>
                <a:t>接收器甲</a:t>
              </a:r>
              <a:endParaRPr lang="zh-CN" altLang="en-US" sz="2000" dirty="0">
                <a:latin typeface="Tahoma" panose="020B0604030504040204" pitchFamily="34" charset="0"/>
              </a:endParaRPr>
            </a:p>
          </p:txBody>
        </p:sp>
        <p:sp>
          <p:nvSpPr>
            <p:cNvPr id="8225" name="Rectangle 80"/>
            <p:cNvSpPr/>
            <p:nvPr/>
          </p:nvSpPr>
          <p:spPr>
            <a:xfrm>
              <a:off x="2666" y="2005"/>
              <a:ext cx="362" cy="880"/>
            </a:xfrm>
            <a:prstGeom prst="rect">
              <a:avLst/>
            </a:prstGeom>
            <a:noFill/>
            <a:ln w="22225" cap="flat" cmpd="sng">
              <a:solidFill>
                <a:srgbClr val="000000"/>
              </a:solidFill>
              <a:prstDash val="dash"/>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226" name="Rectangle 81"/>
            <p:cNvSpPr/>
            <p:nvPr/>
          </p:nvSpPr>
          <p:spPr>
            <a:xfrm>
              <a:off x="3466" y="2085"/>
              <a:ext cx="216" cy="320"/>
            </a:xfrm>
            <a:prstGeom prst="rect">
              <a:avLst/>
            </a:prstGeom>
            <a:noFill/>
            <a:ln w="22225"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227" name="Text Box 82"/>
            <p:cNvSpPr txBox="1"/>
            <p:nvPr/>
          </p:nvSpPr>
          <p:spPr>
            <a:xfrm>
              <a:off x="3430" y="2123"/>
              <a:ext cx="288" cy="320"/>
            </a:xfrm>
            <a:prstGeom prst="rect">
              <a:avLst/>
            </a:prstGeom>
            <a:noFill/>
            <a:ln w="22225">
              <a:noFill/>
            </a:ln>
          </p:spPr>
          <p:txBody>
            <a:bodyPr/>
            <a:lstStyle/>
            <a:p>
              <a:pPr algn="ctr" eaLnBrk="1" hangingPunct="1"/>
              <a:r>
                <a:rPr lang="zh-CN" altLang="en-US" sz="2000" dirty="0">
                  <a:latin typeface="Times New Roman" panose="02020603050405020304" pitchFamily="18" charset="0"/>
                </a:rPr>
                <a:t>接收器乙</a:t>
              </a:r>
              <a:endParaRPr lang="zh-CN" altLang="en-US" sz="2000" dirty="0">
                <a:latin typeface="Tahoma" panose="020B0604030504040204" pitchFamily="34" charset="0"/>
              </a:endParaRPr>
            </a:p>
          </p:txBody>
        </p:sp>
        <p:sp>
          <p:nvSpPr>
            <p:cNvPr id="8228" name="Rectangle 83"/>
            <p:cNvSpPr/>
            <p:nvPr/>
          </p:nvSpPr>
          <p:spPr>
            <a:xfrm>
              <a:off x="3466" y="2481"/>
              <a:ext cx="216" cy="320"/>
            </a:xfrm>
            <a:prstGeom prst="rect">
              <a:avLst/>
            </a:prstGeom>
            <a:noFill/>
            <a:ln w="22225"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229" name="Text Box 84"/>
            <p:cNvSpPr txBox="1"/>
            <p:nvPr/>
          </p:nvSpPr>
          <p:spPr>
            <a:xfrm>
              <a:off x="3430" y="2517"/>
              <a:ext cx="288" cy="320"/>
            </a:xfrm>
            <a:prstGeom prst="rect">
              <a:avLst/>
            </a:prstGeom>
            <a:noFill/>
            <a:ln w="22225">
              <a:noFill/>
            </a:ln>
          </p:spPr>
          <p:txBody>
            <a:bodyPr/>
            <a:lstStyle/>
            <a:p>
              <a:pPr algn="ctr" eaLnBrk="1" hangingPunct="1"/>
              <a:r>
                <a:rPr lang="zh-CN" altLang="en-US" sz="2000" dirty="0">
                  <a:latin typeface="Times New Roman" panose="02020603050405020304" pitchFamily="18" charset="0"/>
                </a:rPr>
                <a:t>发送器乙</a:t>
              </a:r>
              <a:endParaRPr lang="zh-CN" altLang="en-US" sz="2000" dirty="0">
                <a:latin typeface="Tahoma" panose="020B0604030504040204" pitchFamily="34" charset="0"/>
              </a:endParaRPr>
            </a:p>
          </p:txBody>
        </p:sp>
        <p:sp>
          <p:nvSpPr>
            <p:cNvPr id="8230" name="Rectangle 85"/>
            <p:cNvSpPr/>
            <p:nvPr/>
          </p:nvSpPr>
          <p:spPr>
            <a:xfrm>
              <a:off x="3390" y="2005"/>
              <a:ext cx="362" cy="880"/>
            </a:xfrm>
            <a:prstGeom prst="rect">
              <a:avLst/>
            </a:prstGeom>
            <a:noFill/>
            <a:ln w="22225" cap="flat" cmpd="sng">
              <a:solidFill>
                <a:srgbClr val="000000"/>
              </a:solidFill>
              <a:prstDash val="dash"/>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8231" name="Line 86"/>
            <p:cNvSpPr/>
            <p:nvPr/>
          </p:nvSpPr>
          <p:spPr>
            <a:xfrm flipV="1">
              <a:off x="2956" y="2254"/>
              <a:ext cx="506" cy="0"/>
            </a:xfrm>
            <a:prstGeom prst="line">
              <a:avLst/>
            </a:prstGeom>
            <a:ln w="22225" cap="flat" cmpd="sng">
              <a:solidFill>
                <a:srgbClr val="000000"/>
              </a:solidFill>
              <a:prstDash val="solid"/>
              <a:headEnd type="none" w="med" len="med"/>
              <a:tailEnd type="triangle" w="med" len="med"/>
            </a:ln>
          </p:spPr>
        </p:sp>
        <p:sp>
          <p:nvSpPr>
            <p:cNvPr id="8232" name="Line 87"/>
            <p:cNvSpPr/>
            <p:nvPr/>
          </p:nvSpPr>
          <p:spPr>
            <a:xfrm flipV="1">
              <a:off x="2956" y="2623"/>
              <a:ext cx="506" cy="1"/>
            </a:xfrm>
            <a:prstGeom prst="line">
              <a:avLst/>
            </a:prstGeom>
            <a:ln w="22225" cap="flat" cmpd="sng">
              <a:solidFill>
                <a:srgbClr val="000000"/>
              </a:solidFill>
              <a:prstDash val="solid"/>
              <a:headEnd type="triangle" w="med" len="med"/>
              <a:tailEnd type="none" w="med" len="med"/>
            </a:ln>
          </p:spPr>
        </p:sp>
        <p:sp>
          <p:nvSpPr>
            <p:cNvPr id="8233" name="Line 88"/>
            <p:cNvSpPr/>
            <p:nvPr/>
          </p:nvSpPr>
          <p:spPr>
            <a:xfrm>
              <a:off x="3130" y="2144"/>
              <a:ext cx="216" cy="1"/>
            </a:xfrm>
            <a:prstGeom prst="line">
              <a:avLst/>
            </a:prstGeom>
            <a:ln w="22225" cap="flat" cmpd="sng">
              <a:solidFill>
                <a:srgbClr val="000000"/>
              </a:solidFill>
              <a:prstDash val="solid"/>
              <a:headEnd type="stealth" w="med" len="med"/>
              <a:tailEnd type="stealth" w="med" len="med"/>
            </a:ln>
          </p:spPr>
        </p:sp>
        <p:sp>
          <p:nvSpPr>
            <p:cNvPr id="8234" name="Text Box 89"/>
            <p:cNvSpPr txBox="1"/>
            <p:nvPr/>
          </p:nvSpPr>
          <p:spPr>
            <a:xfrm>
              <a:off x="1295" y="2165"/>
              <a:ext cx="432" cy="160"/>
            </a:xfrm>
            <a:prstGeom prst="rect">
              <a:avLst/>
            </a:prstGeom>
            <a:noFill/>
            <a:ln w="22225">
              <a:noFill/>
            </a:ln>
          </p:spPr>
          <p:txBody>
            <a:bodyPr/>
            <a:lstStyle/>
            <a:p>
              <a:pPr algn="ctr" eaLnBrk="1" hangingPunct="1"/>
              <a:r>
                <a:rPr lang="zh-CN" altLang="en-US" sz="2000" dirty="0">
                  <a:latin typeface="Times New Roman" panose="02020603050405020304" pitchFamily="18" charset="0"/>
                </a:rPr>
                <a:t>数据流</a:t>
              </a:r>
              <a:endParaRPr lang="zh-CN" altLang="en-US" sz="2000" dirty="0">
                <a:latin typeface="Tahoma" panose="020B0604030504040204" pitchFamily="34" charset="0"/>
              </a:endParaRPr>
            </a:p>
          </p:txBody>
        </p:sp>
        <p:sp>
          <p:nvSpPr>
            <p:cNvPr id="8235" name="Text Box 90"/>
            <p:cNvSpPr txBox="1"/>
            <p:nvPr/>
          </p:nvSpPr>
          <p:spPr>
            <a:xfrm>
              <a:off x="1839" y="1773"/>
              <a:ext cx="936" cy="160"/>
            </a:xfrm>
            <a:prstGeom prst="rect">
              <a:avLst/>
            </a:prstGeom>
            <a:noFill/>
            <a:ln w="22225">
              <a:noFill/>
            </a:ln>
          </p:spPr>
          <p:txBody>
            <a:bodyPr/>
            <a:lstStyle/>
            <a:p>
              <a:pPr algn="ctr" eaLnBrk="1" hangingPunct="1"/>
              <a:r>
                <a:rPr lang="zh-CN" altLang="en-US" sz="2000" dirty="0">
                  <a:latin typeface="Times New Roman" panose="02020603050405020304" pitchFamily="18" charset="0"/>
                </a:rPr>
                <a:t>（</a:t>
              </a:r>
              <a:r>
                <a:rPr lang="en-US" altLang="zh-CN" sz="2000" dirty="0">
                  <a:latin typeface="Times New Roman" panose="02020603050405020304" pitchFamily="18" charset="0"/>
                </a:rPr>
                <a:t>a</a:t>
              </a:r>
              <a:r>
                <a:rPr lang="zh-CN" altLang="en-US" sz="2000" dirty="0">
                  <a:latin typeface="Times New Roman" panose="02020603050405020304" pitchFamily="18" charset="0"/>
                </a:rPr>
                <a:t>）单工方式</a:t>
              </a:r>
              <a:endParaRPr lang="zh-CN" altLang="en-US" sz="2000" dirty="0">
                <a:latin typeface="Tahoma" panose="020B0604030504040204" pitchFamily="34" charset="0"/>
              </a:endParaRPr>
            </a:p>
          </p:txBody>
        </p:sp>
        <p:sp>
          <p:nvSpPr>
            <p:cNvPr id="8236" name="Text Box 91"/>
            <p:cNvSpPr txBox="1"/>
            <p:nvPr/>
          </p:nvSpPr>
          <p:spPr>
            <a:xfrm>
              <a:off x="999" y="2929"/>
              <a:ext cx="936" cy="160"/>
            </a:xfrm>
            <a:prstGeom prst="rect">
              <a:avLst/>
            </a:prstGeom>
            <a:noFill/>
            <a:ln w="22225">
              <a:noFill/>
            </a:ln>
          </p:spPr>
          <p:txBody>
            <a:bodyPr/>
            <a:lstStyle/>
            <a:p>
              <a:pPr algn="ctr" eaLnBrk="1" hangingPunct="1"/>
              <a:r>
                <a:rPr lang="zh-CN" altLang="en-US" sz="2000" dirty="0">
                  <a:latin typeface="Times New Roman" panose="02020603050405020304" pitchFamily="18" charset="0"/>
                </a:rPr>
                <a:t>（</a:t>
              </a:r>
              <a:r>
                <a:rPr lang="en-US" altLang="zh-CN" sz="2000" dirty="0">
                  <a:latin typeface="Times New Roman" panose="02020603050405020304" pitchFamily="18" charset="0"/>
                </a:rPr>
                <a:t>b</a:t>
              </a:r>
              <a:r>
                <a:rPr lang="zh-CN" altLang="en-US" sz="2000" dirty="0">
                  <a:latin typeface="Times New Roman" panose="02020603050405020304" pitchFamily="18" charset="0"/>
                </a:rPr>
                <a:t>）半双工方式</a:t>
              </a:r>
              <a:endParaRPr lang="zh-CN" altLang="en-US" sz="2000" dirty="0">
                <a:latin typeface="Tahoma" panose="020B0604030504040204" pitchFamily="34" charset="0"/>
              </a:endParaRPr>
            </a:p>
          </p:txBody>
        </p:sp>
        <p:sp>
          <p:nvSpPr>
            <p:cNvPr id="8237" name="Text Box 92"/>
            <p:cNvSpPr txBox="1"/>
            <p:nvPr/>
          </p:nvSpPr>
          <p:spPr>
            <a:xfrm>
              <a:off x="2727" y="2929"/>
              <a:ext cx="936" cy="160"/>
            </a:xfrm>
            <a:prstGeom prst="rect">
              <a:avLst/>
            </a:prstGeom>
            <a:noFill/>
            <a:ln w="22225">
              <a:noFill/>
            </a:ln>
          </p:spPr>
          <p:txBody>
            <a:bodyPr/>
            <a:lstStyle/>
            <a:p>
              <a:pPr algn="ctr" eaLnBrk="1" hangingPunct="1"/>
              <a:r>
                <a:rPr lang="zh-CN" altLang="en-US" sz="2000" dirty="0">
                  <a:latin typeface="Times New Roman" panose="02020603050405020304" pitchFamily="18" charset="0"/>
                </a:rPr>
                <a:t>（</a:t>
              </a:r>
              <a:r>
                <a:rPr lang="en-US" altLang="zh-CN" sz="2000" dirty="0">
                  <a:latin typeface="Times New Roman" panose="02020603050405020304" pitchFamily="18" charset="0"/>
                </a:rPr>
                <a:t>c</a:t>
              </a:r>
              <a:r>
                <a:rPr lang="zh-CN" altLang="en-US" sz="2000" dirty="0">
                  <a:latin typeface="Times New Roman" panose="02020603050405020304" pitchFamily="18" charset="0"/>
                </a:rPr>
                <a:t>）全双工方式</a:t>
              </a:r>
              <a:endParaRPr lang="zh-CN" altLang="en-US" sz="2000" dirty="0">
                <a:latin typeface="Tahoma" panose="020B0604030504040204" pitchFamily="34"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p:cNvSpPr>
          <p:nvPr>
            <p:ph idx="1"/>
          </p:nvPr>
        </p:nvSpPr>
        <p:spPr>
          <a:xfrm>
            <a:off x="457200" y="1052513"/>
            <a:ext cx="8229600" cy="5041900"/>
          </a:xfrm>
          <a:noFill/>
          <a:ln>
            <a:noFill/>
          </a:ln>
        </p:spPr>
        <p:txBody>
          <a:bodyPr/>
          <a:lstStyle/>
          <a:p>
            <a:pPr algn="just" eaLnBrk="1" hangingPunct="1"/>
            <a:r>
              <a:rPr lang="en-US" altLang="zh-CN" sz="2800" b="1" dirty="0">
                <a:solidFill>
                  <a:srgbClr val="7030A0"/>
                </a:solidFill>
              </a:rPr>
              <a:t>7.1.3 </a:t>
            </a:r>
            <a:r>
              <a:rPr lang="zh-CN" altLang="en-US" sz="2800" b="1" dirty="0">
                <a:solidFill>
                  <a:srgbClr val="7030A0"/>
                </a:solidFill>
              </a:rPr>
              <a:t>波特率</a:t>
            </a:r>
            <a:endParaRPr lang="en-US" altLang="zh-CN" sz="2800" b="1" dirty="0">
              <a:solidFill>
                <a:srgbClr val="7030A0"/>
              </a:solidFill>
            </a:endParaRPr>
          </a:p>
          <a:p>
            <a:pPr algn="just" eaLnBrk="1" hangingPunct="1"/>
            <a:endParaRPr lang="zh-CN" altLang="en-US" sz="2800" b="1" dirty="0">
              <a:solidFill>
                <a:schemeClr val="folHlink"/>
              </a:solidFill>
            </a:endParaRPr>
          </a:p>
          <a:p>
            <a:pPr eaLnBrk="1" hangingPunct="1">
              <a:buNone/>
            </a:pPr>
            <a:r>
              <a:rPr lang="zh-CN" altLang="en-US" sz="2400" b="1" dirty="0"/>
              <a:t>   串行通信中，数据传送速率有两个测量单位，即比特率和波特率。比特率（</a:t>
            </a:r>
            <a:r>
              <a:rPr lang="en-US" altLang="zh-CN" sz="2400" b="1" dirty="0"/>
              <a:t>bit rate</a:t>
            </a:r>
            <a:r>
              <a:rPr lang="zh-CN" altLang="en-US" sz="2400" b="1" dirty="0"/>
              <a:t>）表示每秒传送的二进制数据的位数，单位为</a:t>
            </a:r>
            <a:r>
              <a:rPr lang="en-US" altLang="zh-CN" sz="2400" b="1" dirty="0"/>
              <a:t>b/s</a:t>
            </a:r>
            <a:r>
              <a:rPr lang="zh-CN" altLang="en-US" sz="2400" b="1" dirty="0"/>
              <a:t>（有时候也写成</a:t>
            </a:r>
            <a:r>
              <a:rPr lang="en-US" altLang="zh-CN" sz="2400" b="1" dirty="0"/>
              <a:t>bps</a:t>
            </a:r>
            <a:r>
              <a:rPr lang="zh-CN" altLang="en-US" sz="2400" b="1" dirty="0"/>
              <a:t>，即</a:t>
            </a:r>
            <a:r>
              <a:rPr lang="en-US" altLang="zh-CN" sz="2400" b="1" dirty="0"/>
              <a:t>bit per second</a:t>
            </a:r>
            <a:r>
              <a:rPr lang="zh-CN" altLang="en-US" sz="2400" b="1" dirty="0"/>
              <a:t>）。 </a:t>
            </a:r>
          </a:p>
          <a:p>
            <a:pPr eaLnBrk="1" hangingPunct="1">
              <a:buNone/>
            </a:pPr>
            <a:r>
              <a:rPr lang="zh-CN" altLang="en-US" sz="2400" b="1" dirty="0"/>
              <a:t>   在数据通信中常用波特率表示每秒传送的符号数，单位为波特（</a:t>
            </a:r>
            <a:r>
              <a:rPr lang="en-US" altLang="zh-CN" sz="2400" b="1" dirty="0"/>
              <a:t>baud</a:t>
            </a:r>
            <a:r>
              <a:rPr lang="zh-CN" altLang="en-US" sz="2400" b="1" dirty="0"/>
              <a:t>）。对于一次发送一位的装置，如</a:t>
            </a:r>
            <a:r>
              <a:rPr lang="en-US" altLang="zh-CN" sz="2400" b="1" dirty="0"/>
              <a:t>PC</a:t>
            </a:r>
            <a:r>
              <a:rPr lang="zh-CN" altLang="en-US" sz="2400" b="1" dirty="0"/>
              <a:t>机和</a:t>
            </a:r>
            <a:r>
              <a:rPr lang="en-US" altLang="zh-CN" sz="2400" b="1" dirty="0"/>
              <a:t>MCS-51</a:t>
            </a:r>
            <a:r>
              <a:rPr lang="zh-CN" altLang="en-US" sz="2400" b="1" dirty="0"/>
              <a:t>单片机的串行口，比特率和波特率是一样的，即</a:t>
            </a:r>
            <a:r>
              <a:rPr lang="en-US" altLang="zh-CN" sz="2400" b="1" dirty="0"/>
              <a:t>1 baud</a:t>
            </a:r>
            <a:r>
              <a:rPr lang="zh-CN" altLang="en-US" sz="2400" b="1" dirty="0"/>
              <a:t>＝</a:t>
            </a:r>
            <a:r>
              <a:rPr lang="en-US" altLang="zh-CN" sz="2400" b="1" dirty="0"/>
              <a:t>1b/s</a:t>
            </a:r>
            <a:r>
              <a:rPr lang="zh-CN" altLang="en-US" sz="2400" b="1" dirty="0"/>
              <a:t>。</a:t>
            </a:r>
          </a:p>
        </p:txBody>
      </p:sp>
      <p:sp>
        <p:nvSpPr>
          <p:cNvPr id="9219" name="Rectangle 5"/>
          <p:cNvSpPr/>
          <p:nvPr/>
        </p:nvSpPr>
        <p:spPr>
          <a:xfrm>
            <a:off x="0" y="2952750"/>
            <a:ext cx="9144000" cy="0"/>
          </a:xfrm>
          <a:prstGeom prst="rect">
            <a:avLst/>
          </a:prstGeom>
          <a:noFill/>
          <a:ln w="9525">
            <a:noFill/>
          </a:ln>
        </p:spPr>
        <p:txBody>
          <a:bodyPr wrap="none" anchor="ctr" anchorCtr="0">
            <a:spAutoFit/>
          </a:bodyPr>
          <a:lstStyle/>
          <a:p>
            <a:pPr eaLnBrk="1" hangingPunct="1"/>
            <a:endParaRPr lang="zh-CN" altLang="en-US" dirty="0">
              <a:latin typeface="Tahoma" panose="020B0604030504040204" pitchFamily="34" charset="0"/>
            </a:endParaRP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17DFFB11-5DA8-19FF-6E3B-C091C355237B}"/>
                  </a:ext>
                </a:extLst>
              </p14:cNvPr>
              <p14:cNvContentPartPr/>
              <p14:nvPr/>
            </p14:nvContentPartPr>
            <p14:xfrm>
              <a:off x="1329543" y="833079"/>
              <a:ext cx="1923120" cy="756000"/>
            </p14:xfrm>
          </p:contentPart>
        </mc:Choice>
        <mc:Fallback xmlns="">
          <p:pic>
            <p:nvPicPr>
              <p:cNvPr id="2" name="墨迹 1">
                <a:extLst>
                  <a:ext uri="{FF2B5EF4-FFF2-40B4-BE49-F238E27FC236}">
                    <a16:creationId xmlns:a16="http://schemas.microsoft.com/office/drawing/2014/main" id="{17DFFB11-5DA8-19FF-6E3B-C091C355237B}"/>
                  </a:ext>
                </a:extLst>
              </p:cNvPr>
              <p:cNvPicPr/>
              <p:nvPr/>
            </p:nvPicPr>
            <p:blipFill>
              <a:blip r:embed="rId3"/>
              <a:stretch>
                <a:fillRect/>
              </a:stretch>
            </p:blipFill>
            <p:spPr>
              <a:xfrm>
                <a:off x="1311543" y="815439"/>
                <a:ext cx="1958760" cy="79164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7" name="Rectangle 3"/>
          <p:cNvSpPr>
            <a:spLocks noGrp="1" noChangeArrowheads="1"/>
          </p:cNvSpPr>
          <p:nvPr>
            <p:ph idx="1"/>
          </p:nvPr>
        </p:nvSpPr>
        <p:spPr bwMode="auto">
          <a:xfrm>
            <a:off x="457200" y="981075"/>
            <a:ext cx="8229600" cy="51450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1200" cap="none" spc="0" normalizeH="0" baseline="0" noProof="0" dirty="0">
                <a:ln>
                  <a:noFill/>
                </a:ln>
                <a:solidFill>
                  <a:schemeClr val="hlink"/>
                </a:solidFill>
                <a:effectLst/>
                <a:uLnTx/>
                <a:uFillTx/>
                <a:latin typeface="+mn-lt"/>
                <a:ea typeface="+mn-ea"/>
                <a:cs typeface="+mn-cs"/>
              </a:rPr>
              <a:t>7.2  MCS-51</a:t>
            </a:r>
            <a:r>
              <a:rPr kumimoji="1" lang="zh-CN" altLang="en-US" sz="2800" b="1" i="0" u="none" strike="noStrike" kern="1200" cap="none" spc="0" normalizeH="0" baseline="0" noProof="0" dirty="0">
                <a:ln>
                  <a:noFill/>
                </a:ln>
                <a:solidFill>
                  <a:schemeClr val="hlink"/>
                </a:solidFill>
                <a:effectLst/>
                <a:uLnTx/>
                <a:uFillTx/>
                <a:latin typeface="+mn-lt"/>
                <a:ea typeface="+mn-ea"/>
                <a:cs typeface="+mn-cs"/>
              </a:rPr>
              <a:t>单片机串行口</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mn-lt"/>
                <a:ea typeface="+mn-ea"/>
                <a:cs typeface="+mn-cs"/>
              </a:rPr>
              <a:t>   </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MCS-51</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系列单片机内部有一个采用异步通信工作方式的可编程全双工串行通信接口，通过软件编程，可以用作</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UART</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，也可做同步移位寄存器用。其帧格式可有</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8</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位、</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10</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位和</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11</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位几种，并能设置波特率，在使用上灵活方便。 </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1200" cap="none" spc="0" normalizeH="0" baseline="0" noProof="0" dirty="0">
                <a:ln>
                  <a:noFill/>
                </a:ln>
                <a:solidFill>
                  <a:srgbClr val="7030A0"/>
                </a:solidFill>
                <a:effectLst/>
                <a:uLnTx/>
                <a:uFillTx/>
                <a:latin typeface="+mj-ea"/>
                <a:ea typeface="+mj-ea"/>
                <a:cs typeface="+mn-cs"/>
              </a:rPr>
              <a:t>7.2.1 </a:t>
            </a:r>
            <a:r>
              <a:rPr kumimoji="1" lang="zh-CN" altLang="en-US" sz="2800" b="1" i="0" u="none" strike="noStrike" kern="1200" cap="none" spc="0" normalizeH="0" baseline="0" noProof="0" dirty="0">
                <a:ln>
                  <a:noFill/>
                </a:ln>
                <a:solidFill>
                  <a:srgbClr val="7030A0"/>
                </a:solidFill>
                <a:effectLst/>
                <a:uLnTx/>
                <a:uFillTx/>
                <a:latin typeface="+mj-ea"/>
                <a:ea typeface="+mj-ea"/>
                <a:cs typeface="+mn-cs"/>
              </a:rPr>
              <a:t>串行口结构及工作原理 </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mn-lt"/>
                <a:ea typeface="+mn-ea"/>
                <a:cs typeface="+mn-cs"/>
              </a:rPr>
              <a:t> （</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1</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）串行口的结构</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mn-lt"/>
                <a:ea typeface="+mn-ea"/>
                <a:cs typeface="+mn-cs"/>
              </a:rPr>
              <a:t>   它主要由两个数据缓冲器</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SBUF</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、一个</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9</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位的输入移位寄存器和一个串行控制寄存器</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SCON</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等组成。</a:t>
            </a:r>
            <a:r>
              <a:rPr kumimoji="1" lang="zh-CN" altLang="en-US" sz="3200" b="1" i="0" u="none" strike="noStrike" kern="1200" cap="none" spc="0" normalizeH="0" baseline="0" noProof="0" dirty="0">
                <a:ln>
                  <a:noFill/>
                </a:ln>
                <a:solidFill>
                  <a:schemeClr val="tx1"/>
                </a:solidFill>
                <a:effectLst/>
                <a:uLnTx/>
                <a:uFillTx/>
                <a:latin typeface="+mn-lt"/>
                <a:ea typeface="+mn-ea"/>
                <a:cs typeface="+mn-cs"/>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p:cNvSpPr/>
          <p:nvPr/>
        </p:nvSpPr>
        <p:spPr>
          <a:xfrm>
            <a:off x="0" y="2333625"/>
            <a:ext cx="9144000" cy="0"/>
          </a:xfrm>
          <a:prstGeom prst="rect">
            <a:avLst/>
          </a:prstGeom>
          <a:noFill/>
          <a:ln w="9525">
            <a:noFill/>
          </a:ln>
        </p:spPr>
        <p:txBody>
          <a:bodyPr wrap="none" anchor="ctr" anchorCtr="0">
            <a:spAutoFit/>
          </a:bodyPr>
          <a:lstStyle/>
          <a:p>
            <a:pPr eaLnBrk="1" hangingPunct="1"/>
            <a:endParaRPr lang="zh-CN" altLang="en-US" dirty="0">
              <a:latin typeface="Tahoma" panose="020B0604030504040204" pitchFamily="34" charset="0"/>
            </a:endParaRPr>
          </a:p>
        </p:txBody>
      </p:sp>
      <p:pic>
        <p:nvPicPr>
          <p:cNvPr id="2" name="图片 1"/>
          <p:cNvPicPr>
            <a:picLocks noChangeAspect="1"/>
          </p:cNvPicPr>
          <p:nvPr/>
        </p:nvPicPr>
        <p:blipFill>
          <a:blip r:embed="rId2"/>
          <a:stretch>
            <a:fillRect/>
          </a:stretch>
        </p:blipFill>
        <p:spPr>
          <a:xfrm>
            <a:off x="395605" y="1484630"/>
            <a:ext cx="8450580" cy="39858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5" name="Rectangle 3"/>
          <p:cNvSpPr>
            <a:spLocks noGrp="1" noChangeArrowheads="1"/>
          </p:cNvSpPr>
          <p:nvPr>
            <p:ph idx="1"/>
          </p:nvPr>
        </p:nvSpPr>
        <p:spPr bwMode="auto">
          <a:xfrm>
            <a:off x="323850" y="908050"/>
            <a:ext cx="8516938" cy="4249738"/>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1200" cap="none" spc="0" normalizeH="0" baseline="0" noProof="0" dirty="0">
                <a:ln>
                  <a:noFill/>
                </a:ln>
                <a:solidFill>
                  <a:schemeClr val="tx1"/>
                </a:solidFill>
                <a:effectLst/>
                <a:uLnTx/>
                <a:uFillTx/>
                <a:latin typeface="+mn-lt"/>
                <a:ea typeface="+mn-ea"/>
                <a:cs typeface="+mn-cs"/>
              </a:rPr>
              <a:t>（</a:t>
            </a:r>
            <a:r>
              <a:rPr kumimoji="1" lang="en-US" altLang="zh-CN" sz="2800" b="1" i="0" u="none" strike="noStrike" kern="1200" cap="none" spc="0" normalizeH="0" baseline="0" noProof="0" dirty="0">
                <a:ln>
                  <a:noFill/>
                </a:ln>
                <a:solidFill>
                  <a:schemeClr val="tx1"/>
                </a:solidFill>
                <a:effectLst/>
                <a:uLnTx/>
                <a:uFillTx/>
                <a:latin typeface="+mn-lt"/>
                <a:ea typeface="+mn-ea"/>
                <a:cs typeface="+mn-cs"/>
              </a:rPr>
              <a:t>2</a:t>
            </a:r>
            <a:r>
              <a:rPr kumimoji="1" lang="zh-CN" altLang="en-US" sz="2800" b="1" i="0" u="none" strike="noStrike" kern="1200" cap="none" spc="0" normalizeH="0" baseline="0" noProof="0" dirty="0">
                <a:ln>
                  <a:noFill/>
                </a:ln>
                <a:solidFill>
                  <a:schemeClr val="tx1"/>
                </a:solidFill>
                <a:effectLst/>
                <a:uLnTx/>
                <a:uFillTx/>
                <a:latin typeface="+mn-lt"/>
                <a:ea typeface="+mn-ea"/>
                <a:cs typeface="+mn-cs"/>
              </a:rPr>
              <a:t>）串行口的工作原理</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   </a:t>
            </a:r>
            <a:endParaRPr kumimoji="1" lang="en-US" altLang="zh-CN" sz="2400" b="1" i="0" u="none" strike="noStrike" kern="1200" cap="none" spc="0" normalizeH="0" baseline="0" noProof="0" dirty="0">
              <a:ln>
                <a:noFill/>
              </a:ln>
              <a:solidFill>
                <a:schemeClr val="tx1"/>
              </a:solidFill>
              <a:effectLst/>
              <a:uLnTx/>
              <a:uFillTx/>
              <a:latin typeface="+mj-ea"/>
              <a:ea typeface="+mj-ea"/>
              <a:cs typeface="+mn-cs"/>
            </a:endParaRPr>
          </a:p>
          <a:p>
            <a:pPr marL="0" marR="0" lvl="0" indent="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defRPr/>
            </a:pPr>
            <a:endParaRPr kumimoji="1" lang="en-US" altLang="zh-CN" sz="2400" b="1" i="0" u="none" strike="noStrike" kern="1200" cap="none" spc="0" normalizeH="0" baseline="0" noProof="0" dirty="0">
              <a:ln>
                <a:noFill/>
              </a:ln>
              <a:solidFill>
                <a:schemeClr val="tx1"/>
              </a:solidFill>
              <a:effectLst/>
              <a:uLnTx/>
              <a:uFillTx/>
              <a:latin typeface="+mj-ea"/>
              <a:ea typeface="+mj-ea"/>
              <a:cs typeface="+mn-cs"/>
            </a:endParaRPr>
          </a:p>
          <a:p>
            <a:pPr marL="0" marR="0" lvl="0" indent="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1200" cap="none" spc="0" normalizeH="0" baseline="0" noProof="0" dirty="0">
                <a:ln>
                  <a:noFill/>
                </a:ln>
                <a:solidFill>
                  <a:schemeClr val="tx1"/>
                </a:solidFill>
                <a:effectLst/>
                <a:uLnTx/>
                <a:uFillTx/>
                <a:latin typeface="+mj-ea"/>
                <a:ea typeface="+mj-ea"/>
                <a:cs typeface="+mn-cs"/>
              </a:rPr>
              <a:t>    </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串行口的发送和接收都是以特殊功能寄存器</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SBUF</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的名义进行读</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写的。当向</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SBUF</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写操作时（即执行</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MOV SBUF, A</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指令） </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则向发送缓冲器</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SBUF</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装载数据并由</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TXD</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引脚向外发送一帧数据 </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发送完便使发送中断标志位</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TI=1</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 </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3011C790-782D-A0EB-6AAB-83DBDEDDF08A}"/>
                  </a:ext>
                </a:extLst>
              </p14:cNvPr>
              <p14:cNvContentPartPr/>
              <p14:nvPr/>
            </p14:nvContentPartPr>
            <p14:xfrm>
              <a:off x="6566785" y="2530269"/>
              <a:ext cx="729720" cy="57960"/>
            </p14:xfrm>
          </p:contentPart>
        </mc:Choice>
        <mc:Fallback xmlns="">
          <p:pic>
            <p:nvPicPr>
              <p:cNvPr id="2" name="墨迹 1">
                <a:extLst>
                  <a:ext uri="{FF2B5EF4-FFF2-40B4-BE49-F238E27FC236}">
                    <a16:creationId xmlns:a16="http://schemas.microsoft.com/office/drawing/2014/main" id="{3011C790-782D-A0EB-6AAB-83DBDEDDF08A}"/>
                  </a:ext>
                </a:extLst>
              </p:cNvPr>
              <p:cNvPicPr/>
              <p:nvPr/>
            </p:nvPicPr>
            <p:blipFill>
              <a:blip r:embed="rId3"/>
              <a:stretch>
                <a:fillRect/>
              </a:stretch>
            </p:blipFill>
            <p:spPr>
              <a:xfrm>
                <a:off x="6548785" y="2512269"/>
                <a:ext cx="765360" cy="93600"/>
              </a:xfrm>
              <a:prstGeom prst="rect">
                <a:avLst/>
              </a:prstGeom>
            </p:spPr>
          </p:pic>
        </mc:Fallback>
      </mc:AlternateContent>
      <p:grpSp>
        <p:nvGrpSpPr>
          <p:cNvPr id="33" name="组合 32">
            <a:extLst>
              <a:ext uri="{FF2B5EF4-FFF2-40B4-BE49-F238E27FC236}">
                <a16:creationId xmlns:a16="http://schemas.microsoft.com/office/drawing/2014/main" id="{31E0A779-A4B7-1C69-DDAD-7F7358F6D2F5}"/>
              </a:ext>
            </a:extLst>
          </p:cNvPr>
          <p:cNvGrpSpPr/>
          <p:nvPr/>
        </p:nvGrpSpPr>
        <p:grpSpPr>
          <a:xfrm>
            <a:off x="2715505" y="2899989"/>
            <a:ext cx="5171760" cy="259920"/>
            <a:chOff x="2715505" y="2899989"/>
            <a:chExt cx="5171760" cy="259920"/>
          </a:xfrm>
        </p:grpSpPr>
        <mc:AlternateContent xmlns:mc="http://schemas.openxmlformats.org/markup-compatibility/2006" xmlns:p14="http://schemas.microsoft.com/office/powerpoint/2010/main">
          <mc:Choice Requires="p14">
            <p:contentPart p14:bwMode="auto" r:id="rId4">
              <p14:nvContentPartPr>
                <p14:cNvPr id="31" name="墨迹 30">
                  <a:extLst>
                    <a:ext uri="{FF2B5EF4-FFF2-40B4-BE49-F238E27FC236}">
                      <a16:creationId xmlns:a16="http://schemas.microsoft.com/office/drawing/2014/main" id="{D0E295CF-F45A-E2C9-D351-6CD0AD1D505A}"/>
                    </a:ext>
                  </a:extLst>
                </p14:cNvPr>
                <p14:cNvContentPartPr/>
                <p14:nvPr/>
              </p14:nvContentPartPr>
              <p14:xfrm>
                <a:off x="2715505" y="2899989"/>
                <a:ext cx="4960440" cy="259920"/>
              </p14:xfrm>
            </p:contentPart>
          </mc:Choice>
          <mc:Fallback xmlns="">
            <p:pic>
              <p:nvPicPr>
                <p:cNvPr id="31" name="墨迹 30">
                  <a:extLst>
                    <a:ext uri="{FF2B5EF4-FFF2-40B4-BE49-F238E27FC236}">
                      <a16:creationId xmlns:a16="http://schemas.microsoft.com/office/drawing/2014/main" id="{D0E295CF-F45A-E2C9-D351-6CD0AD1D505A}"/>
                    </a:ext>
                  </a:extLst>
                </p:cNvPr>
                <p:cNvPicPr/>
                <p:nvPr/>
              </p:nvPicPr>
              <p:blipFill>
                <a:blip r:embed="rId7"/>
                <a:stretch>
                  <a:fillRect/>
                </a:stretch>
              </p:blipFill>
              <p:spPr>
                <a:xfrm>
                  <a:off x="2697505" y="2882349"/>
                  <a:ext cx="499608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墨迹 31">
                  <a:extLst>
                    <a:ext uri="{FF2B5EF4-FFF2-40B4-BE49-F238E27FC236}">
                      <a16:creationId xmlns:a16="http://schemas.microsoft.com/office/drawing/2014/main" id="{36BCE47C-E4A3-02F1-5FF0-505D70B392E4}"/>
                    </a:ext>
                  </a:extLst>
                </p14:cNvPr>
                <p14:cNvContentPartPr/>
                <p14:nvPr/>
              </p14:nvContentPartPr>
              <p14:xfrm>
                <a:off x="7647505" y="3127149"/>
                <a:ext cx="239760" cy="23040"/>
              </p14:xfrm>
            </p:contentPart>
          </mc:Choice>
          <mc:Fallback xmlns="">
            <p:pic>
              <p:nvPicPr>
                <p:cNvPr id="32" name="墨迹 31">
                  <a:extLst>
                    <a:ext uri="{FF2B5EF4-FFF2-40B4-BE49-F238E27FC236}">
                      <a16:creationId xmlns:a16="http://schemas.microsoft.com/office/drawing/2014/main" id="{36BCE47C-E4A3-02F1-5FF0-505D70B392E4}"/>
                    </a:ext>
                  </a:extLst>
                </p:cNvPr>
                <p:cNvPicPr/>
                <p:nvPr/>
              </p:nvPicPr>
              <p:blipFill>
                <a:blip r:embed="rId9"/>
                <a:stretch>
                  <a:fillRect/>
                </a:stretch>
              </p:blipFill>
              <p:spPr>
                <a:xfrm>
                  <a:off x="7629505" y="3109149"/>
                  <a:ext cx="275400" cy="58680"/>
                </a:xfrm>
                <a:prstGeom prst="rect">
                  <a:avLst/>
                </a:prstGeom>
              </p:spPr>
            </p:pic>
          </mc:Fallback>
        </mc:AlternateContent>
      </p:grpSp>
      <p:grpSp>
        <p:nvGrpSpPr>
          <p:cNvPr id="47" name="组合 46">
            <a:extLst>
              <a:ext uri="{FF2B5EF4-FFF2-40B4-BE49-F238E27FC236}">
                <a16:creationId xmlns:a16="http://schemas.microsoft.com/office/drawing/2014/main" id="{C475E5D6-B79A-2AC6-33E9-A512F253E6D7}"/>
              </a:ext>
            </a:extLst>
          </p:cNvPr>
          <p:cNvGrpSpPr/>
          <p:nvPr/>
        </p:nvGrpSpPr>
        <p:grpSpPr>
          <a:xfrm>
            <a:off x="4202665" y="3564909"/>
            <a:ext cx="4165200" cy="722160"/>
            <a:chOff x="4202665" y="3564909"/>
            <a:chExt cx="4165200" cy="722160"/>
          </a:xfrm>
        </p:grpSpPr>
        <mc:AlternateContent xmlns:mc="http://schemas.openxmlformats.org/markup-compatibility/2006" xmlns:p14="http://schemas.microsoft.com/office/powerpoint/2010/main">
          <mc:Choice Requires="p14">
            <p:contentPart p14:bwMode="auto" r:id="rId10">
              <p14:nvContentPartPr>
                <p14:cNvPr id="38" name="墨迹 37">
                  <a:extLst>
                    <a:ext uri="{FF2B5EF4-FFF2-40B4-BE49-F238E27FC236}">
                      <a16:creationId xmlns:a16="http://schemas.microsoft.com/office/drawing/2014/main" id="{CB0D0F66-FE6C-E61D-5637-BE38B2258418}"/>
                    </a:ext>
                  </a:extLst>
                </p14:cNvPr>
                <p14:cNvContentPartPr/>
                <p14:nvPr/>
              </p14:nvContentPartPr>
              <p14:xfrm>
                <a:off x="4913665" y="4194549"/>
                <a:ext cx="765360" cy="83880"/>
              </p14:xfrm>
            </p:contentPart>
          </mc:Choice>
          <mc:Fallback xmlns="">
            <p:pic>
              <p:nvPicPr>
                <p:cNvPr id="38" name="墨迹 37">
                  <a:extLst>
                    <a:ext uri="{FF2B5EF4-FFF2-40B4-BE49-F238E27FC236}">
                      <a16:creationId xmlns:a16="http://schemas.microsoft.com/office/drawing/2014/main" id="{CB0D0F66-FE6C-E61D-5637-BE38B2258418}"/>
                    </a:ext>
                  </a:extLst>
                </p:cNvPr>
                <p:cNvPicPr/>
                <p:nvPr/>
              </p:nvPicPr>
              <p:blipFill>
                <a:blip r:embed="rId11"/>
                <a:stretch>
                  <a:fillRect/>
                </a:stretch>
              </p:blipFill>
              <p:spPr>
                <a:xfrm>
                  <a:off x="4895665" y="4176549"/>
                  <a:ext cx="8010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0" name="墨迹 39">
                  <a:extLst>
                    <a:ext uri="{FF2B5EF4-FFF2-40B4-BE49-F238E27FC236}">
                      <a16:creationId xmlns:a16="http://schemas.microsoft.com/office/drawing/2014/main" id="{47966073-3960-E63B-FDF6-80E1BEF4EA04}"/>
                    </a:ext>
                  </a:extLst>
                </p14:cNvPr>
                <p14:cNvContentPartPr/>
                <p14:nvPr/>
              </p14:nvContentPartPr>
              <p14:xfrm>
                <a:off x="4728625" y="3638709"/>
                <a:ext cx="561240" cy="19080"/>
              </p14:xfrm>
            </p:contentPart>
          </mc:Choice>
          <mc:Fallback xmlns="">
            <p:pic>
              <p:nvPicPr>
                <p:cNvPr id="40" name="墨迹 39">
                  <a:extLst>
                    <a:ext uri="{FF2B5EF4-FFF2-40B4-BE49-F238E27FC236}">
                      <a16:creationId xmlns:a16="http://schemas.microsoft.com/office/drawing/2014/main" id="{47966073-3960-E63B-FDF6-80E1BEF4EA04}"/>
                    </a:ext>
                  </a:extLst>
                </p:cNvPr>
                <p:cNvPicPr/>
                <p:nvPr/>
              </p:nvPicPr>
              <p:blipFill>
                <a:blip r:embed="rId15"/>
                <a:stretch>
                  <a:fillRect/>
                </a:stretch>
              </p:blipFill>
              <p:spPr>
                <a:xfrm>
                  <a:off x="4710985" y="3621069"/>
                  <a:ext cx="5968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1" name="墨迹 40">
                  <a:extLst>
                    <a:ext uri="{FF2B5EF4-FFF2-40B4-BE49-F238E27FC236}">
                      <a16:creationId xmlns:a16="http://schemas.microsoft.com/office/drawing/2014/main" id="{8A338B6D-F160-5D3B-C1C0-AFFD7B462EF1}"/>
                    </a:ext>
                  </a:extLst>
                </p14:cNvPr>
                <p14:cNvContentPartPr/>
                <p14:nvPr/>
              </p14:nvContentPartPr>
              <p14:xfrm>
                <a:off x="5883505" y="3601629"/>
                <a:ext cx="830520" cy="38520"/>
              </p14:xfrm>
            </p:contentPart>
          </mc:Choice>
          <mc:Fallback xmlns="">
            <p:pic>
              <p:nvPicPr>
                <p:cNvPr id="41" name="墨迹 40">
                  <a:extLst>
                    <a:ext uri="{FF2B5EF4-FFF2-40B4-BE49-F238E27FC236}">
                      <a16:creationId xmlns:a16="http://schemas.microsoft.com/office/drawing/2014/main" id="{8A338B6D-F160-5D3B-C1C0-AFFD7B462EF1}"/>
                    </a:ext>
                  </a:extLst>
                </p:cNvPr>
                <p:cNvPicPr/>
                <p:nvPr/>
              </p:nvPicPr>
              <p:blipFill>
                <a:blip r:embed="rId17"/>
                <a:stretch>
                  <a:fillRect/>
                </a:stretch>
              </p:blipFill>
              <p:spPr>
                <a:xfrm>
                  <a:off x="5865505" y="3583629"/>
                  <a:ext cx="86616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2" name="墨迹 41">
                  <a:extLst>
                    <a:ext uri="{FF2B5EF4-FFF2-40B4-BE49-F238E27FC236}">
                      <a16:creationId xmlns:a16="http://schemas.microsoft.com/office/drawing/2014/main" id="{94809EF4-8DEF-B281-D015-4B3715E9FEEC}"/>
                    </a:ext>
                  </a:extLst>
                </p14:cNvPr>
                <p14:cNvContentPartPr/>
                <p14:nvPr/>
              </p14:nvContentPartPr>
              <p14:xfrm>
                <a:off x="7167265" y="3564909"/>
                <a:ext cx="1200600" cy="37800"/>
              </p14:xfrm>
            </p:contentPart>
          </mc:Choice>
          <mc:Fallback xmlns="">
            <p:pic>
              <p:nvPicPr>
                <p:cNvPr id="42" name="墨迹 41">
                  <a:extLst>
                    <a:ext uri="{FF2B5EF4-FFF2-40B4-BE49-F238E27FC236}">
                      <a16:creationId xmlns:a16="http://schemas.microsoft.com/office/drawing/2014/main" id="{94809EF4-8DEF-B281-D015-4B3715E9FEEC}"/>
                    </a:ext>
                  </a:extLst>
                </p:cNvPr>
                <p:cNvPicPr/>
                <p:nvPr/>
              </p:nvPicPr>
              <p:blipFill>
                <a:blip r:embed="rId19"/>
                <a:stretch>
                  <a:fillRect/>
                </a:stretch>
              </p:blipFill>
              <p:spPr>
                <a:xfrm>
                  <a:off x="7149625" y="3546909"/>
                  <a:ext cx="123624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5" name="墨迹 44">
                  <a:extLst>
                    <a:ext uri="{FF2B5EF4-FFF2-40B4-BE49-F238E27FC236}">
                      <a16:creationId xmlns:a16="http://schemas.microsoft.com/office/drawing/2014/main" id="{E8D87B52-2C75-D8C1-23FA-922F8E736DDC}"/>
                    </a:ext>
                  </a:extLst>
                </p14:cNvPr>
                <p14:cNvContentPartPr/>
                <p14:nvPr/>
              </p14:nvContentPartPr>
              <p14:xfrm>
                <a:off x="4202665" y="4202109"/>
                <a:ext cx="653400" cy="36000"/>
              </p14:xfrm>
            </p:contentPart>
          </mc:Choice>
          <mc:Fallback xmlns="">
            <p:pic>
              <p:nvPicPr>
                <p:cNvPr id="45" name="墨迹 44">
                  <a:extLst>
                    <a:ext uri="{FF2B5EF4-FFF2-40B4-BE49-F238E27FC236}">
                      <a16:creationId xmlns:a16="http://schemas.microsoft.com/office/drawing/2014/main" id="{E8D87B52-2C75-D8C1-23FA-922F8E736DDC}"/>
                    </a:ext>
                  </a:extLst>
                </p:cNvPr>
                <p:cNvPicPr/>
                <p:nvPr/>
              </p:nvPicPr>
              <p:blipFill>
                <a:blip r:embed="rId23"/>
                <a:stretch>
                  <a:fillRect/>
                </a:stretch>
              </p:blipFill>
              <p:spPr>
                <a:xfrm>
                  <a:off x="4184665" y="4184109"/>
                  <a:ext cx="68904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6" name="墨迹 45">
                  <a:extLst>
                    <a:ext uri="{FF2B5EF4-FFF2-40B4-BE49-F238E27FC236}">
                      <a16:creationId xmlns:a16="http://schemas.microsoft.com/office/drawing/2014/main" id="{F8658BA8-E110-C8B3-18CD-12E4AC5974E0}"/>
                    </a:ext>
                  </a:extLst>
                </p14:cNvPr>
                <p14:cNvContentPartPr/>
                <p14:nvPr/>
              </p14:nvContentPartPr>
              <p14:xfrm>
                <a:off x="4304905" y="3610269"/>
                <a:ext cx="1819800" cy="676800"/>
              </p14:xfrm>
            </p:contentPart>
          </mc:Choice>
          <mc:Fallback xmlns="">
            <p:pic>
              <p:nvPicPr>
                <p:cNvPr id="46" name="墨迹 45">
                  <a:extLst>
                    <a:ext uri="{FF2B5EF4-FFF2-40B4-BE49-F238E27FC236}">
                      <a16:creationId xmlns:a16="http://schemas.microsoft.com/office/drawing/2014/main" id="{F8658BA8-E110-C8B3-18CD-12E4AC5974E0}"/>
                    </a:ext>
                  </a:extLst>
                </p:cNvPr>
                <p:cNvPicPr/>
                <p:nvPr/>
              </p:nvPicPr>
              <p:blipFill>
                <a:blip r:embed="rId25"/>
                <a:stretch>
                  <a:fillRect/>
                </a:stretch>
              </p:blipFill>
              <p:spPr>
                <a:xfrm>
                  <a:off x="4287265" y="3592629"/>
                  <a:ext cx="1855440" cy="712440"/>
                </a:xfrm>
                <a:prstGeom prst="rect">
                  <a:avLst/>
                </a:prstGeom>
              </p:spPr>
            </p:pic>
          </mc:Fallback>
        </mc:AlternateContent>
      </p:grpSp>
      <p:grpSp>
        <p:nvGrpSpPr>
          <p:cNvPr id="56" name="组合 55">
            <a:extLst>
              <a:ext uri="{FF2B5EF4-FFF2-40B4-BE49-F238E27FC236}">
                <a16:creationId xmlns:a16="http://schemas.microsoft.com/office/drawing/2014/main" id="{2BB1C066-662C-5EAD-3A52-3318913B9B8F}"/>
              </a:ext>
            </a:extLst>
          </p:cNvPr>
          <p:cNvGrpSpPr/>
          <p:nvPr/>
        </p:nvGrpSpPr>
        <p:grpSpPr>
          <a:xfrm>
            <a:off x="546145" y="4220829"/>
            <a:ext cx="180720" cy="222480"/>
            <a:chOff x="546145" y="4220829"/>
            <a:chExt cx="180720" cy="222480"/>
          </a:xfrm>
        </p:grpSpPr>
        <mc:AlternateContent xmlns:mc="http://schemas.openxmlformats.org/markup-compatibility/2006" xmlns:p14="http://schemas.microsoft.com/office/powerpoint/2010/main">
          <mc:Choice Requires="p14">
            <p:contentPart p14:bwMode="auto" r:id="rId26">
              <p14:nvContentPartPr>
                <p14:cNvPr id="48" name="墨迹 47">
                  <a:extLst>
                    <a:ext uri="{FF2B5EF4-FFF2-40B4-BE49-F238E27FC236}">
                      <a16:creationId xmlns:a16="http://schemas.microsoft.com/office/drawing/2014/main" id="{8C0EF3DC-7A67-5885-4BF9-B3A5F0112A02}"/>
                    </a:ext>
                  </a:extLst>
                </p14:cNvPr>
                <p14:cNvContentPartPr/>
                <p14:nvPr/>
              </p14:nvContentPartPr>
              <p14:xfrm>
                <a:off x="546145" y="4230189"/>
                <a:ext cx="176040" cy="213120"/>
              </p14:xfrm>
            </p:contentPart>
          </mc:Choice>
          <mc:Fallback xmlns="">
            <p:pic>
              <p:nvPicPr>
                <p:cNvPr id="48" name="墨迹 47">
                  <a:extLst>
                    <a:ext uri="{FF2B5EF4-FFF2-40B4-BE49-F238E27FC236}">
                      <a16:creationId xmlns:a16="http://schemas.microsoft.com/office/drawing/2014/main" id="{8C0EF3DC-7A67-5885-4BF9-B3A5F0112A02}"/>
                    </a:ext>
                  </a:extLst>
                </p:cNvPr>
                <p:cNvPicPr/>
                <p:nvPr/>
              </p:nvPicPr>
              <p:blipFill>
                <a:blip r:embed="rId27"/>
                <a:stretch>
                  <a:fillRect/>
                </a:stretch>
              </p:blipFill>
              <p:spPr>
                <a:xfrm>
                  <a:off x="528145" y="4212549"/>
                  <a:ext cx="21168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9" name="墨迹 48">
                  <a:extLst>
                    <a:ext uri="{FF2B5EF4-FFF2-40B4-BE49-F238E27FC236}">
                      <a16:creationId xmlns:a16="http://schemas.microsoft.com/office/drawing/2014/main" id="{C949D0D8-EACF-3A16-BF9A-3321C941ADB9}"/>
                    </a:ext>
                  </a:extLst>
                </p14:cNvPr>
                <p14:cNvContentPartPr/>
                <p14:nvPr/>
              </p14:nvContentPartPr>
              <p14:xfrm>
                <a:off x="581425" y="4220829"/>
                <a:ext cx="67320" cy="71280"/>
              </p14:xfrm>
            </p:contentPart>
          </mc:Choice>
          <mc:Fallback xmlns="">
            <p:pic>
              <p:nvPicPr>
                <p:cNvPr id="49" name="墨迹 48">
                  <a:extLst>
                    <a:ext uri="{FF2B5EF4-FFF2-40B4-BE49-F238E27FC236}">
                      <a16:creationId xmlns:a16="http://schemas.microsoft.com/office/drawing/2014/main" id="{C949D0D8-EACF-3A16-BF9A-3321C941ADB9}"/>
                    </a:ext>
                  </a:extLst>
                </p:cNvPr>
                <p:cNvPicPr/>
                <p:nvPr/>
              </p:nvPicPr>
              <p:blipFill>
                <a:blip r:embed="rId29"/>
                <a:stretch>
                  <a:fillRect/>
                </a:stretch>
              </p:blipFill>
              <p:spPr>
                <a:xfrm>
                  <a:off x="563785" y="4202829"/>
                  <a:ext cx="1029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0" name="墨迹 49">
                  <a:extLst>
                    <a:ext uri="{FF2B5EF4-FFF2-40B4-BE49-F238E27FC236}">
                      <a16:creationId xmlns:a16="http://schemas.microsoft.com/office/drawing/2014/main" id="{8FC2BC58-192A-FE08-8470-32F7FA28F467}"/>
                    </a:ext>
                  </a:extLst>
                </p14:cNvPr>
                <p14:cNvContentPartPr/>
                <p14:nvPr/>
              </p14:nvContentPartPr>
              <p14:xfrm>
                <a:off x="600505" y="4294629"/>
                <a:ext cx="360" cy="360"/>
              </p14:xfrm>
            </p:contentPart>
          </mc:Choice>
          <mc:Fallback xmlns="">
            <p:pic>
              <p:nvPicPr>
                <p:cNvPr id="50" name="墨迹 49">
                  <a:extLst>
                    <a:ext uri="{FF2B5EF4-FFF2-40B4-BE49-F238E27FC236}">
                      <a16:creationId xmlns:a16="http://schemas.microsoft.com/office/drawing/2014/main" id="{8FC2BC58-192A-FE08-8470-32F7FA28F467}"/>
                    </a:ext>
                  </a:extLst>
                </p:cNvPr>
                <p:cNvPicPr/>
                <p:nvPr/>
              </p:nvPicPr>
              <p:blipFill>
                <a:blip r:embed="rId31"/>
                <a:stretch>
                  <a:fillRect/>
                </a:stretch>
              </p:blipFill>
              <p:spPr>
                <a:xfrm>
                  <a:off x="582505" y="427698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1" name="墨迹 50">
                  <a:extLst>
                    <a:ext uri="{FF2B5EF4-FFF2-40B4-BE49-F238E27FC236}">
                      <a16:creationId xmlns:a16="http://schemas.microsoft.com/office/drawing/2014/main" id="{E26D9B28-851D-A05A-4ED3-00EBEC7C07BA}"/>
                    </a:ext>
                  </a:extLst>
                </p14:cNvPr>
                <p14:cNvContentPartPr/>
                <p14:nvPr/>
              </p14:nvContentPartPr>
              <p14:xfrm>
                <a:off x="600505" y="4368429"/>
                <a:ext cx="360" cy="16560"/>
              </p14:xfrm>
            </p:contentPart>
          </mc:Choice>
          <mc:Fallback xmlns="">
            <p:pic>
              <p:nvPicPr>
                <p:cNvPr id="51" name="墨迹 50">
                  <a:extLst>
                    <a:ext uri="{FF2B5EF4-FFF2-40B4-BE49-F238E27FC236}">
                      <a16:creationId xmlns:a16="http://schemas.microsoft.com/office/drawing/2014/main" id="{E26D9B28-851D-A05A-4ED3-00EBEC7C07BA}"/>
                    </a:ext>
                  </a:extLst>
                </p:cNvPr>
                <p:cNvPicPr/>
                <p:nvPr/>
              </p:nvPicPr>
              <p:blipFill>
                <a:blip r:embed="rId33"/>
                <a:stretch>
                  <a:fillRect/>
                </a:stretch>
              </p:blipFill>
              <p:spPr>
                <a:xfrm>
                  <a:off x="582505" y="4350789"/>
                  <a:ext cx="3600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2" name="墨迹 51">
                  <a:extLst>
                    <a:ext uri="{FF2B5EF4-FFF2-40B4-BE49-F238E27FC236}">
                      <a16:creationId xmlns:a16="http://schemas.microsoft.com/office/drawing/2014/main" id="{593B1133-0257-91A7-8CDD-DF2D496BEFC6}"/>
                    </a:ext>
                  </a:extLst>
                </p14:cNvPr>
                <p14:cNvContentPartPr/>
                <p14:nvPr/>
              </p14:nvContentPartPr>
              <p14:xfrm>
                <a:off x="587185" y="4292469"/>
                <a:ext cx="113040" cy="128520"/>
              </p14:xfrm>
            </p:contentPart>
          </mc:Choice>
          <mc:Fallback xmlns="">
            <p:pic>
              <p:nvPicPr>
                <p:cNvPr id="52" name="墨迹 51">
                  <a:extLst>
                    <a:ext uri="{FF2B5EF4-FFF2-40B4-BE49-F238E27FC236}">
                      <a16:creationId xmlns:a16="http://schemas.microsoft.com/office/drawing/2014/main" id="{593B1133-0257-91A7-8CDD-DF2D496BEFC6}"/>
                    </a:ext>
                  </a:extLst>
                </p:cNvPr>
                <p:cNvPicPr/>
                <p:nvPr/>
              </p:nvPicPr>
              <p:blipFill>
                <a:blip r:embed="rId35"/>
                <a:stretch>
                  <a:fillRect/>
                </a:stretch>
              </p:blipFill>
              <p:spPr>
                <a:xfrm>
                  <a:off x="569185" y="4274829"/>
                  <a:ext cx="1486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3" name="墨迹 52">
                  <a:extLst>
                    <a:ext uri="{FF2B5EF4-FFF2-40B4-BE49-F238E27FC236}">
                      <a16:creationId xmlns:a16="http://schemas.microsoft.com/office/drawing/2014/main" id="{5C00B0C9-29E5-E89C-73BA-210542BC1FDB}"/>
                    </a:ext>
                  </a:extLst>
                </p14:cNvPr>
                <p14:cNvContentPartPr/>
                <p14:nvPr/>
              </p14:nvContentPartPr>
              <p14:xfrm>
                <a:off x="572785" y="4230189"/>
                <a:ext cx="122400" cy="162720"/>
              </p14:xfrm>
            </p:contentPart>
          </mc:Choice>
          <mc:Fallback xmlns="">
            <p:pic>
              <p:nvPicPr>
                <p:cNvPr id="53" name="墨迹 52">
                  <a:extLst>
                    <a:ext uri="{FF2B5EF4-FFF2-40B4-BE49-F238E27FC236}">
                      <a16:creationId xmlns:a16="http://schemas.microsoft.com/office/drawing/2014/main" id="{5C00B0C9-29E5-E89C-73BA-210542BC1FDB}"/>
                    </a:ext>
                  </a:extLst>
                </p:cNvPr>
                <p:cNvPicPr/>
                <p:nvPr/>
              </p:nvPicPr>
              <p:blipFill>
                <a:blip r:embed="rId37"/>
                <a:stretch>
                  <a:fillRect/>
                </a:stretch>
              </p:blipFill>
              <p:spPr>
                <a:xfrm>
                  <a:off x="554785" y="4212549"/>
                  <a:ext cx="15804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5" name="墨迹 54">
                  <a:extLst>
                    <a:ext uri="{FF2B5EF4-FFF2-40B4-BE49-F238E27FC236}">
                      <a16:creationId xmlns:a16="http://schemas.microsoft.com/office/drawing/2014/main" id="{53417992-CB54-69D2-1215-91DDAC3A43E3}"/>
                    </a:ext>
                  </a:extLst>
                </p14:cNvPr>
                <p14:cNvContentPartPr/>
                <p14:nvPr/>
              </p14:nvContentPartPr>
              <p14:xfrm>
                <a:off x="609145" y="4220829"/>
                <a:ext cx="117720" cy="159480"/>
              </p14:xfrm>
            </p:contentPart>
          </mc:Choice>
          <mc:Fallback xmlns="">
            <p:pic>
              <p:nvPicPr>
                <p:cNvPr id="55" name="墨迹 54">
                  <a:extLst>
                    <a:ext uri="{FF2B5EF4-FFF2-40B4-BE49-F238E27FC236}">
                      <a16:creationId xmlns:a16="http://schemas.microsoft.com/office/drawing/2014/main" id="{53417992-CB54-69D2-1215-91DDAC3A43E3}"/>
                    </a:ext>
                  </a:extLst>
                </p:cNvPr>
                <p:cNvPicPr/>
                <p:nvPr/>
              </p:nvPicPr>
              <p:blipFill>
                <a:blip r:embed="rId39"/>
                <a:stretch>
                  <a:fillRect/>
                </a:stretch>
              </p:blipFill>
              <p:spPr>
                <a:xfrm>
                  <a:off x="591505" y="4202829"/>
                  <a:ext cx="153360" cy="195120"/>
                </a:xfrm>
                <a:prstGeom prst="rect">
                  <a:avLst/>
                </a:prstGeom>
              </p:spPr>
            </p:pic>
          </mc:Fallback>
        </mc:AlternateContent>
      </p:grpSp>
      <p:grpSp>
        <p:nvGrpSpPr>
          <p:cNvPr id="59" name="组合 58">
            <a:extLst>
              <a:ext uri="{FF2B5EF4-FFF2-40B4-BE49-F238E27FC236}">
                <a16:creationId xmlns:a16="http://schemas.microsoft.com/office/drawing/2014/main" id="{C1894C4F-7826-1C4C-2669-9F990B455AC9}"/>
              </a:ext>
            </a:extLst>
          </p:cNvPr>
          <p:cNvGrpSpPr/>
          <p:nvPr/>
        </p:nvGrpSpPr>
        <p:grpSpPr>
          <a:xfrm>
            <a:off x="1680505" y="1329669"/>
            <a:ext cx="3349080" cy="270360"/>
            <a:chOff x="1680505" y="1329669"/>
            <a:chExt cx="3349080" cy="270360"/>
          </a:xfrm>
        </p:grpSpPr>
        <mc:AlternateContent xmlns:mc="http://schemas.openxmlformats.org/markup-compatibility/2006" xmlns:p14="http://schemas.microsoft.com/office/powerpoint/2010/main">
          <mc:Choice Requires="p14">
            <p:contentPart p14:bwMode="auto" r:id="rId40">
              <p14:nvContentPartPr>
                <p14:cNvPr id="57" name="墨迹 56">
                  <a:extLst>
                    <a:ext uri="{FF2B5EF4-FFF2-40B4-BE49-F238E27FC236}">
                      <a16:creationId xmlns:a16="http://schemas.microsoft.com/office/drawing/2014/main" id="{465A5435-EDE0-72DC-5C50-70B5635318DB}"/>
                    </a:ext>
                  </a:extLst>
                </p14:cNvPr>
                <p14:cNvContentPartPr/>
                <p14:nvPr/>
              </p14:nvContentPartPr>
              <p14:xfrm>
                <a:off x="1680505" y="1339029"/>
                <a:ext cx="3349080" cy="46800"/>
              </p14:xfrm>
            </p:contentPart>
          </mc:Choice>
          <mc:Fallback xmlns="">
            <p:pic>
              <p:nvPicPr>
                <p:cNvPr id="57" name="墨迹 56">
                  <a:extLst>
                    <a:ext uri="{FF2B5EF4-FFF2-40B4-BE49-F238E27FC236}">
                      <a16:creationId xmlns:a16="http://schemas.microsoft.com/office/drawing/2014/main" id="{465A5435-EDE0-72DC-5C50-70B5635318DB}"/>
                    </a:ext>
                  </a:extLst>
                </p:cNvPr>
                <p:cNvPicPr/>
                <p:nvPr/>
              </p:nvPicPr>
              <p:blipFill>
                <a:blip r:embed="rId41"/>
                <a:stretch>
                  <a:fillRect/>
                </a:stretch>
              </p:blipFill>
              <p:spPr>
                <a:xfrm>
                  <a:off x="1662865" y="1321029"/>
                  <a:ext cx="338472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8" name="墨迹 57">
                  <a:extLst>
                    <a:ext uri="{FF2B5EF4-FFF2-40B4-BE49-F238E27FC236}">
                      <a16:creationId xmlns:a16="http://schemas.microsoft.com/office/drawing/2014/main" id="{0F22751A-AFFF-4D50-E711-53F42627D753}"/>
                    </a:ext>
                  </a:extLst>
                </p14:cNvPr>
                <p14:cNvContentPartPr/>
                <p14:nvPr/>
              </p14:nvContentPartPr>
              <p14:xfrm>
                <a:off x="2928265" y="1329669"/>
                <a:ext cx="300600" cy="270360"/>
              </p14:xfrm>
            </p:contentPart>
          </mc:Choice>
          <mc:Fallback xmlns="">
            <p:pic>
              <p:nvPicPr>
                <p:cNvPr id="58" name="墨迹 57">
                  <a:extLst>
                    <a:ext uri="{FF2B5EF4-FFF2-40B4-BE49-F238E27FC236}">
                      <a16:creationId xmlns:a16="http://schemas.microsoft.com/office/drawing/2014/main" id="{0F22751A-AFFF-4D50-E711-53F42627D753}"/>
                    </a:ext>
                  </a:extLst>
                </p:cNvPr>
                <p:cNvPicPr/>
                <p:nvPr/>
              </p:nvPicPr>
              <p:blipFill>
                <a:blip r:embed="rId43"/>
                <a:stretch>
                  <a:fillRect/>
                </a:stretch>
              </p:blipFill>
              <p:spPr>
                <a:xfrm>
                  <a:off x="2910265" y="1311669"/>
                  <a:ext cx="336240" cy="30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3" name="墨迹 2">
                <a:extLst>
                  <a:ext uri="{FF2B5EF4-FFF2-40B4-BE49-F238E27FC236}">
                    <a16:creationId xmlns:a16="http://schemas.microsoft.com/office/drawing/2014/main" id="{D2E5B478-DC61-BD9C-E91C-8481BE784AF7}"/>
                  </a:ext>
                </a:extLst>
              </p14:cNvPr>
              <p14:cNvContentPartPr/>
              <p14:nvPr/>
            </p14:nvContentPartPr>
            <p14:xfrm>
              <a:off x="6209703" y="2035119"/>
              <a:ext cx="1390320" cy="612360"/>
            </p14:xfrm>
          </p:contentPart>
        </mc:Choice>
        <mc:Fallback xmlns="">
          <p:pic>
            <p:nvPicPr>
              <p:cNvPr id="3" name="墨迹 2">
                <a:extLst>
                  <a:ext uri="{FF2B5EF4-FFF2-40B4-BE49-F238E27FC236}">
                    <a16:creationId xmlns:a16="http://schemas.microsoft.com/office/drawing/2014/main" id="{D2E5B478-DC61-BD9C-E91C-8481BE784AF7}"/>
                  </a:ext>
                </a:extLst>
              </p:cNvPr>
              <p:cNvPicPr/>
              <p:nvPr/>
            </p:nvPicPr>
            <p:blipFill>
              <a:blip r:embed="rId45"/>
              <a:stretch>
                <a:fillRect/>
              </a:stretch>
            </p:blipFill>
            <p:spPr>
              <a:xfrm>
                <a:off x="6192063" y="2017479"/>
                <a:ext cx="1425960" cy="648000"/>
              </a:xfrm>
              <a:prstGeom prst="rect">
                <a:avLst/>
              </a:prstGeom>
            </p:spPr>
          </p:pic>
        </mc:Fallback>
      </mc:AlternateContent>
      <p:grpSp>
        <p:nvGrpSpPr>
          <p:cNvPr id="264202" name="组合 264201">
            <a:extLst>
              <a:ext uri="{FF2B5EF4-FFF2-40B4-BE49-F238E27FC236}">
                <a16:creationId xmlns:a16="http://schemas.microsoft.com/office/drawing/2014/main" id="{38B481C8-D271-6E69-DC68-F0B7C73339FE}"/>
              </a:ext>
            </a:extLst>
          </p:cNvPr>
          <p:cNvGrpSpPr/>
          <p:nvPr/>
        </p:nvGrpSpPr>
        <p:grpSpPr>
          <a:xfrm>
            <a:off x="5436063" y="558039"/>
            <a:ext cx="1356840" cy="707400"/>
            <a:chOff x="5436063" y="558039"/>
            <a:chExt cx="1356840" cy="707400"/>
          </a:xfrm>
        </p:grpSpPr>
        <mc:AlternateContent xmlns:mc="http://schemas.openxmlformats.org/markup-compatibility/2006" xmlns:p14="http://schemas.microsoft.com/office/powerpoint/2010/main">
          <mc:Choice Requires="p14">
            <p:contentPart p14:bwMode="auto" r:id="rId46">
              <p14:nvContentPartPr>
                <p14:cNvPr id="10" name="墨迹 9">
                  <a:extLst>
                    <a:ext uri="{FF2B5EF4-FFF2-40B4-BE49-F238E27FC236}">
                      <a16:creationId xmlns:a16="http://schemas.microsoft.com/office/drawing/2014/main" id="{155B896E-415A-409D-5BD6-418EC9499047}"/>
                    </a:ext>
                  </a:extLst>
                </p14:cNvPr>
                <p14:cNvContentPartPr/>
                <p14:nvPr/>
              </p14:nvContentPartPr>
              <p14:xfrm>
                <a:off x="5436063" y="558039"/>
                <a:ext cx="228600" cy="425160"/>
              </p14:xfrm>
            </p:contentPart>
          </mc:Choice>
          <mc:Fallback xmlns="">
            <p:pic>
              <p:nvPicPr>
                <p:cNvPr id="10" name="墨迹 9">
                  <a:extLst>
                    <a:ext uri="{FF2B5EF4-FFF2-40B4-BE49-F238E27FC236}">
                      <a16:creationId xmlns:a16="http://schemas.microsoft.com/office/drawing/2014/main" id="{155B896E-415A-409D-5BD6-418EC9499047}"/>
                    </a:ext>
                  </a:extLst>
                </p:cNvPr>
                <p:cNvPicPr/>
                <p:nvPr/>
              </p:nvPicPr>
              <p:blipFill>
                <a:blip r:embed="rId47"/>
                <a:stretch>
                  <a:fillRect/>
                </a:stretch>
              </p:blipFill>
              <p:spPr>
                <a:xfrm>
                  <a:off x="5418063" y="540399"/>
                  <a:ext cx="26424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1" name="墨迹 10">
                  <a:extLst>
                    <a:ext uri="{FF2B5EF4-FFF2-40B4-BE49-F238E27FC236}">
                      <a16:creationId xmlns:a16="http://schemas.microsoft.com/office/drawing/2014/main" id="{58F42ABF-A8B0-48D8-5A64-DFD54B87C37D}"/>
                    </a:ext>
                  </a:extLst>
                </p14:cNvPr>
                <p14:cNvContentPartPr/>
                <p14:nvPr/>
              </p14:nvContentPartPr>
              <p14:xfrm>
                <a:off x="5774463" y="730119"/>
                <a:ext cx="12960" cy="172440"/>
              </p14:xfrm>
            </p:contentPart>
          </mc:Choice>
          <mc:Fallback xmlns="">
            <p:pic>
              <p:nvPicPr>
                <p:cNvPr id="11" name="墨迹 10">
                  <a:extLst>
                    <a:ext uri="{FF2B5EF4-FFF2-40B4-BE49-F238E27FC236}">
                      <a16:creationId xmlns:a16="http://schemas.microsoft.com/office/drawing/2014/main" id="{58F42ABF-A8B0-48D8-5A64-DFD54B87C37D}"/>
                    </a:ext>
                  </a:extLst>
                </p:cNvPr>
                <p:cNvPicPr/>
                <p:nvPr/>
              </p:nvPicPr>
              <p:blipFill>
                <a:blip r:embed="rId49"/>
                <a:stretch>
                  <a:fillRect/>
                </a:stretch>
              </p:blipFill>
              <p:spPr>
                <a:xfrm>
                  <a:off x="5756463" y="712119"/>
                  <a:ext cx="4860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7" name="墨迹 16">
                  <a:extLst>
                    <a:ext uri="{FF2B5EF4-FFF2-40B4-BE49-F238E27FC236}">
                      <a16:creationId xmlns:a16="http://schemas.microsoft.com/office/drawing/2014/main" id="{9BB78188-9DB4-EE24-C57C-509215CED533}"/>
                    </a:ext>
                  </a:extLst>
                </p14:cNvPr>
                <p14:cNvContentPartPr/>
                <p14:nvPr/>
              </p14:nvContentPartPr>
              <p14:xfrm>
                <a:off x="5769423" y="729759"/>
                <a:ext cx="115920" cy="212040"/>
              </p14:xfrm>
            </p:contentPart>
          </mc:Choice>
          <mc:Fallback xmlns="">
            <p:pic>
              <p:nvPicPr>
                <p:cNvPr id="17" name="墨迹 16">
                  <a:extLst>
                    <a:ext uri="{FF2B5EF4-FFF2-40B4-BE49-F238E27FC236}">
                      <a16:creationId xmlns:a16="http://schemas.microsoft.com/office/drawing/2014/main" id="{9BB78188-9DB4-EE24-C57C-509215CED533}"/>
                    </a:ext>
                  </a:extLst>
                </p:cNvPr>
                <p:cNvPicPr/>
                <p:nvPr/>
              </p:nvPicPr>
              <p:blipFill>
                <a:blip r:embed="rId51"/>
                <a:stretch>
                  <a:fillRect/>
                </a:stretch>
              </p:blipFill>
              <p:spPr>
                <a:xfrm>
                  <a:off x="5751783" y="712119"/>
                  <a:ext cx="15156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墨迹 29">
                  <a:extLst>
                    <a:ext uri="{FF2B5EF4-FFF2-40B4-BE49-F238E27FC236}">
                      <a16:creationId xmlns:a16="http://schemas.microsoft.com/office/drawing/2014/main" id="{54B2F6A4-8A36-2432-865F-9891E5B8353B}"/>
                    </a:ext>
                  </a:extLst>
                </p14:cNvPr>
                <p14:cNvContentPartPr/>
                <p14:nvPr/>
              </p14:nvContentPartPr>
              <p14:xfrm>
                <a:off x="5952303" y="766839"/>
                <a:ext cx="139320" cy="171000"/>
              </p14:xfrm>
            </p:contentPart>
          </mc:Choice>
          <mc:Fallback xmlns="">
            <p:pic>
              <p:nvPicPr>
                <p:cNvPr id="30" name="墨迹 29">
                  <a:extLst>
                    <a:ext uri="{FF2B5EF4-FFF2-40B4-BE49-F238E27FC236}">
                      <a16:creationId xmlns:a16="http://schemas.microsoft.com/office/drawing/2014/main" id="{54B2F6A4-8A36-2432-865F-9891E5B8353B}"/>
                    </a:ext>
                  </a:extLst>
                </p:cNvPr>
                <p:cNvPicPr/>
                <p:nvPr/>
              </p:nvPicPr>
              <p:blipFill>
                <a:blip r:embed="rId53"/>
                <a:stretch>
                  <a:fillRect/>
                </a:stretch>
              </p:blipFill>
              <p:spPr>
                <a:xfrm>
                  <a:off x="5934663" y="749199"/>
                  <a:ext cx="17496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墨迹 36">
                  <a:extLst>
                    <a:ext uri="{FF2B5EF4-FFF2-40B4-BE49-F238E27FC236}">
                      <a16:creationId xmlns:a16="http://schemas.microsoft.com/office/drawing/2014/main" id="{0477884A-1D56-B9F0-A454-848650E3A1BF}"/>
                    </a:ext>
                  </a:extLst>
                </p14:cNvPr>
                <p14:cNvContentPartPr/>
                <p14:nvPr/>
              </p14:nvContentPartPr>
              <p14:xfrm>
                <a:off x="6154983" y="689439"/>
                <a:ext cx="110520" cy="53640"/>
              </p14:xfrm>
            </p:contentPart>
          </mc:Choice>
          <mc:Fallback xmlns="">
            <p:pic>
              <p:nvPicPr>
                <p:cNvPr id="37" name="墨迹 36">
                  <a:extLst>
                    <a:ext uri="{FF2B5EF4-FFF2-40B4-BE49-F238E27FC236}">
                      <a16:creationId xmlns:a16="http://schemas.microsoft.com/office/drawing/2014/main" id="{0477884A-1D56-B9F0-A454-848650E3A1BF}"/>
                    </a:ext>
                  </a:extLst>
                </p:cNvPr>
                <p:cNvPicPr/>
                <p:nvPr/>
              </p:nvPicPr>
              <p:blipFill>
                <a:blip r:embed="rId55"/>
                <a:stretch>
                  <a:fillRect/>
                </a:stretch>
              </p:blipFill>
              <p:spPr>
                <a:xfrm>
                  <a:off x="6137343" y="671439"/>
                  <a:ext cx="1461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3" name="墨迹 42">
                  <a:extLst>
                    <a:ext uri="{FF2B5EF4-FFF2-40B4-BE49-F238E27FC236}">
                      <a16:creationId xmlns:a16="http://schemas.microsoft.com/office/drawing/2014/main" id="{1CA63D38-5DC5-7922-5F94-9AC27823763B}"/>
                    </a:ext>
                  </a:extLst>
                </p14:cNvPr>
                <p14:cNvContentPartPr/>
                <p14:nvPr/>
              </p14:nvContentPartPr>
              <p14:xfrm>
                <a:off x="6191703" y="773319"/>
                <a:ext cx="25200" cy="263520"/>
              </p14:xfrm>
            </p:contentPart>
          </mc:Choice>
          <mc:Fallback xmlns="">
            <p:pic>
              <p:nvPicPr>
                <p:cNvPr id="43" name="墨迹 42">
                  <a:extLst>
                    <a:ext uri="{FF2B5EF4-FFF2-40B4-BE49-F238E27FC236}">
                      <a16:creationId xmlns:a16="http://schemas.microsoft.com/office/drawing/2014/main" id="{1CA63D38-5DC5-7922-5F94-9AC27823763B}"/>
                    </a:ext>
                  </a:extLst>
                </p:cNvPr>
                <p:cNvPicPr/>
                <p:nvPr/>
              </p:nvPicPr>
              <p:blipFill>
                <a:blip r:embed="rId57"/>
                <a:stretch>
                  <a:fillRect/>
                </a:stretch>
              </p:blipFill>
              <p:spPr>
                <a:xfrm>
                  <a:off x="6173703" y="755319"/>
                  <a:ext cx="6084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4" name="墨迹 53">
                  <a:extLst>
                    <a:ext uri="{FF2B5EF4-FFF2-40B4-BE49-F238E27FC236}">
                      <a16:creationId xmlns:a16="http://schemas.microsoft.com/office/drawing/2014/main" id="{25A912E0-B592-A4B5-7E1E-3A66ADD7C9DC}"/>
                    </a:ext>
                  </a:extLst>
                </p14:cNvPr>
                <p14:cNvContentPartPr/>
                <p14:nvPr/>
              </p14:nvContentPartPr>
              <p14:xfrm>
                <a:off x="6210423" y="825879"/>
                <a:ext cx="89280" cy="33480"/>
              </p14:xfrm>
            </p:contentPart>
          </mc:Choice>
          <mc:Fallback xmlns="">
            <p:pic>
              <p:nvPicPr>
                <p:cNvPr id="54" name="墨迹 53">
                  <a:extLst>
                    <a:ext uri="{FF2B5EF4-FFF2-40B4-BE49-F238E27FC236}">
                      <a16:creationId xmlns:a16="http://schemas.microsoft.com/office/drawing/2014/main" id="{25A912E0-B592-A4B5-7E1E-3A66ADD7C9DC}"/>
                    </a:ext>
                  </a:extLst>
                </p:cNvPr>
                <p:cNvPicPr/>
                <p:nvPr/>
              </p:nvPicPr>
              <p:blipFill>
                <a:blip r:embed="rId59"/>
                <a:stretch>
                  <a:fillRect/>
                </a:stretch>
              </p:blipFill>
              <p:spPr>
                <a:xfrm>
                  <a:off x="6192423" y="808239"/>
                  <a:ext cx="12492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64194" name="墨迹 264193">
                  <a:extLst>
                    <a:ext uri="{FF2B5EF4-FFF2-40B4-BE49-F238E27FC236}">
                      <a16:creationId xmlns:a16="http://schemas.microsoft.com/office/drawing/2014/main" id="{14ECD2CD-7FC0-E09C-DD03-32A47F1CF2DA}"/>
                    </a:ext>
                  </a:extLst>
                </p14:cNvPr>
                <p14:cNvContentPartPr/>
                <p14:nvPr/>
              </p14:nvContentPartPr>
              <p14:xfrm>
                <a:off x="6424983" y="798519"/>
                <a:ext cx="87120" cy="17640"/>
              </p14:xfrm>
            </p:contentPart>
          </mc:Choice>
          <mc:Fallback xmlns="">
            <p:pic>
              <p:nvPicPr>
                <p:cNvPr id="264194" name="墨迹 264193">
                  <a:extLst>
                    <a:ext uri="{FF2B5EF4-FFF2-40B4-BE49-F238E27FC236}">
                      <a16:creationId xmlns:a16="http://schemas.microsoft.com/office/drawing/2014/main" id="{14ECD2CD-7FC0-E09C-DD03-32A47F1CF2DA}"/>
                    </a:ext>
                  </a:extLst>
                </p:cNvPr>
                <p:cNvPicPr/>
                <p:nvPr/>
              </p:nvPicPr>
              <p:blipFill>
                <a:blip r:embed="rId61"/>
                <a:stretch>
                  <a:fillRect/>
                </a:stretch>
              </p:blipFill>
              <p:spPr>
                <a:xfrm>
                  <a:off x="6407343" y="780879"/>
                  <a:ext cx="12276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64196" name="墨迹 264195">
                  <a:extLst>
                    <a:ext uri="{FF2B5EF4-FFF2-40B4-BE49-F238E27FC236}">
                      <a16:creationId xmlns:a16="http://schemas.microsoft.com/office/drawing/2014/main" id="{41888D9D-5654-6215-43E9-FDB925D50FE0}"/>
                    </a:ext>
                  </a:extLst>
                </p14:cNvPr>
                <p14:cNvContentPartPr/>
                <p14:nvPr/>
              </p14:nvContentPartPr>
              <p14:xfrm>
                <a:off x="6461703" y="872679"/>
                <a:ext cx="87120" cy="5400"/>
              </p14:xfrm>
            </p:contentPart>
          </mc:Choice>
          <mc:Fallback xmlns="">
            <p:pic>
              <p:nvPicPr>
                <p:cNvPr id="264196" name="墨迹 264195">
                  <a:extLst>
                    <a:ext uri="{FF2B5EF4-FFF2-40B4-BE49-F238E27FC236}">
                      <a16:creationId xmlns:a16="http://schemas.microsoft.com/office/drawing/2014/main" id="{41888D9D-5654-6215-43E9-FDB925D50FE0}"/>
                    </a:ext>
                  </a:extLst>
                </p:cNvPr>
                <p:cNvPicPr/>
                <p:nvPr/>
              </p:nvPicPr>
              <p:blipFill>
                <a:blip r:embed="rId63"/>
                <a:stretch>
                  <a:fillRect/>
                </a:stretch>
              </p:blipFill>
              <p:spPr>
                <a:xfrm>
                  <a:off x="6444063" y="854679"/>
                  <a:ext cx="12276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64197" name="墨迹 264196">
                  <a:extLst>
                    <a:ext uri="{FF2B5EF4-FFF2-40B4-BE49-F238E27FC236}">
                      <a16:creationId xmlns:a16="http://schemas.microsoft.com/office/drawing/2014/main" id="{D6DCAB75-B02B-47C3-EC54-0EFA0BE29BD1}"/>
                    </a:ext>
                  </a:extLst>
                </p14:cNvPr>
                <p14:cNvContentPartPr/>
                <p14:nvPr/>
              </p14:nvContentPartPr>
              <p14:xfrm>
                <a:off x="6627663" y="722919"/>
                <a:ext cx="165240" cy="178920"/>
              </p14:xfrm>
            </p:contentPart>
          </mc:Choice>
          <mc:Fallback xmlns="">
            <p:pic>
              <p:nvPicPr>
                <p:cNvPr id="264197" name="墨迹 264196">
                  <a:extLst>
                    <a:ext uri="{FF2B5EF4-FFF2-40B4-BE49-F238E27FC236}">
                      <a16:creationId xmlns:a16="http://schemas.microsoft.com/office/drawing/2014/main" id="{D6DCAB75-B02B-47C3-EC54-0EFA0BE29BD1}"/>
                    </a:ext>
                  </a:extLst>
                </p:cNvPr>
                <p:cNvPicPr/>
                <p:nvPr/>
              </p:nvPicPr>
              <p:blipFill>
                <a:blip r:embed="rId65"/>
                <a:stretch>
                  <a:fillRect/>
                </a:stretch>
              </p:blipFill>
              <p:spPr>
                <a:xfrm>
                  <a:off x="6609663" y="704919"/>
                  <a:ext cx="20088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64199" name="墨迹 264198">
                  <a:extLst>
                    <a:ext uri="{FF2B5EF4-FFF2-40B4-BE49-F238E27FC236}">
                      <a16:creationId xmlns:a16="http://schemas.microsoft.com/office/drawing/2014/main" id="{39D319D5-AA3E-1153-42C6-EB819AF51C0A}"/>
                    </a:ext>
                  </a:extLst>
                </p14:cNvPr>
                <p14:cNvContentPartPr/>
                <p14:nvPr/>
              </p14:nvContentPartPr>
              <p14:xfrm>
                <a:off x="6336783" y="963399"/>
                <a:ext cx="366120" cy="302040"/>
              </p14:xfrm>
            </p:contentPart>
          </mc:Choice>
          <mc:Fallback xmlns="">
            <p:pic>
              <p:nvPicPr>
                <p:cNvPr id="264199" name="墨迹 264198">
                  <a:extLst>
                    <a:ext uri="{FF2B5EF4-FFF2-40B4-BE49-F238E27FC236}">
                      <a16:creationId xmlns:a16="http://schemas.microsoft.com/office/drawing/2014/main" id="{39D319D5-AA3E-1153-42C6-EB819AF51C0A}"/>
                    </a:ext>
                  </a:extLst>
                </p:cNvPr>
                <p:cNvPicPr/>
                <p:nvPr/>
              </p:nvPicPr>
              <p:blipFill>
                <a:blip r:embed="rId67"/>
                <a:stretch>
                  <a:fillRect/>
                </a:stretch>
              </p:blipFill>
              <p:spPr>
                <a:xfrm>
                  <a:off x="6318783" y="945759"/>
                  <a:ext cx="40176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64200" name="墨迹 264199">
                  <a:extLst>
                    <a:ext uri="{FF2B5EF4-FFF2-40B4-BE49-F238E27FC236}">
                      <a16:creationId xmlns:a16="http://schemas.microsoft.com/office/drawing/2014/main" id="{9C4BA98A-59CF-AD86-8D5C-CDD78AEE307C}"/>
                    </a:ext>
                  </a:extLst>
                </p14:cNvPr>
                <p14:cNvContentPartPr/>
                <p14:nvPr/>
              </p14:nvContentPartPr>
              <p14:xfrm>
                <a:off x="6296103" y="1116759"/>
                <a:ext cx="12600" cy="84600"/>
              </p14:xfrm>
            </p:contentPart>
          </mc:Choice>
          <mc:Fallback xmlns="">
            <p:pic>
              <p:nvPicPr>
                <p:cNvPr id="264200" name="墨迹 264199">
                  <a:extLst>
                    <a:ext uri="{FF2B5EF4-FFF2-40B4-BE49-F238E27FC236}">
                      <a16:creationId xmlns:a16="http://schemas.microsoft.com/office/drawing/2014/main" id="{9C4BA98A-59CF-AD86-8D5C-CDD78AEE307C}"/>
                    </a:ext>
                  </a:extLst>
                </p:cNvPr>
                <p:cNvPicPr/>
                <p:nvPr/>
              </p:nvPicPr>
              <p:blipFill>
                <a:blip r:embed="rId69"/>
                <a:stretch>
                  <a:fillRect/>
                </a:stretch>
              </p:blipFill>
              <p:spPr>
                <a:xfrm>
                  <a:off x="6278103" y="1099119"/>
                  <a:ext cx="4824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64201" name="墨迹 264200">
                  <a:extLst>
                    <a:ext uri="{FF2B5EF4-FFF2-40B4-BE49-F238E27FC236}">
                      <a16:creationId xmlns:a16="http://schemas.microsoft.com/office/drawing/2014/main" id="{3BE49DFF-E63B-8D93-5E5D-1AEE7DB42BFE}"/>
                    </a:ext>
                  </a:extLst>
                </p14:cNvPr>
                <p14:cNvContentPartPr/>
                <p14:nvPr/>
              </p14:nvContentPartPr>
              <p14:xfrm>
                <a:off x="6308343" y="1086879"/>
                <a:ext cx="183600" cy="24120"/>
              </p14:xfrm>
            </p:contentPart>
          </mc:Choice>
          <mc:Fallback xmlns="">
            <p:pic>
              <p:nvPicPr>
                <p:cNvPr id="264201" name="墨迹 264200">
                  <a:extLst>
                    <a:ext uri="{FF2B5EF4-FFF2-40B4-BE49-F238E27FC236}">
                      <a16:creationId xmlns:a16="http://schemas.microsoft.com/office/drawing/2014/main" id="{3BE49DFF-E63B-8D93-5E5D-1AEE7DB42BFE}"/>
                    </a:ext>
                  </a:extLst>
                </p:cNvPr>
                <p:cNvPicPr/>
                <p:nvPr/>
              </p:nvPicPr>
              <p:blipFill>
                <a:blip r:embed="rId71"/>
                <a:stretch>
                  <a:fillRect/>
                </a:stretch>
              </p:blipFill>
              <p:spPr>
                <a:xfrm>
                  <a:off x="6290703" y="1068879"/>
                  <a:ext cx="219240" cy="59760"/>
                </a:xfrm>
                <a:prstGeom prst="rect">
                  <a:avLst/>
                </a:prstGeom>
              </p:spPr>
            </p:pic>
          </mc:Fallback>
        </mc:AlternateContent>
      </p:grpSp>
      <p:grpSp>
        <p:nvGrpSpPr>
          <p:cNvPr id="264206" name="组合 264205">
            <a:extLst>
              <a:ext uri="{FF2B5EF4-FFF2-40B4-BE49-F238E27FC236}">
                <a16:creationId xmlns:a16="http://schemas.microsoft.com/office/drawing/2014/main" id="{D955B176-6EB2-1718-EBF9-0C42BE92FAE7}"/>
              </a:ext>
            </a:extLst>
          </p:cNvPr>
          <p:cNvGrpSpPr/>
          <p:nvPr/>
        </p:nvGrpSpPr>
        <p:grpSpPr>
          <a:xfrm>
            <a:off x="2166183" y="3037359"/>
            <a:ext cx="5983920" cy="81360"/>
            <a:chOff x="2166183" y="3037359"/>
            <a:chExt cx="5983920" cy="81360"/>
          </a:xfrm>
        </p:grpSpPr>
        <mc:AlternateContent xmlns:mc="http://schemas.openxmlformats.org/markup-compatibility/2006" xmlns:p14="http://schemas.microsoft.com/office/powerpoint/2010/main">
          <mc:Choice Requires="p14">
            <p:contentPart p14:bwMode="auto" r:id="rId72">
              <p14:nvContentPartPr>
                <p14:cNvPr id="264203" name="墨迹 264202">
                  <a:extLst>
                    <a:ext uri="{FF2B5EF4-FFF2-40B4-BE49-F238E27FC236}">
                      <a16:creationId xmlns:a16="http://schemas.microsoft.com/office/drawing/2014/main" id="{2F87FC12-4816-2FBB-AF14-E3FCCEF73334}"/>
                    </a:ext>
                  </a:extLst>
                </p14:cNvPr>
                <p14:cNvContentPartPr/>
                <p14:nvPr/>
              </p14:nvContentPartPr>
              <p14:xfrm>
                <a:off x="2399103" y="3098919"/>
                <a:ext cx="2049480" cy="19800"/>
              </p14:xfrm>
            </p:contentPart>
          </mc:Choice>
          <mc:Fallback xmlns="">
            <p:pic>
              <p:nvPicPr>
                <p:cNvPr id="264203" name="墨迹 264202">
                  <a:extLst>
                    <a:ext uri="{FF2B5EF4-FFF2-40B4-BE49-F238E27FC236}">
                      <a16:creationId xmlns:a16="http://schemas.microsoft.com/office/drawing/2014/main" id="{2F87FC12-4816-2FBB-AF14-E3FCCEF73334}"/>
                    </a:ext>
                  </a:extLst>
                </p:cNvPr>
                <p:cNvPicPr/>
                <p:nvPr/>
              </p:nvPicPr>
              <p:blipFill>
                <a:blip r:embed="rId73"/>
                <a:stretch>
                  <a:fillRect/>
                </a:stretch>
              </p:blipFill>
              <p:spPr>
                <a:xfrm>
                  <a:off x="2381463" y="3080919"/>
                  <a:ext cx="20851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64204" name="墨迹 264203">
                  <a:extLst>
                    <a:ext uri="{FF2B5EF4-FFF2-40B4-BE49-F238E27FC236}">
                      <a16:creationId xmlns:a16="http://schemas.microsoft.com/office/drawing/2014/main" id="{A521F784-27E5-ADE6-CB80-AE911D483A48}"/>
                    </a:ext>
                  </a:extLst>
                </p14:cNvPr>
                <p14:cNvContentPartPr/>
                <p14:nvPr/>
              </p14:nvContentPartPr>
              <p14:xfrm>
                <a:off x="2166183" y="3086319"/>
                <a:ext cx="2037960" cy="19800"/>
              </p14:xfrm>
            </p:contentPart>
          </mc:Choice>
          <mc:Fallback xmlns="">
            <p:pic>
              <p:nvPicPr>
                <p:cNvPr id="264204" name="墨迹 264203">
                  <a:extLst>
                    <a:ext uri="{FF2B5EF4-FFF2-40B4-BE49-F238E27FC236}">
                      <a16:creationId xmlns:a16="http://schemas.microsoft.com/office/drawing/2014/main" id="{A521F784-27E5-ADE6-CB80-AE911D483A48}"/>
                    </a:ext>
                  </a:extLst>
                </p:cNvPr>
                <p:cNvPicPr/>
                <p:nvPr/>
              </p:nvPicPr>
              <p:blipFill>
                <a:blip r:embed="rId75"/>
                <a:stretch>
                  <a:fillRect/>
                </a:stretch>
              </p:blipFill>
              <p:spPr>
                <a:xfrm>
                  <a:off x="2148183" y="3068319"/>
                  <a:ext cx="20736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64205" name="墨迹 264204">
                  <a:extLst>
                    <a:ext uri="{FF2B5EF4-FFF2-40B4-BE49-F238E27FC236}">
                      <a16:creationId xmlns:a16="http://schemas.microsoft.com/office/drawing/2014/main" id="{0F55B701-5B93-6DCA-6678-F12ED4FC7CB4}"/>
                    </a:ext>
                  </a:extLst>
                </p14:cNvPr>
                <p14:cNvContentPartPr/>
                <p14:nvPr/>
              </p14:nvContentPartPr>
              <p14:xfrm>
                <a:off x="3921183" y="3037359"/>
                <a:ext cx="4228920" cy="50400"/>
              </p14:xfrm>
            </p:contentPart>
          </mc:Choice>
          <mc:Fallback xmlns="">
            <p:pic>
              <p:nvPicPr>
                <p:cNvPr id="264205" name="墨迹 264204">
                  <a:extLst>
                    <a:ext uri="{FF2B5EF4-FFF2-40B4-BE49-F238E27FC236}">
                      <a16:creationId xmlns:a16="http://schemas.microsoft.com/office/drawing/2014/main" id="{0F55B701-5B93-6DCA-6678-F12ED4FC7CB4}"/>
                    </a:ext>
                  </a:extLst>
                </p:cNvPr>
                <p:cNvPicPr/>
                <p:nvPr/>
              </p:nvPicPr>
              <p:blipFill>
                <a:blip r:embed="rId77"/>
                <a:stretch>
                  <a:fillRect/>
                </a:stretch>
              </p:blipFill>
              <p:spPr>
                <a:xfrm>
                  <a:off x="3903543" y="3019719"/>
                  <a:ext cx="4264560" cy="86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8">
            <p14:nvContentPartPr>
              <p14:cNvPr id="264207" name="墨迹 264206">
                <a:extLst>
                  <a:ext uri="{FF2B5EF4-FFF2-40B4-BE49-F238E27FC236}">
                    <a16:creationId xmlns:a16="http://schemas.microsoft.com/office/drawing/2014/main" id="{52FAE376-EE13-2A2E-7517-1C99647888E1}"/>
                  </a:ext>
                </a:extLst>
              </p14:cNvPr>
              <p14:cNvContentPartPr/>
              <p14:nvPr/>
            </p14:nvContentPartPr>
            <p14:xfrm>
              <a:off x="1896183" y="3614439"/>
              <a:ext cx="3423600" cy="50040"/>
            </p14:xfrm>
          </p:contentPart>
        </mc:Choice>
        <mc:Fallback xmlns="">
          <p:pic>
            <p:nvPicPr>
              <p:cNvPr id="264207" name="墨迹 264206">
                <a:extLst>
                  <a:ext uri="{FF2B5EF4-FFF2-40B4-BE49-F238E27FC236}">
                    <a16:creationId xmlns:a16="http://schemas.microsoft.com/office/drawing/2014/main" id="{52FAE376-EE13-2A2E-7517-1C99647888E1}"/>
                  </a:ext>
                </a:extLst>
              </p:cNvPr>
              <p:cNvPicPr/>
              <p:nvPr/>
            </p:nvPicPr>
            <p:blipFill>
              <a:blip r:embed="rId79"/>
              <a:stretch>
                <a:fillRect/>
              </a:stretch>
            </p:blipFill>
            <p:spPr>
              <a:xfrm>
                <a:off x="1878183" y="3596799"/>
                <a:ext cx="345924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64208" name="墨迹 264207">
                <a:extLst>
                  <a:ext uri="{FF2B5EF4-FFF2-40B4-BE49-F238E27FC236}">
                    <a16:creationId xmlns:a16="http://schemas.microsoft.com/office/drawing/2014/main" id="{5F03474E-02B2-0070-E99E-D76BDC14E03F}"/>
                  </a:ext>
                </a:extLst>
              </p14:cNvPr>
              <p14:cNvContentPartPr/>
              <p14:nvPr/>
            </p14:nvContentPartPr>
            <p14:xfrm>
              <a:off x="6081543" y="3538119"/>
              <a:ext cx="2644560" cy="70920"/>
            </p14:xfrm>
          </p:contentPart>
        </mc:Choice>
        <mc:Fallback xmlns="">
          <p:pic>
            <p:nvPicPr>
              <p:cNvPr id="264208" name="墨迹 264207">
                <a:extLst>
                  <a:ext uri="{FF2B5EF4-FFF2-40B4-BE49-F238E27FC236}">
                    <a16:creationId xmlns:a16="http://schemas.microsoft.com/office/drawing/2014/main" id="{5F03474E-02B2-0070-E99E-D76BDC14E03F}"/>
                  </a:ext>
                </a:extLst>
              </p:cNvPr>
              <p:cNvPicPr/>
              <p:nvPr/>
            </p:nvPicPr>
            <p:blipFill>
              <a:blip r:embed="rId81"/>
              <a:stretch>
                <a:fillRect/>
              </a:stretch>
            </p:blipFill>
            <p:spPr>
              <a:xfrm>
                <a:off x="6063903" y="3520119"/>
                <a:ext cx="268020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64209" name="墨迹 264208">
                <a:extLst>
                  <a:ext uri="{FF2B5EF4-FFF2-40B4-BE49-F238E27FC236}">
                    <a16:creationId xmlns:a16="http://schemas.microsoft.com/office/drawing/2014/main" id="{40A8D72A-20B3-DD2A-1FB7-8F4CFF72B794}"/>
                  </a:ext>
                </a:extLst>
              </p14:cNvPr>
              <p14:cNvContentPartPr/>
              <p14:nvPr/>
            </p14:nvContentPartPr>
            <p14:xfrm>
              <a:off x="435663" y="4147959"/>
              <a:ext cx="4344480" cy="74880"/>
            </p14:xfrm>
          </p:contentPart>
        </mc:Choice>
        <mc:Fallback xmlns="">
          <p:pic>
            <p:nvPicPr>
              <p:cNvPr id="264209" name="墨迹 264208">
                <a:extLst>
                  <a:ext uri="{FF2B5EF4-FFF2-40B4-BE49-F238E27FC236}">
                    <a16:creationId xmlns:a16="http://schemas.microsoft.com/office/drawing/2014/main" id="{40A8D72A-20B3-DD2A-1FB7-8F4CFF72B794}"/>
                  </a:ext>
                </a:extLst>
              </p:cNvPr>
              <p:cNvPicPr/>
              <p:nvPr/>
            </p:nvPicPr>
            <p:blipFill>
              <a:blip r:embed="rId83"/>
              <a:stretch>
                <a:fillRect/>
              </a:stretch>
            </p:blipFill>
            <p:spPr>
              <a:xfrm>
                <a:off x="417663" y="4130319"/>
                <a:ext cx="4380120" cy="110520"/>
              </a:xfrm>
              <a:prstGeom prst="rect">
                <a:avLst/>
              </a:prstGeom>
            </p:spPr>
          </p:pic>
        </mc:Fallback>
      </mc:AlternateContent>
      <p:grpSp>
        <p:nvGrpSpPr>
          <p:cNvPr id="264212" name="组合 264211">
            <a:extLst>
              <a:ext uri="{FF2B5EF4-FFF2-40B4-BE49-F238E27FC236}">
                <a16:creationId xmlns:a16="http://schemas.microsoft.com/office/drawing/2014/main" id="{642AD3C7-6639-7916-32DE-7F53CF0F7F96}"/>
              </a:ext>
            </a:extLst>
          </p:cNvPr>
          <p:cNvGrpSpPr/>
          <p:nvPr/>
        </p:nvGrpSpPr>
        <p:grpSpPr>
          <a:xfrm>
            <a:off x="3957543" y="4074519"/>
            <a:ext cx="1708920" cy="394200"/>
            <a:chOff x="3957543" y="4074519"/>
            <a:chExt cx="1708920" cy="394200"/>
          </a:xfrm>
        </p:grpSpPr>
        <mc:AlternateContent xmlns:mc="http://schemas.openxmlformats.org/markup-compatibility/2006" xmlns:p14="http://schemas.microsoft.com/office/powerpoint/2010/main">
          <mc:Choice Requires="p14">
            <p:contentPart p14:bwMode="auto" r:id="rId84">
              <p14:nvContentPartPr>
                <p14:cNvPr id="264210" name="墨迹 264209">
                  <a:extLst>
                    <a:ext uri="{FF2B5EF4-FFF2-40B4-BE49-F238E27FC236}">
                      <a16:creationId xmlns:a16="http://schemas.microsoft.com/office/drawing/2014/main" id="{84B4EF64-1881-CB77-0458-8F19BAC0915E}"/>
                    </a:ext>
                  </a:extLst>
                </p14:cNvPr>
                <p14:cNvContentPartPr/>
                <p14:nvPr/>
              </p14:nvContentPartPr>
              <p14:xfrm>
                <a:off x="3957543" y="4092519"/>
                <a:ext cx="529920" cy="307800"/>
              </p14:xfrm>
            </p:contentPart>
          </mc:Choice>
          <mc:Fallback xmlns="">
            <p:pic>
              <p:nvPicPr>
                <p:cNvPr id="264210" name="墨迹 264209">
                  <a:extLst>
                    <a:ext uri="{FF2B5EF4-FFF2-40B4-BE49-F238E27FC236}">
                      <a16:creationId xmlns:a16="http://schemas.microsoft.com/office/drawing/2014/main" id="{84B4EF64-1881-CB77-0458-8F19BAC0915E}"/>
                    </a:ext>
                  </a:extLst>
                </p:cNvPr>
                <p:cNvPicPr/>
                <p:nvPr/>
              </p:nvPicPr>
              <p:blipFill>
                <a:blip r:embed="rId85"/>
                <a:stretch>
                  <a:fillRect/>
                </a:stretch>
              </p:blipFill>
              <p:spPr>
                <a:xfrm>
                  <a:off x="3939543" y="4074519"/>
                  <a:ext cx="56556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64211" name="墨迹 264210">
                  <a:extLst>
                    <a:ext uri="{FF2B5EF4-FFF2-40B4-BE49-F238E27FC236}">
                      <a16:creationId xmlns:a16="http://schemas.microsoft.com/office/drawing/2014/main" id="{3C1A4D4D-7AD0-B80E-F016-B39F164F5C1E}"/>
                    </a:ext>
                  </a:extLst>
                </p14:cNvPr>
                <p14:cNvContentPartPr/>
                <p14:nvPr/>
              </p14:nvContentPartPr>
              <p14:xfrm>
                <a:off x="5342103" y="4074519"/>
                <a:ext cx="324360" cy="394200"/>
              </p14:xfrm>
            </p:contentPart>
          </mc:Choice>
          <mc:Fallback xmlns="">
            <p:pic>
              <p:nvPicPr>
                <p:cNvPr id="264211" name="墨迹 264210">
                  <a:extLst>
                    <a:ext uri="{FF2B5EF4-FFF2-40B4-BE49-F238E27FC236}">
                      <a16:creationId xmlns:a16="http://schemas.microsoft.com/office/drawing/2014/main" id="{3C1A4D4D-7AD0-B80E-F016-B39F164F5C1E}"/>
                    </a:ext>
                  </a:extLst>
                </p:cNvPr>
                <p:cNvPicPr/>
                <p:nvPr/>
              </p:nvPicPr>
              <p:blipFill>
                <a:blip r:embed="rId87"/>
                <a:stretch>
                  <a:fillRect/>
                </a:stretch>
              </p:blipFill>
              <p:spPr>
                <a:xfrm>
                  <a:off x="5324463" y="4056879"/>
                  <a:ext cx="360000" cy="429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8">
            <p14:nvContentPartPr>
              <p14:cNvPr id="264213" name="墨迹 264212">
                <a:extLst>
                  <a:ext uri="{FF2B5EF4-FFF2-40B4-BE49-F238E27FC236}">
                    <a16:creationId xmlns:a16="http://schemas.microsoft.com/office/drawing/2014/main" id="{B5910E80-C5E2-A2EB-6CCD-1C77F36DE0D5}"/>
                  </a:ext>
                </a:extLst>
              </p14:cNvPr>
              <p14:cNvContentPartPr/>
              <p14:nvPr/>
            </p14:nvContentPartPr>
            <p14:xfrm>
              <a:off x="4768188" y="3822159"/>
              <a:ext cx="1131120" cy="413280"/>
            </p14:xfrm>
          </p:contentPart>
        </mc:Choice>
        <mc:Fallback xmlns="">
          <p:pic>
            <p:nvPicPr>
              <p:cNvPr id="264213" name="墨迹 264212">
                <a:extLst>
                  <a:ext uri="{FF2B5EF4-FFF2-40B4-BE49-F238E27FC236}">
                    <a16:creationId xmlns:a16="http://schemas.microsoft.com/office/drawing/2014/main" id="{B5910E80-C5E2-A2EB-6CCD-1C77F36DE0D5}"/>
                  </a:ext>
                </a:extLst>
              </p:cNvPr>
              <p:cNvPicPr/>
              <p:nvPr/>
            </p:nvPicPr>
            <p:blipFill>
              <a:blip r:embed="rId89"/>
              <a:stretch>
                <a:fillRect/>
              </a:stretch>
            </p:blipFill>
            <p:spPr>
              <a:xfrm>
                <a:off x="4750548" y="3804159"/>
                <a:ext cx="1166760" cy="44892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125538"/>
            <a:ext cx="7886700" cy="5111750"/>
          </a:xfrm>
        </p:spPr>
        <p:txBody>
          <a:bodyPr/>
          <a:lstStyle/>
          <a:p>
            <a:pPr marL="342900" marR="0" lvl="0" indent="-34290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1200" cap="none" spc="0" normalizeH="0" baseline="0" noProof="0" dirty="0">
                <a:ln>
                  <a:noFill/>
                </a:ln>
                <a:solidFill>
                  <a:schemeClr val="tx1"/>
                </a:solidFill>
                <a:effectLst/>
                <a:uLnTx/>
                <a:uFillTx/>
                <a:latin typeface="+mj-ea"/>
                <a:ea typeface="+mj-ea"/>
                <a:cs typeface="+mn-cs"/>
              </a:rPr>
              <a:t>     在串行口允许接收（</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REN=1</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）时，就可接收一帧数据进入移位寄存器</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(9</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位</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，如果满足接收中断标志位</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RI=0</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的条，则将移位寄存器中的数据装载到接收</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SBUF</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中，同时使</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RI=1</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。如果允许中断，</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CPU</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在执行中断服务程序时再接受下一帧数据；如果禁止中断，可以通过查询</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RI</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位的状态来判断是否接受完毕。当发出读</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SBUF</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命令时（</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MOV  A, SBUF</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），便将接收</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SBUF</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中的数据通过内部总线读入到累加器中或指定的内部</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RAM</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中。</a:t>
            </a:r>
            <a:endParaRPr kumimoji="1" lang="zh-CN" altLang="en-US" sz="2400" b="0" i="0" u="none" strike="noStrike" kern="1200" cap="none" spc="0" normalizeH="0" baseline="0" noProof="0" dirty="0">
              <a:ln>
                <a:noFill/>
              </a:ln>
              <a:solidFill>
                <a:schemeClr val="tx1"/>
              </a:solidFill>
              <a:effectLst/>
              <a:uLnTx/>
              <a:uFillTx/>
              <a:latin typeface="+mn-lt"/>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CE957F23-717F-F430-F7B7-274E4B756966}"/>
                  </a:ext>
                </a:extLst>
              </p14:cNvPr>
              <p14:cNvContentPartPr/>
              <p14:nvPr/>
            </p14:nvContentPartPr>
            <p14:xfrm>
              <a:off x="1073868" y="2755119"/>
              <a:ext cx="853200" cy="25560"/>
            </p14:xfrm>
          </p:contentPart>
        </mc:Choice>
        <mc:Fallback xmlns="">
          <p:pic>
            <p:nvPicPr>
              <p:cNvPr id="2" name="墨迹 1">
                <a:extLst>
                  <a:ext uri="{FF2B5EF4-FFF2-40B4-BE49-F238E27FC236}">
                    <a16:creationId xmlns:a16="http://schemas.microsoft.com/office/drawing/2014/main" id="{CE957F23-717F-F430-F7B7-274E4B756966}"/>
                  </a:ext>
                </a:extLst>
              </p:cNvPr>
              <p:cNvPicPr/>
              <p:nvPr/>
            </p:nvPicPr>
            <p:blipFill>
              <a:blip r:embed="rId3"/>
              <a:stretch>
                <a:fillRect/>
              </a:stretch>
            </p:blipFill>
            <p:spPr>
              <a:xfrm>
                <a:off x="1055868" y="2737479"/>
                <a:ext cx="88884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FE90E9AA-6D70-C2D7-AAB1-6FE2A9B92550}"/>
                  </a:ext>
                </a:extLst>
              </p14:cNvPr>
              <p14:cNvContentPartPr/>
              <p14:nvPr/>
            </p14:nvContentPartPr>
            <p14:xfrm>
              <a:off x="1736628" y="3319599"/>
              <a:ext cx="1521720" cy="6840"/>
            </p14:xfrm>
          </p:contentPart>
        </mc:Choice>
        <mc:Fallback xmlns="">
          <p:pic>
            <p:nvPicPr>
              <p:cNvPr id="4" name="墨迹 3">
                <a:extLst>
                  <a:ext uri="{FF2B5EF4-FFF2-40B4-BE49-F238E27FC236}">
                    <a16:creationId xmlns:a16="http://schemas.microsoft.com/office/drawing/2014/main" id="{FE90E9AA-6D70-C2D7-AAB1-6FE2A9B92550}"/>
                  </a:ext>
                </a:extLst>
              </p:cNvPr>
              <p:cNvPicPr/>
              <p:nvPr/>
            </p:nvPicPr>
            <p:blipFill>
              <a:blip r:embed="rId5"/>
              <a:stretch>
                <a:fillRect/>
              </a:stretch>
            </p:blipFill>
            <p:spPr>
              <a:xfrm>
                <a:off x="1718628" y="3301959"/>
                <a:ext cx="155736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墨迹 4">
                <a:extLst>
                  <a:ext uri="{FF2B5EF4-FFF2-40B4-BE49-F238E27FC236}">
                    <a16:creationId xmlns:a16="http://schemas.microsoft.com/office/drawing/2014/main" id="{C8541B0E-ED2B-D031-62C9-F49F3BC7B4E7}"/>
                  </a:ext>
                </a:extLst>
              </p14:cNvPr>
              <p14:cNvContentPartPr/>
              <p14:nvPr/>
            </p14:nvContentPartPr>
            <p14:xfrm>
              <a:off x="7192428" y="3933759"/>
              <a:ext cx="1391760" cy="12960"/>
            </p14:xfrm>
          </p:contentPart>
        </mc:Choice>
        <mc:Fallback xmlns="">
          <p:pic>
            <p:nvPicPr>
              <p:cNvPr id="5" name="墨迹 4">
                <a:extLst>
                  <a:ext uri="{FF2B5EF4-FFF2-40B4-BE49-F238E27FC236}">
                    <a16:creationId xmlns:a16="http://schemas.microsoft.com/office/drawing/2014/main" id="{C8541B0E-ED2B-D031-62C9-F49F3BC7B4E7}"/>
                  </a:ext>
                </a:extLst>
              </p:cNvPr>
              <p:cNvPicPr/>
              <p:nvPr/>
            </p:nvPicPr>
            <p:blipFill>
              <a:blip r:embed="rId7"/>
              <a:stretch>
                <a:fillRect/>
              </a:stretch>
            </p:blipFill>
            <p:spPr>
              <a:xfrm>
                <a:off x="7174428" y="3915759"/>
                <a:ext cx="14274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墨迹 5">
                <a:extLst>
                  <a:ext uri="{FF2B5EF4-FFF2-40B4-BE49-F238E27FC236}">
                    <a16:creationId xmlns:a16="http://schemas.microsoft.com/office/drawing/2014/main" id="{10CA73CE-49C2-FCDD-905B-4597F87967F7}"/>
                  </a:ext>
                </a:extLst>
              </p14:cNvPr>
              <p14:cNvContentPartPr/>
              <p14:nvPr/>
            </p14:nvContentPartPr>
            <p14:xfrm>
              <a:off x="1036788" y="4448919"/>
              <a:ext cx="7032600" cy="185040"/>
            </p14:xfrm>
          </p:contentPart>
        </mc:Choice>
        <mc:Fallback xmlns="">
          <p:pic>
            <p:nvPicPr>
              <p:cNvPr id="6" name="墨迹 5">
                <a:extLst>
                  <a:ext uri="{FF2B5EF4-FFF2-40B4-BE49-F238E27FC236}">
                    <a16:creationId xmlns:a16="http://schemas.microsoft.com/office/drawing/2014/main" id="{10CA73CE-49C2-FCDD-905B-4597F87967F7}"/>
                  </a:ext>
                </a:extLst>
              </p:cNvPr>
              <p:cNvPicPr/>
              <p:nvPr/>
            </p:nvPicPr>
            <p:blipFill>
              <a:blip r:embed="rId9"/>
              <a:stretch>
                <a:fillRect/>
              </a:stretch>
            </p:blipFill>
            <p:spPr>
              <a:xfrm>
                <a:off x="1019148" y="4430919"/>
                <a:ext cx="706824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墨迹 7">
                <a:extLst>
                  <a:ext uri="{FF2B5EF4-FFF2-40B4-BE49-F238E27FC236}">
                    <a16:creationId xmlns:a16="http://schemas.microsoft.com/office/drawing/2014/main" id="{D239DCDD-86FC-C61D-72F7-CCD7FB33615A}"/>
                  </a:ext>
                </a:extLst>
              </p14:cNvPr>
              <p14:cNvContentPartPr/>
              <p14:nvPr/>
            </p14:nvContentPartPr>
            <p14:xfrm>
              <a:off x="4183585" y="1597869"/>
              <a:ext cx="1100160" cy="82800"/>
            </p14:xfrm>
          </p:contentPart>
        </mc:Choice>
        <mc:Fallback xmlns="">
          <p:pic>
            <p:nvPicPr>
              <p:cNvPr id="8" name="墨迹 7">
                <a:extLst>
                  <a:ext uri="{FF2B5EF4-FFF2-40B4-BE49-F238E27FC236}">
                    <a16:creationId xmlns:a16="http://schemas.microsoft.com/office/drawing/2014/main" id="{D239DCDD-86FC-C61D-72F7-CCD7FB33615A}"/>
                  </a:ext>
                </a:extLst>
              </p:cNvPr>
              <p:cNvPicPr/>
              <p:nvPr/>
            </p:nvPicPr>
            <p:blipFill>
              <a:blip r:embed="rId11"/>
              <a:stretch>
                <a:fillRect/>
              </a:stretch>
            </p:blipFill>
            <p:spPr>
              <a:xfrm>
                <a:off x="4165585" y="1580229"/>
                <a:ext cx="113580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8" name="墨迹 17">
                <a:extLst>
                  <a:ext uri="{FF2B5EF4-FFF2-40B4-BE49-F238E27FC236}">
                    <a16:creationId xmlns:a16="http://schemas.microsoft.com/office/drawing/2014/main" id="{D942C656-F6F8-C36D-F72D-2E6642EC039F}"/>
                  </a:ext>
                </a:extLst>
              </p14:cNvPr>
              <p14:cNvContentPartPr/>
              <p14:nvPr/>
            </p14:nvContentPartPr>
            <p14:xfrm>
              <a:off x="4433425" y="1245789"/>
              <a:ext cx="973080" cy="57960"/>
            </p14:xfrm>
          </p:contentPart>
        </mc:Choice>
        <mc:Fallback xmlns="">
          <p:pic>
            <p:nvPicPr>
              <p:cNvPr id="18" name="墨迹 17">
                <a:extLst>
                  <a:ext uri="{FF2B5EF4-FFF2-40B4-BE49-F238E27FC236}">
                    <a16:creationId xmlns:a16="http://schemas.microsoft.com/office/drawing/2014/main" id="{D942C656-F6F8-C36D-F72D-2E6642EC039F}"/>
                  </a:ext>
                </a:extLst>
              </p:cNvPr>
              <p:cNvPicPr/>
              <p:nvPr/>
            </p:nvPicPr>
            <p:blipFill>
              <a:blip r:embed="rId13"/>
              <a:stretch>
                <a:fillRect/>
              </a:stretch>
            </p:blipFill>
            <p:spPr>
              <a:xfrm>
                <a:off x="4415425" y="1227789"/>
                <a:ext cx="100872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4" name="墨迹 43">
                <a:extLst>
                  <a:ext uri="{FF2B5EF4-FFF2-40B4-BE49-F238E27FC236}">
                    <a16:creationId xmlns:a16="http://schemas.microsoft.com/office/drawing/2014/main" id="{3B674528-69F5-63BF-AB6C-48FB0F1B6E45}"/>
                  </a:ext>
                </a:extLst>
              </p14:cNvPr>
              <p14:cNvContentPartPr/>
              <p14:nvPr/>
            </p14:nvContentPartPr>
            <p14:xfrm>
              <a:off x="2345785" y="803709"/>
              <a:ext cx="360" cy="360"/>
            </p14:xfrm>
          </p:contentPart>
        </mc:Choice>
        <mc:Fallback xmlns="">
          <p:pic>
            <p:nvPicPr>
              <p:cNvPr id="44" name="墨迹 43">
                <a:extLst>
                  <a:ext uri="{FF2B5EF4-FFF2-40B4-BE49-F238E27FC236}">
                    <a16:creationId xmlns:a16="http://schemas.microsoft.com/office/drawing/2014/main" id="{3B674528-69F5-63BF-AB6C-48FB0F1B6E45}"/>
                  </a:ext>
                </a:extLst>
              </p:cNvPr>
              <p:cNvPicPr/>
              <p:nvPr/>
            </p:nvPicPr>
            <p:blipFill>
              <a:blip r:embed="rId15"/>
              <a:stretch>
                <a:fillRect/>
              </a:stretch>
            </p:blipFill>
            <p:spPr>
              <a:xfrm>
                <a:off x="2327785" y="78570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5" name="墨迹 44">
                <a:extLst>
                  <a:ext uri="{FF2B5EF4-FFF2-40B4-BE49-F238E27FC236}">
                    <a16:creationId xmlns:a16="http://schemas.microsoft.com/office/drawing/2014/main" id="{AFE3659E-3391-756C-F4AB-5B49F6DDB189}"/>
                  </a:ext>
                </a:extLst>
              </p14:cNvPr>
              <p14:cNvContentPartPr/>
              <p14:nvPr/>
            </p14:nvContentPartPr>
            <p14:xfrm>
              <a:off x="1569985" y="1603269"/>
              <a:ext cx="3795480" cy="142920"/>
            </p14:xfrm>
          </p:contentPart>
        </mc:Choice>
        <mc:Fallback xmlns="">
          <p:pic>
            <p:nvPicPr>
              <p:cNvPr id="45" name="墨迹 44">
                <a:extLst>
                  <a:ext uri="{FF2B5EF4-FFF2-40B4-BE49-F238E27FC236}">
                    <a16:creationId xmlns:a16="http://schemas.microsoft.com/office/drawing/2014/main" id="{AFE3659E-3391-756C-F4AB-5B49F6DDB189}"/>
                  </a:ext>
                </a:extLst>
              </p:cNvPr>
              <p:cNvPicPr/>
              <p:nvPr/>
            </p:nvPicPr>
            <p:blipFill>
              <a:blip r:embed="rId17"/>
              <a:stretch>
                <a:fillRect/>
              </a:stretch>
            </p:blipFill>
            <p:spPr>
              <a:xfrm>
                <a:off x="1552345" y="1585629"/>
                <a:ext cx="3831120" cy="178560"/>
              </a:xfrm>
              <a:prstGeom prst="rect">
                <a:avLst/>
              </a:prstGeom>
            </p:spPr>
          </p:pic>
        </mc:Fallback>
      </mc:AlternateContent>
      <p:grpSp>
        <p:nvGrpSpPr>
          <p:cNvPr id="48" name="组合 47">
            <a:extLst>
              <a:ext uri="{FF2B5EF4-FFF2-40B4-BE49-F238E27FC236}">
                <a16:creationId xmlns:a16="http://schemas.microsoft.com/office/drawing/2014/main" id="{503D3285-A418-CB65-3783-643B7700D0E4}"/>
              </a:ext>
            </a:extLst>
          </p:cNvPr>
          <p:cNvGrpSpPr/>
          <p:nvPr/>
        </p:nvGrpSpPr>
        <p:grpSpPr>
          <a:xfrm>
            <a:off x="1403665" y="2215989"/>
            <a:ext cx="6206760" cy="56880"/>
            <a:chOff x="1403665" y="2215989"/>
            <a:chExt cx="6206760" cy="56880"/>
          </a:xfrm>
        </p:grpSpPr>
        <mc:AlternateContent xmlns:mc="http://schemas.openxmlformats.org/markup-compatibility/2006" xmlns:p14="http://schemas.microsoft.com/office/powerpoint/2010/main">
          <mc:Choice Requires="p14">
            <p:contentPart p14:bwMode="auto" r:id="rId18">
              <p14:nvContentPartPr>
                <p14:cNvPr id="46" name="墨迹 45">
                  <a:extLst>
                    <a:ext uri="{FF2B5EF4-FFF2-40B4-BE49-F238E27FC236}">
                      <a16:creationId xmlns:a16="http://schemas.microsoft.com/office/drawing/2014/main" id="{18111B2D-A51C-80BE-38CE-EC3DE41EC1F8}"/>
                    </a:ext>
                  </a:extLst>
                </p14:cNvPr>
                <p14:cNvContentPartPr/>
                <p14:nvPr/>
              </p14:nvContentPartPr>
              <p14:xfrm>
                <a:off x="1403665" y="2225349"/>
                <a:ext cx="2742840" cy="38880"/>
              </p14:xfrm>
            </p:contentPart>
          </mc:Choice>
          <mc:Fallback xmlns="">
            <p:pic>
              <p:nvPicPr>
                <p:cNvPr id="46" name="墨迹 45">
                  <a:extLst>
                    <a:ext uri="{FF2B5EF4-FFF2-40B4-BE49-F238E27FC236}">
                      <a16:creationId xmlns:a16="http://schemas.microsoft.com/office/drawing/2014/main" id="{18111B2D-A51C-80BE-38CE-EC3DE41EC1F8}"/>
                    </a:ext>
                  </a:extLst>
                </p:cNvPr>
                <p:cNvPicPr/>
                <p:nvPr/>
              </p:nvPicPr>
              <p:blipFill>
                <a:blip r:embed="rId19"/>
                <a:stretch>
                  <a:fillRect/>
                </a:stretch>
              </p:blipFill>
              <p:spPr>
                <a:xfrm>
                  <a:off x="1385665" y="2207349"/>
                  <a:ext cx="277848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7" name="墨迹 46">
                  <a:extLst>
                    <a:ext uri="{FF2B5EF4-FFF2-40B4-BE49-F238E27FC236}">
                      <a16:creationId xmlns:a16="http://schemas.microsoft.com/office/drawing/2014/main" id="{B674128A-8814-3494-3F2E-390A69C22DC1}"/>
                    </a:ext>
                  </a:extLst>
                </p14:cNvPr>
                <p14:cNvContentPartPr/>
                <p14:nvPr/>
              </p14:nvContentPartPr>
              <p14:xfrm>
                <a:off x="5255665" y="2215989"/>
                <a:ext cx="2354760" cy="56880"/>
              </p14:xfrm>
            </p:contentPart>
          </mc:Choice>
          <mc:Fallback xmlns="">
            <p:pic>
              <p:nvPicPr>
                <p:cNvPr id="47" name="墨迹 46">
                  <a:extLst>
                    <a:ext uri="{FF2B5EF4-FFF2-40B4-BE49-F238E27FC236}">
                      <a16:creationId xmlns:a16="http://schemas.microsoft.com/office/drawing/2014/main" id="{B674128A-8814-3494-3F2E-390A69C22DC1}"/>
                    </a:ext>
                  </a:extLst>
                </p:cNvPr>
                <p:cNvPicPr/>
                <p:nvPr/>
              </p:nvPicPr>
              <p:blipFill>
                <a:blip r:embed="rId21"/>
                <a:stretch>
                  <a:fillRect/>
                </a:stretch>
              </p:blipFill>
              <p:spPr>
                <a:xfrm>
                  <a:off x="5237665" y="2198349"/>
                  <a:ext cx="2390400" cy="92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49" name="墨迹 48">
                <a:extLst>
                  <a:ext uri="{FF2B5EF4-FFF2-40B4-BE49-F238E27FC236}">
                    <a16:creationId xmlns:a16="http://schemas.microsoft.com/office/drawing/2014/main" id="{D95F632E-0A56-B11F-87AE-0E7DC9EABCB6}"/>
                  </a:ext>
                </a:extLst>
              </p14:cNvPr>
              <p14:cNvContentPartPr/>
              <p14:nvPr/>
            </p14:nvContentPartPr>
            <p14:xfrm>
              <a:off x="6547810" y="1709319"/>
              <a:ext cx="2221560" cy="21960"/>
            </p14:xfrm>
          </p:contentPart>
        </mc:Choice>
        <mc:Fallback xmlns="">
          <p:pic>
            <p:nvPicPr>
              <p:cNvPr id="49" name="墨迹 48">
                <a:extLst>
                  <a:ext uri="{FF2B5EF4-FFF2-40B4-BE49-F238E27FC236}">
                    <a16:creationId xmlns:a16="http://schemas.microsoft.com/office/drawing/2014/main" id="{D95F632E-0A56-B11F-87AE-0E7DC9EABCB6}"/>
                  </a:ext>
                </a:extLst>
              </p:cNvPr>
              <p:cNvPicPr/>
              <p:nvPr/>
            </p:nvPicPr>
            <p:blipFill>
              <a:blip r:embed="rId23"/>
              <a:stretch>
                <a:fillRect/>
              </a:stretch>
            </p:blipFill>
            <p:spPr>
              <a:xfrm>
                <a:off x="6530170" y="1691319"/>
                <a:ext cx="225720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0" name="墨迹 49">
                <a:extLst>
                  <a:ext uri="{FF2B5EF4-FFF2-40B4-BE49-F238E27FC236}">
                    <a16:creationId xmlns:a16="http://schemas.microsoft.com/office/drawing/2014/main" id="{CC0DB8E0-CC50-C2BF-E285-E69E55C479A2}"/>
                  </a:ext>
                </a:extLst>
              </p14:cNvPr>
              <p14:cNvContentPartPr/>
              <p14:nvPr/>
            </p14:nvContentPartPr>
            <p14:xfrm>
              <a:off x="2739010" y="2256879"/>
              <a:ext cx="196560" cy="139320"/>
            </p14:xfrm>
          </p:contentPart>
        </mc:Choice>
        <mc:Fallback xmlns="">
          <p:pic>
            <p:nvPicPr>
              <p:cNvPr id="50" name="墨迹 49">
                <a:extLst>
                  <a:ext uri="{FF2B5EF4-FFF2-40B4-BE49-F238E27FC236}">
                    <a16:creationId xmlns:a16="http://schemas.microsoft.com/office/drawing/2014/main" id="{CC0DB8E0-CC50-C2BF-E285-E69E55C479A2}"/>
                  </a:ext>
                </a:extLst>
              </p:cNvPr>
              <p:cNvPicPr/>
              <p:nvPr/>
            </p:nvPicPr>
            <p:blipFill>
              <a:blip r:embed="rId25"/>
              <a:stretch>
                <a:fillRect/>
              </a:stretch>
            </p:blipFill>
            <p:spPr>
              <a:xfrm>
                <a:off x="2721370" y="2238879"/>
                <a:ext cx="232200" cy="174960"/>
              </a:xfrm>
              <a:prstGeom prst="rect">
                <a:avLst/>
              </a:prstGeom>
            </p:spPr>
          </p:pic>
        </mc:Fallback>
      </mc:AlternateContent>
      <p:grpSp>
        <p:nvGrpSpPr>
          <p:cNvPr id="53" name="组合 52">
            <a:extLst>
              <a:ext uri="{FF2B5EF4-FFF2-40B4-BE49-F238E27FC236}">
                <a16:creationId xmlns:a16="http://schemas.microsoft.com/office/drawing/2014/main" id="{9A4B9BBE-3831-000F-2244-6ABC9A221746}"/>
              </a:ext>
            </a:extLst>
          </p:cNvPr>
          <p:cNvGrpSpPr/>
          <p:nvPr/>
        </p:nvGrpSpPr>
        <p:grpSpPr>
          <a:xfrm>
            <a:off x="4780570" y="1024599"/>
            <a:ext cx="194760" cy="349200"/>
            <a:chOff x="4780570" y="1024599"/>
            <a:chExt cx="194760" cy="349200"/>
          </a:xfrm>
        </p:grpSpPr>
        <mc:AlternateContent xmlns:mc="http://schemas.openxmlformats.org/markup-compatibility/2006" xmlns:p14="http://schemas.microsoft.com/office/powerpoint/2010/main">
          <mc:Choice Requires="p14">
            <p:contentPart p14:bwMode="auto" r:id="rId26">
              <p14:nvContentPartPr>
                <p14:cNvPr id="51" name="墨迹 50">
                  <a:extLst>
                    <a:ext uri="{FF2B5EF4-FFF2-40B4-BE49-F238E27FC236}">
                      <a16:creationId xmlns:a16="http://schemas.microsoft.com/office/drawing/2014/main" id="{089F7F2C-219A-9B74-4ECF-EB89CD8EED7B}"/>
                    </a:ext>
                  </a:extLst>
                </p14:cNvPr>
                <p14:cNvContentPartPr/>
                <p14:nvPr/>
              </p14:nvContentPartPr>
              <p14:xfrm>
                <a:off x="4847530" y="1024599"/>
                <a:ext cx="25560" cy="244080"/>
              </p14:xfrm>
            </p:contentPart>
          </mc:Choice>
          <mc:Fallback xmlns="">
            <p:pic>
              <p:nvPicPr>
                <p:cNvPr id="51" name="墨迹 50">
                  <a:extLst>
                    <a:ext uri="{FF2B5EF4-FFF2-40B4-BE49-F238E27FC236}">
                      <a16:creationId xmlns:a16="http://schemas.microsoft.com/office/drawing/2014/main" id="{089F7F2C-219A-9B74-4ECF-EB89CD8EED7B}"/>
                    </a:ext>
                  </a:extLst>
                </p:cNvPr>
                <p:cNvPicPr/>
                <p:nvPr/>
              </p:nvPicPr>
              <p:blipFill>
                <a:blip r:embed="rId27"/>
                <a:stretch>
                  <a:fillRect/>
                </a:stretch>
              </p:blipFill>
              <p:spPr>
                <a:xfrm>
                  <a:off x="4829530" y="1006959"/>
                  <a:ext cx="612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2" name="墨迹 51">
                  <a:extLst>
                    <a:ext uri="{FF2B5EF4-FFF2-40B4-BE49-F238E27FC236}">
                      <a16:creationId xmlns:a16="http://schemas.microsoft.com/office/drawing/2014/main" id="{8AEC89F0-40E2-A890-E707-45314E13D7D0}"/>
                    </a:ext>
                  </a:extLst>
                </p14:cNvPr>
                <p14:cNvContentPartPr/>
                <p14:nvPr/>
              </p14:nvContentPartPr>
              <p14:xfrm>
                <a:off x="4780570" y="1164279"/>
                <a:ext cx="194760" cy="209520"/>
              </p14:xfrm>
            </p:contentPart>
          </mc:Choice>
          <mc:Fallback xmlns="">
            <p:pic>
              <p:nvPicPr>
                <p:cNvPr id="52" name="墨迹 51">
                  <a:extLst>
                    <a:ext uri="{FF2B5EF4-FFF2-40B4-BE49-F238E27FC236}">
                      <a16:creationId xmlns:a16="http://schemas.microsoft.com/office/drawing/2014/main" id="{8AEC89F0-40E2-A890-E707-45314E13D7D0}"/>
                    </a:ext>
                  </a:extLst>
                </p:cNvPr>
                <p:cNvPicPr/>
                <p:nvPr/>
              </p:nvPicPr>
              <p:blipFill>
                <a:blip r:embed="rId29"/>
                <a:stretch>
                  <a:fillRect/>
                </a:stretch>
              </p:blipFill>
              <p:spPr>
                <a:xfrm>
                  <a:off x="4762570" y="1146279"/>
                  <a:ext cx="230400" cy="245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55" name="墨迹 54">
                <a:extLst>
                  <a:ext uri="{FF2B5EF4-FFF2-40B4-BE49-F238E27FC236}">
                    <a16:creationId xmlns:a16="http://schemas.microsoft.com/office/drawing/2014/main" id="{059BD1E8-AF14-469F-03F4-1715C5ABD1A7}"/>
                  </a:ext>
                </a:extLst>
              </p14:cNvPr>
              <p14:cNvContentPartPr/>
              <p14:nvPr/>
            </p14:nvContentPartPr>
            <p14:xfrm>
              <a:off x="5234530" y="2208999"/>
              <a:ext cx="2676240" cy="25200"/>
            </p14:xfrm>
          </p:contentPart>
        </mc:Choice>
        <mc:Fallback xmlns="">
          <p:pic>
            <p:nvPicPr>
              <p:cNvPr id="55" name="墨迹 54">
                <a:extLst>
                  <a:ext uri="{FF2B5EF4-FFF2-40B4-BE49-F238E27FC236}">
                    <a16:creationId xmlns:a16="http://schemas.microsoft.com/office/drawing/2014/main" id="{059BD1E8-AF14-469F-03F4-1715C5ABD1A7}"/>
                  </a:ext>
                </a:extLst>
              </p:cNvPr>
              <p:cNvPicPr/>
              <p:nvPr/>
            </p:nvPicPr>
            <p:blipFill>
              <a:blip r:embed="rId31"/>
              <a:stretch>
                <a:fillRect/>
              </a:stretch>
            </p:blipFill>
            <p:spPr>
              <a:xfrm>
                <a:off x="5216530" y="2190999"/>
                <a:ext cx="2711880" cy="60840"/>
              </a:xfrm>
              <a:prstGeom prst="rect">
                <a:avLst/>
              </a:prstGeom>
            </p:spPr>
          </p:pic>
        </mc:Fallback>
      </mc:AlternateContent>
      <p:grpSp>
        <p:nvGrpSpPr>
          <p:cNvPr id="62" name="组合 61">
            <a:extLst>
              <a:ext uri="{FF2B5EF4-FFF2-40B4-BE49-F238E27FC236}">
                <a16:creationId xmlns:a16="http://schemas.microsoft.com/office/drawing/2014/main" id="{D36354C7-40CF-DDFC-C5C8-5BAEE94410A1}"/>
              </a:ext>
            </a:extLst>
          </p:cNvPr>
          <p:cNvGrpSpPr/>
          <p:nvPr/>
        </p:nvGrpSpPr>
        <p:grpSpPr>
          <a:xfrm>
            <a:off x="2420770" y="2325639"/>
            <a:ext cx="196560" cy="454680"/>
            <a:chOff x="2420770" y="2325639"/>
            <a:chExt cx="196560" cy="454680"/>
          </a:xfrm>
        </p:grpSpPr>
        <mc:AlternateContent xmlns:mc="http://schemas.openxmlformats.org/markup-compatibility/2006" xmlns:p14="http://schemas.microsoft.com/office/powerpoint/2010/main">
          <mc:Choice Requires="p14">
            <p:contentPart p14:bwMode="auto" r:id="rId32">
              <p14:nvContentPartPr>
                <p14:cNvPr id="56" name="墨迹 55">
                  <a:extLst>
                    <a:ext uri="{FF2B5EF4-FFF2-40B4-BE49-F238E27FC236}">
                      <a16:creationId xmlns:a16="http://schemas.microsoft.com/office/drawing/2014/main" id="{0D5E2A16-0C86-2995-7217-546FA2E21DE9}"/>
                    </a:ext>
                  </a:extLst>
                </p14:cNvPr>
                <p14:cNvContentPartPr/>
                <p14:nvPr/>
              </p14:nvContentPartPr>
              <p14:xfrm>
                <a:off x="2420770" y="2387199"/>
                <a:ext cx="113760" cy="82080"/>
              </p14:xfrm>
            </p:contentPart>
          </mc:Choice>
          <mc:Fallback xmlns="">
            <p:pic>
              <p:nvPicPr>
                <p:cNvPr id="56" name="墨迹 55">
                  <a:extLst>
                    <a:ext uri="{FF2B5EF4-FFF2-40B4-BE49-F238E27FC236}">
                      <a16:creationId xmlns:a16="http://schemas.microsoft.com/office/drawing/2014/main" id="{0D5E2A16-0C86-2995-7217-546FA2E21DE9}"/>
                    </a:ext>
                  </a:extLst>
                </p:cNvPr>
                <p:cNvPicPr/>
                <p:nvPr/>
              </p:nvPicPr>
              <p:blipFill>
                <a:blip r:embed="rId33"/>
                <a:stretch>
                  <a:fillRect/>
                </a:stretch>
              </p:blipFill>
              <p:spPr>
                <a:xfrm>
                  <a:off x="2403130" y="2369199"/>
                  <a:ext cx="14940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7" name="墨迹 56">
                  <a:extLst>
                    <a:ext uri="{FF2B5EF4-FFF2-40B4-BE49-F238E27FC236}">
                      <a16:creationId xmlns:a16="http://schemas.microsoft.com/office/drawing/2014/main" id="{D0819AFA-F115-5EB7-2101-5CCBF5C09D8B}"/>
                    </a:ext>
                  </a:extLst>
                </p14:cNvPr>
                <p14:cNvContentPartPr/>
                <p14:nvPr/>
              </p14:nvContentPartPr>
              <p14:xfrm>
                <a:off x="2447770" y="2436159"/>
                <a:ext cx="43920" cy="232920"/>
              </p14:xfrm>
            </p:contentPart>
          </mc:Choice>
          <mc:Fallback xmlns="">
            <p:pic>
              <p:nvPicPr>
                <p:cNvPr id="57" name="墨迹 56">
                  <a:extLst>
                    <a:ext uri="{FF2B5EF4-FFF2-40B4-BE49-F238E27FC236}">
                      <a16:creationId xmlns:a16="http://schemas.microsoft.com/office/drawing/2014/main" id="{D0819AFA-F115-5EB7-2101-5CCBF5C09D8B}"/>
                    </a:ext>
                  </a:extLst>
                </p:cNvPr>
                <p:cNvPicPr/>
                <p:nvPr/>
              </p:nvPicPr>
              <p:blipFill>
                <a:blip r:embed="rId35"/>
                <a:stretch>
                  <a:fillRect/>
                </a:stretch>
              </p:blipFill>
              <p:spPr>
                <a:xfrm>
                  <a:off x="2430130" y="2418519"/>
                  <a:ext cx="7956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8" name="墨迹 57">
                  <a:extLst>
                    <a:ext uri="{FF2B5EF4-FFF2-40B4-BE49-F238E27FC236}">
                      <a16:creationId xmlns:a16="http://schemas.microsoft.com/office/drawing/2014/main" id="{6969A72A-4303-B99B-C868-151D87AADB46}"/>
                    </a:ext>
                  </a:extLst>
                </p14:cNvPr>
                <p14:cNvContentPartPr/>
                <p14:nvPr/>
              </p14:nvContentPartPr>
              <p14:xfrm>
                <a:off x="2474050" y="2417799"/>
                <a:ext cx="91080" cy="89280"/>
              </p14:xfrm>
            </p:contentPart>
          </mc:Choice>
          <mc:Fallback xmlns="">
            <p:pic>
              <p:nvPicPr>
                <p:cNvPr id="58" name="墨迹 57">
                  <a:extLst>
                    <a:ext uri="{FF2B5EF4-FFF2-40B4-BE49-F238E27FC236}">
                      <a16:creationId xmlns:a16="http://schemas.microsoft.com/office/drawing/2014/main" id="{6969A72A-4303-B99B-C868-151D87AADB46}"/>
                    </a:ext>
                  </a:extLst>
                </p:cNvPr>
                <p:cNvPicPr/>
                <p:nvPr/>
              </p:nvPicPr>
              <p:blipFill>
                <a:blip r:embed="rId37"/>
                <a:stretch>
                  <a:fillRect/>
                </a:stretch>
              </p:blipFill>
              <p:spPr>
                <a:xfrm>
                  <a:off x="2456410" y="2399799"/>
                  <a:ext cx="12672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9" name="墨迹 58">
                  <a:extLst>
                    <a:ext uri="{FF2B5EF4-FFF2-40B4-BE49-F238E27FC236}">
                      <a16:creationId xmlns:a16="http://schemas.microsoft.com/office/drawing/2014/main" id="{E4E9E4C6-05CE-142D-911C-7B50102DEFA7}"/>
                    </a:ext>
                  </a:extLst>
                </p14:cNvPr>
                <p14:cNvContentPartPr/>
                <p14:nvPr/>
              </p14:nvContentPartPr>
              <p14:xfrm>
                <a:off x="2521930" y="2478999"/>
                <a:ext cx="60840" cy="360"/>
              </p14:xfrm>
            </p:contentPart>
          </mc:Choice>
          <mc:Fallback xmlns="">
            <p:pic>
              <p:nvPicPr>
                <p:cNvPr id="59" name="墨迹 58">
                  <a:extLst>
                    <a:ext uri="{FF2B5EF4-FFF2-40B4-BE49-F238E27FC236}">
                      <a16:creationId xmlns:a16="http://schemas.microsoft.com/office/drawing/2014/main" id="{E4E9E4C6-05CE-142D-911C-7B50102DEFA7}"/>
                    </a:ext>
                  </a:extLst>
                </p:cNvPr>
                <p:cNvPicPr/>
                <p:nvPr/>
              </p:nvPicPr>
              <p:blipFill>
                <a:blip r:embed="rId39"/>
                <a:stretch>
                  <a:fillRect/>
                </a:stretch>
              </p:blipFill>
              <p:spPr>
                <a:xfrm>
                  <a:off x="2504290" y="2461359"/>
                  <a:ext cx="96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0" name="墨迹 59">
                  <a:extLst>
                    <a:ext uri="{FF2B5EF4-FFF2-40B4-BE49-F238E27FC236}">
                      <a16:creationId xmlns:a16="http://schemas.microsoft.com/office/drawing/2014/main" id="{3A95ECC3-AFFC-E0BA-9C0B-8F6F94BED167}"/>
                    </a:ext>
                  </a:extLst>
                </p14:cNvPr>
                <p14:cNvContentPartPr/>
                <p14:nvPr/>
              </p14:nvContentPartPr>
              <p14:xfrm>
                <a:off x="2485210" y="2508159"/>
                <a:ext cx="132120" cy="63360"/>
              </p14:xfrm>
            </p:contentPart>
          </mc:Choice>
          <mc:Fallback xmlns="">
            <p:pic>
              <p:nvPicPr>
                <p:cNvPr id="60" name="墨迹 59">
                  <a:extLst>
                    <a:ext uri="{FF2B5EF4-FFF2-40B4-BE49-F238E27FC236}">
                      <a16:creationId xmlns:a16="http://schemas.microsoft.com/office/drawing/2014/main" id="{3A95ECC3-AFFC-E0BA-9C0B-8F6F94BED167}"/>
                    </a:ext>
                  </a:extLst>
                </p:cNvPr>
                <p:cNvPicPr/>
                <p:nvPr/>
              </p:nvPicPr>
              <p:blipFill>
                <a:blip r:embed="rId41"/>
                <a:stretch>
                  <a:fillRect/>
                </a:stretch>
              </p:blipFill>
              <p:spPr>
                <a:xfrm>
                  <a:off x="2467210" y="2490519"/>
                  <a:ext cx="1677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1" name="墨迹 60">
                  <a:extLst>
                    <a:ext uri="{FF2B5EF4-FFF2-40B4-BE49-F238E27FC236}">
                      <a16:creationId xmlns:a16="http://schemas.microsoft.com/office/drawing/2014/main" id="{A1C18E12-165D-E06B-2A5B-897398EC3934}"/>
                    </a:ext>
                  </a:extLst>
                </p14:cNvPr>
                <p14:cNvContentPartPr/>
                <p14:nvPr/>
              </p14:nvContentPartPr>
              <p14:xfrm>
                <a:off x="2552170" y="2325639"/>
                <a:ext cx="7200" cy="454680"/>
              </p14:xfrm>
            </p:contentPart>
          </mc:Choice>
          <mc:Fallback xmlns="">
            <p:pic>
              <p:nvPicPr>
                <p:cNvPr id="61" name="墨迹 60">
                  <a:extLst>
                    <a:ext uri="{FF2B5EF4-FFF2-40B4-BE49-F238E27FC236}">
                      <a16:creationId xmlns:a16="http://schemas.microsoft.com/office/drawing/2014/main" id="{A1C18E12-165D-E06B-2A5B-897398EC3934}"/>
                    </a:ext>
                  </a:extLst>
                </p:cNvPr>
                <p:cNvPicPr/>
                <p:nvPr/>
              </p:nvPicPr>
              <p:blipFill>
                <a:blip r:embed="rId43"/>
                <a:stretch>
                  <a:fillRect/>
                </a:stretch>
              </p:blipFill>
              <p:spPr>
                <a:xfrm>
                  <a:off x="2534530" y="2307639"/>
                  <a:ext cx="42840" cy="490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63" name="墨迹 62">
                <a:extLst>
                  <a:ext uri="{FF2B5EF4-FFF2-40B4-BE49-F238E27FC236}">
                    <a16:creationId xmlns:a16="http://schemas.microsoft.com/office/drawing/2014/main" id="{B2564C16-654D-1BDD-F25C-7792678040BC}"/>
                  </a:ext>
                </a:extLst>
              </p14:cNvPr>
              <p14:cNvContentPartPr/>
              <p14:nvPr/>
            </p14:nvContentPartPr>
            <p14:xfrm>
              <a:off x="3369010" y="2681319"/>
              <a:ext cx="5222880" cy="86760"/>
            </p14:xfrm>
          </p:contentPart>
        </mc:Choice>
        <mc:Fallback xmlns="">
          <p:pic>
            <p:nvPicPr>
              <p:cNvPr id="63" name="墨迹 62">
                <a:extLst>
                  <a:ext uri="{FF2B5EF4-FFF2-40B4-BE49-F238E27FC236}">
                    <a16:creationId xmlns:a16="http://schemas.microsoft.com/office/drawing/2014/main" id="{B2564C16-654D-1BDD-F25C-7792678040BC}"/>
                  </a:ext>
                </a:extLst>
              </p:cNvPr>
              <p:cNvPicPr/>
              <p:nvPr/>
            </p:nvPicPr>
            <p:blipFill>
              <a:blip r:embed="rId45"/>
              <a:stretch>
                <a:fillRect/>
              </a:stretch>
            </p:blipFill>
            <p:spPr>
              <a:xfrm>
                <a:off x="3351010" y="2663679"/>
                <a:ext cx="52585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4" name="墨迹 63">
                <a:extLst>
                  <a:ext uri="{FF2B5EF4-FFF2-40B4-BE49-F238E27FC236}">
                    <a16:creationId xmlns:a16="http://schemas.microsoft.com/office/drawing/2014/main" id="{99137DA7-836E-1928-55F1-16C39109553D}"/>
                  </a:ext>
                </a:extLst>
              </p14:cNvPr>
              <p14:cNvContentPartPr/>
              <p14:nvPr/>
            </p14:nvContentPartPr>
            <p14:xfrm>
              <a:off x="1049170" y="3289359"/>
              <a:ext cx="269640" cy="6480"/>
            </p14:xfrm>
          </p:contentPart>
        </mc:Choice>
        <mc:Fallback xmlns="">
          <p:pic>
            <p:nvPicPr>
              <p:cNvPr id="64" name="墨迹 63">
                <a:extLst>
                  <a:ext uri="{FF2B5EF4-FFF2-40B4-BE49-F238E27FC236}">
                    <a16:creationId xmlns:a16="http://schemas.microsoft.com/office/drawing/2014/main" id="{99137DA7-836E-1928-55F1-16C39109553D}"/>
                  </a:ext>
                </a:extLst>
              </p:cNvPr>
              <p:cNvPicPr/>
              <p:nvPr/>
            </p:nvPicPr>
            <p:blipFill>
              <a:blip r:embed="rId47"/>
              <a:stretch>
                <a:fillRect/>
              </a:stretch>
            </p:blipFill>
            <p:spPr>
              <a:xfrm>
                <a:off x="1031530" y="3271359"/>
                <a:ext cx="30528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墨迹 64">
                <a:extLst>
                  <a:ext uri="{FF2B5EF4-FFF2-40B4-BE49-F238E27FC236}">
                    <a16:creationId xmlns:a16="http://schemas.microsoft.com/office/drawing/2014/main" id="{5EE07074-F83E-1BFD-7E51-2DF7714F046D}"/>
                  </a:ext>
                </a:extLst>
              </p14:cNvPr>
              <p14:cNvContentPartPr/>
              <p14:nvPr/>
            </p14:nvContentPartPr>
            <p14:xfrm>
              <a:off x="2649730" y="3269559"/>
              <a:ext cx="180720" cy="209880"/>
            </p14:xfrm>
          </p:contentPart>
        </mc:Choice>
        <mc:Fallback xmlns="">
          <p:pic>
            <p:nvPicPr>
              <p:cNvPr id="65" name="墨迹 64">
                <a:extLst>
                  <a:ext uri="{FF2B5EF4-FFF2-40B4-BE49-F238E27FC236}">
                    <a16:creationId xmlns:a16="http://schemas.microsoft.com/office/drawing/2014/main" id="{5EE07074-F83E-1BFD-7E51-2DF7714F046D}"/>
                  </a:ext>
                </a:extLst>
              </p:cNvPr>
              <p:cNvPicPr/>
              <p:nvPr/>
            </p:nvPicPr>
            <p:blipFill>
              <a:blip r:embed="rId49"/>
              <a:stretch>
                <a:fillRect/>
              </a:stretch>
            </p:blipFill>
            <p:spPr>
              <a:xfrm>
                <a:off x="2631730" y="3251559"/>
                <a:ext cx="21636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6" name="墨迹 65">
                <a:extLst>
                  <a:ext uri="{FF2B5EF4-FFF2-40B4-BE49-F238E27FC236}">
                    <a16:creationId xmlns:a16="http://schemas.microsoft.com/office/drawing/2014/main" id="{6D6560D2-21D3-A47C-A36E-4E8528B3A978}"/>
                  </a:ext>
                </a:extLst>
              </p14:cNvPr>
              <p14:cNvContentPartPr/>
              <p14:nvPr/>
            </p14:nvContentPartPr>
            <p14:xfrm>
              <a:off x="1024690" y="4258839"/>
              <a:ext cx="6793200" cy="264960"/>
            </p14:xfrm>
          </p:contentPart>
        </mc:Choice>
        <mc:Fallback xmlns="">
          <p:pic>
            <p:nvPicPr>
              <p:cNvPr id="66" name="墨迹 65">
                <a:extLst>
                  <a:ext uri="{FF2B5EF4-FFF2-40B4-BE49-F238E27FC236}">
                    <a16:creationId xmlns:a16="http://schemas.microsoft.com/office/drawing/2014/main" id="{6D6560D2-21D3-A47C-A36E-4E8528B3A978}"/>
                  </a:ext>
                </a:extLst>
              </p:cNvPr>
              <p:cNvPicPr/>
              <p:nvPr/>
            </p:nvPicPr>
            <p:blipFill>
              <a:blip r:embed="rId51"/>
              <a:stretch>
                <a:fillRect/>
              </a:stretch>
            </p:blipFill>
            <p:spPr>
              <a:xfrm>
                <a:off x="1006690" y="4240839"/>
                <a:ext cx="6828840" cy="300600"/>
              </a:xfrm>
              <a:prstGeom prst="rect">
                <a:avLst/>
              </a:prstGeom>
            </p:spPr>
          </p:pic>
        </mc:Fallback>
      </mc:AlternateContent>
      <p:grpSp>
        <p:nvGrpSpPr>
          <p:cNvPr id="71" name="组合 70">
            <a:extLst>
              <a:ext uri="{FF2B5EF4-FFF2-40B4-BE49-F238E27FC236}">
                <a16:creationId xmlns:a16="http://schemas.microsoft.com/office/drawing/2014/main" id="{732C4232-4FB6-0939-4DAF-85C21507687D}"/>
              </a:ext>
            </a:extLst>
          </p:cNvPr>
          <p:cNvGrpSpPr/>
          <p:nvPr/>
        </p:nvGrpSpPr>
        <p:grpSpPr>
          <a:xfrm>
            <a:off x="6288250" y="5129679"/>
            <a:ext cx="1421640" cy="615600"/>
            <a:chOff x="6288250" y="5129679"/>
            <a:chExt cx="1421640" cy="615600"/>
          </a:xfrm>
        </p:grpSpPr>
        <mc:AlternateContent xmlns:mc="http://schemas.openxmlformats.org/markup-compatibility/2006" xmlns:p14="http://schemas.microsoft.com/office/powerpoint/2010/main">
          <mc:Choice Requires="p14">
            <p:contentPart p14:bwMode="auto" r:id="rId52">
              <p14:nvContentPartPr>
                <p14:cNvPr id="67" name="墨迹 66">
                  <a:extLst>
                    <a:ext uri="{FF2B5EF4-FFF2-40B4-BE49-F238E27FC236}">
                      <a16:creationId xmlns:a16="http://schemas.microsoft.com/office/drawing/2014/main" id="{F3B9ED9C-1717-45CB-F7E1-488452B1E1EC}"/>
                    </a:ext>
                  </a:extLst>
                </p14:cNvPr>
                <p14:cNvContentPartPr/>
                <p14:nvPr/>
              </p14:nvContentPartPr>
              <p14:xfrm>
                <a:off x="6314890" y="5406159"/>
                <a:ext cx="1263960" cy="142920"/>
              </p14:xfrm>
            </p:contentPart>
          </mc:Choice>
          <mc:Fallback xmlns="">
            <p:pic>
              <p:nvPicPr>
                <p:cNvPr id="67" name="墨迹 66">
                  <a:extLst>
                    <a:ext uri="{FF2B5EF4-FFF2-40B4-BE49-F238E27FC236}">
                      <a16:creationId xmlns:a16="http://schemas.microsoft.com/office/drawing/2014/main" id="{F3B9ED9C-1717-45CB-F7E1-488452B1E1EC}"/>
                    </a:ext>
                  </a:extLst>
                </p:cNvPr>
                <p:cNvPicPr/>
                <p:nvPr/>
              </p:nvPicPr>
              <p:blipFill>
                <a:blip r:embed="rId53"/>
                <a:stretch>
                  <a:fillRect/>
                </a:stretch>
              </p:blipFill>
              <p:spPr>
                <a:xfrm>
                  <a:off x="6296890" y="5388159"/>
                  <a:ext cx="129960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68" name="墨迹 67">
                  <a:extLst>
                    <a:ext uri="{FF2B5EF4-FFF2-40B4-BE49-F238E27FC236}">
                      <a16:creationId xmlns:a16="http://schemas.microsoft.com/office/drawing/2014/main" id="{A993186C-4C7A-0360-7862-70E335305F45}"/>
                    </a:ext>
                  </a:extLst>
                </p14:cNvPr>
                <p14:cNvContentPartPr/>
                <p14:nvPr/>
              </p14:nvContentPartPr>
              <p14:xfrm>
                <a:off x="6288250" y="5129679"/>
                <a:ext cx="1421640" cy="370080"/>
              </p14:xfrm>
            </p:contentPart>
          </mc:Choice>
          <mc:Fallback xmlns="">
            <p:pic>
              <p:nvPicPr>
                <p:cNvPr id="68" name="墨迹 67">
                  <a:extLst>
                    <a:ext uri="{FF2B5EF4-FFF2-40B4-BE49-F238E27FC236}">
                      <a16:creationId xmlns:a16="http://schemas.microsoft.com/office/drawing/2014/main" id="{A993186C-4C7A-0360-7862-70E335305F45}"/>
                    </a:ext>
                  </a:extLst>
                </p:cNvPr>
                <p:cNvPicPr/>
                <p:nvPr/>
              </p:nvPicPr>
              <p:blipFill>
                <a:blip r:embed="rId55"/>
                <a:stretch>
                  <a:fillRect/>
                </a:stretch>
              </p:blipFill>
              <p:spPr>
                <a:xfrm>
                  <a:off x="6270610" y="5112039"/>
                  <a:ext cx="1457280"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0" name="墨迹 69">
                  <a:extLst>
                    <a:ext uri="{FF2B5EF4-FFF2-40B4-BE49-F238E27FC236}">
                      <a16:creationId xmlns:a16="http://schemas.microsoft.com/office/drawing/2014/main" id="{C0A0C0B6-81D4-6DCF-E20E-FEF926D28F17}"/>
                    </a:ext>
                  </a:extLst>
                </p14:cNvPr>
                <p14:cNvContentPartPr/>
                <p14:nvPr/>
              </p14:nvContentPartPr>
              <p14:xfrm>
                <a:off x="6585250" y="5596599"/>
                <a:ext cx="126000" cy="148680"/>
              </p14:xfrm>
            </p:contentPart>
          </mc:Choice>
          <mc:Fallback xmlns="">
            <p:pic>
              <p:nvPicPr>
                <p:cNvPr id="70" name="墨迹 69">
                  <a:extLst>
                    <a:ext uri="{FF2B5EF4-FFF2-40B4-BE49-F238E27FC236}">
                      <a16:creationId xmlns:a16="http://schemas.microsoft.com/office/drawing/2014/main" id="{C0A0C0B6-81D4-6DCF-E20E-FEF926D28F17}"/>
                    </a:ext>
                  </a:extLst>
                </p:cNvPr>
                <p:cNvPicPr/>
                <p:nvPr/>
              </p:nvPicPr>
              <p:blipFill>
                <a:blip r:embed="rId57"/>
                <a:stretch>
                  <a:fillRect/>
                </a:stretch>
              </p:blipFill>
              <p:spPr>
                <a:xfrm>
                  <a:off x="6567610" y="5578959"/>
                  <a:ext cx="161640" cy="184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8">
            <p14:nvContentPartPr>
              <p14:cNvPr id="72" name="墨迹 71">
                <a:extLst>
                  <a:ext uri="{FF2B5EF4-FFF2-40B4-BE49-F238E27FC236}">
                    <a16:creationId xmlns:a16="http://schemas.microsoft.com/office/drawing/2014/main" id="{F82A362B-2065-1958-0D32-01CC9676E45F}"/>
                  </a:ext>
                </a:extLst>
              </p14:cNvPr>
              <p14:cNvContentPartPr/>
              <p14:nvPr/>
            </p14:nvContentPartPr>
            <p14:xfrm>
              <a:off x="4940050" y="3288279"/>
              <a:ext cx="374400" cy="62640"/>
            </p14:xfrm>
          </p:contentPart>
        </mc:Choice>
        <mc:Fallback xmlns="">
          <p:pic>
            <p:nvPicPr>
              <p:cNvPr id="72" name="墨迹 71">
                <a:extLst>
                  <a:ext uri="{FF2B5EF4-FFF2-40B4-BE49-F238E27FC236}">
                    <a16:creationId xmlns:a16="http://schemas.microsoft.com/office/drawing/2014/main" id="{F82A362B-2065-1958-0D32-01CC9676E45F}"/>
                  </a:ext>
                </a:extLst>
              </p:cNvPr>
              <p:cNvPicPr/>
              <p:nvPr/>
            </p:nvPicPr>
            <p:blipFill>
              <a:blip r:embed="rId59"/>
              <a:stretch>
                <a:fillRect/>
              </a:stretch>
            </p:blipFill>
            <p:spPr>
              <a:xfrm>
                <a:off x="4922410" y="3270639"/>
                <a:ext cx="4100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 name="墨迹 6">
                <a:extLst>
                  <a:ext uri="{FF2B5EF4-FFF2-40B4-BE49-F238E27FC236}">
                    <a16:creationId xmlns:a16="http://schemas.microsoft.com/office/drawing/2014/main" id="{6F7CEEE3-67FB-1036-18EC-5B8F914E450D}"/>
                  </a:ext>
                </a:extLst>
              </p14:cNvPr>
              <p14:cNvContentPartPr/>
              <p14:nvPr/>
            </p14:nvContentPartPr>
            <p14:xfrm>
              <a:off x="4173108" y="1220439"/>
              <a:ext cx="1208880" cy="455400"/>
            </p14:xfrm>
          </p:contentPart>
        </mc:Choice>
        <mc:Fallback xmlns="">
          <p:pic>
            <p:nvPicPr>
              <p:cNvPr id="7" name="墨迹 6">
                <a:extLst>
                  <a:ext uri="{FF2B5EF4-FFF2-40B4-BE49-F238E27FC236}">
                    <a16:creationId xmlns:a16="http://schemas.microsoft.com/office/drawing/2014/main" id="{6F7CEEE3-67FB-1036-18EC-5B8F914E450D}"/>
                  </a:ext>
                </a:extLst>
              </p:cNvPr>
              <p:cNvPicPr/>
              <p:nvPr/>
            </p:nvPicPr>
            <p:blipFill>
              <a:blip r:embed="rId61"/>
              <a:stretch>
                <a:fillRect/>
              </a:stretch>
            </p:blipFill>
            <p:spPr>
              <a:xfrm>
                <a:off x="4155108" y="1202439"/>
                <a:ext cx="1244520" cy="491040"/>
              </a:xfrm>
              <a:prstGeom prst="rect">
                <a:avLst/>
              </a:prstGeom>
            </p:spPr>
          </p:pic>
        </mc:Fallback>
      </mc:AlternateContent>
      <p:grpSp>
        <p:nvGrpSpPr>
          <p:cNvPr id="25" name="组合 24">
            <a:extLst>
              <a:ext uri="{FF2B5EF4-FFF2-40B4-BE49-F238E27FC236}">
                <a16:creationId xmlns:a16="http://schemas.microsoft.com/office/drawing/2014/main" id="{DC93478B-8563-1A8F-18FF-67AFD66F45E0}"/>
              </a:ext>
            </a:extLst>
          </p:cNvPr>
          <p:cNvGrpSpPr/>
          <p:nvPr/>
        </p:nvGrpSpPr>
        <p:grpSpPr>
          <a:xfrm>
            <a:off x="3031548" y="337359"/>
            <a:ext cx="2208960" cy="498240"/>
            <a:chOff x="3031548" y="337359"/>
            <a:chExt cx="2208960" cy="498240"/>
          </a:xfrm>
        </p:grpSpPr>
        <mc:AlternateContent xmlns:mc="http://schemas.openxmlformats.org/markup-compatibility/2006" xmlns:p14="http://schemas.microsoft.com/office/powerpoint/2010/main">
          <mc:Choice Requires="p14">
            <p:contentPart p14:bwMode="auto" r:id="rId62">
              <p14:nvContentPartPr>
                <p14:cNvPr id="9" name="墨迹 8">
                  <a:extLst>
                    <a:ext uri="{FF2B5EF4-FFF2-40B4-BE49-F238E27FC236}">
                      <a16:creationId xmlns:a16="http://schemas.microsoft.com/office/drawing/2014/main" id="{CF65FAC2-C0C4-4F8A-5F30-F4F352DA50CF}"/>
                    </a:ext>
                  </a:extLst>
                </p14:cNvPr>
                <p14:cNvContentPartPr/>
                <p14:nvPr/>
              </p14:nvContentPartPr>
              <p14:xfrm>
                <a:off x="3270588" y="337359"/>
                <a:ext cx="31680" cy="394560"/>
              </p14:xfrm>
            </p:contentPart>
          </mc:Choice>
          <mc:Fallback xmlns="">
            <p:pic>
              <p:nvPicPr>
                <p:cNvPr id="9" name="墨迹 8">
                  <a:extLst>
                    <a:ext uri="{FF2B5EF4-FFF2-40B4-BE49-F238E27FC236}">
                      <a16:creationId xmlns:a16="http://schemas.microsoft.com/office/drawing/2014/main" id="{CF65FAC2-C0C4-4F8A-5F30-F4F352DA50CF}"/>
                    </a:ext>
                  </a:extLst>
                </p:cNvPr>
                <p:cNvPicPr/>
                <p:nvPr/>
              </p:nvPicPr>
              <p:blipFill>
                <a:blip r:embed="rId63"/>
                <a:stretch>
                  <a:fillRect/>
                </a:stretch>
              </p:blipFill>
              <p:spPr>
                <a:xfrm>
                  <a:off x="3252588" y="319359"/>
                  <a:ext cx="67320" cy="430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0" name="墨迹 9">
                  <a:extLst>
                    <a:ext uri="{FF2B5EF4-FFF2-40B4-BE49-F238E27FC236}">
                      <a16:creationId xmlns:a16="http://schemas.microsoft.com/office/drawing/2014/main" id="{DA8C5934-CEB6-7F96-C9CF-B06A0DA5BA94}"/>
                    </a:ext>
                  </a:extLst>
                </p14:cNvPr>
                <p14:cNvContentPartPr/>
                <p14:nvPr/>
              </p14:nvContentPartPr>
              <p14:xfrm>
                <a:off x="3282828" y="374079"/>
                <a:ext cx="304560" cy="333360"/>
              </p14:xfrm>
            </p:contentPart>
          </mc:Choice>
          <mc:Fallback xmlns="">
            <p:pic>
              <p:nvPicPr>
                <p:cNvPr id="10" name="墨迹 9">
                  <a:extLst>
                    <a:ext uri="{FF2B5EF4-FFF2-40B4-BE49-F238E27FC236}">
                      <a16:creationId xmlns:a16="http://schemas.microsoft.com/office/drawing/2014/main" id="{DA8C5934-CEB6-7F96-C9CF-B06A0DA5BA94}"/>
                    </a:ext>
                  </a:extLst>
                </p:cNvPr>
                <p:cNvPicPr/>
                <p:nvPr/>
              </p:nvPicPr>
              <p:blipFill>
                <a:blip r:embed="rId65"/>
                <a:stretch>
                  <a:fillRect/>
                </a:stretch>
              </p:blipFill>
              <p:spPr>
                <a:xfrm>
                  <a:off x="3265188" y="356079"/>
                  <a:ext cx="340200" cy="369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1" name="墨迹 10">
                  <a:extLst>
                    <a:ext uri="{FF2B5EF4-FFF2-40B4-BE49-F238E27FC236}">
                      <a16:creationId xmlns:a16="http://schemas.microsoft.com/office/drawing/2014/main" id="{84621103-B5D4-6AAD-3AC3-2225644EE7CB}"/>
                    </a:ext>
                  </a:extLst>
                </p14:cNvPr>
                <p14:cNvContentPartPr/>
                <p14:nvPr/>
              </p14:nvContentPartPr>
              <p14:xfrm>
                <a:off x="3602508" y="429159"/>
                <a:ext cx="172080" cy="6480"/>
              </p14:xfrm>
            </p:contentPart>
          </mc:Choice>
          <mc:Fallback xmlns="">
            <p:pic>
              <p:nvPicPr>
                <p:cNvPr id="11" name="墨迹 10">
                  <a:extLst>
                    <a:ext uri="{FF2B5EF4-FFF2-40B4-BE49-F238E27FC236}">
                      <a16:creationId xmlns:a16="http://schemas.microsoft.com/office/drawing/2014/main" id="{84621103-B5D4-6AAD-3AC3-2225644EE7CB}"/>
                    </a:ext>
                  </a:extLst>
                </p:cNvPr>
                <p:cNvPicPr/>
                <p:nvPr/>
              </p:nvPicPr>
              <p:blipFill>
                <a:blip r:embed="rId67"/>
                <a:stretch>
                  <a:fillRect/>
                </a:stretch>
              </p:blipFill>
              <p:spPr>
                <a:xfrm>
                  <a:off x="3584508" y="411519"/>
                  <a:ext cx="2077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2" name="墨迹 11">
                  <a:extLst>
                    <a:ext uri="{FF2B5EF4-FFF2-40B4-BE49-F238E27FC236}">
                      <a16:creationId xmlns:a16="http://schemas.microsoft.com/office/drawing/2014/main" id="{F87360A2-A1EE-C92B-75AE-5938284CF81D}"/>
                    </a:ext>
                  </a:extLst>
                </p14:cNvPr>
                <p14:cNvContentPartPr/>
                <p14:nvPr/>
              </p14:nvContentPartPr>
              <p14:xfrm>
                <a:off x="3669468" y="484599"/>
                <a:ext cx="31320" cy="219960"/>
              </p14:xfrm>
            </p:contentPart>
          </mc:Choice>
          <mc:Fallback xmlns="">
            <p:pic>
              <p:nvPicPr>
                <p:cNvPr id="12" name="墨迹 11">
                  <a:extLst>
                    <a:ext uri="{FF2B5EF4-FFF2-40B4-BE49-F238E27FC236}">
                      <a16:creationId xmlns:a16="http://schemas.microsoft.com/office/drawing/2014/main" id="{F87360A2-A1EE-C92B-75AE-5938284CF81D}"/>
                    </a:ext>
                  </a:extLst>
                </p:cNvPr>
                <p:cNvPicPr/>
                <p:nvPr/>
              </p:nvPicPr>
              <p:blipFill>
                <a:blip r:embed="rId69"/>
                <a:stretch>
                  <a:fillRect/>
                </a:stretch>
              </p:blipFill>
              <p:spPr>
                <a:xfrm>
                  <a:off x="3651828" y="466959"/>
                  <a:ext cx="6696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3" name="墨迹 12">
                  <a:extLst>
                    <a:ext uri="{FF2B5EF4-FFF2-40B4-BE49-F238E27FC236}">
                      <a16:creationId xmlns:a16="http://schemas.microsoft.com/office/drawing/2014/main" id="{09336DB1-3724-44BE-DF6D-35AA4D2A35BE}"/>
                    </a:ext>
                  </a:extLst>
                </p14:cNvPr>
                <p14:cNvContentPartPr/>
                <p14:nvPr/>
              </p14:nvContentPartPr>
              <p14:xfrm>
                <a:off x="3669828" y="580359"/>
                <a:ext cx="95400" cy="27360"/>
              </p14:xfrm>
            </p:contentPart>
          </mc:Choice>
          <mc:Fallback xmlns="">
            <p:pic>
              <p:nvPicPr>
                <p:cNvPr id="13" name="墨迹 12">
                  <a:extLst>
                    <a:ext uri="{FF2B5EF4-FFF2-40B4-BE49-F238E27FC236}">
                      <a16:creationId xmlns:a16="http://schemas.microsoft.com/office/drawing/2014/main" id="{09336DB1-3724-44BE-DF6D-35AA4D2A35BE}"/>
                    </a:ext>
                  </a:extLst>
                </p:cNvPr>
                <p:cNvPicPr/>
                <p:nvPr/>
              </p:nvPicPr>
              <p:blipFill>
                <a:blip r:embed="rId71"/>
                <a:stretch>
                  <a:fillRect/>
                </a:stretch>
              </p:blipFill>
              <p:spPr>
                <a:xfrm>
                  <a:off x="3652188" y="562719"/>
                  <a:ext cx="13104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4" name="墨迹 13">
                  <a:extLst>
                    <a:ext uri="{FF2B5EF4-FFF2-40B4-BE49-F238E27FC236}">
                      <a16:creationId xmlns:a16="http://schemas.microsoft.com/office/drawing/2014/main" id="{1A04A021-D509-0A4B-8B51-35DA7C700C88}"/>
                    </a:ext>
                  </a:extLst>
                </p14:cNvPr>
                <p14:cNvContentPartPr/>
                <p14:nvPr/>
              </p14:nvContentPartPr>
              <p14:xfrm>
                <a:off x="3682068" y="642999"/>
                <a:ext cx="142920" cy="43200"/>
              </p14:xfrm>
            </p:contentPart>
          </mc:Choice>
          <mc:Fallback xmlns="">
            <p:pic>
              <p:nvPicPr>
                <p:cNvPr id="14" name="墨迹 13">
                  <a:extLst>
                    <a:ext uri="{FF2B5EF4-FFF2-40B4-BE49-F238E27FC236}">
                      <a16:creationId xmlns:a16="http://schemas.microsoft.com/office/drawing/2014/main" id="{1A04A021-D509-0A4B-8B51-35DA7C700C88}"/>
                    </a:ext>
                  </a:extLst>
                </p:cNvPr>
                <p:cNvPicPr/>
                <p:nvPr/>
              </p:nvPicPr>
              <p:blipFill>
                <a:blip r:embed="rId73"/>
                <a:stretch>
                  <a:fillRect/>
                </a:stretch>
              </p:blipFill>
              <p:spPr>
                <a:xfrm>
                  <a:off x="3664068" y="625359"/>
                  <a:ext cx="17856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5" name="墨迹 14">
                  <a:extLst>
                    <a:ext uri="{FF2B5EF4-FFF2-40B4-BE49-F238E27FC236}">
                      <a16:creationId xmlns:a16="http://schemas.microsoft.com/office/drawing/2014/main" id="{D6E2B6AB-0A55-E6E8-DA9B-4C967D2402E1}"/>
                    </a:ext>
                  </a:extLst>
                </p14:cNvPr>
                <p14:cNvContentPartPr/>
                <p14:nvPr/>
              </p14:nvContentPartPr>
              <p14:xfrm>
                <a:off x="3862068" y="417279"/>
                <a:ext cx="22680" cy="234000"/>
              </p14:xfrm>
            </p:contentPart>
          </mc:Choice>
          <mc:Fallback xmlns="">
            <p:pic>
              <p:nvPicPr>
                <p:cNvPr id="15" name="墨迹 14">
                  <a:extLst>
                    <a:ext uri="{FF2B5EF4-FFF2-40B4-BE49-F238E27FC236}">
                      <a16:creationId xmlns:a16="http://schemas.microsoft.com/office/drawing/2014/main" id="{D6E2B6AB-0A55-E6E8-DA9B-4C967D2402E1}"/>
                    </a:ext>
                  </a:extLst>
                </p:cNvPr>
                <p:cNvPicPr/>
                <p:nvPr/>
              </p:nvPicPr>
              <p:blipFill>
                <a:blip r:embed="rId75"/>
                <a:stretch>
                  <a:fillRect/>
                </a:stretch>
              </p:blipFill>
              <p:spPr>
                <a:xfrm>
                  <a:off x="3844428" y="399279"/>
                  <a:ext cx="5832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6" name="墨迹 15">
                  <a:extLst>
                    <a:ext uri="{FF2B5EF4-FFF2-40B4-BE49-F238E27FC236}">
                      <a16:creationId xmlns:a16="http://schemas.microsoft.com/office/drawing/2014/main" id="{1F77FFCF-2D2D-9C63-F4F7-EF6DED378C4C}"/>
                    </a:ext>
                  </a:extLst>
                </p14:cNvPr>
                <p14:cNvContentPartPr/>
                <p14:nvPr/>
              </p14:nvContentPartPr>
              <p14:xfrm>
                <a:off x="3853788" y="440679"/>
                <a:ext cx="194760" cy="213480"/>
              </p14:xfrm>
            </p:contentPart>
          </mc:Choice>
          <mc:Fallback xmlns="">
            <p:pic>
              <p:nvPicPr>
                <p:cNvPr id="16" name="墨迹 15">
                  <a:extLst>
                    <a:ext uri="{FF2B5EF4-FFF2-40B4-BE49-F238E27FC236}">
                      <a16:creationId xmlns:a16="http://schemas.microsoft.com/office/drawing/2014/main" id="{1F77FFCF-2D2D-9C63-F4F7-EF6DED378C4C}"/>
                    </a:ext>
                  </a:extLst>
                </p:cNvPr>
                <p:cNvPicPr/>
                <p:nvPr/>
              </p:nvPicPr>
              <p:blipFill>
                <a:blip r:embed="rId77"/>
                <a:stretch>
                  <a:fillRect/>
                </a:stretch>
              </p:blipFill>
              <p:spPr>
                <a:xfrm>
                  <a:off x="3836148" y="422679"/>
                  <a:ext cx="23040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7" name="墨迹 16">
                  <a:extLst>
                    <a:ext uri="{FF2B5EF4-FFF2-40B4-BE49-F238E27FC236}">
                      <a16:creationId xmlns:a16="http://schemas.microsoft.com/office/drawing/2014/main" id="{9AEE30B7-0F21-264E-3DB3-CA02C1204C3F}"/>
                    </a:ext>
                  </a:extLst>
                </p14:cNvPr>
                <p14:cNvContentPartPr/>
                <p14:nvPr/>
              </p14:nvContentPartPr>
              <p14:xfrm>
                <a:off x="4074828" y="417279"/>
                <a:ext cx="11160" cy="240120"/>
              </p14:xfrm>
            </p:contentPart>
          </mc:Choice>
          <mc:Fallback xmlns="">
            <p:pic>
              <p:nvPicPr>
                <p:cNvPr id="17" name="墨迹 16">
                  <a:extLst>
                    <a:ext uri="{FF2B5EF4-FFF2-40B4-BE49-F238E27FC236}">
                      <a16:creationId xmlns:a16="http://schemas.microsoft.com/office/drawing/2014/main" id="{9AEE30B7-0F21-264E-3DB3-CA02C1204C3F}"/>
                    </a:ext>
                  </a:extLst>
                </p:cNvPr>
                <p:cNvPicPr/>
                <p:nvPr/>
              </p:nvPicPr>
              <p:blipFill>
                <a:blip r:embed="rId79"/>
                <a:stretch>
                  <a:fillRect/>
                </a:stretch>
              </p:blipFill>
              <p:spPr>
                <a:xfrm>
                  <a:off x="4057188" y="399279"/>
                  <a:ext cx="4680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9" name="墨迹 18">
                  <a:extLst>
                    <a:ext uri="{FF2B5EF4-FFF2-40B4-BE49-F238E27FC236}">
                      <a16:creationId xmlns:a16="http://schemas.microsoft.com/office/drawing/2014/main" id="{CD7FBFCC-6ED7-DE1E-5066-474FAF891CFF}"/>
                    </a:ext>
                  </a:extLst>
                </p14:cNvPr>
                <p14:cNvContentPartPr/>
                <p14:nvPr/>
              </p14:nvContentPartPr>
              <p14:xfrm>
                <a:off x="4209828" y="507999"/>
                <a:ext cx="102960" cy="14400"/>
              </p14:xfrm>
            </p:contentPart>
          </mc:Choice>
          <mc:Fallback xmlns="">
            <p:pic>
              <p:nvPicPr>
                <p:cNvPr id="19" name="墨迹 18">
                  <a:extLst>
                    <a:ext uri="{FF2B5EF4-FFF2-40B4-BE49-F238E27FC236}">
                      <a16:creationId xmlns:a16="http://schemas.microsoft.com/office/drawing/2014/main" id="{CD7FBFCC-6ED7-DE1E-5066-474FAF891CFF}"/>
                    </a:ext>
                  </a:extLst>
                </p:cNvPr>
                <p:cNvPicPr/>
                <p:nvPr/>
              </p:nvPicPr>
              <p:blipFill>
                <a:blip r:embed="rId81"/>
                <a:stretch>
                  <a:fillRect/>
                </a:stretch>
              </p:blipFill>
              <p:spPr>
                <a:xfrm>
                  <a:off x="4191828" y="490359"/>
                  <a:ext cx="13860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0" name="墨迹 19">
                  <a:extLst>
                    <a:ext uri="{FF2B5EF4-FFF2-40B4-BE49-F238E27FC236}">
                      <a16:creationId xmlns:a16="http://schemas.microsoft.com/office/drawing/2014/main" id="{C56A52B9-8A83-8EC2-E9DE-E22BB38D4D13}"/>
                    </a:ext>
                  </a:extLst>
                </p14:cNvPr>
                <p14:cNvContentPartPr/>
                <p14:nvPr/>
              </p14:nvContentPartPr>
              <p14:xfrm>
                <a:off x="4215588" y="597999"/>
                <a:ext cx="153720" cy="10440"/>
              </p14:xfrm>
            </p:contentPart>
          </mc:Choice>
          <mc:Fallback xmlns="">
            <p:pic>
              <p:nvPicPr>
                <p:cNvPr id="20" name="墨迹 19">
                  <a:extLst>
                    <a:ext uri="{FF2B5EF4-FFF2-40B4-BE49-F238E27FC236}">
                      <a16:creationId xmlns:a16="http://schemas.microsoft.com/office/drawing/2014/main" id="{C56A52B9-8A83-8EC2-E9DE-E22BB38D4D13}"/>
                    </a:ext>
                  </a:extLst>
                </p:cNvPr>
                <p:cNvPicPr/>
                <p:nvPr/>
              </p:nvPicPr>
              <p:blipFill>
                <a:blip r:embed="rId83"/>
                <a:stretch>
                  <a:fillRect/>
                </a:stretch>
              </p:blipFill>
              <p:spPr>
                <a:xfrm>
                  <a:off x="4197948" y="580359"/>
                  <a:ext cx="1893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1" name="墨迹 20">
                  <a:extLst>
                    <a:ext uri="{FF2B5EF4-FFF2-40B4-BE49-F238E27FC236}">
                      <a16:creationId xmlns:a16="http://schemas.microsoft.com/office/drawing/2014/main" id="{5536590D-53D4-78BB-DF70-4DF2D1ECF73F}"/>
                    </a:ext>
                  </a:extLst>
                </p14:cNvPr>
                <p14:cNvContentPartPr/>
                <p14:nvPr/>
              </p14:nvContentPartPr>
              <p14:xfrm>
                <a:off x="4479828" y="343479"/>
                <a:ext cx="88920" cy="393120"/>
              </p14:xfrm>
            </p:contentPart>
          </mc:Choice>
          <mc:Fallback xmlns="">
            <p:pic>
              <p:nvPicPr>
                <p:cNvPr id="21" name="墨迹 20">
                  <a:extLst>
                    <a:ext uri="{FF2B5EF4-FFF2-40B4-BE49-F238E27FC236}">
                      <a16:creationId xmlns:a16="http://schemas.microsoft.com/office/drawing/2014/main" id="{5536590D-53D4-78BB-DF70-4DF2D1ECF73F}"/>
                    </a:ext>
                  </a:extLst>
                </p:cNvPr>
                <p:cNvPicPr/>
                <p:nvPr/>
              </p:nvPicPr>
              <p:blipFill>
                <a:blip r:embed="rId85"/>
                <a:stretch>
                  <a:fillRect/>
                </a:stretch>
              </p:blipFill>
              <p:spPr>
                <a:xfrm>
                  <a:off x="4461828" y="325479"/>
                  <a:ext cx="124560" cy="4287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2" name="墨迹 21">
                  <a:extLst>
                    <a:ext uri="{FF2B5EF4-FFF2-40B4-BE49-F238E27FC236}">
                      <a16:creationId xmlns:a16="http://schemas.microsoft.com/office/drawing/2014/main" id="{BF8272D8-93B1-44BA-C3B0-DF4B7F7DE5E6}"/>
                    </a:ext>
                  </a:extLst>
                </p14:cNvPr>
                <p14:cNvContentPartPr/>
                <p14:nvPr/>
              </p14:nvContentPartPr>
              <p14:xfrm>
                <a:off x="3031548" y="744159"/>
                <a:ext cx="1939320" cy="91440"/>
              </p14:xfrm>
            </p:contentPart>
          </mc:Choice>
          <mc:Fallback xmlns="">
            <p:pic>
              <p:nvPicPr>
                <p:cNvPr id="22" name="墨迹 21">
                  <a:extLst>
                    <a:ext uri="{FF2B5EF4-FFF2-40B4-BE49-F238E27FC236}">
                      <a16:creationId xmlns:a16="http://schemas.microsoft.com/office/drawing/2014/main" id="{BF8272D8-93B1-44BA-C3B0-DF4B7F7DE5E6}"/>
                    </a:ext>
                  </a:extLst>
                </p:cNvPr>
                <p:cNvPicPr/>
                <p:nvPr/>
              </p:nvPicPr>
              <p:blipFill>
                <a:blip r:embed="rId87"/>
                <a:stretch>
                  <a:fillRect/>
                </a:stretch>
              </p:blipFill>
              <p:spPr>
                <a:xfrm>
                  <a:off x="3013548" y="726159"/>
                  <a:ext cx="19749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4" name="墨迹 23">
                  <a:extLst>
                    <a:ext uri="{FF2B5EF4-FFF2-40B4-BE49-F238E27FC236}">
                      <a16:creationId xmlns:a16="http://schemas.microsoft.com/office/drawing/2014/main" id="{31BA5DB3-1F04-5C5D-4B08-49155C924D87}"/>
                    </a:ext>
                  </a:extLst>
                </p14:cNvPr>
                <p14:cNvContentPartPr/>
                <p14:nvPr/>
              </p14:nvContentPartPr>
              <p14:xfrm>
                <a:off x="5087148" y="631119"/>
                <a:ext cx="153360" cy="140760"/>
              </p14:xfrm>
            </p:contentPart>
          </mc:Choice>
          <mc:Fallback xmlns="">
            <p:pic>
              <p:nvPicPr>
                <p:cNvPr id="24" name="墨迹 23">
                  <a:extLst>
                    <a:ext uri="{FF2B5EF4-FFF2-40B4-BE49-F238E27FC236}">
                      <a16:creationId xmlns:a16="http://schemas.microsoft.com/office/drawing/2014/main" id="{31BA5DB3-1F04-5C5D-4B08-49155C924D87}"/>
                    </a:ext>
                  </a:extLst>
                </p:cNvPr>
                <p:cNvPicPr/>
                <p:nvPr/>
              </p:nvPicPr>
              <p:blipFill>
                <a:blip r:embed="rId89"/>
                <a:stretch>
                  <a:fillRect/>
                </a:stretch>
              </p:blipFill>
              <p:spPr>
                <a:xfrm>
                  <a:off x="5069508" y="613479"/>
                  <a:ext cx="189000" cy="176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0">
            <p14:nvContentPartPr>
              <p14:cNvPr id="26" name="墨迹 25">
                <a:extLst>
                  <a:ext uri="{FF2B5EF4-FFF2-40B4-BE49-F238E27FC236}">
                    <a16:creationId xmlns:a16="http://schemas.microsoft.com/office/drawing/2014/main" id="{B6134F86-D0B9-20EB-3044-62283380D4E5}"/>
                  </a:ext>
                </a:extLst>
              </p14:cNvPr>
              <p14:cNvContentPartPr/>
              <p14:nvPr/>
            </p14:nvContentPartPr>
            <p14:xfrm>
              <a:off x="6400788" y="1607439"/>
              <a:ext cx="1217160" cy="123120"/>
            </p14:xfrm>
          </p:contentPart>
        </mc:Choice>
        <mc:Fallback xmlns="">
          <p:pic>
            <p:nvPicPr>
              <p:cNvPr id="26" name="墨迹 25">
                <a:extLst>
                  <a:ext uri="{FF2B5EF4-FFF2-40B4-BE49-F238E27FC236}">
                    <a16:creationId xmlns:a16="http://schemas.microsoft.com/office/drawing/2014/main" id="{B6134F86-D0B9-20EB-3044-62283380D4E5}"/>
                  </a:ext>
                </a:extLst>
              </p:cNvPr>
              <p:cNvPicPr/>
              <p:nvPr/>
            </p:nvPicPr>
            <p:blipFill>
              <a:blip r:embed="rId91"/>
              <a:stretch>
                <a:fillRect/>
              </a:stretch>
            </p:blipFill>
            <p:spPr>
              <a:xfrm>
                <a:off x="6382788" y="1589439"/>
                <a:ext cx="12528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7" name="墨迹 26">
                <a:extLst>
                  <a:ext uri="{FF2B5EF4-FFF2-40B4-BE49-F238E27FC236}">
                    <a16:creationId xmlns:a16="http://schemas.microsoft.com/office/drawing/2014/main" id="{47AAC4A5-C858-B9D9-485A-7DD4473257ED}"/>
                  </a:ext>
                </a:extLst>
              </p14:cNvPr>
              <p14:cNvContentPartPr/>
              <p14:nvPr/>
            </p14:nvContentPartPr>
            <p14:xfrm>
              <a:off x="1816548" y="1907679"/>
              <a:ext cx="2296800" cy="314280"/>
            </p14:xfrm>
          </p:contentPart>
        </mc:Choice>
        <mc:Fallback xmlns="">
          <p:pic>
            <p:nvPicPr>
              <p:cNvPr id="27" name="墨迹 26">
                <a:extLst>
                  <a:ext uri="{FF2B5EF4-FFF2-40B4-BE49-F238E27FC236}">
                    <a16:creationId xmlns:a16="http://schemas.microsoft.com/office/drawing/2014/main" id="{47AAC4A5-C858-B9D9-485A-7DD4473257ED}"/>
                  </a:ext>
                </a:extLst>
              </p:cNvPr>
              <p:cNvPicPr/>
              <p:nvPr/>
            </p:nvPicPr>
            <p:blipFill>
              <a:blip r:embed="rId93"/>
              <a:stretch>
                <a:fillRect/>
              </a:stretch>
            </p:blipFill>
            <p:spPr>
              <a:xfrm>
                <a:off x="1798548" y="1890039"/>
                <a:ext cx="233244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8" name="墨迹 27">
                <a:extLst>
                  <a:ext uri="{FF2B5EF4-FFF2-40B4-BE49-F238E27FC236}">
                    <a16:creationId xmlns:a16="http://schemas.microsoft.com/office/drawing/2014/main" id="{A056ACA0-448E-D0C1-C2B8-B049353ED461}"/>
                  </a:ext>
                </a:extLst>
              </p14:cNvPr>
              <p14:cNvContentPartPr/>
              <p14:nvPr/>
            </p14:nvContentPartPr>
            <p14:xfrm>
              <a:off x="5246988" y="2159679"/>
              <a:ext cx="2596680" cy="135720"/>
            </p14:xfrm>
          </p:contentPart>
        </mc:Choice>
        <mc:Fallback xmlns="">
          <p:pic>
            <p:nvPicPr>
              <p:cNvPr id="28" name="墨迹 27">
                <a:extLst>
                  <a:ext uri="{FF2B5EF4-FFF2-40B4-BE49-F238E27FC236}">
                    <a16:creationId xmlns:a16="http://schemas.microsoft.com/office/drawing/2014/main" id="{A056ACA0-448E-D0C1-C2B8-B049353ED461}"/>
                  </a:ext>
                </a:extLst>
              </p:cNvPr>
              <p:cNvPicPr/>
              <p:nvPr/>
            </p:nvPicPr>
            <p:blipFill>
              <a:blip r:embed="rId95"/>
              <a:stretch>
                <a:fillRect/>
              </a:stretch>
            </p:blipFill>
            <p:spPr>
              <a:xfrm>
                <a:off x="5228988" y="2142039"/>
                <a:ext cx="263232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30" name="墨迹 29">
                <a:extLst>
                  <a:ext uri="{FF2B5EF4-FFF2-40B4-BE49-F238E27FC236}">
                    <a16:creationId xmlns:a16="http://schemas.microsoft.com/office/drawing/2014/main" id="{42C4B986-2FD9-D59D-B6A2-059FD979563B}"/>
                  </a:ext>
                </a:extLst>
              </p14:cNvPr>
              <p14:cNvContentPartPr/>
              <p14:nvPr/>
            </p14:nvContentPartPr>
            <p14:xfrm>
              <a:off x="1073508" y="2748999"/>
              <a:ext cx="448560" cy="25200"/>
            </p14:xfrm>
          </p:contentPart>
        </mc:Choice>
        <mc:Fallback xmlns="">
          <p:pic>
            <p:nvPicPr>
              <p:cNvPr id="30" name="墨迹 29">
                <a:extLst>
                  <a:ext uri="{FF2B5EF4-FFF2-40B4-BE49-F238E27FC236}">
                    <a16:creationId xmlns:a16="http://schemas.microsoft.com/office/drawing/2014/main" id="{42C4B986-2FD9-D59D-B6A2-059FD979563B}"/>
                  </a:ext>
                </a:extLst>
              </p:cNvPr>
              <p:cNvPicPr/>
              <p:nvPr/>
            </p:nvPicPr>
            <p:blipFill>
              <a:blip r:embed="rId97"/>
              <a:stretch>
                <a:fillRect/>
              </a:stretch>
            </p:blipFill>
            <p:spPr>
              <a:xfrm>
                <a:off x="1055508" y="2730999"/>
                <a:ext cx="4842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1" name="墨迹 30">
                <a:extLst>
                  <a:ext uri="{FF2B5EF4-FFF2-40B4-BE49-F238E27FC236}">
                    <a16:creationId xmlns:a16="http://schemas.microsoft.com/office/drawing/2014/main" id="{F66A50B8-D7AA-81F9-3116-F3ECA699D680}"/>
                  </a:ext>
                </a:extLst>
              </p14:cNvPr>
              <p14:cNvContentPartPr/>
              <p14:nvPr/>
            </p14:nvContentPartPr>
            <p14:xfrm>
              <a:off x="3694308" y="2675199"/>
              <a:ext cx="4659120" cy="111600"/>
            </p14:xfrm>
          </p:contentPart>
        </mc:Choice>
        <mc:Fallback xmlns="">
          <p:pic>
            <p:nvPicPr>
              <p:cNvPr id="31" name="墨迹 30">
                <a:extLst>
                  <a:ext uri="{FF2B5EF4-FFF2-40B4-BE49-F238E27FC236}">
                    <a16:creationId xmlns:a16="http://schemas.microsoft.com/office/drawing/2014/main" id="{F66A50B8-D7AA-81F9-3116-F3ECA699D680}"/>
                  </a:ext>
                </a:extLst>
              </p:cNvPr>
              <p:cNvPicPr/>
              <p:nvPr/>
            </p:nvPicPr>
            <p:blipFill>
              <a:blip r:embed="rId99"/>
              <a:stretch>
                <a:fillRect/>
              </a:stretch>
            </p:blipFill>
            <p:spPr>
              <a:xfrm>
                <a:off x="3676308" y="2657559"/>
                <a:ext cx="4694760" cy="147240"/>
              </a:xfrm>
              <a:prstGeom prst="rect">
                <a:avLst/>
              </a:prstGeom>
            </p:spPr>
          </p:pic>
        </mc:Fallback>
      </mc:AlternateContent>
      <p:grpSp>
        <p:nvGrpSpPr>
          <p:cNvPr id="36" name="组合 35">
            <a:extLst>
              <a:ext uri="{FF2B5EF4-FFF2-40B4-BE49-F238E27FC236}">
                <a16:creationId xmlns:a16="http://schemas.microsoft.com/office/drawing/2014/main" id="{B8A95A8B-BE54-A8F7-73C8-6B9454FBE4E4}"/>
              </a:ext>
            </a:extLst>
          </p:cNvPr>
          <p:cNvGrpSpPr/>
          <p:nvPr/>
        </p:nvGrpSpPr>
        <p:grpSpPr>
          <a:xfrm>
            <a:off x="1460868" y="2706159"/>
            <a:ext cx="1958760" cy="728280"/>
            <a:chOff x="1460868" y="2706159"/>
            <a:chExt cx="1958760" cy="728280"/>
          </a:xfrm>
        </p:grpSpPr>
        <mc:AlternateContent xmlns:mc="http://schemas.openxmlformats.org/markup-compatibility/2006" xmlns:p14="http://schemas.microsoft.com/office/powerpoint/2010/main">
          <mc:Choice Requires="p14">
            <p:contentPart p14:bwMode="auto" r:id="rId100">
              <p14:nvContentPartPr>
                <p14:cNvPr id="32" name="墨迹 31">
                  <a:extLst>
                    <a:ext uri="{FF2B5EF4-FFF2-40B4-BE49-F238E27FC236}">
                      <a16:creationId xmlns:a16="http://schemas.microsoft.com/office/drawing/2014/main" id="{99F2A1E5-12DB-DA89-A1EB-1C4A5C639240}"/>
                    </a:ext>
                  </a:extLst>
                </p14:cNvPr>
                <p14:cNvContentPartPr/>
                <p14:nvPr/>
              </p14:nvContentPartPr>
              <p14:xfrm>
                <a:off x="1668588" y="2828919"/>
                <a:ext cx="1751040" cy="605520"/>
              </p14:xfrm>
            </p:contentPart>
          </mc:Choice>
          <mc:Fallback xmlns="">
            <p:pic>
              <p:nvPicPr>
                <p:cNvPr id="32" name="墨迹 31">
                  <a:extLst>
                    <a:ext uri="{FF2B5EF4-FFF2-40B4-BE49-F238E27FC236}">
                      <a16:creationId xmlns:a16="http://schemas.microsoft.com/office/drawing/2014/main" id="{99F2A1E5-12DB-DA89-A1EB-1C4A5C639240}"/>
                    </a:ext>
                  </a:extLst>
                </p:cNvPr>
                <p:cNvPicPr/>
                <p:nvPr/>
              </p:nvPicPr>
              <p:blipFill>
                <a:blip r:embed="rId101"/>
                <a:stretch>
                  <a:fillRect/>
                </a:stretch>
              </p:blipFill>
              <p:spPr>
                <a:xfrm>
                  <a:off x="1650588" y="2810919"/>
                  <a:ext cx="1786680" cy="641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3" name="墨迹 32">
                  <a:extLst>
                    <a:ext uri="{FF2B5EF4-FFF2-40B4-BE49-F238E27FC236}">
                      <a16:creationId xmlns:a16="http://schemas.microsoft.com/office/drawing/2014/main" id="{3087F047-B4F8-7808-BBBE-14BDA9C0BCEF}"/>
                    </a:ext>
                  </a:extLst>
                </p14:cNvPr>
                <p14:cNvContentPartPr/>
                <p14:nvPr/>
              </p14:nvContentPartPr>
              <p14:xfrm>
                <a:off x="1514868" y="2706159"/>
                <a:ext cx="123840" cy="227160"/>
              </p14:xfrm>
            </p:contentPart>
          </mc:Choice>
          <mc:Fallback xmlns="">
            <p:pic>
              <p:nvPicPr>
                <p:cNvPr id="33" name="墨迹 32">
                  <a:extLst>
                    <a:ext uri="{FF2B5EF4-FFF2-40B4-BE49-F238E27FC236}">
                      <a16:creationId xmlns:a16="http://schemas.microsoft.com/office/drawing/2014/main" id="{3087F047-B4F8-7808-BBBE-14BDA9C0BCEF}"/>
                    </a:ext>
                  </a:extLst>
                </p:cNvPr>
                <p:cNvPicPr/>
                <p:nvPr/>
              </p:nvPicPr>
              <p:blipFill>
                <a:blip r:embed="rId103"/>
                <a:stretch>
                  <a:fillRect/>
                </a:stretch>
              </p:blipFill>
              <p:spPr>
                <a:xfrm>
                  <a:off x="1497228" y="2688519"/>
                  <a:ext cx="15948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4" name="墨迹 33">
                  <a:extLst>
                    <a:ext uri="{FF2B5EF4-FFF2-40B4-BE49-F238E27FC236}">
                      <a16:creationId xmlns:a16="http://schemas.microsoft.com/office/drawing/2014/main" id="{517C4C57-CEE1-2991-D341-EB5293A7E36F}"/>
                    </a:ext>
                  </a:extLst>
                </p14:cNvPr>
                <p14:cNvContentPartPr/>
                <p14:nvPr/>
              </p14:nvContentPartPr>
              <p14:xfrm>
                <a:off x="1460868" y="2721639"/>
                <a:ext cx="110520" cy="50040"/>
              </p14:xfrm>
            </p:contentPart>
          </mc:Choice>
          <mc:Fallback xmlns="">
            <p:pic>
              <p:nvPicPr>
                <p:cNvPr id="34" name="墨迹 33">
                  <a:extLst>
                    <a:ext uri="{FF2B5EF4-FFF2-40B4-BE49-F238E27FC236}">
                      <a16:creationId xmlns:a16="http://schemas.microsoft.com/office/drawing/2014/main" id="{517C4C57-CEE1-2991-D341-EB5293A7E36F}"/>
                    </a:ext>
                  </a:extLst>
                </p:cNvPr>
                <p:cNvPicPr/>
                <p:nvPr/>
              </p:nvPicPr>
              <p:blipFill>
                <a:blip r:embed="rId105"/>
                <a:stretch>
                  <a:fillRect/>
                </a:stretch>
              </p:blipFill>
              <p:spPr>
                <a:xfrm>
                  <a:off x="1442868" y="2703999"/>
                  <a:ext cx="14616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5" name="墨迹 34">
                  <a:extLst>
                    <a:ext uri="{FF2B5EF4-FFF2-40B4-BE49-F238E27FC236}">
                      <a16:creationId xmlns:a16="http://schemas.microsoft.com/office/drawing/2014/main" id="{A0CBABDC-41B4-081A-23D1-FD8601AE0190}"/>
                    </a:ext>
                  </a:extLst>
                </p14:cNvPr>
                <p14:cNvContentPartPr/>
                <p14:nvPr/>
              </p14:nvContentPartPr>
              <p14:xfrm>
                <a:off x="1638348" y="2736759"/>
                <a:ext cx="100080" cy="115200"/>
              </p14:xfrm>
            </p:contentPart>
          </mc:Choice>
          <mc:Fallback xmlns="">
            <p:pic>
              <p:nvPicPr>
                <p:cNvPr id="35" name="墨迹 34">
                  <a:extLst>
                    <a:ext uri="{FF2B5EF4-FFF2-40B4-BE49-F238E27FC236}">
                      <a16:creationId xmlns:a16="http://schemas.microsoft.com/office/drawing/2014/main" id="{A0CBABDC-41B4-081A-23D1-FD8601AE0190}"/>
                    </a:ext>
                  </a:extLst>
                </p:cNvPr>
                <p:cNvPicPr/>
                <p:nvPr/>
              </p:nvPicPr>
              <p:blipFill>
                <a:blip r:embed="rId107"/>
                <a:stretch>
                  <a:fillRect/>
                </a:stretch>
              </p:blipFill>
              <p:spPr>
                <a:xfrm>
                  <a:off x="1620348" y="2719119"/>
                  <a:ext cx="135720" cy="150840"/>
                </a:xfrm>
                <a:prstGeom prst="rect">
                  <a:avLst/>
                </a:prstGeom>
              </p:spPr>
            </p:pic>
          </mc:Fallback>
        </mc:AlternateContent>
      </p:grpSp>
      <p:grpSp>
        <p:nvGrpSpPr>
          <p:cNvPr id="41" name="组合 40">
            <a:extLst>
              <a:ext uri="{FF2B5EF4-FFF2-40B4-BE49-F238E27FC236}">
                <a16:creationId xmlns:a16="http://schemas.microsoft.com/office/drawing/2014/main" id="{4E6C9FF2-F735-15E9-346D-6707A7EE1DB3}"/>
              </a:ext>
            </a:extLst>
          </p:cNvPr>
          <p:cNvGrpSpPr/>
          <p:nvPr/>
        </p:nvGrpSpPr>
        <p:grpSpPr>
          <a:xfrm>
            <a:off x="4228188" y="3282879"/>
            <a:ext cx="3651480" cy="86400"/>
            <a:chOff x="4228188" y="3282879"/>
            <a:chExt cx="3651480" cy="86400"/>
          </a:xfrm>
        </p:grpSpPr>
        <mc:AlternateContent xmlns:mc="http://schemas.openxmlformats.org/markup-compatibility/2006" xmlns:p14="http://schemas.microsoft.com/office/powerpoint/2010/main">
          <mc:Choice Requires="p14">
            <p:contentPart p14:bwMode="auto" r:id="rId108">
              <p14:nvContentPartPr>
                <p14:cNvPr id="37" name="墨迹 36">
                  <a:extLst>
                    <a:ext uri="{FF2B5EF4-FFF2-40B4-BE49-F238E27FC236}">
                      <a16:creationId xmlns:a16="http://schemas.microsoft.com/office/drawing/2014/main" id="{6C05CD8C-A536-23EB-6A57-916B813F2131}"/>
                    </a:ext>
                  </a:extLst>
                </p14:cNvPr>
                <p14:cNvContentPartPr/>
                <p14:nvPr/>
              </p14:nvContentPartPr>
              <p14:xfrm>
                <a:off x="4265268" y="3282879"/>
                <a:ext cx="1085760" cy="25200"/>
              </p14:xfrm>
            </p:contentPart>
          </mc:Choice>
          <mc:Fallback xmlns="">
            <p:pic>
              <p:nvPicPr>
                <p:cNvPr id="37" name="墨迹 36">
                  <a:extLst>
                    <a:ext uri="{FF2B5EF4-FFF2-40B4-BE49-F238E27FC236}">
                      <a16:creationId xmlns:a16="http://schemas.microsoft.com/office/drawing/2014/main" id="{6C05CD8C-A536-23EB-6A57-916B813F2131}"/>
                    </a:ext>
                  </a:extLst>
                </p:cNvPr>
                <p:cNvPicPr/>
                <p:nvPr/>
              </p:nvPicPr>
              <p:blipFill>
                <a:blip r:embed="rId109"/>
                <a:stretch>
                  <a:fillRect/>
                </a:stretch>
              </p:blipFill>
              <p:spPr>
                <a:xfrm>
                  <a:off x="4247268" y="3264879"/>
                  <a:ext cx="11214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8" name="墨迹 37">
                  <a:extLst>
                    <a:ext uri="{FF2B5EF4-FFF2-40B4-BE49-F238E27FC236}">
                      <a16:creationId xmlns:a16="http://schemas.microsoft.com/office/drawing/2014/main" id="{0786A309-BCA3-8807-279F-9024E41C6070}"/>
                    </a:ext>
                  </a:extLst>
                </p14:cNvPr>
                <p14:cNvContentPartPr/>
                <p14:nvPr/>
              </p14:nvContentPartPr>
              <p14:xfrm>
                <a:off x="4228188" y="3294759"/>
                <a:ext cx="743040" cy="13680"/>
              </p14:xfrm>
            </p:contentPart>
          </mc:Choice>
          <mc:Fallback xmlns="">
            <p:pic>
              <p:nvPicPr>
                <p:cNvPr id="38" name="墨迹 37">
                  <a:extLst>
                    <a:ext uri="{FF2B5EF4-FFF2-40B4-BE49-F238E27FC236}">
                      <a16:creationId xmlns:a16="http://schemas.microsoft.com/office/drawing/2014/main" id="{0786A309-BCA3-8807-279F-9024E41C6070}"/>
                    </a:ext>
                  </a:extLst>
                </p:cNvPr>
                <p:cNvPicPr/>
                <p:nvPr/>
              </p:nvPicPr>
              <p:blipFill>
                <a:blip r:embed="rId111"/>
                <a:stretch>
                  <a:fillRect/>
                </a:stretch>
              </p:blipFill>
              <p:spPr>
                <a:xfrm>
                  <a:off x="4210548" y="3277119"/>
                  <a:ext cx="77868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9" name="墨迹 38">
                  <a:extLst>
                    <a:ext uri="{FF2B5EF4-FFF2-40B4-BE49-F238E27FC236}">
                      <a16:creationId xmlns:a16="http://schemas.microsoft.com/office/drawing/2014/main" id="{F6BE7F2E-A2D6-8E2D-2FC7-7CBB901B6393}"/>
                    </a:ext>
                  </a:extLst>
                </p14:cNvPr>
                <p14:cNvContentPartPr/>
                <p14:nvPr/>
              </p14:nvContentPartPr>
              <p14:xfrm>
                <a:off x="5842428" y="3338319"/>
                <a:ext cx="1189080" cy="30960"/>
              </p14:xfrm>
            </p:contentPart>
          </mc:Choice>
          <mc:Fallback xmlns="">
            <p:pic>
              <p:nvPicPr>
                <p:cNvPr id="39" name="墨迹 38">
                  <a:extLst>
                    <a:ext uri="{FF2B5EF4-FFF2-40B4-BE49-F238E27FC236}">
                      <a16:creationId xmlns:a16="http://schemas.microsoft.com/office/drawing/2014/main" id="{F6BE7F2E-A2D6-8E2D-2FC7-7CBB901B6393}"/>
                    </a:ext>
                  </a:extLst>
                </p:cNvPr>
                <p:cNvPicPr/>
                <p:nvPr/>
              </p:nvPicPr>
              <p:blipFill>
                <a:blip r:embed="rId113"/>
                <a:stretch>
                  <a:fillRect/>
                </a:stretch>
              </p:blipFill>
              <p:spPr>
                <a:xfrm>
                  <a:off x="5824428" y="3320679"/>
                  <a:ext cx="122472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40" name="墨迹 39">
                  <a:extLst>
                    <a:ext uri="{FF2B5EF4-FFF2-40B4-BE49-F238E27FC236}">
                      <a16:creationId xmlns:a16="http://schemas.microsoft.com/office/drawing/2014/main" id="{A7BDF487-BE28-DF1E-5FE1-8A15D8C26055}"/>
                    </a:ext>
                  </a:extLst>
                </p14:cNvPr>
                <p14:cNvContentPartPr/>
                <p14:nvPr/>
              </p14:nvContentPartPr>
              <p14:xfrm>
                <a:off x="7339668" y="3349839"/>
                <a:ext cx="540000" cy="19440"/>
              </p14:xfrm>
            </p:contentPart>
          </mc:Choice>
          <mc:Fallback xmlns="">
            <p:pic>
              <p:nvPicPr>
                <p:cNvPr id="40" name="墨迹 39">
                  <a:extLst>
                    <a:ext uri="{FF2B5EF4-FFF2-40B4-BE49-F238E27FC236}">
                      <a16:creationId xmlns:a16="http://schemas.microsoft.com/office/drawing/2014/main" id="{A7BDF487-BE28-DF1E-5FE1-8A15D8C26055}"/>
                    </a:ext>
                  </a:extLst>
                </p:cNvPr>
                <p:cNvPicPr/>
                <p:nvPr/>
              </p:nvPicPr>
              <p:blipFill>
                <a:blip r:embed="rId115"/>
                <a:stretch>
                  <a:fillRect/>
                </a:stretch>
              </p:blipFill>
              <p:spPr>
                <a:xfrm>
                  <a:off x="7322028" y="3331839"/>
                  <a:ext cx="575640" cy="55080"/>
                </a:xfrm>
                <a:prstGeom prst="rect">
                  <a:avLst/>
                </a:prstGeom>
              </p:spPr>
            </p:pic>
          </mc:Fallback>
        </mc:AlternateContent>
      </p:grpSp>
      <p:grpSp>
        <p:nvGrpSpPr>
          <p:cNvPr id="54" name="组合 53">
            <a:extLst>
              <a:ext uri="{FF2B5EF4-FFF2-40B4-BE49-F238E27FC236}">
                <a16:creationId xmlns:a16="http://schemas.microsoft.com/office/drawing/2014/main" id="{B9243AC0-4D66-A64D-F2F8-4A554C2D0E24}"/>
              </a:ext>
            </a:extLst>
          </p:cNvPr>
          <p:cNvGrpSpPr/>
          <p:nvPr/>
        </p:nvGrpSpPr>
        <p:grpSpPr>
          <a:xfrm>
            <a:off x="2245668" y="3813159"/>
            <a:ext cx="4546080" cy="121320"/>
            <a:chOff x="2245668" y="3813159"/>
            <a:chExt cx="4546080" cy="121320"/>
          </a:xfrm>
        </p:grpSpPr>
        <mc:AlternateContent xmlns:mc="http://schemas.openxmlformats.org/markup-compatibility/2006" xmlns:p14="http://schemas.microsoft.com/office/powerpoint/2010/main">
          <mc:Choice Requires="p14">
            <p:contentPart p14:bwMode="auto" r:id="rId116">
              <p14:nvContentPartPr>
                <p14:cNvPr id="42" name="墨迹 41">
                  <a:extLst>
                    <a:ext uri="{FF2B5EF4-FFF2-40B4-BE49-F238E27FC236}">
                      <a16:creationId xmlns:a16="http://schemas.microsoft.com/office/drawing/2014/main" id="{6B395AB5-19DC-8788-5E3A-949A7F71A0DB}"/>
                    </a:ext>
                  </a:extLst>
                </p14:cNvPr>
                <p14:cNvContentPartPr/>
                <p14:nvPr/>
              </p14:nvContentPartPr>
              <p14:xfrm>
                <a:off x="2245668" y="3864999"/>
                <a:ext cx="2351160" cy="69480"/>
              </p14:xfrm>
            </p:contentPart>
          </mc:Choice>
          <mc:Fallback xmlns="">
            <p:pic>
              <p:nvPicPr>
                <p:cNvPr id="42" name="墨迹 41">
                  <a:extLst>
                    <a:ext uri="{FF2B5EF4-FFF2-40B4-BE49-F238E27FC236}">
                      <a16:creationId xmlns:a16="http://schemas.microsoft.com/office/drawing/2014/main" id="{6B395AB5-19DC-8788-5E3A-949A7F71A0DB}"/>
                    </a:ext>
                  </a:extLst>
                </p:cNvPr>
                <p:cNvPicPr/>
                <p:nvPr/>
              </p:nvPicPr>
              <p:blipFill>
                <a:blip r:embed="rId117"/>
                <a:stretch>
                  <a:fillRect/>
                </a:stretch>
              </p:blipFill>
              <p:spPr>
                <a:xfrm>
                  <a:off x="2228028" y="3847359"/>
                  <a:ext cx="23868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43" name="墨迹 42">
                  <a:extLst>
                    <a:ext uri="{FF2B5EF4-FFF2-40B4-BE49-F238E27FC236}">
                      <a16:creationId xmlns:a16="http://schemas.microsoft.com/office/drawing/2014/main" id="{71A9A7EA-23A2-1F1E-590A-CE4BA4146B30}"/>
                    </a:ext>
                  </a:extLst>
                </p14:cNvPr>
                <p14:cNvContentPartPr/>
                <p14:nvPr/>
              </p14:nvContentPartPr>
              <p14:xfrm>
                <a:off x="5326548" y="3813159"/>
                <a:ext cx="1465200" cy="34560"/>
              </p14:xfrm>
            </p:contentPart>
          </mc:Choice>
          <mc:Fallback xmlns="">
            <p:pic>
              <p:nvPicPr>
                <p:cNvPr id="43" name="墨迹 42">
                  <a:extLst>
                    <a:ext uri="{FF2B5EF4-FFF2-40B4-BE49-F238E27FC236}">
                      <a16:creationId xmlns:a16="http://schemas.microsoft.com/office/drawing/2014/main" id="{71A9A7EA-23A2-1F1E-590A-CE4BA4146B30}"/>
                    </a:ext>
                  </a:extLst>
                </p:cNvPr>
                <p:cNvPicPr/>
                <p:nvPr/>
              </p:nvPicPr>
              <p:blipFill>
                <a:blip r:embed="rId119"/>
                <a:stretch>
                  <a:fillRect/>
                </a:stretch>
              </p:blipFill>
              <p:spPr>
                <a:xfrm>
                  <a:off x="5308908" y="3795519"/>
                  <a:ext cx="1500840" cy="70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0">
            <p14:nvContentPartPr>
              <p14:cNvPr id="69" name="墨迹 68">
                <a:extLst>
                  <a:ext uri="{FF2B5EF4-FFF2-40B4-BE49-F238E27FC236}">
                    <a16:creationId xmlns:a16="http://schemas.microsoft.com/office/drawing/2014/main" id="{661FAEF1-BE11-AA85-F99E-0EB0C4EBD962}"/>
                  </a:ext>
                </a:extLst>
              </p14:cNvPr>
              <p14:cNvContentPartPr/>
              <p14:nvPr/>
            </p14:nvContentPartPr>
            <p14:xfrm>
              <a:off x="4228188" y="3994239"/>
              <a:ext cx="1743120" cy="534960"/>
            </p14:xfrm>
          </p:contentPart>
        </mc:Choice>
        <mc:Fallback xmlns="">
          <p:pic>
            <p:nvPicPr>
              <p:cNvPr id="69" name="墨迹 68">
                <a:extLst>
                  <a:ext uri="{FF2B5EF4-FFF2-40B4-BE49-F238E27FC236}">
                    <a16:creationId xmlns:a16="http://schemas.microsoft.com/office/drawing/2014/main" id="{661FAEF1-BE11-AA85-F99E-0EB0C4EBD962}"/>
                  </a:ext>
                </a:extLst>
              </p:cNvPr>
              <p:cNvPicPr/>
              <p:nvPr/>
            </p:nvPicPr>
            <p:blipFill>
              <a:blip r:embed="rId121"/>
              <a:stretch>
                <a:fillRect/>
              </a:stretch>
            </p:blipFill>
            <p:spPr>
              <a:xfrm>
                <a:off x="4210548" y="3976239"/>
                <a:ext cx="1778760" cy="5706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3" name="墨迹 72">
                <a:extLst>
                  <a:ext uri="{FF2B5EF4-FFF2-40B4-BE49-F238E27FC236}">
                    <a16:creationId xmlns:a16="http://schemas.microsoft.com/office/drawing/2014/main" id="{868D4918-0A0C-A4B0-BBAD-036326A90B90}"/>
                  </a:ext>
                </a:extLst>
              </p14:cNvPr>
              <p14:cNvContentPartPr/>
              <p14:nvPr/>
            </p14:nvContentPartPr>
            <p14:xfrm>
              <a:off x="5590788" y="4933479"/>
              <a:ext cx="1565280" cy="80640"/>
            </p14:xfrm>
          </p:contentPart>
        </mc:Choice>
        <mc:Fallback xmlns="">
          <p:pic>
            <p:nvPicPr>
              <p:cNvPr id="73" name="墨迹 72">
                <a:extLst>
                  <a:ext uri="{FF2B5EF4-FFF2-40B4-BE49-F238E27FC236}">
                    <a16:creationId xmlns:a16="http://schemas.microsoft.com/office/drawing/2014/main" id="{868D4918-0A0C-A4B0-BBAD-036326A90B90}"/>
                  </a:ext>
                </a:extLst>
              </p:cNvPr>
              <p:cNvPicPr/>
              <p:nvPr/>
            </p:nvPicPr>
            <p:blipFill>
              <a:blip r:embed="rId123"/>
              <a:stretch>
                <a:fillRect/>
              </a:stretch>
            </p:blipFill>
            <p:spPr>
              <a:xfrm>
                <a:off x="5572788" y="4915479"/>
                <a:ext cx="1600920" cy="116280"/>
              </a:xfrm>
              <a:prstGeom prst="rect">
                <a:avLst/>
              </a:prstGeom>
            </p:spPr>
          </p:pic>
        </mc:Fallback>
      </mc:AlternateContent>
      <p:grpSp>
        <p:nvGrpSpPr>
          <p:cNvPr id="88" name="组合 87">
            <a:extLst>
              <a:ext uri="{FF2B5EF4-FFF2-40B4-BE49-F238E27FC236}">
                <a16:creationId xmlns:a16="http://schemas.microsoft.com/office/drawing/2014/main" id="{070E7557-64B3-C417-7974-EA92A802C305}"/>
              </a:ext>
            </a:extLst>
          </p:cNvPr>
          <p:cNvGrpSpPr/>
          <p:nvPr/>
        </p:nvGrpSpPr>
        <p:grpSpPr>
          <a:xfrm>
            <a:off x="1024188" y="5823399"/>
            <a:ext cx="1026360" cy="438480"/>
            <a:chOff x="1024188" y="5823399"/>
            <a:chExt cx="1026360" cy="438480"/>
          </a:xfrm>
        </p:grpSpPr>
        <mc:AlternateContent xmlns:mc="http://schemas.openxmlformats.org/markup-compatibility/2006" xmlns:p14="http://schemas.microsoft.com/office/powerpoint/2010/main">
          <mc:Choice Requires="p14">
            <p:contentPart p14:bwMode="auto" r:id="rId124">
              <p14:nvContentPartPr>
                <p14:cNvPr id="76" name="墨迹 75">
                  <a:extLst>
                    <a:ext uri="{FF2B5EF4-FFF2-40B4-BE49-F238E27FC236}">
                      <a16:creationId xmlns:a16="http://schemas.microsoft.com/office/drawing/2014/main" id="{093E5619-C86E-F074-4C32-6BD9865DDA41}"/>
                    </a:ext>
                  </a:extLst>
                </p14:cNvPr>
                <p14:cNvContentPartPr/>
                <p14:nvPr/>
              </p14:nvContentPartPr>
              <p14:xfrm>
                <a:off x="1024188" y="5823399"/>
                <a:ext cx="111600" cy="362880"/>
              </p14:xfrm>
            </p:contentPart>
          </mc:Choice>
          <mc:Fallback xmlns="">
            <p:pic>
              <p:nvPicPr>
                <p:cNvPr id="76" name="墨迹 75">
                  <a:extLst>
                    <a:ext uri="{FF2B5EF4-FFF2-40B4-BE49-F238E27FC236}">
                      <a16:creationId xmlns:a16="http://schemas.microsoft.com/office/drawing/2014/main" id="{093E5619-C86E-F074-4C32-6BD9865DDA41}"/>
                    </a:ext>
                  </a:extLst>
                </p:cNvPr>
                <p:cNvPicPr/>
                <p:nvPr/>
              </p:nvPicPr>
              <p:blipFill>
                <a:blip r:embed="rId125"/>
                <a:stretch>
                  <a:fillRect/>
                </a:stretch>
              </p:blipFill>
              <p:spPr>
                <a:xfrm>
                  <a:off x="1006188" y="5805759"/>
                  <a:ext cx="14724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墨迹 76">
                  <a:extLst>
                    <a:ext uri="{FF2B5EF4-FFF2-40B4-BE49-F238E27FC236}">
                      <a16:creationId xmlns:a16="http://schemas.microsoft.com/office/drawing/2014/main" id="{F5CC5225-EF2D-565B-CE81-6358A5D103F1}"/>
                    </a:ext>
                  </a:extLst>
                </p14:cNvPr>
                <p14:cNvContentPartPr/>
                <p14:nvPr/>
              </p14:nvContentPartPr>
              <p14:xfrm>
                <a:off x="1079988" y="5866599"/>
                <a:ext cx="159480" cy="293040"/>
              </p14:xfrm>
            </p:contentPart>
          </mc:Choice>
          <mc:Fallback xmlns="">
            <p:pic>
              <p:nvPicPr>
                <p:cNvPr id="77" name="墨迹 76">
                  <a:extLst>
                    <a:ext uri="{FF2B5EF4-FFF2-40B4-BE49-F238E27FC236}">
                      <a16:creationId xmlns:a16="http://schemas.microsoft.com/office/drawing/2014/main" id="{F5CC5225-EF2D-565B-CE81-6358A5D103F1}"/>
                    </a:ext>
                  </a:extLst>
                </p:cNvPr>
                <p:cNvPicPr/>
                <p:nvPr/>
              </p:nvPicPr>
              <p:blipFill>
                <a:blip r:embed="rId127"/>
                <a:stretch>
                  <a:fillRect/>
                </a:stretch>
              </p:blipFill>
              <p:spPr>
                <a:xfrm>
                  <a:off x="1061988" y="5848599"/>
                  <a:ext cx="19512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8" name="墨迹 77">
                  <a:extLst>
                    <a:ext uri="{FF2B5EF4-FFF2-40B4-BE49-F238E27FC236}">
                      <a16:creationId xmlns:a16="http://schemas.microsoft.com/office/drawing/2014/main" id="{ADF5AA12-0142-ED78-FB10-DFF91CFE5265}"/>
                    </a:ext>
                  </a:extLst>
                </p14:cNvPr>
                <p14:cNvContentPartPr/>
                <p14:nvPr/>
              </p14:nvContentPartPr>
              <p14:xfrm>
                <a:off x="1276188" y="5947239"/>
                <a:ext cx="165960" cy="36360"/>
              </p14:xfrm>
            </p:contentPart>
          </mc:Choice>
          <mc:Fallback xmlns="">
            <p:pic>
              <p:nvPicPr>
                <p:cNvPr id="78" name="墨迹 77">
                  <a:extLst>
                    <a:ext uri="{FF2B5EF4-FFF2-40B4-BE49-F238E27FC236}">
                      <a16:creationId xmlns:a16="http://schemas.microsoft.com/office/drawing/2014/main" id="{ADF5AA12-0142-ED78-FB10-DFF91CFE5265}"/>
                    </a:ext>
                  </a:extLst>
                </p:cNvPr>
                <p:cNvPicPr/>
                <p:nvPr/>
              </p:nvPicPr>
              <p:blipFill>
                <a:blip r:embed="rId129"/>
                <a:stretch>
                  <a:fillRect/>
                </a:stretch>
              </p:blipFill>
              <p:spPr>
                <a:xfrm>
                  <a:off x="1258188" y="5929239"/>
                  <a:ext cx="2016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9" name="墨迹 78">
                  <a:extLst>
                    <a:ext uri="{FF2B5EF4-FFF2-40B4-BE49-F238E27FC236}">
                      <a16:creationId xmlns:a16="http://schemas.microsoft.com/office/drawing/2014/main" id="{35A76843-0A21-F319-1AD9-35B74D797140}"/>
                    </a:ext>
                  </a:extLst>
                </p14:cNvPr>
                <p14:cNvContentPartPr/>
                <p14:nvPr/>
              </p14:nvContentPartPr>
              <p14:xfrm>
                <a:off x="1319388" y="5989359"/>
                <a:ext cx="14400" cy="201600"/>
              </p14:xfrm>
            </p:contentPart>
          </mc:Choice>
          <mc:Fallback xmlns="">
            <p:pic>
              <p:nvPicPr>
                <p:cNvPr id="79" name="墨迹 78">
                  <a:extLst>
                    <a:ext uri="{FF2B5EF4-FFF2-40B4-BE49-F238E27FC236}">
                      <a16:creationId xmlns:a16="http://schemas.microsoft.com/office/drawing/2014/main" id="{35A76843-0A21-F319-1AD9-35B74D797140}"/>
                    </a:ext>
                  </a:extLst>
                </p:cNvPr>
                <p:cNvPicPr/>
                <p:nvPr/>
              </p:nvPicPr>
              <p:blipFill>
                <a:blip r:embed="rId131"/>
                <a:stretch>
                  <a:fillRect/>
                </a:stretch>
              </p:blipFill>
              <p:spPr>
                <a:xfrm>
                  <a:off x="1301388" y="5971719"/>
                  <a:ext cx="5004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0" name="墨迹 79">
                  <a:extLst>
                    <a:ext uri="{FF2B5EF4-FFF2-40B4-BE49-F238E27FC236}">
                      <a16:creationId xmlns:a16="http://schemas.microsoft.com/office/drawing/2014/main" id="{562109C6-898B-A2E0-B582-B40D27949233}"/>
                    </a:ext>
                  </a:extLst>
                </p14:cNvPr>
                <p14:cNvContentPartPr/>
                <p14:nvPr/>
              </p14:nvContentPartPr>
              <p14:xfrm>
                <a:off x="1325508" y="6089799"/>
                <a:ext cx="142920" cy="35280"/>
              </p14:xfrm>
            </p:contentPart>
          </mc:Choice>
          <mc:Fallback xmlns="">
            <p:pic>
              <p:nvPicPr>
                <p:cNvPr id="80" name="墨迹 79">
                  <a:extLst>
                    <a:ext uri="{FF2B5EF4-FFF2-40B4-BE49-F238E27FC236}">
                      <a16:creationId xmlns:a16="http://schemas.microsoft.com/office/drawing/2014/main" id="{562109C6-898B-A2E0-B582-B40D27949233}"/>
                    </a:ext>
                  </a:extLst>
                </p:cNvPr>
                <p:cNvPicPr/>
                <p:nvPr/>
              </p:nvPicPr>
              <p:blipFill>
                <a:blip r:embed="rId133"/>
                <a:stretch>
                  <a:fillRect/>
                </a:stretch>
              </p:blipFill>
              <p:spPr>
                <a:xfrm>
                  <a:off x="1307868" y="6071799"/>
                  <a:ext cx="1785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1" name="墨迹 80">
                  <a:extLst>
                    <a:ext uri="{FF2B5EF4-FFF2-40B4-BE49-F238E27FC236}">
                      <a16:creationId xmlns:a16="http://schemas.microsoft.com/office/drawing/2014/main" id="{64646621-3A7F-3C9C-6509-A48F480FED6E}"/>
                    </a:ext>
                  </a:extLst>
                </p14:cNvPr>
                <p14:cNvContentPartPr/>
                <p14:nvPr/>
              </p14:nvContentPartPr>
              <p14:xfrm>
                <a:off x="1349988" y="6103119"/>
                <a:ext cx="211320" cy="106920"/>
              </p14:xfrm>
            </p:contentPart>
          </mc:Choice>
          <mc:Fallback xmlns="">
            <p:pic>
              <p:nvPicPr>
                <p:cNvPr id="81" name="墨迹 80">
                  <a:extLst>
                    <a:ext uri="{FF2B5EF4-FFF2-40B4-BE49-F238E27FC236}">
                      <a16:creationId xmlns:a16="http://schemas.microsoft.com/office/drawing/2014/main" id="{64646621-3A7F-3C9C-6509-A48F480FED6E}"/>
                    </a:ext>
                  </a:extLst>
                </p:cNvPr>
                <p:cNvPicPr/>
                <p:nvPr/>
              </p:nvPicPr>
              <p:blipFill>
                <a:blip r:embed="rId135"/>
                <a:stretch>
                  <a:fillRect/>
                </a:stretch>
              </p:blipFill>
              <p:spPr>
                <a:xfrm>
                  <a:off x="1331988" y="6085119"/>
                  <a:ext cx="24696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2" name="墨迹 81">
                  <a:extLst>
                    <a:ext uri="{FF2B5EF4-FFF2-40B4-BE49-F238E27FC236}">
                      <a16:creationId xmlns:a16="http://schemas.microsoft.com/office/drawing/2014/main" id="{C8AAE663-B253-3BF0-5606-F172A6ECB0C1}"/>
                    </a:ext>
                  </a:extLst>
                </p14:cNvPr>
                <p14:cNvContentPartPr/>
                <p14:nvPr/>
              </p14:nvContentPartPr>
              <p14:xfrm>
                <a:off x="1533948" y="5964879"/>
                <a:ext cx="43560" cy="206280"/>
              </p14:xfrm>
            </p:contentPart>
          </mc:Choice>
          <mc:Fallback xmlns="">
            <p:pic>
              <p:nvPicPr>
                <p:cNvPr id="82" name="墨迹 81">
                  <a:extLst>
                    <a:ext uri="{FF2B5EF4-FFF2-40B4-BE49-F238E27FC236}">
                      <a16:creationId xmlns:a16="http://schemas.microsoft.com/office/drawing/2014/main" id="{C8AAE663-B253-3BF0-5606-F172A6ECB0C1}"/>
                    </a:ext>
                  </a:extLst>
                </p:cNvPr>
                <p:cNvPicPr/>
                <p:nvPr/>
              </p:nvPicPr>
              <p:blipFill>
                <a:blip r:embed="rId137"/>
                <a:stretch>
                  <a:fillRect/>
                </a:stretch>
              </p:blipFill>
              <p:spPr>
                <a:xfrm>
                  <a:off x="1515948" y="5946879"/>
                  <a:ext cx="7920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3" name="墨迹 82">
                  <a:extLst>
                    <a:ext uri="{FF2B5EF4-FFF2-40B4-BE49-F238E27FC236}">
                      <a16:creationId xmlns:a16="http://schemas.microsoft.com/office/drawing/2014/main" id="{8A0E581E-3DF0-E5C6-AC16-235F6010703C}"/>
                    </a:ext>
                  </a:extLst>
                </p14:cNvPr>
                <p14:cNvContentPartPr/>
                <p14:nvPr/>
              </p14:nvContentPartPr>
              <p14:xfrm>
                <a:off x="1558788" y="6008079"/>
                <a:ext cx="104400" cy="124560"/>
              </p14:xfrm>
            </p:contentPart>
          </mc:Choice>
          <mc:Fallback xmlns="">
            <p:pic>
              <p:nvPicPr>
                <p:cNvPr id="83" name="墨迹 82">
                  <a:extLst>
                    <a:ext uri="{FF2B5EF4-FFF2-40B4-BE49-F238E27FC236}">
                      <a16:creationId xmlns:a16="http://schemas.microsoft.com/office/drawing/2014/main" id="{8A0E581E-3DF0-E5C6-AC16-235F6010703C}"/>
                    </a:ext>
                  </a:extLst>
                </p:cNvPr>
                <p:cNvPicPr/>
                <p:nvPr/>
              </p:nvPicPr>
              <p:blipFill>
                <a:blip r:embed="rId139"/>
                <a:stretch>
                  <a:fillRect/>
                </a:stretch>
              </p:blipFill>
              <p:spPr>
                <a:xfrm>
                  <a:off x="1540788" y="5990079"/>
                  <a:ext cx="14004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4" name="墨迹 83">
                  <a:extLst>
                    <a:ext uri="{FF2B5EF4-FFF2-40B4-BE49-F238E27FC236}">
                      <a16:creationId xmlns:a16="http://schemas.microsoft.com/office/drawing/2014/main" id="{9CFA29D8-CF03-9D55-ABF0-BFB98CEA24BF}"/>
                    </a:ext>
                  </a:extLst>
                </p14:cNvPr>
                <p14:cNvContentPartPr/>
                <p14:nvPr/>
              </p14:nvContentPartPr>
              <p14:xfrm>
                <a:off x="1675068" y="5977119"/>
                <a:ext cx="360" cy="154440"/>
              </p14:xfrm>
            </p:contentPart>
          </mc:Choice>
          <mc:Fallback xmlns="">
            <p:pic>
              <p:nvPicPr>
                <p:cNvPr id="84" name="墨迹 83">
                  <a:extLst>
                    <a:ext uri="{FF2B5EF4-FFF2-40B4-BE49-F238E27FC236}">
                      <a16:creationId xmlns:a16="http://schemas.microsoft.com/office/drawing/2014/main" id="{9CFA29D8-CF03-9D55-ABF0-BFB98CEA24BF}"/>
                    </a:ext>
                  </a:extLst>
                </p:cNvPr>
                <p:cNvPicPr/>
                <p:nvPr/>
              </p:nvPicPr>
              <p:blipFill>
                <a:blip r:embed="rId141"/>
                <a:stretch>
                  <a:fillRect/>
                </a:stretch>
              </p:blipFill>
              <p:spPr>
                <a:xfrm>
                  <a:off x="1657428" y="5959119"/>
                  <a:ext cx="360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5" name="墨迹 84">
                  <a:extLst>
                    <a:ext uri="{FF2B5EF4-FFF2-40B4-BE49-F238E27FC236}">
                      <a16:creationId xmlns:a16="http://schemas.microsoft.com/office/drawing/2014/main" id="{9228B906-269D-DE92-E2DA-263FB649F946}"/>
                    </a:ext>
                  </a:extLst>
                </p14:cNvPr>
                <p14:cNvContentPartPr/>
                <p14:nvPr/>
              </p14:nvContentPartPr>
              <p14:xfrm>
                <a:off x="1810068" y="6012399"/>
                <a:ext cx="140760" cy="20160"/>
              </p14:xfrm>
            </p:contentPart>
          </mc:Choice>
          <mc:Fallback xmlns="">
            <p:pic>
              <p:nvPicPr>
                <p:cNvPr id="85" name="墨迹 84">
                  <a:extLst>
                    <a:ext uri="{FF2B5EF4-FFF2-40B4-BE49-F238E27FC236}">
                      <a16:creationId xmlns:a16="http://schemas.microsoft.com/office/drawing/2014/main" id="{9228B906-269D-DE92-E2DA-263FB649F946}"/>
                    </a:ext>
                  </a:extLst>
                </p:cNvPr>
                <p:cNvPicPr/>
                <p:nvPr/>
              </p:nvPicPr>
              <p:blipFill>
                <a:blip r:embed="rId143"/>
                <a:stretch>
                  <a:fillRect/>
                </a:stretch>
              </p:blipFill>
              <p:spPr>
                <a:xfrm>
                  <a:off x="1792428" y="5994759"/>
                  <a:ext cx="17640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6" name="墨迹 85">
                  <a:extLst>
                    <a:ext uri="{FF2B5EF4-FFF2-40B4-BE49-F238E27FC236}">
                      <a16:creationId xmlns:a16="http://schemas.microsoft.com/office/drawing/2014/main" id="{F6670EF6-5658-1F37-BA20-0F5707790C2C}"/>
                    </a:ext>
                  </a:extLst>
                </p14:cNvPr>
                <p14:cNvContentPartPr/>
                <p14:nvPr/>
              </p14:nvContentPartPr>
              <p14:xfrm>
                <a:off x="1828788" y="6070359"/>
                <a:ext cx="193680" cy="54720"/>
              </p14:xfrm>
            </p:contentPart>
          </mc:Choice>
          <mc:Fallback xmlns="">
            <p:pic>
              <p:nvPicPr>
                <p:cNvPr id="86" name="墨迹 85">
                  <a:extLst>
                    <a:ext uri="{FF2B5EF4-FFF2-40B4-BE49-F238E27FC236}">
                      <a16:creationId xmlns:a16="http://schemas.microsoft.com/office/drawing/2014/main" id="{F6670EF6-5658-1F37-BA20-0F5707790C2C}"/>
                    </a:ext>
                  </a:extLst>
                </p:cNvPr>
                <p:cNvPicPr/>
                <p:nvPr/>
              </p:nvPicPr>
              <p:blipFill>
                <a:blip r:embed="rId145"/>
                <a:stretch>
                  <a:fillRect/>
                </a:stretch>
              </p:blipFill>
              <p:spPr>
                <a:xfrm>
                  <a:off x="1810788" y="6052359"/>
                  <a:ext cx="22932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7" name="墨迹 86">
                  <a:extLst>
                    <a:ext uri="{FF2B5EF4-FFF2-40B4-BE49-F238E27FC236}">
                      <a16:creationId xmlns:a16="http://schemas.microsoft.com/office/drawing/2014/main" id="{B2FDA639-3075-CEF0-781F-F3EEF8244492}"/>
                    </a:ext>
                  </a:extLst>
                </p14:cNvPr>
                <p14:cNvContentPartPr/>
                <p14:nvPr/>
              </p14:nvContentPartPr>
              <p14:xfrm>
                <a:off x="2043348" y="5958759"/>
                <a:ext cx="7200" cy="303120"/>
              </p14:xfrm>
            </p:contentPart>
          </mc:Choice>
          <mc:Fallback xmlns="">
            <p:pic>
              <p:nvPicPr>
                <p:cNvPr id="87" name="墨迹 86">
                  <a:extLst>
                    <a:ext uri="{FF2B5EF4-FFF2-40B4-BE49-F238E27FC236}">
                      <a16:creationId xmlns:a16="http://schemas.microsoft.com/office/drawing/2014/main" id="{B2FDA639-3075-CEF0-781F-F3EEF8244492}"/>
                    </a:ext>
                  </a:extLst>
                </p:cNvPr>
                <p:cNvPicPr/>
                <p:nvPr/>
              </p:nvPicPr>
              <p:blipFill>
                <a:blip r:embed="rId147"/>
                <a:stretch>
                  <a:fillRect/>
                </a:stretch>
              </p:blipFill>
              <p:spPr>
                <a:xfrm>
                  <a:off x="2025348" y="5941119"/>
                  <a:ext cx="42840" cy="338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8">
            <p14:nvContentPartPr>
              <p14:cNvPr id="134" name="墨迹 133">
                <a:extLst>
                  <a:ext uri="{FF2B5EF4-FFF2-40B4-BE49-F238E27FC236}">
                    <a16:creationId xmlns:a16="http://schemas.microsoft.com/office/drawing/2014/main" id="{CF59136D-4CF8-A860-998D-21FFF8822189}"/>
                  </a:ext>
                </a:extLst>
              </p14:cNvPr>
              <p14:cNvContentPartPr/>
              <p14:nvPr/>
            </p14:nvContentPartPr>
            <p14:xfrm>
              <a:off x="7014588" y="3252279"/>
              <a:ext cx="1043280" cy="110520"/>
            </p14:xfrm>
          </p:contentPart>
        </mc:Choice>
        <mc:Fallback xmlns="">
          <p:pic>
            <p:nvPicPr>
              <p:cNvPr id="134" name="墨迹 133">
                <a:extLst>
                  <a:ext uri="{FF2B5EF4-FFF2-40B4-BE49-F238E27FC236}">
                    <a16:creationId xmlns:a16="http://schemas.microsoft.com/office/drawing/2014/main" id="{CF59136D-4CF8-A860-998D-21FFF8822189}"/>
                  </a:ext>
                </a:extLst>
              </p:cNvPr>
              <p:cNvPicPr/>
              <p:nvPr/>
            </p:nvPicPr>
            <p:blipFill>
              <a:blip r:embed="rId149"/>
              <a:stretch>
                <a:fillRect/>
              </a:stretch>
            </p:blipFill>
            <p:spPr>
              <a:xfrm>
                <a:off x="6996588" y="3234639"/>
                <a:ext cx="1078920" cy="146160"/>
              </a:xfrm>
              <a:prstGeom prst="rect">
                <a:avLst/>
              </a:prstGeom>
            </p:spPr>
          </p:pic>
        </mc:Fallback>
      </mc:AlternateContent>
      <p:grpSp>
        <p:nvGrpSpPr>
          <p:cNvPr id="139" name="组合 138">
            <a:extLst>
              <a:ext uri="{FF2B5EF4-FFF2-40B4-BE49-F238E27FC236}">
                <a16:creationId xmlns:a16="http://schemas.microsoft.com/office/drawing/2014/main" id="{03E340FD-2BCD-9F26-2169-4BA08FC44098}"/>
              </a:ext>
            </a:extLst>
          </p:cNvPr>
          <p:cNvGrpSpPr/>
          <p:nvPr/>
        </p:nvGrpSpPr>
        <p:grpSpPr>
          <a:xfrm>
            <a:off x="2865228" y="5415879"/>
            <a:ext cx="4873680" cy="1341000"/>
            <a:chOff x="2865228" y="5415879"/>
            <a:chExt cx="4873680" cy="1341000"/>
          </a:xfrm>
        </p:grpSpPr>
        <mc:AlternateContent xmlns:mc="http://schemas.openxmlformats.org/markup-compatibility/2006" xmlns:p14="http://schemas.microsoft.com/office/powerpoint/2010/main">
          <mc:Choice Requires="p14">
            <p:contentPart p14:bwMode="auto" r:id="rId150">
              <p14:nvContentPartPr>
                <p14:cNvPr id="74" name="墨迹 73">
                  <a:extLst>
                    <a:ext uri="{FF2B5EF4-FFF2-40B4-BE49-F238E27FC236}">
                      <a16:creationId xmlns:a16="http://schemas.microsoft.com/office/drawing/2014/main" id="{61FE58E5-4BC3-7478-A939-3FB7F60E31CA}"/>
                    </a:ext>
                  </a:extLst>
                </p14:cNvPr>
                <p14:cNvContentPartPr/>
                <p14:nvPr/>
              </p14:nvContentPartPr>
              <p14:xfrm>
                <a:off x="6167508" y="5606319"/>
                <a:ext cx="1326960" cy="33480"/>
              </p14:xfrm>
            </p:contentPart>
          </mc:Choice>
          <mc:Fallback xmlns="">
            <p:pic>
              <p:nvPicPr>
                <p:cNvPr id="74" name="墨迹 73">
                  <a:extLst>
                    <a:ext uri="{FF2B5EF4-FFF2-40B4-BE49-F238E27FC236}">
                      <a16:creationId xmlns:a16="http://schemas.microsoft.com/office/drawing/2014/main" id="{61FE58E5-4BC3-7478-A939-3FB7F60E31CA}"/>
                    </a:ext>
                  </a:extLst>
                </p:cNvPr>
                <p:cNvPicPr/>
                <p:nvPr/>
              </p:nvPicPr>
              <p:blipFill>
                <a:blip r:embed="rId151"/>
                <a:stretch>
                  <a:fillRect/>
                </a:stretch>
              </p:blipFill>
              <p:spPr>
                <a:xfrm>
                  <a:off x="6149868" y="5588319"/>
                  <a:ext cx="13626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75" name="墨迹 74">
                  <a:extLst>
                    <a:ext uri="{FF2B5EF4-FFF2-40B4-BE49-F238E27FC236}">
                      <a16:creationId xmlns:a16="http://schemas.microsoft.com/office/drawing/2014/main" id="{BA2F6AAE-AD6E-56EA-FEDF-41E5CA2D1DD4}"/>
                    </a:ext>
                  </a:extLst>
                </p14:cNvPr>
                <p14:cNvContentPartPr/>
                <p14:nvPr/>
              </p14:nvContentPartPr>
              <p14:xfrm>
                <a:off x="6394308" y="5415879"/>
                <a:ext cx="1098000" cy="77040"/>
              </p14:xfrm>
            </p:contentPart>
          </mc:Choice>
          <mc:Fallback xmlns="">
            <p:pic>
              <p:nvPicPr>
                <p:cNvPr id="75" name="墨迹 74">
                  <a:extLst>
                    <a:ext uri="{FF2B5EF4-FFF2-40B4-BE49-F238E27FC236}">
                      <a16:creationId xmlns:a16="http://schemas.microsoft.com/office/drawing/2014/main" id="{BA2F6AAE-AD6E-56EA-FEDF-41E5CA2D1DD4}"/>
                    </a:ext>
                  </a:extLst>
                </p:cNvPr>
                <p:cNvPicPr/>
                <p:nvPr/>
              </p:nvPicPr>
              <p:blipFill>
                <a:blip r:embed="rId153"/>
                <a:stretch>
                  <a:fillRect/>
                </a:stretch>
              </p:blipFill>
              <p:spPr>
                <a:xfrm>
                  <a:off x="6376668" y="5397879"/>
                  <a:ext cx="113364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9" name="墨迹 88">
                  <a:extLst>
                    <a:ext uri="{FF2B5EF4-FFF2-40B4-BE49-F238E27FC236}">
                      <a16:creationId xmlns:a16="http://schemas.microsoft.com/office/drawing/2014/main" id="{B2C72EE8-3194-D72B-A113-A8F6928DE71A}"/>
                    </a:ext>
                  </a:extLst>
                </p14:cNvPr>
                <p14:cNvContentPartPr/>
                <p14:nvPr/>
              </p14:nvContentPartPr>
              <p14:xfrm>
                <a:off x="2865228" y="5892519"/>
                <a:ext cx="54360" cy="138240"/>
              </p14:xfrm>
            </p:contentPart>
          </mc:Choice>
          <mc:Fallback xmlns="">
            <p:pic>
              <p:nvPicPr>
                <p:cNvPr id="89" name="墨迹 88">
                  <a:extLst>
                    <a:ext uri="{FF2B5EF4-FFF2-40B4-BE49-F238E27FC236}">
                      <a16:creationId xmlns:a16="http://schemas.microsoft.com/office/drawing/2014/main" id="{B2C72EE8-3194-D72B-A113-A8F6928DE71A}"/>
                    </a:ext>
                  </a:extLst>
                </p:cNvPr>
                <p:cNvPicPr/>
                <p:nvPr/>
              </p:nvPicPr>
              <p:blipFill>
                <a:blip r:embed="rId155"/>
                <a:stretch>
                  <a:fillRect/>
                </a:stretch>
              </p:blipFill>
              <p:spPr>
                <a:xfrm>
                  <a:off x="2847228" y="5874519"/>
                  <a:ext cx="9000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0" name="墨迹 89">
                  <a:extLst>
                    <a:ext uri="{FF2B5EF4-FFF2-40B4-BE49-F238E27FC236}">
                      <a16:creationId xmlns:a16="http://schemas.microsoft.com/office/drawing/2014/main" id="{9148C803-9C2D-0D0A-F7C2-BA822506A2A1}"/>
                    </a:ext>
                  </a:extLst>
                </p14:cNvPr>
                <p14:cNvContentPartPr/>
                <p14:nvPr/>
              </p14:nvContentPartPr>
              <p14:xfrm>
                <a:off x="2951628" y="5676519"/>
                <a:ext cx="6840" cy="258480"/>
              </p14:xfrm>
            </p:contentPart>
          </mc:Choice>
          <mc:Fallback xmlns="">
            <p:pic>
              <p:nvPicPr>
                <p:cNvPr id="90" name="墨迹 89">
                  <a:extLst>
                    <a:ext uri="{FF2B5EF4-FFF2-40B4-BE49-F238E27FC236}">
                      <a16:creationId xmlns:a16="http://schemas.microsoft.com/office/drawing/2014/main" id="{9148C803-9C2D-0D0A-F7C2-BA822506A2A1}"/>
                    </a:ext>
                  </a:extLst>
                </p:cNvPr>
                <p:cNvPicPr/>
                <p:nvPr/>
              </p:nvPicPr>
              <p:blipFill>
                <a:blip r:embed="rId157"/>
                <a:stretch>
                  <a:fillRect/>
                </a:stretch>
              </p:blipFill>
              <p:spPr>
                <a:xfrm>
                  <a:off x="2933988" y="5658519"/>
                  <a:ext cx="4248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1" name="墨迹 90">
                  <a:extLst>
                    <a:ext uri="{FF2B5EF4-FFF2-40B4-BE49-F238E27FC236}">
                      <a16:creationId xmlns:a16="http://schemas.microsoft.com/office/drawing/2014/main" id="{7595FA4F-5ED2-3DEB-FB0F-EA2C4B30A241}"/>
                    </a:ext>
                  </a:extLst>
                </p14:cNvPr>
                <p14:cNvContentPartPr/>
                <p14:nvPr/>
              </p14:nvContentPartPr>
              <p14:xfrm>
                <a:off x="3085188" y="5811159"/>
                <a:ext cx="81720" cy="125640"/>
              </p14:xfrm>
            </p:contentPart>
          </mc:Choice>
          <mc:Fallback xmlns="">
            <p:pic>
              <p:nvPicPr>
                <p:cNvPr id="91" name="墨迹 90">
                  <a:extLst>
                    <a:ext uri="{FF2B5EF4-FFF2-40B4-BE49-F238E27FC236}">
                      <a16:creationId xmlns:a16="http://schemas.microsoft.com/office/drawing/2014/main" id="{7595FA4F-5ED2-3DEB-FB0F-EA2C4B30A241}"/>
                    </a:ext>
                  </a:extLst>
                </p:cNvPr>
                <p:cNvPicPr/>
                <p:nvPr/>
              </p:nvPicPr>
              <p:blipFill>
                <a:blip r:embed="rId159"/>
                <a:stretch>
                  <a:fillRect/>
                </a:stretch>
              </p:blipFill>
              <p:spPr>
                <a:xfrm>
                  <a:off x="3067548" y="5793159"/>
                  <a:ext cx="11736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2" name="墨迹 91">
                  <a:extLst>
                    <a:ext uri="{FF2B5EF4-FFF2-40B4-BE49-F238E27FC236}">
                      <a16:creationId xmlns:a16="http://schemas.microsoft.com/office/drawing/2014/main" id="{991EF070-A303-DF2F-FD25-1CED11A63ACD}"/>
                    </a:ext>
                  </a:extLst>
                </p14:cNvPr>
                <p14:cNvContentPartPr/>
                <p14:nvPr/>
              </p14:nvContentPartPr>
              <p14:xfrm>
                <a:off x="3178428" y="5780559"/>
                <a:ext cx="215280" cy="80280"/>
              </p14:xfrm>
            </p:contentPart>
          </mc:Choice>
          <mc:Fallback xmlns="">
            <p:pic>
              <p:nvPicPr>
                <p:cNvPr id="92" name="墨迹 91">
                  <a:extLst>
                    <a:ext uri="{FF2B5EF4-FFF2-40B4-BE49-F238E27FC236}">
                      <a16:creationId xmlns:a16="http://schemas.microsoft.com/office/drawing/2014/main" id="{991EF070-A303-DF2F-FD25-1CED11A63ACD}"/>
                    </a:ext>
                  </a:extLst>
                </p:cNvPr>
                <p:cNvPicPr/>
                <p:nvPr/>
              </p:nvPicPr>
              <p:blipFill>
                <a:blip r:embed="rId161"/>
                <a:stretch>
                  <a:fillRect/>
                </a:stretch>
              </p:blipFill>
              <p:spPr>
                <a:xfrm>
                  <a:off x="3160788" y="5762559"/>
                  <a:ext cx="25092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3" name="墨迹 92">
                  <a:extLst>
                    <a:ext uri="{FF2B5EF4-FFF2-40B4-BE49-F238E27FC236}">
                      <a16:creationId xmlns:a16="http://schemas.microsoft.com/office/drawing/2014/main" id="{2A41A9F7-AADB-9589-E491-B2F5FD391E72}"/>
                    </a:ext>
                  </a:extLst>
                </p14:cNvPr>
                <p14:cNvContentPartPr/>
                <p14:nvPr/>
              </p14:nvContentPartPr>
              <p14:xfrm>
                <a:off x="3301188" y="5743839"/>
                <a:ext cx="73800" cy="198360"/>
              </p14:xfrm>
            </p:contentPart>
          </mc:Choice>
          <mc:Fallback xmlns="">
            <p:pic>
              <p:nvPicPr>
                <p:cNvPr id="93" name="墨迹 92">
                  <a:extLst>
                    <a:ext uri="{FF2B5EF4-FFF2-40B4-BE49-F238E27FC236}">
                      <a16:creationId xmlns:a16="http://schemas.microsoft.com/office/drawing/2014/main" id="{2A41A9F7-AADB-9589-E491-B2F5FD391E72}"/>
                    </a:ext>
                  </a:extLst>
                </p:cNvPr>
                <p:cNvPicPr/>
                <p:nvPr/>
              </p:nvPicPr>
              <p:blipFill>
                <a:blip r:embed="rId163"/>
                <a:stretch>
                  <a:fillRect/>
                </a:stretch>
              </p:blipFill>
              <p:spPr>
                <a:xfrm>
                  <a:off x="3283548" y="5726199"/>
                  <a:ext cx="10944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4" name="墨迹 93">
                  <a:extLst>
                    <a:ext uri="{FF2B5EF4-FFF2-40B4-BE49-F238E27FC236}">
                      <a16:creationId xmlns:a16="http://schemas.microsoft.com/office/drawing/2014/main" id="{14AE0C64-59CB-33D1-6E2C-613F8A84B8D0}"/>
                    </a:ext>
                  </a:extLst>
                </p14:cNvPr>
                <p14:cNvContentPartPr/>
                <p14:nvPr/>
              </p14:nvContentPartPr>
              <p14:xfrm>
                <a:off x="3429708" y="5805399"/>
                <a:ext cx="134280" cy="141120"/>
              </p14:xfrm>
            </p:contentPart>
          </mc:Choice>
          <mc:Fallback xmlns="">
            <p:pic>
              <p:nvPicPr>
                <p:cNvPr id="94" name="墨迹 93">
                  <a:extLst>
                    <a:ext uri="{FF2B5EF4-FFF2-40B4-BE49-F238E27FC236}">
                      <a16:creationId xmlns:a16="http://schemas.microsoft.com/office/drawing/2014/main" id="{14AE0C64-59CB-33D1-6E2C-613F8A84B8D0}"/>
                    </a:ext>
                  </a:extLst>
                </p:cNvPr>
                <p:cNvPicPr/>
                <p:nvPr/>
              </p:nvPicPr>
              <p:blipFill>
                <a:blip r:embed="rId165"/>
                <a:stretch>
                  <a:fillRect/>
                </a:stretch>
              </p:blipFill>
              <p:spPr>
                <a:xfrm>
                  <a:off x="3411708" y="5787399"/>
                  <a:ext cx="16992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5" name="墨迹 94">
                  <a:extLst>
                    <a:ext uri="{FF2B5EF4-FFF2-40B4-BE49-F238E27FC236}">
                      <a16:creationId xmlns:a16="http://schemas.microsoft.com/office/drawing/2014/main" id="{74BB3192-D80C-32EA-7ED2-28026214CF17}"/>
                    </a:ext>
                  </a:extLst>
                </p14:cNvPr>
                <p14:cNvContentPartPr/>
                <p14:nvPr/>
              </p14:nvContentPartPr>
              <p14:xfrm>
                <a:off x="3608268" y="6064599"/>
                <a:ext cx="333000" cy="60480"/>
              </p14:xfrm>
            </p:contentPart>
          </mc:Choice>
          <mc:Fallback xmlns="">
            <p:pic>
              <p:nvPicPr>
                <p:cNvPr id="95" name="墨迹 94">
                  <a:extLst>
                    <a:ext uri="{FF2B5EF4-FFF2-40B4-BE49-F238E27FC236}">
                      <a16:creationId xmlns:a16="http://schemas.microsoft.com/office/drawing/2014/main" id="{74BB3192-D80C-32EA-7ED2-28026214CF17}"/>
                    </a:ext>
                  </a:extLst>
                </p:cNvPr>
                <p:cNvPicPr/>
                <p:nvPr/>
              </p:nvPicPr>
              <p:blipFill>
                <a:blip r:embed="rId167"/>
                <a:stretch>
                  <a:fillRect/>
                </a:stretch>
              </p:blipFill>
              <p:spPr>
                <a:xfrm>
                  <a:off x="3590628" y="6046599"/>
                  <a:ext cx="36864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6" name="墨迹 95">
                  <a:extLst>
                    <a:ext uri="{FF2B5EF4-FFF2-40B4-BE49-F238E27FC236}">
                      <a16:creationId xmlns:a16="http://schemas.microsoft.com/office/drawing/2014/main" id="{DA02BC73-8651-7ECD-4F28-5C4570ED500C}"/>
                    </a:ext>
                  </a:extLst>
                </p14:cNvPr>
                <p14:cNvContentPartPr/>
                <p14:nvPr/>
              </p14:nvContentPartPr>
              <p14:xfrm>
                <a:off x="3908868" y="5958759"/>
                <a:ext cx="111960" cy="214200"/>
              </p14:xfrm>
            </p:contentPart>
          </mc:Choice>
          <mc:Fallback xmlns="">
            <p:pic>
              <p:nvPicPr>
                <p:cNvPr id="96" name="墨迹 95">
                  <a:extLst>
                    <a:ext uri="{FF2B5EF4-FFF2-40B4-BE49-F238E27FC236}">
                      <a16:creationId xmlns:a16="http://schemas.microsoft.com/office/drawing/2014/main" id="{DA02BC73-8651-7ECD-4F28-5C4570ED500C}"/>
                    </a:ext>
                  </a:extLst>
                </p:cNvPr>
                <p:cNvPicPr/>
                <p:nvPr/>
              </p:nvPicPr>
              <p:blipFill>
                <a:blip r:embed="rId169"/>
                <a:stretch>
                  <a:fillRect/>
                </a:stretch>
              </p:blipFill>
              <p:spPr>
                <a:xfrm>
                  <a:off x="3891228" y="5941119"/>
                  <a:ext cx="14760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7" name="墨迹 96">
                  <a:extLst>
                    <a:ext uri="{FF2B5EF4-FFF2-40B4-BE49-F238E27FC236}">
                      <a16:creationId xmlns:a16="http://schemas.microsoft.com/office/drawing/2014/main" id="{9A748A89-13B4-ABAE-A844-84301C6FD3A1}"/>
                    </a:ext>
                  </a:extLst>
                </p14:cNvPr>
                <p14:cNvContentPartPr/>
                <p14:nvPr/>
              </p14:nvContentPartPr>
              <p14:xfrm>
                <a:off x="4203708" y="5885319"/>
                <a:ext cx="21240" cy="382320"/>
              </p14:xfrm>
            </p:contentPart>
          </mc:Choice>
          <mc:Fallback xmlns="">
            <p:pic>
              <p:nvPicPr>
                <p:cNvPr id="97" name="墨迹 96">
                  <a:extLst>
                    <a:ext uri="{FF2B5EF4-FFF2-40B4-BE49-F238E27FC236}">
                      <a16:creationId xmlns:a16="http://schemas.microsoft.com/office/drawing/2014/main" id="{9A748A89-13B4-ABAE-A844-84301C6FD3A1}"/>
                    </a:ext>
                  </a:extLst>
                </p:cNvPr>
                <p:cNvPicPr/>
                <p:nvPr/>
              </p:nvPicPr>
              <p:blipFill>
                <a:blip r:embed="rId171"/>
                <a:stretch>
                  <a:fillRect/>
                </a:stretch>
              </p:blipFill>
              <p:spPr>
                <a:xfrm>
                  <a:off x="4185708" y="5867319"/>
                  <a:ext cx="5688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98" name="墨迹 97">
                  <a:extLst>
                    <a:ext uri="{FF2B5EF4-FFF2-40B4-BE49-F238E27FC236}">
                      <a16:creationId xmlns:a16="http://schemas.microsoft.com/office/drawing/2014/main" id="{BA7F5AC0-DD45-48DE-7F37-60C02DA4FE58}"/>
                    </a:ext>
                  </a:extLst>
                </p14:cNvPr>
                <p14:cNvContentPartPr/>
                <p14:nvPr/>
              </p14:nvContentPartPr>
              <p14:xfrm>
                <a:off x="4246548" y="5878839"/>
                <a:ext cx="1385280" cy="379800"/>
              </p14:xfrm>
            </p:contentPart>
          </mc:Choice>
          <mc:Fallback xmlns="">
            <p:pic>
              <p:nvPicPr>
                <p:cNvPr id="98" name="墨迹 97">
                  <a:extLst>
                    <a:ext uri="{FF2B5EF4-FFF2-40B4-BE49-F238E27FC236}">
                      <a16:creationId xmlns:a16="http://schemas.microsoft.com/office/drawing/2014/main" id="{BA7F5AC0-DD45-48DE-7F37-60C02DA4FE58}"/>
                    </a:ext>
                  </a:extLst>
                </p:cNvPr>
                <p:cNvPicPr/>
                <p:nvPr/>
              </p:nvPicPr>
              <p:blipFill>
                <a:blip r:embed="rId173"/>
                <a:stretch>
                  <a:fillRect/>
                </a:stretch>
              </p:blipFill>
              <p:spPr>
                <a:xfrm>
                  <a:off x="4228908" y="5861199"/>
                  <a:ext cx="142092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9" name="墨迹 98">
                  <a:extLst>
                    <a:ext uri="{FF2B5EF4-FFF2-40B4-BE49-F238E27FC236}">
                      <a16:creationId xmlns:a16="http://schemas.microsoft.com/office/drawing/2014/main" id="{B63BBE2C-34DF-AD8E-C20D-B2ED2C4A5583}"/>
                    </a:ext>
                  </a:extLst>
                </p14:cNvPr>
                <p14:cNvContentPartPr/>
                <p14:nvPr/>
              </p14:nvContentPartPr>
              <p14:xfrm>
                <a:off x="4289388" y="6234159"/>
                <a:ext cx="1253880" cy="86760"/>
              </p14:xfrm>
            </p:contentPart>
          </mc:Choice>
          <mc:Fallback xmlns="">
            <p:pic>
              <p:nvPicPr>
                <p:cNvPr id="99" name="墨迹 98">
                  <a:extLst>
                    <a:ext uri="{FF2B5EF4-FFF2-40B4-BE49-F238E27FC236}">
                      <a16:creationId xmlns:a16="http://schemas.microsoft.com/office/drawing/2014/main" id="{B63BBE2C-34DF-AD8E-C20D-B2ED2C4A5583}"/>
                    </a:ext>
                  </a:extLst>
                </p:cNvPr>
                <p:cNvPicPr/>
                <p:nvPr/>
              </p:nvPicPr>
              <p:blipFill>
                <a:blip r:embed="rId175"/>
                <a:stretch>
                  <a:fillRect/>
                </a:stretch>
              </p:blipFill>
              <p:spPr>
                <a:xfrm>
                  <a:off x="4271748" y="6216519"/>
                  <a:ext cx="12895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0" name="墨迹 99">
                  <a:extLst>
                    <a:ext uri="{FF2B5EF4-FFF2-40B4-BE49-F238E27FC236}">
                      <a16:creationId xmlns:a16="http://schemas.microsoft.com/office/drawing/2014/main" id="{6E6BE5A6-CADD-88CE-683F-7B7CF2DD3FCF}"/>
                    </a:ext>
                  </a:extLst>
                </p14:cNvPr>
                <p14:cNvContentPartPr/>
                <p14:nvPr/>
              </p14:nvContentPartPr>
              <p14:xfrm>
                <a:off x="4828308" y="6327759"/>
                <a:ext cx="113760" cy="232200"/>
              </p14:xfrm>
            </p:contentPart>
          </mc:Choice>
          <mc:Fallback xmlns="">
            <p:pic>
              <p:nvPicPr>
                <p:cNvPr id="100" name="墨迹 99">
                  <a:extLst>
                    <a:ext uri="{FF2B5EF4-FFF2-40B4-BE49-F238E27FC236}">
                      <a16:creationId xmlns:a16="http://schemas.microsoft.com/office/drawing/2014/main" id="{6E6BE5A6-CADD-88CE-683F-7B7CF2DD3FCF}"/>
                    </a:ext>
                  </a:extLst>
                </p:cNvPr>
                <p:cNvPicPr/>
                <p:nvPr/>
              </p:nvPicPr>
              <p:blipFill>
                <a:blip r:embed="rId177"/>
                <a:stretch>
                  <a:fillRect/>
                </a:stretch>
              </p:blipFill>
              <p:spPr>
                <a:xfrm>
                  <a:off x="4810308" y="6309759"/>
                  <a:ext cx="14940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2" name="墨迹 101">
                  <a:extLst>
                    <a:ext uri="{FF2B5EF4-FFF2-40B4-BE49-F238E27FC236}">
                      <a16:creationId xmlns:a16="http://schemas.microsoft.com/office/drawing/2014/main" id="{B626FA23-B8B6-D144-FE6C-C36CD5E50A03}"/>
                    </a:ext>
                  </a:extLst>
                </p14:cNvPr>
                <p14:cNvContentPartPr/>
                <p14:nvPr/>
              </p14:nvContentPartPr>
              <p14:xfrm>
                <a:off x="5829828" y="5836359"/>
                <a:ext cx="601200" cy="349920"/>
              </p14:xfrm>
            </p:contentPart>
          </mc:Choice>
          <mc:Fallback xmlns="">
            <p:pic>
              <p:nvPicPr>
                <p:cNvPr id="102" name="墨迹 101">
                  <a:extLst>
                    <a:ext uri="{FF2B5EF4-FFF2-40B4-BE49-F238E27FC236}">
                      <a16:creationId xmlns:a16="http://schemas.microsoft.com/office/drawing/2014/main" id="{B626FA23-B8B6-D144-FE6C-C36CD5E50A03}"/>
                    </a:ext>
                  </a:extLst>
                </p:cNvPr>
                <p:cNvPicPr/>
                <p:nvPr/>
              </p:nvPicPr>
              <p:blipFill>
                <a:blip r:embed="rId179"/>
                <a:stretch>
                  <a:fillRect/>
                </a:stretch>
              </p:blipFill>
              <p:spPr>
                <a:xfrm>
                  <a:off x="5811828" y="5818359"/>
                  <a:ext cx="63684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3" name="墨迹 102">
                  <a:extLst>
                    <a:ext uri="{FF2B5EF4-FFF2-40B4-BE49-F238E27FC236}">
                      <a16:creationId xmlns:a16="http://schemas.microsoft.com/office/drawing/2014/main" id="{58CF045D-434E-924A-032A-91E853CF036A}"/>
                    </a:ext>
                  </a:extLst>
                </p14:cNvPr>
                <p14:cNvContentPartPr/>
                <p14:nvPr/>
              </p14:nvContentPartPr>
              <p14:xfrm>
                <a:off x="5805348" y="6192039"/>
                <a:ext cx="613440" cy="232200"/>
              </p14:xfrm>
            </p:contentPart>
          </mc:Choice>
          <mc:Fallback xmlns="">
            <p:pic>
              <p:nvPicPr>
                <p:cNvPr id="103" name="墨迹 102">
                  <a:extLst>
                    <a:ext uri="{FF2B5EF4-FFF2-40B4-BE49-F238E27FC236}">
                      <a16:creationId xmlns:a16="http://schemas.microsoft.com/office/drawing/2014/main" id="{58CF045D-434E-924A-032A-91E853CF036A}"/>
                    </a:ext>
                  </a:extLst>
                </p:cNvPr>
                <p:cNvPicPr/>
                <p:nvPr/>
              </p:nvPicPr>
              <p:blipFill>
                <a:blip r:embed="rId181"/>
                <a:stretch>
                  <a:fillRect/>
                </a:stretch>
              </p:blipFill>
              <p:spPr>
                <a:xfrm>
                  <a:off x="5787708" y="6174039"/>
                  <a:ext cx="64908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4" name="墨迹 103">
                  <a:extLst>
                    <a:ext uri="{FF2B5EF4-FFF2-40B4-BE49-F238E27FC236}">
                      <a16:creationId xmlns:a16="http://schemas.microsoft.com/office/drawing/2014/main" id="{D6C6CA1E-575B-CCCE-B1D4-A365F1DD8B83}"/>
                    </a:ext>
                  </a:extLst>
                </p14:cNvPr>
                <p14:cNvContentPartPr/>
                <p14:nvPr/>
              </p14:nvContentPartPr>
              <p14:xfrm>
                <a:off x="5732628" y="5547639"/>
                <a:ext cx="36360" cy="307080"/>
              </p14:xfrm>
            </p:contentPart>
          </mc:Choice>
          <mc:Fallback xmlns="">
            <p:pic>
              <p:nvPicPr>
                <p:cNvPr id="104" name="墨迹 103">
                  <a:extLst>
                    <a:ext uri="{FF2B5EF4-FFF2-40B4-BE49-F238E27FC236}">
                      <a16:creationId xmlns:a16="http://schemas.microsoft.com/office/drawing/2014/main" id="{D6C6CA1E-575B-CCCE-B1D4-A365F1DD8B83}"/>
                    </a:ext>
                  </a:extLst>
                </p:cNvPr>
                <p:cNvPicPr/>
                <p:nvPr/>
              </p:nvPicPr>
              <p:blipFill>
                <a:blip r:embed="rId183"/>
                <a:stretch>
                  <a:fillRect/>
                </a:stretch>
              </p:blipFill>
              <p:spPr>
                <a:xfrm>
                  <a:off x="5714988" y="5529999"/>
                  <a:ext cx="7200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05" name="墨迹 104">
                  <a:extLst>
                    <a:ext uri="{FF2B5EF4-FFF2-40B4-BE49-F238E27FC236}">
                      <a16:creationId xmlns:a16="http://schemas.microsoft.com/office/drawing/2014/main" id="{DD462F7D-D684-E24C-2952-A1A2ED6AA4FC}"/>
                    </a:ext>
                  </a:extLst>
                </p14:cNvPr>
                <p14:cNvContentPartPr/>
                <p14:nvPr/>
              </p14:nvContentPartPr>
              <p14:xfrm>
                <a:off x="5731548" y="5699919"/>
                <a:ext cx="79920" cy="138960"/>
              </p14:xfrm>
            </p:contentPart>
          </mc:Choice>
          <mc:Fallback xmlns="">
            <p:pic>
              <p:nvPicPr>
                <p:cNvPr id="105" name="墨迹 104">
                  <a:extLst>
                    <a:ext uri="{FF2B5EF4-FFF2-40B4-BE49-F238E27FC236}">
                      <a16:creationId xmlns:a16="http://schemas.microsoft.com/office/drawing/2014/main" id="{DD462F7D-D684-E24C-2952-A1A2ED6AA4FC}"/>
                    </a:ext>
                  </a:extLst>
                </p:cNvPr>
                <p:cNvPicPr/>
                <p:nvPr/>
              </p:nvPicPr>
              <p:blipFill>
                <a:blip r:embed="rId185"/>
                <a:stretch>
                  <a:fillRect/>
                </a:stretch>
              </p:blipFill>
              <p:spPr>
                <a:xfrm>
                  <a:off x="5713908" y="5682279"/>
                  <a:ext cx="11556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06" name="墨迹 105">
                  <a:extLst>
                    <a:ext uri="{FF2B5EF4-FFF2-40B4-BE49-F238E27FC236}">
                      <a16:creationId xmlns:a16="http://schemas.microsoft.com/office/drawing/2014/main" id="{A4610F56-2C7B-BEEB-43F3-3EC7CE080155}"/>
                    </a:ext>
                  </a:extLst>
                </p14:cNvPr>
                <p14:cNvContentPartPr/>
                <p14:nvPr/>
              </p14:nvContentPartPr>
              <p14:xfrm>
                <a:off x="5835948" y="5703879"/>
                <a:ext cx="104040" cy="21960"/>
              </p14:xfrm>
            </p:contentPart>
          </mc:Choice>
          <mc:Fallback xmlns="">
            <p:pic>
              <p:nvPicPr>
                <p:cNvPr id="106" name="墨迹 105">
                  <a:extLst>
                    <a:ext uri="{FF2B5EF4-FFF2-40B4-BE49-F238E27FC236}">
                      <a16:creationId xmlns:a16="http://schemas.microsoft.com/office/drawing/2014/main" id="{A4610F56-2C7B-BEEB-43F3-3EC7CE080155}"/>
                    </a:ext>
                  </a:extLst>
                </p:cNvPr>
                <p:cNvPicPr/>
                <p:nvPr/>
              </p:nvPicPr>
              <p:blipFill>
                <a:blip r:embed="rId187"/>
                <a:stretch>
                  <a:fillRect/>
                </a:stretch>
              </p:blipFill>
              <p:spPr>
                <a:xfrm>
                  <a:off x="5818308" y="5685879"/>
                  <a:ext cx="13968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07" name="墨迹 106">
                  <a:extLst>
                    <a:ext uri="{FF2B5EF4-FFF2-40B4-BE49-F238E27FC236}">
                      <a16:creationId xmlns:a16="http://schemas.microsoft.com/office/drawing/2014/main" id="{2A2D88E5-E95C-951D-ADD0-32CDFF523F06}"/>
                    </a:ext>
                  </a:extLst>
                </p14:cNvPr>
                <p14:cNvContentPartPr/>
                <p14:nvPr/>
              </p14:nvContentPartPr>
              <p14:xfrm>
                <a:off x="5910828" y="5725479"/>
                <a:ext cx="23400" cy="116280"/>
              </p14:xfrm>
            </p:contentPart>
          </mc:Choice>
          <mc:Fallback xmlns="">
            <p:pic>
              <p:nvPicPr>
                <p:cNvPr id="107" name="墨迹 106">
                  <a:extLst>
                    <a:ext uri="{FF2B5EF4-FFF2-40B4-BE49-F238E27FC236}">
                      <a16:creationId xmlns:a16="http://schemas.microsoft.com/office/drawing/2014/main" id="{2A2D88E5-E95C-951D-ADD0-32CDFF523F06}"/>
                    </a:ext>
                  </a:extLst>
                </p:cNvPr>
                <p:cNvPicPr/>
                <p:nvPr/>
              </p:nvPicPr>
              <p:blipFill>
                <a:blip r:embed="rId189"/>
                <a:stretch>
                  <a:fillRect/>
                </a:stretch>
              </p:blipFill>
              <p:spPr>
                <a:xfrm>
                  <a:off x="5893188" y="5707479"/>
                  <a:ext cx="5904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08" name="墨迹 107">
                  <a:extLst>
                    <a:ext uri="{FF2B5EF4-FFF2-40B4-BE49-F238E27FC236}">
                      <a16:creationId xmlns:a16="http://schemas.microsoft.com/office/drawing/2014/main" id="{81A66A0A-1543-E78D-510F-D5FB5FB74267}"/>
                    </a:ext>
                  </a:extLst>
                </p14:cNvPr>
                <p14:cNvContentPartPr/>
                <p14:nvPr/>
              </p14:nvContentPartPr>
              <p14:xfrm>
                <a:off x="5884908" y="5849679"/>
                <a:ext cx="36000" cy="11160"/>
              </p14:xfrm>
            </p:contentPart>
          </mc:Choice>
          <mc:Fallback xmlns="">
            <p:pic>
              <p:nvPicPr>
                <p:cNvPr id="108" name="墨迹 107">
                  <a:extLst>
                    <a:ext uri="{FF2B5EF4-FFF2-40B4-BE49-F238E27FC236}">
                      <a16:creationId xmlns:a16="http://schemas.microsoft.com/office/drawing/2014/main" id="{81A66A0A-1543-E78D-510F-D5FB5FB74267}"/>
                    </a:ext>
                  </a:extLst>
                </p:cNvPr>
                <p:cNvPicPr/>
                <p:nvPr/>
              </p:nvPicPr>
              <p:blipFill>
                <a:blip r:embed="rId191"/>
                <a:stretch>
                  <a:fillRect/>
                </a:stretch>
              </p:blipFill>
              <p:spPr>
                <a:xfrm>
                  <a:off x="5867268" y="5832039"/>
                  <a:ext cx="7164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09" name="墨迹 108">
                  <a:extLst>
                    <a:ext uri="{FF2B5EF4-FFF2-40B4-BE49-F238E27FC236}">
                      <a16:creationId xmlns:a16="http://schemas.microsoft.com/office/drawing/2014/main" id="{750ED940-FD87-AF7C-9446-08867A9994E4}"/>
                    </a:ext>
                  </a:extLst>
                </p14:cNvPr>
                <p14:cNvContentPartPr/>
                <p14:nvPr/>
              </p14:nvContentPartPr>
              <p14:xfrm>
                <a:off x="6063108" y="5733399"/>
                <a:ext cx="56520" cy="29160"/>
              </p14:xfrm>
            </p:contentPart>
          </mc:Choice>
          <mc:Fallback xmlns="">
            <p:pic>
              <p:nvPicPr>
                <p:cNvPr id="109" name="墨迹 108">
                  <a:extLst>
                    <a:ext uri="{FF2B5EF4-FFF2-40B4-BE49-F238E27FC236}">
                      <a16:creationId xmlns:a16="http://schemas.microsoft.com/office/drawing/2014/main" id="{750ED940-FD87-AF7C-9446-08867A9994E4}"/>
                    </a:ext>
                  </a:extLst>
                </p:cNvPr>
                <p:cNvPicPr/>
                <p:nvPr/>
              </p:nvPicPr>
              <p:blipFill>
                <a:blip r:embed="rId193"/>
                <a:stretch>
                  <a:fillRect/>
                </a:stretch>
              </p:blipFill>
              <p:spPr>
                <a:xfrm>
                  <a:off x="6045468" y="5715759"/>
                  <a:ext cx="9216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0" name="墨迹 109">
                  <a:extLst>
                    <a:ext uri="{FF2B5EF4-FFF2-40B4-BE49-F238E27FC236}">
                      <a16:creationId xmlns:a16="http://schemas.microsoft.com/office/drawing/2014/main" id="{34F0A6D3-F9D0-EC95-9F69-271ED4BBB113}"/>
                    </a:ext>
                  </a:extLst>
                </p14:cNvPr>
                <p14:cNvContentPartPr/>
                <p14:nvPr/>
              </p14:nvContentPartPr>
              <p14:xfrm>
                <a:off x="6063108" y="5798199"/>
                <a:ext cx="83160" cy="14040"/>
              </p14:xfrm>
            </p:contentPart>
          </mc:Choice>
          <mc:Fallback xmlns="">
            <p:pic>
              <p:nvPicPr>
                <p:cNvPr id="110" name="墨迹 109">
                  <a:extLst>
                    <a:ext uri="{FF2B5EF4-FFF2-40B4-BE49-F238E27FC236}">
                      <a16:creationId xmlns:a16="http://schemas.microsoft.com/office/drawing/2014/main" id="{34F0A6D3-F9D0-EC95-9F69-271ED4BBB113}"/>
                    </a:ext>
                  </a:extLst>
                </p:cNvPr>
                <p:cNvPicPr/>
                <p:nvPr/>
              </p:nvPicPr>
              <p:blipFill>
                <a:blip r:embed="rId195"/>
                <a:stretch>
                  <a:fillRect/>
                </a:stretch>
              </p:blipFill>
              <p:spPr>
                <a:xfrm>
                  <a:off x="6045468" y="5780199"/>
                  <a:ext cx="1188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1" name="墨迹 110">
                  <a:extLst>
                    <a:ext uri="{FF2B5EF4-FFF2-40B4-BE49-F238E27FC236}">
                      <a16:creationId xmlns:a16="http://schemas.microsoft.com/office/drawing/2014/main" id="{F105CA47-6B3D-6563-4A4E-55E7A14A2647}"/>
                    </a:ext>
                  </a:extLst>
                </p14:cNvPr>
                <p14:cNvContentPartPr/>
                <p14:nvPr/>
              </p14:nvContentPartPr>
              <p14:xfrm>
                <a:off x="6184788" y="5737359"/>
                <a:ext cx="118440" cy="88200"/>
              </p14:xfrm>
            </p:contentPart>
          </mc:Choice>
          <mc:Fallback xmlns="">
            <p:pic>
              <p:nvPicPr>
                <p:cNvPr id="111" name="墨迹 110">
                  <a:extLst>
                    <a:ext uri="{FF2B5EF4-FFF2-40B4-BE49-F238E27FC236}">
                      <a16:creationId xmlns:a16="http://schemas.microsoft.com/office/drawing/2014/main" id="{F105CA47-6B3D-6563-4A4E-55E7A14A2647}"/>
                    </a:ext>
                  </a:extLst>
                </p:cNvPr>
                <p:cNvPicPr/>
                <p:nvPr/>
              </p:nvPicPr>
              <p:blipFill>
                <a:blip r:embed="rId197"/>
                <a:stretch>
                  <a:fillRect/>
                </a:stretch>
              </p:blipFill>
              <p:spPr>
                <a:xfrm>
                  <a:off x="6167148" y="5719719"/>
                  <a:ext cx="1540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2" name="墨迹 111">
                  <a:extLst>
                    <a:ext uri="{FF2B5EF4-FFF2-40B4-BE49-F238E27FC236}">
                      <a16:creationId xmlns:a16="http://schemas.microsoft.com/office/drawing/2014/main" id="{9DFD3759-4834-3405-EB7B-82EF47DD32DE}"/>
                    </a:ext>
                  </a:extLst>
                </p14:cNvPr>
                <p14:cNvContentPartPr/>
                <p14:nvPr/>
              </p14:nvContentPartPr>
              <p14:xfrm>
                <a:off x="6468108" y="5885319"/>
                <a:ext cx="379800" cy="360"/>
              </p14:xfrm>
            </p:contentPart>
          </mc:Choice>
          <mc:Fallback xmlns="">
            <p:pic>
              <p:nvPicPr>
                <p:cNvPr id="112" name="墨迹 111">
                  <a:extLst>
                    <a:ext uri="{FF2B5EF4-FFF2-40B4-BE49-F238E27FC236}">
                      <a16:creationId xmlns:a16="http://schemas.microsoft.com/office/drawing/2014/main" id="{9DFD3759-4834-3405-EB7B-82EF47DD32DE}"/>
                    </a:ext>
                  </a:extLst>
                </p:cNvPr>
                <p:cNvPicPr/>
                <p:nvPr/>
              </p:nvPicPr>
              <p:blipFill>
                <a:blip r:embed="rId199"/>
                <a:stretch>
                  <a:fillRect/>
                </a:stretch>
              </p:blipFill>
              <p:spPr>
                <a:xfrm>
                  <a:off x="6450468" y="5867319"/>
                  <a:ext cx="4154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3" name="墨迹 112">
                  <a:extLst>
                    <a:ext uri="{FF2B5EF4-FFF2-40B4-BE49-F238E27FC236}">
                      <a16:creationId xmlns:a16="http://schemas.microsoft.com/office/drawing/2014/main" id="{E0DBA5F4-FAA2-EDE1-1F7F-99824C368F8F}"/>
                    </a:ext>
                  </a:extLst>
                </p14:cNvPr>
                <p14:cNvContentPartPr/>
                <p14:nvPr/>
              </p14:nvContentPartPr>
              <p14:xfrm>
                <a:off x="6876708" y="5811519"/>
                <a:ext cx="34200" cy="112680"/>
              </p14:xfrm>
            </p:contentPart>
          </mc:Choice>
          <mc:Fallback xmlns="">
            <p:pic>
              <p:nvPicPr>
                <p:cNvPr id="113" name="墨迹 112">
                  <a:extLst>
                    <a:ext uri="{FF2B5EF4-FFF2-40B4-BE49-F238E27FC236}">
                      <a16:creationId xmlns:a16="http://schemas.microsoft.com/office/drawing/2014/main" id="{E0DBA5F4-FAA2-EDE1-1F7F-99824C368F8F}"/>
                    </a:ext>
                  </a:extLst>
                </p:cNvPr>
                <p:cNvPicPr/>
                <p:nvPr/>
              </p:nvPicPr>
              <p:blipFill>
                <a:blip r:embed="rId201"/>
                <a:stretch>
                  <a:fillRect/>
                </a:stretch>
              </p:blipFill>
              <p:spPr>
                <a:xfrm>
                  <a:off x="6859068" y="5793519"/>
                  <a:ext cx="6984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4" name="墨迹 113">
                  <a:extLst>
                    <a:ext uri="{FF2B5EF4-FFF2-40B4-BE49-F238E27FC236}">
                      <a16:creationId xmlns:a16="http://schemas.microsoft.com/office/drawing/2014/main" id="{99ECFB27-06CC-F213-36D5-4F27CF70B6BA}"/>
                    </a:ext>
                  </a:extLst>
                </p14:cNvPr>
                <p14:cNvContentPartPr/>
                <p14:nvPr/>
              </p14:nvContentPartPr>
              <p14:xfrm>
                <a:off x="6964188" y="5756079"/>
                <a:ext cx="105480" cy="197280"/>
              </p14:xfrm>
            </p:contentPart>
          </mc:Choice>
          <mc:Fallback xmlns="">
            <p:pic>
              <p:nvPicPr>
                <p:cNvPr id="114" name="墨迹 113">
                  <a:extLst>
                    <a:ext uri="{FF2B5EF4-FFF2-40B4-BE49-F238E27FC236}">
                      <a16:creationId xmlns:a16="http://schemas.microsoft.com/office/drawing/2014/main" id="{99ECFB27-06CC-F213-36D5-4F27CF70B6BA}"/>
                    </a:ext>
                  </a:extLst>
                </p:cNvPr>
                <p:cNvPicPr/>
                <p:nvPr/>
              </p:nvPicPr>
              <p:blipFill>
                <a:blip r:embed="rId203"/>
                <a:stretch>
                  <a:fillRect/>
                </a:stretch>
              </p:blipFill>
              <p:spPr>
                <a:xfrm>
                  <a:off x="6946188" y="5738079"/>
                  <a:ext cx="14112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15" name="墨迹 114">
                  <a:extLst>
                    <a:ext uri="{FF2B5EF4-FFF2-40B4-BE49-F238E27FC236}">
                      <a16:creationId xmlns:a16="http://schemas.microsoft.com/office/drawing/2014/main" id="{38850406-AE40-E48A-D432-32C472557558}"/>
                    </a:ext>
                  </a:extLst>
                </p14:cNvPr>
                <p14:cNvContentPartPr/>
                <p14:nvPr/>
              </p14:nvContentPartPr>
              <p14:xfrm>
                <a:off x="7175868" y="5811519"/>
                <a:ext cx="23400" cy="159480"/>
              </p14:xfrm>
            </p:contentPart>
          </mc:Choice>
          <mc:Fallback xmlns="">
            <p:pic>
              <p:nvPicPr>
                <p:cNvPr id="115" name="墨迹 114">
                  <a:extLst>
                    <a:ext uri="{FF2B5EF4-FFF2-40B4-BE49-F238E27FC236}">
                      <a16:creationId xmlns:a16="http://schemas.microsoft.com/office/drawing/2014/main" id="{38850406-AE40-E48A-D432-32C472557558}"/>
                    </a:ext>
                  </a:extLst>
                </p:cNvPr>
                <p:cNvPicPr/>
                <p:nvPr/>
              </p:nvPicPr>
              <p:blipFill>
                <a:blip r:embed="rId205"/>
                <a:stretch>
                  <a:fillRect/>
                </a:stretch>
              </p:blipFill>
              <p:spPr>
                <a:xfrm>
                  <a:off x="7158228" y="5793519"/>
                  <a:ext cx="590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16" name="墨迹 115">
                  <a:extLst>
                    <a:ext uri="{FF2B5EF4-FFF2-40B4-BE49-F238E27FC236}">
                      <a16:creationId xmlns:a16="http://schemas.microsoft.com/office/drawing/2014/main" id="{F9955BEE-5092-D4C5-A9FF-EEAC33EB2078}"/>
                    </a:ext>
                  </a:extLst>
                </p14:cNvPr>
                <p14:cNvContentPartPr/>
                <p14:nvPr/>
              </p14:nvContentPartPr>
              <p14:xfrm>
                <a:off x="7192068" y="5847159"/>
                <a:ext cx="142200" cy="173160"/>
              </p14:xfrm>
            </p:contentPart>
          </mc:Choice>
          <mc:Fallback xmlns="">
            <p:pic>
              <p:nvPicPr>
                <p:cNvPr id="116" name="墨迹 115">
                  <a:extLst>
                    <a:ext uri="{FF2B5EF4-FFF2-40B4-BE49-F238E27FC236}">
                      <a16:creationId xmlns:a16="http://schemas.microsoft.com/office/drawing/2014/main" id="{F9955BEE-5092-D4C5-A9FF-EEAC33EB2078}"/>
                    </a:ext>
                  </a:extLst>
                </p:cNvPr>
                <p:cNvPicPr/>
                <p:nvPr/>
              </p:nvPicPr>
              <p:blipFill>
                <a:blip r:embed="rId207"/>
                <a:stretch>
                  <a:fillRect/>
                </a:stretch>
              </p:blipFill>
              <p:spPr>
                <a:xfrm>
                  <a:off x="7174428" y="5829519"/>
                  <a:ext cx="1778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18" name="墨迹 117">
                  <a:extLst>
                    <a:ext uri="{FF2B5EF4-FFF2-40B4-BE49-F238E27FC236}">
                      <a16:creationId xmlns:a16="http://schemas.microsoft.com/office/drawing/2014/main" id="{3D15CBD5-FD35-B7AD-E0C4-7A9940CD786D}"/>
                    </a:ext>
                  </a:extLst>
                </p14:cNvPr>
                <p14:cNvContentPartPr/>
                <p14:nvPr/>
              </p14:nvContentPartPr>
              <p14:xfrm>
                <a:off x="7418508" y="5811519"/>
                <a:ext cx="77760" cy="118440"/>
              </p14:xfrm>
            </p:contentPart>
          </mc:Choice>
          <mc:Fallback xmlns="">
            <p:pic>
              <p:nvPicPr>
                <p:cNvPr id="118" name="墨迹 117">
                  <a:extLst>
                    <a:ext uri="{FF2B5EF4-FFF2-40B4-BE49-F238E27FC236}">
                      <a16:creationId xmlns:a16="http://schemas.microsoft.com/office/drawing/2014/main" id="{3D15CBD5-FD35-B7AD-E0C4-7A9940CD786D}"/>
                    </a:ext>
                  </a:extLst>
                </p:cNvPr>
                <p:cNvPicPr/>
                <p:nvPr/>
              </p:nvPicPr>
              <p:blipFill>
                <a:blip r:embed="rId209"/>
                <a:stretch>
                  <a:fillRect/>
                </a:stretch>
              </p:blipFill>
              <p:spPr>
                <a:xfrm>
                  <a:off x="7400868" y="5793519"/>
                  <a:ext cx="1134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19" name="墨迹 118">
                  <a:extLst>
                    <a:ext uri="{FF2B5EF4-FFF2-40B4-BE49-F238E27FC236}">
                      <a16:creationId xmlns:a16="http://schemas.microsoft.com/office/drawing/2014/main" id="{78A236C2-69E0-F2B6-BC0C-1D01F7EC55FB}"/>
                    </a:ext>
                  </a:extLst>
                </p14:cNvPr>
                <p14:cNvContentPartPr/>
                <p14:nvPr/>
              </p14:nvContentPartPr>
              <p14:xfrm>
                <a:off x="7498428" y="5817639"/>
                <a:ext cx="7200" cy="107640"/>
              </p14:xfrm>
            </p:contentPart>
          </mc:Choice>
          <mc:Fallback xmlns="">
            <p:pic>
              <p:nvPicPr>
                <p:cNvPr id="119" name="墨迹 118">
                  <a:extLst>
                    <a:ext uri="{FF2B5EF4-FFF2-40B4-BE49-F238E27FC236}">
                      <a16:creationId xmlns:a16="http://schemas.microsoft.com/office/drawing/2014/main" id="{78A236C2-69E0-F2B6-BC0C-1D01F7EC55FB}"/>
                    </a:ext>
                  </a:extLst>
                </p:cNvPr>
                <p:cNvPicPr/>
                <p:nvPr/>
              </p:nvPicPr>
              <p:blipFill>
                <a:blip r:embed="rId211"/>
                <a:stretch>
                  <a:fillRect/>
                </a:stretch>
              </p:blipFill>
              <p:spPr>
                <a:xfrm>
                  <a:off x="7480788" y="5799999"/>
                  <a:ext cx="4284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20" name="墨迹 119">
                  <a:extLst>
                    <a:ext uri="{FF2B5EF4-FFF2-40B4-BE49-F238E27FC236}">
                      <a16:creationId xmlns:a16="http://schemas.microsoft.com/office/drawing/2014/main" id="{10D858FA-B843-065E-A3EF-395162740FF3}"/>
                    </a:ext>
                  </a:extLst>
                </p14:cNvPr>
                <p14:cNvContentPartPr/>
                <p14:nvPr/>
              </p14:nvContentPartPr>
              <p14:xfrm>
                <a:off x="7542348" y="5728719"/>
                <a:ext cx="183600" cy="58680"/>
              </p14:xfrm>
            </p:contentPart>
          </mc:Choice>
          <mc:Fallback xmlns="">
            <p:pic>
              <p:nvPicPr>
                <p:cNvPr id="120" name="墨迹 119">
                  <a:extLst>
                    <a:ext uri="{FF2B5EF4-FFF2-40B4-BE49-F238E27FC236}">
                      <a16:creationId xmlns:a16="http://schemas.microsoft.com/office/drawing/2014/main" id="{10D858FA-B843-065E-A3EF-395162740FF3}"/>
                    </a:ext>
                  </a:extLst>
                </p:cNvPr>
                <p:cNvPicPr/>
                <p:nvPr/>
              </p:nvPicPr>
              <p:blipFill>
                <a:blip r:embed="rId213"/>
                <a:stretch>
                  <a:fillRect/>
                </a:stretch>
              </p:blipFill>
              <p:spPr>
                <a:xfrm>
                  <a:off x="7524348" y="5710719"/>
                  <a:ext cx="21924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21" name="墨迹 120">
                  <a:extLst>
                    <a:ext uri="{FF2B5EF4-FFF2-40B4-BE49-F238E27FC236}">
                      <a16:creationId xmlns:a16="http://schemas.microsoft.com/office/drawing/2014/main" id="{06F4A3D1-5F8A-3C3B-1E93-FA62B2C51231}"/>
                    </a:ext>
                  </a:extLst>
                </p14:cNvPr>
                <p14:cNvContentPartPr/>
                <p14:nvPr/>
              </p14:nvContentPartPr>
              <p14:xfrm>
                <a:off x="7609308" y="5823399"/>
                <a:ext cx="49680" cy="263880"/>
              </p14:xfrm>
            </p:contentPart>
          </mc:Choice>
          <mc:Fallback xmlns="">
            <p:pic>
              <p:nvPicPr>
                <p:cNvPr id="121" name="墨迹 120">
                  <a:extLst>
                    <a:ext uri="{FF2B5EF4-FFF2-40B4-BE49-F238E27FC236}">
                      <a16:creationId xmlns:a16="http://schemas.microsoft.com/office/drawing/2014/main" id="{06F4A3D1-5F8A-3C3B-1E93-FA62B2C51231}"/>
                    </a:ext>
                  </a:extLst>
                </p:cNvPr>
                <p:cNvPicPr/>
                <p:nvPr/>
              </p:nvPicPr>
              <p:blipFill>
                <a:blip r:embed="rId215"/>
                <a:stretch>
                  <a:fillRect/>
                </a:stretch>
              </p:blipFill>
              <p:spPr>
                <a:xfrm>
                  <a:off x="7591668" y="5805759"/>
                  <a:ext cx="8532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22" name="墨迹 121">
                  <a:extLst>
                    <a:ext uri="{FF2B5EF4-FFF2-40B4-BE49-F238E27FC236}">
                      <a16:creationId xmlns:a16="http://schemas.microsoft.com/office/drawing/2014/main" id="{30307580-F9D5-2327-6B14-282752F27903}"/>
                    </a:ext>
                  </a:extLst>
                </p14:cNvPr>
                <p14:cNvContentPartPr/>
                <p14:nvPr/>
              </p14:nvContentPartPr>
              <p14:xfrm>
                <a:off x="7615788" y="5918799"/>
                <a:ext cx="123120" cy="52560"/>
              </p14:xfrm>
            </p:contentPart>
          </mc:Choice>
          <mc:Fallback xmlns="">
            <p:pic>
              <p:nvPicPr>
                <p:cNvPr id="122" name="墨迹 121">
                  <a:extLst>
                    <a:ext uri="{FF2B5EF4-FFF2-40B4-BE49-F238E27FC236}">
                      <a16:creationId xmlns:a16="http://schemas.microsoft.com/office/drawing/2014/main" id="{30307580-F9D5-2327-6B14-282752F27903}"/>
                    </a:ext>
                  </a:extLst>
                </p:cNvPr>
                <p:cNvPicPr/>
                <p:nvPr/>
              </p:nvPicPr>
              <p:blipFill>
                <a:blip r:embed="rId217"/>
                <a:stretch>
                  <a:fillRect/>
                </a:stretch>
              </p:blipFill>
              <p:spPr>
                <a:xfrm>
                  <a:off x="7597788" y="5901159"/>
                  <a:ext cx="15876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24" name="墨迹 123">
                  <a:extLst>
                    <a:ext uri="{FF2B5EF4-FFF2-40B4-BE49-F238E27FC236}">
                      <a16:creationId xmlns:a16="http://schemas.microsoft.com/office/drawing/2014/main" id="{B6B9166D-F52B-DF5E-69C9-7B0380CCFD5D}"/>
                    </a:ext>
                  </a:extLst>
                </p14:cNvPr>
                <p14:cNvContentPartPr/>
                <p14:nvPr/>
              </p14:nvContentPartPr>
              <p14:xfrm>
                <a:off x="5639388" y="6431439"/>
                <a:ext cx="55800" cy="198720"/>
              </p14:xfrm>
            </p:contentPart>
          </mc:Choice>
          <mc:Fallback xmlns="">
            <p:pic>
              <p:nvPicPr>
                <p:cNvPr id="124" name="墨迹 123">
                  <a:extLst>
                    <a:ext uri="{FF2B5EF4-FFF2-40B4-BE49-F238E27FC236}">
                      <a16:creationId xmlns:a16="http://schemas.microsoft.com/office/drawing/2014/main" id="{B6B9166D-F52B-DF5E-69C9-7B0380CCFD5D}"/>
                    </a:ext>
                  </a:extLst>
                </p:cNvPr>
                <p:cNvPicPr/>
                <p:nvPr/>
              </p:nvPicPr>
              <p:blipFill>
                <a:blip r:embed="rId219"/>
                <a:stretch>
                  <a:fillRect/>
                </a:stretch>
              </p:blipFill>
              <p:spPr>
                <a:xfrm>
                  <a:off x="5621748" y="6413439"/>
                  <a:ext cx="9144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25" name="墨迹 124">
                  <a:extLst>
                    <a:ext uri="{FF2B5EF4-FFF2-40B4-BE49-F238E27FC236}">
                      <a16:creationId xmlns:a16="http://schemas.microsoft.com/office/drawing/2014/main" id="{D27E1FC7-D474-DA47-EAA0-ED67361CA969}"/>
                    </a:ext>
                  </a:extLst>
                </p14:cNvPr>
                <p14:cNvContentPartPr/>
                <p14:nvPr/>
              </p14:nvContentPartPr>
              <p14:xfrm>
                <a:off x="5676468" y="6472839"/>
                <a:ext cx="92160" cy="118080"/>
              </p14:xfrm>
            </p:contentPart>
          </mc:Choice>
          <mc:Fallback xmlns="">
            <p:pic>
              <p:nvPicPr>
                <p:cNvPr id="125" name="墨迹 124">
                  <a:extLst>
                    <a:ext uri="{FF2B5EF4-FFF2-40B4-BE49-F238E27FC236}">
                      <a16:creationId xmlns:a16="http://schemas.microsoft.com/office/drawing/2014/main" id="{D27E1FC7-D474-DA47-EAA0-ED67361CA969}"/>
                    </a:ext>
                  </a:extLst>
                </p:cNvPr>
                <p:cNvPicPr/>
                <p:nvPr/>
              </p:nvPicPr>
              <p:blipFill>
                <a:blip r:embed="rId221"/>
                <a:stretch>
                  <a:fillRect/>
                </a:stretch>
              </p:blipFill>
              <p:spPr>
                <a:xfrm>
                  <a:off x="5658468" y="6455199"/>
                  <a:ext cx="12780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26" name="墨迹 125">
                  <a:extLst>
                    <a:ext uri="{FF2B5EF4-FFF2-40B4-BE49-F238E27FC236}">
                      <a16:creationId xmlns:a16="http://schemas.microsoft.com/office/drawing/2014/main" id="{898012B2-93A4-F6A1-5108-DF4AE506B7A3}"/>
                    </a:ext>
                  </a:extLst>
                </p14:cNvPr>
                <p14:cNvContentPartPr/>
                <p14:nvPr/>
              </p14:nvContentPartPr>
              <p14:xfrm>
                <a:off x="5835948" y="6455199"/>
                <a:ext cx="110520" cy="31320"/>
              </p14:xfrm>
            </p:contentPart>
          </mc:Choice>
          <mc:Fallback xmlns="">
            <p:pic>
              <p:nvPicPr>
                <p:cNvPr id="126" name="墨迹 125">
                  <a:extLst>
                    <a:ext uri="{FF2B5EF4-FFF2-40B4-BE49-F238E27FC236}">
                      <a16:creationId xmlns:a16="http://schemas.microsoft.com/office/drawing/2014/main" id="{898012B2-93A4-F6A1-5108-DF4AE506B7A3}"/>
                    </a:ext>
                  </a:extLst>
                </p:cNvPr>
                <p:cNvPicPr/>
                <p:nvPr/>
              </p:nvPicPr>
              <p:blipFill>
                <a:blip r:embed="rId223"/>
                <a:stretch>
                  <a:fillRect/>
                </a:stretch>
              </p:blipFill>
              <p:spPr>
                <a:xfrm>
                  <a:off x="5818308" y="6437559"/>
                  <a:ext cx="1461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27" name="墨迹 126">
                  <a:extLst>
                    <a:ext uri="{FF2B5EF4-FFF2-40B4-BE49-F238E27FC236}">
                      <a16:creationId xmlns:a16="http://schemas.microsoft.com/office/drawing/2014/main" id="{ED0A39C2-965C-355F-8A4F-417480386FE2}"/>
                    </a:ext>
                  </a:extLst>
                </p14:cNvPr>
                <p14:cNvContentPartPr/>
                <p14:nvPr/>
              </p14:nvContentPartPr>
              <p14:xfrm>
                <a:off x="5892828" y="6480399"/>
                <a:ext cx="35640" cy="191880"/>
              </p14:xfrm>
            </p:contentPart>
          </mc:Choice>
          <mc:Fallback xmlns="">
            <p:pic>
              <p:nvPicPr>
                <p:cNvPr id="127" name="墨迹 126">
                  <a:extLst>
                    <a:ext uri="{FF2B5EF4-FFF2-40B4-BE49-F238E27FC236}">
                      <a16:creationId xmlns:a16="http://schemas.microsoft.com/office/drawing/2014/main" id="{ED0A39C2-965C-355F-8A4F-417480386FE2}"/>
                    </a:ext>
                  </a:extLst>
                </p:cNvPr>
                <p:cNvPicPr/>
                <p:nvPr/>
              </p:nvPicPr>
              <p:blipFill>
                <a:blip r:embed="rId225"/>
                <a:stretch>
                  <a:fillRect/>
                </a:stretch>
              </p:blipFill>
              <p:spPr>
                <a:xfrm>
                  <a:off x="5875188" y="6462759"/>
                  <a:ext cx="7128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28" name="墨迹 127">
                  <a:extLst>
                    <a:ext uri="{FF2B5EF4-FFF2-40B4-BE49-F238E27FC236}">
                      <a16:creationId xmlns:a16="http://schemas.microsoft.com/office/drawing/2014/main" id="{3ED3EC16-60F9-0CF0-CB77-D876D3D3D687}"/>
                    </a:ext>
                  </a:extLst>
                </p14:cNvPr>
                <p14:cNvContentPartPr/>
                <p14:nvPr/>
              </p14:nvContentPartPr>
              <p14:xfrm>
                <a:off x="5842428" y="6669399"/>
                <a:ext cx="127080" cy="7920"/>
              </p14:xfrm>
            </p:contentPart>
          </mc:Choice>
          <mc:Fallback xmlns="">
            <p:pic>
              <p:nvPicPr>
                <p:cNvPr id="128" name="墨迹 127">
                  <a:extLst>
                    <a:ext uri="{FF2B5EF4-FFF2-40B4-BE49-F238E27FC236}">
                      <a16:creationId xmlns:a16="http://schemas.microsoft.com/office/drawing/2014/main" id="{3ED3EC16-60F9-0CF0-CB77-D876D3D3D687}"/>
                    </a:ext>
                  </a:extLst>
                </p:cNvPr>
                <p:cNvPicPr/>
                <p:nvPr/>
              </p:nvPicPr>
              <p:blipFill>
                <a:blip r:embed="rId227"/>
                <a:stretch>
                  <a:fillRect/>
                </a:stretch>
              </p:blipFill>
              <p:spPr>
                <a:xfrm>
                  <a:off x="5824428" y="6651759"/>
                  <a:ext cx="1627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29" name="墨迹 128">
                  <a:extLst>
                    <a:ext uri="{FF2B5EF4-FFF2-40B4-BE49-F238E27FC236}">
                      <a16:creationId xmlns:a16="http://schemas.microsoft.com/office/drawing/2014/main" id="{7CB7E3DB-844D-7BAA-8457-77ECEF67D8D3}"/>
                    </a:ext>
                  </a:extLst>
                </p14:cNvPr>
                <p14:cNvContentPartPr/>
                <p14:nvPr/>
              </p14:nvContentPartPr>
              <p14:xfrm>
                <a:off x="6075348" y="6567519"/>
                <a:ext cx="78840" cy="18000"/>
              </p14:xfrm>
            </p:contentPart>
          </mc:Choice>
          <mc:Fallback xmlns="">
            <p:pic>
              <p:nvPicPr>
                <p:cNvPr id="129" name="墨迹 128">
                  <a:extLst>
                    <a:ext uri="{FF2B5EF4-FFF2-40B4-BE49-F238E27FC236}">
                      <a16:creationId xmlns:a16="http://schemas.microsoft.com/office/drawing/2014/main" id="{7CB7E3DB-844D-7BAA-8457-77ECEF67D8D3}"/>
                    </a:ext>
                  </a:extLst>
                </p:cNvPr>
                <p:cNvPicPr/>
                <p:nvPr/>
              </p:nvPicPr>
              <p:blipFill>
                <a:blip r:embed="rId229"/>
                <a:stretch>
                  <a:fillRect/>
                </a:stretch>
              </p:blipFill>
              <p:spPr>
                <a:xfrm>
                  <a:off x="6057708" y="6549519"/>
                  <a:ext cx="11448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0" name="墨迹 129">
                  <a:extLst>
                    <a:ext uri="{FF2B5EF4-FFF2-40B4-BE49-F238E27FC236}">
                      <a16:creationId xmlns:a16="http://schemas.microsoft.com/office/drawing/2014/main" id="{BF500DEF-DF24-F779-B46A-8261639DD2E4}"/>
                    </a:ext>
                  </a:extLst>
                </p14:cNvPr>
                <p14:cNvContentPartPr/>
                <p14:nvPr/>
              </p14:nvContentPartPr>
              <p14:xfrm>
                <a:off x="6087588" y="6632679"/>
                <a:ext cx="109080" cy="44280"/>
              </p14:xfrm>
            </p:contentPart>
          </mc:Choice>
          <mc:Fallback xmlns="">
            <p:pic>
              <p:nvPicPr>
                <p:cNvPr id="130" name="墨迹 129">
                  <a:extLst>
                    <a:ext uri="{FF2B5EF4-FFF2-40B4-BE49-F238E27FC236}">
                      <a16:creationId xmlns:a16="http://schemas.microsoft.com/office/drawing/2014/main" id="{BF500DEF-DF24-F779-B46A-8261639DD2E4}"/>
                    </a:ext>
                  </a:extLst>
                </p:cNvPr>
                <p:cNvPicPr/>
                <p:nvPr/>
              </p:nvPicPr>
              <p:blipFill>
                <a:blip r:embed="rId231"/>
                <a:stretch>
                  <a:fillRect/>
                </a:stretch>
              </p:blipFill>
              <p:spPr>
                <a:xfrm>
                  <a:off x="6069588" y="6615039"/>
                  <a:ext cx="14472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1" name="墨迹 130">
                  <a:extLst>
                    <a:ext uri="{FF2B5EF4-FFF2-40B4-BE49-F238E27FC236}">
                      <a16:creationId xmlns:a16="http://schemas.microsoft.com/office/drawing/2014/main" id="{8D2A10DC-D64B-AEC2-FA9E-17673CB2718C}"/>
                    </a:ext>
                  </a:extLst>
                </p14:cNvPr>
                <p14:cNvContentPartPr/>
                <p14:nvPr/>
              </p14:nvContentPartPr>
              <p14:xfrm>
                <a:off x="6240948" y="6523239"/>
                <a:ext cx="24840" cy="233640"/>
              </p14:xfrm>
            </p:contentPart>
          </mc:Choice>
          <mc:Fallback xmlns="">
            <p:pic>
              <p:nvPicPr>
                <p:cNvPr id="131" name="墨迹 130">
                  <a:extLst>
                    <a:ext uri="{FF2B5EF4-FFF2-40B4-BE49-F238E27FC236}">
                      <a16:creationId xmlns:a16="http://schemas.microsoft.com/office/drawing/2014/main" id="{8D2A10DC-D64B-AEC2-FA9E-17673CB2718C}"/>
                    </a:ext>
                  </a:extLst>
                </p:cNvPr>
                <p:cNvPicPr/>
                <p:nvPr/>
              </p:nvPicPr>
              <p:blipFill>
                <a:blip r:embed="rId233"/>
                <a:stretch>
                  <a:fillRect/>
                </a:stretch>
              </p:blipFill>
              <p:spPr>
                <a:xfrm>
                  <a:off x="6223308" y="6505599"/>
                  <a:ext cx="6048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35" name="墨迹 134">
                  <a:extLst>
                    <a:ext uri="{FF2B5EF4-FFF2-40B4-BE49-F238E27FC236}">
                      <a16:creationId xmlns:a16="http://schemas.microsoft.com/office/drawing/2014/main" id="{59356740-4DED-B848-1880-072A2F68EE64}"/>
                    </a:ext>
                  </a:extLst>
                </p14:cNvPr>
                <p14:cNvContentPartPr/>
                <p14:nvPr/>
              </p14:nvContentPartPr>
              <p14:xfrm>
                <a:off x="6547668" y="6044439"/>
                <a:ext cx="657360" cy="318960"/>
              </p14:xfrm>
            </p:contentPart>
          </mc:Choice>
          <mc:Fallback xmlns="">
            <p:pic>
              <p:nvPicPr>
                <p:cNvPr id="135" name="墨迹 134">
                  <a:extLst>
                    <a:ext uri="{FF2B5EF4-FFF2-40B4-BE49-F238E27FC236}">
                      <a16:creationId xmlns:a16="http://schemas.microsoft.com/office/drawing/2014/main" id="{59356740-4DED-B848-1880-072A2F68EE64}"/>
                    </a:ext>
                  </a:extLst>
                </p:cNvPr>
                <p:cNvPicPr/>
                <p:nvPr/>
              </p:nvPicPr>
              <p:blipFill>
                <a:blip r:embed="rId235"/>
                <a:stretch>
                  <a:fillRect/>
                </a:stretch>
              </p:blipFill>
              <p:spPr>
                <a:xfrm>
                  <a:off x="6530028" y="6026799"/>
                  <a:ext cx="69300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6" name="墨迹 135">
                  <a:extLst>
                    <a:ext uri="{FF2B5EF4-FFF2-40B4-BE49-F238E27FC236}">
                      <a16:creationId xmlns:a16="http://schemas.microsoft.com/office/drawing/2014/main" id="{2C377A09-BD02-AA66-9508-1D3CFD5582C8}"/>
                    </a:ext>
                  </a:extLst>
                </p14:cNvPr>
                <p14:cNvContentPartPr/>
                <p14:nvPr/>
              </p14:nvContentPartPr>
              <p14:xfrm>
                <a:off x="6516708" y="6283839"/>
                <a:ext cx="129240" cy="123120"/>
              </p14:xfrm>
            </p:contentPart>
          </mc:Choice>
          <mc:Fallback xmlns="">
            <p:pic>
              <p:nvPicPr>
                <p:cNvPr id="136" name="墨迹 135">
                  <a:extLst>
                    <a:ext uri="{FF2B5EF4-FFF2-40B4-BE49-F238E27FC236}">
                      <a16:creationId xmlns:a16="http://schemas.microsoft.com/office/drawing/2014/main" id="{2C377A09-BD02-AA66-9508-1D3CFD5582C8}"/>
                    </a:ext>
                  </a:extLst>
                </p:cNvPr>
                <p:cNvPicPr/>
                <p:nvPr/>
              </p:nvPicPr>
              <p:blipFill>
                <a:blip r:embed="rId237"/>
                <a:stretch>
                  <a:fillRect/>
                </a:stretch>
              </p:blipFill>
              <p:spPr>
                <a:xfrm>
                  <a:off x="6498708" y="6266199"/>
                  <a:ext cx="16488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37" name="墨迹 136">
                  <a:extLst>
                    <a:ext uri="{FF2B5EF4-FFF2-40B4-BE49-F238E27FC236}">
                      <a16:creationId xmlns:a16="http://schemas.microsoft.com/office/drawing/2014/main" id="{690E9CEF-C84F-B919-EEC4-457333656861}"/>
                    </a:ext>
                  </a:extLst>
                </p14:cNvPr>
                <p14:cNvContentPartPr/>
                <p14:nvPr/>
              </p14:nvContentPartPr>
              <p14:xfrm>
                <a:off x="6707508" y="6463479"/>
                <a:ext cx="632160" cy="29520"/>
              </p14:xfrm>
            </p:contentPart>
          </mc:Choice>
          <mc:Fallback xmlns="">
            <p:pic>
              <p:nvPicPr>
                <p:cNvPr id="137" name="墨迹 136">
                  <a:extLst>
                    <a:ext uri="{FF2B5EF4-FFF2-40B4-BE49-F238E27FC236}">
                      <a16:creationId xmlns:a16="http://schemas.microsoft.com/office/drawing/2014/main" id="{690E9CEF-C84F-B919-EEC4-457333656861}"/>
                    </a:ext>
                  </a:extLst>
                </p:cNvPr>
                <p:cNvPicPr/>
                <p:nvPr/>
              </p:nvPicPr>
              <p:blipFill>
                <a:blip r:embed="rId239"/>
                <a:stretch>
                  <a:fillRect/>
                </a:stretch>
              </p:blipFill>
              <p:spPr>
                <a:xfrm>
                  <a:off x="6689868" y="6445479"/>
                  <a:ext cx="66780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38" name="墨迹 137">
                  <a:extLst>
                    <a:ext uri="{FF2B5EF4-FFF2-40B4-BE49-F238E27FC236}">
                      <a16:creationId xmlns:a16="http://schemas.microsoft.com/office/drawing/2014/main" id="{CC01F926-BB37-E176-4B7A-97F1126E1AB7}"/>
                    </a:ext>
                  </a:extLst>
                </p14:cNvPr>
                <p14:cNvContentPartPr/>
                <p14:nvPr/>
              </p14:nvContentPartPr>
              <p14:xfrm>
                <a:off x="7296468" y="6345399"/>
                <a:ext cx="124560" cy="174600"/>
              </p14:xfrm>
            </p:contentPart>
          </mc:Choice>
          <mc:Fallback xmlns="">
            <p:pic>
              <p:nvPicPr>
                <p:cNvPr id="138" name="墨迹 137">
                  <a:extLst>
                    <a:ext uri="{FF2B5EF4-FFF2-40B4-BE49-F238E27FC236}">
                      <a16:creationId xmlns:a16="http://schemas.microsoft.com/office/drawing/2014/main" id="{CC01F926-BB37-E176-4B7A-97F1126E1AB7}"/>
                    </a:ext>
                  </a:extLst>
                </p:cNvPr>
                <p:cNvPicPr/>
                <p:nvPr/>
              </p:nvPicPr>
              <p:blipFill>
                <a:blip r:embed="rId241"/>
                <a:stretch>
                  <a:fillRect/>
                </a:stretch>
              </p:blipFill>
              <p:spPr>
                <a:xfrm>
                  <a:off x="7278828" y="6327759"/>
                  <a:ext cx="160200" cy="210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2">
            <p14:nvContentPartPr>
              <p14:cNvPr id="140" name="墨迹 139">
                <a:extLst>
                  <a:ext uri="{FF2B5EF4-FFF2-40B4-BE49-F238E27FC236}">
                    <a16:creationId xmlns:a16="http://schemas.microsoft.com/office/drawing/2014/main" id="{36261FF2-13A6-190B-8587-1674AC20E679}"/>
                  </a:ext>
                </a:extLst>
              </p14:cNvPr>
              <p14:cNvContentPartPr/>
              <p14:nvPr/>
            </p14:nvContentPartPr>
            <p14:xfrm>
              <a:off x="7597068" y="6350079"/>
              <a:ext cx="146880" cy="134640"/>
            </p14:xfrm>
          </p:contentPart>
        </mc:Choice>
        <mc:Fallback xmlns="">
          <p:pic>
            <p:nvPicPr>
              <p:cNvPr id="140" name="墨迹 139">
                <a:extLst>
                  <a:ext uri="{FF2B5EF4-FFF2-40B4-BE49-F238E27FC236}">
                    <a16:creationId xmlns:a16="http://schemas.microsoft.com/office/drawing/2014/main" id="{36261FF2-13A6-190B-8587-1674AC20E679}"/>
                  </a:ext>
                </a:extLst>
              </p:cNvPr>
              <p:cNvPicPr/>
              <p:nvPr/>
            </p:nvPicPr>
            <p:blipFill>
              <a:blip r:embed="rId243"/>
              <a:stretch>
                <a:fillRect/>
              </a:stretch>
            </p:blipFill>
            <p:spPr>
              <a:xfrm>
                <a:off x="7579068" y="6332439"/>
                <a:ext cx="18252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1" name="墨迹 140">
                <a:extLst>
                  <a:ext uri="{FF2B5EF4-FFF2-40B4-BE49-F238E27FC236}">
                    <a16:creationId xmlns:a16="http://schemas.microsoft.com/office/drawing/2014/main" id="{97135478-BC93-D7E8-28B7-67F69CE92057}"/>
                  </a:ext>
                </a:extLst>
              </p14:cNvPr>
              <p14:cNvContentPartPr/>
              <p14:nvPr/>
            </p14:nvContentPartPr>
            <p14:xfrm>
              <a:off x="7818108" y="6397599"/>
              <a:ext cx="95760" cy="21600"/>
            </p14:xfrm>
          </p:contentPart>
        </mc:Choice>
        <mc:Fallback xmlns="">
          <p:pic>
            <p:nvPicPr>
              <p:cNvPr id="141" name="墨迹 140">
                <a:extLst>
                  <a:ext uri="{FF2B5EF4-FFF2-40B4-BE49-F238E27FC236}">
                    <a16:creationId xmlns:a16="http://schemas.microsoft.com/office/drawing/2014/main" id="{97135478-BC93-D7E8-28B7-67F69CE92057}"/>
                  </a:ext>
                </a:extLst>
              </p:cNvPr>
              <p:cNvPicPr/>
              <p:nvPr/>
            </p:nvPicPr>
            <p:blipFill>
              <a:blip r:embed="rId245"/>
              <a:stretch>
                <a:fillRect/>
              </a:stretch>
            </p:blipFill>
            <p:spPr>
              <a:xfrm>
                <a:off x="7800108" y="6379959"/>
                <a:ext cx="13140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2" name="墨迹 141">
                <a:extLst>
                  <a:ext uri="{FF2B5EF4-FFF2-40B4-BE49-F238E27FC236}">
                    <a16:creationId xmlns:a16="http://schemas.microsoft.com/office/drawing/2014/main" id="{23F8DED2-D89E-3778-6F25-D1A1E1D9994A}"/>
                  </a:ext>
                </a:extLst>
              </p14:cNvPr>
              <p14:cNvContentPartPr/>
              <p14:nvPr/>
            </p14:nvContentPartPr>
            <p14:xfrm>
              <a:off x="7849068" y="6483999"/>
              <a:ext cx="143640" cy="51840"/>
            </p14:xfrm>
          </p:contentPart>
        </mc:Choice>
        <mc:Fallback xmlns="">
          <p:pic>
            <p:nvPicPr>
              <p:cNvPr id="142" name="墨迹 141">
                <a:extLst>
                  <a:ext uri="{FF2B5EF4-FFF2-40B4-BE49-F238E27FC236}">
                    <a16:creationId xmlns:a16="http://schemas.microsoft.com/office/drawing/2014/main" id="{23F8DED2-D89E-3778-6F25-D1A1E1D9994A}"/>
                  </a:ext>
                </a:extLst>
              </p:cNvPr>
              <p:cNvPicPr/>
              <p:nvPr/>
            </p:nvPicPr>
            <p:blipFill>
              <a:blip r:embed="rId247"/>
              <a:stretch>
                <a:fillRect/>
              </a:stretch>
            </p:blipFill>
            <p:spPr>
              <a:xfrm>
                <a:off x="7831428" y="6466359"/>
                <a:ext cx="1792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3" name="墨迹 142">
                <a:extLst>
                  <a:ext uri="{FF2B5EF4-FFF2-40B4-BE49-F238E27FC236}">
                    <a16:creationId xmlns:a16="http://schemas.microsoft.com/office/drawing/2014/main" id="{66B95BAC-C9D0-0BAC-6E96-C7B091570C39}"/>
                  </a:ext>
                </a:extLst>
              </p14:cNvPr>
              <p14:cNvContentPartPr/>
              <p14:nvPr/>
            </p14:nvContentPartPr>
            <p14:xfrm>
              <a:off x="8100348" y="6265479"/>
              <a:ext cx="159840" cy="257400"/>
            </p14:xfrm>
          </p:contentPart>
        </mc:Choice>
        <mc:Fallback xmlns="">
          <p:pic>
            <p:nvPicPr>
              <p:cNvPr id="143" name="墨迹 142">
                <a:extLst>
                  <a:ext uri="{FF2B5EF4-FFF2-40B4-BE49-F238E27FC236}">
                    <a16:creationId xmlns:a16="http://schemas.microsoft.com/office/drawing/2014/main" id="{66B95BAC-C9D0-0BAC-6E96-C7B091570C39}"/>
                  </a:ext>
                </a:extLst>
              </p:cNvPr>
              <p:cNvPicPr/>
              <p:nvPr/>
            </p:nvPicPr>
            <p:blipFill>
              <a:blip r:embed="rId249"/>
              <a:stretch>
                <a:fillRect/>
              </a:stretch>
            </p:blipFill>
            <p:spPr>
              <a:xfrm>
                <a:off x="8082708" y="6247479"/>
                <a:ext cx="19548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44" name="墨迹 143">
                <a:extLst>
                  <a:ext uri="{FF2B5EF4-FFF2-40B4-BE49-F238E27FC236}">
                    <a16:creationId xmlns:a16="http://schemas.microsoft.com/office/drawing/2014/main" id="{2F6A028B-9C23-97CC-3EBD-AADE988BA1D3}"/>
                  </a:ext>
                </a:extLst>
              </p14:cNvPr>
              <p14:cNvContentPartPr/>
              <p14:nvPr/>
            </p14:nvContentPartPr>
            <p14:xfrm>
              <a:off x="8278908" y="6375999"/>
              <a:ext cx="12960" cy="122400"/>
            </p14:xfrm>
          </p:contentPart>
        </mc:Choice>
        <mc:Fallback xmlns="">
          <p:pic>
            <p:nvPicPr>
              <p:cNvPr id="144" name="墨迹 143">
                <a:extLst>
                  <a:ext uri="{FF2B5EF4-FFF2-40B4-BE49-F238E27FC236}">
                    <a16:creationId xmlns:a16="http://schemas.microsoft.com/office/drawing/2014/main" id="{2F6A028B-9C23-97CC-3EBD-AADE988BA1D3}"/>
                  </a:ext>
                </a:extLst>
              </p:cNvPr>
              <p:cNvPicPr/>
              <p:nvPr/>
            </p:nvPicPr>
            <p:blipFill>
              <a:blip r:embed="rId251"/>
              <a:stretch>
                <a:fillRect/>
              </a:stretch>
            </p:blipFill>
            <p:spPr>
              <a:xfrm>
                <a:off x="8260908" y="6358359"/>
                <a:ext cx="486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45" name="墨迹 144">
                <a:extLst>
                  <a:ext uri="{FF2B5EF4-FFF2-40B4-BE49-F238E27FC236}">
                    <a16:creationId xmlns:a16="http://schemas.microsoft.com/office/drawing/2014/main" id="{5FD851AF-8104-1016-6CEC-03C63ECBD4DA}"/>
                  </a:ext>
                </a:extLst>
              </p14:cNvPr>
              <p14:cNvContentPartPr/>
              <p14:nvPr/>
            </p14:nvContentPartPr>
            <p14:xfrm>
              <a:off x="8309508" y="6360519"/>
              <a:ext cx="53640" cy="140400"/>
            </p14:xfrm>
          </p:contentPart>
        </mc:Choice>
        <mc:Fallback xmlns="">
          <p:pic>
            <p:nvPicPr>
              <p:cNvPr id="145" name="墨迹 144">
                <a:extLst>
                  <a:ext uri="{FF2B5EF4-FFF2-40B4-BE49-F238E27FC236}">
                    <a16:creationId xmlns:a16="http://schemas.microsoft.com/office/drawing/2014/main" id="{5FD851AF-8104-1016-6CEC-03C63ECBD4DA}"/>
                  </a:ext>
                </a:extLst>
              </p:cNvPr>
              <p:cNvPicPr/>
              <p:nvPr/>
            </p:nvPicPr>
            <p:blipFill>
              <a:blip r:embed="rId253"/>
              <a:stretch>
                <a:fillRect/>
              </a:stretch>
            </p:blipFill>
            <p:spPr>
              <a:xfrm>
                <a:off x="8291508" y="6342519"/>
                <a:ext cx="892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46" name="墨迹 145">
                <a:extLst>
                  <a:ext uri="{FF2B5EF4-FFF2-40B4-BE49-F238E27FC236}">
                    <a16:creationId xmlns:a16="http://schemas.microsoft.com/office/drawing/2014/main" id="{0F2C46AD-47E5-CFF9-53F4-31B2E06E0784}"/>
                  </a:ext>
                </a:extLst>
              </p14:cNvPr>
              <p14:cNvContentPartPr/>
              <p14:nvPr/>
            </p14:nvContentPartPr>
            <p14:xfrm>
              <a:off x="8419308" y="6351519"/>
              <a:ext cx="91440" cy="130680"/>
            </p14:xfrm>
          </p:contentPart>
        </mc:Choice>
        <mc:Fallback xmlns="">
          <p:pic>
            <p:nvPicPr>
              <p:cNvPr id="146" name="墨迹 145">
                <a:extLst>
                  <a:ext uri="{FF2B5EF4-FFF2-40B4-BE49-F238E27FC236}">
                    <a16:creationId xmlns:a16="http://schemas.microsoft.com/office/drawing/2014/main" id="{0F2C46AD-47E5-CFF9-53F4-31B2E06E0784}"/>
                  </a:ext>
                </a:extLst>
              </p:cNvPr>
              <p:cNvPicPr/>
              <p:nvPr/>
            </p:nvPicPr>
            <p:blipFill>
              <a:blip r:embed="rId255"/>
              <a:stretch>
                <a:fillRect/>
              </a:stretch>
            </p:blipFill>
            <p:spPr>
              <a:xfrm>
                <a:off x="8401308" y="6333519"/>
                <a:ext cx="12708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47" name="墨迹 146">
                <a:extLst>
                  <a:ext uri="{FF2B5EF4-FFF2-40B4-BE49-F238E27FC236}">
                    <a16:creationId xmlns:a16="http://schemas.microsoft.com/office/drawing/2014/main" id="{2F4B0EA6-8D95-2E1E-C48A-AA227929B06D}"/>
                  </a:ext>
                </a:extLst>
              </p14:cNvPr>
              <p14:cNvContentPartPr/>
              <p14:nvPr/>
            </p14:nvContentPartPr>
            <p14:xfrm>
              <a:off x="8554308" y="6375999"/>
              <a:ext cx="4680" cy="104400"/>
            </p14:xfrm>
          </p:contentPart>
        </mc:Choice>
        <mc:Fallback xmlns="">
          <p:pic>
            <p:nvPicPr>
              <p:cNvPr id="147" name="墨迹 146">
                <a:extLst>
                  <a:ext uri="{FF2B5EF4-FFF2-40B4-BE49-F238E27FC236}">
                    <a16:creationId xmlns:a16="http://schemas.microsoft.com/office/drawing/2014/main" id="{2F4B0EA6-8D95-2E1E-C48A-AA227929B06D}"/>
                  </a:ext>
                </a:extLst>
              </p:cNvPr>
              <p:cNvPicPr/>
              <p:nvPr/>
            </p:nvPicPr>
            <p:blipFill>
              <a:blip r:embed="rId257"/>
              <a:stretch>
                <a:fillRect/>
              </a:stretch>
            </p:blipFill>
            <p:spPr>
              <a:xfrm>
                <a:off x="8536668" y="6358359"/>
                <a:ext cx="4032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48" name="墨迹 147">
                <a:extLst>
                  <a:ext uri="{FF2B5EF4-FFF2-40B4-BE49-F238E27FC236}">
                    <a16:creationId xmlns:a16="http://schemas.microsoft.com/office/drawing/2014/main" id="{0B51F2C7-DB2C-62A2-52CA-81D4D8ECA7BB}"/>
                  </a:ext>
                </a:extLst>
              </p14:cNvPr>
              <p14:cNvContentPartPr/>
              <p14:nvPr/>
            </p14:nvContentPartPr>
            <p14:xfrm>
              <a:off x="8610108" y="6316599"/>
              <a:ext cx="141120" cy="59760"/>
            </p14:xfrm>
          </p:contentPart>
        </mc:Choice>
        <mc:Fallback xmlns="">
          <p:pic>
            <p:nvPicPr>
              <p:cNvPr id="148" name="墨迹 147">
                <a:extLst>
                  <a:ext uri="{FF2B5EF4-FFF2-40B4-BE49-F238E27FC236}">
                    <a16:creationId xmlns:a16="http://schemas.microsoft.com/office/drawing/2014/main" id="{0B51F2C7-DB2C-62A2-52CA-81D4D8ECA7BB}"/>
                  </a:ext>
                </a:extLst>
              </p:cNvPr>
              <p:cNvPicPr/>
              <p:nvPr/>
            </p:nvPicPr>
            <p:blipFill>
              <a:blip r:embed="rId259"/>
              <a:stretch>
                <a:fillRect/>
              </a:stretch>
            </p:blipFill>
            <p:spPr>
              <a:xfrm>
                <a:off x="8592108" y="6298959"/>
                <a:ext cx="17676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49" name="墨迹 148">
                <a:extLst>
                  <a:ext uri="{FF2B5EF4-FFF2-40B4-BE49-F238E27FC236}">
                    <a16:creationId xmlns:a16="http://schemas.microsoft.com/office/drawing/2014/main" id="{9C8ACF07-113E-59FF-EF01-1140B0C563CD}"/>
                  </a:ext>
                </a:extLst>
              </p14:cNvPr>
              <p14:cNvContentPartPr/>
              <p14:nvPr/>
            </p14:nvContentPartPr>
            <p14:xfrm>
              <a:off x="8660148" y="6413079"/>
              <a:ext cx="48240" cy="285480"/>
            </p14:xfrm>
          </p:contentPart>
        </mc:Choice>
        <mc:Fallback xmlns="">
          <p:pic>
            <p:nvPicPr>
              <p:cNvPr id="149" name="墨迹 148">
                <a:extLst>
                  <a:ext uri="{FF2B5EF4-FFF2-40B4-BE49-F238E27FC236}">
                    <a16:creationId xmlns:a16="http://schemas.microsoft.com/office/drawing/2014/main" id="{9C8ACF07-113E-59FF-EF01-1140B0C563CD}"/>
                  </a:ext>
                </a:extLst>
              </p:cNvPr>
              <p:cNvPicPr/>
              <p:nvPr/>
            </p:nvPicPr>
            <p:blipFill>
              <a:blip r:embed="rId261"/>
              <a:stretch>
                <a:fillRect/>
              </a:stretch>
            </p:blipFill>
            <p:spPr>
              <a:xfrm>
                <a:off x="8642148" y="6395079"/>
                <a:ext cx="8388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0" name="墨迹 149">
                <a:extLst>
                  <a:ext uri="{FF2B5EF4-FFF2-40B4-BE49-F238E27FC236}">
                    <a16:creationId xmlns:a16="http://schemas.microsoft.com/office/drawing/2014/main" id="{9FDCA627-37EE-F8ED-ACE0-14DA46B991A1}"/>
                  </a:ext>
                </a:extLst>
              </p14:cNvPr>
              <p14:cNvContentPartPr/>
              <p14:nvPr/>
            </p14:nvContentPartPr>
            <p14:xfrm>
              <a:off x="8720268" y="6452319"/>
              <a:ext cx="79200" cy="47160"/>
            </p14:xfrm>
          </p:contentPart>
        </mc:Choice>
        <mc:Fallback xmlns="">
          <p:pic>
            <p:nvPicPr>
              <p:cNvPr id="150" name="墨迹 149">
                <a:extLst>
                  <a:ext uri="{FF2B5EF4-FFF2-40B4-BE49-F238E27FC236}">
                    <a16:creationId xmlns:a16="http://schemas.microsoft.com/office/drawing/2014/main" id="{9FDCA627-37EE-F8ED-ACE0-14DA46B991A1}"/>
                  </a:ext>
                </a:extLst>
              </p:cNvPr>
              <p:cNvPicPr/>
              <p:nvPr/>
            </p:nvPicPr>
            <p:blipFill>
              <a:blip r:embed="rId263"/>
              <a:stretch>
                <a:fillRect/>
              </a:stretch>
            </p:blipFill>
            <p:spPr>
              <a:xfrm>
                <a:off x="8702268" y="6434319"/>
                <a:ext cx="114840" cy="828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Rectangle 3"/>
          <p:cNvSpPr>
            <a:spLocks noGrp="1" noChangeArrowheads="1"/>
          </p:cNvSpPr>
          <p:nvPr>
            <p:ph idx="1"/>
          </p:nvPr>
        </p:nvSpPr>
        <p:spPr bwMode="auto">
          <a:xfrm>
            <a:off x="457200" y="836613"/>
            <a:ext cx="8229600" cy="10810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1200" cap="none" spc="0" normalizeH="0" baseline="0" noProof="0" dirty="0">
                <a:ln>
                  <a:noFill/>
                </a:ln>
                <a:solidFill>
                  <a:srgbClr val="7030A0"/>
                </a:solidFill>
                <a:effectLst/>
                <a:uLnTx/>
                <a:uFillTx/>
                <a:latin typeface="+mj-ea"/>
                <a:ea typeface="+mj-ea"/>
                <a:cs typeface="+mn-cs"/>
              </a:rPr>
              <a:t>7.2.2 </a:t>
            </a:r>
            <a:r>
              <a:rPr kumimoji="1" lang="zh-CN" altLang="en-US" sz="2800" b="1" i="0" u="none" strike="noStrike" kern="1200" cap="none" spc="0" normalizeH="0" baseline="0" noProof="0" dirty="0">
                <a:ln>
                  <a:noFill/>
                </a:ln>
                <a:solidFill>
                  <a:srgbClr val="7030A0"/>
                </a:solidFill>
                <a:effectLst/>
                <a:uLnTx/>
                <a:uFillTx/>
                <a:latin typeface="+mj-ea"/>
                <a:ea typeface="+mj-ea"/>
                <a:cs typeface="+mn-cs"/>
              </a:rPr>
              <a:t>与串行口相关的特殊功能寄存器 </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1</a:t>
            </a:r>
            <a:r>
              <a:rPr kumimoji="1"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 串行口控制寄存器</a:t>
            </a:r>
            <a:r>
              <a:rPr kumimoji="1"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SCON</a:t>
            </a:r>
            <a:r>
              <a:rPr kumimoji="1"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serial controller</a:t>
            </a:r>
            <a:r>
              <a:rPr kumimoji="1"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a:t>
            </a:r>
          </a:p>
        </p:txBody>
      </p:sp>
      <p:pic>
        <p:nvPicPr>
          <p:cNvPr id="2" name="图片 1"/>
          <p:cNvPicPr>
            <a:picLocks noChangeAspect="1"/>
          </p:cNvPicPr>
          <p:nvPr/>
        </p:nvPicPr>
        <p:blipFill>
          <a:blip r:embed="rId2"/>
          <a:stretch>
            <a:fillRect/>
          </a:stretch>
        </p:blipFill>
        <p:spPr>
          <a:xfrm>
            <a:off x="318745" y="1792269"/>
            <a:ext cx="8321040" cy="4526915"/>
          </a:xfrm>
          <a:prstGeom prst="rect">
            <a:avLst/>
          </a:prstGeom>
        </p:spPr>
      </p:pic>
      <p:grpSp>
        <p:nvGrpSpPr>
          <p:cNvPr id="43" name="组合 42">
            <a:extLst>
              <a:ext uri="{FF2B5EF4-FFF2-40B4-BE49-F238E27FC236}">
                <a16:creationId xmlns:a16="http://schemas.microsoft.com/office/drawing/2014/main" id="{A4DC58C9-1E15-31E8-D87C-959D8135DC10}"/>
              </a:ext>
            </a:extLst>
          </p:cNvPr>
          <p:cNvGrpSpPr/>
          <p:nvPr/>
        </p:nvGrpSpPr>
        <p:grpSpPr>
          <a:xfrm>
            <a:off x="5406468" y="2681319"/>
            <a:ext cx="1051200" cy="6840"/>
            <a:chOff x="5406468" y="2681319"/>
            <a:chExt cx="1051200" cy="6840"/>
          </a:xfrm>
        </p:grpSpPr>
        <mc:AlternateContent xmlns:mc="http://schemas.openxmlformats.org/markup-compatibility/2006" xmlns:p14="http://schemas.microsoft.com/office/powerpoint/2010/main">
          <mc:Choice Requires="p14">
            <p:contentPart p14:bwMode="auto" r:id="rId3">
              <p14:nvContentPartPr>
                <p14:cNvPr id="41" name="墨迹 40">
                  <a:extLst>
                    <a:ext uri="{FF2B5EF4-FFF2-40B4-BE49-F238E27FC236}">
                      <a16:creationId xmlns:a16="http://schemas.microsoft.com/office/drawing/2014/main" id="{73D8B7F7-8340-DB5A-6B91-97B91949CE83}"/>
                    </a:ext>
                  </a:extLst>
                </p14:cNvPr>
                <p14:cNvContentPartPr/>
                <p14:nvPr/>
              </p14:nvContentPartPr>
              <p14:xfrm>
                <a:off x="6198108" y="2681319"/>
                <a:ext cx="259560" cy="360"/>
              </p14:xfrm>
            </p:contentPart>
          </mc:Choice>
          <mc:Fallback xmlns="">
            <p:pic>
              <p:nvPicPr>
                <p:cNvPr id="41" name="墨迹 40">
                  <a:extLst>
                    <a:ext uri="{FF2B5EF4-FFF2-40B4-BE49-F238E27FC236}">
                      <a16:creationId xmlns:a16="http://schemas.microsoft.com/office/drawing/2014/main" id="{73D8B7F7-8340-DB5A-6B91-97B91949CE83}"/>
                    </a:ext>
                  </a:extLst>
                </p:cNvPr>
                <p:cNvPicPr/>
                <p:nvPr/>
              </p:nvPicPr>
              <p:blipFill>
                <a:blip r:embed="rId4"/>
                <a:stretch>
                  <a:fillRect/>
                </a:stretch>
              </p:blipFill>
              <p:spPr>
                <a:xfrm>
                  <a:off x="6180108" y="2663679"/>
                  <a:ext cx="2952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2" name="墨迹 41">
                  <a:extLst>
                    <a:ext uri="{FF2B5EF4-FFF2-40B4-BE49-F238E27FC236}">
                      <a16:creationId xmlns:a16="http://schemas.microsoft.com/office/drawing/2014/main" id="{E6B0391E-0E56-CF60-FF7A-850CA5DE1741}"/>
                    </a:ext>
                  </a:extLst>
                </p14:cNvPr>
                <p14:cNvContentPartPr/>
                <p14:nvPr/>
              </p14:nvContentPartPr>
              <p14:xfrm>
                <a:off x="5406468" y="2687799"/>
                <a:ext cx="459360" cy="360"/>
              </p14:xfrm>
            </p:contentPart>
          </mc:Choice>
          <mc:Fallback xmlns="">
            <p:pic>
              <p:nvPicPr>
                <p:cNvPr id="42" name="墨迹 41">
                  <a:extLst>
                    <a:ext uri="{FF2B5EF4-FFF2-40B4-BE49-F238E27FC236}">
                      <a16:creationId xmlns:a16="http://schemas.microsoft.com/office/drawing/2014/main" id="{E6B0391E-0E56-CF60-FF7A-850CA5DE1741}"/>
                    </a:ext>
                  </a:extLst>
                </p:cNvPr>
                <p:cNvPicPr/>
                <p:nvPr/>
              </p:nvPicPr>
              <p:blipFill>
                <a:blip r:embed="rId6"/>
                <a:stretch>
                  <a:fillRect/>
                </a:stretch>
              </p:blipFill>
              <p:spPr>
                <a:xfrm>
                  <a:off x="5388468" y="2669799"/>
                  <a:ext cx="495000" cy="36000"/>
                </a:xfrm>
                <a:prstGeom prst="rect">
                  <a:avLst/>
                </a:prstGeom>
              </p:spPr>
            </p:pic>
          </mc:Fallback>
        </mc:AlternateContent>
      </p:grpSp>
      <p:grpSp>
        <p:nvGrpSpPr>
          <p:cNvPr id="47" name="组合 46">
            <a:extLst>
              <a:ext uri="{FF2B5EF4-FFF2-40B4-BE49-F238E27FC236}">
                <a16:creationId xmlns:a16="http://schemas.microsoft.com/office/drawing/2014/main" id="{D377DF26-23DD-9866-CD99-C6EA43A2E321}"/>
              </a:ext>
            </a:extLst>
          </p:cNvPr>
          <p:cNvGrpSpPr/>
          <p:nvPr/>
        </p:nvGrpSpPr>
        <p:grpSpPr>
          <a:xfrm>
            <a:off x="4634268" y="2687799"/>
            <a:ext cx="140400" cy="178560"/>
            <a:chOff x="4634268" y="2687799"/>
            <a:chExt cx="140400" cy="178560"/>
          </a:xfrm>
        </p:grpSpPr>
        <mc:AlternateContent xmlns:mc="http://schemas.openxmlformats.org/markup-compatibility/2006" xmlns:p14="http://schemas.microsoft.com/office/powerpoint/2010/main">
          <mc:Choice Requires="p14">
            <p:contentPart p14:bwMode="auto" r:id="rId7">
              <p14:nvContentPartPr>
                <p14:cNvPr id="44" name="墨迹 43">
                  <a:extLst>
                    <a:ext uri="{FF2B5EF4-FFF2-40B4-BE49-F238E27FC236}">
                      <a16:creationId xmlns:a16="http://schemas.microsoft.com/office/drawing/2014/main" id="{A5463261-55B6-9C68-A579-C6BC8E377C79}"/>
                    </a:ext>
                  </a:extLst>
                </p14:cNvPr>
                <p14:cNvContentPartPr/>
                <p14:nvPr/>
              </p14:nvContentPartPr>
              <p14:xfrm>
                <a:off x="4634268" y="2687799"/>
                <a:ext cx="66960" cy="160560"/>
              </p14:xfrm>
            </p:contentPart>
          </mc:Choice>
          <mc:Fallback xmlns="">
            <p:pic>
              <p:nvPicPr>
                <p:cNvPr id="44" name="墨迹 43">
                  <a:extLst>
                    <a:ext uri="{FF2B5EF4-FFF2-40B4-BE49-F238E27FC236}">
                      <a16:creationId xmlns:a16="http://schemas.microsoft.com/office/drawing/2014/main" id="{A5463261-55B6-9C68-A579-C6BC8E377C79}"/>
                    </a:ext>
                  </a:extLst>
                </p:cNvPr>
                <p:cNvPicPr/>
                <p:nvPr/>
              </p:nvPicPr>
              <p:blipFill>
                <a:blip r:embed="rId8"/>
                <a:stretch>
                  <a:fillRect/>
                </a:stretch>
              </p:blipFill>
              <p:spPr>
                <a:xfrm>
                  <a:off x="4616628" y="2669799"/>
                  <a:ext cx="1026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5" name="墨迹 44">
                  <a:extLst>
                    <a:ext uri="{FF2B5EF4-FFF2-40B4-BE49-F238E27FC236}">
                      <a16:creationId xmlns:a16="http://schemas.microsoft.com/office/drawing/2014/main" id="{94B9F85D-FE00-0BAE-3B8B-49A831A547B1}"/>
                    </a:ext>
                  </a:extLst>
                </p14:cNvPr>
                <p14:cNvContentPartPr/>
                <p14:nvPr/>
              </p14:nvContentPartPr>
              <p14:xfrm>
                <a:off x="4706628" y="2693919"/>
                <a:ext cx="68040" cy="153000"/>
              </p14:xfrm>
            </p:contentPart>
          </mc:Choice>
          <mc:Fallback xmlns="">
            <p:pic>
              <p:nvPicPr>
                <p:cNvPr id="45" name="墨迹 44">
                  <a:extLst>
                    <a:ext uri="{FF2B5EF4-FFF2-40B4-BE49-F238E27FC236}">
                      <a16:creationId xmlns:a16="http://schemas.microsoft.com/office/drawing/2014/main" id="{94B9F85D-FE00-0BAE-3B8B-49A831A547B1}"/>
                    </a:ext>
                  </a:extLst>
                </p:cNvPr>
                <p:cNvPicPr/>
                <p:nvPr/>
              </p:nvPicPr>
              <p:blipFill>
                <a:blip r:embed="rId10"/>
                <a:stretch>
                  <a:fillRect/>
                </a:stretch>
              </p:blipFill>
              <p:spPr>
                <a:xfrm>
                  <a:off x="4688988" y="2676279"/>
                  <a:ext cx="10368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6" name="墨迹 45">
                  <a:extLst>
                    <a:ext uri="{FF2B5EF4-FFF2-40B4-BE49-F238E27FC236}">
                      <a16:creationId xmlns:a16="http://schemas.microsoft.com/office/drawing/2014/main" id="{6D891812-E882-F3CA-80AA-2A2FA5CCA85A}"/>
                    </a:ext>
                  </a:extLst>
                </p14:cNvPr>
                <p14:cNvContentPartPr/>
                <p14:nvPr/>
              </p14:nvContentPartPr>
              <p14:xfrm>
                <a:off x="4645428" y="2850879"/>
                <a:ext cx="110520" cy="15480"/>
              </p14:xfrm>
            </p:contentPart>
          </mc:Choice>
          <mc:Fallback xmlns="">
            <p:pic>
              <p:nvPicPr>
                <p:cNvPr id="46" name="墨迹 45">
                  <a:extLst>
                    <a:ext uri="{FF2B5EF4-FFF2-40B4-BE49-F238E27FC236}">
                      <a16:creationId xmlns:a16="http://schemas.microsoft.com/office/drawing/2014/main" id="{6D891812-E882-F3CA-80AA-2A2FA5CCA85A}"/>
                    </a:ext>
                  </a:extLst>
                </p:cNvPr>
                <p:cNvPicPr/>
                <p:nvPr/>
              </p:nvPicPr>
              <p:blipFill>
                <a:blip r:embed="rId12"/>
                <a:stretch>
                  <a:fillRect/>
                </a:stretch>
              </p:blipFill>
              <p:spPr>
                <a:xfrm>
                  <a:off x="4627788" y="2832879"/>
                  <a:ext cx="146160" cy="51120"/>
                </a:xfrm>
                <a:prstGeom prst="rect">
                  <a:avLst/>
                </a:prstGeom>
              </p:spPr>
            </p:pic>
          </mc:Fallback>
        </mc:AlternateContent>
      </p:grpSp>
      <p:grpSp>
        <p:nvGrpSpPr>
          <p:cNvPr id="51" name="组合 50">
            <a:extLst>
              <a:ext uri="{FF2B5EF4-FFF2-40B4-BE49-F238E27FC236}">
                <a16:creationId xmlns:a16="http://schemas.microsoft.com/office/drawing/2014/main" id="{0A9A3171-02AE-1AA0-7220-A4898F56C554}"/>
              </a:ext>
            </a:extLst>
          </p:cNvPr>
          <p:cNvGrpSpPr/>
          <p:nvPr/>
        </p:nvGrpSpPr>
        <p:grpSpPr>
          <a:xfrm>
            <a:off x="3902388" y="2669439"/>
            <a:ext cx="159840" cy="190440"/>
            <a:chOff x="3902388" y="2669439"/>
            <a:chExt cx="159840" cy="190440"/>
          </a:xfrm>
        </p:grpSpPr>
        <mc:AlternateContent xmlns:mc="http://schemas.openxmlformats.org/markup-compatibility/2006" xmlns:p14="http://schemas.microsoft.com/office/powerpoint/2010/main">
          <mc:Choice Requires="p14">
            <p:contentPart p14:bwMode="auto" r:id="rId13">
              <p14:nvContentPartPr>
                <p14:cNvPr id="48" name="墨迹 47">
                  <a:extLst>
                    <a:ext uri="{FF2B5EF4-FFF2-40B4-BE49-F238E27FC236}">
                      <a16:creationId xmlns:a16="http://schemas.microsoft.com/office/drawing/2014/main" id="{88A9EEB2-4DCF-0A99-7198-70309CCBFFFB}"/>
                    </a:ext>
                  </a:extLst>
                </p14:cNvPr>
                <p14:cNvContentPartPr/>
                <p14:nvPr/>
              </p14:nvContentPartPr>
              <p14:xfrm>
                <a:off x="3902388" y="2669439"/>
                <a:ext cx="92880" cy="166320"/>
              </p14:xfrm>
            </p:contentPart>
          </mc:Choice>
          <mc:Fallback xmlns="">
            <p:pic>
              <p:nvPicPr>
                <p:cNvPr id="48" name="墨迹 47">
                  <a:extLst>
                    <a:ext uri="{FF2B5EF4-FFF2-40B4-BE49-F238E27FC236}">
                      <a16:creationId xmlns:a16="http://schemas.microsoft.com/office/drawing/2014/main" id="{88A9EEB2-4DCF-0A99-7198-70309CCBFFFB}"/>
                    </a:ext>
                  </a:extLst>
                </p:cNvPr>
                <p:cNvPicPr/>
                <p:nvPr/>
              </p:nvPicPr>
              <p:blipFill>
                <a:blip r:embed="rId14"/>
                <a:stretch>
                  <a:fillRect/>
                </a:stretch>
              </p:blipFill>
              <p:spPr>
                <a:xfrm>
                  <a:off x="3884748" y="2651439"/>
                  <a:ext cx="12852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9" name="墨迹 48">
                  <a:extLst>
                    <a:ext uri="{FF2B5EF4-FFF2-40B4-BE49-F238E27FC236}">
                      <a16:creationId xmlns:a16="http://schemas.microsoft.com/office/drawing/2014/main" id="{38E9DF58-A2DC-B098-8188-5B19E02C0B5F}"/>
                    </a:ext>
                  </a:extLst>
                </p14:cNvPr>
                <p14:cNvContentPartPr/>
                <p14:nvPr/>
              </p14:nvContentPartPr>
              <p14:xfrm>
                <a:off x="4007148" y="2712279"/>
                <a:ext cx="55080" cy="110160"/>
              </p14:xfrm>
            </p:contentPart>
          </mc:Choice>
          <mc:Fallback xmlns="">
            <p:pic>
              <p:nvPicPr>
                <p:cNvPr id="49" name="墨迹 48">
                  <a:extLst>
                    <a:ext uri="{FF2B5EF4-FFF2-40B4-BE49-F238E27FC236}">
                      <a16:creationId xmlns:a16="http://schemas.microsoft.com/office/drawing/2014/main" id="{38E9DF58-A2DC-B098-8188-5B19E02C0B5F}"/>
                    </a:ext>
                  </a:extLst>
                </p:cNvPr>
                <p:cNvPicPr/>
                <p:nvPr/>
              </p:nvPicPr>
              <p:blipFill>
                <a:blip r:embed="rId16"/>
                <a:stretch>
                  <a:fillRect/>
                </a:stretch>
              </p:blipFill>
              <p:spPr>
                <a:xfrm>
                  <a:off x="3989148" y="2694639"/>
                  <a:ext cx="9072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0" name="墨迹 49">
                  <a:extLst>
                    <a:ext uri="{FF2B5EF4-FFF2-40B4-BE49-F238E27FC236}">
                      <a16:creationId xmlns:a16="http://schemas.microsoft.com/office/drawing/2014/main" id="{5BCBF7D3-9346-011A-66A5-6A317A0A994A}"/>
                    </a:ext>
                  </a:extLst>
                </p14:cNvPr>
                <p14:cNvContentPartPr/>
                <p14:nvPr/>
              </p14:nvContentPartPr>
              <p14:xfrm>
                <a:off x="3958188" y="2846919"/>
                <a:ext cx="71280" cy="12960"/>
              </p14:xfrm>
            </p:contentPart>
          </mc:Choice>
          <mc:Fallback xmlns="">
            <p:pic>
              <p:nvPicPr>
                <p:cNvPr id="50" name="墨迹 49">
                  <a:extLst>
                    <a:ext uri="{FF2B5EF4-FFF2-40B4-BE49-F238E27FC236}">
                      <a16:creationId xmlns:a16="http://schemas.microsoft.com/office/drawing/2014/main" id="{5BCBF7D3-9346-011A-66A5-6A317A0A994A}"/>
                    </a:ext>
                  </a:extLst>
                </p:cNvPr>
                <p:cNvPicPr/>
                <p:nvPr/>
              </p:nvPicPr>
              <p:blipFill>
                <a:blip r:embed="rId18"/>
                <a:stretch>
                  <a:fillRect/>
                </a:stretch>
              </p:blipFill>
              <p:spPr>
                <a:xfrm>
                  <a:off x="3940188" y="2829279"/>
                  <a:ext cx="106920" cy="48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
            <p14:nvContentPartPr>
              <p14:cNvPr id="52" name="墨迹 51">
                <a:extLst>
                  <a:ext uri="{FF2B5EF4-FFF2-40B4-BE49-F238E27FC236}">
                    <a16:creationId xmlns:a16="http://schemas.microsoft.com/office/drawing/2014/main" id="{39E46E94-1C73-B153-98D1-A0369223C948}"/>
                  </a:ext>
                </a:extLst>
              </p14:cNvPr>
              <p14:cNvContentPartPr/>
              <p14:nvPr/>
            </p14:nvContentPartPr>
            <p14:xfrm>
              <a:off x="6813708" y="4012599"/>
              <a:ext cx="211680" cy="640080"/>
            </p14:xfrm>
          </p:contentPart>
        </mc:Choice>
        <mc:Fallback xmlns="">
          <p:pic>
            <p:nvPicPr>
              <p:cNvPr id="52" name="墨迹 51">
                <a:extLst>
                  <a:ext uri="{FF2B5EF4-FFF2-40B4-BE49-F238E27FC236}">
                    <a16:creationId xmlns:a16="http://schemas.microsoft.com/office/drawing/2014/main" id="{39E46E94-1C73-B153-98D1-A0369223C948}"/>
                  </a:ext>
                </a:extLst>
              </p:cNvPr>
              <p:cNvPicPr/>
              <p:nvPr/>
            </p:nvPicPr>
            <p:blipFill>
              <a:blip r:embed="rId20"/>
              <a:stretch>
                <a:fillRect/>
              </a:stretch>
            </p:blipFill>
            <p:spPr>
              <a:xfrm>
                <a:off x="6795708" y="3994599"/>
                <a:ext cx="247320" cy="675720"/>
              </a:xfrm>
              <a:prstGeom prst="rect">
                <a:avLst/>
              </a:prstGeom>
            </p:spPr>
          </p:pic>
        </mc:Fallback>
      </mc:AlternateContent>
      <p:grpSp>
        <p:nvGrpSpPr>
          <p:cNvPr id="56" name="组合 55">
            <a:extLst>
              <a:ext uri="{FF2B5EF4-FFF2-40B4-BE49-F238E27FC236}">
                <a16:creationId xmlns:a16="http://schemas.microsoft.com/office/drawing/2014/main" id="{4835654D-A493-C1AE-364E-1C53B758B7A8}"/>
              </a:ext>
            </a:extLst>
          </p:cNvPr>
          <p:cNvGrpSpPr/>
          <p:nvPr/>
        </p:nvGrpSpPr>
        <p:grpSpPr>
          <a:xfrm>
            <a:off x="3166548" y="2681319"/>
            <a:ext cx="328680" cy="143640"/>
            <a:chOff x="3166548" y="2681319"/>
            <a:chExt cx="328680" cy="143640"/>
          </a:xfrm>
        </p:grpSpPr>
        <mc:AlternateContent xmlns:mc="http://schemas.openxmlformats.org/markup-compatibility/2006" xmlns:p14="http://schemas.microsoft.com/office/powerpoint/2010/main">
          <mc:Choice Requires="p14">
            <p:contentPart p14:bwMode="auto" r:id="rId21">
              <p14:nvContentPartPr>
                <p14:cNvPr id="53" name="墨迹 52">
                  <a:extLst>
                    <a:ext uri="{FF2B5EF4-FFF2-40B4-BE49-F238E27FC236}">
                      <a16:creationId xmlns:a16="http://schemas.microsoft.com/office/drawing/2014/main" id="{BD959BED-272D-D64B-8E79-E4FF2AF41B64}"/>
                    </a:ext>
                  </a:extLst>
                </p14:cNvPr>
                <p14:cNvContentPartPr/>
                <p14:nvPr/>
              </p14:nvContentPartPr>
              <p14:xfrm>
                <a:off x="3201468" y="2681319"/>
                <a:ext cx="63360" cy="97920"/>
              </p14:xfrm>
            </p:contentPart>
          </mc:Choice>
          <mc:Fallback xmlns="">
            <p:pic>
              <p:nvPicPr>
                <p:cNvPr id="53" name="墨迹 52">
                  <a:extLst>
                    <a:ext uri="{FF2B5EF4-FFF2-40B4-BE49-F238E27FC236}">
                      <a16:creationId xmlns:a16="http://schemas.microsoft.com/office/drawing/2014/main" id="{BD959BED-272D-D64B-8E79-E4FF2AF41B64}"/>
                    </a:ext>
                  </a:extLst>
                </p:cNvPr>
                <p:cNvPicPr/>
                <p:nvPr/>
              </p:nvPicPr>
              <p:blipFill>
                <a:blip r:embed="rId22"/>
                <a:stretch>
                  <a:fillRect/>
                </a:stretch>
              </p:blipFill>
              <p:spPr>
                <a:xfrm>
                  <a:off x="3183468" y="2663679"/>
                  <a:ext cx="990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4" name="墨迹 53">
                  <a:extLst>
                    <a:ext uri="{FF2B5EF4-FFF2-40B4-BE49-F238E27FC236}">
                      <a16:creationId xmlns:a16="http://schemas.microsoft.com/office/drawing/2014/main" id="{4C27C191-BAF7-3F88-50EB-515A1DFFA878}"/>
                    </a:ext>
                  </a:extLst>
                </p14:cNvPr>
                <p14:cNvContentPartPr/>
                <p14:nvPr/>
              </p14:nvContentPartPr>
              <p14:xfrm>
                <a:off x="3264468" y="2693919"/>
                <a:ext cx="84240" cy="131040"/>
              </p14:xfrm>
            </p:contentPart>
          </mc:Choice>
          <mc:Fallback xmlns="">
            <p:pic>
              <p:nvPicPr>
                <p:cNvPr id="54" name="墨迹 53">
                  <a:extLst>
                    <a:ext uri="{FF2B5EF4-FFF2-40B4-BE49-F238E27FC236}">
                      <a16:creationId xmlns:a16="http://schemas.microsoft.com/office/drawing/2014/main" id="{4C27C191-BAF7-3F88-50EB-515A1DFFA878}"/>
                    </a:ext>
                  </a:extLst>
                </p:cNvPr>
                <p:cNvPicPr/>
                <p:nvPr/>
              </p:nvPicPr>
              <p:blipFill>
                <a:blip r:embed="rId24"/>
                <a:stretch>
                  <a:fillRect/>
                </a:stretch>
              </p:blipFill>
              <p:spPr>
                <a:xfrm>
                  <a:off x="3246828" y="2676279"/>
                  <a:ext cx="1198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5" name="墨迹 54">
                  <a:extLst>
                    <a:ext uri="{FF2B5EF4-FFF2-40B4-BE49-F238E27FC236}">
                      <a16:creationId xmlns:a16="http://schemas.microsoft.com/office/drawing/2014/main" id="{EFBC694E-F7A9-2AF5-143D-9C6E107EDE10}"/>
                    </a:ext>
                  </a:extLst>
                </p14:cNvPr>
                <p14:cNvContentPartPr/>
                <p14:nvPr/>
              </p14:nvContentPartPr>
              <p14:xfrm>
                <a:off x="3166548" y="2798319"/>
                <a:ext cx="328680" cy="24840"/>
              </p14:xfrm>
            </p:contentPart>
          </mc:Choice>
          <mc:Fallback xmlns="">
            <p:pic>
              <p:nvPicPr>
                <p:cNvPr id="55" name="墨迹 54">
                  <a:extLst>
                    <a:ext uri="{FF2B5EF4-FFF2-40B4-BE49-F238E27FC236}">
                      <a16:creationId xmlns:a16="http://schemas.microsoft.com/office/drawing/2014/main" id="{EFBC694E-F7A9-2AF5-143D-9C6E107EDE10}"/>
                    </a:ext>
                  </a:extLst>
                </p:cNvPr>
                <p:cNvPicPr/>
                <p:nvPr/>
              </p:nvPicPr>
              <p:blipFill>
                <a:blip r:embed="rId26"/>
                <a:stretch>
                  <a:fillRect/>
                </a:stretch>
              </p:blipFill>
              <p:spPr>
                <a:xfrm>
                  <a:off x="3148548" y="2780319"/>
                  <a:ext cx="364320" cy="60480"/>
                </a:xfrm>
                <a:prstGeom prst="rect">
                  <a:avLst/>
                </a:prstGeom>
              </p:spPr>
            </p:pic>
          </mc:Fallback>
        </mc:AlternateContent>
      </p:grpSp>
      <p:grpSp>
        <p:nvGrpSpPr>
          <p:cNvPr id="265223" name="组合 265222">
            <a:extLst>
              <a:ext uri="{FF2B5EF4-FFF2-40B4-BE49-F238E27FC236}">
                <a16:creationId xmlns:a16="http://schemas.microsoft.com/office/drawing/2014/main" id="{A92BEA79-6A22-C7F4-20B4-D198B63BAE70}"/>
              </a:ext>
            </a:extLst>
          </p:cNvPr>
          <p:cNvGrpSpPr/>
          <p:nvPr/>
        </p:nvGrpSpPr>
        <p:grpSpPr>
          <a:xfrm>
            <a:off x="4232868" y="202359"/>
            <a:ext cx="1340640" cy="1124640"/>
            <a:chOff x="4232868" y="202359"/>
            <a:chExt cx="1340640" cy="1124640"/>
          </a:xfrm>
        </p:grpSpPr>
        <mc:AlternateContent xmlns:mc="http://schemas.openxmlformats.org/markup-compatibility/2006" xmlns:p14="http://schemas.microsoft.com/office/powerpoint/2010/main">
          <mc:Choice Requires="p14">
            <p:contentPart p14:bwMode="auto" r:id="rId27">
              <p14:nvContentPartPr>
                <p14:cNvPr id="57" name="墨迹 56">
                  <a:extLst>
                    <a:ext uri="{FF2B5EF4-FFF2-40B4-BE49-F238E27FC236}">
                      <a16:creationId xmlns:a16="http://schemas.microsoft.com/office/drawing/2014/main" id="{94E8CA4B-28FC-FC4E-CF22-FB96D4C037E6}"/>
                    </a:ext>
                  </a:extLst>
                </p14:cNvPr>
                <p14:cNvContentPartPr/>
                <p14:nvPr/>
              </p14:nvContentPartPr>
              <p14:xfrm>
                <a:off x="4232868" y="202359"/>
                <a:ext cx="75600" cy="606240"/>
              </p14:xfrm>
            </p:contentPart>
          </mc:Choice>
          <mc:Fallback xmlns="">
            <p:pic>
              <p:nvPicPr>
                <p:cNvPr id="57" name="墨迹 56">
                  <a:extLst>
                    <a:ext uri="{FF2B5EF4-FFF2-40B4-BE49-F238E27FC236}">
                      <a16:creationId xmlns:a16="http://schemas.microsoft.com/office/drawing/2014/main" id="{94E8CA4B-28FC-FC4E-CF22-FB96D4C037E6}"/>
                    </a:ext>
                  </a:extLst>
                </p:cNvPr>
                <p:cNvPicPr/>
                <p:nvPr/>
              </p:nvPicPr>
              <p:blipFill>
                <a:blip r:embed="rId28"/>
                <a:stretch>
                  <a:fillRect/>
                </a:stretch>
              </p:blipFill>
              <p:spPr>
                <a:xfrm>
                  <a:off x="4215228" y="184359"/>
                  <a:ext cx="111240" cy="6418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8" name="墨迹 57">
                  <a:extLst>
                    <a:ext uri="{FF2B5EF4-FFF2-40B4-BE49-F238E27FC236}">
                      <a16:creationId xmlns:a16="http://schemas.microsoft.com/office/drawing/2014/main" id="{7991EC9C-2F6E-2D38-B3A6-18C24496E74C}"/>
                    </a:ext>
                  </a:extLst>
                </p14:cNvPr>
                <p14:cNvContentPartPr/>
                <p14:nvPr/>
              </p14:nvContentPartPr>
              <p14:xfrm>
                <a:off x="4393788" y="282279"/>
                <a:ext cx="35640" cy="6120"/>
              </p14:xfrm>
            </p:contentPart>
          </mc:Choice>
          <mc:Fallback xmlns="">
            <p:pic>
              <p:nvPicPr>
                <p:cNvPr id="58" name="墨迹 57">
                  <a:extLst>
                    <a:ext uri="{FF2B5EF4-FFF2-40B4-BE49-F238E27FC236}">
                      <a16:creationId xmlns:a16="http://schemas.microsoft.com/office/drawing/2014/main" id="{7991EC9C-2F6E-2D38-B3A6-18C24496E74C}"/>
                    </a:ext>
                  </a:extLst>
                </p:cNvPr>
                <p:cNvPicPr/>
                <p:nvPr/>
              </p:nvPicPr>
              <p:blipFill>
                <a:blip r:embed="rId30"/>
                <a:stretch>
                  <a:fillRect/>
                </a:stretch>
              </p:blipFill>
              <p:spPr>
                <a:xfrm>
                  <a:off x="4376148" y="264639"/>
                  <a:ext cx="712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9" name="墨迹 58">
                  <a:extLst>
                    <a:ext uri="{FF2B5EF4-FFF2-40B4-BE49-F238E27FC236}">
                      <a16:creationId xmlns:a16="http://schemas.microsoft.com/office/drawing/2014/main" id="{D22E5802-840C-C420-9B64-D4BF9C761F90}"/>
                    </a:ext>
                  </a:extLst>
                </p14:cNvPr>
                <p14:cNvContentPartPr/>
                <p14:nvPr/>
              </p14:nvContentPartPr>
              <p14:xfrm>
                <a:off x="4258788" y="306399"/>
                <a:ext cx="287280" cy="579960"/>
              </p14:xfrm>
            </p:contentPart>
          </mc:Choice>
          <mc:Fallback xmlns="">
            <p:pic>
              <p:nvPicPr>
                <p:cNvPr id="59" name="墨迹 58">
                  <a:extLst>
                    <a:ext uri="{FF2B5EF4-FFF2-40B4-BE49-F238E27FC236}">
                      <a16:creationId xmlns:a16="http://schemas.microsoft.com/office/drawing/2014/main" id="{D22E5802-840C-C420-9B64-D4BF9C761F90}"/>
                    </a:ext>
                  </a:extLst>
                </p:cNvPr>
                <p:cNvPicPr/>
                <p:nvPr/>
              </p:nvPicPr>
              <p:blipFill>
                <a:blip r:embed="rId32"/>
                <a:stretch>
                  <a:fillRect/>
                </a:stretch>
              </p:blipFill>
              <p:spPr>
                <a:xfrm>
                  <a:off x="4241148" y="288399"/>
                  <a:ext cx="322920" cy="615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0" name="墨迹 59">
                  <a:extLst>
                    <a:ext uri="{FF2B5EF4-FFF2-40B4-BE49-F238E27FC236}">
                      <a16:creationId xmlns:a16="http://schemas.microsoft.com/office/drawing/2014/main" id="{7C579855-76D9-8CFE-ADAC-E6D7EF9BECFE}"/>
                    </a:ext>
                  </a:extLst>
                </p14:cNvPr>
                <p14:cNvContentPartPr/>
                <p14:nvPr/>
              </p14:nvContentPartPr>
              <p14:xfrm>
                <a:off x="4430868" y="410799"/>
                <a:ext cx="314640" cy="25920"/>
              </p14:xfrm>
            </p:contentPart>
          </mc:Choice>
          <mc:Fallback xmlns="">
            <p:pic>
              <p:nvPicPr>
                <p:cNvPr id="60" name="墨迹 59">
                  <a:extLst>
                    <a:ext uri="{FF2B5EF4-FFF2-40B4-BE49-F238E27FC236}">
                      <a16:creationId xmlns:a16="http://schemas.microsoft.com/office/drawing/2014/main" id="{7C579855-76D9-8CFE-ADAC-E6D7EF9BECFE}"/>
                    </a:ext>
                  </a:extLst>
                </p:cNvPr>
                <p:cNvPicPr/>
                <p:nvPr/>
              </p:nvPicPr>
              <p:blipFill>
                <a:blip r:embed="rId34"/>
                <a:stretch>
                  <a:fillRect/>
                </a:stretch>
              </p:blipFill>
              <p:spPr>
                <a:xfrm>
                  <a:off x="4412868" y="393159"/>
                  <a:ext cx="3502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1" name="墨迹 60">
                  <a:extLst>
                    <a:ext uri="{FF2B5EF4-FFF2-40B4-BE49-F238E27FC236}">
                      <a16:creationId xmlns:a16="http://schemas.microsoft.com/office/drawing/2014/main" id="{C361F589-D06D-A2E6-E035-CE424BE2633B}"/>
                    </a:ext>
                  </a:extLst>
                </p14:cNvPr>
                <p14:cNvContentPartPr/>
                <p14:nvPr/>
              </p14:nvContentPartPr>
              <p14:xfrm>
                <a:off x="4577748" y="466239"/>
                <a:ext cx="55800" cy="351720"/>
              </p14:xfrm>
            </p:contentPart>
          </mc:Choice>
          <mc:Fallback xmlns="">
            <p:pic>
              <p:nvPicPr>
                <p:cNvPr id="61" name="墨迹 60">
                  <a:extLst>
                    <a:ext uri="{FF2B5EF4-FFF2-40B4-BE49-F238E27FC236}">
                      <a16:creationId xmlns:a16="http://schemas.microsoft.com/office/drawing/2014/main" id="{C361F589-D06D-A2E6-E035-CE424BE2633B}"/>
                    </a:ext>
                  </a:extLst>
                </p:cNvPr>
                <p:cNvPicPr/>
                <p:nvPr/>
              </p:nvPicPr>
              <p:blipFill>
                <a:blip r:embed="rId36"/>
                <a:stretch>
                  <a:fillRect/>
                </a:stretch>
              </p:blipFill>
              <p:spPr>
                <a:xfrm>
                  <a:off x="4560108" y="448599"/>
                  <a:ext cx="91440" cy="3873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2" name="墨迹 61">
                  <a:extLst>
                    <a:ext uri="{FF2B5EF4-FFF2-40B4-BE49-F238E27FC236}">
                      <a16:creationId xmlns:a16="http://schemas.microsoft.com/office/drawing/2014/main" id="{B63A27FF-11BD-F15D-5C58-8137C49DF583}"/>
                    </a:ext>
                  </a:extLst>
                </p14:cNvPr>
                <p14:cNvContentPartPr/>
                <p14:nvPr/>
              </p14:nvContentPartPr>
              <p14:xfrm>
                <a:off x="4571628" y="608439"/>
                <a:ext cx="193320" cy="48240"/>
              </p14:xfrm>
            </p:contentPart>
          </mc:Choice>
          <mc:Fallback xmlns="">
            <p:pic>
              <p:nvPicPr>
                <p:cNvPr id="62" name="墨迹 61">
                  <a:extLst>
                    <a:ext uri="{FF2B5EF4-FFF2-40B4-BE49-F238E27FC236}">
                      <a16:creationId xmlns:a16="http://schemas.microsoft.com/office/drawing/2014/main" id="{B63A27FF-11BD-F15D-5C58-8137C49DF583}"/>
                    </a:ext>
                  </a:extLst>
                </p:cNvPr>
                <p:cNvPicPr/>
                <p:nvPr/>
              </p:nvPicPr>
              <p:blipFill>
                <a:blip r:embed="rId38"/>
                <a:stretch>
                  <a:fillRect/>
                </a:stretch>
              </p:blipFill>
              <p:spPr>
                <a:xfrm>
                  <a:off x="4553988" y="590799"/>
                  <a:ext cx="2289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63" name="墨迹 62">
                  <a:extLst>
                    <a:ext uri="{FF2B5EF4-FFF2-40B4-BE49-F238E27FC236}">
                      <a16:creationId xmlns:a16="http://schemas.microsoft.com/office/drawing/2014/main" id="{01FCD546-9B43-F517-36CC-7F81DAB11BD0}"/>
                    </a:ext>
                  </a:extLst>
                </p14:cNvPr>
                <p14:cNvContentPartPr/>
                <p14:nvPr/>
              </p14:nvContentPartPr>
              <p14:xfrm>
                <a:off x="4553268" y="705999"/>
                <a:ext cx="213840" cy="91800"/>
              </p14:xfrm>
            </p:contentPart>
          </mc:Choice>
          <mc:Fallback xmlns="">
            <p:pic>
              <p:nvPicPr>
                <p:cNvPr id="63" name="墨迹 62">
                  <a:extLst>
                    <a:ext uri="{FF2B5EF4-FFF2-40B4-BE49-F238E27FC236}">
                      <a16:creationId xmlns:a16="http://schemas.microsoft.com/office/drawing/2014/main" id="{01FCD546-9B43-F517-36CC-7F81DAB11BD0}"/>
                    </a:ext>
                  </a:extLst>
                </p:cNvPr>
                <p:cNvPicPr/>
                <p:nvPr/>
              </p:nvPicPr>
              <p:blipFill>
                <a:blip r:embed="rId40"/>
                <a:stretch>
                  <a:fillRect/>
                </a:stretch>
              </p:blipFill>
              <p:spPr>
                <a:xfrm>
                  <a:off x="4535628" y="687999"/>
                  <a:ext cx="24948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5216" name="墨迹 265215">
                  <a:extLst>
                    <a:ext uri="{FF2B5EF4-FFF2-40B4-BE49-F238E27FC236}">
                      <a16:creationId xmlns:a16="http://schemas.microsoft.com/office/drawing/2014/main" id="{F41A4FC1-424E-1FB9-619B-B206DFE2AFA5}"/>
                    </a:ext>
                  </a:extLst>
                </p14:cNvPr>
                <p14:cNvContentPartPr/>
                <p14:nvPr/>
              </p14:nvContentPartPr>
              <p14:xfrm>
                <a:off x="4804908" y="441399"/>
                <a:ext cx="43560" cy="351000"/>
              </p14:xfrm>
            </p:contentPart>
          </mc:Choice>
          <mc:Fallback xmlns="">
            <p:pic>
              <p:nvPicPr>
                <p:cNvPr id="265216" name="墨迹 265215">
                  <a:extLst>
                    <a:ext uri="{FF2B5EF4-FFF2-40B4-BE49-F238E27FC236}">
                      <a16:creationId xmlns:a16="http://schemas.microsoft.com/office/drawing/2014/main" id="{F41A4FC1-424E-1FB9-619B-B206DFE2AFA5}"/>
                    </a:ext>
                  </a:extLst>
                </p:cNvPr>
                <p:cNvPicPr/>
                <p:nvPr/>
              </p:nvPicPr>
              <p:blipFill>
                <a:blip r:embed="rId42"/>
                <a:stretch>
                  <a:fillRect/>
                </a:stretch>
              </p:blipFill>
              <p:spPr>
                <a:xfrm>
                  <a:off x="4787268" y="423759"/>
                  <a:ext cx="79200" cy="3866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65217" name="墨迹 265216">
                  <a:extLst>
                    <a:ext uri="{FF2B5EF4-FFF2-40B4-BE49-F238E27FC236}">
                      <a16:creationId xmlns:a16="http://schemas.microsoft.com/office/drawing/2014/main" id="{D420A375-443F-B539-3D05-7C8A2BD3295C}"/>
                    </a:ext>
                  </a:extLst>
                </p14:cNvPr>
                <p14:cNvContentPartPr/>
                <p14:nvPr/>
              </p14:nvContentPartPr>
              <p14:xfrm>
                <a:off x="4829388" y="527439"/>
                <a:ext cx="282600" cy="258480"/>
              </p14:xfrm>
            </p:contentPart>
          </mc:Choice>
          <mc:Fallback xmlns="">
            <p:pic>
              <p:nvPicPr>
                <p:cNvPr id="265217" name="墨迹 265216">
                  <a:extLst>
                    <a:ext uri="{FF2B5EF4-FFF2-40B4-BE49-F238E27FC236}">
                      <a16:creationId xmlns:a16="http://schemas.microsoft.com/office/drawing/2014/main" id="{D420A375-443F-B539-3D05-7C8A2BD3295C}"/>
                    </a:ext>
                  </a:extLst>
                </p:cNvPr>
                <p:cNvPicPr/>
                <p:nvPr/>
              </p:nvPicPr>
              <p:blipFill>
                <a:blip r:embed="rId44"/>
                <a:stretch>
                  <a:fillRect/>
                </a:stretch>
              </p:blipFill>
              <p:spPr>
                <a:xfrm>
                  <a:off x="4811748" y="509799"/>
                  <a:ext cx="31824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65218" name="墨迹 265217">
                  <a:extLst>
                    <a:ext uri="{FF2B5EF4-FFF2-40B4-BE49-F238E27FC236}">
                      <a16:creationId xmlns:a16="http://schemas.microsoft.com/office/drawing/2014/main" id="{8095661B-F452-A1EF-C08A-5E0311DBFA68}"/>
                    </a:ext>
                  </a:extLst>
                </p14:cNvPr>
                <p14:cNvContentPartPr/>
                <p14:nvPr/>
              </p14:nvContentPartPr>
              <p14:xfrm>
                <a:off x="5025588" y="460119"/>
                <a:ext cx="74520" cy="500760"/>
              </p14:xfrm>
            </p:contentPart>
          </mc:Choice>
          <mc:Fallback xmlns="">
            <p:pic>
              <p:nvPicPr>
                <p:cNvPr id="265218" name="墨迹 265217">
                  <a:extLst>
                    <a:ext uri="{FF2B5EF4-FFF2-40B4-BE49-F238E27FC236}">
                      <a16:creationId xmlns:a16="http://schemas.microsoft.com/office/drawing/2014/main" id="{8095661B-F452-A1EF-C08A-5E0311DBFA68}"/>
                    </a:ext>
                  </a:extLst>
                </p:cNvPr>
                <p:cNvPicPr/>
                <p:nvPr/>
              </p:nvPicPr>
              <p:blipFill>
                <a:blip r:embed="rId46"/>
                <a:stretch>
                  <a:fillRect/>
                </a:stretch>
              </p:blipFill>
              <p:spPr>
                <a:xfrm>
                  <a:off x="5007588" y="442119"/>
                  <a:ext cx="110160" cy="5364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65220" name="墨迹 265219">
                  <a:extLst>
                    <a:ext uri="{FF2B5EF4-FFF2-40B4-BE49-F238E27FC236}">
                      <a16:creationId xmlns:a16="http://schemas.microsoft.com/office/drawing/2014/main" id="{AA1E30FE-FDC0-5E1E-C7E3-29544012C524}"/>
                    </a:ext>
                  </a:extLst>
                </p14:cNvPr>
                <p14:cNvContentPartPr/>
                <p14:nvPr/>
              </p14:nvContentPartPr>
              <p14:xfrm>
                <a:off x="5259228" y="600879"/>
                <a:ext cx="114840" cy="25200"/>
              </p14:xfrm>
            </p:contentPart>
          </mc:Choice>
          <mc:Fallback xmlns="">
            <p:pic>
              <p:nvPicPr>
                <p:cNvPr id="265220" name="墨迹 265219">
                  <a:extLst>
                    <a:ext uri="{FF2B5EF4-FFF2-40B4-BE49-F238E27FC236}">
                      <a16:creationId xmlns:a16="http://schemas.microsoft.com/office/drawing/2014/main" id="{AA1E30FE-FDC0-5E1E-C7E3-29544012C524}"/>
                    </a:ext>
                  </a:extLst>
                </p:cNvPr>
                <p:cNvPicPr/>
                <p:nvPr/>
              </p:nvPicPr>
              <p:blipFill>
                <a:blip r:embed="rId48"/>
                <a:stretch>
                  <a:fillRect/>
                </a:stretch>
              </p:blipFill>
              <p:spPr>
                <a:xfrm>
                  <a:off x="5241588" y="582879"/>
                  <a:ext cx="15048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65221" name="墨迹 265220">
                  <a:extLst>
                    <a:ext uri="{FF2B5EF4-FFF2-40B4-BE49-F238E27FC236}">
                      <a16:creationId xmlns:a16="http://schemas.microsoft.com/office/drawing/2014/main" id="{E3817E67-39F5-C48C-1CFD-A1078F10B9CC}"/>
                    </a:ext>
                  </a:extLst>
                </p14:cNvPr>
                <p14:cNvContentPartPr/>
                <p14:nvPr/>
              </p14:nvContentPartPr>
              <p14:xfrm>
                <a:off x="5234388" y="700959"/>
                <a:ext cx="123480" cy="66600"/>
              </p14:xfrm>
            </p:contentPart>
          </mc:Choice>
          <mc:Fallback xmlns="">
            <p:pic>
              <p:nvPicPr>
                <p:cNvPr id="265221" name="墨迹 265220">
                  <a:extLst>
                    <a:ext uri="{FF2B5EF4-FFF2-40B4-BE49-F238E27FC236}">
                      <a16:creationId xmlns:a16="http://schemas.microsoft.com/office/drawing/2014/main" id="{E3817E67-39F5-C48C-1CFD-A1078F10B9CC}"/>
                    </a:ext>
                  </a:extLst>
                </p:cNvPr>
                <p:cNvPicPr/>
                <p:nvPr/>
              </p:nvPicPr>
              <p:blipFill>
                <a:blip r:embed="rId50"/>
                <a:stretch>
                  <a:fillRect/>
                </a:stretch>
              </p:blipFill>
              <p:spPr>
                <a:xfrm>
                  <a:off x="5216748" y="682959"/>
                  <a:ext cx="1591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65222" name="墨迹 265221">
                  <a:extLst>
                    <a:ext uri="{FF2B5EF4-FFF2-40B4-BE49-F238E27FC236}">
                      <a16:creationId xmlns:a16="http://schemas.microsoft.com/office/drawing/2014/main" id="{E297DF9B-CD14-FED4-ADE7-9A16D92EEA68}"/>
                    </a:ext>
                  </a:extLst>
                </p14:cNvPr>
                <p14:cNvContentPartPr/>
                <p14:nvPr/>
              </p14:nvContentPartPr>
              <p14:xfrm>
                <a:off x="5504388" y="515199"/>
                <a:ext cx="69120" cy="811800"/>
              </p14:xfrm>
            </p:contentPart>
          </mc:Choice>
          <mc:Fallback xmlns="">
            <p:pic>
              <p:nvPicPr>
                <p:cNvPr id="265222" name="墨迹 265221">
                  <a:extLst>
                    <a:ext uri="{FF2B5EF4-FFF2-40B4-BE49-F238E27FC236}">
                      <a16:creationId xmlns:a16="http://schemas.microsoft.com/office/drawing/2014/main" id="{E297DF9B-CD14-FED4-ADE7-9A16D92EEA68}"/>
                    </a:ext>
                  </a:extLst>
                </p:cNvPr>
                <p:cNvPicPr/>
                <p:nvPr/>
              </p:nvPicPr>
              <p:blipFill>
                <a:blip r:embed="rId52"/>
                <a:stretch>
                  <a:fillRect/>
                </a:stretch>
              </p:blipFill>
              <p:spPr>
                <a:xfrm>
                  <a:off x="5486748" y="497559"/>
                  <a:ext cx="104760" cy="847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3">
            <p14:nvContentPartPr>
              <p14:cNvPr id="265224" name="墨迹 265223">
                <a:extLst>
                  <a:ext uri="{FF2B5EF4-FFF2-40B4-BE49-F238E27FC236}">
                    <a16:creationId xmlns:a16="http://schemas.microsoft.com/office/drawing/2014/main" id="{248708A7-0210-1D4A-F73A-36055E1E2417}"/>
                  </a:ext>
                </a:extLst>
              </p14:cNvPr>
              <p14:cNvContentPartPr/>
              <p14:nvPr/>
            </p14:nvContentPartPr>
            <p14:xfrm>
              <a:off x="7180188" y="6093759"/>
              <a:ext cx="1131840" cy="24840"/>
            </p14:xfrm>
          </p:contentPart>
        </mc:Choice>
        <mc:Fallback xmlns="">
          <p:pic>
            <p:nvPicPr>
              <p:cNvPr id="265224" name="墨迹 265223">
                <a:extLst>
                  <a:ext uri="{FF2B5EF4-FFF2-40B4-BE49-F238E27FC236}">
                    <a16:creationId xmlns:a16="http://schemas.microsoft.com/office/drawing/2014/main" id="{248708A7-0210-1D4A-F73A-36055E1E2417}"/>
                  </a:ext>
                </a:extLst>
              </p:cNvPr>
              <p:cNvPicPr/>
              <p:nvPr/>
            </p:nvPicPr>
            <p:blipFill>
              <a:blip r:embed="rId54"/>
              <a:stretch>
                <a:fillRect/>
              </a:stretch>
            </p:blipFill>
            <p:spPr>
              <a:xfrm>
                <a:off x="7162188" y="6076119"/>
                <a:ext cx="116748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65225" name="墨迹 265224">
                <a:extLst>
                  <a:ext uri="{FF2B5EF4-FFF2-40B4-BE49-F238E27FC236}">
                    <a16:creationId xmlns:a16="http://schemas.microsoft.com/office/drawing/2014/main" id="{19E3E8BE-E6CD-F477-B262-E02D48D74AE0}"/>
                  </a:ext>
                </a:extLst>
              </p14:cNvPr>
              <p14:cNvContentPartPr/>
              <p14:nvPr/>
            </p14:nvContentPartPr>
            <p14:xfrm>
              <a:off x="840588" y="2606439"/>
              <a:ext cx="1237680" cy="163080"/>
            </p14:xfrm>
          </p:contentPart>
        </mc:Choice>
        <mc:Fallback xmlns="">
          <p:pic>
            <p:nvPicPr>
              <p:cNvPr id="265225" name="墨迹 265224">
                <a:extLst>
                  <a:ext uri="{FF2B5EF4-FFF2-40B4-BE49-F238E27FC236}">
                    <a16:creationId xmlns:a16="http://schemas.microsoft.com/office/drawing/2014/main" id="{19E3E8BE-E6CD-F477-B262-E02D48D74AE0}"/>
                  </a:ext>
                </a:extLst>
              </p:cNvPr>
              <p:cNvPicPr/>
              <p:nvPr/>
            </p:nvPicPr>
            <p:blipFill>
              <a:blip r:embed="rId56"/>
              <a:stretch>
                <a:fillRect/>
              </a:stretch>
            </p:blipFill>
            <p:spPr>
              <a:xfrm>
                <a:off x="822948" y="2588439"/>
                <a:ext cx="12733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 name="墨迹 2">
                <a:extLst>
                  <a:ext uri="{FF2B5EF4-FFF2-40B4-BE49-F238E27FC236}">
                    <a16:creationId xmlns:a16="http://schemas.microsoft.com/office/drawing/2014/main" id="{E4BD887D-87CA-411C-11FD-DF532E867D93}"/>
                  </a:ext>
                </a:extLst>
              </p14:cNvPr>
              <p14:cNvContentPartPr/>
              <p14:nvPr/>
            </p14:nvContentPartPr>
            <p14:xfrm>
              <a:off x="2343240" y="2641680"/>
              <a:ext cx="184680" cy="336960"/>
            </p14:xfrm>
          </p:contentPart>
        </mc:Choice>
        <mc:Fallback xmlns="">
          <p:pic>
            <p:nvPicPr>
              <p:cNvPr id="3" name="墨迹 2">
                <a:extLst>
                  <a:ext uri="{FF2B5EF4-FFF2-40B4-BE49-F238E27FC236}">
                    <a16:creationId xmlns:a16="http://schemas.microsoft.com/office/drawing/2014/main" id="{E4BD887D-87CA-411C-11FD-DF532E867D93}"/>
                  </a:ext>
                </a:extLst>
              </p:cNvPr>
              <p:cNvPicPr/>
              <p:nvPr/>
            </p:nvPicPr>
            <p:blipFill>
              <a:blip r:embed="rId58"/>
              <a:stretch>
                <a:fillRect/>
              </a:stretch>
            </p:blipFill>
            <p:spPr>
              <a:xfrm>
                <a:off x="2333880" y="2632320"/>
                <a:ext cx="20340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8" name="墨迹 7">
                <a:extLst>
                  <a:ext uri="{FF2B5EF4-FFF2-40B4-BE49-F238E27FC236}">
                    <a16:creationId xmlns:a16="http://schemas.microsoft.com/office/drawing/2014/main" id="{0F43E83E-1DFB-138D-3784-E22F58388D9A}"/>
                  </a:ext>
                </a:extLst>
              </p14:cNvPr>
              <p14:cNvContentPartPr/>
              <p14:nvPr/>
            </p14:nvContentPartPr>
            <p14:xfrm>
              <a:off x="5308188" y="1748199"/>
              <a:ext cx="2919600" cy="99720"/>
            </p14:xfrm>
          </p:contentPart>
        </mc:Choice>
        <mc:Fallback xmlns="">
          <p:pic>
            <p:nvPicPr>
              <p:cNvPr id="8" name="墨迹 7">
                <a:extLst>
                  <a:ext uri="{FF2B5EF4-FFF2-40B4-BE49-F238E27FC236}">
                    <a16:creationId xmlns:a16="http://schemas.microsoft.com/office/drawing/2014/main" id="{0F43E83E-1DFB-138D-3784-E22F58388D9A}"/>
                  </a:ext>
                </a:extLst>
              </p:cNvPr>
              <p:cNvPicPr/>
              <p:nvPr/>
            </p:nvPicPr>
            <p:blipFill>
              <a:blip r:embed="rId60"/>
              <a:stretch>
                <a:fillRect/>
              </a:stretch>
            </p:blipFill>
            <p:spPr>
              <a:xfrm>
                <a:off x="5290548" y="1730199"/>
                <a:ext cx="2955240" cy="135360"/>
              </a:xfrm>
              <a:prstGeom prst="rect">
                <a:avLst/>
              </a:prstGeom>
            </p:spPr>
          </p:pic>
        </mc:Fallback>
      </mc:AlternateContent>
      <p:grpSp>
        <p:nvGrpSpPr>
          <p:cNvPr id="14" name="组合 13">
            <a:extLst>
              <a:ext uri="{FF2B5EF4-FFF2-40B4-BE49-F238E27FC236}">
                <a16:creationId xmlns:a16="http://schemas.microsoft.com/office/drawing/2014/main" id="{CC8FA5BD-B9F2-0BCD-543D-6CA39743FC3C}"/>
              </a:ext>
            </a:extLst>
          </p:cNvPr>
          <p:cNvGrpSpPr/>
          <p:nvPr/>
        </p:nvGrpSpPr>
        <p:grpSpPr>
          <a:xfrm>
            <a:off x="3958188" y="1367319"/>
            <a:ext cx="4142520" cy="529560"/>
            <a:chOff x="3958188" y="1367319"/>
            <a:chExt cx="4142520" cy="529560"/>
          </a:xfrm>
        </p:grpSpPr>
        <mc:AlternateContent xmlns:mc="http://schemas.openxmlformats.org/markup-compatibility/2006" xmlns:p14="http://schemas.microsoft.com/office/powerpoint/2010/main">
          <mc:Choice Requires="p14">
            <p:contentPart p14:bwMode="auto" r:id="rId61">
              <p14:nvContentPartPr>
                <p14:cNvPr id="4" name="墨迹 3">
                  <a:extLst>
                    <a:ext uri="{FF2B5EF4-FFF2-40B4-BE49-F238E27FC236}">
                      <a16:creationId xmlns:a16="http://schemas.microsoft.com/office/drawing/2014/main" id="{F3B26FCC-F941-8DC4-FA2E-F8593DCD39B1}"/>
                    </a:ext>
                  </a:extLst>
                </p14:cNvPr>
                <p14:cNvContentPartPr/>
                <p14:nvPr/>
              </p14:nvContentPartPr>
              <p14:xfrm>
                <a:off x="4109388" y="1367319"/>
                <a:ext cx="1004040" cy="518040"/>
              </p14:xfrm>
            </p:contentPart>
          </mc:Choice>
          <mc:Fallback xmlns="">
            <p:pic>
              <p:nvPicPr>
                <p:cNvPr id="4" name="墨迹 3">
                  <a:extLst>
                    <a:ext uri="{FF2B5EF4-FFF2-40B4-BE49-F238E27FC236}">
                      <a16:creationId xmlns:a16="http://schemas.microsoft.com/office/drawing/2014/main" id="{F3B26FCC-F941-8DC4-FA2E-F8593DCD39B1}"/>
                    </a:ext>
                  </a:extLst>
                </p:cNvPr>
                <p:cNvPicPr/>
                <p:nvPr/>
              </p:nvPicPr>
              <p:blipFill>
                <a:blip r:embed="rId62"/>
                <a:stretch>
                  <a:fillRect/>
                </a:stretch>
              </p:blipFill>
              <p:spPr>
                <a:xfrm>
                  <a:off x="4091748" y="1349679"/>
                  <a:ext cx="1039680" cy="5536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 name="墨迹 4">
                  <a:extLst>
                    <a:ext uri="{FF2B5EF4-FFF2-40B4-BE49-F238E27FC236}">
                      <a16:creationId xmlns:a16="http://schemas.microsoft.com/office/drawing/2014/main" id="{72390186-7EF6-0A3A-31AC-F8E634028499}"/>
                    </a:ext>
                  </a:extLst>
                </p14:cNvPr>
                <p14:cNvContentPartPr/>
                <p14:nvPr/>
              </p14:nvContentPartPr>
              <p14:xfrm>
                <a:off x="4940268" y="1760799"/>
                <a:ext cx="2859120" cy="86760"/>
              </p14:xfrm>
            </p:contentPart>
          </mc:Choice>
          <mc:Fallback xmlns="">
            <p:pic>
              <p:nvPicPr>
                <p:cNvPr id="5" name="墨迹 4">
                  <a:extLst>
                    <a:ext uri="{FF2B5EF4-FFF2-40B4-BE49-F238E27FC236}">
                      <a16:creationId xmlns:a16="http://schemas.microsoft.com/office/drawing/2014/main" id="{72390186-7EF6-0A3A-31AC-F8E634028499}"/>
                    </a:ext>
                  </a:extLst>
                </p:cNvPr>
                <p:cNvPicPr/>
                <p:nvPr/>
              </p:nvPicPr>
              <p:blipFill>
                <a:blip r:embed="rId64"/>
                <a:stretch>
                  <a:fillRect/>
                </a:stretch>
              </p:blipFill>
              <p:spPr>
                <a:xfrm>
                  <a:off x="4922268" y="1743159"/>
                  <a:ext cx="28947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 name="墨迹 5">
                  <a:extLst>
                    <a:ext uri="{FF2B5EF4-FFF2-40B4-BE49-F238E27FC236}">
                      <a16:creationId xmlns:a16="http://schemas.microsoft.com/office/drawing/2014/main" id="{59F59E27-E828-4F3E-A0C1-F2432122D9BC}"/>
                    </a:ext>
                  </a:extLst>
                </p14:cNvPr>
                <p14:cNvContentPartPr/>
                <p14:nvPr/>
              </p14:nvContentPartPr>
              <p14:xfrm>
                <a:off x="4129908" y="1797879"/>
                <a:ext cx="3473280" cy="37800"/>
              </p14:xfrm>
            </p:contentPart>
          </mc:Choice>
          <mc:Fallback xmlns="">
            <p:pic>
              <p:nvPicPr>
                <p:cNvPr id="6" name="墨迹 5">
                  <a:extLst>
                    <a:ext uri="{FF2B5EF4-FFF2-40B4-BE49-F238E27FC236}">
                      <a16:creationId xmlns:a16="http://schemas.microsoft.com/office/drawing/2014/main" id="{59F59E27-E828-4F3E-A0C1-F2432122D9BC}"/>
                    </a:ext>
                  </a:extLst>
                </p:cNvPr>
                <p:cNvPicPr/>
                <p:nvPr/>
              </p:nvPicPr>
              <p:blipFill>
                <a:blip r:embed="rId66"/>
                <a:stretch>
                  <a:fillRect/>
                </a:stretch>
              </p:blipFill>
              <p:spPr>
                <a:xfrm>
                  <a:off x="4111908" y="1779879"/>
                  <a:ext cx="350892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7" name="墨迹 6">
                  <a:extLst>
                    <a:ext uri="{FF2B5EF4-FFF2-40B4-BE49-F238E27FC236}">
                      <a16:creationId xmlns:a16="http://schemas.microsoft.com/office/drawing/2014/main" id="{119BCC43-93E7-4D48-722E-726ECA34EE1C}"/>
                    </a:ext>
                  </a:extLst>
                </p14:cNvPr>
                <p14:cNvContentPartPr/>
                <p14:nvPr/>
              </p14:nvContentPartPr>
              <p14:xfrm>
                <a:off x="4344828" y="1834599"/>
                <a:ext cx="761040" cy="7200"/>
              </p14:xfrm>
            </p:contentPart>
          </mc:Choice>
          <mc:Fallback xmlns="">
            <p:pic>
              <p:nvPicPr>
                <p:cNvPr id="7" name="墨迹 6">
                  <a:extLst>
                    <a:ext uri="{FF2B5EF4-FFF2-40B4-BE49-F238E27FC236}">
                      <a16:creationId xmlns:a16="http://schemas.microsoft.com/office/drawing/2014/main" id="{119BCC43-93E7-4D48-722E-726ECA34EE1C}"/>
                    </a:ext>
                  </a:extLst>
                </p:cNvPr>
                <p:cNvPicPr/>
                <p:nvPr/>
              </p:nvPicPr>
              <p:blipFill>
                <a:blip r:embed="rId68"/>
                <a:stretch>
                  <a:fillRect/>
                </a:stretch>
              </p:blipFill>
              <p:spPr>
                <a:xfrm>
                  <a:off x="4326828" y="1816959"/>
                  <a:ext cx="7966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9" name="墨迹 8">
                  <a:extLst>
                    <a:ext uri="{FF2B5EF4-FFF2-40B4-BE49-F238E27FC236}">
                      <a16:creationId xmlns:a16="http://schemas.microsoft.com/office/drawing/2014/main" id="{ACB30911-3F8C-C1DB-DF09-B7F3832FFCDF}"/>
                    </a:ext>
                  </a:extLst>
                </p14:cNvPr>
                <p14:cNvContentPartPr/>
                <p14:nvPr/>
              </p14:nvContentPartPr>
              <p14:xfrm>
                <a:off x="4406028" y="1797159"/>
                <a:ext cx="3694680" cy="19440"/>
              </p14:xfrm>
            </p:contentPart>
          </mc:Choice>
          <mc:Fallback xmlns="">
            <p:pic>
              <p:nvPicPr>
                <p:cNvPr id="9" name="墨迹 8">
                  <a:extLst>
                    <a:ext uri="{FF2B5EF4-FFF2-40B4-BE49-F238E27FC236}">
                      <a16:creationId xmlns:a16="http://schemas.microsoft.com/office/drawing/2014/main" id="{ACB30911-3F8C-C1DB-DF09-B7F3832FFCDF}"/>
                    </a:ext>
                  </a:extLst>
                </p:cNvPr>
                <p:cNvPicPr/>
                <p:nvPr/>
              </p:nvPicPr>
              <p:blipFill>
                <a:blip r:embed="rId70"/>
                <a:stretch>
                  <a:fillRect/>
                </a:stretch>
              </p:blipFill>
              <p:spPr>
                <a:xfrm>
                  <a:off x="4388388" y="1779159"/>
                  <a:ext cx="37303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1" name="墨迹 10">
                  <a:extLst>
                    <a:ext uri="{FF2B5EF4-FFF2-40B4-BE49-F238E27FC236}">
                      <a16:creationId xmlns:a16="http://schemas.microsoft.com/office/drawing/2014/main" id="{5AE82E5B-FCC3-F6A0-3D12-2508DFECB057}"/>
                    </a:ext>
                  </a:extLst>
                </p14:cNvPr>
                <p14:cNvContentPartPr/>
                <p14:nvPr/>
              </p14:nvContentPartPr>
              <p14:xfrm>
                <a:off x="3958188" y="1839639"/>
                <a:ext cx="3890880" cy="57240"/>
              </p14:xfrm>
            </p:contentPart>
          </mc:Choice>
          <mc:Fallback xmlns="">
            <p:pic>
              <p:nvPicPr>
                <p:cNvPr id="11" name="墨迹 10">
                  <a:extLst>
                    <a:ext uri="{FF2B5EF4-FFF2-40B4-BE49-F238E27FC236}">
                      <a16:creationId xmlns:a16="http://schemas.microsoft.com/office/drawing/2014/main" id="{5AE82E5B-FCC3-F6A0-3D12-2508DFECB057}"/>
                    </a:ext>
                  </a:extLst>
                </p:cNvPr>
                <p:cNvPicPr/>
                <p:nvPr/>
              </p:nvPicPr>
              <p:blipFill>
                <a:blip r:embed="rId72"/>
                <a:stretch>
                  <a:fillRect/>
                </a:stretch>
              </p:blipFill>
              <p:spPr>
                <a:xfrm>
                  <a:off x="3940548" y="1821639"/>
                  <a:ext cx="392652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3" name="墨迹 12">
                  <a:extLst>
                    <a:ext uri="{FF2B5EF4-FFF2-40B4-BE49-F238E27FC236}">
                      <a16:creationId xmlns:a16="http://schemas.microsoft.com/office/drawing/2014/main" id="{BD4887F7-4A83-7AC0-8E0E-C721738EF5EA}"/>
                    </a:ext>
                  </a:extLst>
                </p14:cNvPr>
                <p14:cNvContentPartPr/>
                <p14:nvPr/>
              </p14:nvContentPartPr>
              <p14:xfrm>
                <a:off x="4110265" y="1763469"/>
                <a:ext cx="2124000" cy="28800"/>
              </p14:xfrm>
            </p:contentPart>
          </mc:Choice>
          <mc:Fallback xmlns="">
            <p:pic>
              <p:nvPicPr>
                <p:cNvPr id="13" name="墨迹 12">
                  <a:extLst>
                    <a:ext uri="{FF2B5EF4-FFF2-40B4-BE49-F238E27FC236}">
                      <a16:creationId xmlns:a16="http://schemas.microsoft.com/office/drawing/2014/main" id="{BD4887F7-4A83-7AC0-8E0E-C721738EF5EA}"/>
                    </a:ext>
                  </a:extLst>
                </p:cNvPr>
                <p:cNvPicPr/>
                <p:nvPr/>
              </p:nvPicPr>
              <p:blipFill>
                <a:blip r:embed="rId74"/>
                <a:stretch>
                  <a:fillRect/>
                </a:stretch>
              </p:blipFill>
              <p:spPr>
                <a:xfrm>
                  <a:off x="4092265" y="1745469"/>
                  <a:ext cx="2159640" cy="64440"/>
                </a:xfrm>
                <a:prstGeom prst="rect">
                  <a:avLst/>
                </a:prstGeom>
              </p:spPr>
            </p:pic>
          </mc:Fallback>
        </mc:AlternateContent>
      </p:grpSp>
      <p:grpSp>
        <p:nvGrpSpPr>
          <p:cNvPr id="27" name="组合 26">
            <a:extLst>
              <a:ext uri="{FF2B5EF4-FFF2-40B4-BE49-F238E27FC236}">
                <a16:creationId xmlns:a16="http://schemas.microsoft.com/office/drawing/2014/main" id="{20646188-DDAE-1A56-382C-050C25BA0BC9}"/>
              </a:ext>
            </a:extLst>
          </p:cNvPr>
          <p:cNvGrpSpPr/>
          <p:nvPr/>
        </p:nvGrpSpPr>
        <p:grpSpPr>
          <a:xfrm>
            <a:off x="6772465" y="4015989"/>
            <a:ext cx="1734120" cy="687240"/>
            <a:chOff x="6772465" y="4015989"/>
            <a:chExt cx="1734120" cy="687240"/>
          </a:xfrm>
        </p:grpSpPr>
        <mc:AlternateContent xmlns:mc="http://schemas.openxmlformats.org/markup-compatibility/2006" xmlns:p14="http://schemas.microsoft.com/office/powerpoint/2010/main">
          <mc:Choice Requires="p14">
            <p:contentPart p14:bwMode="auto" r:id="rId75">
              <p14:nvContentPartPr>
                <p14:cNvPr id="24" name="墨迹 23">
                  <a:extLst>
                    <a:ext uri="{FF2B5EF4-FFF2-40B4-BE49-F238E27FC236}">
                      <a16:creationId xmlns:a16="http://schemas.microsoft.com/office/drawing/2014/main" id="{D171A5D4-C9FA-32FC-A2F7-124719750632}"/>
                    </a:ext>
                  </a:extLst>
                </p14:cNvPr>
                <p14:cNvContentPartPr/>
                <p14:nvPr/>
              </p14:nvContentPartPr>
              <p14:xfrm>
                <a:off x="6772465" y="4015989"/>
                <a:ext cx="228960" cy="687240"/>
              </p14:xfrm>
            </p:contentPart>
          </mc:Choice>
          <mc:Fallback xmlns="">
            <p:pic>
              <p:nvPicPr>
                <p:cNvPr id="24" name="墨迹 23">
                  <a:extLst>
                    <a:ext uri="{FF2B5EF4-FFF2-40B4-BE49-F238E27FC236}">
                      <a16:creationId xmlns:a16="http://schemas.microsoft.com/office/drawing/2014/main" id="{D171A5D4-C9FA-32FC-A2F7-124719750632}"/>
                    </a:ext>
                  </a:extLst>
                </p:cNvPr>
                <p:cNvPicPr/>
                <p:nvPr/>
              </p:nvPicPr>
              <p:blipFill>
                <a:blip r:embed="rId76"/>
                <a:stretch>
                  <a:fillRect/>
                </a:stretch>
              </p:blipFill>
              <p:spPr>
                <a:xfrm>
                  <a:off x="6754465" y="3997989"/>
                  <a:ext cx="264600" cy="7228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25" name="墨迹 24">
                  <a:extLst>
                    <a:ext uri="{FF2B5EF4-FFF2-40B4-BE49-F238E27FC236}">
                      <a16:creationId xmlns:a16="http://schemas.microsoft.com/office/drawing/2014/main" id="{0FBAED87-C71C-C72C-E118-E099DBBE5AA7}"/>
                    </a:ext>
                  </a:extLst>
                </p14:cNvPr>
                <p14:cNvContentPartPr/>
                <p14:nvPr/>
              </p14:nvContentPartPr>
              <p14:xfrm>
                <a:off x="8090785" y="4156029"/>
                <a:ext cx="276120" cy="46800"/>
              </p14:xfrm>
            </p:contentPart>
          </mc:Choice>
          <mc:Fallback xmlns="">
            <p:pic>
              <p:nvPicPr>
                <p:cNvPr id="25" name="墨迹 24">
                  <a:extLst>
                    <a:ext uri="{FF2B5EF4-FFF2-40B4-BE49-F238E27FC236}">
                      <a16:creationId xmlns:a16="http://schemas.microsoft.com/office/drawing/2014/main" id="{0FBAED87-C71C-C72C-E118-E099DBBE5AA7}"/>
                    </a:ext>
                  </a:extLst>
                </p:cNvPr>
                <p:cNvPicPr/>
                <p:nvPr/>
              </p:nvPicPr>
              <p:blipFill>
                <a:blip r:embed="rId78"/>
                <a:stretch>
                  <a:fillRect/>
                </a:stretch>
              </p:blipFill>
              <p:spPr>
                <a:xfrm>
                  <a:off x="8073145" y="4138029"/>
                  <a:ext cx="31176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26" name="墨迹 25">
                  <a:extLst>
                    <a:ext uri="{FF2B5EF4-FFF2-40B4-BE49-F238E27FC236}">
                      <a16:creationId xmlns:a16="http://schemas.microsoft.com/office/drawing/2014/main" id="{F3C09C19-7F2C-9E77-D212-519141CA2007}"/>
                    </a:ext>
                  </a:extLst>
                </p14:cNvPr>
                <p14:cNvContentPartPr/>
                <p14:nvPr/>
              </p14:nvContentPartPr>
              <p14:xfrm>
                <a:off x="8192305" y="4642029"/>
                <a:ext cx="314280" cy="22680"/>
              </p14:xfrm>
            </p:contentPart>
          </mc:Choice>
          <mc:Fallback xmlns="">
            <p:pic>
              <p:nvPicPr>
                <p:cNvPr id="26" name="墨迹 25">
                  <a:extLst>
                    <a:ext uri="{FF2B5EF4-FFF2-40B4-BE49-F238E27FC236}">
                      <a16:creationId xmlns:a16="http://schemas.microsoft.com/office/drawing/2014/main" id="{F3C09C19-7F2C-9E77-D212-519141CA2007}"/>
                    </a:ext>
                  </a:extLst>
                </p:cNvPr>
                <p:cNvPicPr/>
                <p:nvPr/>
              </p:nvPicPr>
              <p:blipFill>
                <a:blip r:embed="rId80"/>
                <a:stretch>
                  <a:fillRect/>
                </a:stretch>
              </p:blipFill>
              <p:spPr>
                <a:xfrm>
                  <a:off x="8174665" y="4624029"/>
                  <a:ext cx="349920" cy="58320"/>
                </a:xfrm>
                <a:prstGeom prst="rect">
                  <a:avLst/>
                </a:prstGeom>
              </p:spPr>
            </p:pic>
          </mc:Fallback>
        </mc:AlternateContent>
      </p:grpSp>
      <p:grpSp>
        <p:nvGrpSpPr>
          <p:cNvPr id="36" name="组合 35">
            <a:extLst>
              <a:ext uri="{FF2B5EF4-FFF2-40B4-BE49-F238E27FC236}">
                <a16:creationId xmlns:a16="http://schemas.microsoft.com/office/drawing/2014/main" id="{AF4BD7F1-3E8E-4F2B-663F-8D1C72C48D09}"/>
              </a:ext>
            </a:extLst>
          </p:cNvPr>
          <p:cNvGrpSpPr/>
          <p:nvPr/>
        </p:nvGrpSpPr>
        <p:grpSpPr>
          <a:xfrm>
            <a:off x="7700905" y="2093949"/>
            <a:ext cx="813960" cy="592200"/>
            <a:chOff x="7700905" y="2093949"/>
            <a:chExt cx="813960" cy="592200"/>
          </a:xfrm>
        </p:grpSpPr>
        <mc:AlternateContent xmlns:mc="http://schemas.openxmlformats.org/markup-compatibility/2006" xmlns:p14="http://schemas.microsoft.com/office/powerpoint/2010/main">
          <mc:Choice Requires="p14">
            <p:contentPart p14:bwMode="auto" r:id="rId81">
              <p14:nvContentPartPr>
                <p14:cNvPr id="28" name="墨迹 27">
                  <a:extLst>
                    <a:ext uri="{FF2B5EF4-FFF2-40B4-BE49-F238E27FC236}">
                      <a16:creationId xmlns:a16="http://schemas.microsoft.com/office/drawing/2014/main" id="{372F7478-2D4E-34C5-8370-1F155E3C2DF5}"/>
                    </a:ext>
                  </a:extLst>
                </p14:cNvPr>
                <p14:cNvContentPartPr/>
                <p14:nvPr/>
              </p14:nvContentPartPr>
              <p14:xfrm>
                <a:off x="7700905" y="2093949"/>
                <a:ext cx="233280" cy="576360"/>
              </p14:xfrm>
            </p:contentPart>
          </mc:Choice>
          <mc:Fallback xmlns="">
            <p:pic>
              <p:nvPicPr>
                <p:cNvPr id="28" name="墨迹 27">
                  <a:extLst>
                    <a:ext uri="{FF2B5EF4-FFF2-40B4-BE49-F238E27FC236}">
                      <a16:creationId xmlns:a16="http://schemas.microsoft.com/office/drawing/2014/main" id="{372F7478-2D4E-34C5-8370-1F155E3C2DF5}"/>
                    </a:ext>
                  </a:extLst>
                </p:cNvPr>
                <p:cNvPicPr/>
                <p:nvPr/>
              </p:nvPicPr>
              <p:blipFill>
                <a:blip r:embed="rId82"/>
                <a:stretch>
                  <a:fillRect/>
                </a:stretch>
              </p:blipFill>
              <p:spPr>
                <a:xfrm>
                  <a:off x="7683265" y="2076309"/>
                  <a:ext cx="268920" cy="6120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29" name="墨迹 28">
                  <a:extLst>
                    <a:ext uri="{FF2B5EF4-FFF2-40B4-BE49-F238E27FC236}">
                      <a16:creationId xmlns:a16="http://schemas.microsoft.com/office/drawing/2014/main" id="{36B48AAF-4D11-910D-030A-0087AFE8138A}"/>
                    </a:ext>
                  </a:extLst>
                </p14:cNvPr>
                <p14:cNvContentPartPr/>
                <p14:nvPr/>
              </p14:nvContentPartPr>
              <p14:xfrm>
                <a:off x="8028145" y="2114829"/>
                <a:ext cx="127800" cy="139680"/>
              </p14:xfrm>
            </p:contentPart>
          </mc:Choice>
          <mc:Fallback xmlns="">
            <p:pic>
              <p:nvPicPr>
                <p:cNvPr id="29" name="墨迹 28">
                  <a:extLst>
                    <a:ext uri="{FF2B5EF4-FFF2-40B4-BE49-F238E27FC236}">
                      <a16:creationId xmlns:a16="http://schemas.microsoft.com/office/drawing/2014/main" id="{36B48AAF-4D11-910D-030A-0087AFE8138A}"/>
                    </a:ext>
                  </a:extLst>
                </p:cNvPr>
                <p:cNvPicPr/>
                <p:nvPr/>
              </p:nvPicPr>
              <p:blipFill>
                <a:blip r:embed="rId84"/>
                <a:stretch>
                  <a:fillRect/>
                </a:stretch>
              </p:blipFill>
              <p:spPr>
                <a:xfrm>
                  <a:off x="8010505" y="2096829"/>
                  <a:ext cx="1634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30" name="墨迹 29">
                  <a:extLst>
                    <a:ext uri="{FF2B5EF4-FFF2-40B4-BE49-F238E27FC236}">
                      <a16:creationId xmlns:a16="http://schemas.microsoft.com/office/drawing/2014/main" id="{A50DD3B0-B39F-FD52-C241-795C1F74847C}"/>
                    </a:ext>
                  </a:extLst>
                </p14:cNvPr>
                <p14:cNvContentPartPr/>
                <p14:nvPr/>
              </p14:nvContentPartPr>
              <p14:xfrm>
                <a:off x="8072425" y="2244069"/>
                <a:ext cx="9720" cy="442080"/>
              </p14:xfrm>
            </p:contentPart>
          </mc:Choice>
          <mc:Fallback xmlns="">
            <p:pic>
              <p:nvPicPr>
                <p:cNvPr id="30" name="墨迹 29">
                  <a:extLst>
                    <a:ext uri="{FF2B5EF4-FFF2-40B4-BE49-F238E27FC236}">
                      <a16:creationId xmlns:a16="http://schemas.microsoft.com/office/drawing/2014/main" id="{A50DD3B0-B39F-FD52-C241-795C1F74847C}"/>
                    </a:ext>
                  </a:extLst>
                </p:cNvPr>
                <p:cNvPicPr/>
                <p:nvPr/>
              </p:nvPicPr>
              <p:blipFill>
                <a:blip r:embed="rId86"/>
                <a:stretch>
                  <a:fillRect/>
                </a:stretch>
              </p:blipFill>
              <p:spPr>
                <a:xfrm>
                  <a:off x="8054425" y="2226429"/>
                  <a:ext cx="45360" cy="4777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31" name="墨迹 30">
                  <a:extLst>
                    <a:ext uri="{FF2B5EF4-FFF2-40B4-BE49-F238E27FC236}">
                      <a16:creationId xmlns:a16="http://schemas.microsoft.com/office/drawing/2014/main" id="{3E816029-6AF7-CF3D-A611-EFEF1E522D99}"/>
                    </a:ext>
                  </a:extLst>
                </p14:cNvPr>
                <p14:cNvContentPartPr/>
                <p14:nvPr/>
              </p14:nvContentPartPr>
              <p14:xfrm>
                <a:off x="8182945" y="2197989"/>
                <a:ext cx="44280" cy="64080"/>
              </p14:xfrm>
            </p:contentPart>
          </mc:Choice>
          <mc:Fallback xmlns="">
            <p:pic>
              <p:nvPicPr>
                <p:cNvPr id="31" name="墨迹 30">
                  <a:extLst>
                    <a:ext uri="{FF2B5EF4-FFF2-40B4-BE49-F238E27FC236}">
                      <a16:creationId xmlns:a16="http://schemas.microsoft.com/office/drawing/2014/main" id="{3E816029-6AF7-CF3D-A611-EFEF1E522D99}"/>
                    </a:ext>
                  </a:extLst>
                </p:cNvPr>
                <p:cNvPicPr/>
                <p:nvPr/>
              </p:nvPicPr>
              <p:blipFill>
                <a:blip r:embed="rId88"/>
                <a:stretch>
                  <a:fillRect/>
                </a:stretch>
              </p:blipFill>
              <p:spPr>
                <a:xfrm>
                  <a:off x="8165305" y="2180349"/>
                  <a:ext cx="7992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32" name="墨迹 31">
                  <a:extLst>
                    <a:ext uri="{FF2B5EF4-FFF2-40B4-BE49-F238E27FC236}">
                      <a16:creationId xmlns:a16="http://schemas.microsoft.com/office/drawing/2014/main" id="{E119D50A-9FD6-84D5-08EF-206EB61B630B}"/>
                    </a:ext>
                  </a:extLst>
                </p14:cNvPr>
                <p14:cNvContentPartPr/>
                <p14:nvPr/>
              </p14:nvContentPartPr>
              <p14:xfrm>
                <a:off x="8146225" y="2293029"/>
                <a:ext cx="184680" cy="34560"/>
              </p14:xfrm>
            </p:contentPart>
          </mc:Choice>
          <mc:Fallback xmlns="">
            <p:pic>
              <p:nvPicPr>
                <p:cNvPr id="32" name="墨迹 31">
                  <a:extLst>
                    <a:ext uri="{FF2B5EF4-FFF2-40B4-BE49-F238E27FC236}">
                      <a16:creationId xmlns:a16="http://schemas.microsoft.com/office/drawing/2014/main" id="{E119D50A-9FD6-84D5-08EF-206EB61B630B}"/>
                    </a:ext>
                  </a:extLst>
                </p:cNvPr>
                <p:cNvPicPr/>
                <p:nvPr/>
              </p:nvPicPr>
              <p:blipFill>
                <a:blip r:embed="rId90"/>
                <a:stretch>
                  <a:fillRect/>
                </a:stretch>
              </p:blipFill>
              <p:spPr>
                <a:xfrm>
                  <a:off x="8128585" y="2275389"/>
                  <a:ext cx="2203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33" name="墨迹 32">
                  <a:extLst>
                    <a:ext uri="{FF2B5EF4-FFF2-40B4-BE49-F238E27FC236}">
                      <a16:creationId xmlns:a16="http://schemas.microsoft.com/office/drawing/2014/main" id="{8721033E-1723-BD52-A141-558500507E42}"/>
                    </a:ext>
                  </a:extLst>
                </p14:cNvPr>
                <p14:cNvContentPartPr/>
                <p14:nvPr/>
              </p14:nvContentPartPr>
              <p14:xfrm>
                <a:off x="8257465" y="2373309"/>
                <a:ext cx="49680" cy="196920"/>
              </p14:xfrm>
            </p:contentPart>
          </mc:Choice>
          <mc:Fallback xmlns="">
            <p:pic>
              <p:nvPicPr>
                <p:cNvPr id="33" name="墨迹 32">
                  <a:extLst>
                    <a:ext uri="{FF2B5EF4-FFF2-40B4-BE49-F238E27FC236}">
                      <a16:creationId xmlns:a16="http://schemas.microsoft.com/office/drawing/2014/main" id="{8721033E-1723-BD52-A141-558500507E42}"/>
                    </a:ext>
                  </a:extLst>
                </p:cNvPr>
                <p:cNvPicPr/>
                <p:nvPr/>
              </p:nvPicPr>
              <p:blipFill>
                <a:blip r:embed="rId92"/>
                <a:stretch>
                  <a:fillRect/>
                </a:stretch>
              </p:blipFill>
              <p:spPr>
                <a:xfrm>
                  <a:off x="8239465" y="2355669"/>
                  <a:ext cx="8532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34" name="墨迹 33">
                  <a:extLst>
                    <a:ext uri="{FF2B5EF4-FFF2-40B4-BE49-F238E27FC236}">
                      <a16:creationId xmlns:a16="http://schemas.microsoft.com/office/drawing/2014/main" id="{E39CF830-2612-2979-583F-5E03B479D5CB}"/>
                    </a:ext>
                  </a:extLst>
                </p14:cNvPr>
                <p14:cNvContentPartPr/>
                <p14:nvPr/>
              </p14:nvContentPartPr>
              <p14:xfrm>
                <a:off x="8356465" y="2419389"/>
                <a:ext cx="31680" cy="154080"/>
              </p14:xfrm>
            </p:contentPart>
          </mc:Choice>
          <mc:Fallback xmlns="">
            <p:pic>
              <p:nvPicPr>
                <p:cNvPr id="34" name="墨迹 33">
                  <a:extLst>
                    <a:ext uri="{FF2B5EF4-FFF2-40B4-BE49-F238E27FC236}">
                      <a16:creationId xmlns:a16="http://schemas.microsoft.com/office/drawing/2014/main" id="{E39CF830-2612-2979-583F-5E03B479D5CB}"/>
                    </a:ext>
                  </a:extLst>
                </p:cNvPr>
                <p:cNvPicPr/>
                <p:nvPr/>
              </p:nvPicPr>
              <p:blipFill>
                <a:blip r:embed="rId94"/>
                <a:stretch>
                  <a:fillRect/>
                </a:stretch>
              </p:blipFill>
              <p:spPr>
                <a:xfrm>
                  <a:off x="8338465" y="2401749"/>
                  <a:ext cx="6732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35" name="墨迹 34">
                  <a:extLst>
                    <a:ext uri="{FF2B5EF4-FFF2-40B4-BE49-F238E27FC236}">
                      <a16:creationId xmlns:a16="http://schemas.microsoft.com/office/drawing/2014/main" id="{A4D58C13-3A96-78AB-F5A7-76E923E875A9}"/>
                    </a:ext>
                  </a:extLst>
                </p14:cNvPr>
                <p14:cNvContentPartPr/>
                <p14:nvPr/>
              </p14:nvContentPartPr>
              <p14:xfrm>
                <a:off x="8118505" y="2613069"/>
                <a:ext cx="396360" cy="65520"/>
              </p14:xfrm>
            </p:contentPart>
          </mc:Choice>
          <mc:Fallback xmlns="">
            <p:pic>
              <p:nvPicPr>
                <p:cNvPr id="35" name="墨迹 34">
                  <a:extLst>
                    <a:ext uri="{FF2B5EF4-FFF2-40B4-BE49-F238E27FC236}">
                      <a16:creationId xmlns:a16="http://schemas.microsoft.com/office/drawing/2014/main" id="{A4D58C13-3A96-78AB-F5A7-76E923E875A9}"/>
                    </a:ext>
                  </a:extLst>
                </p:cNvPr>
                <p:cNvPicPr/>
                <p:nvPr/>
              </p:nvPicPr>
              <p:blipFill>
                <a:blip r:embed="rId96"/>
                <a:stretch>
                  <a:fillRect/>
                </a:stretch>
              </p:blipFill>
              <p:spPr>
                <a:xfrm>
                  <a:off x="8100865" y="2595429"/>
                  <a:ext cx="432000" cy="101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7">
            <p14:nvContentPartPr>
              <p14:cNvPr id="265230" name="墨迹 265229">
                <a:extLst>
                  <a:ext uri="{FF2B5EF4-FFF2-40B4-BE49-F238E27FC236}">
                    <a16:creationId xmlns:a16="http://schemas.microsoft.com/office/drawing/2014/main" id="{46BAD772-FCEE-2501-CDD7-BF29988D7171}"/>
                  </a:ext>
                </a:extLst>
              </p14:cNvPr>
              <p14:cNvContentPartPr/>
              <p14:nvPr/>
            </p14:nvContentPartPr>
            <p14:xfrm rot="9747190">
              <a:off x="3286395" y="2806033"/>
              <a:ext cx="39980" cy="5752"/>
            </p14:xfrm>
          </p:contentPart>
        </mc:Choice>
        <mc:Fallback xmlns="">
          <p:pic>
            <p:nvPicPr>
              <p:cNvPr id="265230" name="墨迹 265229">
                <a:extLst>
                  <a:ext uri="{FF2B5EF4-FFF2-40B4-BE49-F238E27FC236}">
                    <a16:creationId xmlns:a16="http://schemas.microsoft.com/office/drawing/2014/main" id="{46BAD772-FCEE-2501-CDD7-BF29988D7171}"/>
                  </a:ext>
                </a:extLst>
              </p:cNvPr>
              <p:cNvPicPr/>
              <p:nvPr/>
            </p:nvPicPr>
            <p:blipFill>
              <a:blip r:embed="rId98"/>
              <a:stretch>
                <a:fillRect/>
              </a:stretch>
            </p:blipFill>
            <p:spPr>
              <a:xfrm rot="9747190">
                <a:off x="3268547" y="2789115"/>
                <a:ext cx="75319" cy="39249"/>
              </a:xfrm>
              <a:prstGeom prst="rect">
                <a:avLst/>
              </a:prstGeom>
            </p:spPr>
          </p:pic>
        </mc:Fallback>
      </mc:AlternateContent>
      <p:grpSp>
        <p:nvGrpSpPr>
          <p:cNvPr id="265238" name="组合 265237">
            <a:extLst>
              <a:ext uri="{FF2B5EF4-FFF2-40B4-BE49-F238E27FC236}">
                <a16:creationId xmlns:a16="http://schemas.microsoft.com/office/drawing/2014/main" id="{1116953D-1C2F-CFAD-1A86-2EE5C74E9A77}"/>
              </a:ext>
            </a:extLst>
          </p:cNvPr>
          <p:cNvGrpSpPr/>
          <p:nvPr/>
        </p:nvGrpSpPr>
        <p:grpSpPr>
          <a:xfrm>
            <a:off x="2327185" y="2668509"/>
            <a:ext cx="4527360" cy="1061640"/>
            <a:chOff x="2327185" y="2668509"/>
            <a:chExt cx="4527360" cy="1061640"/>
          </a:xfrm>
        </p:grpSpPr>
        <mc:AlternateContent xmlns:mc="http://schemas.openxmlformats.org/markup-compatibility/2006" xmlns:p14="http://schemas.microsoft.com/office/powerpoint/2010/main">
          <mc:Choice Requires="p14">
            <p:contentPart p14:bwMode="auto" r:id="rId99">
              <p14:nvContentPartPr>
                <p14:cNvPr id="15" name="墨迹 14">
                  <a:extLst>
                    <a:ext uri="{FF2B5EF4-FFF2-40B4-BE49-F238E27FC236}">
                      <a16:creationId xmlns:a16="http://schemas.microsoft.com/office/drawing/2014/main" id="{D41AE48D-9B1E-8827-EDD4-E94A91B39B9B}"/>
                    </a:ext>
                  </a:extLst>
                </p14:cNvPr>
                <p14:cNvContentPartPr/>
                <p14:nvPr/>
              </p14:nvContentPartPr>
              <p14:xfrm>
                <a:off x="2327185" y="2669229"/>
                <a:ext cx="177120" cy="292680"/>
              </p14:xfrm>
            </p:contentPart>
          </mc:Choice>
          <mc:Fallback xmlns="">
            <p:pic>
              <p:nvPicPr>
                <p:cNvPr id="15" name="墨迹 14">
                  <a:extLst>
                    <a:ext uri="{FF2B5EF4-FFF2-40B4-BE49-F238E27FC236}">
                      <a16:creationId xmlns:a16="http://schemas.microsoft.com/office/drawing/2014/main" id="{D41AE48D-9B1E-8827-EDD4-E94A91B39B9B}"/>
                    </a:ext>
                  </a:extLst>
                </p:cNvPr>
                <p:cNvPicPr/>
                <p:nvPr/>
              </p:nvPicPr>
              <p:blipFill>
                <a:blip r:embed="rId100"/>
                <a:stretch>
                  <a:fillRect/>
                </a:stretch>
              </p:blipFill>
              <p:spPr>
                <a:xfrm>
                  <a:off x="2309185" y="2651589"/>
                  <a:ext cx="21276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6" name="墨迹 15">
                  <a:extLst>
                    <a:ext uri="{FF2B5EF4-FFF2-40B4-BE49-F238E27FC236}">
                      <a16:creationId xmlns:a16="http://schemas.microsoft.com/office/drawing/2014/main" id="{494289A1-C0F5-E339-D82F-139DD45E3F91}"/>
                    </a:ext>
                  </a:extLst>
                </p14:cNvPr>
                <p14:cNvContentPartPr/>
                <p14:nvPr/>
              </p14:nvContentPartPr>
              <p14:xfrm>
                <a:off x="2379745" y="2687589"/>
                <a:ext cx="151200" cy="339840"/>
              </p14:xfrm>
            </p:contentPart>
          </mc:Choice>
          <mc:Fallback xmlns="">
            <p:pic>
              <p:nvPicPr>
                <p:cNvPr id="16" name="墨迹 15">
                  <a:extLst>
                    <a:ext uri="{FF2B5EF4-FFF2-40B4-BE49-F238E27FC236}">
                      <a16:creationId xmlns:a16="http://schemas.microsoft.com/office/drawing/2014/main" id="{494289A1-C0F5-E339-D82F-139DD45E3F91}"/>
                    </a:ext>
                  </a:extLst>
                </p:cNvPr>
                <p:cNvPicPr/>
                <p:nvPr/>
              </p:nvPicPr>
              <p:blipFill>
                <a:blip r:embed="rId102"/>
                <a:stretch>
                  <a:fillRect/>
                </a:stretch>
              </p:blipFill>
              <p:spPr>
                <a:xfrm>
                  <a:off x="2362105" y="2669949"/>
                  <a:ext cx="186840" cy="3754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7" name="墨迹 16">
                  <a:extLst>
                    <a:ext uri="{FF2B5EF4-FFF2-40B4-BE49-F238E27FC236}">
                      <a16:creationId xmlns:a16="http://schemas.microsoft.com/office/drawing/2014/main" id="{B3EAAE6B-B86A-33D0-D6B7-6ABE40E26567}"/>
                    </a:ext>
                  </a:extLst>
                </p14:cNvPr>
                <p14:cNvContentPartPr/>
                <p14:nvPr/>
              </p14:nvContentPartPr>
              <p14:xfrm>
                <a:off x="3103345" y="2798469"/>
                <a:ext cx="174960" cy="360"/>
              </p14:xfrm>
            </p:contentPart>
          </mc:Choice>
          <mc:Fallback xmlns="">
            <p:pic>
              <p:nvPicPr>
                <p:cNvPr id="17" name="墨迹 16">
                  <a:extLst>
                    <a:ext uri="{FF2B5EF4-FFF2-40B4-BE49-F238E27FC236}">
                      <a16:creationId xmlns:a16="http://schemas.microsoft.com/office/drawing/2014/main" id="{B3EAAE6B-B86A-33D0-D6B7-6ABE40E26567}"/>
                    </a:ext>
                  </a:extLst>
                </p:cNvPr>
                <p:cNvPicPr/>
                <p:nvPr/>
              </p:nvPicPr>
              <p:blipFill>
                <a:blip r:embed="rId104"/>
                <a:stretch>
                  <a:fillRect/>
                </a:stretch>
              </p:blipFill>
              <p:spPr>
                <a:xfrm>
                  <a:off x="3085345" y="2780829"/>
                  <a:ext cx="2106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8" name="墨迹 17">
                  <a:extLst>
                    <a:ext uri="{FF2B5EF4-FFF2-40B4-BE49-F238E27FC236}">
                      <a16:creationId xmlns:a16="http://schemas.microsoft.com/office/drawing/2014/main" id="{CA9753DF-71A1-C2A1-2944-BC744B71E694}"/>
                    </a:ext>
                  </a:extLst>
                </p14:cNvPr>
                <p14:cNvContentPartPr/>
                <p14:nvPr/>
              </p14:nvContentPartPr>
              <p14:xfrm>
                <a:off x="3897505" y="2826549"/>
                <a:ext cx="213120" cy="360"/>
              </p14:xfrm>
            </p:contentPart>
          </mc:Choice>
          <mc:Fallback xmlns="">
            <p:pic>
              <p:nvPicPr>
                <p:cNvPr id="18" name="墨迹 17">
                  <a:extLst>
                    <a:ext uri="{FF2B5EF4-FFF2-40B4-BE49-F238E27FC236}">
                      <a16:creationId xmlns:a16="http://schemas.microsoft.com/office/drawing/2014/main" id="{CA9753DF-71A1-C2A1-2944-BC744B71E694}"/>
                    </a:ext>
                  </a:extLst>
                </p:cNvPr>
                <p:cNvPicPr/>
                <p:nvPr/>
              </p:nvPicPr>
              <p:blipFill>
                <a:blip r:embed="rId106"/>
                <a:stretch>
                  <a:fillRect/>
                </a:stretch>
              </p:blipFill>
              <p:spPr>
                <a:xfrm>
                  <a:off x="3879865" y="2808549"/>
                  <a:ext cx="2487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9" name="墨迹 18">
                  <a:extLst>
                    <a:ext uri="{FF2B5EF4-FFF2-40B4-BE49-F238E27FC236}">
                      <a16:creationId xmlns:a16="http://schemas.microsoft.com/office/drawing/2014/main" id="{919D4343-14D7-A437-AF91-8A6DB8FCCD47}"/>
                    </a:ext>
                  </a:extLst>
                </p14:cNvPr>
                <p14:cNvContentPartPr/>
                <p14:nvPr/>
              </p14:nvContentPartPr>
              <p14:xfrm>
                <a:off x="4479265" y="2826549"/>
                <a:ext cx="627120" cy="9000"/>
              </p14:xfrm>
            </p:contentPart>
          </mc:Choice>
          <mc:Fallback xmlns="">
            <p:pic>
              <p:nvPicPr>
                <p:cNvPr id="19" name="墨迹 18">
                  <a:extLst>
                    <a:ext uri="{FF2B5EF4-FFF2-40B4-BE49-F238E27FC236}">
                      <a16:creationId xmlns:a16="http://schemas.microsoft.com/office/drawing/2014/main" id="{919D4343-14D7-A437-AF91-8A6DB8FCCD47}"/>
                    </a:ext>
                  </a:extLst>
                </p:cNvPr>
                <p:cNvPicPr/>
                <p:nvPr/>
              </p:nvPicPr>
              <p:blipFill>
                <a:blip r:embed="rId108"/>
                <a:stretch>
                  <a:fillRect/>
                </a:stretch>
              </p:blipFill>
              <p:spPr>
                <a:xfrm>
                  <a:off x="4461625" y="2808549"/>
                  <a:ext cx="6627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1" name="墨迹 20">
                  <a:extLst>
                    <a:ext uri="{FF2B5EF4-FFF2-40B4-BE49-F238E27FC236}">
                      <a16:creationId xmlns:a16="http://schemas.microsoft.com/office/drawing/2014/main" id="{520E4C40-6F2F-0D4F-E46B-49926AE587B7}"/>
                    </a:ext>
                  </a:extLst>
                </p14:cNvPr>
                <p14:cNvContentPartPr/>
                <p14:nvPr/>
              </p14:nvContentPartPr>
              <p14:xfrm>
                <a:off x="5403025" y="2678229"/>
                <a:ext cx="286560" cy="10440"/>
              </p14:xfrm>
            </p:contentPart>
          </mc:Choice>
          <mc:Fallback xmlns="">
            <p:pic>
              <p:nvPicPr>
                <p:cNvPr id="21" name="墨迹 20">
                  <a:extLst>
                    <a:ext uri="{FF2B5EF4-FFF2-40B4-BE49-F238E27FC236}">
                      <a16:creationId xmlns:a16="http://schemas.microsoft.com/office/drawing/2014/main" id="{520E4C40-6F2F-0D4F-E46B-49926AE587B7}"/>
                    </a:ext>
                  </a:extLst>
                </p:cNvPr>
                <p:cNvPicPr/>
                <p:nvPr/>
              </p:nvPicPr>
              <p:blipFill>
                <a:blip r:embed="rId110"/>
                <a:stretch>
                  <a:fillRect/>
                </a:stretch>
              </p:blipFill>
              <p:spPr>
                <a:xfrm>
                  <a:off x="5385025" y="2660589"/>
                  <a:ext cx="3222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22" name="墨迹 21">
                  <a:extLst>
                    <a:ext uri="{FF2B5EF4-FFF2-40B4-BE49-F238E27FC236}">
                      <a16:creationId xmlns:a16="http://schemas.microsoft.com/office/drawing/2014/main" id="{3FE025B0-1570-1AF1-7985-98B5B3ACD97D}"/>
                    </a:ext>
                  </a:extLst>
                </p14:cNvPr>
                <p14:cNvContentPartPr/>
                <p14:nvPr/>
              </p14:nvContentPartPr>
              <p14:xfrm>
                <a:off x="6077305" y="2677869"/>
                <a:ext cx="300960" cy="10440"/>
              </p14:xfrm>
            </p:contentPart>
          </mc:Choice>
          <mc:Fallback xmlns="">
            <p:pic>
              <p:nvPicPr>
                <p:cNvPr id="22" name="墨迹 21">
                  <a:extLst>
                    <a:ext uri="{FF2B5EF4-FFF2-40B4-BE49-F238E27FC236}">
                      <a16:creationId xmlns:a16="http://schemas.microsoft.com/office/drawing/2014/main" id="{3FE025B0-1570-1AF1-7985-98B5B3ACD97D}"/>
                    </a:ext>
                  </a:extLst>
                </p:cNvPr>
                <p:cNvPicPr/>
                <p:nvPr/>
              </p:nvPicPr>
              <p:blipFill>
                <a:blip r:embed="rId112"/>
                <a:stretch>
                  <a:fillRect/>
                </a:stretch>
              </p:blipFill>
              <p:spPr>
                <a:xfrm>
                  <a:off x="6059665" y="2659869"/>
                  <a:ext cx="3366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37" name="墨迹 36">
                  <a:extLst>
                    <a:ext uri="{FF2B5EF4-FFF2-40B4-BE49-F238E27FC236}">
                      <a16:creationId xmlns:a16="http://schemas.microsoft.com/office/drawing/2014/main" id="{62AC1DC9-C2D2-7447-4B07-EC9D8780FC99}"/>
                    </a:ext>
                  </a:extLst>
                </p14:cNvPr>
                <p14:cNvContentPartPr/>
                <p14:nvPr/>
              </p14:nvContentPartPr>
              <p14:xfrm>
                <a:off x="4580785" y="2826189"/>
                <a:ext cx="313560" cy="19080"/>
              </p14:xfrm>
            </p:contentPart>
          </mc:Choice>
          <mc:Fallback xmlns="">
            <p:pic>
              <p:nvPicPr>
                <p:cNvPr id="37" name="墨迹 36">
                  <a:extLst>
                    <a:ext uri="{FF2B5EF4-FFF2-40B4-BE49-F238E27FC236}">
                      <a16:creationId xmlns:a16="http://schemas.microsoft.com/office/drawing/2014/main" id="{62AC1DC9-C2D2-7447-4B07-EC9D8780FC99}"/>
                    </a:ext>
                  </a:extLst>
                </p:cNvPr>
                <p:cNvPicPr/>
                <p:nvPr/>
              </p:nvPicPr>
              <p:blipFill>
                <a:blip r:embed="rId114"/>
                <a:stretch>
                  <a:fillRect/>
                </a:stretch>
              </p:blipFill>
              <p:spPr>
                <a:xfrm>
                  <a:off x="4563145" y="2808189"/>
                  <a:ext cx="34920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38" name="墨迹 37">
                  <a:extLst>
                    <a:ext uri="{FF2B5EF4-FFF2-40B4-BE49-F238E27FC236}">
                      <a16:creationId xmlns:a16="http://schemas.microsoft.com/office/drawing/2014/main" id="{4EEA2CF7-A610-8244-6546-24E632854957}"/>
                    </a:ext>
                  </a:extLst>
                </p14:cNvPr>
                <p14:cNvContentPartPr/>
                <p14:nvPr/>
              </p14:nvContentPartPr>
              <p14:xfrm>
                <a:off x="5356945" y="2668869"/>
                <a:ext cx="489600" cy="47160"/>
              </p14:xfrm>
            </p:contentPart>
          </mc:Choice>
          <mc:Fallback xmlns="">
            <p:pic>
              <p:nvPicPr>
                <p:cNvPr id="38" name="墨迹 37">
                  <a:extLst>
                    <a:ext uri="{FF2B5EF4-FFF2-40B4-BE49-F238E27FC236}">
                      <a16:creationId xmlns:a16="http://schemas.microsoft.com/office/drawing/2014/main" id="{4EEA2CF7-A610-8244-6546-24E632854957}"/>
                    </a:ext>
                  </a:extLst>
                </p:cNvPr>
                <p:cNvPicPr/>
                <p:nvPr/>
              </p:nvPicPr>
              <p:blipFill>
                <a:blip r:embed="rId116"/>
                <a:stretch>
                  <a:fillRect/>
                </a:stretch>
              </p:blipFill>
              <p:spPr>
                <a:xfrm>
                  <a:off x="5338945" y="2650869"/>
                  <a:ext cx="52524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39" name="墨迹 38">
                  <a:extLst>
                    <a:ext uri="{FF2B5EF4-FFF2-40B4-BE49-F238E27FC236}">
                      <a16:creationId xmlns:a16="http://schemas.microsoft.com/office/drawing/2014/main" id="{3F95F7B9-A9A4-4294-F267-FFE3C1E8427B}"/>
                    </a:ext>
                  </a:extLst>
                </p14:cNvPr>
                <p14:cNvContentPartPr/>
                <p14:nvPr/>
              </p14:nvContentPartPr>
              <p14:xfrm>
                <a:off x="6109345" y="2678229"/>
                <a:ext cx="466920" cy="28440"/>
              </p14:xfrm>
            </p:contentPart>
          </mc:Choice>
          <mc:Fallback xmlns="">
            <p:pic>
              <p:nvPicPr>
                <p:cNvPr id="39" name="墨迹 38">
                  <a:extLst>
                    <a:ext uri="{FF2B5EF4-FFF2-40B4-BE49-F238E27FC236}">
                      <a16:creationId xmlns:a16="http://schemas.microsoft.com/office/drawing/2014/main" id="{3F95F7B9-A9A4-4294-F267-FFE3C1E8427B}"/>
                    </a:ext>
                  </a:extLst>
                </p:cNvPr>
                <p:cNvPicPr/>
                <p:nvPr/>
              </p:nvPicPr>
              <p:blipFill>
                <a:blip r:embed="rId118"/>
                <a:stretch>
                  <a:fillRect/>
                </a:stretch>
              </p:blipFill>
              <p:spPr>
                <a:xfrm>
                  <a:off x="6091705" y="2660229"/>
                  <a:ext cx="50256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40" name="墨迹 39">
                  <a:extLst>
                    <a:ext uri="{FF2B5EF4-FFF2-40B4-BE49-F238E27FC236}">
                      <a16:creationId xmlns:a16="http://schemas.microsoft.com/office/drawing/2014/main" id="{91474B78-E554-B7D5-29AC-A035BAEF1BA0}"/>
                    </a:ext>
                  </a:extLst>
                </p14:cNvPr>
                <p14:cNvContentPartPr/>
                <p14:nvPr/>
              </p14:nvContentPartPr>
              <p14:xfrm>
                <a:off x="6188545" y="2697309"/>
                <a:ext cx="146880" cy="9000"/>
              </p14:xfrm>
            </p:contentPart>
          </mc:Choice>
          <mc:Fallback xmlns="">
            <p:pic>
              <p:nvPicPr>
                <p:cNvPr id="40" name="墨迹 39">
                  <a:extLst>
                    <a:ext uri="{FF2B5EF4-FFF2-40B4-BE49-F238E27FC236}">
                      <a16:creationId xmlns:a16="http://schemas.microsoft.com/office/drawing/2014/main" id="{91474B78-E554-B7D5-29AC-A035BAEF1BA0}"/>
                    </a:ext>
                  </a:extLst>
                </p:cNvPr>
                <p:cNvPicPr/>
                <p:nvPr/>
              </p:nvPicPr>
              <p:blipFill>
                <a:blip r:embed="rId120"/>
                <a:stretch>
                  <a:fillRect/>
                </a:stretch>
              </p:blipFill>
              <p:spPr>
                <a:xfrm>
                  <a:off x="6170545" y="2679309"/>
                  <a:ext cx="1825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265226" name="墨迹 265225">
                  <a:extLst>
                    <a:ext uri="{FF2B5EF4-FFF2-40B4-BE49-F238E27FC236}">
                      <a16:creationId xmlns:a16="http://schemas.microsoft.com/office/drawing/2014/main" id="{B5FC616B-A33D-957B-48B3-D15B93EEDAE7}"/>
                    </a:ext>
                  </a:extLst>
                </p14:cNvPr>
                <p14:cNvContentPartPr/>
                <p14:nvPr/>
              </p14:nvContentPartPr>
              <p14:xfrm>
                <a:off x="5309785" y="2668509"/>
                <a:ext cx="371160" cy="10440"/>
              </p14:xfrm>
            </p:contentPart>
          </mc:Choice>
          <mc:Fallback xmlns="">
            <p:pic>
              <p:nvPicPr>
                <p:cNvPr id="265226" name="墨迹 265225">
                  <a:extLst>
                    <a:ext uri="{FF2B5EF4-FFF2-40B4-BE49-F238E27FC236}">
                      <a16:creationId xmlns:a16="http://schemas.microsoft.com/office/drawing/2014/main" id="{B5FC616B-A33D-957B-48B3-D15B93EEDAE7}"/>
                    </a:ext>
                  </a:extLst>
                </p:cNvPr>
                <p:cNvPicPr/>
                <p:nvPr/>
              </p:nvPicPr>
              <p:blipFill>
                <a:blip r:embed="rId122"/>
                <a:stretch>
                  <a:fillRect/>
                </a:stretch>
              </p:blipFill>
              <p:spPr>
                <a:xfrm>
                  <a:off x="5291785" y="2650509"/>
                  <a:ext cx="4068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265227" name="墨迹 265226">
                  <a:extLst>
                    <a:ext uri="{FF2B5EF4-FFF2-40B4-BE49-F238E27FC236}">
                      <a16:creationId xmlns:a16="http://schemas.microsoft.com/office/drawing/2014/main" id="{23483644-9CAE-1604-EBD4-7374EA8DBA23}"/>
                    </a:ext>
                  </a:extLst>
                </p14:cNvPr>
                <p14:cNvContentPartPr/>
                <p14:nvPr/>
              </p14:nvContentPartPr>
              <p14:xfrm>
                <a:off x="6021145" y="2669229"/>
                <a:ext cx="621000" cy="19800"/>
              </p14:xfrm>
            </p:contentPart>
          </mc:Choice>
          <mc:Fallback xmlns="">
            <p:pic>
              <p:nvPicPr>
                <p:cNvPr id="265227" name="墨迹 265226">
                  <a:extLst>
                    <a:ext uri="{FF2B5EF4-FFF2-40B4-BE49-F238E27FC236}">
                      <a16:creationId xmlns:a16="http://schemas.microsoft.com/office/drawing/2014/main" id="{23483644-9CAE-1604-EBD4-7374EA8DBA23}"/>
                    </a:ext>
                  </a:extLst>
                </p:cNvPr>
                <p:cNvPicPr/>
                <p:nvPr/>
              </p:nvPicPr>
              <p:blipFill>
                <a:blip r:embed="rId124"/>
                <a:stretch>
                  <a:fillRect/>
                </a:stretch>
              </p:blipFill>
              <p:spPr>
                <a:xfrm>
                  <a:off x="6003505" y="2651589"/>
                  <a:ext cx="65664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265231" name="墨迹 265230">
                  <a:extLst>
                    <a:ext uri="{FF2B5EF4-FFF2-40B4-BE49-F238E27FC236}">
                      <a16:creationId xmlns:a16="http://schemas.microsoft.com/office/drawing/2014/main" id="{1CEB2333-0B1C-F58E-D5F4-FF344A81F8BA}"/>
                    </a:ext>
                  </a:extLst>
                </p14:cNvPr>
                <p14:cNvContentPartPr/>
                <p14:nvPr/>
              </p14:nvContentPartPr>
              <p14:xfrm>
                <a:off x="3168145" y="2798469"/>
                <a:ext cx="211680" cy="19080"/>
              </p14:xfrm>
            </p:contentPart>
          </mc:Choice>
          <mc:Fallback xmlns="">
            <p:pic>
              <p:nvPicPr>
                <p:cNvPr id="265231" name="墨迹 265230">
                  <a:extLst>
                    <a:ext uri="{FF2B5EF4-FFF2-40B4-BE49-F238E27FC236}">
                      <a16:creationId xmlns:a16="http://schemas.microsoft.com/office/drawing/2014/main" id="{1CEB2333-0B1C-F58E-D5F4-FF344A81F8BA}"/>
                    </a:ext>
                  </a:extLst>
                </p:cNvPr>
                <p:cNvPicPr/>
                <p:nvPr/>
              </p:nvPicPr>
              <p:blipFill>
                <a:blip r:embed="rId126"/>
                <a:stretch>
                  <a:fillRect/>
                </a:stretch>
              </p:blipFill>
              <p:spPr>
                <a:xfrm>
                  <a:off x="3150145" y="2780469"/>
                  <a:ext cx="24732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265232" name="墨迹 265231">
                  <a:extLst>
                    <a:ext uri="{FF2B5EF4-FFF2-40B4-BE49-F238E27FC236}">
                      <a16:creationId xmlns:a16="http://schemas.microsoft.com/office/drawing/2014/main" id="{66C650DD-20E1-C6AC-D187-EF8960FE063D}"/>
                    </a:ext>
                  </a:extLst>
                </p14:cNvPr>
                <p14:cNvContentPartPr/>
                <p14:nvPr/>
              </p14:nvContentPartPr>
              <p14:xfrm>
                <a:off x="3103345" y="2788029"/>
                <a:ext cx="560880" cy="29520"/>
              </p14:xfrm>
            </p:contentPart>
          </mc:Choice>
          <mc:Fallback xmlns="">
            <p:pic>
              <p:nvPicPr>
                <p:cNvPr id="265232" name="墨迹 265231">
                  <a:extLst>
                    <a:ext uri="{FF2B5EF4-FFF2-40B4-BE49-F238E27FC236}">
                      <a16:creationId xmlns:a16="http://schemas.microsoft.com/office/drawing/2014/main" id="{66C650DD-20E1-C6AC-D187-EF8960FE063D}"/>
                    </a:ext>
                  </a:extLst>
                </p:cNvPr>
                <p:cNvPicPr/>
                <p:nvPr/>
              </p:nvPicPr>
              <p:blipFill>
                <a:blip r:embed="rId128"/>
                <a:stretch>
                  <a:fillRect/>
                </a:stretch>
              </p:blipFill>
              <p:spPr>
                <a:xfrm>
                  <a:off x="3085345" y="2770029"/>
                  <a:ext cx="59652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265233" name="墨迹 265232">
                  <a:extLst>
                    <a:ext uri="{FF2B5EF4-FFF2-40B4-BE49-F238E27FC236}">
                      <a16:creationId xmlns:a16="http://schemas.microsoft.com/office/drawing/2014/main" id="{D4DBD825-ED93-6BEC-4A97-5A2E14540C5E}"/>
                    </a:ext>
                  </a:extLst>
                </p14:cNvPr>
                <p14:cNvContentPartPr/>
                <p14:nvPr/>
              </p14:nvContentPartPr>
              <p14:xfrm>
                <a:off x="3768265" y="2834829"/>
                <a:ext cx="314640" cy="19080"/>
              </p14:xfrm>
            </p:contentPart>
          </mc:Choice>
          <mc:Fallback xmlns="">
            <p:pic>
              <p:nvPicPr>
                <p:cNvPr id="265233" name="墨迹 265232">
                  <a:extLst>
                    <a:ext uri="{FF2B5EF4-FFF2-40B4-BE49-F238E27FC236}">
                      <a16:creationId xmlns:a16="http://schemas.microsoft.com/office/drawing/2014/main" id="{D4DBD825-ED93-6BEC-4A97-5A2E14540C5E}"/>
                    </a:ext>
                  </a:extLst>
                </p:cNvPr>
                <p:cNvPicPr/>
                <p:nvPr/>
              </p:nvPicPr>
              <p:blipFill>
                <a:blip r:embed="rId130"/>
                <a:stretch>
                  <a:fillRect/>
                </a:stretch>
              </p:blipFill>
              <p:spPr>
                <a:xfrm>
                  <a:off x="3750265" y="2817189"/>
                  <a:ext cx="3502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265235" name="墨迹 265234">
                  <a:extLst>
                    <a:ext uri="{FF2B5EF4-FFF2-40B4-BE49-F238E27FC236}">
                      <a16:creationId xmlns:a16="http://schemas.microsoft.com/office/drawing/2014/main" id="{B6FB084D-FB22-846D-569E-DE75E4E52892}"/>
                    </a:ext>
                  </a:extLst>
                </p14:cNvPr>
                <p14:cNvContentPartPr/>
                <p14:nvPr/>
              </p14:nvContentPartPr>
              <p14:xfrm>
                <a:off x="6252985" y="2752029"/>
                <a:ext cx="600840" cy="482760"/>
              </p14:xfrm>
            </p:contentPart>
          </mc:Choice>
          <mc:Fallback xmlns="">
            <p:pic>
              <p:nvPicPr>
                <p:cNvPr id="265235" name="墨迹 265234">
                  <a:extLst>
                    <a:ext uri="{FF2B5EF4-FFF2-40B4-BE49-F238E27FC236}">
                      <a16:creationId xmlns:a16="http://schemas.microsoft.com/office/drawing/2014/main" id="{B6FB084D-FB22-846D-569E-DE75E4E52892}"/>
                    </a:ext>
                  </a:extLst>
                </p:cNvPr>
                <p:cNvPicPr/>
                <p:nvPr/>
              </p:nvPicPr>
              <p:blipFill>
                <a:blip r:embed="rId132"/>
                <a:stretch>
                  <a:fillRect/>
                </a:stretch>
              </p:blipFill>
              <p:spPr>
                <a:xfrm>
                  <a:off x="6234985" y="2734029"/>
                  <a:ext cx="636480" cy="5184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265236" name="墨迹 265235">
                  <a:extLst>
                    <a:ext uri="{FF2B5EF4-FFF2-40B4-BE49-F238E27FC236}">
                      <a16:creationId xmlns:a16="http://schemas.microsoft.com/office/drawing/2014/main" id="{81BE43BA-B399-BCA1-E565-56A596763CBD}"/>
                    </a:ext>
                  </a:extLst>
                </p14:cNvPr>
                <p14:cNvContentPartPr/>
                <p14:nvPr/>
              </p14:nvContentPartPr>
              <p14:xfrm>
                <a:off x="5596345" y="2789109"/>
                <a:ext cx="1063800" cy="822960"/>
              </p14:xfrm>
            </p:contentPart>
          </mc:Choice>
          <mc:Fallback xmlns="">
            <p:pic>
              <p:nvPicPr>
                <p:cNvPr id="265236" name="墨迹 265235">
                  <a:extLst>
                    <a:ext uri="{FF2B5EF4-FFF2-40B4-BE49-F238E27FC236}">
                      <a16:creationId xmlns:a16="http://schemas.microsoft.com/office/drawing/2014/main" id="{81BE43BA-B399-BCA1-E565-56A596763CBD}"/>
                    </a:ext>
                  </a:extLst>
                </p:cNvPr>
                <p:cNvPicPr/>
                <p:nvPr/>
              </p:nvPicPr>
              <p:blipFill>
                <a:blip r:embed="rId134"/>
                <a:stretch>
                  <a:fillRect/>
                </a:stretch>
              </p:blipFill>
              <p:spPr>
                <a:xfrm>
                  <a:off x="5578345" y="2771469"/>
                  <a:ext cx="1099440" cy="8586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265237" name="墨迹 265236">
                  <a:extLst>
                    <a:ext uri="{FF2B5EF4-FFF2-40B4-BE49-F238E27FC236}">
                      <a16:creationId xmlns:a16="http://schemas.microsoft.com/office/drawing/2014/main" id="{6E2341FA-45E6-CC58-2B2F-90353472F785}"/>
                    </a:ext>
                  </a:extLst>
                </p14:cNvPr>
                <p14:cNvContentPartPr/>
                <p14:nvPr/>
              </p14:nvContentPartPr>
              <p14:xfrm>
                <a:off x="6649705" y="3500469"/>
                <a:ext cx="204840" cy="229680"/>
              </p14:xfrm>
            </p:contentPart>
          </mc:Choice>
          <mc:Fallback xmlns="">
            <p:pic>
              <p:nvPicPr>
                <p:cNvPr id="265237" name="墨迹 265236">
                  <a:extLst>
                    <a:ext uri="{FF2B5EF4-FFF2-40B4-BE49-F238E27FC236}">
                      <a16:creationId xmlns:a16="http://schemas.microsoft.com/office/drawing/2014/main" id="{6E2341FA-45E6-CC58-2B2F-90353472F785}"/>
                    </a:ext>
                  </a:extLst>
                </p:cNvPr>
                <p:cNvPicPr/>
                <p:nvPr/>
              </p:nvPicPr>
              <p:blipFill>
                <a:blip r:embed="rId136"/>
                <a:stretch>
                  <a:fillRect/>
                </a:stretch>
              </p:blipFill>
              <p:spPr>
                <a:xfrm>
                  <a:off x="6632065" y="3482469"/>
                  <a:ext cx="240480" cy="265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7">
            <p14:nvContentPartPr>
              <p14:cNvPr id="265239" name="墨迹 265238">
                <a:extLst>
                  <a:ext uri="{FF2B5EF4-FFF2-40B4-BE49-F238E27FC236}">
                    <a16:creationId xmlns:a16="http://schemas.microsoft.com/office/drawing/2014/main" id="{8226EAF3-9971-74B7-B874-393EC9B91C50}"/>
                  </a:ext>
                </a:extLst>
              </p14:cNvPr>
              <p14:cNvContentPartPr/>
              <p14:nvPr/>
            </p14:nvContentPartPr>
            <p14:xfrm>
              <a:off x="7056505" y="6151149"/>
              <a:ext cx="1310760" cy="65160"/>
            </p14:xfrm>
          </p:contentPart>
        </mc:Choice>
        <mc:Fallback xmlns="">
          <p:pic>
            <p:nvPicPr>
              <p:cNvPr id="265239" name="墨迹 265238">
                <a:extLst>
                  <a:ext uri="{FF2B5EF4-FFF2-40B4-BE49-F238E27FC236}">
                    <a16:creationId xmlns:a16="http://schemas.microsoft.com/office/drawing/2014/main" id="{8226EAF3-9971-74B7-B874-393EC9B91C50}"/>
                  </a:ext>
                </a:extLst>
              </p:cNvPr>
              <p:cNvPicPr/>
              <p:nvPr/>
            </p:nvPicPr>
            <p:blipFill>
              <a:blip r:embed="rId138"/>
              <a:stretch>
                <a:fillRect/>
              </a:stretch>
            </p:blipFill>
            <p:spPr>
              <a:xfrm>
                <a:off x="7038865" y="6133149"/>
                <a:ext cx="13464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265240" name="墨迹 265239">
                <a:extLst>
                  <a:ext uri="{FF2B5EF4-FFF2-40B4-BE49-F238E27FC236}">
                    <a16:creationId xmlns:a16="http://schemas.microsoft.com/office/drawing/2014/main" id="{58CC8D2D-EFC3-C323-6223-58545B5480BB}"/>
                  </a:ext>
                </a:extLst>
              </p14:cNvPr>
              <p14:cNvContentPartPr/>
              <p14:nvPr/>
            </p14:nvContentPartPr>
            <p14:xfrm>
              <a:off x="7259905" y="6187869"/>
              <a:ext cx="961560" cy="19080"/>
            </p14:xfrm>
          </p:contentPart>
        </mc:Choice>
        <mc:Fallback xmlns="">
          <p:pic>
            <p:nvPicPr>
              <p:cNvPr id="265240" name="墨迹 265239">
                <a:extLst>
                  <a:ext uri="{FF2B5EF4-FFF2-40B4-BE49-F238E27FC236}">
                    <a16:creationId xmlns:a16="http://schemas.microsoft.com/office/drawing/2014/main" id="{58CC8D2D-EFC3-C323-6223-58545B5480BB}"/>
                  </a:ext>
                </a:extLst>
              </p:cNvPr>
              <p:cNvPicPr/>
              <p:nvPr/>
            </p:nvPicPr>
            <p:blipFill>
              <a:blip r:embed="rId140"/>
              <a:stretch>
                <a:fillRect/>
              </a:stretch>
            </p:blipFill>
            <p:spPr>
              <a:xfrm>
                <a:off x="7241905" y="6169869"/>
                <a:ext cx="997200" cy="5472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p:cNvSpPr>
          <p:nvPr>
            <p:ph idx="1"/>
          </p:nvPr>
        </p:nvSpPr>
        <p:spPr>
          <a:xfrm>
            <a:off x="468313" y="1052513"/>
            <a:ext cx="8229600" cy="965200"/>
          </a:xfrm>
          <a:noFill/>
          <a:ln>
            <a:noFill/>
          </a:ln>
        </p:spPr>
        <p:txBody>
          <a:bodyPr/>
          <a:lstStyle/>
          <a:p>
            <a:pPr eaLnBrk="1" hangingPunct="1"/>
            <a:r>
              <a:rPr lang="en-US" altLang="zh-CN" sz="2400" b="1" dirty="0">
                <a:latin typeface="Times New Roman" panose="02020603050405020304" pitchFamily="18" charset="0"/>
              </a:rPr>
              <a:t>① SM0</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SM1(SCON.7</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SCON.6)</a:t>
            </a:r>
            <a:r>
              <a:rPr lang="zh-CN" altLang="en-US" sz="2400" b="1" dirty="0">
                <a:latin typeface="Times New Roman" panose="02020603050405020304" pitchFamily="18" charset="0"/>
              </a:rPr>
              <a:t>：串行口工作方式设置位 </a:t>
            </a:r>
          </a:p>
        </p:txBody>
      </p:sp>
      <p:pic>
        <p:nvPicPr>
          <p:cNvPr id="2" name="图片 1"/>
          <p:cNvPicPr>
            <a:picLocks noChangeAspect="1"/>
          </p:cNvPicPr>
          <p:nvPr/>
        </p:nvPicPr>
        <p:blipFill>
          <a:blip r:embed="rId2"/>
          <a:stretch>
            <a:fillRect/>
          </a:stretch>
        </p:blipFill>
        <p:spPr>
          <a:xfrm>
            <a:off x="660400" y="2204720"/>
            <a:ext cx="7823200" cy="3423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p:cNvSpPr>
          <p:nvPr>
            <p:ph idx="1"/>
          </p:nvPr>
        </p:nvSpPr>
        <p:spPr>
          <a:xfrm>
            <a:off x="457200" y="979488"/>
            <a:ext cx="8229600" cy="5473700"/>
          </a:xfrm>
          <a:noFill/>
          <a:ln>
            <a:noFill/>
          </a:ln>
        </p:spPr>
        <p:txBody>
          <a:bodyPr/>
          <a:lstStyle/>
          <a:p>
            <a:pPr eaLnBrk="1" hangingPunct="1">
              <a:lnSpc>
                <a:spcPct val="80000"/>
              </a:lnSpc>
            </a:pPr>
            <a:r>
              <a:rPr lang="en-US" altLang="zh-CN" sz="2400" b="1" dirty="0">
                <a:latin typeface="Times New Roman" panose="02020603050405020304" pitchFamily="18" charset="0"/>
                <a:cs typeface="Times New Roman" panose="02020603050405020304" pitchFamily="18" charset="0"/>
              </a:rPr>
              <a:t>② SM2(SCON.5)</a:t>
            </a:r>
            <a:r>
              <a:rPr lang="zh-CN" altLang="en-US" sz="2400" b="1" dirty="0">
                <a:latin typeface="Times New Roman" panose="02020603050405020304" pitchFamily="18" charset="0"/>
                <a:cs typeface="Times New Roman" panose="02020603050405020304" pitchFamily="18" charset="0"/>
              </a:rPr>
              <a:t>：在方式</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和方式</a:t>
            </a: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中主要用于多机通信控制。 </a:t>
            </a:r>
          </a:p>
          <a:p>
            <a:pPr eaLnBrk="1" hangingPunct="1">
              <a:lnSpc>
                <a:spcPct val="80000"/>
              </a:lnSpc>
            </a:pPr>
            <a:endParaRPr lang="zh-CN" altLang="en-US" sz="2400" b="1" dirty="0">
              <a:latin typeface="Times New Roman" panose="02020603050405020304" pitchFamily="18" charset="0"/>
              <a:cs typeface="Times New Roman" panose="02020603050405020304" pitchFamily="18" charset="0"/>
            </a:endParaRPr>
          </a:p>
          <a:p>
            <a:pPr eaLnBrk="1" hangingPunct="1">
              <a:lnSpc>
                <a:spcPct val="80000"/>
              </a:lnSpc>
            </a:pPr>
            <a:r>
              <a:rPr lang="zh-CN" altLang="en-US" sz="2400" b="1" dirty="0">
                <a:latin typeface="Times New Roman" panose="02020603050405020304" pitchFamily="18" charset="0"/>
                <a:cs typeface="Times New Roman" panose="02020603050405020304" pitchFamily="18" charset="0"/>
              </a:rPr>
              <a:t>③ </a:t>
            </a:r>
            <a:r>
              <a:rPr lang="en-US" altLang="zh-CN" sz="2400" b="1" dirty="0">
                <a:latin typeface="Times New Roman" panose="02020603050405020304" pitchFamily="18" charset="0"/>
                <a:cs typeface="Times New Roman" panose="02020603050405020304" pitchFamily="18" charset="0"/>
              </a:rPr>
              <a:t>REN(SCON.4)</a:t>
            </a:r>
            <a:r>
              <a:rPr lang="zh-CN" altLang="en-US" sz="2400" b="1" dirty="0">
                <a:latin typeface="Times New Roman" panose="02020603050405020304" pitchFamily="18" charset="0"/>
                <a:cs typeface="Times New Roman" panose="02020603050405020304" pitchFamily="18" charset="0"/>
              </a:rPr>
              <a:t>：允许串行接收控制位。由软件置</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或清</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REN=1</a:t>
            </a:r>
            <a:r>
              <a:rPr lang="zh-CN" altLang="en-US" sz="2400" b="1" dirty="0">
                <a:latin typeface="Times New Roman" panose="02020603050405020304" pitchFamily="18" charset="0"/>
                <a:cs typeface="Times New Roman" panose="02020603050405020304" pitchFamily="18" charset="0"/>
              </a:rPr>
              <a:t>时，允许接收；</a:t>
            </a:r>
            <a:r>
              <a:rPr lang="en-US" altLang="zh-CN" sz="2400" b="1" dirty="0">
                <a:latin typeface="Times New Roman" panose="02020603050405020304" pitchFamily="18" charset="0"/>
                <a:cs typeface="Times New Roman" panose="02020603050405020304" pitchFamily="18" charset="0"/>
              </a:rPr>
              <a:t>REN=0</a:t>
            </a:r>
            <a:r>
              <a:rPr lang="zh-CN" altLang="en-US" sz="2400" b="1" dirty="0">
                <a:latin typeface="Times New Roman" panose="02020603050405020304" pitchFamily="18" charset="0"/>
                <a:cs typeface="Times New Roman" panose="02020603050405020304" pitchFamily="18" charset="0"/>
              </a:rPr>
              <a:t>时，禁止接收。</a:t>
            </a:r>
          </a:p>
          <a:p>
            <a:pPr eaLnBrk="1" hangingPunct="1">
              <a:lnSpc>
                <a:spcPct val="80000"/>
              </a:lnSpc>
            </a:pPr>
            <a:endParaRPr lang="zh-CN" altLang="en-US" sz="2400" b="1" dirty="0">
              <a:latin typeface="Times New Roman" panose="02020603050405020304" pitchFamily="18" charset="0"/>
              <a:cs typeface="Times New Roman" panose="02020603050405020304" pitchFamily="18" charset="0"/>
            </a:endParaRPr>
          </a:p>
          <a:p>
            <a:pPr eaLnBrk="1" hangingPunct="1">
              <a:lnSpc>
                <a:spcPct val="80000"/>
              </a:lnSpc>
            </a:pPr>
            <a:r>
              <a:rPr lang="zh-CN" altLang="en-US" sz="2400" b="1" dirty="0">
                <a:latin typeface="Times New Roman" panose="02020603050405020304" pitchFamily="18" charset="0"/>
                <a:cs typeface="Times New Roman" panose="02020603050405020304" pitchFamily="18" charset="0"/>
              </a:rPr>
              <a:t>④ </a:t>
            </a:r>
            <a:r>
              <a:rPr lang="en-US" altLang="zh-CN" sz="2400" b="1" dirty="0">
                <a:latin typeface="Times New Roman" panose="02020603050405020304" pitchFamily="18" charset="0"/>
                <a:cs typeface="Times New Roman" panose="02020603050405020304" pitchFamily="18" charset="0"/>
              </a:rPr>
              <a:t>TB8(SCON.3)</a:t>
            </a:r>
            <a:r>
              <a:rPr lang="zh-CN" altLang="en-US" sz="2400" b="1" dirty="0">
                <a:latin typeface="Times New Roman" panose="02020603050405020304" pitchFamily="18" charset="0"/>
                <a:cs typeface="Times New Roman" panose="02020603050405020304" pitchFamily="18" charset="0"/>
              </a:rPr>
              <a:t>：发送数据的第</a:t>
            </a:r>
            <a:r>
              <a:rPr lang="en-US" altLang="zh-CN" sz="2400" b="1" dirty="0">
                <a:latin typeface="Times New Roman" panose="02020603050405020304" pitchFamily="18" charset="0"/>
                <a:cs typeface="Times New Roman" panose="02020603050405020304" pitchFamily="18" charset="0"/>
              </a:rPr>
              <a:t>9</a:t>
            </a:r>
            <a:r>
              <a:rPr lang="zh-CN" altLang="en-US" sz="2400" b="1" dirty="0">
                <a:latin typeface="Times New Roman" panose="02020603050405020304" pitchFamily="18" charset="0"/>
                <a:cs typeface="Times New Roman" panose="02020603050405020304" pitchFamily="18" charset="0"/>
              </a:rPr>
              <a:t>位。 </a:t>
            </a:r>
          </a:p>
          <a:p>
            <a:pPr eaLnBrk="1" hangingPunct="1">
              <a:lnSpc>
                <a:spcPct val="80000"/>
              </a:lnSpc>
            </a:pPr>
            <a:endParaRPr lang="zh-CN" altLang="en-US" sz="2400" b="1" dirty="0">
              <a:latin typeface="Times New Roman" panose="02020603050405020304" pitchFamily="18" charset="0"/>
              <a:cs typeface="Times New Roman" panose="02020603050405020304" pitchFamily="18" charset="0"/>
            </a:endParaRPr>
          </a:p>
          <a:p>
            <a:pPr eaLnBrk="1" hangingPunct="1">
              <a:lnSpc>
                <a:spcPct val="80000"/>
              </a:lnSpc>
            </a:pPr>
            <a:r>
              <a:rPr lang="zh-CN" altLang="en-US" sz="2400" b="1" dirty="0">
                <a:latin typeface="Times New Roman" panose="02020603050405020304" pitchFamily="18" charset="0"/>
                <a:cs typeface="Times New Roman" panose="02020603050405020304" pitchFamily="18" charset="0"/>
              </a:rPr>
              <a:t>⑤ </a:t>
            </a:r>
            <a:r>
              <a:rPr lang="en-US" altLang="zh-CN" sz="2400" b="1" dirty="0">
                <a:latin typeface="Times New Roman" panose="02020603050405020304" pitchFamily="18" charset="0"/>
                <a:cs typeface="Times New Roman" panose="02020603050405020304" pitchFamily="18" charset="0"/>
              </a:rPr>
              <a:t>RB8(SCON.2)</a:t>
            </a:r>
            <a:r>
              <a:rPr lang="zh-CN" altLang="en-US" sz="2400" b="1" dirty="0">
                <a:latin typeface="Times New Roman" panose="02020603050405020304" pitchFamily="18" charset="0"/>
                <a:cs typeface="Times New Roman" panose="02020603050405020304" pitchFamily="18" charset="0"/>
              </a:rPr>
              <a:t>：接收到数据的第</a:t>
            </a:r>
            <a:r>
              <a:rPr lang="en-US" altLang="zh-CN" sz="2400" b="1" dirty="0">
                <a:latin typeface="Times New Roman" panose="02020603050405020304" pitchFamily="18" charset="0"/>
                <a:cs typeface="Times New Roman" panose="02020603050405020304" pitchFamily="18" charset="0"/>
              </a:rPr>
              <a:t>9</a:t>
            </a:r>
            <a:r>
              <a:rPr lang="zh-CN" altLang="en-US" sz="2400" b="1" dirty="0">
                <a:latin typeface="Times New Roman" panose="02020603050405020304" pitchFamily="18" charset="0"/>
                <a:cs typeface="Times New Roman" panose="02020603050405020304" pitchFamily="18" charset="0"/>
              </a:rPr>
              <a:t>位。 </a:t>
            </a:r>
          </a:p>
          <a:p>
            <a:pPr eaLnBrk="1" hangingPunct="1">
              <a:lnSpc>
                <a:spcPct val="80000"/>
              </a:lnSpc>
            </a:pPr>
            <a:endParaRPr lang="zh-CN" altLang="en-US" sz="2400" b="1" dirty="0">
              <a:latin typeface="Times New Roman" panose="02020603050405020304" pitchFamily="18" charset="0"/>
              <a:cs typeface="Times New Roman" panose="02020603050405020304" pitchFamily="18" charset="0"/>
            </a:endParaRPr>
          </a:p>
          <a:p>
            <a:pPr eaLnBrk="1" hangingPunct="1">
              <a:lnSpc>
                <a:spcPct val="80000"/>
              </a:lnSpc>
            </a:pPr>
            <a:r>
              <a:rPr lang="zh-CN" altLang="en-US" sz="2400" b="1" dirty="0">
                <a:latin typeface="Times New Roman" panose="02020603050405020304" pitchFamily="18" charset="0"/>
                <a:cs typeface="Times New Roman" panose="02020603050405020304" pitchFamily="18" charset="0"/>
              </a:rPr>
              <a:t>⑥ </a:t>
            </a:r>
            <a:r>
              <a:rPr lang="en-US" altLang="zh-CN" sz="2400" b="1" dirty="0">
                <a:latin typeface="Times New Roman" panose="02020603050405020304" pitchFamily="18" charset="0"/>
                <a:cs typeface="Times New Roman" panose="02020603050405020304" pitchFamily="18" charset="0"/>
              </a:rPr>
              <a:t>TI(SCON.1)</a:t>
            </a:r>
            <a:r>
              <a:rPr lang="zh-CN" altLang="en-US" sz="2400" b="1" dirty="0">
                <a:latin typeface="Times New Roman" panose="02020603050405020304" pitchFamily="18" charset="0"/>
                <a:cs typeface="Times New Roman" panose="02020603050405020304" pitchFamily="18" charset="0"/>
              </a:rPr>
              <a:t>：发送中断标志位。当发送完一帧数据后由硬件置</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a:t>
            </a:r>
          </a:p>
          <a:p>
            <a:pPr eaLnBrk="1" hangingPunct="1">
              <a:lnSpc>
                <a:spcPct val="80000"/>
              </a:lnSpc>
            </a:pPr>
            <a:endParaRPr lang="zh-CN" altLang="en-US" sz="2400" b="1" dirty="0">
              <a:latin typeface="Times New Roman" panose="02020603050405020304" pitchFamily="18" charset="0"/>
              <a:cs typeface="Times New Roman" panose="02020603050405020304" pitchFamily="18" charset="0"/>
            </a:endParaRPr>
          </a:p>
          <a:p>
            <a:pPr eaLnBrk="1" hangingPunct="1">
              <a:lnSpc>
                <a:spcPct val="80000"/>
              </a:lnSpc>
            </a:pPr>
            <a:r>
              <a:rPr lang="zh-CN" altLang="en-US" sz="2400" b="1" dirty="0">
                <a:latin typeface="Times New Roman" panose="02020603050405020304" pitchFamily="18" charset="0"/>
                <a:cs typeface="Times New Roman" panose="02020603050405020304" pitchFamily="18" charset="0"/>
              </a:rPr>
              <a:t>⑦ </a:t>
            </a:r>
            <a:r>
              <a:rPr lang="en-US" altLang="zh-CN" sz="2400" b="1" dirty="0">
                <a:latin typeface="Times New Roman" panose="02020603050405020304" pitchFamily="18" charset="0"/>
                <a:cs typeface="Times New Roman" panose="02020603050405020304" pitchFamily="18" charset="0"/>
              </a:rPr>
              <a:t>RI(SCON.0)</a:t>
            </a:r>
            <a:r>
              <a:rPr lang="zh-CN" altLang="en-US" sz="2400" b="1" dirty="0">
                <a:latin typeface="Times New Roman" panose="02020603050405020304" pitchFamily="18" charset="0"/>
                <a:cs typeface="Times New Roman" panose="02020603050405020304" pitchFamily="18" charset="0"/>
              </a:rPr>
              <a:t>：接收中断标志位。当接收到一帧有效数据后由硬件置</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p14="http://schemas.microsoft.com/office/powerpoint/2010/main">
        <mc:Choice Requires="p14">
          <p:contentPart p14:bwMode="auto" r:id="rId2">
            <p14:nvContentPartPr>
              <p14:cNvPr id="3" name="墨迹 2">
                <a:extLst>
                  <a:ext uri="{FF2B5EF4-FFF2-40B4-BE49-F238E27FC236}">
                    <a16:creationId xmlns:a16="http://schemas.microsoft.com/office/drawing/2014/main" id="{1C044A9A-EFC2-4D89-57E2-47E42E76E869}"/>
                  </a:ext>
                </a:extLst>
              </p14:cNvPr>
              <p14:cNvContentPartPr/>
              <p14:nvPr/>
            </p14:nvContentPartPr>
            <p14:xfrm>
              <a:off x="6627588" y="2331039"/>
              <a:ext cx="1785600" cy="38160"/>
            </p14:xfrm>
          </p:contentPart>
        </mc:Choice>
        <mc:Fallback xmlns="">
          <p:pic>
            <p:nvPicPr>
              <p:cNvPr id="3" name="墨迹 2">
                <a:extLst>
                  <a:ext uri="{FF2B5EF4-FFF2-40B4-BE49-F238E27FC236}">
                    <a16:creationId xmlns:a16="http://schemas.microsoft.com/office/drawing/2014/main" id="{1C044A9A-EFC2-4D89-57E2-47E42E76E869}"/>
                  </a:ext>
                </a:extLst>
              </p:cNvPr>
              <p:cNvPicPr/>
              <p:nvPr/>
            </p:nvPicPr>
            <p:blipFill>
              <a:blip r:embed="rId3"/>
              <a:stretch>
                <a:fillRect/>
              </a:stretch>
            </p:blipFill>
            <p:spPr>
              <a:xfrm>
                <a:off x="6609948" y="2313399"/>
                <a:ext cx="182124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BF255592-9517-F229-8FD3-B4F2192920E9}"/>
                  </a:ext>
                </a:extLst>
              </p14:cNvPr>
              <p14:cNvContentPartPr/>
              <p14:nvPr/>
            </p14:nvContentPartPr>
            <p14:xfrm>
              <a:off x="929868" y="2613999"/>
              <a:ext cx="6293520" cy="210240"/>
            </p14:xfrm>
          </p:contentPart>
        </mc:Choice>
        <mc:Fallback xmlns="">
          <p:pic>
            <p:nvPicPr>
              <p:cNvPr id="4" name="墨迹 3">
                <a:extLst>
                  <a:ext uri="{FF2B5EF4-FFF2-40B4-BE49-F238E27FC236}">
                    <a16:creationId xmlns:a16="http://schemas.microsoft.com/office/drawing/2014/main" id="{BF255592-9517-F229-8FD3-B4F2192920E9}"/>
                  </a:ext>
                </a:extLst>
              </p:cNvPr>
              <p:cNvPicPr/>
              <p:nvPr/>
            </p:nvPicPr>
            <p:blipFill>
              <a:blip r:embed="rId5"/>
              <a:stretch>
                <a:fillRect/>
              </a:stretch>
            </p:blipFill>
            <p:spPr>
              <a:xfrm>
                <a:off x="912228" y="2595999"/>
                <a:ext cx="632916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墨迹 4">
                <a:extLst>
                  <a:ext uri="{FF2B5EF4-FFF2-40B4-BE49-F238E27FC236}">
                    <a16:creationId xmlns:a16="http://schemas.microsoft.com/office/drawing/2014/main" id="{9F935388-83EC-06C6-9A94-018FBBF7FB8A}"/>
                  </a:ext>
                </a:extLst>
              </p14:cNvPr>
              <p14:cNvContentPartPr/>
              <p14:nvPr/>
            </p14:nvContentPartPr>
            <p14:xfrm>
              <a:off x="3418188" y="3411399"/>
              <a:ext cx="2331720" cy="105840"/>
            </p14:xfrm>
          </p:contentPart>
        </mc:Choice>
        <mc:Fallback xmlns="">
          <p:pic>
            <p:nvPicPr>
              <p:cNvPr id="5" name="墨迹 4">
                <a:extLst>
                  <a:ext uri="{FF2B5EF4-FFF2-40B4-BE49-F238E27FC236}">
                    <a16:creationId xmlns:a16="http://schemas.microsoft.com/office/drawing/2014/main" id="{9F935388-83EC-06C6-9A94-018FBBF7FB8A}"/>
                  </a:ext>
                </a:extLst>
              </p:cNvPr>
              <p:cNvPicPr/>
              <p:nvPr/>
            </p:nvPicPr>
            <p:blipFill>
              <a:blip r:embed="rId7"/>
              <a:stretch>
                <a:fillRect/>
              </a:stretch>
            </p:blipFill>
            <p:spPr>
              <a:xfrm>
                <a:off x="3400188" y="3393759"/>
                <a:ext cx="236736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墨迹 5">
                <a:extLst>
                  <a:ext uri="{FF2B5EF4-FFF2-40B4-BE49-F238E27FC236}">
                    <a16:creationId xmlns:a16="http://schemas.microsoft.com/office/drawing/2014/main" id="{3054EE18-83FB-FEA6-6422-EB446100785B}"/>
                  </a:ext>
                </a:extLst>
              </p14:cNvPr>
              <p14:cNvContentPartPr/>
              <p14:nvPr/>
            </p14:nvContentPartPr>
            <p14:xfrm>
              <a:off x="3252588" y="4160559"/>
              <a:ext cx="3979800" cy="326880"/>
            </p14:xfrm>
          </p:contentPart>
        </mc:Choice>
        <mc:Fallback xmlns="">
          <p:pic>
            <p:nvPicPr>
              <p:cNvPr id="6" name="墨迹 5">
                <a:extLst>
                  <a:ext uri="{FF2B5EF4-FFF2-40B4-BE49-F238E27FC236}">
                    <a16:creationId xmlns:a16="http://schemas.microsoft.com/office/drawing/2014/main" id="{3054EE18-83FB-FEA6-6422-EB446100785B}"/>
                  </a:ext>
                </a:extLst>
              </p:cNvPr>
              <p:cNvPicPr/>
              <p:nvPr/>
            </p:nvPicPr>
            <p:blipFill>
              <a:blip r:embed="rId9"/>
              <a:stretch>
                <a:fillRect/>
              </a:stretch>
            </p:blipFill>
            <p:spPr>
              <a:xfrm>
                <a:off x="3234588" y="4142559"/>
                <a:ext cx="401544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墨迹 6">
                <a:extLst>
                  <a:ext uri="{FF2B5EF4-FFF2-40B4-BE49-F238E27FC236}">
                    <a16:creationId xmlns:a16="http://schemas.microsoft.com/office/drawing/2014/main" id="{5F10FE5D-D3E8-0479-9FF0-01E89BA68B5D}"/>
                  </a:ext>
                </a:extLst>
              </p14:cNvPr>
              <p14:cNvContentPartPr/>
              <p14:nvPr/>
            </p14:nvContentPartPr>
            <p14:xfrm>
              <a:off x="5780868" y="4829439"/>
              <a:ext cx="2413080" cy="146880"/>
            </p14:xfrm>
          </p:contentPart>
        </mc:Choice>
        <mc:Fallback xmlns="">
          <p:pic>
            <p:nvPicPr>
              <p:cNvPr id="7" name="墨迹 6">
                <a:extLst>
                  <a:ext uri="{FF2B5EF4-FFF2-40B4-BE49-F238E27FC236}">
                    <a16:creationId xmlns:a16="http://schemas.microsoft.com/office/drawing/2014/main" id="{5F10FE5D-D3E8-0479-9FF0-01E89BA68B5D}"/>
                  </a:ext>
                </a:extLst>
              </p:cNvPr>
              <p:cNvPicPr/>
              <p:nvPr/>
            </p:nvPicPr>
            <p:blipFill>
              <a:blip r:embed="rId11"/>
              <a:stretch>
                <a:fillRect/>
              </a:stretch>
            </p:blipFill>
            <p:spPr>
              <a:xfrm>
                <a:off x="5762868" y="4811799"/>
                <a:ext cx="24487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墨迹 7">
                <a:extLst>
                  <a:ext uri="{FF2B5EF4-FFF2-40B4-BE49-F238E27FC236}">
                    <a16:creationId xmlns:a16="http://schemas.microsoft.com/office/drawing/2014/main" id="{7FBF39B2-99CC-BA2A-B200-CC66A09263F2}"/>
                  </a:ext>
                </a:extLst>
              </p14:cNvPr>
              <p14:cNvContentPartPr/>
              <p14:nvPr/>
            </p14:nvContentPartPr>
            <p14:xfrm>
              <a:off x="736188" y="5124279"/>
              <a:ext cx="2252880" cy="199800"/>
            </p14:xfrm>
          </p:contentPart>
        </mc:Choice>
        <mc:Fallback xmlns="">
          <p:pic>
            <p:nvPicPr>
              <p:cNvPr id="8" name="墨迹 7">
                <a:extLst>
                  <a:ext uri="{FF2B5EF4-FFF2-40B4-BE49-F238E27FC236}">
                    <a16:creationId xmlns:a16="http://schemas.microsoft.com/office/drawing/2014/main" id="{7FBF39B2-99CC-BA2A-B200-CC66A09263F2}"/>
                  </a:ext>
                </a:extLst>
              </p:cNvPr>
              <p:cNvPicPr/>
              <p:nvPr/>
            </p:nvPicPr>
            <p:blipFill>
              <a:blip r:embed="rId13"/>
              <a:stretch>
                <a:fillRect/>
              </a:stretch>
            </p:blipFill>
            <p:spPr>
              <a:xfrm>
                <a:off x="718548" y="5106279"/>
                <a:ext cx="2288520" cy="235440"/>
              </a:xfrm>
              <a:prstGeom prst="rect">
                <a:avLst/>
              </a:prstGeom>
            </p:spPr>
          </p:pic>
        </mc:Fallback>
      </mc:AlternateContent>
      <p:grpSp>
        <p:nvGrpSpPr>
          <p:cNvPr id="24" name="组合 23">
            <a:extLst>
              <a:ext uri="{FF2B5EF4-FFF2-40B4-BE49-F238E27FC236}">
                <a16:creationId xmlns:a16="http://schemas.microsoft.com/office/drawing/2014/main" id="{87ECDE13-A407-0CFD-81C9-D38A486F1757}"/>
              </a:ext>
            </a:extLst>
          </p:cNvPr>
          <p:cNvGrpSpPr/>
          <p:nvPr/>
        </p:nvGrpSpPr>
        <p:grpSpPr>
          <a:xfrm>
            <a:off x="1969548" y="6081519"/>
            <a:ext cx="2810520" cy="467640"/>
            <a:chOff x="1969548" y="6081519"/>
            <a:chExt cx="2810520" cy="467640"/>
          </a:xfrm>
        </p:grpSpPr>
        <mc:AlternateContent xmlns:mc="http://schemas.openxmlformats.org/markup-compatibility/2006" xmlns:p14="http://schemas.microsoft.com/office/powerpoint/2010/main">
          <mc:Choice Requires="p14">
            <p:contentPart p14:bwMode="auto" r:id="rId14">
              <p14:nvContentPartPr>
                <p14:cNvPr id="9" name="墨迹 8">
                  <a:extLst>
                    <a:ext uri="{FF2B5EF4-FFF2-40B4-BE49-F238E27FC236}">
                      <a16:creationId xmlns:a16="http://schemas.microsoft.com/office/drawing/2014/main" id="{67BF0891-2AB5-30E6-C39F-E07071E4CE37}"/>
                    </a:ext>
                  </a:extLst>
                </p14:cNvPr>
                <p14:cNvContentPartPr/>
                <p14:nvPr/>
              </p14:nvContentPartPr>
              <p14:xfrm>
                <a:off x="1969548" y="6172959"/>
                <a:ext cx="866520" cy="25560"/>
              </p14:xfrm>
            </p:contentPart>
          </mc:Choice>
          <mc:Fallback xmlns="">
            <p:pic>
              <p:nvPicPr>
                <p:cNvPr id="9" name="墨迹 8">
                  <a:extLst>
                    <a:ext uri="{FF2B5EF4-FFF2-40B4-BE49-F238E27FC236}">
                      <a16:creationId xmlns:a16="http://schemas.microsoft.com/office/drawing/2014/main" id="{67BF0891-2AB5-30E6-C39F-E07071E4CE37}"/>
                    </a:ext>
                  </a:extLst>
                </p:cNvPr>
                <p:cNvPicPr/>
                <p:nvPr/>
              </p:nvPicPr>
              <p:blipFill>
                <a:blip r:embed="rId15"/>
                <a:stretch>
                  <a:fillRect/>
                </a:stretch>
              </p:blipFill>
              <p:spPr>
                <a:xfrm>
                  <a:off x="1951908" y="6154959"/>
                  <a:ext cx="90216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墨迹 9">
                  <a:extLst>
                    <a:ext uri="{FF2B5EF4-FFF2-40B4-BE49-F238E27FC236}">
                      <a16:creationId xmlns:a16="http://schemas.microsoft.com/office/drawing/2014/main" id="{E3116CC2-EFD2-D97B-C4C7-CB42FAAD1D6A}"/>
                    </a:ext>
                  </a:extLst>
                </p14:cNvPr>
                <p14:cNvContentPartPr/>
                <p14:nvPr/>
              </p14:nvContentPartPr>
              <p14:xfrm>
                <a:off x="3510348" y="6081519"/>
                <a:ext cx="325080" cy="7200"/>
              </p14:xfrm>
            </p:contentPart>
          </mc:Choice>
          <mc:Fallback xmlns="">
            <p:pic>
              <p:nvPicPr>
                <p:cNvPr id="10" name="墨迹 9">
                  <a:extLst>
                    <a:ext uri="{FF2B5EF4-FFF2-40B4-BE49-F238E27FC236}">
                      <a16:creationId xmlns:a16="http://schemas.microsoft.com/office/drawing/2014/main" id="{E3116CC2-EFD2-D97B-C4C7-CB42FAAD1D6A}"/>
                    </a:ext>
                  </a:extLst>
                </p:cNvPr>
                <p:cNvPicPr/>
                <p:nvPr/>
              </p:nvPicPr>
              <p:blipFill>
                <a:blip r:embed="rId17"/>
                <a:stretch>
                  <a:fillRect/>
                </a:stretch>
              </p:blipFill>
              <p:spPr>
                <a:xfrm>
                  <a:off x="3492348" y="6063519"/>
                  <a:ext cx="36072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墨迹 10">
                  <a:extLst>
                    <a:ext uri="{FF2B5EF4-FFF2-40B4-BE49-F238E27FC236}">
                      <a16:creationId xmlns:a16="http://schemas.microsoft.com/office/drawing/2014/main" id="{4A74BD5D-B604-5841-8E2C-3A416E7393CC}"/>
                    </a:ext>
                  </a:extLst>
                </p14:cNvPr>
                <p14:cNvContentPartPr/>
                <p14:nvPr/>
              </p14:nvContentPartPr>
              <p14:xfrm>
                <a:off x="3663708" y="6155319"/>
                <a:ext cx="49320" cy="243360"/>
              </p14:xfrm>
            </p:contentPart>
          </mc:Choice>
          <mc:Fallback xmlns="">
            <p:pic>
              <p:nvPicPr>
                <p:cNvPr id="11" name="墨迹 10">
                  <a:extLst>
                    <a:ext uri="{FF2B5EF4-FFF2-40B4-BE49-F238E27FC236}">
                      <a16:creationId xmlns:a16="http://schemas.microsoft.com/office/drawing/2014/main" id="{4A74BD5D-B604-5841-8E2C-3A416E7393CC}"/>
                    </a:ext>
                  </a:extLst>
                </p:cNvPr>
                <p:cNvPicPr/>
                <p:nvPr/>
              </p:nvPicPr>
              <p:blipFill>
                <a:blip r:embed="rId19"/>
                <a:stretch>
                  <a:fillRect/>
                </a:stretch>
              </p:blipFill>
              <p:spPr>
                <a:xfrm>
                  <a:off x="3645708" y="6137319"/>
                  <a:ext cx="8496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墨迹 11">
                  <a:extLst>
                    <a:ext uri="{FF2B5EF4-FFF2-40B4-BE49-F238E27FC236}">
                      <a16:creationId xmlns:a16="http://schemas.microsoft.com/office/drawing/2014/main" id="{985C51FA-3B9F-B4B8-7D32-4376D752970C}"/>
                    </a:ext>
                  </a:extLst>
                </p14:cNvPr>
                <p14:cNvContentPartPr/>
                <p14:nvPr/>
              </p14:nvContentPartPr>
              <p14:xfrm>
                <a:off x="3890508" y="6136599"/>
                <a:ext cx="73800" cy="6840"/>
              </p14:xfrm>
            </p:contentPart>
          </mc:Choice>
          <mc:Fallback xmlns="">
            <p:pic>
              <p:nvPicPr>
                <p:cNvPr id="12" name="墨迹 11">
                  <a:extLst>
                    <a:ext uri="{FF2B5EF4-FFF2-40B4-BE49-F238E27FC236}">
                      <a16:creationId xmlns:a16="http://schemas.microsoft.com/office/drawing/2014/main" id="{985C51FA-3B9F-B4B8-7D32-4376D752970C}"/>
                    </a:ext>
                  </a:extLst>
                </p:cNvPr>
                <p:cNvPicPr/>
                <p:nvPr/>
              </p:nvPicPr>
              <p:blipFill>
                <a:blip r:embed="rId21"/>
                <a:stretch>
                  <a:fillRect/>
                </a:stretch>
              </p:blipFill>
              <p:spPr>
                <a:xfrm>
                  <a:off x="3872868" y="6118599"/>
                  <a:ext cx="10944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墨迹 12">
                  <a:extLst>
                    <a:ext uri="{FF2B5EF4-FFF2-40B4-BE49-F238E27FC236}">
                      <a16:creationId xmlns:a16="http://schemas.microsoft.com/office/drawing/2014/main" id="{FA82D308-823F-E73B-D4CF-EB8809BB5293}"/>
                    </a:ext>
                  </a:extLst>
                </p14:cNvPr>
                <p14:cNvContentPartPr/>
                <p14:nvPr/>
              </p14:nvContentPartPr>
              <p14:xfrm>
                <a:off x="3911388" y="6167199"/>
                <a:ext cx="28440" cy="190080"/>
              </p14:xfrm>
            </p:contentPart>
          </mc:Choice>
          <mc:Fallback xmlns="">
            <p:pic>
              <p:nvPicPr>
                <p:cNvPr id="13" name="墨迹 12">
                  <a:extLst>
                    <a:ext uri="{FF2B5EF4-FFF2-40B4-BE49-F238E27FC236}">
                      <a16:creationId xmlns:a16="http://schemas.microsoft.com/office/drawing/2014/main" id="{FA82D308-823F-E73B-D4CF-EB8809BB5293}"/>
                    </a:ext>
                  </a:extLst>
                </p:cNvPr>
                <p:cNvPicPr/>
                <p:nvPr/>
              </p:nvPicPr>
              <p:blipFill>
                <a:blip r:embed="rId23"/>
                <a:stretch>
                  <a:fillRect/>
                </a:stretch>
              </p:blipFill>
              <p:spPr>
                <a:xfrm>
                  <a:off x="3893748" y="6149559"/>
                  <a:ext cx="6408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墨迹 13">
                  <a:extLst>
                    <a:ext uri="{FF2B5EF4-FFF2-40B4-BE49-F238E27FC236}">
                      <a16:creationId xmlns:a16="http://schemas.microsoft.com/office/drawing/2014/main" id="{410ED8EC-67F2-6071-1615-8DF0953B6FEA}"/>
                    </a:ext>
                  </a:extLst>
                </p14:cNvPr>
                <p14:cNvContentPartPr/>
                <p14:nvPr/>
              </p14:nvContentPartPr>
              <p14:xfrm>
                <a:off x="3823188" y="6357999"/>
                <a:ext cx="179280" cy="18720"/>
              </p14:xfrm>
            </p:contentPart>
          </mc:Choice>
          <mc:Fallback xmlns="">
            <p:pic>
              <p:nvPicPr>
                <p:cNvPr id="14" name="墨迹 13">
                  <a:extLst>
                    <a:ext uri="{FF2B5EF4-FFF2-40B4-BE49-F238E27FC236}">
                      <a16:creationId xmlns:a16="http://schemas.microsoft.com/office/drawing/2014/main" id="{410ED8EC-67F2-6071-1615-8DF0953B6FEA}"/>
                    </a:ext>
                  </a:extLst>
                </p:cNvPr>
                <p:cNvPicPr/>
                <p:nvPr/>
              </p:nvPicPr>
              <p:blipFill>
                <a:blip r:embed="rId25"/>
                <a:stretch>
                  <a:fillRect/>
                </a:stretch>
              </p:blipFill>
              <p:spPr>
                <a:xfrm>
                  <a:off x="3805188" y="6339999"/>
                  <a:ext cx="21492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墨迹 15">
                  <a:extLst>
                    <a:ext uri="{FF2B5EF4-FFF2-40B4-BE49-F238E27FC236}">
                      <a16:creationId xmlns:a16="http://schemas.microsoft.com/office/drawing/2014/main" id="{44AD8714-7C83-3B62-3D03-0BAAD778EF79}"/>
                    </a:ext>
                  </a:extLst>
                </p14:cNvPr>
                <p14:cNvContentPartPr/>
                <p14:nvPr/>
              </p14:nvContentPartPr>
              <p14:xfrm>
                <a:off x="4148268" y="6148479"/>
                <a:ext cx="236520" cy="13320"/>
              </p14:xfrm>
            </p:contentPart>
          </mc:Choice>
          <mc:Fallback xmlns="">
            <p:pic>
              <p:nvPicPr>
                <p:cNvPr id="16" name="墨迹 15">
                  <a:extLst>
                    <a:ext uri="{FF2B5EF4-FFF2-40B4-BE49-F238E27FC236}">
                      <a16:creationId xmlns:a16="http://schemas.microsoft.com/office/drawing/2014/main" id="{44AD8714-7C83-3B62-3D03-0BAAD778EF79}"/>
                    </a:ext>
                  </a:extLst>
                </p:cNvPr>
                <p:cNvPicPr/>
                <p:nvPr/>
              </p:nvPicPr>
              <p:blipFill>
                <a:blip r:embed="rId27"/>
                <a:stretch>
                  <a:fillRect/>
                </a:stretch>
              </p:blipFill>
              <p:spPr>
                <a:xfrm>
                  <a:off x="4130628" y="6130839"/>
                  <a:ext cx="2721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墨迹 16">
                  <a:extLst>
                    <a:ext uri="{FF2B5EF4-FFF2-40B4-BE49-F238E27FC236}">
                      <a16:creationId xmlns:a16="http://schemas.microsoft.com/office/drawing/2014/main" id="{9E9B2D75-6F68-A0F0-BB8C-FDB18046654F}"/>
                    </a:ext>
                  </a:extLst>
                </p14:cNvPr>
                <p14:cNvContentPartPr/>
                <p14:nvPr/>
              </p14:nvContentPartPr>
              <p14:xfrm>
                <a:off x="4154748" y="6247839"/>
                <a:ext cx="276840" cy="55080"/>
              </p14:xfrm>
            </p:contentPart>
          </mc:Choice>
          <mc:Fallback xmlns="">
            <p:pic>
              <p:nvPicPr>
                <p:cNvPr id="17" name="墨迹 16">
                  <a:extLst>
                    <a:ext uri="{FF2B5EF4-FFF2-40B4-BE49-F238E27FC236}">
                      <a16:creationId xmlns:a16="http://schemas.microsoft.com/office/drawing/2014/main" id="{9E9B2D75-6F68-A0F0-BB8C-FDB18046654F}"/>
                    </a:ext>
                  </a:extLst>
                </p:cNvPr>
                <p:cNvPicPr/>
                <p:nvPr/>
              </p:nvPicPr>
              <p:blipFill>
                <a:blip r:embed="rId29"/>
                <a:stretch>
                  <a:fillRect/>
                </a:stretch>
              </p:blipFill>
              <p:spPr>
                <a:xfrm>
                  <a:off x="4136748" y="6229839"/>
                  <a:ext cx="31248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墨迹 17">
                  <a:extLst>
                    <a:ext uri="{FF2B5EF4-FFF2-40B4-BE49-F238E27FC236}">
                      <a16:creationId xmlns:a16="http://schemas.microsoft.com/office/drawing/2014/main" id="{D807F0E0-6298-683F-BE92-3ACE145C8305}"/>
                    </a:ext>
                  </a:extLst>
                </p14:cNvPr>
                <p14:cNvContentPartPr/>
                <p14:nvPr/>
              </p14:nvContentPartPr>
              <p14:xfrm>
                <a:off x="4510428" y="6081519"/>
                <a:ext cx="55800" cy="322560"/>
              </p14:xfrm>
            </p:contentPart>
          </mc:Choice>
          <mc:Fallback xmlns="">
            <p:pic>
              <p:nvPicPr>
                <p:cNvPr id="18" name="墨迹 17">
                  <a:extLst>
                    <a:ext uri="{FF2B5EF4-FFF2-40B4-BE49-F238E27FC236}">
                      <a16:creationId xmlns:a16="http://schemas.microsoft.com/office/drawing/2014/main" id="{D807F0E0-6298-683F-BE92-3ACE145C8305}"/>
                    </a:ext>
                  </a:extLst>
                </p:cNvPr>
                <p:cNvPicPr/>
                <p:nvPr/>
              </p:nvPicPr>
              <p:blipFill>
                <a:blip r:embed="rId31"/>
                <a:stretch>
                  <a:fillRect/>
                </a:stretch>
              </p:blipFill>
              <p:spPr>
                <a:xfrm>
                  <a:off x="4492428" y="6063519"/>
                  <a:ext cx="9144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墨迹 19">
                  <a:extLst>
                    <a:ext uri="{FF2B5EF4-FFF2-40B4-BE49-F238E27FC236}">
                      <a16:creationId xmlns:a16="http://schemas.microsoft.com/office/drawing/2014/main" id="{0862B17B-5E90-15F2-180F-CD696AC3F617}"/>
                    </a:ext>
                  </a:extLst>
                </p14:cNvPr>
                <p14:cNvContentPartPr/>
                <p14:nvPr/>
              </p14:nvContentPartPr>
              <p14:xfrm>
                <a:off x="4737228" y="6247479"/>
                <a:ext cx="360" cy="360"/>
              </p14:xfrm>
            </p:contentPart>
          </mc:Choice>
          <mc:Fallback xmlns="">
            <p:pic>
              <p:nvPicPr>
                <p:cNvPr id="20" name="墨迹 19">
                  <a:extLst>
                    <a:ext uri="{FF2B5EF4-FFF2-40B4-BE49-F238E27FC236}">
                      <a16:creationId xmlns:a16="http://schemas.microsoft.com/office/drawing/2014/main" id="{0862B17B-5E90-15F2-180F-CD696AC3F617}"/>
                    </a:ext>
                  </a:extLst>
                </p:cNvPr>
                <p:cNvPicPr/>
                <p:nvPr/>
              </p:nvPicPr>
              <p:blipFill>
                <a:blip r:embed="rId33"/>
                <a:stretch>
                  <a:fillRect/>
                </a:stretch>
              </p:blipFill>
              <p:spPr>
                <a:xfrm>
                  <a:off x="4719588" y="622947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墨迹 20">
                  <a:extLst>
                    <a:ext uri="{FF2B5EF4-FFF2-40B4-BE49-F238E27FC236}">
                      <a16:creationId xmlns:a16="http://schemas.microsoft.com/office/drawing/2014/main" id="{952DD3C4-C29E-7DAB-7128-A6CE2780C4B3}"/>
                    </a:ext>
                  </a:extLst>
                </p14:cNvPr>
                <p14:cNvContentPartPr/>
                <p14:nvPr/>
              </p14:nvContentPartPr>
              <p14:xfrm>
                <a:off x="4413588" y="6333159"/>
                <a:ext cx="336960" cy="216000"/>
              </p14:xfrm>
            </p:contentPart>
          </mc:Choice>
          <mc:Fallback xmlns="">
            <p:pic>
              <p:nvPicPr>
                <p:cNvPr id="21" name="墨迹 20">
                  <a:extLst>
                    <a:ext uri="{FF2B5EF4-FFF2-40B4-BE49-F238E27FC236}">
                      <a16:creationId xmlns:a16="http://schemas.microsoft.com/office/drawing/2014/main" id="{952DD3C4-C29E-7DAB-7128-A6CE2780C4B3}"/>
                    </a:ext>
                  </a:extLst>
                </p:cNvPr>
                <p:cNvPicPr/>
                <p:nvPr/>
              </p:nvPicPr>
              <p:blipFill>
                <a:blip r:embed="rId35"/>
                <a:stretch>
                  <a:fillRect/>
                </a:stretch>
              </p:blipFill>
              <p:spPr>
                <a:xfrm>
                  <a:off x="4395588" y="6315519"/>
                  <a:ext cx="3726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墨迹 22">
                  <a:extLst>
                    <a:ext uri="{FF2B5EF4-FFF2-40B4-BE49-F238E27FC236}">
                      <a16:creationId xmlns:a16="http://schemas.microsoft.com/office/drawing/2014/main" id="{B3718B92-296E-26C1-0186-3EC7F51505CA}"/>
                    </a:ext>
                  </a:extLst>
                </p14:cNvPr>
                <p14:cNvContentPartPr/>
                <p14:nvPr/>
              </p14:nvContentPartPr>
              <p14:xfrm>
                <a:off x="4746948" y="6216879"/>
                <a:ext cx="33120" cy="21600"/>
              </p14:xfrm>
            </p:contentPart>
          </mc:Choice>
          <mc:Fallback xmlns="">
            <p:pic>
              <p:nvPicPr>
                <p:cNvPr id="23" name="墨迹 22">
                  <a:extLst>
                    <a:ext uri="{FF2B5EF4-FFF2-40B4-BE49-F238E27FC236}">
                      <a16:creationId xmlns:a16="http://schemas.microsoft.com/office/drawing/2014/main" id="{B3718B92-296E-26C1-0186-3EC7F51505CA}"/>
                    </a:ext>
                  </a:extLst>
                </p:cNvPr>
                <p:cNvPicPr/>
                <p:nvPr/>
              </p:nvPicPr>
              <p:blipFill>
                <a:blip r:embed="rId37"/>
                <a:stretch>
                  <a:fillRect/>
                </a:stretch>
              </p:blipFill>
              <p:spPr>
                <a:xfrm>
                  <a:off x="4729308" y="6198879"/>
                  <a:ext cx="68760" cy="57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2" name="墨迹 1">
                <a:extLst>
                  <a:ext uri="{FF2B5EF4-FFF2-40B4-BE49-F238E27FC236}">
                    <a16:creationId xmlns:a16="http://schemas.microsoft.com/office/drawing/2014/main" id="{B50B683E-15E7-4953-C8E1-2BEFCC1D8F8B}"/>
                  </a:ext>
                </a:extLst>
              </p14:cNvPr>
              <p14:cNvContentPartPr/>
              <p14:nvPr/>
            </p14:nvContentPartPr>
            <p14:xfrm>
              <a:off x="1472748" y="3368919"/>
              <a:ext cx="569520" cy="86400"/>
            </p14:xfrm>
          </p:contentPart>
        </mc:Choice>
        <mc:Fallback xmlns="">
          <p:pic>
            <p:nvPicPr>
              <p:cNvPr id="2" name="墨迹 1">
                <a:extLst>
                  <a:ext uri="{FF2B5EF4-FFF2-40B4-BE49-F238E27FC236}">
                    <a16:creationId xmlns:a16="http://schemas.microsoft.com/office/drawing/2014/main" id="{B50B683E-15E7-4953-C8E1-2BEFCC1D8F8B}"/>
                  </a:ext>
                </a:extLst>
              </p:cNvPr>
              <p:cNvPicPr/>
              <p:nvPr/>
            </p:nvPicPr>
            <p:blipFill>
              <a:blip r:embed="rId39"/>
              <a:stretch>
                <a:fillRect/>
              </a:stretch>
            </p:blipFill>
            <p:spPr>
              <a:xfrm>
                <a:off x="1454748" y="3350919"/>
                <a:ext cx="60516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5" name="墨迹 14">
                <a:extLst>
                  <a:ext uri="{FF2B5EF4-FFF2-40B4-BE49-F238E27FC236}">
                    <a16:creationId xmlns:a16="http://schemas.microsoft.com/office/drawing/2014/main" id="{8CA20F9D-A530-BBF6-7FD7-73CD617C7A25}"/>
                  </a:ext>
                </a:extLst>
              </p14:cNvPr>
              <p14:cNvContentPartPr/>
              <p14:nvPr/>
            </p14:nvContentPartPr>
            <p14:xfrm>
              <a:off x="1398948" y="4191519"/>
              <a:ext cx="439200" cy="110880"/>
            </p14:xfrm>
          </p:contentPart>
        </mc:Choice>
        <mc:Fallback xmlns="">
          <p:pic>
            <p:nvPicPr>
              <p:cNvPr id="15" name="墨迹 14">
                <a:extLst>
                  <a:ext uri="{FF2B5EF4-FFF2-40B4-BE49-F238E27FC236}">
                    <a16:creationId xmlns:a16="http://schemas.microsoft.com/office/drawing/2014/main" id="{8CA20F9D-A530-BBF6-7FD7-73CD617C7A25}"/>
                  </a:ext>
                </a:extLst>
              </p:cNvPr>
              <p:cNvPicPr/>
              <p:nvPr/>
            </p:nvPicPr>
            <p:blipFill>
              <a:blip r:embed="rId41"/>
              <a:stretch>
                <a:fillRect/>
              </a:stretch>
            </p:blipFill>
            <p:spPr>
              <a:xfrm>
                <a:off x="1381308" y="4173879"/>
                <a:ext cx="4748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9" name="墨迹 18">
                <a:extLst>
                  <a:ext uri="{FF2B5EF4-FFF2-40B4-BE49-F238E27FC236}">
                    <a16:creationId xmlns:a16="http://schemas.microsoft.com/office/drawing/2014/main" id="{EF5D5E17-5047-3334-D9C7-4FB9FC404C5C}"/>
                  </a:ext>
                </a:extLst>
              </p14:cNvPr>
              <p14:cNvContentPartPr/>
              <p14:nvPr/>
            </p14:nvContentPartPr>
            <p14:xfrm>
              <a:off x="1122468" y="220719"/>
              <a:ext cx="25200" cy="795960"/>
            </p14:xfrm>
          </p:contentPart>
        </mc:Choice>
        <mc:Fallback xmlns="">
          <p:pic>
            <p:nvPicPr>
              <p:cNvPr id="19" name="墨迹 18">
                <a:extLst>
                  <a:ext uri="{FF2B5EF4-FFF2-40B4-BE49-F238E27FC236}">
                    <a16:creationId xmlns:a16="http://schemas.microsoft.com/office/drawing/2014/main" id="{EF5D5E17-5047-3334-D9C7-4FB9FC404C5C}"/>
                  </a:ext>
                </a:extLst>
              </p:cNvPr>
              <p:cNvPicPr/>
              <p:nvPr/>
            </p:nvPicPr>
            <p:blipFill>
              <a:blip r:embed="rId43"/>
              <a:stretch>
                <a:fillRect/>
              </a:stretch>
            </p:blipFill>
            <p:spPr>
              <a:xfrm>
                <a:off x="1104828" y="202719"/>
                <a:ext cx="60840" cy="831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2" name="墨迹 21">
                <a:extLst>
                  <a:ext uri="{FF2B5EF4-FFF2-40B4-BE49-F238E27FC236}">
                    <a16:creationId xmlns:a16="http://schemas.microsoft.com/office/drawing/2014/main" id="{AC39A49C-1337-2EDA-0F61-42EFC4A76B86}"/>
                  </a:ext>
                </a:extLst>
              </p14:cNvPr>
              <p14:cNvContentPartPr/>
              <p14:nvPr/>
            </p14:nvContentPartPr>
            <p14:xfrm>
              <a:off x="1270068" y="367959"/>
              <a:ext cx="5066280" cy="1114560"/>
            </p14:xfrm>
          </p:contentPart>
        </mc:Choice>
        <mc:Fallback xmlns="">
          <p:pic>
            <p:nvPicPr>
              <p:cNvPr id="22" name="墨迹 21">
                <a:extLst>
                  <a:ext uri="{FF2B5EF4-FFF2-40B4-BE49-F238E27FC236}">
                    <a16:creationId xmlns:a16="http://schemas.microsoft.com/office/drawing/2014/main" id="{AC39A49C-1337-2EDA-0F61-42EFC4A76B86}"/>
                  </a:ext>
                </a:extLst>
              </p:cNvPr>
              <p:cNvPicPr/>
              <p:nvPr/>
            </p:nvPicPr>
            <p:blipFill>
              <a:blip r:embed="rId45"/>
              <a:stretch>
                <a:fillRect/>
              </a:stretch>
            </p:blipFill>
            <p:spPr>
              <a:xfrm>
                <a:off x="1252428" y="350319"/>
                <a:ext cx="5101920" cy="1150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墨迹 24">
                <a:extLst>
                  <a:ext uri="{FF2B5EF4-FFF2-40B4-BE49-F238E27FC236}">
                    <a16:creationId xmlns:a16="http://schemas.microsoft.com/office/drawing/2014/main" id="{E84B6612-4743-A9EA-4F50-B711F907F7CB}"/>
                  </a:ext>
                </a:extLst>
              </p14:cNvPr>
              <p14:cNvContentPartPr/>
              <p14:nvPr/>
            </p14:nvContentPartPr>
            <p14:xfrm>
              <a:off x="1049388" y="1024599"/>
              <a:ext cx="3340080" cy="207720"/>
            </p14:xfrm>
          </p:contentPart>
        </mc:Choice>
        <mc:Fallback xmlns="">
          <p:pic>
            <p:nvPicPr>
              <p:cNvPr id="25" name="墨迹 24">
                <a:extLst>
                  <a:ext uri="{FF2B5EF4-FFF2-40B4-BE49-F238E27FC236}">
                    <a16:creationId xmlns:a16="http://schemas.microsoft.com/office/drawing/2014/main" id="{E84B6612-4743-A9EA-4F50-B711F907F7CB}"/>
                  </a:ext>
                </a:extLst>
              </p:cNvPr>
              <p:cNvPicPr/>
              <p:nvPr/>
            </p:nvPicPr>
            <p:blipFill>
              <a:blip r:embed="rId47"/>
              <a:stretch>
                <a:fillRect/>
              </a:stretch>
            </p:blipFill>
            <p:spPr>
              <a:xfrm>
                <a:off x="1031388" y="1006959"/>
                <a:ext cx="337572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墨迹 25">
                <a:extLst>
                  <a:ext uri="{FF2B5EF4-FFF2-40B4-BE49-F238E27FC236}">
                    <a16:creationId xmlns:a16="http://schemas.microsoft.com/office/drawing/2014/main" id="{61F38678-B110-A495-AA3C-020702B01539}"/>
                  </a:ext>
                </a:extLst>
              </p14:cNvPr>
              <p14:cNvContentPartPr/>
              <p14:nvPr/>
            </p14:nvContentPartPr>
            <p14:xfrm>
              <a:off x="4430868" y="1239519"/>
              <a:ext cx="343800" cy="25560"/>
            </p14:xfrm>
          </p:contentPart>
        </mc:Choice>
        <mc:Fallback xmlns="">
          <p:pic>
            <p:nvPicPr>
              <p:cNvPr id="26" name="墨迹 25">
                <a:extLst>
                  <a:ext uri="{FF2B5EF4-FFF2-40B4-BE49-F238E27FC236}">
                    <a16:creationId xmlns:a16="http://schemas.microsoft.com/office/drawing/2014/main" id="{61F38678-B110-A495-AA3C-020702B01539}"/>
                  </a:ext>
                </a:extLst>
              </p:cNvPr>
              <p:cNvPicPr/>
              <p:nvPr/>
            </p:nvPicPr>
            <p:blipFill>
              <a:blip r:embed="rId49"/>
              <a:stretch>
                <a:fillRect/>
              </a:stretch>
            </p:blipFill>
            <p:spPr>
              <a:xfrm>
                <a:off x="4412868" y="1221519"/>
                <a:ext cx="37944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墨迹 26">
                <a:extLst>
                  <a:ext uri="{FF2B5EF4-FFF2-40B4-BE49-F238E27FC236}">
                    <a16:creationId xmlns:a16="http://schemas.microsoft.com/office/drawing/2014/main" id="{D3F57525-037A-B754-7B62-1ECEB1A66711}"/>
                  </a:ext>
                </a:extLst>
              </p14:cNvPr>
              <p14:cNvContentPartPr/>
              <p14:nvPr/>
            </p14:nvContentPartPr>
            <p14:xfrm>
              <a:off x="3025068" y="1122879"/>
              <a:ext cx="2996280" cy="197280"/>
            </p14:xfrm>
          </p:contentPart>
        </mc:Choice>
        <mc:Fallback xmlns="">
          <p:pic>
            <p:nvPicPr>
              <p:cNvPr id="27" name="墨迹 26">
                <a:extLst>
                  <a:ext uri="{FF2B5EF4-FFF2-40B4-BE49-F238E27FC236}">
                    <a16:creationId xmlns:a16="http://schemas.microsoft.com/office/drawing/2014/main" id="{D3F57525-037A-B754-7B62-1ECEB1A66711}"/>
                  </a:ext>
                </a:extLst>
              </p:cNvPr>
              <p:cNvPicPr/>
              <p:nvPr/>
            </p:nvPicPr>
            <p:blipFill>
              <a:blip r:embed="rId51"/>
              <a:stretch>
                <a:fillRect/>
              </a:stretch>
            </p:blipFill>
            <p:spPr>
              <a:xfrm>
                <a:off x="3007428" y="1104879"/>
                <a:ext cx="303192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墨迹 27">
                <a:extLst>
                  <a:ext uri="{FF2B5EF4-FFF2-40B4-BE49-F238E27FC236}">
                    <a16:creationId xmlns:a16="http://schemas.microsoft.com/office/drawing/2014/main" id="{F070BB52-3FD2-1C59-BC41-2ABC5EA6D501}"/>
                  </a:ext>
                </a:extLst>
              </p14:cNvPr>
              <p14:cNvContentPartPr/>
              <p14:nvPr/>
            </p14:nvContentPartPr>
            <p14:xfrm>
              <a:off x="6982345" y="2317509"/>
              <a:ext cx="1121040" cy="75960"/>
            </p14:xfrm>
          </p:contentPart>
        </mc:Choice>
        <mc:Fallback xmlns="">
          <p:pic>
            <p:nvPicPr>
              <p:cNvPr id="28" name="墨迹 27">
                <a:extLst>
                  <a:ext uri="{FF2B5EF4-FFF2-40B4-BE49-F238E27FC236}">
                    <a16:creationId xmlns:a16="http://schemas.microsoft.com/office/drawing/2014/main" id="{F070BB52-3FD2-1C59-BC41-2ABC5EA6D501}"/>
                  </a:ext>
                </a:extLst>
              </p:cNvPr>
              <p:cNvPicPr/>
              <p:nvPr/>
            </p:nvPicPr>
            <p:blipFill>
              <a:blip r:embed="rId53"/>
              <a:stretch>
                <a:fillRect/>
              </a:stretch>
            </p:blipFill>
            <p:spPr>
              <a:xfrm>
                <a:off x="6964345" y="2299509"/>
                <a:ext cx="1156680" cy="111600"/>
              </a:xfrm>
              <a:prstGeom prst="rect">
                <a:avLst/>
              </a:prstGeom>
            </p:spPr>
          </p:pic>
        </mc:Fallback>
      </mc:AlternateContent>
      <p:grpSp>
        <p:nvGrpSpPr>
          <p:cNvPr id="34" name="组合 33">
            <a:extLst>
              <a:ext uri="{FF2B5EF4-FFF2-40B4-BE49-F238E27FC236}">
                <a16:creationId xmlns:a16="http://schemas.microsoft.com/office/drawing/2014/main" id="{FCD4D6C0-1F8B-6CB3-6A60-4B4C166C9D97}"/>
              </a:ext>
            </a:extLst>
          </p:cNvPr>
          <p:cNvGrpSpPr/>
          <p:nvPr/>
        </p:nvGrpSpPr>
        <p:grpSpPr>
          <a:xfrm>
            <a:off x="1412785" y="2584989"/>
            <a:ext cx="5551920" cy="241920"/>
            <a:chOff x="1412785" y="2584989"/>
            <a:chExt cx="5551920" cy="241920"/>
          </a:xfrm>
        </p:grpSpPr>
        <mc:AlternateContent xmlns:mc="http://schemas.openxmlformats.org/markup-compatibility/2006" xmlns:p14="http://schemas.microsoft.com/office/powerpoint/2010/main">
          <mc:Choice Requires="p14">
            <p:contentPart p14:bwMode="auto" r:id="rId54">
              <p14:nvContentPartPr>
                <p14:cNvPr id="29" name="墨迹 28">
                  <a:extLst>
                    <a:ext uri="{FF2B5EF4-FFF2-40B4-BE49-F238E27FC236}">
                      <a16:creationId xmlns:a16="http://schemas.microsoft.com/office/drawing/2014/main" id="{721B8BA9-0160-153D-297A-8B87E99123CA}"/>
                    </a:ext>
                  </a:extLst>
                </p14:cNvPr>
                <p14:cNvContentPartPr/>
                <p14:nvPr/>
              </p14:nvContentPartPr>
              <p14:xfrm>
                <a:off x="1412785" y="2613789"/>
                <a:ext cx="1112760" cy="74520"/>
              </p14:xfrm>
            </p:contentPart>
          </mc:Choice>
          <mc:Fallback xmlns="">
            <p:pic>
              <p:nvPicPr>
                <p:cNvPr id="29" name="墨迹 28">
                  <a:extLst>
                    <a:ext uri="{FF2B5EF4-FFF2-40B4-BE49-F238E27FC236}">
                      <a16:creationId xmlns:a16="http://schemas.microsoft.com/office/drawing/2014/main" id="{721B8BA9-0160-153D-297A-8B87E99123CA}"/>
                    </a:ext>
                  </a:extLst>
                </p:cNvPr>
                <p:cNvPicPr/>
                <p:nvPr/>
              </p:nvPicPr>
              <p:blipFill>
                <a:blip r:embed="rId55"/>
                <a:stretch>
                  <a:fillRect/>
                </a:stretch>
              </p:blipFill>
              <p:spPr>
                <a:xfrm>
                  <a:off x="1395145" y="2595789"/>
                  <a:ext cx="11484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墨迹 29">
                  <a:extLst>
                    <a:ext uri="{FF2B5EF4-FFF2-40B4-BE49-F238E27FC236}">
                      <a16:creationId xmlns:a16="http://schemas.microsoft.com/office/drawing/2014/main" id="{56909CBD-46A0-452B-454B-F8A85CB0BC68}"/>
                    </a:ext>
                  </a:extLst>
                </p14:cNvPr>
                <p14:cNvContentPartPr/>
                <p14:nvPr/>
              </p14:nvContentPartPr>
              <p14:xfrm>
                <a:off x="3093625" y="2584989"/>
                <a:ext cx="2034720" cy="140040"/>
              </p14:xfrm>
            </p:contentPart>
          </mc:Choice>
          <mc:Fallback xmlns="">
            <p:pic>
              <p:nvPicPr>
                <p:cNvPr id="30" name="墨迹 29">
                  <a:extLst>
                    <a:ext uri="{FF2B5EF4-FFF2-40B4-BE49-F238E27FC236}">
                      <a16:creationId xmlns:a16="http://schemas.microsoft.com/office/drawing/2014/main" id="{56909CBD-46A0-452B-454B-F8A85CB0BC68}"/>
                    </a:ext>
                  </a:extLst>
                </p:cNvPr>
                <p:cNvPicPr/>
                <p:nvPr/>
              </p:nvPicPr>
              <p:blipFill>
                <a:blip r:embed="rId57"/>
                <a:stretch>
                  <a:fillRect/>
                </a:stretch>
              </p:blipFill>
              <p:spPr>
                <a:xfrm>
                  <a:off x="3075985" y="2567349"/>
                  <a:ext cx="207036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墨迹 30">
                  <a:extLst>
                    <a:ext uri="{FF2B5EF4-FFF2-40B4-BE49-F238E27FC236}">
                      <a16:creationId xmlns:a16="http://schemas.microsoft.com/office/drawing/2014/main" id="{42CBCC1B-D098-89DE-9D50-0E737993A99D}"/>
                    </a:ext>
                  </a:extLst>
                </p14:cNvPr>
                <p14:cNvContentPartPr/>
                <p14:nvPr/>
              </p14:nvContentPartPr>
              <p14:xfrm>
                <a:off x="4534705" y="2604429"/>
                <a:ext cx="1958760" cy="29160"/>
              </p14:xfrm>
            </p:contentPart>
          </mc:Choice>
          <mc:Fallback xmlns="">
            <p:pic>
              <p:nvPicPr>
                <p:cNvPr id="31" name="墨迹 30">
                  <a:extLst>
                    <a:ext uri="{FF2B5EF4-FFF2-40B4-BE49-F238E27FC236}">
                      <a16:creationId xmlns:a16="http://schemas.microsoft.com/office/drawing/2014/main" id="{42CBCC1B-D098-89DE-9D50-0E737993A99D}"/>
                    </a:ext>
                  </a:extLst>
                </p:cNvPr>
                <p:cNvPicPr/>
                <p:nvPr/>
              </p:nvPicPr>
              <p:blipFill>
                <a:blip r:embed="rId59"/>
                <a:stretch>
                  <a:fillRect/>
                </a:stretch>
              </p:blipFill>
              <p:spPr>
                <a:xfrm>
                  <a:off x="4517065" y="2586429"/>
                  <a:ext cx="199440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墨迹 31">
                  <a:extLst>
                    <a:ext uri="{FF2B5EF4-FFF2-40B4-BE49-F238E27FC236}">
                      <a16:creationId xmlns:a16="http://schemas.microsoft.com/office/drawing/2014/main" id="{01DB6F35-AD95-EED0-801B-C45570E872E1}"/>
                    </a:ext>
                  </a:extLst>
                </p14:cNvPr>
                <p14:cNvContentPartPr/>
                <p14:nvPr/>
              </p14:nvContentPartPr>
              <p14:xfrm>
                <a:off x="5153905" y="2724669"/>
                <a:ext cx="1810800" cy="102240"/>
              </p14:xfrm>
            </p:contentPart>
          </mc:Choice>
          <mc:Fallback xmlns="">
            <p:pic>
              <p:nvPicPr>
                <p:cNvPr id="32" name="墨迹 31">
                  <a:extLst>
                    <a:ext uri="{FF2B5EF4-FFF2-40B4-BE49-F238E27FC236}">
                      <a16:creationId xmlns:a16="http://schemas.microsoft.com/office/drawing/2014/main" id="{01DB6F35-AD95-EED0-801B-C45570E872E1}"/>
                    </a:ext>
                  </a:extLst>
                </p:cNvPr>
                <p:cNvPicPr/>
                <p:nvPr/>
              </p:nvPicPr>
              <p:blipFill>
                <a:blip r:embed="rId61"/>
                <a:stretch>
                  <a:fillRect/>
                </a:stretch>
              </p:blipFill>
              <p:spPr>
                <a:xfrm>
                  <a:off x="5135905" y="2706669"/>
                  <a:ext cx="18464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墨迹 32">
                  <a:extLst>
                    <a:ext uri="{FF2B5EF4-FFF2-40B4-BE49-F238E27FC236}">
                      <a16:creationId xmlns:a16="http://schemas.microsoft.com/office/drawing/2014/main" id="{C69ABD7C-D825-B977-46DB-0DE899A5FEEC}"/>
                    </a:ext>
                  </a:extLst>
                </p14:cNvPr>
                <p14:cNvContentPartPr/>
                <p14:nvPr/>
              </p14:nvContentPartPr>
              <p14:xfrm>
                <a:off x="4396465" y="2677869"/>
                <a:ext cx="2541240" cy="120240"/>
              </p14:xfrm>
            </p:contentPart>
          </mc:Choice>
          <mc:Fallback xmlns="">
            <p:pic>
              <p:nvPicPr>
                <p:cNvPr id="33" name="墨迹 32">
                  <a:extLst>
                    <a:ext uri="{FF2B5EF4-FFF2-40B4-BE49-F238E27FC236}">
                      <a16:creationId xmlns:a16="http://schemas.microsoft.com/office/drawing/2014/main" id="{C69ABD7C-D825-B977-46DB-0DE899A5FEEC}"/>
                    </a:ext>
                  </a:extLst>
                </p:cNvPr>
                <p:cNvPicPr/>
                <p:nvPr/>
              </p:nvPicPr>
              <p:blipFill>
                <a:blip r:embed="rId63"/>
                <a:stretch>
                  <a:fillRect/>
                </a:stretch>
              </p:blipFill>
              <p:spPr>
                <a:xfrm>
                  <a:off x="4378825" y="2659869"/>
                  <a:ext cx="2576880" cy="155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4">
            <p14:nvContentPartPr>
              <p14:cNvPr id="35" name="墨迹 34">
                <a:extLst>
                  <a:ext uri="{FF2B5EF4-FFF2-40B4-BE49-F238E27FC236}">
                    <a16:creationId xmlns:a16="http://schemas.microsoft.com/office/drawing/2014/main" id="{967A0D8D-CC91-9A69-1E32-1590911393F7}"/>
                  </a:ext>
                </a:extLst>
              </p14:cNvPr>
              <p14:cNvContentPartPr/>
              <p14:nvPr/>
            </p14:nvContentPartPr>
            <p14:xfrm>
              <a:off x="1301185" y="3389949"/>
              <a:ext cx="2917440" cy="38520"/>
            </p14:xfrm>
          </p:contentPart>
        </mc:Choice>
        <mc:Fallback xmlns="">
          <p:pic>
            <p:nvPicPr>
              <p:cNvPr id="35" name="墨迹 34">
                <a:extLst>
                  <a:ext uri="{FF2B5EF4-FFF2-40B4-BE49-F238E27FC236}">
                    <a16:creationId xmlns:a16="http://schemas.microsoft.com/office/drawing/2014/main" id="{967A0D8D-CC91-9A69-1E32-1590911393F7}"/>
                  </a:ext>
                </a:extLst>
              </p:cNvPr>
              <p:cNvPicPr/>
              <p:nvPr/>
            </p:nvPicPr>
            <p:blipFill>
              <a:blip r:embed="rId65"/>
              <a:stretch>
                <a:fillRect/>
              </a:stretch>
            </p:blipFill>
            <p:spPr>
              <a:xfrm>
                <a:off x="1283545" y="3371949"/>
                <a:ext cx="29530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墨迹 38">
                <a:extLst>
                  <a:ext uri="{FF2B5EF4-FFF2-40B4-BE49-F238E27FC236}">
                    <a16:creationId xmlns:a16="http://schemas.microsoft.com/office/drawing/2014/main" id="{E335E8DC-FD9D-DFF2-D088-958AC510BBA0}"/>
                  </a:ext>
                </a:extLst>
              </p14:cNvPr>
              <p14:cNvContentPartPr/>
              <p14:nvPr/>
            </p14:nvContentPartPr>
            <p14:xfrm>
              <a:off x="1265185" y="3453669"/>
              <a:ext cx="4499280" cy="74520"/>
            </p14:xfrm>
          </p:contentPart>
        </mc:Choice>
        <mc:Fallback xmlns="">
          <p:pic>
            <p:nvPicPr>
              <p:cNvPr id="39" name="墨迹 38">
                <a:extLst>
                  <a:ext uri="{FF2B5EF4-FFF2-40B4-BE49-F238E27FC236}">
                    <a16:creationId xmlns:a16="http://schemas.microsoft.com/office/drawing/2014/main" id="{E335E8DC-FD9D-DFF2-D088-958AC510BBA0}"/>
                  </a:ext>
                </a:extLst>
              </p:cNvPr>
              <p:cNvPicPr/>
              <p:nvPr/>
            </p:nvPicPr>
            <p:blipFill>
              <a:blip r:embed="rId67"/>
              <a:stretch>
                <a:fillRect/>
              </a:stretch>
            </p:blipFill>
            <p:spPr>
              <a:xfrm>
                <a:off x="1247545" y="3436029"/>
                <a:ext cx="4534920" cy="110160"/>
              </a:xfrm>
              <a:prstGeom prst="rect">
                <a:avLst/>
              </a:prstGeom>
            </p:spPr>
          </p:pic>
        </mc:Fallback>
      </mc:AlternateContent>
      <p:grpSp>
        <p:nvGrpSpPr>
          <p:cNvPr id="43" name="组合 42">
            <a:extLst>
              <a:ext uri="{FF2B5EF4-FFF2-40B4-BE49-F238E27FC236}">
                <a16:creationId xmlns:a16="http://schemas.microsoft.com/office/drawing/2014/main" id="{C715867F-4FEA-91D6-CF47-7E5A66FC713F}"/>
              </a:ext>
            </a:extLst>
          </p:cNvPr>
          <p:cNvGrpSpPr/>
          <p:nvPr/>
        </p:nvGrpSpPr>
        <p:grpSpPr>
          <a:xfrm>
            <a:off x="1163665" y="3999429"/>
            <a:ext cx="5310000" cy="324000"/>
            <a:chOff x="1163665" y="3999429"/>
            <a:chExt cx="5310000" cy="324000"/>
          </a:xfrm>
        </p:grpSpPr>
        <mc:AlternateContent xmlns:mc="http://schemas.openxmlformats.org/markup-compatibility/2006" xmlns:p14="http://schemas.microsoft.com/office/powerpoint/2010/main">
          <mc:Choice Requires="p14">
            <p:contentPart p14:bwMode="auto" r:id="rId68">
              <p14:nvContentPartPr>
                <p14:cNvPr id="36" name="墨迹 35">
                  <a:extLst>
                    <a:ext uri="{FF2B5EF4-FFF2-40B4-BE49-F238E27FC236}">
                      <a16:creationId xmlns:a16="http://schemas.microsoft.com/office/drawing/2014/main" id="{ED5CB715-61AF-4824-C8D7-DC6F9F76DCCA}"/>
                    </a:ext>
                  </a:extLst>
                </p14:cNvPr>
                <p14:cNvContentPartPr/>
                <p14:nvPr/>
              </p14:nvContentPartPr>
              <p14:xfrm>
                <a:off x="1163665" y="4230189"/>
                <a:ext cx="4332600" cy="74880"/>
              </p14:xfrm>
            </p:contentPart>
          </mc:Choice>
          <mc:Fallback xmlns="">
            <p:pic>
              <p:nvPicPr>
                <p:cNvPr id="36" name="墨迹 35">
                  <a:extLst>
                    <a:ext uri="{FF2B5EF4-FFF2-40B4-BE49-F238E27FC236}">
                      <a16:creationId xmlns:a16="http://schemas.microsoft.com/office/drawing/2014/main" id="{ED5CB715-61AF-4824-C8D7-DC6F9F76DCCA}"/>
                    </a:ext>
                  </a:extLst>
                </p:cNvPr>
                <p:cNvPicPr/>
                <p:nvPr/>
              </p:nvPicPr>
              <p:blipFill>
                <a:blip r:embed="rId69"/>
                <a:stretch>
                  <a:fillRect/>
                </a:stretch>
              </p:blipFill>
              <p:spPr>
                <a:xfrm>
                  <a:off x="1145665" y="4212549"/>
                  <a:ext cx="43682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7" name="墨迹 36">
                  <a:extLst>
                    <a:ext uri="{FF2B5EF4-FFF2-40B4-BE49-F238E27FC236}">
                      <a16:creationId xmlns:a16="http://schemas.microsoft.com/office/drawing/2014/main" id="{84B735FE-F9AB-ECF5-3428-85ADE8D71929}"/>
                    </a:ext>
                  </a:extLst>
                </p14:cNvPr>
                <p14:cNvContentPartPr/>
                <p14:nvPr/>
              </p14:nvContentPartPr>
              <p14:xfrm>
                <a:off x="1403785" y="4109229"/>
                <a:ext cx="4755240" cy="56520"/>
              </p14:xfrm>
            </p:contentPart>
          </mc:Choice>
          <mc:Fallback xmlns="">
            <p:pic>
              <p:nvPicPr>
                <p:cNvPr id="37" name="墨迹 36">
                  <a:extLst>
                    <a:ext uri="{FF2B5EF4-FFF2-40B4-BE49-F238E27FC236}">
                      <a16:creationId xmlns:a16="http://schemas.microsoft.com/office/drawing/2014/main" id="{84B735FE-F9AB-ECF5-3428-85ADE8D71929}"/>
                    </a:ext>
                  </a:extLst>
                </p:cNvPr>
                <p:cNvPicPr/>
                <p:nvPr/>
              </p:nvPicPr>
              <p:blipFill>
                <a:blip r:embed="rId71"/>
                <a:stretch>
                  <a:fillRect/>
                </a:stretch>
              </p:blipFill>
              <p:spPr>
                <a:xfrm>
                  <a:off x="1386145" y="4091229"/>
                  <a:ext cx="479088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8" name="墨迹 37">
                  <a:extLst>
                    <a:ext uri="{FF2B5EF4-FFF2-40B4-BE49-F238E27FC236}">
                      <a16:creationId xmlns:a16="http://schemas.microsoft.com/office/drawing/2014/main" id="{2349A006-5F6F-0793-C6E7-F86B47FB23E3}"/>
                    </a:ext>
                  </a:extLst>
                </p14:cNvPr>
                <p14:cNvContentPartPr/>
                <p14:nvPr/>
              </p14:nvContentPartPr>
              <p14:xfrm>
                <a:off x="1173025" y="4165389"/>
                <a:ext cx="5300640" cy="158040"/>
              </p14:xfrm>
            </p:contentPart>
          </mc:Choice>
          <mc:Fallback xmlns="">
            <p:pic>
              <p:nvPicPr>
                <p:cNvPr id="38" name="墨迹 37">
                  <a:extLst>
                    <a:ext uri="{FF2B5EF4-FFF2-40B4-BE49-F238E27FC236}">
                      <a16:creationId xmlns:a16="http://schemas.microsoft.com/office/drawing/2014/main" id="{2349A006-5F6F-0793-C6E7-F86B47FB23E3}"/>
                    </a:ext>
                  </a:extLst>
                </p:cNvPr>
                <p:cNvPicPr/>
                <p:nvPr/>
              </p:nvPicPr>
              <p:blipFill>
                <a:blip r:embed="rId73"/>
                <a:stretch>
                  <a:fillRect/>
                </a:stretch>
              </p:blipFill>
              <p:spPr>
                <a:xfrm>
                  <a:off x="1155385" y="4147389"/>
                  <a:ext cx="533628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0" name="墨迹 39">
                  <a:extLst>
                    <a:ext uri="{FF2B5EF4-FFF2-40B4-BE49-F238E27FC236}">
                      <a16:creationId xmlns:a16="http://schemas.microsoft.com/office/drawing/2014/main" id="{921918CB-5A3E-AB1E-7F1A-B2696AE2C401}"/>
                    </a:ext>
                  </a:extLst>
                </p14:cNvPr>
                <p14:cNvContentPartPr/>
                <p14:nvPr/>
              </p14:nvContentPartPr>
              <p14:xfrm>
                <a:off x="1209745" y="4045149"/>
                <a:ext cx="4941720" cy="166680"/>
              </p14:xfrm>
            </p:contentPart>
          </mc:Choice>
          <mc:Fallback xmlns="">
            <p:pic>
              <p:nvPicPr>
                <p:cNvPr id="40" name="墨迹 39">
                  <a:extLst>
                    <a:ext uri="{FF2B5EF4-FFF2-40B4-BE49-F238E27FC236}">
                      <a16:creationId xmlns:a16="http://schemas.microsoft.com/office/drawing/2014/main" id="{921918CB-5A3E-AB1E-7F1A-B2696AE2C401}"/>
                    </a:ext>
                  </a:extLst>
                </p:cNvPr>
                <p:cNvPicPr/>
                <p:nvPr/>
              </p:nvPicPr>
              <p:blipFill>
                <a:blip r:embed="rId75"/>
                <a:stretch>
                  <a:fillRect/>
                </a:stretch>
              </p:blipFill>
              <p:spPr>
                <a:xfrm>
                  <a:off x="1191745" y="4027509"/>
                  <a:ext cx="497736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2" name="墨迹 41">
                  <a:extLst>
                    <a:ext uri="{FF2B5EF4-FFF2-40B4-BE49-F238E27FC236}">
                      <a16:creationId xmlns:a16="http://schemas.microsoft.com/office/drawing/2014/main" id="{6B761E0F-E83B-C952-38F6-5F9B77E5574B}"/>
                    </a:ext>
                  </a:extLst>
                </p14:cNvPr>
                <p14:cNvContentPartPr/>
                <p14:nvPr/>
              </p14:nvContentPartPr>
              <p14:xfrm>
                <a:off x="1274545" y="3999429"/>
                <a:ext cx="4645080" cy="93600"/>
              </p14:xfrm>
            </p:contentPart>
          </mc:Choice>
          <mc:Fallback xmlns="">
            <p:pic>
              <p:nvPicPr>
                <p:cNvPr id="42" name="墨迹 41">
                  <a:extLst>
                    <a:ext uri="{FF2B5EF4-FFF2-40B4-BE49-F238E27FC236}">
                      <a16:creationId xmlns:a16="http://schemas.microsoft.com/office/drawing/2014/main" id="{6B761E0F-E83B-C952-38F6-5F9B77E5574B}"/>
                    </a:ext>
                  </a:extLst>
                </p:cNvPr>
                <p:cNvPicPr/>
                <p:nvPr/>
              </p:nvPicPr>
              <p:blipFill>
                <a:blip r:embed="rId77"/>
                <a:stretch>
                  <a:fillRect/>
                </a:stretch>
              </p:blipFill>
              <p:spPr>
                <a:xfrm>
                  <a:off x="1256905" y="3981429"/>
                  <a:ext cx="4680720" cy="129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8">
            <p14:nvContentPartPr>
              <p14:cNvPr id="44" name="墨迹 43">
                <a:extLst>
                  <a:ext uri="{FF2B5EF4-FFF2-40B4-BE49-F238E27FC236}">
                    <a16:creationId xmlns:a16="http://schemas.microsoft.com/office/drawing/2014/main" id="{EA65BCBD-C14B-BAA4-9A29-FF8FF7F1DD60}"/>
                  </a:ext>
                </a:extLst>
              </p14:cNvPr>
              <p14:cNvContentPartPr/>
              <p14:nvPr/>
            </p14:nvContentPartPr>
            <p14:xfrm>
              <a:off x="3260305" y="4876029"/>
              <a:ext cx="1104840" cy="28440"/>
            </p14:xfrm>
          </p:contentPart>
        </mc:Choice>
        <mc:Fallback xmlns="">
          <p:pic>
            <p:nvPicPr>
              <p:cNvPr id="44" name="墨迹 43">
                <a:extLst>
                  <a:ext uri="{FF2B5EF4-FFF2-40B4-BE49-F238E27FC236}">
                    <a16:creationId xmlns:a16="http://schemas.microsoft.com/office/drawing/2014/main" id="{EA65BCBD-C14B-BAA4-9A29-FF8FF7F1DD60}"/>
                  </a:ext>
                </a:extLst>
              </p:cNvPr>
              <p:cNvPicPr/>
              <p:nvPr/>
            </p:nvPicPr>
            <p:blipFill>
              <a:blip r:embed="rId79"/>
              <a:stretch>
                <a:fillRect/>
              </a:stretch>
            </p:blipFill>
            <p:spPr>
              <a:xfrm>
                <a:off x="3242305" y="4858389"/>
                <a:ext cx="114048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5" name="墨迹 44">
                <a:extLst>
                  <a:ext uri="{FF2B5EF4-FFF2-40B4-BE49-F238E27FC236}">
                    <a16:creationId xmlns:a16="http://schemas.microsoft.com/office/drawing/2014/main" id="{BF007ECF-25B9-F239-E349-4938123ABCA4}"/>
                  </a:ext>
                </a:extLst>
              </p14:cNvPr>
              <p14:cNvContentPartPr/>
              <p14:nvPr/>
            </p14:nvContentPartPr>
            <p14:xfrm>
              <a:off x="1948465" y="5107509"/>
              <a:ext cx="385920" cy="182160"/>
            </p14:xfrm>
          </p:contentPart>
        </mc:Choice>
        <mc:Fallback xmlns="">
          <p:pic>
            <p:nvPicPr>
              <p:cNvPr id="45" name="墨迹 44">
                <a:extLst>
                  <a:ext uri="{FF2B5EF4-FFF2-40B4-BE49-F238E27FC236}">
                    <a16:creationId xmlns:a16="http://schemas.microsoft.com/office/drawing/2014/main" id="{BF007ECF-25B9-F239-E349-4938123ABCA4}"/>
                  </a:ext>
                </a:extLst>
              </p:cNvPr>
              <p:cNvPicPr/>
              <p:nvPr/>
            </p:nvPicPr>
            <p:blipFill>
              <a:blip r:embed="rId81"/>
              <a:stretch>
                <a:fillRect/>
              </a:stretch>
            </p:blipFill>
            <p:spPr>
              <a:xfrm>
                <a:off x="1930825" y="5089509"/>
                <a:ext cx="4215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8" name="墨迹 47">
                <a:extLst>
                  <a:ext uri="{FF2B5EF4-FFF2-40B4-BE49-F238E27FC236}">
                    <a16:creationId xmlns:a16="http://schemas.microsoft.com/office/drawing/2014/main" id="{A2376CF2-DA63-6715-1FC4-21614EBBE9C1}"/>
                  </a:ext>
                </a:extLst>
              </p14:cNvPr>
              <p14:cNvContentPartPr/>
              <p14:nvPr/>
            </p14:nvContentPartPr>
            <p14:xfrm>
              <a:off x="2115145" y="6093909"/>
              <a:ext cx="568080" cy="242640"/>
            </p14:xfrm>
          </p:contentPart>
        </mc:Choice>
        <mc:Fallback xmlns="">
          <p:pic>
            <p:nvPicPr>
              <p:cNvPr id="48" name="墨迹 47">
                <a:extLst>
                  <a:ext uri="{FF2B5EF4-FFF2-40B4-BE49-F238E27FC236}">
                    <a16:creationId xmlns:a16="http://schemas.microsoft.com/office/drawing/2014/main" id="{A2376CF2-DA63-6715-1FC4-21614EBBE9C1}"/>
                  </a:ext>
                </a:extLst>
              </p:cNvPr>
              <p:cNvPicPr/>
              <p:nvPr/>
            </p:nvPicPr>
            <p:blipFill>
              <a:blip r:embed="rId83"/>
              <a:stretch>
                <a:fillRect/>
              </a:stretch>
            </p:blipFill>
            <p:spPr>
              <a:xfrm>
                <a:off x="2097145" y="6076269"/>
                <a:ext cx="603720" cy="278280"/>
              </a:xfrm>
              <a:prstGeom prst="rect">
                <a:avLst/>
              </a:prstGeom>
            </p:spPr>
          </p:pic>
        </mc:Fallback>
      </mc:AlternateContent>
      <p:grpSp>
        <p:nvGrpSpPr>
          <p:cNvPr id="16400" name="组合 16399">
            <a:extLst>
              <a:ext uri="{FF2B5EF4-FFF2-40B4-BE49-F238E27FC236}">
                <a16:creationId xmlns:a16="http://schemas.microsoft.com/office/drawing/2014/main" id="{83C90BD7-EB06-B86D-2BE8-B2794B55FDCF}"/>
              </a:ext>
            </a:extLst>
          </p:cNvPr>
          <p:cNvGrpSpPr/>
          <p:nvPr/>
        </p:nvGrpSpPr>
        <p:grpSpPr>
          <a:xfrm>
            <a:off x="6290065" y="4801149"/>
            <a:ext cx="2080080" cy="916560"/>
            <a:chOff x="6290065" y="4801149"/>
            <a:chExt cx="2080080" cy="916560"/>
          </a:xfrm>
        </p:grpSpPr>
        <mc:AlternateContent xmlns:mc="http://schemas.openxmlformats.org/markup-compatibility/2006" xmlns:p14="http://schemas.microsoft.com/office/powerpoint/2010/main">
          <mc:Choice Requires="p14">
            <p:contentPart p14:bwMode="auto" r:id="rId84">
              <p14:nvContentPartPr>
                <p14:cNvPr id="50" name="墨迹 49">
                  <a:extLst>
                    <a:ext uri="{FF2B5EF4-FFF2-40B4-BE49-F238E27FC236}">
                      <a16:creationId xmlns:a16="http://schemas.microsoft.com/office/drawing/2014/main" id="{0E040F3E-B9A1-0DF0-1356-6357A8C1C3CA}"/>
                    </a:ext>
                  </a:extLst>
                </p14:cNvPr>
                <p14:cNvContentPartPr/>
                <p14:nvPr/>
              </p14:nvContentPartPr>
              <p14:xfrm>
                <a:off x="6511465" y="5035509"/>
                <a:ext cx="239400" cy="44640"/>
              </p14:xfrm>
            </p:contentPart>
          </mc:Choice>
          <mc:Fallback xmlns="">
            <p:pic>
              <p:nvPicPr>
                <p:cNvPr id="50" name="墨迹 49">
                  <a:extLst>
                    <a:ext uri="{FF2B5EF4-FFF2-40B4-BE49-F238E27FC236}">
                      <a16:creationId xmlns:a16="http://schemas.microsoft.com/office/drawing/2014/main" id="{0E040F3E-B9A1-0DF0-1356-6357A8C1C3CA}"/>
                    </a:ext>
                  </a:extLst>
                </p:cNvPr>
                <p:cNvPicPr/>
                <p:nvPr/>
              </p:nvPicPr>
              <p:blipFill>
                <a:blip r:embed="rId85"/>
                <a:stretch>
                  <a:fillRect/>
                </a:stretch>
              </p:blipFill>
              <p:spPr>
                <a:xfrm>
                  <a:off x="6493825" y="5017509"/>
                  <a:ext cx="27504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 name="墨迹 50">
                  <a:extLst>
                    <a:ext uri="{FF2B5EF4-FFF2-40B4-BE49-F238E27FC236}">
                      <a16:creationId xmlns:a16="http://schemas.microsoft.com/office/drawing/2014/main" id="{FB3582A2-87C5-C111-CA3B-6AECDBF6AA9C}"/>
                    </a:ext>
                  </a:extLst>
                </p14:cNvPr>
                <p14:cNvContentPartPr/>
                <p14:nvPr/>
              </p14:nvContentPartPr>
              <p14:xfrm>
                <a:off x="6640705" y="4959549"/>
                <a:ext cx="19440" cy="63360"/>
              </p14:xfrm>
            </p:contentPart>
          </mc:Choice>
          <mc:Fallback xmlns="">
            <p:pic>
              <p:nvPicPr>
                <p:cNvPr id="51" name="墨迹 50">
                  <a:extLst>
                    <a:ext uri="{FF2B5EF4-FFF2-40B4-BE49-F238E27FC236}">
                      <a16:creationId xmlns:a16="http://schemas.microsoft.com/office/drawing/2014/main" id="{FB3582A2-87C5-C111-CA3B-6AECDBF6AA9C}"/>
                    </a:ext>
                  </a:extLst>
                </p:cNvPr>
                <p:cNvPicPr/>
                <p:nvPr/>
              </p:nvPicPr>
              <p:blipFill>
                <a:blip r:embed="rId87"/>
                <a:stretch>
                  <a:fillRect/>
                </a:stretch>
              </p:blipFill>
              <p:spPr>
                <a:xfrm>
                  <a:off x="6623065" y="4941909"/>
                  <a:ext cx="550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墨迹 51">
                  <a:extLst>
                    <a:ext uri="{FF2B5EF4-FFF2-40B4-BE49-F238E27FC236}">
                      <a16:creationId xmlns:a16="http://schemas.microsoft.com/office/drawing/2014/main" id="{32410664-5EA7-8918-88D6-02808C1842F8}"/>
                    </a:ext>
                  </a:extLst>
                </p14:cNvPr>
                <p14:cNvContentPartPr/>
                <p14:nvPr/>
              </p14:nvContentPartPr>
              <p14:xfrm>
                <a:off x="6529825" y="5061429"/>
                <a:ext cx="37080" cy="126720"/>
              </p14:xfrm>
            </p:contentPart>
          </mc:Choice>
          <mc:Fallback xmlns="">
            <p:pic>
              <p:nvPicPr>
                <p:cNvPr id="52" name="墨迹 51">
                  <a:extLst>
                    <a:ext uri="{FF2B5EF4-FFF2-40B4-BE49-F238E27FC236}">
                      <a16:creationId xmlns:a16="http://schemas.microsoft.com/office/drawing/2014/main" id="{32410664-5EA7-8918-88D6-02808C1842F8}"/>
                    </a:ext>
                  </a:extLst>
                </p:cNvPr>
                <p:cNvPicPr/>
                <p:nvPr/>
              </p:nvPicPr>
              <p:blipFill>
                <a:blip r:embed="rId89"/>
                <a:stretch>
                  <a:fillRect/>
                </a:stretch>
              </p:blipFill>
              <p:spPr>
                <a:xfrm>
                  <a:off x="6512185" y="5043429"/>
                  <a:ext cx="7272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3" name="墨迹 52">
                  <a:extLst>
                    <a:ext uri="{FF2B5EF4-FFF2-40B4-BE49-F238E27FC236}">
                      <a16:creationId xmlns:a16="http://schemas.microsoft.com/office/drawing/2014/main" id="{5F580D81-D21B-63B7-5D2F-D389DDA9C1EF}"/>
                    </a:ext>
                  </a:extLst>
                </p14:cNvPr>
                <p14:cNvContentPartPr/>
                <p14:nvPr/>
              </p14:nvContentPartPr>
              <p14:xfrm>
                <a:off x="6649705" y="5070069"/>
                <a:ext cx="123480" cy="35280"/>
              </p14:xfrm>
            </p:contentPart>
          </mc:Choice>
          <mc:Fallback xmlns="">
            <p:pic>
              <p:nvPicPr>
                <p:cNvPr id="53" name="墨迹 52">
                  <a:extLst>
                    <a:ext uri="{FF2B5EF4-FFF2-40B4-BE49-F238E27FC236}">
                      <a16:creationId xmlns:a16="http://schemas.microsoft.com/office/drawing/2014/main" id="{5F580D81-D21B-63B7-5D2F-D389DDA9C1EF}"/>
                    </a:ext>
                  </a:extLst>
                </p:cNvPr>
                <p:cNvPicPr/>
                <p:nvPr/>
              </p:nvPicPr>
              <p:blipFill>
                <a:blip r:embed="rId91"/>
                <a:stretch>
                  <a:fillRect/>
                </a:stretch>
              </p:blipFill>
              <p:spPr>
                <a:xfrm>
                  <a:off x="6632065" y="5052429"/>
                  <a:ext cx="15912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4" name="墨迹 53">
                  <a:extLst>
                    <a:ext uri="{FF2B5EF4-FFF2-40B4-BE49-F238E27FC236}">
                      <a16:creationId xmlns:a16="http://schemas.microsoft.com/office/drawing/2014/main" id="{F7C5E6B7-1736-CEA3-D396-53B4EA86EC57}"/>
                    </a:ext>
                  </a:extLst>
                </p14:cNvPr>
                <p14:cNvContentPartPr/>
                <p14:nvPr/>
              </p14:nvContentPartPr>
              <p14:xfrm>
                <a:off x="6493105" y="5151429"/>
                <a:ext cx="171000" cy="48960"/>
              </p14:xfrm>
            </p:contentPart>
          </mc:Choice>
          <mc:Fallback xmlns="">
            <p:pic>
              <p:nvPicPr>
                <p:cNvPr id="54" name="墨迹 53">
                  <a:extLst>
                    <a:ext uri="{FF2B5EF4-FFF2-40B4-BE49-F238E27FC236}">
                      <a16:creationId xmlns:a16="http://schemas.microsoft.com/office/drawing/2014/main" id="{F7C5E6B7-1736-CEA3-D396-53B4EA86EC57}"/>
                    </a:ext>
                  </a:extLst>
                </p:cNvPr>
                <p:cNvPicPr/>
                <p:nvPr/>
              </p:nvPicPr>
              <p:blipFill>
                <a:blip r:embed="rId93"/>
                <a:stretch>
                  <a:fillRect/>
                </a:stretch>
              </p:blipFill>
              <p:spPr>
                <a:xfrm>
                  <a:off x="6475465" y="5133429"/>
                  <a:ext cx="20664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5" name="墨迹 54">
                  <a:extLst>
                    <a:ext uri="{FF2B5EF4-FFF2-40B4-BE49-F238E27FC236}">
                      <a16:creationId xmlns:a16="http://schemas.microsoft.com/office/drawing/2014/main" id="{7D58CE97-ECF9-0175-A3C7-5BA50B745F7E}"/>
                    </a:ext>
                  </a:extLst>
                </p14:cNvPr>
                <p14:cNvContentPartPr/>
                <p14:nvPr/>
              </p14:nvContentPartPr>
              <p14:xfrm>
                <a:off x="6627745" y="5135229"/>
                <a:ext cx="41400" cy="116280"/>
              </p14:xfrm>
            </p:contentPart>
          </mc:Choice>
          <mc:Fallback xmlns="">
            <p:pic>
              <p:nvPicPr>
                <p:cNvPr id="55" name="墨迹 54">
                  <a:extLst>
                    <a:ext uri="{FF2B5EF4-FFF2-40B4-BE49-F238E27FC236}">
                      <a16:creationId xmlns:a16="http://schemas.microsoft.com/office/drawing/2014/main" id="{7D58CE97-ECF9-0175-A3C7-5BA50B745F7E}"/>
                    </a:ext>
                  </a:extLst>
                </p:cNvPr>
                <p:cNvPicPr/>
                <p:nvPr/>
              </p:nvPicPr>
              <p:blipFill>
                <a:blip r:embed="rId95"/>
                <a:stretch>
                  <a:fillRect/>
                </a:stretch>
              </p:blipFill>
              <p:spPr>
                <a:xfrm>
                  <a:off x="6609745" y="5117229"/>
                  <a:ext cx="7704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6" name="墨迹 55">
                  <a:extLst>
                    <a:ext uri="{FF2B5EF4-FFF2-40B4-BE49-F238E27FC236}">
                      <a16:creationId xmlns:a16="http://schemas.microsoft.com/office/drawing/2014/main" id="{3EDC27CF-9419-A2EB-2A3C-B6D476F4E929}"/>
                    </a:ext>
                  </a:extLst>
                </p14:cNvPr>
                <p14:cNvContentPartPr/>
                <p14:nvPr/>
              </p14:nvContentPartPr>
              <p14:xfrm>
                <a:off x="6668785" y="5209029"/>
                <a:ext cx="68760" cy="51480"/>
              </p14:xfrm>
            </p:contentPart>
          </mc:Choice>
          <mc:Fallback xmlns="">
            <p:pic>
              <p:nvPicPr>
                <p:cNvPr id="56" name="墨迹 55">
                  <a:extLst>
                    <a:ext uri="{FF2B5EF4-FFF2-40B4-BE49-F238E27FC236}">
                      <a16:creationId xmlns:a16="http://schemas.microsoft.com/office/drawing/2014/main" id="{3EDC27CF-9419-A2EB-2A3C-B6D476F4E929}"/>
                    </a:ext>
                  </a:extLst>
                </p:cNvPr>
                <p:cNvPicPr/>
                <p:nvPr/>
              </p:nvPicPr>
              <p:blipFill>
                <a:blip r:embed="rId97"/>
                <a:stretch>
                  <a:fillRect/>
                </a:stretch>
              </p:blipFill>
              <p:spPr>
                <a:xfrm>
                  <a:off x="6650785" y="5191029"/>
                  <a:ext cx="10440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7" name="墨迹 56">
                  <a:extLst>
                    <a:ext uri="{FF2B5EF4-FFF2-40B4-BE49-F238E27FC236}">
                      <a16:creationId xmlns:a16="http://schemas.microsoft.com/office/drawing/2014/main" id="{5B9D992B-2F21-922A-0F1F-6E05C0DE41E9}"/>
                    </a:ext>
                  </a:extLst>
                </p14:cNvPr>
                <p14:cNvContentPartPr/>
                <p14:nvPr/>
              </p14:nvContentPartPr>
              <p14:xfrm>
                <a:off x="6290065" y="5255469"/>
                <a:ext cx="725400" cy="74160"/>
              </p14:xfrm>
            </p:contentPart>
          </mc:Choice>
          <mc:Fallback xmlns="">
            <p:pic>
              <p:nvPicPr>
                <p:cNvPr id="57" name="墨迹 56">
                  <a:extLst>
                    <a:ext uri="{FF2B5EF4-FFF2-40B4-BE49-F238E27FC236}">
                      <a16:creationId xmlns:a16="http://schemas.microsoft.com/office/drawing/2014/main" id="{5B9D992B-2F21-922A-0F1F-6E05C0DE41E9}"/>
                    </a:ext>
                  </a:extLst>
                </p:cNvPr>
                <p:cNvPicPr/>
                <p:nvPr/>
              </p:nvPicPr>
              <p:blipFill>
                <a:blip r:embed="rId99"/>
                <a:stretch>
                  <a:fillRect/>
                </a:stretch>
              </p:blipFill>
              <p:spPr>
                <a:xfrm>
                  <a:off x="6272065" y="5237829"/>
                  <a:ext cx="7610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8" name="墨迹 57">
                  <a:extLst>
                    <a:ext uri="{FF2B5EF4-FFF2-40B4-BE49-F238E27FC236}">
                      <a16:creationId xmlns:a16="http://schemas.microsoft.com/office/drawing/2014/main" id="{8BF917A9-A99E-241A-432D-EF4EEE0620A8}"/>
                    </a:ext>
                  </a:extLst>
                </p14:cNvPr>
                <p14:cNvContentPartPr/>
                <p14:nvPr/>
              </p14:nvContentPartPr>
              <p14:xfrm>
                <a:off x="6550705" y="5376789"/>
                <a:ext cx="142920" cy="72360"/>
              </p14:xfrm>
            </p:contentPart>
          </mc:Choice>
          <mc:Fallback xmlns="">
            <p:pic>
              <p:nvPicPr>
                <p:cNvPr id="58" name="墨迹 57">
                  <a:extLst>
                    <a:ext uri="{FF2B5EF4-FFF2-40B4-BE49-F238E27FC236}">
                      <a16:creationId xmlns:a16="http://schemas.microsoft.com/office/drawing/2014/main" id="{8BF917A9-A99E-241A-432D-EF4EEE0620A8}"/>
                    </a:ext>
                  </a:extLst>
                </p:cNvPr>
                <p:cNvPicPr/>
                <p:nvPr/>
              </p:nvPicPr>
              <p:blipFill>
                <a:blip r:embed="rId101"/>
                <a:stretch>
                  <a:fillRect/>
                </a:stretch>
              </p:blipFill>
              <p:spPr>
                <a:xfrm>
                  <a:off x="6532705" y="5358789"/>
                  <a:ext cx="17856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9" name="墨迹 58">
                  <a:extLst>
                    <a:ext uri="{FF2B5EF4-FFF2-40B4-BE49-F238E27FC236}">
                      <a16:creationId xmlns:a16="http://schemas.microsoft.com/office/drawing/2014/main" id="{317CAC42-D94A-4E25-A1AA-FD354A6A391D}"/>
                    </a:ext>
                  </a:extLst>
                </p14:cNvPr>
                <p14:cNvContentPartPr/>
                <p14:nvPr/>
              </p14:nvContentPartPr>
              <p14:xfrm>
                <a:off x="6788665" y="5329269"/>
                <a:ext cx="46800" cy="312120"/>
              </p14:xfrm>
            </p:contentPart>
          </mc:Choice>
          <mc:Fallback xmlns="">
            <p:pic>
              <p:nvPicPr>
                <p:cNvPr id="59" name="墨迹 58">
                  <a:extLst>
                    <a:ext uri="{FF2B5EF4-FFF2-40B4-BE49-F238E27FC236}">
                      <a16:creationId xmlns:a16="http://schemas.microsoft.com/office/drawing/2014/main" id="{317CAC42-D94A-4E25-A1AA-FD354A6A391D}"/>
                    </a:ext>
                  </a:extLst>
                </p:cNvPr>
                <p:cNvPicPr/>
                <p:nvPr/>
              </p:nvPicPr>
              <p:blipFill>
                <a:blip r:embed="rId103"/>
                <a:stretch>
                  <a:fillRect/>
                </a:stretch>
              </p:blipFill>
              <p:spPr>
                <a:xfrm>
                  <a:off x="6770665" y="5311629"/>
                  <a:ext cx="8244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0" name="墨迹 59">
                  <a:extLst>
                    <a:ext uri="{FF2B5EF4-FFF2-40B4-BE49-F238E27FC236}">
                      <a16:creationId xmlns:a16="http://schemas.microsoft.com/office/drawing/2014/main" id="{A5F03ED0-F6A8-2430-498D-B6BA340508E7}"/>
                    </a:ext>
                  </a:extLst>
                </p14:cNvPr>
                <p14:cNvContentPartPr/>
                <p14:nvPr/>
              </p14:nvContentPartPr>
              <p14:xfrm>
                <a:off x="7019425" y="5094549"/>
                <a:ext cx="444960" cy="96480"/>
              </p14:xfrm>
            </p:contentPart>
          </mc:Choice>
          <mc:Fallback xmlns="">
            <p:pic>
              <p:nvPicPr>
                <p:cNvPr id="60" name="墨迹 59">
                  <a:extLst>
                    <a:ext uri="{FF2B5EF4-FFF2-40B4-BE49-F238E27FC236}">
                      <a16:creationId xmlns:a16="http://schemas.microsoft.com/office/drawing/2014/main" id="{A5F03ED0-F6A8-2430-498D-B6BA340508E7}"/>
                    </a:ext>
                  </a:extLst>
                </p:cNvPr>
                <p:cNvPicPr/>
                <p:nvPr/>
              </p:nvPicPr>
              <p:blipFill>
                <a:blip r:embed="rId105"/>
                <a:stretch>
                  <a:fillRect/>
                </a:stretch>
              </p:blipFill>
              <p:spPr>
                <a:xfrm>
                  <a:off x="7001785" y="5076909"/>
                  <a:ext cx="4806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1" name="墨迹 60">
                  <a:extLst>
                    <a:ext uri="{FF2B5EF4-FFF2-40B4-BE49-F238E27FC236}">
                      <a16:creationId xmlns:a16="http://schemas.microsoft.com/office/drawing/2014/main" id="{1879B3A9-1A6F-D2AC-D018-FA25F5A26863}"/>
                    </a:ext>
                  </a:extLst>
                </p14:cNvPr>
                <p14:cNvContentPartPr/>
                <p14:nvPr/>
              </p14:nvContentPartPr>
              <p14:xfrm>
                <a:off x="7050745" y="5033349"/>
                <a:ext cx="311040" cy="321840"/>
              </p14:xfrm>
            </p:contentPart>
          </mc:Choice>
          <mc:Fallback xmlns="">
            <p:pic>
              <p:nvPicPr>
                <p:cNvPr id="61" name="墨迹 60">
                  <a:extLst>
                    <a:ext uri="{FF2B5EF4-FFF2-40B4-BE49-F238E27FC236}">
                      <a16:creationId xmlns:a16="http://schemas.microsoft.com/office/drawing/2014/main" id="{1879B3A9-1A6F-D2AC-D018-FA25F5A26863}"/>
                    </a:ext>
                  </a:extLst>
                </p:cNvPr>
                <p:cNvPicPr/>
                <p:nvPr/>
              </p:nvPicPr>
              <p:blipFill>
                <a:blip r:embed="rId107"/>
                <a:stretch>
                  <a:fillRect/>
                </a:stretch>
              </p:blipFill>
              <p:spPr>
                <a:xfrm>
                  <a:off x="7033105" y="5015709"/>
                  <a:ext cx="34668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2" name="墨迹 61">
                  <a:extLst>
                    <a:ext uri="{FF2B5EF4-FFF2-40B4-BE49-F238E27FC236}">
                      <a16:creationId xmlns:a16="http://schemas.microsoft.com/office/drawing/2014/main" id="{63A3229F-3335-55B8-F4B4-F5EC55C65DE1}"/>
                    </a:ext>
                  </a:extLst>
                </p14:cNvPr>
                <p14:cNvContentPartPr/>
                <p14:nvPr/>
              </p14:nvContentPartPr>
              <p14:xfrm>
                <a:off x="7204465" y="5227749"/>
                <a:ext cx="18720" cy="253080"/>
              </p14:xfrm>
            </p:contentPart>
          </mc:Choice>
          <mc:Fallback xmlns="">
            <p:pic>
              <p:nvPicPr>
                <p:cNvPr id="62" name="墨迹 61">
                  <a:extLst>
                    <a:ext uri="{FF2B5EF4-FFF2-40B4-BE49-F238E27FC236}">
                      <a16:creationId xmlns:a16="http://schemas.microsoft.com/office/drawing/2014/main" id="{63A3229F-3335-55B8-F4B4-F5EC55C65DE1}"/>
                    </a:ext>
                  </a:extLst>
                </p:cNvPr>
                <p:cNvPicPr/>
                <p:nvPr/>
              </p:nvPicPr>
              <p:blipFill>
                <a:blip r:embed="rId109"/>
                <a:stretch>
                  <a:fillRect/>
                </a:stretch>
              </p:blipFill>
              <p:spPr>
                <a:xfrm>
                  <a:off x="7186465" y="5210109"/>
                  <a:ext cx="5436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3" name="墨迹 62">
                  <a:extLst>
                    <a:ext uri="{FF2B5EF4-FFF2-40B4-BE49-F238E27FC236}">
                      <a16:creationId xmlns:a16="http://schemas.microsoft.com/office/drawing/2014/main" id="{402D493F-2C8B-D04D-4A4F-F9B1825B991C}"/>
                    </a:ext>
                  </a:extLst>
                </p14:cNvPr>
                <p14:cNvContentPartPr/>
                <p14:nvPr/>
              </p14:nvContentPartPr>
              <p14:xfrm>
                <a:off x="7232185" y="5226669"/>
                <a:ext cx="183600" cy="304920"/>
              </p14:xfrm>
            </p:contentPart>
          </mc:Choice>
          <mc:Fallback xmlns="">
            <p:pic>
              <p:nvPicPr>
                <p:cNvPr id="63" name="墨迹 62">
                  <a:extLst>
                    <a:ext uri="{FF2B5EF4-FFF2-40B4-BE49-F238E27FC236}">
                      <a16:creationId xmlns:a16="http://schemas.microsoft.com/office/drawing/2014/main" id="{402D493F-2C8B-D04D-4A4F-F9B1825B991C}"/>
                    </a:ext>
                  </a:extLst>
                </p:cNvPr>
                <p:cNvPicPr/>
                <p:nvPr/>
              </p:nvPicPr>
              <p:blipFill>
                <a:blip r:embed="rId111"/>
                <a:stretch>
                  <a:fillRect/>
                </a:stretch>
              </p:blipFill>
              <p:spPr>
                <a:xfrm>
                  <a:off x="7214185" y="5208669"/>
                  <a:ext cx="21924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6384" name="墨迹 16383">
                  <a:extLst>
                    <a:ext uri="{FF2B5EF4-FFF2-40B4-BE49-F238E27FC236}">
                      <a16:creationId xmlns:a16="http://schemas.microsoft.com/office/drawing/2014/main" id="{6227C17D-101D-F24D-D9BE-96592808CA69}"/>
                    </a:ext>
                  </a:extLst>
                </p14:cNvPr>
                <p14:cNvContentPartPr/>
                <p14:nvPr/>
              </p14:nvContentPartPr>
              <p14:xfrm>
                <a:off x="7232185" y="5194629"/>
                <a:ext cx="332280" cy="181080"/>
              </p14:xfrm>
            </p:contentPart>
          </mc:Choice>
          <mc:Fallback xmlns="">
            <p:pic>
              <p:nvPicPr>
                <p:cNvPr id="16384" name="墨迹 16383">
                  <a:extLst>
                    <a:ext uri="{FF2B5EF4-FFF2-40B4-BE49-F238E27FC236}">
                      <a16:creationId xmlns:a16="http://schemas.microsoft.com/office/drawing/2014/main" id="{6227C17D-101D-F24D-D9BE-96592808CA69}"/>
                    </a:ext>
                  </a:extLst>
                </p:cNvPr>
                <p:cNvPicPr/>
                <p:nvPr/>
              </p:nvPicPr>
              <p:blipFill>
                <a:blip r:embed="rId113"/>
                <a:stretch>
                  <a:fillRect/>
                </a:stretch>
              </p:blipFill>
              <p:spPr>
                <a:xfrm>
                  <a:off x="7214185" y="5176989"/>
                  <a:ext cx="3679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6385" name="墨迹 16384">
                  <a:extLst>
                    <a:ext uri="{FF2B5EF4-FFF2-40B4-BE49-F238E27FC236}">
                      <a16:creationId xmlns:a16="http://schemas.microsoft.com/office/drawing/2014/main" id="{F419B41C-2E7F-96A2-424E-CF5632F2CA9C}"/>
                    </a:ext>
                  </a:extLst>
                </p14:cNvPr>
                <p14:cNvContentPartPr/>
                <p14:nvPr/>
              </p14:nvContentPartPr>
              <p14:xfrm>
                <a:off x="7628905" y="5043069"/>
                <a:ext cx="19080" cy="202680"/>
              </p14:xfrm>
            </p:contentPart>
          </mc:Choice>
          <mc:Fallback xmlns="">
            <p:pic>
              <p:nvPicPr>
                <p:cNvPr id="16385" name="墨迹 16384">
                  <a:extLst>
                    <a:ext uri="{FF2B5EF4-FFF2-40B4-BE49-F238E27FC236}">
                      <a16:creationId xmlns:a16="http://schemas.microsoft.com/office/drawing/2014/main" id="{F419B41C-2E7F-96A2-424E-CF5632F2CA9C}"/>
                    </a:ext>
                  </a:extLst>
                </p:cNvPr>
                <p:cNvPicPr/>
                <p:nvPr/>
              </p:nvPicPr>
              <p:blipFill>
                <a:blip r:embed="rId115"/>
                <a:stretch>
                  <a:fillRect/>
                </a:stretch>
              </p:blipFill>
              <p:spPr>
                <a:xfrm>
                  <a:off x="7611265" y="5025069"/>
                  <a:ext cx="5472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6387" name="墨迹 16386">
                  <a:extLst>
                    <a:ext uri="{FF2B5EF4-FFF2-40B4-BE49-F238E27FC236}">
                      <a16:creationId xmlns:a16="http://schemas.microsoft.com/office/drawing/2014/main" id="{12B3F8B2-62C5-A3B1-4D67-37A8DDA43EA6}"/>
                    </a:ext>
                  </a:extLst>
                </p14:cNvPr>
                <p14:cNvContentPartPr/>
                <p14:nvPr/>
              </p14:nvContentPartPr>
              <p14:xfrm>
                <a:off x="7665985" y="5035869"/>
                <a:ext cx="57600" cy="150120"/>
              </p14:xfrm>
            </p:contentPart>
          </mc:Choice>
          <mc:Fallback xmlns="">
            <p:pic>
              <p:nvPicPr>
                <p:cNvPr id="16387" name="墨迹 16386">
                  <a:extLst>
                    <a:ext uri="{FF2B5EF4-FFF2-40B4-BE49-F238E27FC236}">
                      <a16:creationId xmlns:a16="http://schemas.microsoft.com/office/drawing/2014/main" id="{12B3F8B2-62C5-A3B1-4D67-37A8DDA43EA6}"/>
                    </a:ext>
                  </a:extLst>
                </p:cNvPr>
                <p:cNvPicPr/>
                <p:nvPr/>
              </p:nvPicPr>
              <p:blipFill>
                <a:blip r:embed="rId117"/>
                <a:stretch>
                  <a:fillRect/>
                </a:stretch>
              </p:blipFill>
              <p:spPr>
                <a:xfrm>
                  <a:off x="7648345" y="5018229"/>
                  <a:ext cx="932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6388" name="墨迹 16387">
                  <a:extLst>
                    <a:ext uri="{FF2B5EF4-FFF2-40B4-BE49-F238E27FC236}">
                      <a16:creationId xmlns:a16="http://schemas.microsoft.com/office/drawing/2014/main" id="{94F9F443-5E59-9282-1297-20666969289C}"/>
                    </a:ext>
                  </a:extLst>
                </p14:cNvPr>
                <p14:cNvContentPartPr/>
                <p14:nvPr/>
              </p14:nvContentPartPr>
              <p14:xfrm>
                <a:off x="7832305" y="5015349"/>
                <a:ext cx="7920" cy="92160"/>
              </p14:xfrm>
            </p:contentPart>
          </mc:Choice>
          <mc:Fallback xmlns="">
            <p:pic>
              <p:nvPicPr>
                <p:cNvPr id="16388" name="墨迹 16387">
                  <a:extLst>
                    <a:ext uri="{FF2B5EF4-FFF2-40B4-BE49-F238E27FC236}">
                      <a16:creationId xmlns:a16="http://schemas.microsoft.com/office/drawing/2014/main" id="{94F9F443-5E59-9282-1297-20666969289C}"/>
                    </a:ext>
                  </a:extLst>
                </p:cNvPr>
                <p:cNvPicPr/>
                <p:nvPr/>
              </p:nvPicPr>
              <p:blipFill>
                <a:blip r:embed="rId119"/>
                <a:stretch>
                  <a:fillRect/>
                </a:stretch>
              </p:blipFill>
              <p:spPr>
                <a:xfrm>
                  <a:off x="7814305" y="4997349"/>
                  <a:ext cx="435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6389" name="墨迹 16388">
                  <a:extLst>
                    <a:ext uri="{FF2B5EF4-FFF2-40B4-BE49-F238E27FC236}">
                      <a16:creationId xmlns:a16="http://schemas.microsoft.com/office/drawing/2014/main" id="{FE48F5C4-90D7-CE4C-9941-E8C46141D69C}"/>
                    </a:ext>
                  </a:extLst>
                </p14:cNvPr>
                <p14:cNvContentPartPr/>
                <p14:nvPr/>
              </p14:nvContentPartPr>
              <p14:xfrm>
                <a:off x="7837705" y="5024349"/>
                <a:ext cx="125640" cy="121320"/>
              </p14:xfrm>
            </p:contentPart>
          </mc:Choice>
          <mc:Fallback xmlns="">
            <p:pic>
              <p:nvPicPr>
                <p:cNvPr id="16389" name="墨迹 16388">
                  <a:extLst>
                    <a:ext uri="{FF2B5EF4-FFF2-40B4-BE49-F238E27FC236}">
                      <a16:creationId xmlns:a16="http://schemas.microsoft.com/office/drawing/2014/main" id="{FE48F5C4-90D7-CE4C-9941-E8C46141D69C}"/>
                    </a:ext>
                  </a:extLst>
                </p:cNvPr>
                <p:cNvPicPr/>
                <p:nvPr/>
              </p:nvPicPr>
              <p:blipFill>
                <a:blip r:embed="rId121"/>
                <a:stretch>
                  <a:fillRect/>
                </a:stretch>
              </p:blipFill>
              <p:spPr>
                <a:xfrm>
                  <a:off x="7819705" y="5006709"/>
                  <a:ext cx="16128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6390" name="墨迹 16389">
                  <a:extLst>
                    <a:ext uri="{FF2B5EF4-FFF2-40B4-BE49-F238E27FC236}">
                      <a16:creationId xmlns:a16="http://schemas.microsoft.com/office/drawing/2014/main" id="{000A38B7-417B-5E85-F142-9648E62FBC7C}"/>
                    </a:ext>
                  </a:extLst>
                </p14:cNvPr>
                <p14:cNvContentPartPr/>
                <p14:nvPr/>
              </p14:nvContentPartPr>
              <p14:xfrm>
                <a:off x="7509025" y="5218029"/>
                <a:ext cx="425520" cy="120600"/>
              </p14:xfrm>
            </p:contentPart>
          </mc:Choice>
          <mc:Fallback xmlns="">
            <p:pic>
              <p:nvPicPr>
                <p:cNvPr id="16390" name="墨迹 16389">
                  <a:extLst>
                    <a:ext uri="{FF2B5EF4-FFF2-40B4-BE49-F238E27FC236}">
                      <a16:creationId xmlns:a16="http://schemas.microsoft.com/office/drawing/2014/main" id="{000A38B7-417B-5E85-F142-9648E62FBC7C}"/>
                    </a:ext>
                  </a:extLst>
                </p:cNvPr>
                <p:cNvPicPr/>
                <p:nvPr/>
              </p:nvPicPr>
              <p:blipFill>
                <a:blip r:embed="rId123"/>
                <a:stretch>
                  <a:fillRect/>
                </a:stretch>
              </p:blipFill>
              <p:spPr>
                <a:xfrm>
                  <a:off x="7491385" y="5200389"/>
                  <a:ext cx="4611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6391" name="墨迹 16390">
                  <a:extLst>
                    <a:ext uri="{FF2B5EF4-FFF2-40B4-BE49-F238E27FC236}">
                      <a16:creationId xmlns:a16="http://schemas.microsoft.com/office/drawing/2014/main" id="{B25027C1-F841-43C6-CAB6-537E61247468}"/>
                    </a:ext>
                  </a:extLst>
                </p14:cNvPr>
                <p14:cNvContentPartPr/>
                <p14:nvPr/>
              </p14:nvContentPartPr>
              <p14:xfrm>
                <a:off x="7711705" y="5144589"/>
                <a:ext cx="28800" cy="201600"/>
              </p14:xfrm>
            </p:contentPart>
          </mc:Choice>
          <mc:Fallback xmlns="">
            <p:pic>
              <p:nvPicPr>
                <p:cNvPr id="16391" name="墨迹 16390">
                  <a:extLst>
                    <a:ext uri="{FF2B5EF4-FFF2-40B4-BE49-F238E27FC236}">
                      <a16:creationId xmlns:a16="http://schemas.microsoft.com/office/drawing/2014/main" id="{B25027C1-F841-43C6-CAB6-537E61247468}"/>
                    </a:ext>
                  </a:extLst>
                </p:cNvPr>
                <p:cNvPicPr/>
                <p:nvPr/>
              </p:nvPicPr>
              <p:blipFill>
                <a:blip r:embed="rId125"/>
                <a:stretch>
                  <a:fillRect/>
                </a:stretch>
              </p:blipFill>
              <p:spPr>
                <a:xfrm>
                  <a:off x="7693705" y="5126589"/>
                  <a:ext cx="6444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6392" name="墨迹 16391">
                  <a:extLst>
                    <a:ext uri="{FF2B5EF4-FFF2-40B4-BE49-F238E27FC236}">
                      <a16:creationId xmlns:a16="http://schemas.microsoft.com/office/drawing/2014/main" id="{8C6B2424-F89C-DECD-FEDE-B8BFAA90BD0E}"/>
                    </a:ext>
                  </a:extLst>
                </p14:cNvPr>
                <p14:cNvContentPartPr/>
                <p14:nvPr/>
              </p14:nvContentPartPr>
              <p14:xfrm>
                <a:off x="7721785" y="5282829"/>
                <a:ext cx="205200" cy="123120"/>
              </p14:xfrm>
            </p:contentPart>
          </mc:Choice>
          <mc:Fallback xmlns="">
            <p:pic>
              <p:nvPicPr>
                <p:cNvPr id="16392" name="墨迹 16391">
                  <a:extLst>
                    <a:ext uri="{FF2B5EF4-FFF2-40B4-BE49-F238E27FC236}">
                      <a16:creationId xmlns:a16="http://schemas.microsoft.com/office/drawing/2014/main" id="{8C6B2424-F89C-DECD-FEDE-B8BFAA90BD0E}"/>
                    </a:ext>
                  </a:extLst>
                </p:cNvPr>
                <p:cNvPicPr/>
                <p:nvPr/>
              </p:nvPicPr>
              <p:blipFill>
                <a:blip r:embed="rId127"/>
                <a:stretch>
                  <a:fillRect/>
                </a:stretch>
              </p:blipFill>
              <p:spPr>
                <a:xfrm>
                  <a:off x="7703785" y="5264829"/>
                  <a:ext cx="24084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6393" name="墨迹 16392">
                  <a:extLst>
                    <a:ext uri="{FF2B5EF4-FFF2-40B4-BE49-F238E27FC236}">
                      <a16:creationId xmlns:a16="http://schemas.microsoft.com/office/drawing/2014/main" id="{F40B94C4-7C32-1301-6E7F-B40E92B16513}"/>
                    </a:ext>
                  </a:extLst>
                </p14:cNvPr>
                <p14:cNvContentPartPr/>
                <p14:nvPr/>
              </p14:nvContentPartPr>
              <p14:xfrm>
                <a:off x="7869385" y="5218389"/>
                <a:ext cx="360" cy="16920"/>
              </p14:xfrm>
            </p:contentPart>
          </mc:Choice>
          <mc:Fallback xmlns="">
            <p:pic>
              <p:nvPicPr>
                <p:cNvPr id="16393" name="墨迹 16392">
                  <a:extLst>
                    <a:ext uri="{FF2B5EF4-FFF2-40B4-BE49-F238E27FC236}">
                      <a16:creationId xmlns:a16="http://schemas.microsoft.com/office/drawing/2014/main" id="{F40B94C4-7C32-1301-6E7F-B40E92B16513}"/>
                    </a:ext>
                  </a:extLst>
                </p:cNvPr>
                <p:cNvPicPr/>
                <p:nvPr/>
              </p:nvPicPr>
              <p:blipFill>
                <a:blip r:embed="rId129"/>
                <a:stretch>
                  <a:fillRect/>
                </a:stretch>
              </p:blipFill>
              <p:spPr>
                <a:xfrm>
                  <a:off x="7851385" y="5200389"/>
                  <a:ext cx="360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6394" name="墨迹 16393">
                  <a:extLst>
                    <a:ext uri="{FF2B5EF4-FFF2-40B4-BE49-F238E27FC236}">
                      <a16:creationId xmlns:a16="http://schemas.microsoft.com/office/drawing/2014/main" id="{7179C6A7-D94F-3E1E-10BA-20C1D1A4E831}"/>
                    </a:ext>
                  </a:extLst>
                </p14:cNvPr>
                <p14:cNvContentPartPr/>
                <p14:nvPr/>
              </p14:nvContentPartPr>
              <p14:xfrm>
                <a:off x="7674985" y="5365989"/>
                <a:ext cx="360" cy="138240"/>
              </p14:xfrm>
            </p:contentPart>
          </mc:Choice>
          <mc:Fallback xmlns="">
            <p:pic>
              <p:nvPicPr>
                <p:cNvPr id="16394" name="墨迹 16393">
                  <a:extLst>
                    <a:ext uri="{FF2B5EF4-FFF2-40B4-BE49-F238E27FC236}">
                      <a16:creationId xmlns:a16="http://schemas.microsoft.com/office/drawing/2014/main" id="{7179C6A7-D94F-3E1E-10BA-20C1D1A4E831}"/>
                    </a:ext>
                  </a:extLst>
                </p:cNvPr>
                <p:cNvPicPr/>
                <p:nvPr/>
              </p:nvPicPr>
              <p:blipFill>
                <a:blip r:embed="rId131"/>
                <a:stretch>
                  <a:fillRect/>
                </a:stretch>
              </p:blipFill>
              <p:spPr>
                <a:xfrm>
                  <a:off x="7657345" y="5348349"/>
                  <a:ext cx="3600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6395" name="墨迹 16394">
                  <a:extLst>
                    <a:ext uri="{FF2B5EF4-FFF2-40B4-BE49-F238E27FC236}">
                      <a16:creationId xmlns:a16="http://schemas.microsoft.com/office/drawing/2014/main" id="{8790A945-69F8-BCDE-09FB-E3F726C0AB98}"/>
                    </a:ext>
                  </a:extLst>
                </p14:cNvPr>
                <p14:cNvContentPartPr/>
                <p14:nvPr/>
              </p14:nvContentPartPr>
              <p14:xfrm>
                <a:off x="7692265" y="5439789"/>
                <a:ext cx="99000" cy="75960"/>
              </p14:xfrm>
            </p:contentPart>
          </mc:Choice>
          <mc:Fallback xmlns="">
            <p:pic>
              <p:nvPicPr>
                <p:cNvPr id="16395" name="墨迹 16394">
                  <a:extLst>
                    <a:ext uri="{FF2B5EF4-FFF2-40B4-BE49-F238E27FC236}">
                      <a16:creationId xmlns:a16="http://schemas.microsoft.com/office/drawing/2014/main" id="{8790A945-69F8-BCDE-09FB-E3F726C0AB98}"/>
                    </a:ext>
                  </a:extLst>
                </p:cNvPr>
                <p:cNvPicPr/>
                <p:nvPr/>
              </p:nvPicPr>
              <p:blipFill>
                <a:blip r:embed="rId133"/>
                <a:stretch>
                  <a:fillRect/>
                </a:stretch>
              </p:blipFill>
              <p:spPr>
                <a:xfrm>
                  <a:off x="7674625" y="5421789"/>
                  <a:ext cx="13464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6396" name="墨迹 16395">
                  <a:extLst>
                    <a:ext uri="{FF2B5EF4-FFF2-40B4-BE49-F238E27FC236}">
                      <a16:creationId xmlns:a16="http://schemas.microsoft.com/office/drawing/2014/main" id="{20F54091-D487-A163-358A-E4D0D7565C1B}"/>
                    </a:ext>
                  </a:extLst>
                </p14:cNvPr>
                <p14:cNvContentPartPr/>
                <p14:nvPr/>
              </p14:nvContentPartPr>
              <p14:xfrm>
                <a:off x="7832305" y="5486589"/>
                <a:ext cx="27720" cy="34560"/>
              </p14:xfrm>
            </p:contentPart>
          </mc:Choice>
          <mc:Fallback xmlns="">
            <p:pic>
              <p:nvPicPr>
                <p:cNvPr id="16396" name="墨迹 16395">
                  <a:extLst>
                    <a:ext uri="{FF2B5EF4-FFF2-40B4-BE49-F238E27FC236}">
                      <a16:creationId xmlns:a16="http://schemas.microsoft.com/office/drawing/2014/main" id="{20F54091-D487-A163-358A-E4D0D7565C1B}"/>
                    </a:ext>
                  </a:extLst>
                </p:cNvPr>
                <p:cNvPicPr/>
                <p:nvPr/>
              </p:nvPicPr>
              <p:blipFill>
                <a:blip r:embed="rId135"/>
                <a:stretch>
                  <a:fillRect/>
                </a:stretch>
              </p:blipFill>
              <p:spPr>
                <a:xfrm>
                  <a:off x="7814305" y="5468589"/>
                  <a:ext cx="6336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6397" name="墨迹 16396">
                  <a:extLst>
                    <a:ext uri="{FF2B5EF4-FFF2-40B4-BE49-F238E27FC236}">
                      <a16:creationId xmlns:a16="http://schemas.microsoft.com/office/drawing/2014/main" id="{D5E13C4A-FAB0-5325-E480-D3F622EEFC37}"/>
                    </a:ext>
                  </a:extLst>
                </p14:cNvPr>
                <p14:cNvContentPartPr/>
                <p14:nvPr/>
              </p14:nvContentPartPr>
              <p14:xfrm>
                <a:off x="7785505" y="5410989"/>
                <a:ext cx="206280" cy="129240"/>
              </p14:xfrm>
            </p:contentPart>
          </mc:Choice>
          <mc:Fallback xmlns="">
            <p:pic>
              <p:nvPicPr>
                <p:cNvPr id="16397" name="墨迹 16396">
                  <a:extLst>
                    <a:ext uri="{FF2B5EF4-FFF2-40B4-BE49-F238E27FC236}">
                      <a16:creationId xmlns:a16="http://schemas.microsoft.com/office/drawing/2014/main" id="{D5E13C4A-FAB0-5325-E480-D3F622EEFC37}"/>
                    </a:ext>
                  </a:extLst>
                </p:cNvPr>
                <p:cNvPicPr/>
                <p:nvPr/>
              </p:nvPicPr>
              <p:blipFill>
                <a:blip r:embed="rId137"/>
                <a:stretch>
                  <a:fillRect/>
                </a:stretch>
              </p:blipFill>
              <p:spPr>
                <a:xfrm>
                  <a:off x="7767505" y="5393349"/>
                  <a:ext cx="24192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6399" name="墨迹 16398">
                  <a:extLst>
                    <a:ext uri="{FF2B5EF4-FFF2-40B4-BE49-F238E27FC236}">
                      <a16:creationId xmlns:a16="http://schemas.microsoft.com/office/drawing/2014/main" id="{00A548F1-E7AD-7A10-B592-D5C1A1290C8E}"/>
                    </a:ext>
                  </a:extLst>
                </p14:cNvPr>
                <p14:cNvContentPartPr/>
                <p14:nvPr/>
              </p14:nvContentPartPr>
              <p14:xfrm>
                <a:off x="6351265" y="4801149"/>
                <a:ext cx="2018880" cy="916560"/>
              </p14:xfrm>
            </p:contentPart>
          </mc:Choice>
          <mc:Fallback xmlns="">
            <p:pic>
              <p:nvPicPr>
                <p:cNvPr id="16399" name="墨迹 16398">
                  <a:extLst>
                    <a:ext uri="{FF2B5EF4-FFF2-40B4-BE49-F238E27FC236}">
                      <a16:creationId xmlns:a16="http://schemas.microsoft.com/office/drawing/2014/main" id="{00A548F1-E7AD-7A10-B592-D5C1A1290C8E}"/>
                    </a:ext>
                  </a:extLst>
                </p:cNvPr>
                <p:cNvPicPr/>
                <p:nvPr/>
              </p:nvPicPr>
              <p:blipFill>
                <a:blip r:embed="rId139"/>
                <a:stretch>
                  <a:fillRect/>
                </a:stretch>
              </p:blipFill>
              <p:spPr>
                <a:xfrm>
                  <a:off x="6333625" y="4783509"/>
                  <a:ext cx="2054520" cy="952200"/>
                </a:xfrm>
                <a:prstGeom prst="rect">
                  <a:avLst/>
                </a:prstGeom>
              </p:spPr>
            </p:pic>
          </mc:Fallback>
        </mc:AlternateContent>
      </p:grpSp>
      <p:grpSp>
        <p:nvGrpSpPr>
          <p:cNvPr id="16403" name="组合 16402">
            <a:extLst>
              <a:ext uri="{FF2B5EF4-FFF2-40B4-BE49-F238E27FC236}">
                <a16:creationId xmlns:a16="http://schemas.microsoft.com/office/drawing/2014/main" id="{D42F39CB-5EDB-2146-6FCB-6F087C629E8E}"/>
              </a:ext>
            </a:extLst>
          </p:cNvPr>
          <p:cNvGrpSpPr/>
          <p:nvPr/>
        </p:nvGrpSpPr>
        <p:grpSpPr>
          <a:xfrm>
            <a:off x="3472705" y="5781429"/>
            <a:ext cx="4673160" cy="130320"/>
            <a:chOff x="3472705" y="5781429"/>
            <a:chExt cx="4673160" cy="130320"/>
          </a:xfrm>
        </p:grpSpPr>
        <mc:AlternateContent xmlns:mc="http://schemas.openxmlformats.org/markup-compatibility/2006" xmlns:p14="http://schemas.microsoft.com/office/powerpoint/2010/main">
          <mc:Choice Requires="p14">
            <p:contentPart p14:bwMode="auto" r:id="rId140">
              <p14:nvContentPartPr>
                <p14:cNvPr id="46" name="墨迹 45">
                  <a:extLst>
                    <a:ext uri="{FF2B5EF4-FFF2-40B4-BE49-F238E27FC236}">
                      <a16:creationId xmlns:a16="http://schemas.microsoft.com/office/drawing/2014/main" id="{96D049CD-AAB3-B3DE-4869-87E1E9647C88}"/>
                    </a:ext>
                  </a:extLst>
                </p14:cNvPr>
                <p14:cNvContentPartPr/>
                <p14:nvPr/>
              </p14:nvContentPartPr>
              <p14:xfrm>
                <a:off x="3620665" y="5854869"/>
                <a:ext cx="1704240" cy="47520"/>
              </p14:xfrm>
            </p:contentPart>
          </mc:Choice>
          <mc:Fallback xmlns="">
            <p:pic>
              <p:nvPicPr>
                <p:cNvPr id="46" name="墨迹 45">
                  <a:extLst>
                    <a:ext uri="{FF2B5EF4-FFF2-40B4-BE49-F238E27FC236}">
                      <a16:creationId xmlns:a16="http://schemas.microsoft.com/office/drawing/2014/main" id="{96D049CD-AAB3-B3DE-4869-87E1E9647C88}"/>
                    </a:ext>
                  </a:extLst>
                </p:cNvPr>
                <p:cNvPicPr/>
                <p:nvPr/>
              </p:nvPicPr>
              <p:blipFill>
                <a:blip r:embed="rId141"/>
                <a:stretch>
                  <a:fillRect/>
                </a:stretch>
              </p:blipFill>
              <p:spPr>
                <a:xfrm>
                  <a:off x="3602665" y="5836869"/>
                  <a:ext cx="173988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47" name="墨迹 46">
                  <a:extLst>
                    <a:ext uri="{FF2B5EF4-FFF2-40B4-BE49-F238E27FC236}">
                      <a16:creationId xmlns:a16="http://schemas.microsoft.com/office/drawing/2014/main" id="{32F3A69F-C2F3-0250-232F-468B76A8B358}"/>
                    </a:ext>
                  </a:extLst>
                </p14:cNvPr>
                <p14:cNvContentPartPr/>
                <p14:nvPr/>
              </p14:nvContentPartPr>
              <p14:xfrm>
                <a:off x="6049585" y="5818149"/>
                <a:ext cx="1422720" cy="47520"/>
              </p14:xfrm>
            </p:contentPart>
          </mc:Choice>
          <mc:Fallback xmlns="">
            <p:pic>
              <p:nvPicPr>
                <p:cNvPr id="47" name="墨迹 46">
                  <a:extLst>
                    <a:ext uri="{FF2B5EF4-FFF2-40B4-BE49-F238E27FC236}">
                      <a16:creationId xmlns:a16="http://schemas.microsoft.com/office/drawing/2014/main" id="{32F3A69F-C2F3-0250-232F-468B76A8B358}"/>
                    </a:ext>
                  </a:extLst>
                </p:cNvPr>
                <p:cNvPicPr/>
                <p:nvPr/>
              </p:nvPicPr>
              <p:blipFill>
                <a:blip r:embed="rId143"/>
                <a:stretch>
                  <a:fillRect/>
                </a:stretch>
              </p:blipFill>
              <p:spPr>
                <a:xfrm>
                  <a:off x="6031945" y="5800509"/>
                  <a:ext cx="145836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6401" name="墨迹 16400">
                  <a:extLst>
                    <a:ext uri="{FF2B5EF4-FFF2-40B4-BE49-F238E27FC236}">
                      <a16:creationId xmlns:a16="http://schemas.microsoft.com/office/drawing/2014/main" id="{38F5634C-6754-2340-382A-7AD2BE9A01FB}"/>
                    </a:ext>
                  </a:extLst>
                </p14:cNvPr>
                <p14:cNvContentPartPr/>
                <p14:nvPr/>
              </p14:nvContentPartPr>
              <p14:xfrm>
                <a:off x="3472705" y="5836869"/>
                <a:ext cx="1679760" cy="74880"/>
              </p14:xfrm>
            </p:contentPart>
          </mc:Choice>
          <mc:Fallback xmlns="">
            <p:pic>
              <p:nvPicPr>
                <p:cNvPr id="16401" name="墨迹 16400">
                  <a:extLst>
                    <a:ext uri="{FF2B5EF4-FFF2-40B4-BE49-F238E27FC236}">
                      <a16:creationId xmlns:a16="http://schemas.microsoft.com/office/drawing/2014/main" id="{38F5634C-6754-2340-382A-7AD2BE9A01FB}"/>
                    </a:ext>
                  </a:extLst>
                </p:cNvPr>
                <p:cNvPicPr/>
                <p:nvPr/>
              </p:nvPicPr>
              <p:blipFill>
                <a:blip r:embed="rId145"/>
                <a:stretch>
                  <a:fillRect/>
                </a:stretch>
              </p:blipFill>
              <p:spPr>
                <a:xfrm>
                  <a:off x="3455065" y="5818869"/>
                  <a:ext cx="17154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6402" name="墨迹 16401">
                  <a:extLst>
                    <a:ext uri="{FF2B5EF4-FFF2-40B4-BE49-F238E27FC236}">
                      <a16:creationId xmlns:a16="http://schemas.microsoft.com/office/drawing/2014/main" id="{F4FB8652-485C-9168-3009-D0C2203F42DC}"/>
                    </a:ext>
                  </a:extLst>
                </p14:cNvPr>
                <p14:cNvContentPartPr/>
                <p14:nvPr/>
              </p14:nvContentPartPr>
              <p14:xfrm>
                <a:off x="5735665" y="5781429"/>
                <a:ext cx="2410200" cy="56160"/>
              </p14:xfrm>
            </p:contentPart>
          </mc:Choice>
          <mc:Fallback xmlns="">
            <p:pic>
              <p:nvPicPr>
                <p:cNvPr id="16402" name="墨迹 16401">
                  <a:extLst>
                    <a:ext uri="{FF2B5EF4-FFF2-40B4-BE49-F238E27FC236}">
                      <a16:creationId xmlns:a16="http://schemas.microsoft.com/office/drawing/2014/main" id="{F4FB8652-485C-9168-3009-D0C2203F42DC}"/>
                    </a:ext>
                  </a:extLst>
                </p:cNvPr>
                <p:cNvPicPr/>
                <p:nvPr/>
              </p:nvPicPr>
              <p:blipFill>
                <a:blip r:embed="rId147"/>
                <a:stretch>
                  <a:fillRect/>
                </a:stretch>
              </p:blipFill>
              <p:spPr>
                <a:xfrm>
                  <a:off x="5717665" y="5763429"/>
                  <a:ext cx="2445840" cy="91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8">
            <p14:nvContentPartPr>
              <p14:cNvPr id="16404" name="墨迹 16403">
                <a:extLst>
                  <a:ext uri="{FF2B5EF4-FFF2-40B4-BE49-F238E27FC236}">
                    <a16:creationId xmlns:a16="http://schemas.microsoft.com/office/drawing/2014/main" id="{8A3C6A69-C9F0-D533-C841-B9CE35429E0B}"/>
                  </a:ext>
                </a:extLst>
              </p14:cNvPr>
              <p14:cNvContentPartPr/>
              <p14:nvPr/>
            </p14:nvContentPartPr>
            <p14:xfrm>
              <a:off x="2087425" y="6233589"/>
              <a:ext cx="629280" cy="10440"/>
            </p14:xfrm>
          </p:contentPart>
        </mc:Choice>
        <mc:Fallback xmlns="">
          <p:pic>
            <p:nvPicPr>
              <p:cNvPr id="16404" name="墨迹 16403">
                <a:extLst>
                  <a:ext uri="{FF2B5EF4-FFF2-40B4-BE49-F238E27FC236}">
                    <a16:creationId xmlns:a16="http://schemas.microsoft.com/office/drawing/2014/main" id="{8A3C6A69-C9F0-D533-C841-B9CE35429E0B}"/>
                  </a:ext>
                </a:extLst>
              </p:cNvPr>
              <p:cNvPicPr/>
              <p:nvPr/>
            </p:nvPicPr>
            <p:blipFill>
              <a:blip r:embed="rId149"/>
              <a:stretch>
                <a:fillRect/>
              </a:stretch>
            </p:blipFill>
            <p:spPr>
              <a:xfrm>
                <a:off x="2069425" y="6215949"/>
                <a:ext cx="66492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6405" name="墨迹 16404">
                <a:extLst>
                  <a:ext uri="{FF2B5EF4-FFF2-40B4-BE49-F238E27FC236}">
                    <a16:creationId xmlns:a16="http://schemas.microsoft.com/office/drawing/2014/main" id="{676B9D24-2AD3-E4BB-2717-B7B02DE0A509}"/>
                  </a:ext>
                </a:extLst>
              </p14:cNvPr>
              <p14:cNvContentPartPr/>
              <p14:nvPr/>
            </p14:nvContentPartPr>
            <p14:xfrm>
              <a:off x="3491065" y="6590709"/>
              <a:ext cx="1446840" cy="23400"/>
            </p14:xfrm>
          </p:contentPart>
        </mc:Choice>
        <mc:Fallback xmlns="">
          <p:pic>
            <p:nvPicPr>
              <p:cNvPr id="16405" name="墨迹 16404">
                <a:extLst>
                  <a:ext uri="{FF2B5EF4-FFF2-40B4-BE49-F238E27FC236}">
                    <a16:creationId xmlns:a16="http://schemas.microsoft.com/office/drawing/2014/main" id="{676B9D24-2AD3-E4BB-2717-B7B02DE0A509}"/>
                  </a:ext>
                </a:extLst>
              </p:cNvPr>
              <p:cNvPicPr/>
              <p:nvPr/>
            </p:nvPicPr>
            <p:blipFill>
              <a:blip r:embed="rId151"/>
              <a:stretch>
                <a:fillRect/>
              </a:stretch>
            </p:blipFill>
            <p:spPr>
              <a:xfrm>
                <a:off x="3473425" y="6572709"/>
                <a:ext cx="1482480" cy="5904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p:cNvSpPr>
          <p:nvPr>
            <p:ph idx="1"/>
          </p:nvPr>
        </p:nvSpPr>
        <p:spPr>
          <a:xfrm>
            <a:off x="457200" y="981075"/>
            <a:ext cx="8229600" cy="1152525"/>
          </a:xfrm>
          <a:noFill/>
          <a:ln>
            <a:noFill/>
          </a:ln>
        </p:spPr>
        <p:txBody>
          <a:bodyPr/>
          <a:lstStyle/>
          <a:p>
            <a:pPr eaLnBrk="1" hangingPunct="1"/>
            <a:r>
              <a:rPr lang="zh-CN" altLang="en-US" sz="2400" b="1" dirty="0"/>
              <a:t>（</a:t>
            </a:r>
            <a:r>
              <a:rPr lang="en-US" altLang="zh-CN" sz="2400" b="1" dirty="0"/>
              <a:t>2</a:t>
            </a:r>
            <a:r>
              <a:rPr lang="zh-CN" altLang="en-US" sz="2400" b="1" dirty="0"/>
              <a:t>） 电源控制寄存器</a:t>
            </a:r>
            <a:r>
              <a:rPr lang="en-US" altLang="zh-CN" sz="2400" b="1" dirty="0"/>
              <a:t>PCON</a:t>
            </a:r>
            <a:r>
              <a:rPr lang="zh-CN" altLang="en-US" sz="2400" b="1" dirty="0"/>
              <a:t>（</a:t>
            </a:r>
            <a:r>
              <a:rPr lang="en-US" altLang="zh-CN" sz="2400" b="1" dirty="0"/>
              <a:t>power controller</a:t>
            </a:r>
            <a:r>
              <a:rPr lang="zh-CN" altLang="en-US" sz="2400" b="1" dirty="0"/>
              <a:t>，</a:t>
            </a:r>
            <a:r>
              <a:rPr lang="en-US" altLang="zh-CN" sz="2400" b="1" dirty="0"/>
              <a:t>87H</a:t>
            </a:r>
            <a:r>
              <a:rPr lang="zh-CN" altLang="en-US" sz="2400" b="1" dirty="0"/>
              <a:t>，不可位寻址）</a:t>
            </a:r>
          </a:p>
        </p:txBody>
      </p:sp>
      <p:graphicFrame>
        <p:nvGraphicFramePr>
          <p:cNvPr id="268407" name="Group 119"/>
          <p:cNvGraphicFramePr>
            <a:graphicFrameLocks noGrp="1"/>
          </p:cNvGraphicFramePr>
          <p:nvPr/>
        </p:nvGraphicFramePr>
        <p:xfrm>
          <a:off x="323850" y="1844675"/>
          <a:ext cx="8497888" cy="1120930"/>
        </p:xfrm>
        <a:graphic>
          <a:graphicData uri="http://schemas.openxmlformats.org/drawingml/2006/table">
            <a:tbl>
              <a:tblPr/>
              <a:tblGrid>
                <a:gridCol w="730250">
                  <a:extLst>
                    <a:ext uri="{9D8B030D-6E8A-4147-A177-3AD203B41FA5}">
                      <a16:colId xmlns:a16="http://schemas.microsoft.com/office/drawing/2014/main" val="20000"/>
                    </a:ext>
                  </a:extLst>
                </a:gridCol>
                <a:gridCol w="874713">
                  <a:extLst>
                    <a:ext uri="{9D8B030D-6E8A-4147-A177-3AD203B41FA5}">
                      <a16:colId xmlns:a16="http://schemas.microsoft.com/office/drawing/2014/main" val="20001"/>
                    </a:ext>
                  </a:extLst>
                </a:gridCol>
                <a:gridCol w="1133475">
                  <a:extLst>
                    <a:ext uri="{9D8B030D-6E8A-4147-A177-3AD203B41FA5}">
                      <a16:colId xmlns:a16="http://schemas.microsoft.com/office/drawing/2014/main" val="20002"/>
                    </a:ext>
                  </a:extLst>
                </a:gridCol>
                <a:gridCol w="958850">
                  <a:extLst>
                    <a:ext uri="{9D8B030D-6E8A-4147-A177-3AD203B41FA5}">
                      <a16:colId xmlns:a16="http://schemas.microsoft.com/office/drawing/2014/main" val="20003"/>
                    </a:ext>
                  </a:extLst>
                </a:gridCol>
                <a:gridCol w="960437">
                  <a:extLst>
                    <a:ext uri="{9D8B030D-6E8A-4147-A177-3AD203B41FA5}">
                      <a16:colId xmlns:a16="http://schemas.microsoft.com/office/drawing/2014/main" val="20004"/>
                    </a:ext>
                  </a:extLst>
                </a:gridCol>
                <a:gridCol w="960438">
                  <a:extLst>
                    <a:ext uri="{9D8B030D-6E8A-4147-A177-3AD203B41FA5}">
                      <a16:colId xmlns:a16="http://schemas.microsoft.com/office/drawing/2014/main" val="20005"/>
                    </a:ext>
                  </a:extLst>
                </a:gridCol>
                <a:gridCol w="960437">
                  <a:extLst>
                    <a:ext uri="{9D8B030D-6E8A-4147-A177-3AD203B41FA5}">
                      <a16:colId xmlns:a16="http://schemas.microsoft.com/office/drawing/2014/main" val="20006"/>
                    </a:ext>
                  </a:extLst>
                </a:gridCol>
                <a:gridCol w="958850">
                  <a:extLst>
                    <a:ext uri="{9D8B030D-6E8A-4147-A177-3AD203B41FA5}">
                      <a16:colId xmlns:a16="http://schemas.microsoft.com/office/drawing/2014/main" val="20007"/>
                    </a:ext>
                  </a:extLst>
                </a:gridCol>
                <a:gridCol w="960438">
                  <a:extLst>
                    <a:ext uri="{9D8B030D-6E8A-4147-A177-3AD203B41FA5}">
                      <a16:colId xmlns:a16="http://schemas.microsoft.com/office/drawing/2014/main" val="20008"/>
                    </a:ext>
                  </a:extLst>
                </a:gridCol>
              </a:tblGrid>
              <a:tr h="377611">
                <a:tc gridSpan="9">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dirty="0">
                          <a:ln>
                            <a:noFill/>
                          </a:ln>
                          <a:solidFill>
                            <a:srgbClr val="CC0099"/>
                          </a:solidFill>
                          <a:effectLst/>
                          <a:latin typeface="Times New Roman" panose="02020603050405020304" pitchFamily="18" charset="0"/>
                          <a:ea typeface="黑体" panose="02010609060101010101" pitchFamily="2" charset="-122"/>
                          <a:cs typeface="Times New Roman" panose="02020603050405020304" pitchFamily="18" charset="0"/>
                        </a:rPr>
                        <a:t>表</a:t>
                      </a:r>
                      <a:r>
                        <a:rPr kumimoji="1" lang="en-US" altLang="zh-CN" sz="1800" b="1" i="0" u="none" strike="noStrike" cap="none" normalizeH="0" baseline="0" dirty="0">
                          <a:ln>
                            <a:noFill/>
                          </a:ln>
                          <a:solidFill>
                            <a:srgbClr val="CC0099"/>
                          </a:solidFill>
                          <a:effectLst/>
                          <a:latin typeface="Times New Roman" panose="02020603050405020304" pitchFamily="18" charset="0"/>
                          <a:ea typeface="黑体" panose="02010609060101010101" pitchFamily="2" charset="-122"/>
                          <a:cs typeface="Times New Roman" panose="02020603050405020304" pitchFamily="18" charset="0"/>
                        </a:rPr>
                        <a:t>7-2  PCON</a:t>
                      </a:r>
                      <a:r>
                        <a:rPr kumimoji="1" lang="zh-CN" altLang="en-US" sz="1800" b="1" i="0" u="none" strike="noStrike" cap="none" normalizeH="0" baseline="0" dirty="0">
                          <a:ln>
                            <a:noFill/>
                          </a:ln>
                          <a:solidFill>
                            <a:srgbClr val="CC0099"/>
                          </a:solidFill>
                          <a:effectLst/>
                          <a:latin typeface="Times New Roman" panose="02020603050405020304" pitchFamily="18" charset="0"/>
                          <a:ea typeface="黑体" panose="02010609060101010101" pitchFamily="2" charset="-122"/>
                          <a:cs typeface="Times New Roman" panose="02020603050405020304" pitchFamily="18" charset="0"/>
                        </a:rPr>
                        <a:t>电源控制寄存器控制字</a:t>
                      </a:r>
                    </a:p>
                  </a:txBody>
                  <a:tcPr marT="45694" marB="45694" anchor="ctr" horzOverflow="overflow">
                    <a:lnL cap="flat">
                      <a:noFill/>
                    </a:lnL>
                    <a:lnR cap="flat">
                      <a:noFill/>
                    </a:lnR>
                    <a:lnT cap="flat">
                      <a:noFill/>
                    </a:lnT>
                    <a:lnB w="12700" cap="flat" cmpd="sng" algn="ctr">
                      <a:solidFill>
                        <a:srgbClr val="000000"/>
                      </a:solidFill>
                      <a:prstDash val="solid"/>
                      <a:miter lim="800000"/>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65553">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位序</a:t>
                      </a:r>
                      <a:endParaRPr kumimoji="1" lang="zh-CN" altLang="en-US"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cap="flat">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D7</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D6</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D5</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D4</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D3</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D2</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D1</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D0</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cap="flat">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611">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名称</a:t>
                      </a:r>
                      <a:endParaRPr kumimoji="1" lang="zh-CN" altLang="en-US"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cap="flat">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SMOD</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(SMOD0)</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(LVDF)</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(P0F)</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GF1</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GF0</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PD</a:t>
                      </a:r>
                      <a:endParaRPr kumimoji="1" lang="en-US" altLang="zh-CN" sz="18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IDL</a:t>
                      </a:r>
                      <a:endParaRPr kumimoji="1" lang="en-US" altLang="zh-CN" sz="1800" b="1" i="0" u="none" strike="noStrike" cap="none" normalizeH="0" baseline="0" dirty="0">
                        <a:ln>
                          <a:noFill/>
                        </a:ln>
                        <a:solidFill>
                          <a:schemeClr val="folHlink"/>
                        </a:solidFill>
                        <a:effectLst/>
                        <a:latin typeface="Times New Roman" panose="02020603050405020304" pitchFamily="18" charset="0"/>
                        <a:ea typeface="宋体" panose="02010600030101010101" pitchFamily="2" charset="-122"/>
                      </a:endParaRPr>
                    </a:p>
                  </a:txBody>
                  <a:tcPr marT="45694" marB="45694" anchor="ctr" horzOverflow="overflow">
                    <a:lnL>
                      <a:noFill/>
                    </a:lnL>
                    <a:lnR cap="flat">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68408" name="Rectangle 120"/>
          <p:cNvSpPr>
            <a:spLocks noChangeArrowheads="1"/>
          </p:cNvSpPr>
          <p:nvPr/>
        </p:nvSpPr>
        <p:spPr bwMode="auto">
          <a:xfrm>
            <a:off x="395288" y="3213100"/>
            <a:ext cx="8229600" cy="3240088"/>
          </a:xfrm>
          <a:prstGeom prst="rect">
            <a:avLst/>
          </a:prstGeom>
          <a:noFill/>
          <a:ln>
            <a:noFill/>
          </a:ln>
          <a:effectLst/>
        </p:spPr>
        <p:txBody>
          <a:bodyPr/>
          <a:lstStyle>
            <a:lvl1pPr marL="342900" indent="-3429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342900" marR="0" lvl="0" indent="-342900" algn="ju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1200" cap="none" spc="0" normalizeH="0" baseline="0" noProof="0" dirty="0">
                <a:ln>
                  <a:noFill/>
                </a:ln>
                <a:solidFill>
                  <a:srgbClr val="7030A0"/>
                </a:solidFill>
                <a:effectLst/>
                <a:uLnTx/>
                <a:uFillTx/>
                <a:latin typeface="Tahoma" panose="020B0604030504040204" pitchFamily="34" charset="0"/>
                <a:ea typeface="宋体" panose="02010600030101010101" pitchFamily="2" charset="-122"/>
                <a:cs typeface="+mn-cs"/>
              </a:rPr>
              <a:t>7.2.3 </a:t>
            </a:r>
            <a:r>
              <a:rPr kumimoji="1" lang="zh-CN" altLang="en-US" sz="2800" b="1" i="0" u="none" strike="noStrike" kern="1200" cap="none" spc="0" normalizeH="0" baseline="0" noProof="0" dirty="0">
                <a:ln>
                  <a:noFill/>
                </a:ln>
                <a:solidFill>
                  <a:srgbClr val="7030A0"/>
                </a:solidFill>
                <a:effectLst/>
                <a:uLnTx/>
                <a:uFillTx/>
                <a:latin typeface="Tahoma" panose="020B0604030504040204" pitchFamily="34" charset="0"/>
                <a:ea typeface="宋体" panose="02010600030101010101" pitchFamily="2" charset="-122"/>
                <a:cs typeface="+mn-cs"/>
              </a:rPr>
              <a:t>波特率的设计</a:t>
            </a:r>
          </a:p>
          <a:p>
            <a:pPr marL="0" marR="0" lvl="0" indent="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     在串行通信中，收发双方对发送或接收数据的速率要有一定的约定，即双方要对波特率进行约定。</a:t>
            </a:r>
            <a:r>
              <a:rPr kumimoji="1" lang="en-US" altLang="zh-CN"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MCS-51</a:t>
            </a:r>
            <a:r>
              <a:rPr kumimoji="1"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系列单片机的串行口有</a:t>
            </a:r>
            <a:r>
              <a:rPr kumimoji="1" lang="en-US" altLang="zh-CN"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4</a:t>
            </a:r>
            <a:r>
              <a:rPr kumimoji="1"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种工作方式，分别是方式</a:t>
            </a:r>
            <a:r>
              <a:rPr kumimoji="1" lang="en-US" altLang="zh-CN"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0</a:t>
            </a:r>
            <a:r>
              <a:rPr kumimoji="1"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、方式</a:t>
            </a:r>
            <a:r>
              <a:rPr kumimoji="1" lang="en-US" altLang="zh-CN"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1</a:t>
            </a:r>
            <a:r>
              <a:rPr kumimoji="1"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、方式</a:t>
            </a:r>
            <a:r>
              <a:rPr kumimoji="1" lang="en-US" altLang="zh-CN"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2</a:t>
            </a:r>
            <a:r>
              <a:rPr kumimoji="1"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和方式</a:t>
            </a:r>
            <a:r>
              <a:rPr kumimoji="1" lang="en-US" altLang="zh-CN"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3</a:t>
            </a:r>
            <a:r>
              <a:rPr kumimoji="1"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，其中方式</a:t>
            </a:r>
            <a:r>
              <a:rPr kumimoji="1" lang="en-US" altLang="zh-CN"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0</a:t>
            </a:r>
            <a:r>
              <a:rPr kumimoji="1"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和方式</a:t>
            </a:r>
            <a:r>
              <a:rPr kumimoji="1" lang="en-US" altLang="zh-CN"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2</a:t>
            </a:r>
            <a:r>
              <a:rPr kumimoji="1"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的波特率是固定的，而方式</a:t>
            </a:r>
            <a:r>
              <a:rPr kumimoji="1" lang="en-US" altLang="zh-CN"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1</a:t>
            </a:r>
            <a:r>
              <a:rPr kumimoji="1"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和方式</a:t>
            </a:r>
            <a:r>
              <a:rPr kumimoji="1" lang="en-US" altLang="zh-CN"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3</a:t>
            </a:r>
            <a:r>
              <a:rPr kumimoji="1"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的波特率是可变的，其值由定时器</a:t>
            </a:r>
            <a:r>
              <a:rPr kumimoji="1" lang="en-US" altLang="zh-CN"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T1</a:t>
            </a:r>
            <a:r>
              <a:rPr kumimoji="1"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的溢出率决定。</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D8F96B5A-AA9B-2794-139D-F782C2AFCF9C}"/>
                  </a:ext>
                </a:extLst>
              </p14:cNvPr>
              <p14:cNvContentPartPr/>
              <p14:nvPr/>
            </p14:nvContentPartPr>
            <p14:xfrm>
              <a:off x="975588" y="1736679"/>
              <a:ext cx="1135440" cy="25200"/>
            </p14:xfrm>
          </p:contentPart>
        </mc:Choice>
        <mc:Fallback xmlns="">
          <p:pic>
            <p:nvPicPr>
              <p:cNvPr id="2" name="墨迹 1">
                <a:extLst>
                  <a:ext uri="{FF2B5EF4-FFF2-40B4-BE49-F238E27FC236}">
                    <a16:creationId xmlns:a16="http://schemas.microsoft.com/office/drawing/2014/main" id="{D8F96B5A-AA9B-2794-139D-F782C2AFCF9C}"/>
                  </a:ext>
                </a:extLst>
              </p:cNvPr>
              <p:cNvPicPr/>
              <p:nvPr/>
            </p:nvPicPr>
            <p:blipFill>
              <a:blip r:embed="rId3"/>
              <a:stretch>
                <a:fillRect/>
              </a:stretch>
            </p:blipFill>
            <p:spPr>
              <a:xfrm>
                <a:off x="957948" y="1718679"/>
                <a:ext cx="117108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17293723-4F62-0FA8-45B2-638B974C7915}"/>
                  </a:ext>
                </a:extLst>
              </p14:cNvPr>
              <p14:cNvContentPartPr/>
              <p14:nvPr/>
            </p14:nvContentPartPr>
            <p14:xfrm>
              <a:off x="199428" y="3156519"/>
              <a:ext cx="398880" cy="575280"/>
            </p14:xfrm>
          </p:contentPart>
        </mc:Choice>
        <mc:Fallback xmlns="">
          <p:pic>
            <p:nvPicPr>
              <p:cNvPr id="3" name="墨迹 2">
                <a:extLst>
                  <a:ext uri="{FF2B5EF4-FFF2-40B4-BE49-F238E27FC236}">
                    <a16:creationId xmlns:a16="http://schemas.microsoft.com/office/drawing/2014/main" id="{17293723-4F62-0FA8-45B2-638B974C7915}"/>
                  </a:ext>
                </a:extLst>
              </p:cNvPr>
              <p:cNvPicPr/>
              <p:nvPr/>
            </p:nvPicPr>
            <p:blipFill>
              <a:blip r:embed="rId5"/>
              <a:stretch>
                <a:fillRect/>
              </a:stretch>
            </p:blipFill>
            <p:spPr>
              <a:xfrm>
                <a:off x="181788" y="3138519"/>
                <a:ext cx="434520" cy="610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墨迹 16">
                <a:extLst>
                  <a:ext uri="{FF2B5EF4-FFF2-40B4-BE49-F238E27FC236}">
                    <a16:creationId xmlns:a16="http://schemas.microsoft.com/office/drawing/2014/main" id="{75DC1394-4BB8-49BE-8D2D-FDD242C9D64C}"/>
                  </a:ext>
                </a:extLst>
              </p14:cNvPr>
              <p14:cNvContentPartPr/>
              <p14:nvPr/>
            </p14:nvContentPartPr>
            <p14:xfrm>
              <a:off x="3129468" y="4227519"/>
              <a:ext cx="5108760" cy="75240"/>
            </p14:xfrm>
          </p:contentPart>
        </mc:Choice>
        <mc:Fallback xmlns="">
          <p:pic>
            <p:nvPicPr>
              <p:cNvPr id="17" name="墨迹 16">
                <a:extLst>
                  <a:ext uri="{FF2B5EF4-FFF2-40B4-BE49-F238E27FC236}">
                    <a16:creationId xmlns:a16="http://schemas.microsoft.com/office/drawing/2014/main" id="{75DC1394-4BB8-49BE-8D2D-FDD242C9D64C}"/>
                  </a:ext>
                </a:extLst>
              </p:cNvPr>
              <p:cNvPicPr/>
              <p:nvPr/>
            </p:nvPicPr>
            <p:blipFill>
              <a:blip r:embed="rId29"/>
              <a:stretch>
                <a:fillRect/>
              </a:stretch>
            </p:blipFill>
            <p:spPr>
              <a:xfrm>
                <a:off x="3111828" y="4209519"/>
                <a:ext cx="514440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墨迹 17">
                <a:extLst>
                  <a:ext uri="{FF2B5EF4-FFF2-40B4-BE49-F238E27FC236}">
                    <a16:creationId xmlns:a16="http://schemas.microsoft.com/office/drawing/2014/main" id="{B71E510D-4259-8182-B210-77D454F9E06A}"/>
                  </a:ext>
                </a:extLst>
              </p14:cNvPr>
              <p14:cNvContentPartPr/>
              <p14:nvPr/>
            </p14:nvContentPartPr>
            <p14:xfrm>
              <a:off x="742668" y="4835199"/>
              <a:ext cx="5336280" cy="80640"/>
            </p14:xfrm>
          </p:contentPart>
        </mc:Choice>
        <mc:Fallback xmlns="">
          <p:pic>
            <p:nvPicPr>
              <p:cNvPr id="18" name="墨迹 17">
                <a:extLst>
                  <a:ext uri="{FF2B5EF4-FFF2-40B4-BE49-F238E27FC236}">
                    <a16:creationId xmlns:a16="http://schemas.microsoft.com/office/drawing/2014/main" id="{B71E510D-4259-8182-B210-77D454F9E06A}"/>
                  </a:ext>
                </a:extLst>
              </p:cNvPr>
              <p:cNvPicPr/>
              <p:nvPr/>
            </p:nvPicPr>
            <p:blipFill>
              <a:blip r:embed="rId31"/>
              <a:stretch>
                <a:fillRect/>
              </a:stretch>
            </p:blipFill>
            <p:spPr>
              <a:xfrm>
                <a:off x="724668" y="4817559"/>
                <a:ext cx="5371920" cy="116280"/>
              </a:xfrm>
              <a:prstGeom prst="rect">
                <a:avLst/>
              </a:prstGeom>
            </p:spPr>
          </p:pic>
        </mc:Fallback>
      </mc:AlternateContent>
      <p:grpSp>
        <p:nvGrpSpPr>
          <p:cNvPr id="21" name="组合 20">
            <a:extLst>
              <a:ext uri="{FF2B5EF4-FFF2-40B4-BE49-F238E27FC236}">
                <a16:creationId xmlns:a16="http://schemas.microsoft.com/office/drawing/2014/main" id="{C8062552-E0ED-61A8-3C63-766EA8199178}"/>
              </a:ext>
            </a:extLst>
          </p:cNvPr>
          <p:cNvGrpSpPr/>
          <p:nvPr/>
        </p:nvGrpSpPr>
        <p:grpSpPr>
          <a:xfrm>
            <a:off x="2405508" y="5350719"/>
            <a:ext cx="6303600" cy="127440"/>
            <a:chOff x="2405508" y="5350719"/>
            <a:chExt cx="6303600" cy="127440"/>
          </a:xfrm>
        </p:grpSpPr>
        <mc:AlternateContent xmlns:mc="http://schemas.openxmlformats.org/markup-compatibility/2006" xmlns:p14="http://schemas.microsoft.com/office/powerpoint/2010/main">
          <mc:Choice Requires="p14">
            <p:contentPart p14:bwMode="auto" r:id="rId32">
              <p14:nvContentPartPr>
                <p14:cNvPr id="19" name="墨迹 18">
                  <a:extLst>
                    <a:ext uri="{FF2B5EF4-FFF2-40B4-BE49-F238E27FC236}">
                      <a16:creationId xmlns:a16="http://schemas.microsoft.com/office/drawing/2014/main" id="{DE9D4DF5-00FD-EDEF-24A0-0FB0D2685EA8}"/>
                    </a:ext>
                  </a:extLst>
                </p14:cNvPr>
                <p14:cNvContentPartPr/>
                <p14:nvPr/>
              </p14:nvContentPartPr>
              <p14:xfrm>
                <a:off x="2405508" y="5350719"/>
                <a:ext cx="1949400" cy="25560"/>
              </p14:xfrm>
            </p:contentPart>
          </mc:Choice>
          <mc:Fallback xmlns="">
            <p:pic>
              <p:nvPicPr>
                <p:cNvPr id="19" name="墨迹 18">
                  <a:extLst>
                    <a:ext uri="{FF2B5EF4-FFF2-40B4-BE49-F238E27FC236}">
                      <a16:creationId xmlns:a16="http://schemas.microsoft.com/office/drawing/2014/main" id="{DE9D4DF5-00FD-EDEF-24A0-0FB0D2685EA8}"/>
                    </a:ext>
                  </a:extLst>
                </p:cNvPr>
                <p:cNvPicPr/>
                <p:nvPr/>
              </p:nvPicPr>
              <p:blipFill>
                <a:blip r:embed="rId33"/>
                <a:stretch>
                  <a:fillRect/>
                </a:stretch>
              </p:blipFill>
              <p:spPr>
                <a:xfrm>
                  <a:off x="2387868" y="5333079"/>
                  <a:ext cx="198504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墨迹 19">
                  <a:extLst>
                    <a:ext uri="{FF2B5EF4-FFF2-40B4-BE49-F238E27FC236}">
                      <a16:creationId xmlns:a16="http://schemas.microsoft.com/office/drawing/2014/main" id="{07E12D78-564E-5453-EFFE-D25335351CC6}"/>
                    </a:ext>
                  </a:extLst>
                </p14:cNvPr>
                <p14:cNvContentPartPr/>
                <p14:nvPr/>
              </p14:nvContentPartPr>
              <p14:xfrm>
                <a:off x="5326908" y="5390319"/>
                <a:ext cx="3382200" cy="87840"/>
              </p14:xfrm>
            </p:contentPart>
          </mc:Choice>
          <mc:Fallback xmlns="">
            <p:pic>
              <p:nvPicPr>
                <p:cNvPr id="20" name="墨迹 19">
                  <a:extLst>
                    <a:ext uri="{FF2B5EF4-FFF2-40B4-BE49-F238E27FC236}">
                      <a16:creationId xmlns:a16="http://schemas.microsoft.com/office/drawing/2014/main" id="{07E12D78-564E-5453-EFFE-D25335351CC6}"/>
                    </a:ext>
                  </a:extLst>
                </p:cNvPr>
                <p:cNvPicPr/>
                <p:nvPr/>
              </p:nvPicPr>
              <p:blipFill>
                <a:blip r:embed="rId35"/>
                <a:stretch>
                  <a:fillRect/>
                </a:stretch>
              </p:blipFill>
              <p:spPr>
                <a:xfrm>
                  <a:off x="5308908" y="5372679"/>
                  <a:ext cx="3417840" cy="123480"/>
                </a:xfrm>
                <a:prstGeom prst="rect">
                  <a:avLst/>
                </a:prstGeom>
              </p:spPr>
            </p:pic>
          </mc:Fallback>
        </mc:AlternateContent>
      </p:grpSp>
      <p:grpSp>
        <p:nvGrpSpPr>
          <p:cNvPr id="26" name="组合 25">
            <a:extLst>
              <a:ext uri="{FF2B5EF4-FFF2-40B4-BE49-F238E27FC236}">
                <a16:creationId xmlns:a16="http://schemas.microsoft.com/office/drawing/2014/main" id="{23616948-F347-8B3E-A0E7-9815A1AD7606}"/>
              </a:ext>
            </a:extLst>
          </p:cNvPr>
          <p:cNvGrpSpPr/>
          <p:nvPr/>
        </p:nvGrpSpPr>
        <p:grpSpPr>
          <a:xfrm>
            <a:off x="429468" y="5878839"/>
            <a:ext cx="7837200" cy="99000"/>
            <a:chOff x="429468" y="5878839"/>
            <a:chExt cx="7837200" cy="99000"/>
          </a:xfrm>
        </p:grpSpPr>
        <mc:AlternateContent xmlns:mc="http://schemas.openxmlformats.org/markup-compatibility/2006" xmlns:p14="http://schemas.microsoft.com/office/powerpoint/2010/main">
          <mc:Choice Requires="p14">
            <p:contentPart p14:bwMode="auto" r:id="rId36">
              <p14:nvContentPartPr>
                <p14:cNvPr id="22" name="墨迹 21">
                  <a:extLst>
                    <a:ext uri="{FF2B5EF4-FFF2-40B4-BE49-F238E27FC236}">
                      <a16:creationId xmlns:a16="http://schemas.microsoft.com/office/drawing/2014/main" id="{CC023C41-B613-6C99-BE4D-507E6EC1B67F}"/>
                    </a:ext>
                  </a:extLst>
                </p14:cNvPr>
                <p14:cNvContentPartPr/>
                <p14:nvPr/>
              </p14:nvContentPartPr>
              <p14:xfrm>
                <a:off x="429468" y="5922039"/>
                <a:ext cx="1142640" cy="25200"/>
              </p14:xfrm>
            </p:contentPart>
          </mc:Choice>
          <mc:Fallback xmlns="">
            <p:pic>
              <p:nvPicPr>
                <p:cNvPr id="22" name="墨迹 21">
                  <a:extLst>
                    <a:ext uri="{FF2B5EF4-FFF2-40B4-BE49-F238E27FC236}">
                      <a16:creationId xmlns:a16="http://schemas.microsoft.com/office/drawing/2014/main" id="{CC023C41-B613-6C99-BE4D-507E6EC1B67F}"/>
                    </a:ext>
                  </a:extLst>
                </p:cNvPr>
                <p:cNvPicPr/>
                <p:nvPr/>
              </p:nvPicPr>
              <p:blipFill>
                <a:blip r:embed="rId37"/>
                <a:stretch>
                  <a:fillRect/>
                </a:stretch>
              </p:blipFill>
              <p:spPr>
                <a:xfrm>
                  <a:off x="411468" y="5904399"/>
                  <a:ext cx="117828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墨迹 22">
                  <a:extLst>
                    <a:ext uri="{FF2B5EF4-FFF2-40B4-BE49-F238E27FC236}">
                      <a16:creationId xmlns:a16="http://schemas.microsoft.com/office/drawing/2014/main" id="{796BE5CE-8F67-026A-F3F0-A461EB566716}"/>
                    </a:ext>
                  </a:extLst>
                </p14:cNvPr>
                <p14:cNvContentPartPr/>
                <p14:nvPr/>
              </p14:nvContentPartPr>
              <p14:xfrm>
                <a:off x="3313788" y="5894679"/>
                <a:ext cx="3886200" cy="83160"/>
              </p14:xfrm>
            </p:contentPart>
          </mc:Choice>
          <mc:Fallback xmlns="">
            <p:pic>
              <p:nvPicPr>
                <p:cNvPr id="23" name="墨迹 22">
                  <a:extLst>
                    <a:ext uri="{FF2B5EF4-FFF2-40B4-BE49-F238E27FC236}">
                      <a16:creationId xmlns:a16="http://schemas.microsoft.com/office/drawing/2014/main" id="{796BE5CE-8F67-026A-F3F0-A461EB566716}"/>
                    </a:ext>
                  </a:extLst>
                </p:cNvPr>
                <p:cNvPicPr/>
                <p:nvPr/>
              </p:nvPicPr>
              <p:blipFill>
                <a:blip r:embed="rId39"/>
                <a:stretch>
                  <a:fillRect/>
                </a:stretch>
              </p:blipFill>
              <p:spPr>
                <a:xfrm>
                  <a:off x="3295788" y="5876679"/>
                  <a:ext cx="39218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墨迹 24">
                  <a:extLst>
                    <a:ext uri="{FF2B5EF4-FFF2-40B4-BE49-F238E27FC236}">
                      <a16:creationId xmlns:a16="http://schemas.microsoft.com/office/drawing/2014/main" id="{0B78F47C-C249-5989-A218-7B76D42097C6}"/>
                    </a:ext>
                  </a:extLst>
                </p14:cNvPr>
                <p14:cNvContentPartPr/>
                <p14:nvPr/>
              </p14:nvContentPartPr>
              <p14:xfrm>
                <a:off x="7855188" y="5878839"/>
                <a:ext cx="411480" cy="25200"/>
              </p14:xfrm>
            </p:contentPart>
          </mc:Choice>
          <mc:Fallback xmlns="">
            <p:pic>
              <p:nvPicPr>
                <p:cNvPr id="25" name="墨迹 24">
                  <a:extLst>
                    <a:ext uri="{FF2B5EF4-FFF2-40B4-BE49-F238E27FC236}">
                      <a16:creationId xmlns:a16="http://schemas.microsoft.com/office/drawing/2014/main" id="{0B78F47C-C249-5989-A218-7B76D42097C6}"/>
                    </a:ext>
                  </a:extLst>
                </p:cNvPr>
                <p:cNvPicPr/>
                <p:nvPr/>
              </p:nvPicPr>
              <p:blipFill>
                <a:blip r:embed="rId41"/>
                <a:stretch>
                  <a:fillRect/>
                </a:stretch>
              </p:blipFill>
              <p:spPr>
                <a:xfrm>
                  <a:off x="7837188" y="5860839"/>
                  <a:ext cx="447120" cy="60840"/>
                </a:xfrm>
                <a:prstGeom prst="rect">
                  <a:avLst/>
                </a:prstGeom>
              </p:spPr>
            </p:pic>
          </mc:Fallback>
        </mc:AlternateContent>
      </p:grpSp>
      <p:grpSp>
        <p:nvGrpSpPr>
          <p:cNvPr id="29" name="组合 28">
            <a:extLst>
              <a:ext uri="{FF2B5EF4-FFF2-40B4-BE49-F238E27FC236}">
                <a16:creationId xmlns:a16="http://schemas.microsoft.com/office/drawing/2014/main" id="{24136282-385F-AA1B-A986-941E63AC3853}"/>
              </a:ext>
            </a:extLst>
          </p:cNvPr>
          <p:cNvGrpSpPr/>
          <p:nvPr/>
        </p:nvGrpSpPr>
        <p:grpSpPr>
          <a:xfrm>
            <a:off x="1306788" y="6296799"/>
            <a:ext cx="5130360" cy="270360"/>
            <a:chOff x="1306788" y="6296799"/>
            <a:chExt cx="5130360" cy="270360"/>
          </a:xfrm>
        </p:grpSpPr>
        <mc:AlternateContent xmlns:mc="http://schemas.openxmlformats.org/markup-compatibility/2006" xmlns:p14="http://schemas.microsoft.com/office/powerpoint/2010/main">
          <mc:Choice Requires="p14">
            <p:contentPart p14:bwMode="auto" r:id="rId42">
              <p14:nvContentPartPr>
                <p14:cNvPr id="27" name="墨迹 26">
                  <a:extLst>
                    <a:ext uri="{FF2B5EF4-FFF2-40B4-BE49-F238E27FC236}">
                      <a16:creationId xmlns:a16="http://schemas.microsoft.com/office/drawing/2014/main" id="{AE73C76A-626A-BF35-95D8-9D43A9234B99}"/>
                    </a:ext>
                  </a:extLst>
                </p14:cNvPr>
                <p14:cNvContentPartPr/>
                <p14:nvPr/>
              </p14:nvContentPartPr>
              <p14:xfrm>
                <a:off x="1306788" y="6431439"/>
                <a:ext cx="1962360" cy="135720"/>
              </p14:xfrm>
            </p:contentPart>
          </mc:Choice>
          <mc:Fallback xmlns="">
            <p:pic>
              <p:nvPicPr>
                <p:cNvPr id="27" name="墨迹 26">
                  <a:extLst>
                    <a:ext uri="{FF2B5EF4-FFF2-40B4-BE49-F238E27FC236}">
                      <a16:creationId xmlns:a16="http://schemas.microsoft.com/office/drawing/2014/main" id="{AE73C76A-626A-BF35-95D8-9D43A9234B99}"/>
                    </a:ext>
                  </a:extLst>
                </p:cNvPr>
                <p:cNvPicPr/>
                <p:nvPr/>
              </p:nvPicPr>
              <p:blipFill>
                <a:blip r:embed="rId43"/>
                <a:stretch>
                  <a:fillRect/>
                </a:stretch>
              </p:blipFill>
              <p:spPr>
                <a:xfrm>
                  <a:off x="1289148" y="6413439"/>
                  <a:ext cx="199800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墨迹 27">
                  <a:extLst>
                    <a:ext uri="{FF2B5EF4-FFF2-40B4-BE49-F238E27FC236}">
                      <a16:creationId xmlns:a16="http://schemas.microsoft.com/office/drawing/2014/main" id="{95D97037-6FF0-352B-0DAB-A2F2502B95D3}"/>
                    </a:ext>
                  </a:extLst>
                </p14:cNvPr>
                <p14:cNvContentPartPr/>
                <p14:nvPr/>
              </p14:nvContentPartPr>
              <p14:xfrm>
                <a:off x="5608788" y="6296799"/>
                <a:ext cx="828360" cy="190080"/>
              </p14:xfrm>
            </p:contentPart>
          </mc:Choice>
          <mc:Fallback xmlns="">
            <p:pic>
              <p:nvPicPr>
                <p:cNvPr id="28" name="墨迹 27">
                  <a:extLst>
                    <a:ext uri="{FF2B5EF4-FFF2-40B4-BE49-F238E27FC236}">
                      <a16:creationId xmlns:a16="http://schemas.microsoft.com/office/drawing/2014/main" id="{95D97037-6FF0-352B-0DAB-A2F2502B95D3}"/>
                    </a:ext>
                  </a:extLst>
                </p:cNvPr>
                <p:cNvPicPr/>
                <p:nvPr/>
              </p:nvPicPr>
              <p:blipFill>
                <a:blip r:embed="rId45"/>
                <a:stretch>
                  <a:fillRect/>
                </a:stretch>
              </p:blipFill>
              <p:spPr>
                <a:xfrm>
                  <a:off x="5591148" y="6278799"/>
                  <a:ext cx="864000" cy="225720"/>
                </a:xfrm>
                <a:prstGeom prst="rect">
                  <a:avLst/>
                </a:prstGeom>
              </p:spPr>
            </p:pic>
          </mc:Fallback>
        </mc:AlternateContent>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5"/>
          <p:cNvSpPr/>
          <p:nvPr/>
        </p:nvSpPr>
        <p:spPr>
          <a:xfrm>
            <a:off x="0" y="2422525"/>
            <a:ext cx="1954213" cy="0"/>
          </a:xfrm>
          <a:prstGeom prst="rect">
            <a:avLst/>
          </a:prstGeom>
          <a:noFill/>
          <a:ln w="9525">
            <a:noFill/>
          </a:ln>
        </p:spPr>
        <p:txBody>
          <a:bodyPr wrap="none" anchor="ctr" anchorCtr="0">
            <a:spAutoFit/>
          </a:bodyPr>
          <a:lstStyle/>
          <a:p>
            <a:pPr eaLnBrk="1" hangingPunct="1"/>
            <a:endParaRPr lang="zh-CN" altLang="en-US" dirty="0">
              <a:latin typeface="Tahoma" panose="020B0604030504040204" pitchFamily="34" charset="0"/>
            </a:endParaRPr>
          </a:p>
        </p:txBody>
      </p:sp>
      <p:sp>
        <p:nvSpPr>
          <p:cNvPr id="18435" name="Rectangle 79"/>
          <p:cNvSpPr/>
          <p:nvPr/>
        </p:nvSpPr>
        <p:spPr>
          <a:xfrm>
            <a:off x="0" y="2422525"/>
            <a:ext cx="1954213" cy="0"/>
          </a:xfrm>
          <a:prstGeom prst="rect">
            <a:avLst/>
          </a:prstGeom>
          <a:noFill/>
          <a:ln w="9525">
            <a:noFill/>
          </a:ln>
        </p:spPr>
        <p:txBody>
          <a:bodyPr wrap="none" anchor="ctr" anchorCtr="0">
            <a:spAutoFit/>
          </a:bodyPr>
          <a:lstStyle/>
          <a:p>
            <a:pPr eaLnBrk="1" hangingPunct="1"/>
            <a:endParaRPr lang="zh-CN" altLang="en-US" dirty="0">
              <a:latin typeface="Tahoma" panose="020B0604030504040204" pitchFamily="34" charset="0"/>
            </a:endParaRPr>
          </a:p>
        </p:txBody>
      </p:sp>
      <p:sp>
        <p:nvSpPr>
          <p:cNvPr id="18436" name="Rectangle 126"/>
          <p:cNvSpPr/>
          <p:nvPr/>
        </p:nvSpPr>
        <p:spPr>
          <a:xfrm>
            <a:off x="0" y="4433888"/>
            <a:ext cx="9144000" cy="0"/>
          </a:xfrm>
          <a:prstGeom prst="rect">
            <a:avLst/>
          </a:prstGeom>
          <a:noFill/>
          <a:ln w="9525">
            <a:noFill/>
          </a:ln>
        </p:spPr>
        <p:txBody>
          <a:bodyPr wrap="none" anchor="ctr" anchorCtr="0">
            <a:spAutoFit/>
          </a:bodyPr>
          <a:lstStyle/>
          <a:p>
            <a:pPr eaLnBrk="1" hangingPunct="1"/>
            <a:endParaRPr lang="zh-CN" altLang="zh-CN" b="0" dirty="0">
              <a:latin typeface="Times New Roman" panose="02020603050405020304" pitchFamily="18" charset="0"/>
            </a:endParaRPr>
          </a:p>
        </p:txBody>
      </p:sp>
      <p:sp>
        <p:nvSpPr>
          <p:cNvPr id="18437" name="Rectangle 133"/>
          <p:cNvSpPr/>
          <p:nvPr/>
        </p:nvSpPr>
        <p:spPr>
          <a:xfrm>
            <a:off x="323850" y="981075"/>
            <a:ext cx="8235950" cy="1187450"/>
          </a:xfrm>
          <a:prstGeom prst="rect">
            <a:avLst/>
          </a:prstGeom>
          <a:noFill/>
          <a:ln w="9525">
            <a:noFill/>
          </a:ln>
        </p:spPr>
        <p:txBody>
          <a:bodyPr anchor="ctr" anchorCtr="0">
            <a:spAutoFit/>
          </a:bodyPr>
          <a:lstStyle/>
          <a:p>
            <a:pPr indent="266700" eaLnBrk="1" hangingPunct="1"/>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）在方式</a:t>
            </a:r>
            <a:r>
              <a:rPr lang="en-US" altLang="zh-CN" dirty="0">
                <a:latin typeface="Times New Roman" panose="02020603050405020304" pitchFamily="18" charset="0"/>
              </a:rPr>
              <a:t>0</a:t>
            </a:r>
            <a:r>
              <a:rPr lang="zh-CN" altLang="en-US" dirty="0">
                <a:latin typeface="Times New Roman" panose="02020603050405020304" pitchFamily="18" charset="0"/>
              </a:rPr>
              <a:t>下，每个机器周期发送或接收一位数据，因此，波特率固定为振荡频率的</a:t>
            </a:r>
            <a:r>
              <a:rPr lang="en-US" altLang="zh-CN" dirty="0">
                <a:latin typeface="Times New Roman" panose="02020603050405020304" pitchFamily="18" charset="0"/>
              </a:rPr>
              <a:t>1/12</a:t>
            </a:r>
            <a:r>
              <a:rPr lang="zh-CN" altLang="en-US" dirty="0">
                <a:latin typeface="Times New Roman" panose="02020603050405020304" pitchFamily="18" charset="0"/>
              </a:rPr>
              <a:t>，并不受</a:t>
            </a:r>
            <a:r>
              <a:rPr lang="en-US" altLang="zh-CN" dirty="0">
                <a:latin typeface="Times New Roman" panose="02020603050405020304" pitchFamily="18" charset="0"/>
              </a:rPr>
              <a:t>PCON</a:t>
            </a:r>
            <a:r>
              <a:rPr lang="zh-CN" altLang="en-US" dirty="0">
                <a:latin typeface="Times New Roman" panose="02020603050405020304" pitchFamily="18" charset="0"/>
              </a:rPr>
              <a:t>中</a:t>
            </a:r>
            <a:r>
              <a:rPr lang="en-US" altLang="zh-CN" dirty="0">
                <a:latin typeface="Times New Roman" panose="02020603050405020304" pitchFamily="18" charset="0"/>
              </a:rPr>
              <a:t>SMOD</a:t>
            </a:r>
            <a:r>
              <a:rPr lang="zh-CN" altLang="en-US" dirty="0">
                <a:latin typeface="Times New Roman" panose="02020603050405020304" pitchFamily="18" charset="0"/>
              </a:rPr>
              <a:t>位的影响。</a:t>
            </a:r>
          </a:p>
        </p:txBody>
      </p:sp>
      <p:graphicFrame>
        <p:nvGraphicFramePr>
          <p:cNvPr id="18439" name="Object 135"/>
          <p:cNvGraphicFramePr>
            <a:graphicFrameLocks/>
          </p:cNvGraphicFramePr>
          <p:nvPr/>
        </p:nvGraphicFramePr>
        <p:xfrm>
          <a:off x="1763713" y="2060575"/>
          <a:ext cx="908050" cy="935038"/>
        </p:xfrm>
        <a:graphic>
          <a:graphicData uri="http://schemas.openxmlformats.org/presentationml/2006/ole">
            <mc:AlternateContent xmlns:mc="http://schemas.openxmlformats.org/markup-compatibility/2006">
              <mc:Choice xmlns:v="urn:schemas-microsoft-com:vml" Requires="v">
                <p:oleObj r:id="rId2" imgW="330057" imgH="342751" progId="Equation.3">
                  <p:embed/>
                </p:oleObj>
              </mc:Choice>
              <mc:Fallback>
                <p:oleObj r:id="rId2" imgW="330057" imgH="342751" progId="Equation.3">
                  <p:embed/>
                  <p:pic>
                    <p:nvPicPr>
                      <p:cNvPr id="0" name="Picture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2060575"/>
                        <a:ext cx="90805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440" name="Rectangle 137"/>
          <p:cNvSpPr/>
          <p:nvPr/>
        </p:nvSpPr>
        <p:spPr>
          <a:xfrm>
            <a:off x="395288" y="2989263"/>
            <a:ext cx="8235950" cy="822325"/>
          </a:xfrm>
          <a:prstGeom prst="rect">
            <a:avLst/>
          </a:prstGeom>
          <a:noFill/>
          <a:ln w="9525">
            <a:noFill/>
          </a:ln>
        </p:spPr>
        <p:txBody>
          <a:bodyPr anchor="ctr" anchorCtr="0">
            <a:spAutoFit/>
          </a:bodyPr>
          <a:lstStyle/>
          <a:p>
            <a:pPr indent="266700" eaLnBrk="1" hangingPunct="1"/>
            <a:r>
              <a:rPr lang="zh-CN" altLang="en-US" dirty="0">
                <a:latin typeface="Tahoma" panose="020B0604030504040204" pitchFamily="34" charset="0"/>
              </a:rPr>
              <a:t>（</a:t>
            </a:r>
            <a:r>
              <a:rPr lang="en-US" altLang="zh-CN" dirty="0">
                <a:latin typeface="Tahoma" panose="020B0604030504040204" pitchFamily="34" charset="0"/>
              </a:rPr>
              <a:t>2</a:t>
            </a:r>
            <a:r>
              <a:rPr lang="zh-CN" altLang="en-US" dirty="0">
                <a:latin typeface="Tahoma" panose="020B0604030504040204" pitchFamily="34" charset="0"/>
              </a:rPr>
              <a:t>）方式</a:t>
            </a:r>
            <a:r>
              <a:rPr lang="en-US" altLang="zh-CN" dirty="0">
                <a:latin typeface="Tahoma" panose="020B0604030504040204" pitchFamily="34" charset="0"/>
              </a:rPr>
              <a:t>2</a:t>
            </a:r>
            <a:r>
              <a:rPr lang="zh-CN" altLang="en-US" dirty="0">
                <a:latin typeface="Tahoma" panose="020B0604030504040204" pitchFamily="34" charset="0"/>
              </a:rPr>
              <a:t>的波特率取决于</a:t>
            </a:r>
            <a:r>
              <a:rPr lang="en-US" altLang="zh-CN" dirty="0">
                <a:latin typeface="Tahoma" panose="020B0604030504040204" pitchFamily="34" charset="0"/>
              </a:rPr>
              <a:t>PCON</a:t>
            </a:r>
            <a:r>
              <a:rPr lang="zh-CN" altLang="en-US" dirty="0">
                <a:latin typeface="Tahoma" panose="020B0604030504040204" pitchFamily="34" charset="0"/>
              </a:rPr>
              <a:t>中</a:t>
            </a:r>
            <a:r>
              <a:rPr lang="en-US" altLang="zh-CN" dirty="0">
                <a:latin typeface="Tahoma" panose="020B0604030504040204" pitchFamily="34" charset="0"/>
              </a:rPr>
              <a:t>SMOD</a:t>
            </a:r>
            <a:r>
              <a:rPr lang="zh-CN" altLang="en-US" dirty="0">
                <a:latin typeface="Tahoma" panose="020B0604030504040204" pitchFamily="34" charset="0"/>
              </a:rPr>
              <a:t>的值和振荡频率</a:t>
            </a:r>
            <a:r>
              <a:rPr lang="en-US" altLang="zh-CN" i="1" dirty="0">
                <a:latin typeface="Tahoma" panose="020B0604030504040204" pitchFamily="34" charset="0"/>
              </a:rPr>
              <a:t>f</a:t>
            </a:r>
            <a:r>
              <a:rPr lang="en-US" altLang="zh-CN" dirty="0">
                <a:latin typeface="Tahoma" panose="020B0604030504040204" pitchFamily="34" charset="0"/>
              </a:rPr>
              <a:t>osc</a:t>
            </a:r>
            <a:r>
              <a:rPr lang="zh-CN" altLang="en-US" dirty="0">
                <a:latin typeface="Tahoma" panose="020B0604030504040204" pitchFamily="34" charset="0"/>
              </a:rPr>
              <a:t>的值。</a:t>
            </a:r>
          </a:p>
        </p:txBody>
      </p:sp>
      <p:graphicFrame>
        <p:nvGraphicFramePr>
          <p:cNvPr id="18441" name="Object 138"/>
          <p:cNvGraphicFramePr>
            <a:graphicFrameLocks/>
          </p:cNvGraphicFramePr>
          <p:nvPr/>
        </p:nvGraphicFramePr>
        <p:xfrm>
          <a:off x="1692275" y="3667125"/>
          <a:ext cx="1944688" cy="909638"/>
        </p:xfrm>
        <a:graphic>
          <a:graphicData uri="http://schemas.openxmlformats.org/presentationml/2006/ole">
            <mc:AlternateContent xmlns:mc="http://schemas.openxmlformats.org/markup-compatibility/2006">
              <mc:Choice xmlns:v="urn:schemas-microsoft-com:vml" Requires="v">
                <p:oleObj r:id="rId4" imgW="875920" imgH="406224" progId="Equation.3">
                  <p:embed/>
                </p:oleObj>
              </mc:Choice>
              <mc:Fallback>
                <p:oleObj r:id="rId4" imgW="875920" imgH="406224" progId="Equation.3">
                  <p:embed/>
                  <p:pic>
                    <p:nvPicPr>
                      <p:cNvPr id="0" name="Picture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3667125"/>
                        <a:ext cx="1944688" cy="90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8496" name="组合 18495">
            <a:extLst>
              <a:ext uri="{FF2B5EF4-FFF2-40B4-BE49-F238E27FC236}">
                <a16:creationId xmlns:a16="http://schemas.microsoft.com/office/drawing/2014/main" id="{0034279E-F207-0A48-8C25-F2D97DB946C3}"/>
              </a:ext>
            </a:extLst>
          </p:cNvPr>
          <p:cNvGrpSpPr/>
          <p:nvPr/>
        </p:nvGrpSpPr>
        <p:grpSpPr>
          <a:xfrm>
            <a:off x="395288" y="4652963"/>
            <a:ext cx="8353425" cy="1800225"/>
            <a:chOff x="395288" y="4652963"/>
            <a:chExt cx="8353425" cy="1800225"/>
          </a:xfrm>
        </p:grpSpPr>
        <p:sp>
          <p:nvSpPr>
            <p:cNvPr id="18438" name="Rectangle 134"/>
            <p:cNvSpPr/>
            <p:nvPr/>
          </p:nvSpPr>
          <p:spPr>
            <a:xfrm>
              <a:off x="395288" y="4652963"/>
              <a:ext cx="8235950" cy="822325"/>
            </a:xfrm>
            <a:prstGeom prst="rect">
              <a:avLst/>
            </a:prstGeom>
            <a:noFill/>
            <a:ln w="9525">
              <a:noFill/>
            </a:ln>
          </p:spPr>
          <p:txBody>
            <a:bodyPr anchor="ctr" anchorCtr="0">
              <a:spAutoFit/>
            </a:bodyPr>
            <a:lstStyle/>
            <a:p>
              <a:pPr indent="266700" eaLnBrk="1" hangingPunct="1"/>
              <a:r>
                <a:rPr lang="zh-CN" altLang="en-US" dirty="0">
                  <a:latin typeface="Times New Roman" panose="02020603050405020304" pitchFamily="18" charset="0"/>
                </a:rPr>
                <a:t>（</a:t>
              </a:r>
              <a:r>
                <a:rPr lang="en-US" altLang="zh-CN" dirty="0">
                  <a:latin typeface="Times New Roman" panose="02020603050405020304" pitchFamily="18" charset="0"/>
                </a:rPr>
                <a:t>3</a:t>
              </a:r>
              <a:r>
                <a:rPr lang="zh-CN" altLang="en-US" dirty="0">
                  <a:latin typeface="Times New Roman" panose="02020603050405020304" pitchFamily="18" charset="0"/>
                </a:rPr>
                <a:t>）方式</a:t>
              </a:r>
              <a:r>
                <a:rPr lang="en-US" altLang="zh-CN" dirty="0">
                  <a:latin typeface="Times New Roman" panose="02020603050405020304" pitchFamily="18" charset="0"/>
                </a:rPr>
                <a:t>1</a:t>
              </a:r>
              <a:r>
                <a:rPr lang="zh-CN" altLang="en-US" dirty="0">
                  <a:latin typeface="Times New Roman" panose="02020603050405020304" pitchFamily="18" charset="0"/>
                </a:rPr>
                <a:t>和方式</a:t>
              </a:r>
              <a:r>
                <a:rPr lang="en-US" altLang="zh-CN" dirty="0">
                  <a:latin typeface="Times New Roman" panose="02020603050405020304" pitchFamily="18" charset="0"/>
                </a:rPr>
                <a:t>3</a:t>
              </a:r>
              <a:r>
                <a:rPr lang="zh-CN" altLang="en-US" dirty="0">
                  <a:latin typeface="Times New Roman" panose="02020603050405020304" pitchFamily="18" charset="0"/>
                </a:rPr>
                <a:t>的波特率由定时</a:t>
              </a:r>
              <a:r>
                <a:rPr lang="en-US" altLang="zh-CN" dirty="0">
                  <a:latin typeface="Times New Roman" panose="02020603050405020304" pitchFamily="18" charset="0"/>
                </a:rPr>
                <a:t>/</a:t>
              </a:r>
              <a:r>
                <a:rPr lang="zh-CN" altLang="en-US" dirty="0">
                  <a:latin typeface="Times New Roman" panose="02020603050405020304" pitchFamily="18" charset="0"/>
                </a:rPr>
                <a:t>计数器</a:t>
              </a:r>
              <a:r>
                <a:rPr lang="en-US" altLang="zh-CN" dirty="0">
                  <a:latin typeface="Times New Roman" panose="02020603050405020304" pitchFamily="18" charset="0"/>
                </a:rPr>
                <a:t>1</a:t>
              </a:r>
              <a:r>
                <a:rPr lang="zh-CN" altLang="en-US" dirty="0">
                  <a:latin typeface="Times New Roman" panose="02020603050405020304" pitchFamily="18" charset="0"/>
                </a:rPr>
                <a:t>的溢出率和</a:t>
              </a:r>
              <a:r>
                <a:rPr lang="en-US" altLang="zh-CN" dirty="0">
                  <a:latin typeface="Times New Roman" panose="02020603050405020304" pitchFamily="18" charset="0"/>
                </a:rPr>
                <a:t>SMOD</a:t>
              </a:r>
              <a:r>
                <a:rPr lang="zh-CN" altLang="en-US" dirty="0">
                  <a:latin typeface="Times New Roman" panose="02020603050405020304" pitchFamily="18" charset="0"/>
                </a:rPr>
                <a:t>的值决定。 </a:t>
              </a:r>
            </a:p>
          </p:txBody>
        </p:sp>
        <p:graphicFrame>
          <p:nvGraphicFramePr>
            <p:cNvPr id="18442" name="Object 140"/>
            <p:cNvGraphicFramePr>
              <a:graphicFrameLocks/>
            </p:cNvGraphicFramePr>
            <p:nvPr>
              <p:extLst>
                <p:ext uri="{D42A27DB-BD31-4B8C-83A1-F6EECF244321}">
                  <p14:modId xmlns:p14="http://schemas.microsoft.com/office/powerpoint/2010/main" val="1636838770"/>
                </p:ext>
              </p:extLst>
            </p:nvPr>
          </p:nvGraphicFramePr>
          <p:xfrm>
            <a:off x="971550" y="5487988"/>
            <a:ext cx="2736850" cy="965200"/>
          </p:xfrm>
          <a:graphic>
            <a:graphicData uri="http://schemas.openxmlformats.org/presentationml/2006/ole">
              <mc:AlternateContent xmlns:mc="http://schemas.openxmlformats.org/markup-compatibility/2006">
                <mc:Choice xmlns:v="urn:schemas-microsoft-com:vml" Requires="v">
                  <p:oleObj r:id="rId6" imgW="1143000" imgH="406400" progId="Equation.3">
                    <p:embed/>
                  </p:oleObj>
                </mc:Choice>
                <mc:Fallback>
                  <p:oleObj r:id="rId6" imgW="1143000" imgH="406400" progId="Equation.3">
                    <p:embed/>
                    <p:pic>
                      <p:nvPicPr>
                        <p:cNvPr id="0" name="Picture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5487988"/>
                          <a:ext cx="273685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443" name="Object 142"/>
            <p:cNvGraphicFramePr>
              <a:graphicFrameLocks/>
            </p:cNvGraphicFramePr>
            <p:nvPr>
              <p:extLst>
                <p:ext uri="{D42A27DB-BD31-4B8C-83A1-F6EECF244321}">
                  <p14:modId xmlns:p14="http://schemas.microsoft.com/office/powerpoint/2010/main" val="13992731"/>
                </p:ext>
              </p:extLst>
            </p:nvPr>
          </p:nvGraphicFramePr>
          <p:xfrm>
            <a:off x="4140200" y="5373688"/>
            <a:ext cx="4608513" cy="1074737"/>
          </p:xfrm>
          <a:graphic>
            <a:graphicData uri="http://schemas.openxmlformats.org/presentationml/2006/ole">
              <mc:AlternateContent xmlns:mc="http://schemas.openxmlformats.org/markup-compatibility/2006">
                <mc:Choice xmlns:v="urn:schemas-microsoft-com:vml" Requires="v">
                  <p:oleObj r:id="rId8" imgW="1790700" imgH="419100" progId="Equation.3">
                    <p:embed/>
                  </p:oleObj>
                </mc:Choice>
                <mc:Fallback>
                  <p:oleObj r:id="rId8" imgW="1790700" imgH="419100" progId="Equation.3">
                    <p:embed/>
                    <p:pic>
                      <p:nvPicPr>
                        <p:cNvPr id="0" name="Picture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40200" y="5373688"/>
                          <a:ext cx="4608513"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25" name="组合 24">
            <a:extLst>
              <a:ext uri="{FF2B5EF4-FFF2-40B4-BE49-F238E27FC236}">
                <a16:creationId xmlns:a16="http://schemas.microsoft.com/office/drawing/2014/main" id="{74AC749F-CD4E-EE95-6128-24D89292A0F9}"/>
              </a:ext>
            </a:extLst>
          </p:cNvPr>
          <p:cNvGrpSpPr/>
          <p:nvPr/>
        </p:nvGrpSpPr>
        <p:grpSpPr>
          <a:xfrm>
            <a:off x="6320868" y="4148319"/>
            <a:ext cx="572760" cy="277920"/>
            <a:chOff x="6320868" y="4148319"/>
            <a:chExt cx="572760" cy="277920"/>
          </a:xfrm>
        </p:grpSpPr>
        <mc:AlternateContent xmlns:mc="http://schemas.openxmlformats.org/markup-compatibility/2006" xmlns:p14="http://schemas.microsoft.com/office/powerpoint/2010/main">
          <mc:Choice Requires="p14">
            <p:contentPart p14:bwMode="auto" r:id="rId10">
              <p14:nvContentPartPr>
                <p14:cNvPr id="21" name="墨迹 20">
                  <a:extLst>
                    <a:ext uri="{FF2B5EF4-FFF2-40B4-BE49-F238E27FC236}">
                      <a16:creationId xmlns:a16="http://schemas.microsoft.com/office/drawing/2014/main" id="{071075C0-76A6-27D8-FFDA-FC0D7B1DDE2D}"/>
                    </a:ext>
                  </a:extLst>
                </p14:cNvPr>
                <p14:cNvContentPartPr/>
                <p14:nvPr/>
              </p14:nvContentPartPr>
              <p14:xfrm>
                <a:off x="6320868" y="4148319"/>
                <a:ext cx="269280" cy="43560"/>
              </p14:xfrm>
            </p:contentPart>
          </mc:Choice>
          <mc:Fallback xmlns="">
            <p:pic>
              <p:nvPicPr>
                <p:cNvPr id="21" name="墨迹 20">
                  <a:extLst>
                    <a:ext uri="{FF2B5EF4-FFF2-40B4-BE49-F238E27FC236}">
                      <a16:creationId xmlns:a16="http://schemas.microsoft.com/office/drawing/2014/main" id="{071075C0-76A6-27D8-FFDA-FC0D7B1DDE2D}"/>
                    </a:ext>
                  </a:extLst>
                </p:cNvPr>
                <p:cNvPicPr/>
                <p:nvPr/>
              </p:nvPicPr>
              <p:blipFill>
                <a:blip r:embed="rId45"/>
                <a:stretch>
                  <a:fillRect/>
                </a:stretch>
              </p:blipFill>
              <p:spPr>
                <a:xfrm>
                  <a:off x="6302868" y="4130319"/>
                  <a:ext cx="3049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4" name="墨迹 23">
                  <a:extLst>
                    <a:ext uri="{FF2B5EF4-FFF2-40B4-BE49-F238E27FC236}">
                      <a16:creationId xmlns:a16="http://schemas.microsoft.com/office/drawing/2014/main" id="{5109EFD7-1E96-2EEE-3D09-ACDB75F488A1}"/>
                    </a:ext>
                  </a:extLst>
                </p14:cNvPr>
                <p14:cNvContentPartPr/>
                <p14:nvPr/>
              </p14:nvContentPartPr>
              <p14:xfrm>
                <a:off x="6805068" y="4344879"/>
                <a:ext cx="88560" cy="81360"/>
              </p14:xfrm>
            </p:contentPart>
          </mc:Choice>
          <mc:Fallback xmlns="">
            <p:pic>
              <p:nvPicPr>
                <p:cNvPr id="24" name="墨迹 23">
                  <a:extLst>
                    <a:ext uri="{FF2B5EF4-FFF2-40B4-BE49-F238E27FC236}">
                      <a16:creationId xmlns:a16="http://schemas.microsoft.com/office/drawing/2014/main" id="{5109EFD7-1E96-2EEE-3D09-ACDB75F488A1}"/>
                    </a:ext>
                  </a:extLst>
                </p:cNvPr>
                <p:cNvPicPr/>
                <p:nvPr/>
              </p:nvPicPr>
              <p:blipFill>
                <a:blip r:embed="rId51"/>
                <a:stretch>
                  <a:fillRect/>
                </a:stretch>
              </p:blipFill>
              <p:spPr>
                <a:xfrm>
                  <a:off x="6787068" y="4327239"/>
                  <a:ext cx="124200" cy="117000"/>
                </a:xfrm>
                <a:prstGeom prst="rect">
                  <a:avLst/>
                </a:prstGeom>
              </p:spPr>
            </p:pic>
          </mc:Fallback>
        </mc:AlternateContent>
      </p:grpSp>
      <p:grpSp>
        <p:nvGrpSpPr>
          <p:cNvPr id="18466" name="组合 18465">
            <a:extLst>
              <a:ext uri="{FF2B5EF4-FFF2-40B4-BE49-F238E27FC236}">
                <a16:creationId xmlns:a16="http://schemas.microsoft.com/office/drawing/2014/main" id="{0699B34F-FD43-29DC-5D5C-4AD4EC05936B}"/>
              </a:ext>
            </a:extLst>
          </p:cNvPr>
          <p:cNvGrpSpPr/>
          <p:nvPr/>
        </p:nvGrpSpPr>
        <p:grpSpPr>
          <a:xfrm>
            <a:off x="4749828" y="2000559"/>
            <a:ext cx="3989520" cy="718200"/>
            <a:chOff x="4749828" y="2000559"/>
            <a:chExt cx="3989520" cy="718200"/>
          </a:xfrm>
        </p:grpSpPr>
        <mc:AlternateContent xmlns:mc="http://schemas.openxmlformats.org/markup-compatibility/2006" xmlns:p14="http://schemas.microsoft.com/office/powerpoint/2010/main">
          <mc:Choice Requires="p14">
            <p:contentPart p14:bwMode="auto" r:id="rId52">
              <p14:nvContentPartPr>
                <p14:cNvPr id="27" name="墨迹 26">
                  <a:extLst>
                    <a:ext uri="{FF2B5EF4-FFF2-40B4-BE49-F238E27FC236}">
                      <a16:creationId xmlns:a16="http://schemas.microsoft.com/office/drawing/2014/main" id="{05484506-8389-B054-FC23-163F134FBC00}"/>
                    </a:ext>
                  </a:extLst>
                </p14:cNvPr>
                <p14:cNvContentPartPr/>
                <p14:nvPr/>
              </p14:nvContentPartPr>
              <p14:xfrm>
                <a:off x="4749828" y="2433639"/>
                <a:ext cx="192960" cy="27360"/>
              </p14:xfrm>
            </p:contentPart>
          </mc:Choice>
          <mc:Fallback xmlns="">
            <p:pic>
              <p:nvPicPr>
                <p:cNvPr id="27" name="墨迹 26">
                  <a:extLst>
                    <a:ext uri="{FF2B5EF4-FFF2-40B4-BE49-F238E27FC236}">
                      <a16:creationId xmlns:a16="http://schemas.microsoft.com/office/drawing/2014/main" id="{05484506-8389-B054-FC23-163F134FBC00}"/>
                    </a:ext>
                  </a:extLst>
                </p:cNvPr>
                <p:cNvPicPr/>
                <p:nvPr/>
              </p:nvPicPr>
              <p:blipFill>
                <a:blip r:embed="rId61"/>
                <a:stretch>
                  <a:fillRect/>
                </a:stretch>
              </p:blipFill>
              <p:spPr>
                <a:xfrm>
                  <a:off x="4732188" y="2415639"/>
                  <a:ext cx="22860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8432" name="墨迹 18431">
                  <a:extLst>
                    <a:ext uri="{FF2B5EF4-FFF2-40B4-BE49-F238E27FC236}">
                      <a16:creationId xmlns:a16="http://schemas.microsoft.com/office/drawing/2014/main" id="{55B0D5EE-3E32-A757-4877-DD201F0D13AB}"/>
                    </a:ext>
                  </a:extLst>
                </p14:cNvPr>
                <p14:cNvContentPartPr/>
                <p14:nvPr/>
              </p14:nvContentPartPr>
              <p14:xfrm>
                <a:off x="7750788" y="2000559"/>
                <a:ext cx="55800" cy="6120"/>
              </p14:xfrm>
            </p:contentPart>
          </mc:Choice>
          <mc:Fallback xmlns="">
            <p:pic>
              <p:nvPicPr>
                <p:cNvPr id="18432" name="墨迹 18431">
                  <a:extLst>
                    <a:ext uri="{FF2B5EF4-FFF2-40B4-BE49-F238E27FC236}">
                      <a16:creationId xmlns:a16="http://schemas.microsoft.com/office/drawing/2014/main" id="{55B0D5EE-3E32-A757-4877-DD201F0D13AB}"/>
                    </a:ext>
                  </a:extLst>
                </p:cNvPr>
                <p:cNvPicPr/>
                <p:nvPr/>
              </p:nvPicPr>
              <p:blipFill>
                <a:blip r:embed="rId119"/>
                <a:stretch>
                  <a:fillRect/>
                </a:stretch>
              </p:blipFill>
              <p:spPr>
                <a:xfrm>
                  <a:off x="7732788" y="1982919"/>
                  <a:ext cx="914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8445" name="墨迹 18444">
                  <a:extLst>
                    <a:ext uri="{FF2B5EF4-FFF2-40B4-BE49-F238E27FC236}">
                      <a16:creationId xmlns:a16="http://schemas.microsoft.com/office/drawing/2014/main" id="{26DC86B7-497D-B267-E6A3-C08449112236}"/>
                    </a:ext>
                  </a:extLst>
                </p14:cNvPr>
                <p14:cNvContentPartPr/>
                <p14:nvPr/>
              </p14:nvContentPartPr>
              <p14:xfrm>
                <a:off x="7487628" y="2233839"/>
                <a:ext cx="97920" cy="69840"/>
              </p14:xfrm>
            </p:contentPart>
          </mc:Choice>
          <mc:Fallback xmlns="">
            <p:pic>
              <p:nvPicPr>
                <p:cNvPr id="18445" name="墨迹 18444">
                  <a:extLst>
                    <a:ext uri="{FF2B5EF4-FFF2-40B4-BE49-F238E27FC236}">
                      <a16:creationId xmlns:a16="http://schemas.microsoft.com/office/drawing/2014/main" id="{26DC86B7-497D-B267-E6A3-C08449112236}"/>
                    </a:ext>
                  </a:extLst>
                </p:cNvPr>
                <p:cNvPicPr/>
                <p:nvPr/>
              </p:nvPicPr>
              <p:blipFill>
                <a:blip r:embed="rId125"/>
                <a:stretch>
                  <a:fillRect/>
                </a:stretch>
              </p:blipFill>
              <p:spPr>
                <a:xfrm>
                  <a:off x="7469628" y="2215839"/>
                  <a:ext cx="1335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8461" name="墨迹 18460">
                  <a:extLst>
                    <a:ext uri="{FF2B5EF4-FFF2-40B4-BE49-F238E27FC236}">
                      <a16:creationId xmlns:a16="http://schemas.microsoft.com/office/drawing/2014/main" id="{99C921A5-9A5D-D367-D0B4-6ED502DDC2F8}"/>
                    </a:ext>
                  </a:extLst>
                </p14:cNvPr>
                <p14:cNvContentPartPr/>
                <p14:nvPr/>
              </p14:nvContentPartPr>
              <p14:xfrm>
                <a:off x="8738988" y="2712279"/>
                <a:ext cx="360" cy="6480"/>
              </p14:xfrm>
            </p:contentPart>
          </mc:Choice>
          <mc:Fallback xmlns="">
            <p:pic>
              <p:nvPicPr>
                <p:cNvPr id="18461" name="墨迹 18460">
                  <a:extLst>
                    <a:ext uri="{FF2B5EF4-FFF2-40B4-BE49-F238E27FC236}">
                      <a16:creationId xmlns:a16="http://schemas.microsoft.com/office/drawing/2014/main" id="{99C921A5-9A5D-D367-D0B4-6ED502DDC2F8}"/>
                    </a:ext>
                  </a:extLst>
                </p:cNvPr>
                <p:cNvPicPr/>
                <p:nvPr/>
              </p:nvPicPr>
              <p:blipFill>
                <a:blip r:embed="rId157"/>
                <a:stretch>
                  <a:fillRect/>
                </a:stretch>
              </p:blipFill>
              <p:spPr>
                <a:xfrm>
                  <a:off x="8720988" y="2694639"/>
                  <a:ext cx="36000" cy="4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8">
            <p14:nvContentPartPr>
              <p14:cNvPr id="18535" name="墨迹 18534">
                <a:extLst>
                  <a:ext uri="{FF2B5EF4-FFF2-40B4-BE49-F238E27FC236}">
                    <a16:creationId xmlns:a16="http://schemas.microsoft.com/office/drawing/2014/main" id="{46A618E4-32B8-F60F-E74E-392E4F8AA27D}"/>
                  </a:ext>
                </a:extLst>
              </p14:cNvPr>
              <p14:cNvContentPartPr/>
              <p14:nvPr/>
            </p14:nvContentPartPr>
            <p14:xfrm>
              <a:off x="3777145" y="2853549"/>
              <a:ext cx="360" cy="360"/>
            </p14:xfrm>
          </p:contentPart>
        </mc:Choice>
        <mc:Fallback xmlns="">
          <p:pic>
            <p:nvPicPr>
              <p:cNvPr id="18535" name="墨迹 18534">
                <a:extLst>
                  <a:ext uri="{FF2B5EF4-FFF2-40B4-BE49-F238E27FC236}">
                    <a16:creationId xmlns:a16="http://schemas.microsoft.com/office/drawing/2014/main" id="{46A618E4-32B8-F60F-E74E-392E4F8AA27D}"/>
                  </a:ext>
                </a:extLst>
              </p:cNvPr>
              <p:cNvPicPr/>
              <p:nvPr/>
            </p:nvPicPr>
            <p:blipFill>
              <a:blip r:embed="rId291"/>
              <a:stretch>
                <a:fillRect/>
              </a:stretch>
            </p:blipFill>
            <p:spPr>
              <a:xfrm>
                <a:off x="3759505" y="2835909"/>
                <a:ext cx="36000" cy="3600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p:nvPr/>
        </p:nvSpPr>
        <p:spPr>
          <a:xfrm>
            <a:off x="468313" y="908050"/>
            <a:ext cx="8424863" cy="468153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100000"/>
              </a:lnSpc>
              <a:spcBef>
                <a:spcPts val="750"/>
              </a:spcBef>
              <a:spcAft>
                <a:spcPts val="0"/>
              </a:spcAft>
              <a:buClrTx/>
              <a:buSzTx/>
              <a:buFont typeface="Arial" panose="020B0604020202020204" pitchFamily="34" charset="0"/>
              <a:buChar char="•"/>
              <a:defRPr/>
            </a:pPr>
            <a:r>
              <a:rPr kumimoji="0" lang="zh-CN" altLang="en-US"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说明：</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 (1)</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当</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T1</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作为波特率发生器时，</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T1</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可以工作在方式</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0</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、方式</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1</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和方式</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2</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，但通常选用方式</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2</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，因为方式</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2</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下可以自动重装初值，比较实用。为了避免因溢出而产生不必要的中断，应禁止</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T1</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的中断，如果不禁止其中断，应将定时</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计数器</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T0</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设为方式</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3(</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在方式</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3</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下，</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T0</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被分为两个独立的</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8</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位计数器</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TL0</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和</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TH0</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，其中</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TH0</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只可用作简单的内部定时功能，它占用定时器</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T1</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的控制位</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TR1</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和中断标志位</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TF1)</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，有关内容已经在第</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6</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章做了详细介绍。</a:t>
            </a:r>
          </a:p>
          <a:p>
            <a:pPr marL="171450" marR="0" lvl="0" indent="-171450" algn="l" defTabSz="685800" rtl="0" eaLnBrk="1" fontAlgn="auto" latinLnBrk="0" hangingPunct="1">
              <a:lnSpc>
                <a:spcPct val="100000"/>
              </a:lnSpc>
              <a:spcBef>
                <a:spcPts val="750"/>
              </a:spcBef>
              <a:spcAft>
                <a:spcPts val="0"/>
              </a:spcAft>
              <a:buClrTx/>
              <a:buSzTx/>
              <a:buFont typeface="Arial" panose="020B0604020202020204" pitchFamily="34" charset="0"/>
              <a:buChar char="•"/>
              <a:defRPr/>
            </a:pP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(2) </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当串行接口工作在方式</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1</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或方式</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3</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时，实际应用中往往需要根据波特率计算</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T1</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的计数初值，其方法是根据表</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7-3</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中的公式进行求解，在此给出</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T1</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工作在方式</a:t>
            </a:r>
            <a:r>
              <a:rPr kumimoji="0" lang="en-US"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2</a:t>
            </a:r>
            <a:r>
              <a:rPr kumimoji="0" lang="zh-CN" altLang="zh-CN"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rPr>
              <a:t>下计数初值的计数公式：</a:t>
            </a: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endParaRPr kumimoji="0" lang="zh-CN" altLang="en-US" sz="2400" b="1" i="0" u="none" strike="noStrike" kern="1200" cap="none" spc="0" normalizeH="0" baseline="0" noProof="0" dirty="0">
              <a:ln>
                <a:noFill/>
              </a:ln>
              <a:solidFill>
                <a:srgbClr val="002060"/>
              </a:solidFill>
              <a:effectLst/>
              <a:uLnTx/>
              <a:uFillTx/>
              <a:latin typeface="+mj-ea"/>
              <a:ea typeface="+mj-ea"/>
              <a:cs typeface="Arial" panose="020B0604020202020204" pitchFamily="34" charset="0"/>
            </a:endParaRPr>
          </a:p>
        </p:txBody>
      </p:sp>
      <p:graphicFrame>
        <p:nvGraphicFramePr>
          <p:cNvPr id="19459" name="对象 3"/>
          <p:cNvGraphicFramePr>
            <a:graphicFrameLocks/>
          </p:cNvGraphicFramePr>
          <p:nvPr/>
        </p:nvGraphicFramePr>
        <p:xfrm>
          <a:off x="2084388" y="5373688"/>
          <a:ext cx="4387850" cy="792162"/>
        </p:xfrm>
        <a:graphic>
          <a:graphicData uri="http://schemas.openxmlformats.org/presentationml/2006/ole">
            <mc:AlternateContent xmlns:mc="http://schemas.openxmlformats.org/markup-compatibility/2006">
              <mc:Choice xmlns:v="urn:schemas-microsoft-com:vml" Requires="v">
                <p:oleObj r:id="rId2" imgW="2057400" imgH="368300" progId="Equation.DSMT4">
                  <p:embed/>
                </p:oleObj>
              </mc:Choice>
              <mc:Fallback>
                <p:oleObj r:id="rId2" imgW="2057400" imgH="368300" progId="Equation.DSMT4">
                  <p:embed/>
                  <p:pic>
                    <p:nvPicPr>
                      <p:cNvPr id="0" name="Picture 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4388" y="5373688"/>
                        <a:ext cx="438785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4">
            <p14:nvContentPartPr>
              <p14:cNvPr id="19" name="墨迹 18">
                <a:extLst>
                  <a:ext uri="{FF2B5EF4-FFF2-40B4-BE49-F238E27FC236}">
                    <a16:creationId xmlns:a16="http://schemas.microsoft.com/office/drawing/2014/main" id="{568BD232-ECD9-84FA-4EAD-C5CA027CF97C}"/>
                  </a:ext>
                </a:extLst>
              </p14:cNvPr>
              <p14:cNvContentPartPr/>
              <p14:nvPr/>
            </p14:nvContentPartPr>
            <p14:xfrm>
              <a:off x="6504828" y="3528399"/>
              <a:ext cx="2332080" cy="31680"/>
            </p14:xfrm>
          </p:contentPart>
        </mc:Choice>
        <mc:Fallback xmlns="">
          <p:pic>
            <p:nvPicPr>
              <p:cNvPr id="19" name="墨迹 18">
                <a:extLst>
                  <a:ext uri="{FF2B5EF4-FFF2-40B4-BE49-F238E27FC236}">
                    <a16:creationId xmlns:a16="http://schemas.microsoft.com/office/drawing/2014/main" id="{568BD232-ECD9-84FA-4EAD-C5CA027CF97C}"/>
                  </a:ext>
                </a:extLst>
              </p:cNvPr>
              <p:cNvPicPr/>
              <p:nvPr/>
            </p:nvPicPr>
            <p:blipFill>
              <a:blip r:embed="rId5"/>
              <a:stretch>
                <a:fillRect/>
              </a:stretch>
            </p:blipFill>
            <p:spPr>
              <a:xfrm>
                <a:off x="6486828" y="3510399"/>
                <a:ext cx="236772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5" name="墨迹 34">
                <a:extLst>
                  <a:ext uri="{FF2B5EF4-FFF2-40B4-BE49-F238E27FC236}">
                    <a16:creationId xmlns:a16="http://schemas.microsoft.com/office/drawing/2014/main" id="{39D6E5D7-B1DC-7630-F19F-60DB6C6B39F9}"/>
                  </a:ext>
                </a:extLst>
              </p14:cNvPr>
              <p14:cNvContentPartPr/>
              <p14:nvPr/>
            </p14:nvContentPartPr>
            <p14:xfrm>
              <a:off x="5915868" y="1275879"/>
              <a:ext cx="2760120" cy="62280"/>
            </p14:xfrm>
          </p:contentPart>
        </mc:Choice>
        <mc:Fallback xmlns="">
          <p:pic>
            <p:nvPicPr>
              <p:cNvPr id="35" name="墨迹 34">
                <a:extLst>
                  <a:ext uri="{FF2B5EF4-FFF2-40B4-BE49-F238E27FC236}">
                    <a16:creationId xmlns:a16="http://schemas.microsoft.com/office/drawing/2014/main" id="{39D6E5D7-B1DC-7630-F19F-60DB6C6B39F9}"/>
                  </a:ext>
                </a:extLst>
              </p:cNvPr>
              <p:cNvPicPr/>
              <p:nvPr/>
            </p:nvPicPr>
            <p:blipFill>
              <a:blip r:embed="rId7"/>
              <a:stretch>
                <a:fillRect/>
              </a:stretch>
            </p:blipFill>
            <p:spPr>
              <a:xfrm>
                <a:off x="5897870" y="1257982"/>
                <a:ext cx="2795755" cy="9771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0" name="墨迹 39">
                <a:extLst>
                  <a:ext uri="{FF2B5EF4-FFF2-40B4-BE49-F238E27FC236}">
                    <a16:creationId xmlns:a16="http://schemas.microsoft.com/office/drawing/2014/main" id="{E5DB4E22-6795-0D40-0F8E-8B14E42A7CEB}"/>
                  </a:ext>
                </a:extLst>
              </p14:cNvPr>
              <p14:cNvContentPartPr/>
              <p14:nvPr/>
            </p14:nvContentPartPr>
            <p14:xfrm>
              <a:off x="411108" y="2411679"/>
              <a:ext cx="243720" cy="191880"/>
            </p14:xfrm>
          </p:contentPart>
        </mc:Choice>
        <mc:Fallback xmlns="">
          <p:pic>
            <p:nvPicPr>
              <p:cNvPr id="40" name="墨迹 39">
                <a:extLst>
                  <a:ext uri="{FF2B5EF4-FFF2-40B4-BE49-F238E27FC236}">
                    <a16:creationId xmlns:a16="http://schemas.microsoft.com/office/drawing/2014/main" id="{E5DB4E22-6795-0D40-0F8E-8B14E42A7CEB}"/>
                  </a:ext>
                </a:extLst>
              </p:cNvPr>
              <p:cNvPicPr/>
              <p:nvPr/>
            </p:nvPicPr>
            <p:blipFill>
              <a:blip r:embed="rId9"/>
              <a:stretch>
                <a:fillRect/>
              </a:stretch>
            </p:blipFill>
            <p:spPr>
              <a:xfrm>
                <a:off x="393081" y="2393679"/>
                <a:ext cx="279413"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3" name="墨迹 42">
                <a:extLst>
                  <a:ext uri="{FF2B5EF4-FFF2-40B4-BE49-F238E27FC236}">
                    <a16:creationId xmlns:a16="http://schemas.microsoft.com/office/drawing/2014/main" id="{91A6CEDB-6828-3AE5-B006-E0E4974EC58F}"/>
                  </a:ext>
                </a:extLst>
              </p14:cNvPr>
              <p14:cNvContentPartPr/>
              <p14:nvPr/>
            </p14:nvContentPartPr>
            <p14:xfrm>
              <a:off x="754548" y="3306639"/>
              <a:ext cx="5240520" cy="50400"/>
            </p14:xfrm>
          </p:contentPart>
        </mc:Choice>
        <mc:Fallback xmlns="">
          <p:pic>
            <p:nvPicPr>
              <p:cNvPr id="43" name="墨迹 42">
                <a:extLst>
                  <a:ext uri="{FF2B5EF4-FFF2-40B4-BE49-F238E27FC236}">
                    <a16:creationId xmlns:a16="http://schemas.microsoft.com/office/drawing/2014/main" id="{91A6CEDB-6828-3AE5-B006-E0E4974EC58F}"/>
                  </a:ext>
                </a:extLst>
              </p:cNvPr>
              <p:cNvPicPr/>
              <p:nvPr/>
            </p:nvPicPr>
            <p:blipFill>
              <a:blip r:embed="rId21"/>
              <a:stretch>
                <a:fillRect/>
              </a:stretch>
            </p:blipFill>
            <p:spPr>
              <a:xfrm>
                <a:off x="736908" y="3288999"/>
                <a:ext cx="527616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4" name="墨迹 43">
                <a:extLst>
                  <a:ext uri="{FF2B5EF4-FFF2-40B4-BE49-F238E27FC236}">
                    <a16:creationId xmlns:a16="http://schemas.microsoft.com/office/drawing/2014/main" id="{CFD5366C-88BA-F683-A58C-5ADAE079801B}"/>
                  </a:ext>
                </a:extLst>
              </p14:cNvPr>
              <p14:cNvContentPartPr/>
              <p14:nvPr/>
            </p14:nvContentPartPr>
            <p14:xfrm>
              <a:off x="656628" y="2926839"/>
              <a:ext cx="8978040" cy="44280"/>
            </p14:xfrm>
          </p:contentPart>
        </mc:Choice>
        <mc:Fallback xmlns="">
          <p:pic>
            <p:nvPicPr>
              <p:cNvPr id="44" name="墨迹 43">
                <a:extLst>
                  <a:ext uri="{FF2B5EF4-FFF2-40B4-BE49-F238E27FC236}">
                    <a16:creationId xmlns:a16="http://schemas.microsoft.com/office/drawing/2014/main" id="{CFD5366C-88BA-F683-A58C-5ADAE079801B}"/>
                  </a:ext>
                </a:extLst>
              </p:cNvPr>
              <p:cNvPicPr/>
              <p:nvPr/>
            </p:nvPicPr>
            <p:blipFill>
              <a:blip r:embed="rId23"/>
              <a:stretch>
                <a:fillRect/>
              </a:stretch>
            </p:blipFill>
            <p:spPr>
              <a:xfrm>
                <a:off x="638628" y="2908839"/>
                <a:ext cx="901368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 name="墨迹 1">
                <a:extLst>
                  <a:ext uri="{FF2B5EF4-FFF2-40B4-BE49-F238E27FC236}">
                    <a16:creationId xmlns:a16="http://schemas.microsoft.com/office/drawing/2014/main" id="{83544ED4-6B36-E57F-9634-592E982C8701}"/>
                  </a:ext>
                </a:extLst>
              </p14:cNvPr>
              <p14:cNvContentPartPr/>
              <p14:nvPr/>
            </p14:nvContentPartPr>
            <p14:xfrm>
              <a:off x="797748" y="3836199"/>
              <a:ext cx="804960" cy="48600"/>
            </p14:xfrm>
          </p:contentPart>
        </mc:Choice>
        <mc:Fallback xmlns="">
          <p:pic>
            <p:nvPicPr>
              <p:cNvPr id="2" name="墨迹 1">
                <a:extLst>
                  <a:ext uri="{FF2B5EF4-FFF2-40B4-BE49-F238E27FC236}">
                    <a16:creationId xmlns:a16="http://schemas.microsoft.com/office/drawing/2014/main" id="{83544ED4-6B36-E57F-9634-592E982C8701}"/>
                  </a:ext>
                </a:extLst>
              </p:cNvPr>
              <p:cNvPicPr/>
              <p:nvPr/>
            </p:nvPicPr>
            <p:blipFill>
              <a:blip r:embed="rId27"/>
              <a:stretch>
                <a:fillRect/>
              </a:stretch>
            </p:blipFill>
            <p:spPr>
              <a:xfrm>
                <a:off x="780108" y="3818559"/>
                <a:ext cx="840600" cy="84240"/>
              </a:xfrm>
              <a:prstGeom prst="rect">
                <a:avLst/>
              </a:prstGeom>
            </p:spPr>
          </p:pic>
        </mc:Fallback>
      </mc:AlternateContent>
      <p:grpSp>
        <p:nvGrpSpPr>
          <p:cNvPr id="19484" name="组合 19483">
            <a:extLst>
              <a:ext uri="{FF2B5EF4-FFF2-40B4-BE49-F238E27FC236}">
                <a16:creationId xmlns:a16="http://schemas.microsoft.com/office/drawing/2014/main" id="{1C6566BE-AEED-2BD3-5953-FCC2EF8ACA44}"/>
              </a:ext>
            </a:extLst>
          </p:cNvPr>
          <p:cNvGrpSpPr/>
          <p:nvPr/>
        </p:nvGrpSpPr>
        <p:grpSpPr>
          <a:xfrm>
            <a:off x="238668" y="5774439"/>
            <a:ext cx="6234840" cy="1186920"/>
            <a:chOff x="238668" y="5774439"/>
            <a:chExt cx="6234840" cy="1186920"/>
          </a:xfrm>
        </p:grpSpPr>
        <mc:AlternateContent xmlns:mc="http://schemas.openxmlformats.org/markup-compatibility/2006" xmlns:p14="http://schemas.microsoft.com/office/powerpoint/2010/main">
          <mc:Choice Requires="p14">
            <p:contentPart p14:bwMode="auto" r:id="rId28">
              <p14:nvContentPartPr>
                <p14:cNvPr id="26" name="墨迹 25">
                  <a:extLst>
                    <a:ext uri="{FF2B5EF4-FFF2-40B4-BE49-F238E27FC236}">
                      <a16:creationId xmlns:a16="http://schemas.microsoft.com/office/drawing/2014/main" id="{2ED979EC-6335-FFCC-14F2-21605AD61217}"/>
                    </a:ext>
                  </a:extLst>
                </p14:cNvPr>
                <p14:cNvContentPartPr/>
                <p14:nvPr/>
              </p14:nvContentPartPr>
              <p14:xfrm>
                <a:off x="238668" y="5774439"/>
                <a:ext cx="92880" cy="891000"/>
              </p14:xfrm>
            </p:contentPart>
          </mc:Choice>
          <mc:Fallback xmlns="">
            <p:pic>
              <p:nvPicPr>
                <p:cNvPr id="26" name="墨迹 25">
                  <a:extLst>
                    <a:ext uri="{FF2B5EF4-FFF2-40B4-BE49-F238E27FC236}">
                      <a16:creationId xmlns:a16="http://schemas.microsoft.com/office/drawing/2014/main" id="{2ED979EC-6335-FFCC-14F2-21605AD61217}"/>
                    </a:ext>
                  </a:extLst>
                </p:cNvPr>
                <p:cNvPicPr/>
                <p:nvPr/>
              </p:nvPicPr>
              <p:blipFill>
                <a:blip r:embed="rId29"/>
                <a:stretch>
                  <a:fillRect/>
                </a:stretch>
              </p:blipFill>
              <p:spPr>
                <a:xfrm>
                  <a:off x="221028" y="5756799"/>
                  <a:ext cx="128520" cy="926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7" name="墨迹 26">
                  <a:extLst>
                    <a:ext uri="{FF2B5EF4-FFF2-40B4-BE49-F238E27FC236}">
                      <a16:creationId xmlns:a16="http://schemas.microsoft.com/office/drawing/2014/main" id="{3A270079-FF1A-62D0-0403-17476189CA46}"/>
                    </a:ext>
                  </a:extLst>
                </p14:cNvPr>
                <p14:cNvContentPartPr/>
                <p14:nvPr/>
              </p14:nvContentPartPr>
              <p14:xfrm>
                <a:off x="250548" y="6240999"/>
                <a:ext cx="212760" cy="425880"/>
              </p14:xfrm>
            </p:contentPart>
          </mc:Choice>
          <mc:Fallback xmlns="">
            <p:pic>
              <p:nvPicPr>
                <p:cNvPr id="27" name="墨迹 26">
                  <a:extLst>
                    <a:ext uri="{FF2B5EF4-FFF2-40B4-BE49-F238E27FC236}">
                      <a16:creationId xmlns:a16="http://schemas.microsoft.com/office/drawing/2014/main" id="{3A270079-FF1A-62D0-0403-17476189CA46}"/>
                    </a:ext>
                  </a:extLst>
                </p:cNvPr>
                <p:cNvPicPr/>
                <p:nvPr/>
              </p:nvPicPr>
              <p:blipFill>
                <a:blip r:embed="rId31"/>
                <a:stretch>
                  <a:fillRect/>
                </a:stretch>
              </p:blipFill>
              <p:spPr>
                <a:xfrm>
                  <a:off x="232548" y="6223359"/>
                  <a:ext cx="248400" cy="461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8" name="墨迹 27">
                  <a:extLst>
                    <a:ext uri="{FF2B5EF4-FFF2-40B4-BE49-F238E27FC236}">
                      <a16:creationId xmlns:a16="http://schemas.microsoft.com/office/drawing/2014/main" id="{5ED1ED38-FCFF-AE3B-7757-7F83AED5EE34}"/>
                    </a:ext>
                  </a:extLst>
                </p14:cNvPr>
                <p14:cNvContentPartPr/>
                <p14:nvPr/>
              </p14:nvContentPartPr>
              <p14:xfrm>
                <a:off x="732588" y="5989359"/>
                <a:ext cx="3960" cy="35640"/>
              </p14:xfrm>
            </p:contentPart>
          </mc:Choice>
          <mc:Fallback xmlns="">
            <p:pic>
              <p:nvPicPr>
                <p:cNvPr id="28" name="墨迹 27">
                  <a:extLst>
                    <a:ext uri="{FF2B5EF4-FFF2-40B4-BE49-F238E27FC236}">
                      <a16:creationId xmlns:a16="http://schemas.microsoft.com/office/drawing/2014/main" id="{5ED1ED38-FCFF-AE3B-7757-7F83AED5EE34}"/>
                    </a:ext>
                  </a:extLst>
                </p:cNvPr>
                <p:cNvPicPr/>
                <p:nvPr/>
              </p:nvPicPr>
              <p:blipFill>
                <a:blip r:embed="rId33"/>
                <a:stretch>
                  <a:fillRect/>
                </a:stretch>
              </p:blipFill>
              <p:spPr>
                <a:xfrm>
                  <a:off x="714588" y="5971719"/>
                  <a:ext cx="396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9" name="墨迹 28">
                  <a:extLst>
                    <a:ext uri="{FF2B5EF4-FFF2-40B4-BE49-F238E27FC236}">
                      <a16:creationId xmlns:a16="http://schemas.microsoft.com/office/drawing/2014/main" id="{2B15CC0B-7108-30DC-7C7A-A2B5EC625E5A}"/>
                    </a:ext>
                  </a:extLst>
                </p14:cNvPr>
                <p14:cNvContentPartPr/>
                <p14:nvPr/>
              </p14:nvContentPartPr>
              <p14:xfrm>
                <a:off x="645468" y="6418839"/>
                <a:ext cx="29880" cy="349560"/>
              </p14:xfrm>
            </p:contentPart>
          </mc:Choice>
          <mc:Fallback xmlns="">
            <p:pic>
              <p:nvPicPr>
                <p:cNvPr id="29" name="墨迹 28">
                  <a:extLst>
                    <a:ext uri="{FF2B5EF4-FFF2-40B4-BE49-F238E27FC236}">
                      <a16:creationId xmlns:a16="http://schemas.microsoft.com/office/drawing/2014/main" id="{2B15CC0B-7108-30DC-7C7A-A2B5EC625E5A}"/>
                    </a:ext>
                  </a:extLst>
                </p:cNvPr>
                <p:cNvPicPr/>
                <p:nvPr/>
              </p:nvPicPr>
              <p:blipFill>
                <a:blip r:embed="rId35"/>
                <a:stretch>
                  <a:fillRect/>
                </a:stretch>
              </p:blipFill>
              <p:spPr>
                <a:xfrm>
                  <a:off x="627828" y="6401199"/>
                  <a:ext cx="6552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墨迹 29">
                  <a:extLst>
                    <a:ext uri="{FF2B5EF4-FFF2-40B4-BE49-F238E27FC236}">
                      <a16:creationId xmlns:a16="http://schemas.microsoft.com/office/drawing/2014/main" id="{3A35A9E7-248F-320A-8D7F-F45CFDB6F06A}"/>
                    </a:ext>
                  </a:extLst>
                </p14:cNvPr>
                <p14:cNvContentPartPr/>
                <p14:nvPr/>
              </p14:nvContentPartPr>
              <p14:xfrm>
                <a:off x="736188" y="6350799"/>
                <a:ext cx="282600" cy="62640"/>
              </p14:xfrm>
            </p:contentPart>
          </mc:Choice>
          <mc:Fallback xmlns="">
            <p:pic>
              <p:nvPicPr>
                <p:cNvPr id="30" name="墨迹 29">
                  <a:extLst>
                    <a:ext uri="{FF2B5EF4-FFF2-40B4-BE49-F238E27FC236}">
                      <a16:creationId xmlns:a16="http://schemas.microsoft.com/office/drawing/2014/main" id="{3A35A9E7-248F-320A-8D7F-F45CFDB6F06A}"/>
                    </a:ext>
                  </a:extLst>
                </p:cNvPr>
                <p:cNvPicPr/>
                <p:nvPr/>
              </p:nvPicPr>
              <p:blipFill>
                <a:blip r:embed="rId37"/>
                <a:stretch>
                  <a:fillRect/>
                </a:stretch>
              </p:blipFill>
              <p:spPr>
                <a:xfrm>
                  <a:off x="718188" y="6332799"/>
                  <a:ext cx="3182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墨迹 30">
                  <a:extLst>
                    <a:ext uri="{FF2B5EF4-FFF2-40B4-BE49-F238E27FC236}">
                      <a16:creationId xmlns:a16="http://schemas.microsoft.com/office/drawing/2014/main" id="{008989E4-CD64-1B1C-6BFD-A365073F33F5}"/>
                    </a:ext>
                  </a:extLst>
                </p14:cNvPr>
                <p14:cNvContentPartPr/>
                <p14:nvPr/>
              </p14:nvContentPartPr>
              <p14:xfrm>
                <a:off x="839868" y="6204279"/>
                <a:ext cx="158760" cy="528840"/>
              </p14:xfrm>
            </p:contentPart>
          </mc:Choice>
          <mc:Fallback xmlns="">
            <p:pic>
              <p:nvPicPr>
                <p:cNvPr id="31" name="墨迹 30">
                  <a:extLst>
                    <a:ext uri="{FF2B5EF4-FFF2-40B4-BE49-F238E27FC236}">
                      <a16:creationId xmlns:a16="http://schemas.microsoft.com/office/drawing/2014/main" id="{008989E4-CD64-1B1C-6BFD-A365073F33F5}"/>
                    </a:ext>
                  </a:extLst>
                </p:cNvPr>
                <p:cNvPicPr/>
                <p:nvPr/>
              </p:nvPicPr>
              <p:blipFill>
                <a:blip r:embed="rId39"/>
                <a:stretch>
                  <a:fillRect/>
                </a:stretch>
              </p:blipFill>
              <p:spPr>
                <a:xfrm>
                  <a:off x="821868" y="6186279"/>
                  <a:ext cx="194400" cy="564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3" name="墨迹 32">
                  <a:extLst>
                    <a:ext uri="{FF2B5EF4-FFF2-40B4-BE49-F238E27FC236}">
                      <a16:creationId xmlns:a16="http://schemas.microsoft.com/office/drawing/2014/main" id="{43BF8FA4-178E-C8E5-7318-11A9604D880B}"/>
                    </a:ext>
                  </a:extLst>
                </p14:cNvPr>
                <p14:cNvContentPartPr/>
                <p14:nvPr/>
              </p14:nvContentPartPr>
              <p14:xfrm>
                <a:off x="1177908" y="6462039"/>
                <a:ext cx="153720" cy="360"/>
              </p14:xfrm>
            </p:contentPart>
          </mc:Choice>
          <mc:Fallback xmlns="">
            <p:pic>
              <p:nvPicPr>
                <p:cNvPr id="33" name="墨迹 32">
                  <a:extLst>
                    <a:ext uri="{FF2B5EF4-FFF2-40B4-BE49-F238E27FC236}">
                      <a16:creationId xmlns:a16="http://schemas.microsoft.com/office/drawing/2014/main" id="{43BF8FA4-178E-C8E5-7318-11A9604D880B}"/>
                    </a:ext>
                  </a:extLst>
                </p:cNvPr>
                <p:cNvPicPr/>
                <p:nvPr/>
              </p:nvPicPr>
              <p:blipFill>
                <a:blip r:embed="rId41"/>
                <a:stretch>
                  <a:fillRect/>
                </a:stretch>
              </p:blipFill>
              <p:spPr>
                <a:xfrm>
                  <a:off x="1160268" y="6444039"/>
                  <a:ext cx="1893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墨迹 45">
                  <a:extLst>
                    <a:ext uri="{FF2B5EF4-FFF2-40B4-BE49-F238E27FC236}">
                      <a16:creationId xmlns:a16="http://schemas.microsoft.com/office/drawing/2014/main" id="{25515D5B-32D3-48C1-7B16-60B519BED7EA}"/>
                    </a:ext>
                  </a:extLst>
                </p14:cNvPr>
                <p14:cNvContentPartPr/>
                <p14:nvPr/>
              </p14:nvContentPartPr>
              <p14:xfrm>
                <a:off x="1196628" y="6575799"/>
                <a:ext cx="133920" cy="39960"/>
              </p14:xfrm>
            </p:contentPart>
          </mc:Choice>
          <mc:Fallback xmlns="">
            <p:pic>
              <p:nvPicPr>
                <p:cNvPr id="46" name="墨迹 45">
                  <a:extLst>
                    <a:ext uri="{FF2B5EF4-FFF2-40B4-BE49-F238E27FC236}">
                      <a16:creationId xmlns:a16="http://schemas.microsoft.com/office/drawing/2014/main" id="{25515D5B-32D3-48C1-7B16-60B519BED7EA}"/>
                    </a:ext>
                  </a:extLst>
                </p:cNvPr>
                <p:cNvPicPr/>
                <p:nvPr/>
              </p:nvPicPr>
              <p:blipFill>
                <a:blip r:embed="rId43"/>
                <a:stretch>
                  <a:fillRect/>
                </a:stretch>
              </p:blipFill>
              <p:spPr>
                <a:xfrm>
                  <a:off x="1178628" y="6558159"/>
                  <a:ext cx="16956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8" name="墨迹 47">
                  <a:extLst>
                    <a:ext uri="{FF2B5EF4-FFF2-40B4-BE49-F238E27FC236}">
                      <a16:creationId xmlns:a16="http://schemas.microsoft.com/office/drawing/2014/main" id="{72BB9B6C-FBFB-B0E4-01C6-D2CB516137E5}"/>
                    </a:ext>
                  </a:extLst>
                </p14:cNvPr>
                <p14:cNvContentPartPr/>
                <p14:nvPr/>
              </p14:nvContentPartPr>
              <p14:xfrm>
                <a:off x="1748868" y="5915919"/>
                <a:ext cx="399240" cy="255960"/>
              </p14:xfrm>
            </p:contentPart>
          </mc:Choice>
          <mc:Fallback xmlns="">
            <p:pic>
              <p:nvPicPr>
                <p:cNvPr id="48" name="墨迹 47">
                  <a:extLst>
                    <a:ext uri="{FF2B5EF4-FFF2-40B4-BE49-F238E27FC236}">
                      <a16:creationId xmlns:a16="http://schemas.microsoft.com/office/drawing/2014/main" id="{72BB9B6C-FBFB-B0E4-01C6-D2CB516137E5}"/>
                    </a:ext>
                  </a:extLst>
                </p:cNvPr>
                <p:cNvPicPr/>
                <p:nvPr/>
              </p:nvPicPr>
              <p:blipFill>
                <a:blip r:embed="rId45"/>
                <a:stretch>
                  <a:fillRect/>
                </a:stretch>
              </p:blipFill>
              <p:spPr>
                <a:xfrm>
                  <a:off x="1731228" y="5898279"/>
                  <a:ext cx="43488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9" name="墨迹 48">
                  <a:extLst>
                    <a:ext uri="{FF2B5EF4-FFF2-40B4-BE49-F238E27FC236}">
                      <a16:creationId xmlns:a16="http://schemas.microsoft.com/office/drawing/2014/main" id="{DEC0409B-459B-B143-A860-2B19D115A47A}"/>
                    </a:ext>
                  </a:extLst>
                </p14:cNvPr>
                <p14:cNvContentPartPr/>
                <p14:nvPr/>
              </p14:nvContentPartPr>
              <p14:xfrm>
                <a:off x="1595508" y="6314799"/>
                <a:ext cx="663840" cy="43920"/>
              </p14:xfrm>
            </p:contentPart>
          </mc:Choice>
          <mc:Fallback xmlns="">
            <p:pic>
              <p:nvPicPr>
                <p:cNvPr id="49" name="墨迹 48">
                  <a:extLst>
                    <a:ext uri="{FF2B5EF4-FFF2-40B4-BE49-F238E27FC236}">
                      <a16:creationId xmlns:a16="http://schemas.microsoft.com/office/drawing/2014/main" id="{DEC0409B-459B-B143-A860-2B19D115A47A}"/>
                    </a:ext>
                  </a:extLst>
                </p:cNvPr>
                <p:cNvPicPr/>
                <p:nvPr/>
              </p:nvPicPr>
              <p:blipFill>
                <a:blip r:embed="rId47"/>
                <a:stretch>
                  <a:fillRect/>
                </a:stretch>
              </p:blipFill>
              <p:spPr>
                <a:xfrm>
                  <a:off x="1577868" y="6297159"/>
                  <a:ext cx="69948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0" name="墨迹 49">
                  <a:extLst>
                    <a:ext uri="{FF2B5EF4-FFF2-40B4-BE49-F238E27FC236}">
                      <a16:creationId xmlns:a16="http://schemas.microsoft.com/office/drawing/2014/main" id="{0E9956ED-D6C9-BD53-DF3A-0234381EA75A}"/>
                    </a:ext>
                  </a:extLst>
                </p14:cNvPr>
                <p14:cNvContentPartPr/>
                <p14:nvPr/>
              </p14:nvContentPartPr>
              <p14:xfrm>
                <a:off x="1509468" y="6418839"/>
                <a:ext cx="114840" cy="198360"/>
              </p14:xfrm>
            </p:contentPart>
          </mc:Choice>
          <mc:Fallback xmlns="">
            <p:pic>
              <p:nvPicPr>
                <p:cNvPr id="50" name="墨迹 49">
                  <a:extLst>
                    <a:ext uri="{FF2B5EF4-FFF2-40B4-BE49-F238E27FC236}">
                      <a16:creationId xmlns:a16="http://schemas.microsoft.com/office/drawing/2014/main" id="{0E9956ED-D6C9-BD53-DF3A-0234381EA75A}"/>
                    </a:ext>
                  </a:extLst>
                </p:cNvPr>
                <p:cNvPicPr/>
                <p:nvPr/>
              </p:nvPicPr>
              <p:blipFill>
                <a:blip r:embed="rId49"/>
                <a:stretch>
                  <a:fillRect/>
                </a:stretch>
              </p:blipFill>
              <p:spPr>
                <a:xfrm>
                  <a:off x="1491828" y="6401199"/>
                  <a:ext cx="15048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1" name="墨迹 50">
                  <a:extLst>
                    <a:ext uri="{FF2B5EF4-FFF2-40B4-BE49-F238E27FC236}">
                      <a16:creationId xmlns:a16="http://schemas.microsoft.com/office/drawing/2014/main" id="{3602009C-C798-48DD-F347-A8F809896C02}"/>
                    </a:ext>
                  </a:extLst>
                </p14:cNvPr>
                <p14:cNvContentPartPr/>
                <p14:nvPr/>
              </p14:nvContentPartPr>
              <p14:xfrm>
                <a:off x="1614588" y="6437199"/>
                <a:ext cx="73440" cy="381240"/>
              </p14:xfrm>
            </p:contentPart>
          </mc:Choice>
          <mc:Fallback xmlns="">
            <p:pic>
              <p:nvPicPr>
                <p:cNvPr id="51" name="墨迹 50">
                  <a:extLst>
                    <a:ext uri="{FF2B5EF4-FFF2-40B4-BE49-F238E27FC236}">
                      <a16:creationId xmlns:a16="http://schemas.microsoft.com/office/drawing/2014/main" id="{3602009C-C798-48DD-F347-A8F809896C02}"/>
                    </a:ext>
                  </a:extLst>
                </p:cNvPr>
                <p:cNvPicPr/>
                <p:nvPr/>
              </p:nvPicPr>
              <p:blipFill>
                <a:blip r:embed="rId51"/>
                <a:stretch>
                  <a:fillRect/>
                </a:stretch>
              </p:blipFill>
              <p:spPr>
                <a:xfrm>
                  <a:off x="1596948" y="6419559"/>
                  <a:ext cx="109080" cy="4168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2" name="墨迹 51">
                  <a:extLst>
                    <a:ext uri="{FF2B5EF4-FFF2-40B4-BE49-F238E27FC236}">
                      <a16:creationId xmlns:a16="http://schemas.microsoft.com/office/drawing/2014/main" id="{951EA341-C143-7BB1-B26D-3F3A00607DD4}"/>
                    </a:ext>
                  </a:extLst>
                </p14:cNvPr>
                <p14:cNvContentPartPr/>
                <p14:nvPr/>
              </p14:nvContentPartPr>
              <p14:xfrm>
                <a:off x="1668948" y="6531519"/>
                <a:ext cx="153360" cy="78120"/>
              </p14:xfrm>
            </p:contentPart>
          </mc:Choice>
          <mc:Fallback xmlns="">
            <p:pic>
              <p:nvPicPr>
                <p:cNvPr id="52" name="墨迹 51">
                  <a:extLst>
                    <a:ext uri="{FF2B5EF4-FFF2-40B4-BE49-F238E27FC236}">
                      <a16:creationId xmlns:a16="http://schemas.microsoft.com/office/drawing/2014/main" id="{951EA341-C143-7BB1-B26D-3F3A00607DD4}"/>
                    </a:ext>
                  </a:extLst>
                </p:cNvPr>
                <p:cNvPicPr/>
                <p:nvPr/>
              </p:nvPicPr>
              <p:blipFill>
                <a:blip r:embed="rId53"/>
                <a:stretch>
                  <a:fillRect/>
                </a:stretch>
              </p:blipFill>
              <p:spPr>
                <a:xfrm>
                  <a:off x="1651308" y="6513519"/>
                  <a:ext cx="18900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3" name="墨迹 52">
                  <a:extLst>
                    <a:ext uri="{FF2B5EF4-FFF2-40B4-BE49-F238E27FC236}">
                      <a16:creationId xmlns:a16="http://schemas.microsoft.com/office/drawing/2014/main" id="{F7444D62-1C2D-1C05-F1AE-1AE149B96BCC}"/>
                    </a:ext>
                  </a:extLst>
                </p14:cNvPr>
                <p14:cNvContentPartPr/>
                <p14:nvPr/>
              </p14:nvContentPartPr>
              <p14:xfrm>
                <a:off x="1864788" y="6504879"/>
                <a:ext cx="45000" cy="241920"/>
              </p14:xfrm>
            </p:contentPart>
          </mc:Choice>
          <mc:Fallback xmlns="">
            <p:pic>
              <p:nvPicPr>
                <p:cNvPr id="53" name="墨迹 52">
                  <a:extLst>
                    <a:ext uri="{FF2B5EF4-FFF2-40B4-BE49-F238E27FC236}">
                      <a16:creationId xmlns:a16="http://schemas.microsoft.com/office/drawing/2014/main" id="{F7444D62-1C2D-1C05-F1AE-1AE149B96BCC}"/>
                    </a:ext>
                  </a:extLst>
                </p:cNvPr>
                <p:cNvPicPr/>
                <p:nvPr/>
              </p:nvPicPr>
              <p:blipFill>
                <a:blip r:embed="rId55"/>
                <a:stretch>
                  <a:fillRect/>
                </a:stretch>
              </p:blipFill>
              <p:spPr>
                <a:xfrm>
                  <a:off x="1846788" y="6486879"/>
                  <a:ext cx="8064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4" name="墨迹 53">
                  <a:extLst>
                    <a:ext uri="{FF2B5EF4-FFF2-40B4-BE49-F238E27FC236}">
                      <a16:creationId xmlns:a16="http://schemas.microsoft.com/office/drawing/2014/main" id="{AB351AF1-02C3-8B5A-0860-F54318C81388}"/>
                    </a:ext>
                  </a:extLst>
                </p14:cNvPr>
                <p14:cNvContentPartPr/>
                <p14:nvPr/>
              </p14:nvContentPartPr>
              <p14:xfrm>
                <a:off x="2018868" y="6596679"/>
                <a:ext cx="54360" cy="12960"/>
              </p14:xfrm>
            </p:contentPart>
          </mc:Choice>
          <mc:Fallback xmlns="">
            <p:pic>
              <p:nvPicPr>
                <p:cNvPr id="54" name="墨迹 53">
                  <a:extLst>
                    <a:ext uri="{FF2B5EF4-FFF2-40B4-BE49-F238E27FC236}">
                      <a16:creationId xmlns:a16="http://schemas.microsoft.com/office/drawing/2014/main" id="{AB351AF1-02C3-8B5A-0860-F54318C81388}"/>
                    </a:ext>
                  </a:extLst>
                </p:cNvPr>
                <p:cNvPicPr/>
                <p:nvPr/>
              </p:nvPicPr>
              <p:blipFill>
                <a:blip r:embed="rId57"/>
                <a:stretch>
                  <a:fillRect/>
                </a:stretch>
              </p:blipFill>
              <p:spPr>
                <a:xfrm>
                  <a:off x="2001228" y="6578679"/>
                  <a:ext cx="900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5" name="墨迹 54">
                  <a:extLst>
                    <a:ext uri="{FF2B5EF4-FFF2-40B4-BE49-F238E27FC236}">
                      <a16:creationId xmlns:a16="http://schemas.microsoft.com/office/drawing/2014/main" id="{7BE76DA9-E981-60C2-903E-4E55FE2E28BB}"/>
                    </a:ext>
                  </a:extLst>
                </p14:cNvPr>
                <p14:cNvContentPartPr/>
                <p14:nvPr/>
              </p14:nvContentPartPr>
              <p14:xfrm>
                <a:off x="2209308" y="6474279"/>
                <a:ext cx="69120" cy="277920"/>
              </p14:xfrm>
            </p:contentPart>
          </mc:Choice>
          <mc:Fallback xmlns="">
            <p:pic>
              <p:nvPicPr>
                <p:cNvPr id="55" name="墨迹 54">
                  <a:extLst>
                    <a:ext uri="{FF2B5EF4-FFF2-40B4-BE49-F238E27FC236}">
                      <a16:creationId xmlns:a16="http://schemas.microsoft.com/office/drawing/2014/main" id="{7BE76DA9-E981-60C2-903E-4E55FE2E28BB}"/>
                    </a:ext>
                  </a:extLst>
                </p:cNvPr>
                <p:cNvPicPr/>
                <p:nvPr/>
              </p:nvPicPr>
              <p:blipFill>
                <a:blip r:embed="rId59"/>
                <a:stretch>
                  <a:fillRect/>
                </a:stretch>
              </p:blipFill>
              <p:spPr>
                <a:xfrm>
                  <a:off x="2191308" y="6456279"/>
                  <a:ext cx="10476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6" name="墨迹 55">
                  <a:extLst>
                    <a:ext uri="{FF2B5EF4-FFF2-40B4-BE49-F238E27FC236}">
                      <a16:creationId xmlns:a16="http://schemas.microsoft.com/office/drawing/2014/main" id="{14EC4192-F6E4-818F-EB8D-0D606D2A5D8A}"/>
                    </a:ext>
                  </a:extLst>
                </p14:cNvPr>
                <p14:cNvContentPartPr/>
                <p14:nvPr/>
              </p14:nvContentPartPr>
              <p14:xfrm>
                <a:off x="2110308" y="6510999"/>
                <a:ext cx="160560" cy="257040"/>
              </p14:xfrm>
            </p:contentPart>
          </mc:Choice>
          <mc:Fallback xmlns="">
            <p:pic>
              <p:nvPicPr>
                <p:cNvPr id="56" name="墨迹 55">
                  <a:extLst>
                    <a:ext uri="{FF2B5EF4-FFF2-40B4-BE49-F238E27FC236}">
                      <a16:creationId xmlns:a16="http://schemas.microsoft.com/office/drawing/2014/main" id="{14EC4192-F6E4-818F-EB8D-0D606D2A5D8A}"/>
                    </a:ext>
                  </a:extLst>
                </p:cNvPr>
                <p:cNvPicPr/>
                <p:nvPr/>
              </p:nvPicPr>
              <p:blipFill>
                <a:blip r:embed="rId61"/>
                <a:stretch>
                  <a:fillRect/>
                </a:stretch>
              </p:blipFill>
              <p:spPr>
                <a:xfrm>
                  <a:off x="2092308" y="6493359"/>
                  <a:ext cx="19620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8" name="墨迹 57">
                  <a:extLst>
                    <a:ext uri="{FF2B5EF4-FFF2-40B4-BE49-F238E27FC236}">
                      <a16:creationId xmlns:a16="http://schemas.microsoft.com/office/drawing/2014/main" id="{6BC73CDA-D70C-7F60-8936-F189E7E0EEC4}"/>
                    </a:ext>
                  </a:extLst>
                </p14:cNvPr>
                <p14:cNvContentPartPr/>
                <p14:nvPr/>
              </p14:nvContentPartPr>
              <p14:xfrm>
                <a:off x="2419548" y="6273759"/>
                <a:ext cx="37800" cy="32760"/>
              </p14:xfrm>
            </p:contentPart>
          </mc:Choice>
          <mc:Fallback xmlns="">
            <p:pic>
              <p:nvPicPr>
                <p:cNvPr id="58" name="墨迹 57">
                  <a:extLst>
                    <a:ext uri="{FF2B5EF4-FFF2-40B4-BE49-F238E27FC236}">
                      <a16:creationId xmlns:a16="http://schemas.microsoft.com/office/drawing/2014/main" id="{6BC73CDA-D70C-7F60-8936-F189E7E0EEC4}"/>
                    </a:ext>
                  </a:extLst>
                </p:cNvPr>
                <p:cNvPicPr/>
                <p:nvPr/>
              </p:nvPicPr>
              <p:blipFill>
                <a:blip r:embed="rId63"/>
                <a:stretch>
                  <a:fillRect/>
                </a:stretch>
              </p:blipFill>
              <p:spPr>
                <a:xfrm>
                  <a:off x="2401908" y="6256119"/>
                  <a:ext cx="7344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9" name="墨迹 58">
                  <a:extLst>
                    <a:ext uri="{FF2B5EF4-FFF2-40B4-BE49-F238E27FC236}">
                      <a16:creationId xmlns:a16="http://schemas.microsoft.com/office/drawing/2014/main" id="{651803AC-FDEC-380E-8725-39EDF15074B6}"/>
                    </a:ext>
                  </a:extLst>
                </p14:cNvPr>
                <p14:cNvContentPartPr/>
                <p14:nvPr/>
              </p14:nvContentPartPr>
              <p14:xfrm>
                <a:off x="2406228" y="6278079"/>
                <a:ext cx="65160" cy="38520"/>
              </p14:xfrm>
            </p:contentPart>
          </mc:Choice>
          <mc:Fallback xmlns="">
            <p:pic>
              <p:nvPicPr>
                <p:cNvPr id="59" name="墨迹 58">
                  <a:extLst>
                    <a:ext uri="{FF2B5EF4-FFF2-40B4-BE49-F238E27FC236}">
                      <a16:creationId xmlns:a16="http://schemas.microsoft.com/office/drawing/2014/main" id="{651803AC-FDEC-380E-8725-39EDF15074B6}"/>
                    </a:ext>
                  </a:extLst>
                </p:cNvPr>
                <p:cNvPicPr/>
                <p:nvPr/>
              </p:nvPicPr>
              <p:blipFill>
                <a:blip r:embed="rId65"/>
                <a:stretch>
                  <a:fillRect/>
                </a:stretch>
              </p:blipFill>
              <p:spPr>
                <a:xfrm>
                  <a:off x="2388588" y="6260079"/>
                  <a:ext cx="10080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1" name="墨迹 60">
                  <a:extLst>
                    <a:ext uri="{FF2B5EF4-FFF2-40B4-BE49-F238E27FC236}">
                      <a16:creationId xmlns:a16="http://schemas.microsoft.com/office/drawing/2014/main" id="{98375F02-654E-5DD4-AB4A-0E3CEF12E61B}"/>
                    </a:ext>
                  </a:extLst>
                </p14:cNvPr>
                <p14:cNvContentPartPr/>
                <p14:nvPr/>
              </p14:nvContentPartPr>
              <p14:xfrm>
                <a:off x="2668668" y="5946519"/>
                <a:ext cx="74520" cy="788760"/>
              </p14:xfrm>
            </p:contentPart>
          </mc:Choice>
          <mc:Fallback xmlns="">
            <p:pic>
              <p:nvPicPr>
                <p:cNvPr id="61" name="墨迹 60">
                  <a:extLst>
                    <a:ext uri="{FF2B5EF4-FFF2-40B4-BE49-F238E27FC236}">
                      <a16:creationId xmlns:a16="http://schemas.microsoft.com/office/drawing/2014/main" id="{98375F02-654E-5DD4-AB4A-0E3CEF12E61B}"/>
                    </a:ext>
                  </a:extLst>
                </p:cNvPr>
                <p:cNvPicPr/>
                <p:nvPr/>
              </p:nvPicPr>
              <p:blipFill>
                <a:blip r:embed="rId67"/>
                <a:stretch>
                  <a:fillRect/>
                </a:stretch>
              </p:blipFill>
              <p:spPr>
                <a:xfrm>
                  <a:off x="2651028" y="5928519"/>
                  <a:ext cx="110160" cy="8244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2" name="墨迹 61">
                  <a:extLst>
                    <a:ext uri="{FF2B5EF4-FFF2-40B4-BE49-F238E27FC236}">
                      <a16:creationId xmlns:a16="http://schemas.microsoft.com/office/drawing/2014/main" id="{BB1B37DE-D403-EF5E-ACB7-6201509DB4F2}"/>
                    </a:ext>
                  </a:extLst>
                </p14:cNvPr>
                <p14:cNvContentPartPr/>
                <p14:nvPr/>
              </p14:nvContentPartPr>
              <p14:xfrm>
                <a:off x="3068988" y="5831319"/>
                <a:ext cx="189720" cy="459720"/>
              </p14:xfrm>
            </p:contentPart>
          </mc:Choice>
          <mc:Fallback xmlns="">
            <p:pic>
              <p:nvPicPr>
                <p:cNvPr id="62" name="墨迹 61">
                  <a:extLst>
                    <a:ext uri="{FF2B5EF4-FFF2-40B4-BE49-F238E27FC236}">
                      <a16:creationId xmlns:a16="http://schemas.microsoft.com/office/drawing/2014/main" id="{BB1B37DE-D403-EF5E-ACB7-6201509DB4F2}"/>
                    </a:ext>
                  </a:extLst>
                </p:cNvPr>
                <p:cNvPicPr/>
                <p:nvPr/>
              </p:nvPicPr>
              <p:blipFill>
                <a:blip r:embed="rId69"/>
                <a:stretch>
                  <a:fillRect/>
                </a:stretch>
              </p:blipFill>
              <p:spPr>
                <a:xfrm>
                  <a:off x="3051348" y="5813319"/>
                  <a:ext cx="225360" cy="4953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3" name="墨迹 62">
                  <a:extLst>
                    <a:ext uri="{FF2B5EF4-FFF2-40B4-BE49-F238E27FC236}">
                      <a16:creationId xmlns:a16="http://schemas.microsoft.com/office/drawing/2014/main" id="{AE0E09BC-4CBB-996C-F948-4E99015FB23D}"/>
                    </a:ext>
                  </a:extLst>
                </p14:cNvPr>
                <p14:cNvContentPartPr/>
                <p14:nvPr/>
              </p14:nvContentPartPr>
              <p14:xfrm>
                <a:off x="3019308" y="6107439"/>
                <a:ext cx="116640" cy="48240"/>
              </p14:xfrm>
            </p:contentPart>
          </mc:Choice>
          <mc:Fallback xmlns="">
            <p:pic>
              <p:nvPicPr>
                <p:cNvPr id="63" name="墨迹 62">
                  <a:extLst>
                    <a:ext uri="{FF2B5EF4-FFF2-40B4-BE49-F238E27FC236}">
                      <a16:creationId xmlns:a16="http://schemas.microsoft.com/office/drawing/2014/main" id="{AE0E09BC-4CBB-996C-F948-4E99015FB23D}"/>
                    </a:ext>
                  </a:extLst>
                </p:cNvPr>
                <p:cNvPicPr/>
                <p:nvPr/>
              </p:nvPicPr>
              <p:blipFill>
                <a:blip r:embed="rId71"/>
                <a:stretch>
                  <a:fillRect/>
                </a:stretch>
              </p:blipFill>
              <p:spPr>
                <a:xfrm>
                  <a:off x="3001308" y="6089439"/>
                  <a:ext cx="1522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9456" name="墨迹 19455">
                  <a:extLst>
                    <a:ext uri="{FF2B5EF4-FFF2-40B4-BE49-F238E27FC236}">
                      <a16:creationId xmlns:a16="http://schemas.microsoft.com/office/drawing/2014/main" id="{2D68305D-D9ED-B640-2A80-E8D534EDD91F}"/>
                    </a:ext>
                  </a:extLst>
                </p14:cNvPr>
                <p14:cNvContentPartPr/>
                <p14:nvPr/>
              </p14:nvContentPartPr>
              <p14:xfrm>
                <a:off x="3208308" y="6100599"/>
                <a:ext cx="115920" cy="87120"/>
              </p14:xfrm>
            </p:contentPart>
          </mc:Choice>
          <mc:Fallback xmlns="">
            <p:pic>
              <p:nvPicPr>
                <p:cNvPr id="19456" name="墨迹 19455">
                  <a:extLst>
                    <a:ext uri="{FF2B5EF4-FFF2-40B4-BE49-F238E27FC236}">
                      <a16:creationId xmlns:a16="http://schemas.microsoft.com/office/drawing/2014/main" id="{2D68305D-D9ED-B640-2A80-E8D534EDD91F}"/>
                    </a:ext>
                  </a:extLst>
                </p:cNvPr>
                <p:cNvPicPr/>
                <p:nvPr/>
              </p:nvPicPr>
              <p:blipFill>
                <a:blip r:embed="rId73"/>
                <a:stretch>
                  <a:fillRect/>
                </a:stretch>
              </p:blipFill>
              <p:spPr>
                <a:xfrm>
                  <a:off x="3190668" y="6082959"/>
                  <a:ext cx="15156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9457" name="墨迹 19456">
                  <a:extLst>
                    <a:ext uri="{FF2B5EF4-FFF2-40B4-BE49-F238E27FC236}">
                      <a16:creationId xmlns:a16="http://schemas.microsoft.com/office/drawing/2014/main" id="{13EE14D9-64D8-4FF4-C24B-BAEBA3F6F6D7}"/>
                    </a:ext>
                  </a:extLst>
                </p14:cNvPr>
                <p14:cNvContentPartPr/>
                <p14:nvPr/>
              </p14:nvContentPartPr>
              <p14:xfrm>
                <a:off x="3399108" y="6044439"/>
                <a:ext cx="113040" cy="154800"/>
              </p14:xfrm>
            </p:contentPart>
          </mc:Choice>
          <mc:Fallback xmlns="">
            <p:pic>
              <p:nvPicPr>
                <p:cNvPr id="19457" name="墨迹 19456">
                  <a:extLst>
                    <a:ext uri="{FF2B5EF4-FFF2-40B4-BE49-F238E27FC236}">
                      <a16:creationId xmlns:a16="http://schemas.microsoft.com/office/drawing/2014/main" id="{13EE14D9-64D8-4FF4-C24B-BAEBA3F6F6D7}"/>
                    </a:ext>
                  </a:extLst>
                </p:cNvPr>
                <p:cNvPicPr/>
                <p:nvPr/>
              </p:nvPicPr>
              <p:blipFill>
                <a:blip r:embed="rId75"/>
                <a:stretch>
                  <a:fillRect/>
                </a:stretch>
              </p:blipFill>
              <p:spPr>
                <a:xfrm>
                  <a:off x="3381108" y="6026799"/>
                  <a:ext cx="14868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9458" name="墨迹 19457">
                  <a:extLst>
                    <a:ext uri="{FF2B5EF4-FFF2-40B4-BE49-F238E27FC236}">
                      <a16:creationId xmlns:a16="http://schemas.microsoft.com/office/drawing/2014/main" id="{D3D20484-E7A1-1C80-70AE-AF518F92ABAC}"/>
                    </a:ext>
                  </a:extLst>
                </p14:cNvPr>
                <p14:cNvContentPartPr/>
                <p14:nvPr/>
              </p14:nvContentPartPr>
              <p14:xfrm>
                <a:off x="2921028" y="6351159"/>
                <a:ext cx="541080" cy="74520"/>
              </p14:xfrm>
            </p:contentPart>
          </mc:Choice>
          <mc:Fallback xmlns="">
            <p:pic>
              <p:nvPicPr>
                <p:cNvPr id="19458" name="墨迹 19457">
                  <a:extLst>
                    <a:ext uri="{FF2B5EF4-FFF2-40B4-BE49-F238E27FC236}">
                      <a16:creationId xmlns:a16="http://schemas.microsoft.com/office/drawing/2014/main" id="{D3D20484-E7A1-1C80-70AE-AF518F92ABAC}"/>
                    </a:ext>
                  </a:extLst>
                </p:cNvPr>
                <p:cNvPicPr/>
                <p:nvPr/>
              </p:nvPicPr>
              <p:blipFill>
                <a:blip r:embed="rId77"/>
                <a:stretch>
                  <a:fillRect/>
                </a:stretch>
              </p:blipFill>
              <p:spPr>
                <a:xfrm>
                  <a:off x="2903388" y="6333159"/>
                  <a:ext cx="5767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9460" name="墨迹 19459">
                  <a:extLst>
                    <a:ext uri="{FF2B5EF4-FFF2-40B4-BE49-F238E27FC236}">
                      <a16:creationId xmlns:a16="http://schemas.microsoft.com/office/drawing/2014/main" id="{37E5752B-4F55-76CC-C651-9ED34A791412}"/>
                    </a:ext>
                  </a:extLst>
                </p14:cNvPr>
                <p14:cNvContentPartPr/>
                <p14:nvPr/>
              </p14:nvContentPartPr>
              <p14:xfrm>
                <a:off x="3160068" y="6492639"/>
                <a:ext cx="49680" cy="215640"/>
              </p14:xfrm>
            </p:contentPart>
          </mc:Choice>
          <mc:Fallback xmlns="">
            <p:pic>
              <p:nvPicPr>
                <p:cNvPr id="19460" name="墨迹 19459">
                  <a:extLst>
                    <a:ext uri="{FF2B5EF4-FFF2-40B4-BE49-F238E27FC236}">
                      <a16:creationId xmlns:a16="http://schemas.microsoft.com/office/drawing/2014/main" id="{37E5752B-4F55-76CC-C651-9ED34A791412}"/>
                    </a:ext>
                  </a:extLst>
                </p:cNvPr>
                <p:cNvPicPr/>
                <p:nvPr/>
              </p:nvPicPr>
              <p:blipFill>
                <a:blip r:embed="rId79"/>
                <a:stretch>
                  <a:fillRect/>
                </a:stretch>
              </p:blipFill>
              <p:spPr>
                <a:xfrm>
                  <a:off x="3142428" y="6474639"/>
                  <a:ext cx="8532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9461" name="墨迹 19460">
                  <a:extLst>
                    <a:ext uri="{FF2B5EF4-FFF2-40B4-BE49-F238E27FC236}">
                      <a16:creationId xmlns:a16="http://schemas.microsoft.com/office/drawing/2014/main" id="{3130C7F3-D01D-07A7-08D6-63AE7A27CBD2}"/>
                    </a:ext>
                  </a:extLst>
                </p14:cNvPr>
                <p14:cNvContentPartPr/>
                <p14:nvPr/>
              </p14:nvContentPartPr>
              <p14:xfrm>
                <a:off x="3252228" y="6519279"/>
                <a:ext cx="227880" cy="121680"/>
              </p14:xfrm>
            </p:contentPart>
          </mc:Choice>
          <mc:Fallback xmlns="">
            <p:pic>
              <p:nvPicPr>
                <p:cNvPr id="19461" name="墨迹 19460">
                  <a:extLst>
                    <a:ext uri="{FF2B5EF4-FFF2-40B4-BE49-F238E27FC236}">
                      <a16:creationId xmlns:a16="http://schemas.microsoft.com/office/drawing/2014/main" id="{3130C7F3-D01D-07A7-08D6-63AE7A27CBD2}"/>
                    </a:ext>
                  </a:extLst>
                </p:cNvPr>
                <p:cNvPicPr/>
                <p:nvPr/>
              </p:nvPicPr>
              <p:blipFill>
                <a:blip r:embed="rId81"/>
                <a:stretch>
                  <a:fillRect/>
                </a:stretch>
              </p:blipFill>
              <p:spPr>
                <a:xfrm>
                  <a:off x="3234588" y="6501639"/>
                  <a:ext cx="26352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9462" name="墨迹 19461">
                  <a:extLst>
                    <a:ext uri="{FF2B5EF4-FFF2-40B4-BE49-F238E27FC236}">
                      <a16:creationId xmlns:a16="http://schemas.microsoft.com/office/drawing/2014/main" id="{6CC0284A-1079-67E0-8DE0-6D59ACBE54B7}"/>
                    </a:ext>
                  </a:extLst>
                </p14:cNvPr>
                <p14:cNvContentPartPr/>
                <p14:nvPr/>
              </p14:nvContentPartPr>
              <p14:xfrm>
                <a:off x="3592788" y="6020319"/>
                <a:ext cx="237600" cy="767520"/>
              </p14:xfrm>
            </p:contentPart>
          </mc:Choice>
          <mc:Fallback xmlns="">
            <p:pic>
              <p:nvPicPr>
                <p:cNvPr id="19462" name="墨迹 19461">
                  <a:extLst>
                    <a:ext uri="{FF2B5EF4-FFF2-40B4-BE49-F238E27FC236}">
                      <a16:creationId xmlns:a16="http://schemas.microsoft.com/office/drawing/2014/main" id="{6CC0284A-1079-67E0-8DE0-6D59ACBE54B7}"/>
                    </a:ext>
                  </a:extLst>
                </p:cNvPr>
                <p:cNvPicPr/>
                <p:nvPr/>
              </p:nvPicPr>
              <p:blipFill>
                <a:blip r:embed="rId83"/>
                <a:stretch>
                  <a:fillRect/>
                </a:stretch>
              </p:blipFill>
              <p:spPr>
                <a:xfrm>
                  <a:off x="3574788" y="6002319"/>
                  <a:ext cx="273240" cy="8031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9463" name="墨迹 19462">
                  <a:extLst>
                    <a:ext uri="{FF2B5EF4-FFF2-40B4-BE49-F238E27FC236}">
                      <a16:creationId xmlns:a16="http://schemas.microsoft.com/office/drawing/2014/main" id="{6254A4A8-D950-DA5F-4EA6-E0E4A7901C9A}"/>
                    </a:ext>
                  </a:extLst>
                </p14:cNvPr>
                <p14:cNvContentPartPr/>
                <p14:nvPr/>
              </p14:nvContentPartPr>
              <p14:xfrm>
                <a:off x="4028748" y="6197799"/>
                <a:ext cx="119880" cy="319320"/>
              </p14:xfrm>
            </p:contentPart>
          </mc:Choice>
          <mc:Fallback xmlns="">
            <p:pic>
              <p:nvPicPr>
                <p:cNvPr id="19463" name="墨迹 19462">
                  <a:extLst>
                    <a:ext uri="{FF2B5EF4-FFF2-40B4-BE49-F238E27FC236}">
                      <a16:creationId xmlns:a16="http://schemas.microsoft.com/office/drawing/2014/main" id="{6254A4A8-D950-DA5F-4EA6-E0E4A7901C9A}"/>
                    </a:ext>
                  </a:extLst>
                </p:cNvPr>
                <p:cNvPicPr/>
                <p:nvPr/>
              </p:nvPicPr>
              <p:blipFill>
                <a:blip r:embed="rId85"/>
                <a:stretch>
                  <a:fillRect/>
                </a:stretch>
              </p:blipFill>
              <p:spPr>
                <a:xfrm>
                  <a:off x="4011108" y="6180159"/>
                  <a:ext cx="15552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9464" name="墨迹 19463">
                  <a:extLst>
                    <a:ext uri="{FF2B5EF4-FFF2-40B4-BE49-F238E27FC236}">
                      <a16:creationId xmlns:a16="http://schemas.microsoft.com/office/drawing/2014/main" id="{CB683D3D-E0B5-253F-34A0-195CF4A58873}"/>
                    </a:ext>
                  </a:extLst>
                </p14:cNvPr>
                <p14:cNvContentPartPr/>
                <p14:nvPr/>
              </p14:nvContentPartPr>
              <p14:xfrm>
                <a:off x="3976548" y="6327039"/>
                <a:ext cx="214560" cy="227160"/>
              </p14:xfrm>
            </p:contentPart>
          </mc:Choice>
          <mc:Fallback xmlns="">
            <p:pic>
              <p:nvPicPr>
                <p:cNvPr id="19464" name="墨迹 19463">
                  <a:extLst>
                    <a:ext uri="{FF2B5EF4-FFF2-40B4-BE49-F238E27FC236}">
                      <a16:creationId xmlns:a16="http://schemas.microsoft.com/office/drawing/2014/main" id="{CB683D3D-E0B5-253F-34A0-195CF4A58873}"/>
                    </a:ext>
                  </a:extLst>
                </p:cNvPr>
                <p:cNvPicPr/>
                <p:nvPr/>
              </p:nvPicPr>
              <p:blipFill>
                <a:blip r:embed="rId87"/>
                <a:stretch>
                  <a:fillRect/>
                </a:stretch>
              </p:blipFill>
              <p:spPr>
                <a:xfrm>
                  <a:off x="3958548" y="6309039"/>
                  <a:ext cx="25020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9466" name="墨迹 19465">
                  <a:extLst>
                    <a:ext uri="{FF2B5EF4-FFF2-40B4-BE49-F238E27FC236}">
                      <a16:creationId xmlns:a16="http://schemas.microsoft.com/office/drawing/2014/main" id="{6911521B-D1AD-F107-D50C-7B60FA5BB8F6}"/>
                    </a:ext>
                  </a:extLst>
                </p14:cNvPr>
                <p14:cNvContentPartPr/>
                <p14:nvPr/>
              </p14:nvContentPartPr>
              <p14:xfrm>
                <a:off x="4356348" y="5922039"/>
                <a:ext cx="166680" cy="1039320"/>
              </p14:xfrm>
            </p:contentPart>
          </mc:Choice>
          <mc:Fallback xmlns="">
            <p:pic>
              <p:nvPicPr>
                <p:cNvPr id="19466" name="墨迹 19465">
                  <a:extLst>
                    <a:ext uri="{FF2B5EF4-FFF2-40B4-BE49-F238E27FC236}">
                      <a16:creationId xmlns:a16="http://schemas.microsoft.com/office/drawing/2014/main" id="{6911521B-D1AD-F107-D50C-7B60FA5BB8F6}"/>
                    </a:ext>
                  </a:extLst>
                </p:cNvPr>
                <p:cNvPicPr/>
                <p:nvPr/>
              </p:nvPicPr>
              <p:blipFill>
                <a:blip r:embed="rId89"/>
                <a:stretch>
                  <a:fillRect/>
                </a:stretch>
              </p:blipFill>
              <p:spPr>
                <a:xfrm>
                  <a:off x="4338348" y="5904399"/>
                  <a:ext cx="202320" cy="10749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9468" name="墨迹 19467">
                  <a:extLst>
                    <a:ext uri="{FF2B5EF4-FFF2-40B4-BE49-F238E27FC236}">
                      <a16:creationId xmlns:a16="http://schemas.microsoft.com/office/drawing/2014/main" id="{291AE931-A514-9C83-41FB-8E95758EB256}"/>
                    </a:ext>
                  </a:extLst>
                </p14:cNvPr>
                <p14:cNvContentPartPr/>
                <p14:nvPr/>
              </p14:nvContentPartPr>
              <p14:xfrm>
                <a:off x="4926588" y="5860597"/>
                <a:ext cx="38160" cy="117720"/>
              </p14:xfrm>
            </p:contentPart>
          </mc:Choice>
          <mc:Fallback xmlns="">
            <p:pic>
              <p:nvPicPr>
                <p:cNvPr id="19468" name="墨迹 19467">
                  <a:extLst>
                    <a:ext uri="{FF2B5EF4-FFF2-40B4-BE49-F238E27FC236}">
                      <a16:creationId xmlns:a16="http://schemas.microsoft.com/office/drawing/2014/main" id="{291AE931-A514-9C83-41FB-8E95758EB256}"/>
                    </a:ext>
                  </a:extLst>
                </p:cNvPr>
                <p:cNvPicPr/>
                <p:nvPr/>
              </p:nvPicPr>
              <p:blipFill>
                <a:blip r:embed="rId91"/>
                <a:stretch>
                  <a:fillRect/>
                </a:stretch>
              </p:blipFill>
              <p:spPr>
                <a:xfrm>
                  <a:off x="4908588" y="5842957"/>
                  <a:ext cx="7380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9469" name="墨迹 19468">
                  <a:extLst>
                    <a:ext uri="{FF2B5EF4-FFF2-40B4-BE49-F238E27FC236}">
                      <a16:creationId xmlns:a16="http://schemas.microsoft.com/office/drawing/2014/main" id="{3988FF2B-C54B-F945-7C52-50850CAD96B5}"/>
                    </a:ext>
                  </a:extLst>
                </p14:cNvPr>
                <p14:cNvContentPartPr/>
                <p14:nvPr/>
              </p14:nvContentPartPr>
              <p14:xfrm>
                <a:off x="4731468" y="6069037"/>
                <a:ext cx="178200" cy="344520"/>
              </p14:xfrm>
            </p:contentPart>
          </mc:Choice>
          <mc:Fallback xmlns="">
            <p:pic>
              <p:nvPicPr>
                <p:cNvPr id="19469" name="墨迹 19468">
                  <a:extLst>
                    <a:ext uri="{FF2B5EF4-FFF2-40B4-BE49-F238E27FC236}">
                      <a16:creationId xmlns:a16="http://schemas.microsoft.com/office/drawing/2014/main" id="{3988FF2B-C54B-F945-7C52-50850CAD96B5}"/>
                    </a:ext>
                  </a:extLst>
                </p:cNvPr>
                <p:cNvPicPr/>
                <p:nvPr/>
              </p:nvPicPr>
              <p:blipFill>
                <a:blip r:embed="rId93"/>
                <a:stretch>
                  <a:fillRect/>
                </a:stretch>
              </p:blipFill>
              <p:spPr>
                <a:xfrm>
                  <a:off x="4713468" y="6051397"/>
                  <a:ext cx="21384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9470" name="墨迹 19469">
                  <a:extLst>
                    <a:ext uri="{FF2B5EF4-FFF2-40B4-BE49-F238E27FC236}">
                      <a16:creationId xmlns:a16="http://schemas.microsoft.com/office/drawing/2014/main" id="{D715E920-F81E-C371-4D11-B1497592FE6C}"/>
                    </a:ext>
                  </a:extLst>
                </p14:cNvPr>
                <p14:cNvContentPartPr/>
                <p14:nvPr/>
              </p14:nvContentPartPr>
              <p14:xfrm>
                <a:off x="4915068" y="5964997"/>
                <a:ext cx="166320" cy="230040"/>
              </p14:xfrm>
            </p:contentPart>
          </mc:Choice>
          <mc:Fallback xmlns="">
            <p:pic>
              <p:nvPicPr>
                <p:cNvPr id="19470" name="墨迹 19469">
                  <a:extLst>
                    <a:ext uri="{FF2B5EF4-FFF2-40B4-BE49-F238E27FC236}">
                      <a16:creationId xmlns:a16="http://schemas.microsoft.com/office/drawing/2014/main" id="{D715E920-F81E-C371-4D11-B1497592FE6C}"/>
                    </a:ext>
                  </a:extLst>
                </p:cNvPr>
                <p:cNvPicPr/>
                <p:nvPr/>
              </p:nvPicPr>
              <p:blipFill>
                <a:blip r:embed="rId95"/>
                <a:stretch>
                  <a:fillRect/>
                </a:stretch>
              </p:blipFill>
              <p:spPr>
                <a:xfrm>
                  <a:off x="4897068" y="5947357"/>
                  <a:ext cx="20196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9471" name="墨迹 19470">
                  <a:extLst>
                    <a:ext uri="{FF2B5EF4-FFF2-40B4-BE49-F238E27FC236}">
                      <a16:creationId xmlns:a16="http://schemas.microsoft.com/office/drawing/2014/main" id="{AE48DE26-4649-9316-FFF8-4C9404AF402D}"/>
                    </a:ext>
                  </a:extLst>
                </p14:cNvPr>
                <p14:cNvContentPartPr/>
                <p14:nvPr/>
              </p14:nvContentPartPr>
              <p14:xfrm>
                <a:off x="5136468" y="6004957"/>
                <a:ext cx="294840" cy="173160"/>
              </p14:xfrm>
            </p:contentPart>
          </mc:Choice>
          <mc:Fallback xmlns="">
            <p:pic>
              <p:nvPicPr>
                <p:cNvPr id="19471" name="墨迹 19470">
                  <a:extLst>
                    <a:ext uri="{FF2B5EF4-FFF2-40B4-BE49-F238E27FC236}">
                      <a16:creationId xmlns:a16="http://schemas.microsoft.com/office/drawing/2014/main" id="{AE48DE26-4649-9316-FFF8-4C9404AF402D}"/>
                    </a:ext>
                  </a:extLst>
                </p:cNvPr>
                <p:cNvPicPr/>
                <p:nvPr/>
              </p:nvPicPr>
              <p:blipFill>
                <a:blip r:embed="rId97"/>
                <a:stretch>
                  <a:fillRect/>
                </a:stretch>
              </p:blipFill>
              <p:spPr>
                <a:xfrm>
                  <a:off x="5118828" y="5986957"/>
                  <a:ext cx="33048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9472" name="墨迹 19471">
                  <a:extLst>
                    <a:ext uri="{FF2B5EF4-FFF2-40B4-BE49-F238E27FC236}">
                      <a16:creationId xmlns:a16="http://schemas.microsoft.com/office/drawing/2014/main" id="{AFE3D022-D3F9-D8BF-610B-393BDBD2EEDF}"/>
                    </a:ext>
                  </a:extLst>
                </p14:cNvPr>
                <p14:cNvContentPartPr/>
                <p14:nvPr/>
              </p14:nvContentPartPr>
              <p14:xfrm>
                <a:off x="5416188" y="6038077"/>
                <a:ext cx="65520" cy="73800"/>
              </p14:xfrm>
            </p:contentPart>
          </mc:Choice>
          <mc:Fallback xmlns="">
            <p:pic>
              <p:nvPicPr>
                <p:cNvPr id="19472" name="墨迹 19471">
                  <a:extLst>
                    <a:ext uri="{FF2B5EF4-FFF2-40B4-BE49-F238E27FC236}">
                      <a16:creationId xmlns:a16="http://schemas.microsoft.com/office/drawing/2014/main" id="{AFE3D022-D3F9-D8BF-610B-393BDBD2EEDF}"/>
                    </a:ext>
                  </a:extLst>
                </p:cNvPr>
                <p:cNvPicPr/>
                <p:nvPr/>
              </p:nvPicPr>
              <p:blipFill>
                <a:blip r:embed="rId99"/>
                <a:stretch>
                  <a:fillRect/>
                </a:stretch>
              </p:blipFill>
              <p:spPr>
                <a:xfrm>
                  <a:off x="5398188" y="6020077"/>
                  <a:ext cx="1011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9473" name="墨迹 19472">
                  <a:extLst>
                    <a:ext uri="{FF2B5EF4-FFF2-40B4-BE49-F238E27FC236}">
                      <a16:creationId xmlns:a16="http://schemas.microsoft.com/office/drawing/2014/main" id="{E742C526-A113-41C2-0AC2-EF7F00174805}"/>
                    </a:ext>
                  </a:extLst>
                </p14:cNvPr>
                <p14:cNvContentPartPr/>
                <p14:nvPr/>
              </p14:nvContentPartPr>
              <p14:xfrm>
                <a:off x="4418268" y="6493477"/>
                <a:ext cx="1104840" cy="73800"/>
              </p14:xfrm>
            </p:contentPart>
          </mc:Choice>
          <mc:Fallback xmlns="">
            <p:pic>
              <p:nvPicPr>
                <p:cNvPr id="19473" name="墨迹 19472">
                  <a:extLst>
                    <a:ext uri="{FF2B5EF4-FFF2-40B4-BE49-F238E27FC236}">
                      <a16:creationId xmlns:a16="http://schemas.microsoft.com/office/drawing/2014/main" id="{E742C526-A113-41C2-0AC2-EF7F00174805}"/>
                    </a:ext>
                  </a:extLst>
                </p:cNvPr>
                <p:cNvPicPr/>
                <p:nvPr/>
              </p:nvPicPr>
              <p:blipFill>
                <a:blip r:embed="rId101"/>
                <a:stretch>
                  <a:fillRect/>
                </a:stretch>
              </p:blipFill>
              <p:spPr>
                <a:xfrm>
                  <a:off x="4400268" y="6475477"/>
                  <a:ext cx="114048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9474" name="墨迹 19473">
                  <a:extLst>
                    <a:ext uri="{FF2B5EF4-FFF2-40B4-BE49-F238E27FC236}">
                      <a16:creationId xmlns:a16="http://schemas.microsoft.com/office/drawing/2014/main" id="{167E2BD8-D582-578C-9A0B-256B5DE69E96}"/>
                    </a:ext>
                  </a:extLst>
                </p14:cNvPr>
                <p14:cNvContentPartPr/>
                <p14:nvPr/>
              </p14:nvContentPartPr>
              <p14:xfrm>
                <a:off x="5002188" y="6553957"/>
                <a:ext cx="149040" cy="185760"/>
              </p14:xfrm>
            </p:contentPart>
          </mc:Choice>
          <mc:Fallback xmlns="">
            <p:pic>
              <p:nvPicPr>
                <p:cNvPr id="19474" name="墨迹 19473">
                  <a:extLst>
                    <a:ext uri="{FF2B5EF4-FFF2-40B4-BE49-F238E27FC236}">
                      <a16:creationId xmlns:a16="http://schemas.microsoft.com/office/drawing/2014/main" id="{167E2BD8-D582-578C-9A0B-256B5DE69E96}"/>
                    </a:ext>
                  </a:extLst>
                </p:cNvPr>
                <p:cNvPicPr/>
                <p:nvPr/>
              </p:nvPicPr>
              <p:blipFill>
                <a:blip r:embed="rId103"/>
                <a:stretch>
                  <a:fillRect/>
                </a:stretch>
              </p:blipFill>
              <p:spPr>
                <a:xfrm>
                  <a:off x="4984188" y="6536317"/>
                  <a:ext cx="18468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9475" name="墨迹 19474">
                  <a:extLst>
                    <a:ext uri="{FF2B5EF4-FFF2-40B4-BE49-F238E27FC236}">
                      <a16:creationId xmlns:a16="http://schemas.microsoft.com/office/drawing/2014/main" id="{4C988A67-2BA5-D352-80C8-98A8FB243E76}"/>
                    </a:ext>
                  </a:extLst>
                </p14:cNvPr>
                <p14:cNvContentPartPr/>
                <p14:nvPr/>
              </p14:nvContentPartPr>
              <p14:xfrm>
                <a:off x="5264988" y="6591037"/>
                <a:ext cx="154800" cy="106560"/>
              </p14:xfrm>
            </p:contentPart>
          </mc:Choice>
          <mc:Fallback xmlns="">
            <p:pic>
              <p:nvPicPr>
                <p:cNvPr id="19475" name="墨迹 19474">
                  <a:extLst>
                    <a:ext uri="{FF2B5EF4-FFF2-40B4-BE49-F238E27FC236}">
                      <a16:creationId xmlns:a16="http://schemas.microsoft.com/office/drawing/2014/main" id="{4C988A67-2BA5-D352-80C8-98A8FB243E76}"/>
                    </a:ext>
                  </a:extLst>
                </p:cNvPr>
                <p:cNvPicPr/>
                <p:nvPr/>
              </p:nvPicPr>
              <p:blipFill>
                <a:blip r:embed="rId105"/>
                <a:stretch>
                  <a:fillRect/>
                </a:stretch>
              </p:blipFill>
              <p:spPr>
                <a:xfrm>
                  <a:off x="5246988" y="6573037"/>
                  <a:ext cx="1904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9476" name="墨迹 19475">
                  <a:extLst>
                    <a:ext uri="{FF2B5EF4-FFF2-40B4-BE49-F238E27FC236}">
                      <a16:creationId xmlns:a16="http://schemas.microsoft.com/office/drawing/2014/main" id="{FBAF259D-674D-CAC1-FAD8-3B8AA8CFA7BA}"/>
                    </a:ext>
                  </a:extLst>
                </p14:cNvPr>
                <p14:cNvContentPartPr/>
                <p14:nvPr/>
              </p14:nvContentPartPr>
              <p14:xfrm>
                <a:off x="5320068" y="6547837"/>
                <a:ext cx="19080" cy="272160"/>
              </p14:xfrm>
            </p:contentPart>
          </mc:Choice>
          <mc:Fallback xmlns="">
            <p:pic>
              <p:nvPicPr>
                <p:cNvPr id="19476" name="墨迹 19475">
                  <a:extLst>
                    <a:ext uri="{FF2B5EF4-FFF2-40B4-BE49-F238E27FC236}">
                      <a16:creationId xmlns:a16="http://schemas.microsoft.com/office/drawing/2014/main" id="{FBAF259D-674D-CAC1-FAD8-3B8AA8CFA7BA}"/>
                    </a:ext>
                  </a:extLst>
                </p:cNvPr>
                <p:cNvPicPr/>
                <p:nvPr/>
              </p:nvPicPr>
              <p:blipFill>
                <a:blip r:embed="rId107"/>
                <a:stretch>
                  <a:fillRect/>
                </a:stretch>
              </p:blipFill>
              <p:spPr>
                <a:xfrm>
                  <a:off x="5302428" y="6529837"/>
                  <a:ext cx="5472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9477" name="墨迹 19476">
                  <a:extLst>
                    <a:ext uri="{FF2B5EF4-FFF2-40B4-BE49-F238E27FC236}">
                      <a16:creationId xmlns:a16="http://schemas.microsoft.com/office/drawing/2014/main" id="{0F6FD91B-E963-31A6-87D9-FD14754867F2}"/>
                    </a:ext>
                  </a:extLst>
                </p14:cNvPr>
                <p14:cNvContentPartPr/>
                <p14:nvPr/>
              </p14:nvContentPartPr>
              <p14:xfrm>
                <a:off x="5608788" y="6265597"/>
                <a:ext cx="184680" cy="226080"/>
              </p14:xfrm>
            </p:contentPart>
          </mc:Choice>
          <mc:Fallback xmlns="">
            <p:pic>
              <p:nvPicPr>
                <p:cNvPr id="19477" name="墨迹 19476">
                  <a:extLst>
                    <a:ext uri="{FF2B5EF4-FFF2-40B4-BE49-F238E27FC236}">
                      <a16:creationId xmlns:a16="http://schemas.microsoft.com/office/drawing/2014/main" id="{0F6FD91B-E963-31A6-87D9-FD14754867F2}"/>
                    </a:ext>
                  </a:extLst>
                </p:cNvPr>
                <p:cNvPicPr/>
                <p:nvPr/>
              </p:nvPicPr>
              <p:blipFill>
                <a:blip r:embed="rId109"/>
                <a:stretch>
                  <a:fillRect/>
                </a:stretch>
              </p:blipFill>
              <p:spPr>
                <a:xfrm>
                  <a:off x="5591148" y="6247957"/>
                  <a:ext cx="22032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9478" name="墨迹 19477">
                  <a:extLst>
                    <a:ext uri="{FF2B5EF4-FFF2-40B4-BE49-F238E27FC236}">
                      <a16:creationId xmlns:a16="http://schemas.microsoft.com/office/drawing/2014/main" id="{80A9757D-E479-9C9B-398A-643D88E6600C}"/>
                    </a:ext>
                  </a:extLst>
                </p14:cNvPr>
                <p14:cNvContentPartPr/>
                <p14:nvPr/>
              </p14:nvContentPartPr>
              <p14:xfrm>
                <a:off x="5590788" y="6394477"/>
                <a:ext cx="177840" cy="167040"/>
              </p14:xfrm>
            </p:contentPart>
          </mc:Choice>
          <mc:Fallback xmlns="">
            <p:pic>
              <p:nvPicPr>
                <p:cNvPr id="19478" name="墨迹 19477">
                  <a:extLst>
                    <a:ext uri="{FF2B5EF4-FFF2-40B4-BE49-F238E27FC236}">
                      <a16:creationId xmlns:a16="http://schemas.microsoft.com/office/drawing/2014/main" id="{80A9757D-E479-9C9B-398A-643D88E6600C}"/>
                    </a:ext>
                  </a:extLst>
                </p:cNvPr>
                <p:cNvPicPr/>
                <p:nvPr/>
              </p:nvPicPr>
              <p:blipFill>
                <a:blip r:embed="rId111"/>
                <a:stretch>
                  <a:fillRect/>
                </a:stretch>
              </p:blipFill>
              <p:spPr>
                <a:xfrm>
                  <a:off x="5572788" y="6376477"/>
                  <a:ext cx="2134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9479" name="墨迹 19478">
                  <a:extLst>
                    <a:ext uri="{FF2B5EF4-FFF2-40B4-BE49-F238E27FC236}">
                      <a16:creationId xmlns:a16="http://schemas.microsoft.com/office/drawing/2014/main" id="{923DC2D8-E965-3A6E-2CB2-E8B682DC0E5C}"/>
                    </a:ext>
                  </a:extLst>
                </p14:cNvPr>
                <p14:cNvContentPartPr/>
                <p14:nvPr/>
              </p14:nvContentPartPr>
              <p14:xfrm>
                <a:off x="5842788" y="6209437"/>
                <a:ext cx="239040" cy="438480"/>
              </p14:xfrm>
            </p:contentPart>
          </mc:Choice>
          <mc:Fallback xmlns="">
            <p:pic>
              <p:nvPicPr>
                <p:cNvPr id="19479" name="墨迹 19478">
                  <a:extLst>
                    <a:ext uri="{FF2B5EF4-FFF2-40B4-BE49-F238E27FC236}">
                      <a16:creationId xmlns:a16="http://schemas.microsoft.com/office/drawing/2014/main" id="{923DC2D8-E965-3A6E-2CB2-E8B682DC0E5C}"/>
                    </a:ext>
                  </a:extLst>
                </p:cNvPr>
                <p:cNvPicPr/>
                <p:nvPr/>
              </p:nvPicPr>
              <p:blipFill>
                <a:blip r:embed="rId113"/>
                <a:stretch>
                  <a:fillRect/>
                </a:stretch>
              </p:blipFill>
              <p:spPr>
                <a:xfrm>
                  <a:off x="5825148" y="6191797"/>
                  <a:ext cx="274680" cy="4741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9480" name="墨迹 19479">
                  <a:extLst>
                    <a:ext uri="{FF2B5EF4-FFF2-40B4-BE49-F238E27FC236}">
                      <a16:creationId xmlns:a16="http://schemas.microsoft.com/office/drawing/2014/main" id="{050E5461-80DF-9BBD-59E5-709C2369129F}"/>
                    </a:ext>
                  </a:extLst>
                </p14:cNvPr>
                <p14:cNvContentPartPr/>
                <p14:nvPr/>
              </p14:nvContentPartPr>
              <p14:xfrm>
                <a:off x="5805348" y="6367477"/>
                <a:ext cx="206280" cy="107280"/>
              </p14:xfrm>
            </p:contentPart>
          </mc:Choice>
          <mc:Fallback xmlns="">
            <p:pic>
              <p:nvPicPr>
                <p:cNvPr id="19480" name="墨迹 19479">
                  <a:extLst>
                    <a:ext uri="{FF2B5EF4-FFF2-40B4-BE49-F238E27FC236}">
                      <a16:creationId xmlns:a16="http://schemas.microsoft.com/office/drawing/2014/main" id="{050E5461-80DF-9BBD-59E5-709C2369129F}"/>
                    </a:ext>
                  </a:extLst>
                </p:cNvPr>
                <p:cNvPicPr/>
                <p:nvPr/>
              </p:nvPicPr>
              <p:blipFill>
                <a:blip r:embed="rId115"/>
                <a:stretch>
                  <a:fillRect/>
                </a:stretch>
              </p:blipFill>
              <p:spPr>
                <a:xfrm>
                  <a:off x="5787708" y="6349477"/>
                  <a:ext cx="2419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9481" name="墨迹 19480">
                  <a:extLst>
                    <a:ext uri="{FF2B5EF4-FFF2-40B4-BE49-F238E27FC236}">
                      <a16:creationId xmlns:a16="http://schemas.microsoft.com/office/drawing/2014/main" id="{1CAB22C8-326B-CBA0-3B2E-ABD07286D5DC}"/>
                    </a:ext>
                  </a:extLst>
                </p14:cNvPr>
                <p14:cNvContentPartPr/>
                <p14:nvPr/>
              </p14:nvContentPartPr>
              <p14:xfrm>
                <a:off x="6038628" y="6375037"/>
                <a:ext cx="72720" cy="109440"/>
              </p14:xfrm>
            </p:contentPart>
          </mc:Choice>
          <mc:Fallback xmlns="">
            <p:pic>
              <p:nvPicPr>
                <p:cNvPr id="19481" name="墨迹 19480">
                  <a:extLst>
                    <a:ext uri="{FF2B5EF4-FFF2-40B4-BE49-F238E27FC236}">
                      <a16:creationId xmlns:a16="http://schemas.microsoft.com/office/drawing/2014/main" id="{1CAB22C8-326B-CBA0-3B2E-ABD07286D5DC}"/>
                    </a:ext>
                  </a:extLst>
                </p:cNvPr>
                <p:cNvPicPr/>
                <p:nvPr/>
              </p:nvPicPr>
              <p:blipFill>
                <a:blip r:embed="rId117"/>
                <a:stretch>
                  <a:fillRect/>
                </a:stretch>
              </p:blipFill>
              <p:spPr>
                <a:xfrm>
                  <a:off x="6020628" y="6357037"/>
                  <a:ext cx="10836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9482" name="墨迹 19481">
                  <a:extLst>
                    <a:ext uri="{FF2B5EF4-FFF2-40B4-BE49-F238E27FC236}">
                      <a16:creationId xmlns:a16="http://schemas.microsoft.com/office/drawing/2014/main" id="{501D6CD9-E76A-1CCC-D3E3-BDA768EA7BF8}"/>
                    </a:ext>
                  </a:extLst>
                </p14:cNvPr>
                <p14:cNvContentPartPr/>
                <p14:nvPr/>
              </p14:nvContentPartPr>
              <p14:xfrm>
                <a:off x="6160308" y="6357757"/>
                <a:ext cx="220320" cy="167400"/>
              </p14:xfrm>
            </p:contentPart>
          </mc:Choice>
          <mc:Fallback xmlns="">
            <p:pic>
              <p:nvPicPr>
                <p:cNvPr id="19482" name="墨迹 19481">
                  <a:extLst>
                    <a:ext uri="{FF2B5EF4-FFF2-40B4-BE49-F238E27FC236}">
                      <a16:creationId xmlns:a16="http://schemas.microsoft.com/office/drawing/2014/main" id="{501D6CD9-E76A-1CCC-D3E3-BDA768EA7BF8}"/>
                    </a:ext>
                  </a:extLst>
                </p:cNvPr>
                <p:cNvPicPr/>
                <p:nvPr/>
              </p:nvPicPr>
              <p:blipFill>
                <a:blip r:embed="rId119"/>
                <a:stretch>
                  <a:fillRect/>
                </a:stretch>
              </p:blipFill>
              <p:spPr>
                <a:xfrm>
                  <a:off x="6142308" y="6340117"/>
                  <a:ext cx="25596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9483" name="墨迹 19482">
                  <a:extLst>
                    <a:ext uri="{FF2B5EF4-FFF2-40B4-BE49-F238E27FC236}">
                      <a16:creationId xmlns:a16="http://schemas.microsoft.com/office/drawing/2014/main" id="{56FD0084-8986-C24C-1671-55CB3F6480E4}"/>
                    </a:ext>
                  </a:extLst>
                </p14:cNvPr>
                <p14:cNvContentPartPr/>
                <p14:nvPr/>
              </p14:nvContentPartPr>
              <p14:xfrm>
                <a:off x="6449748" y="6155437"/>
                <a:ext cx="23760" cy="484200"/>
              </p14:xfrm>
            </p:contentPart>
          </mc:Choice>
          <mc:Fallback xmlns="">
            <p:pic>
              <p:nvPicPr>
                <p:cNvPr id="19483" name="墨迹 19482">
                  <a:extLst>
                    <a:ext uri="{FF2B5EF4-FFF2-40B4-BE49-F238E27FC236}">
                      <a16:creationId xmlns:a16="http://schemas.microsoft.com/office/drawing/2014/main" id="{56FD0084-8986-C24C-1671-55CB3F6480E4}"/>
                    </a:ext>
                  </a:extLst>
                </p:cNvPr>
                <p:cNvPicPr/>
                <p:nvPr/>
              </p:nvPicPr>
              <p:blipFill>
                <a:blip r:embed="rId121"/>
                <a:stretch>
                  <a:fillRect/>
                </a:stretch>
              </p:blipFill>
              <p:spPr>
                <a:xfrm>
                  <a:off x="6431748" y="6137437"/>
                  <a:ext cx="59400" cy="519840"/>
                </a:xfrm>
                <a:prstGeom prst="rect">
                  <a:avLst/>
                </a:prstGeom>
              </p:spPr>
            </p:pic>
          </mc:Fallback>
        </mc:AlternateContent>
      </p:grpSp>
      <p:grpSp>
        <p:nvGrpSpPr>
          <p:cNvPr id="19507" name="组合 19506">
            <a:extLst>
              <a:ext uri="{FF2B5EF4-FFF2-40B4-BE49-F238E27FC236}">
                <a16:creationId xmlns:a16="http://schemas.microsoft.com/office/drawing/2014/main" id="{E2C4331E-5C2F-0F89-1A1B-DCCCB5EB2628}"/>
              </a:ext>
            </a:extLst>
          </p:cNvPr>
          <p:cNvGrpSpPr/>
          <p:nvPr/>
        </p:nvGrpSpPr>
        <p:grpSpPr>
          <a:xfrm>
            <a:off x="6780948" y="5406637"/>
            <a:ext cx="809640" cy="1677960"/>
            <a:chOff x="6780948" y="5406637"/>
            <a:chExt cx="809640" cy="1677960"/>
          </a:xfrm>
        </p:grpSpPr>
        <mc:AlternateContent xmlns:mc="http://schemas.openxmlformats.org/markup-compatibility/2006" xmlns:p14="http://schemas.microsoft.com/office/powerpoint/2010/main">
          <mc:Choice Requires="p14">
            <p:contentPart p14:bwMode="auto" r:id="rId122">
              <p14:nvContentPartPr>
                <p14:cNvPr id="19485" name="墨迹 19484">
                  <a:extLst>
                    <a:ext uri="{FF2B5EF4-FFF2-40B4-BE49-F238E27FC236}">
                      <a16:creationId xmlns:a16="http://schemas.microsoft.com/office/drawing/2014/main" id="{50BEB52F-3E50-8A61-4DC1-2B546DEB5E46}"/>
                    </a:ext>
                  </a:extLst>
                </p14:cNvPr>
                <p14:cNvContentPartPr/>
                <p14:nvPr/>
              </p14:nvContentPartPr>
              <p14:xfrm>
                <a:off x="7107468" y="5406637"/>
                <a:ext cx="177480" cy="505080"/>
              </p14:xfrm>
            </p:contentPart>
          </mc:Choice>
          <mc:Fallback xmlns="">
            <p:pic>
              <p:nvPicPr>
                <p:cNvPr id="19485" name="墨迹 19484">
                  <a:extLst>
                    <a:ext uri="{FF2B5EF4-FFF2-40B4-BE49-F238E27FC236}">
                      <a16:creationId xmlns:a16="http://schemas.microsoft.com/office/drawing/2014/main" id="{50BEB52F-3E50-8A61-4DC1-2B546DEB5E46}"/>
                    </a:ext>
                  </a:extLst>
                </p:cNvPr>
                <p:cNvPicPr/>
                <p:nvPr/>
              </p:nvPicPr>
              <p:blipFill>
                <a:blip r:embed="rId123"/>
                <a:stretch>
                  <a:fillRect/>
                </a:stretch>
              </p:blipFill>
              <p:spPr>
                <a:xfrm>
                  <a:off x="7089468" y="5388637"/>
                  <a:ext cx="213120" cy="5407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9486" name="墨迹 19485">
                  <a:extLst>
                    <a:ext uri="{FF2B5EF4-FFF2-40B4-BE49-F238E27FC236}">
                      <a16:creationId xmlns:a16="http://schemas.microsoft.com/office/drawing/2014/main" id="{C20D621D-D251-20D2-AC2C-D59D2912B2D0}"/>
                    </a:ext>
                  </a:extLst>
                </p14:cNvPr>
                <p14:cNvContentPartPr/>
                <p14:nvPr/>
              </p14:nvContentPartPr>
              <p14:xfrm>
                <a:off x="7228068" y="5739997"/>
                <a:ext cx="242280" cy="412920"/>
              </p14:xfrm>
            </p:contentPart>
          </mc:Choice>
          <mc:Fallback xmlns="">
            <p:pic>
              <p:nvPicPr>
                <p:cNvPr id="19486" name="墨迹 19485">
                  <a:extLst>
                    <a:ext uri="{FF2B5EF4-FFF2-40B4-BE49-F238E27FC236}">
                      <a16:creationId xmlns:a16="http://schemas.microsoft.com/office/drawing/2014/main" id="{C20D621D-D251-20D2-AC2C-D59D2912B2D0}"/>
                    </a:ext>
                  </a:extLst>
                </p:cNvPr>
                <p:cNvPicPr/>
                <p:nvPr/>
              </p:nvPicPr>
              <p:blipFill>
                <a:blip r:embed="rId125"/>
                <a:stretch>
                  <a:fillRect/>
                </a:stretch>
              </p:blipFill>
              <p:spPr>
                <a:xfrm>
                  <a:off x="7210428" y="5722357"/>
                  <a:ext cx="277920" cy="4485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9487" name="墨迹 19486">
                  <a:extLst>
                    <a:ext uri="{FF2B5EF4-FFF2-40B4-BE49-F238E27FC236}">
                      <a16:creationId xmlns:a16="http://schemas.microsoft.com/office/drawing/2014/main" id="{79D701A2-6B4C-E503-3C81-5BD41C61CF26}"/>
                    </a:ext>
                  </a:extLst>
                </p14:cNvPr>
                <p14:cNvContentPartPr/>
                <p14:nvPr/>
              </p14:nvContentPartPr>
              <p14:xfrm>
                <a:off x="7247508" y="5878957"/>
                <a:ext cx="265320" cy="139320"/>
              </p14:xfrm>
            </p:contentPart>
          </mc:Choice>
          <mc:Fallback xmlns="">
            <p:pic>
              <p:nvPicPr>
                <p:cNvPr id="19487" name="墨迹 19486">
                  <a:extLst>
                    <a:ext uri="{FF2B5EF4-FFF2-40B4-BE49-F238E27FC236}">
                      <a16:creationId xmlns:a16="http://schemas.microsoft.com/office/drawing/2014/main" id="{79D701A2-6B4C-E503-3C81-5BD41C61CF26}"/>
                    </a:ext>
                  </a:extLst>
                </p:cNvPr>
                <p:cNvPicPr/>
                <p:nvPr/>
              </p:nvPicPr>
              <p:blipFill>
                <a:blip r:embed="rId127"/>
                <a:stretch>
                  <a:fillRect/>
                </a:stretch>
              </p:blipFill>
              <p:spPr>
                <a:xfrm>
                  <a:off x="7229868" y="5861317"/>
                  <a:ext cx="30096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9488" name="墨迹 19487">
                  <a:extLst>
                    <a:ext uri="{FF2B5EF4-FFF2-40B4-BE49-F238E27FC236}">
                      <a16:creationId xmlns:a16="http://schemas.microsoft.com/office/drawing/2014/main" id="{4439C0C0-E094-D2F5-51DE-6A4154035A32}"/>
                    </a:ext>
                  </a:extLst>
                </p14:cNvPr>
                <p14:cNvContentPartPr/>
                <p14:nvPr/>
              </p14:nvContentPartPr>
              <p14:xfrm>
                <a:off x="7143828" y="5878957"/>
                <a:ext cx="104040" cy="307440"/>
              </p14:xfrm>
            </p:contentPart>
          </mc:Choice>
          <mc:Fallback xmlns="">
            <p:pic>
              <p:nvPicPr>
                <p:cNvPr id="19488" name="墨迹 19487">
                  <a:extLst>
                    <a:ext uri="{FF2B5EF4-FFF2-40B4-BE49-F238E27FC236}">
                      <a16:creationId xmlns:a16="http://schemas.microsoft.com/office/drawing/2014/main" id="{4439C0C0-E094-D2F5-51DE-6A4154035A32}"/>
                    </a:ext>
                  </a:extLst>
                </p:cNvPr>
                <p:cNvPicPr/>
                <p:nvPr/>
              </p:nvPicPr>
              <p:blipFill>
                <a:blip r:embed="rId129"/>
                <a:stretch>
                  <a:fillRect/>
                </a:stretch>
              </p:blipFill>
              <p:spPr>
                <a:xfrm>
                  <a:off x="7125828" y="5861317"/>
                  <a:ext cx="13968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9489" name="墨迹 19488">
                  <a:extLst>
                    <a:ext uri="{FF2B5EF4-FFF2-40B4-BE49-F238E27FC236}">
                      <a16:creationId xmlns:a16="http://schemas.microsoft.com/office/drawing/2014/main" id="{E22C61DD-7CA1-B646-28C4-067C8E446179}"/>
                    </a:ext>
                  </a:extLst>
                </p14:cNvPr>
                <p14:cNvContentPartPr/>
                <p14:nvPr/>
              </p14:nvContentPartPr>
              <p14:xfrm>
                <a:off x="7038708" y="5676637"/>
                <a:ext cx="19440" cy="73080"/>
              </p14:xfrm>
            </p:contentPart>
          </mc:Choice>
          <mc:Fallback xmlns="">
            <p:pic>
              <p:nvPicPr>
                <p:cNvPr id="19489" name="墨迹 19488">
                  <a:extLst>
                    <a:ext uri="{FF2B5EF4-FFF2-40B4-BE49-F238E27FC236}">
                      <a16:creationId xmlns:a16="http://schemas.microsoft.com/office/drawing/2014/main" id="{E22C61DD-7CA1-B646-28C4-067C8E446179}"/>
                    </a:ext>
                  </a:extLst>
                </p:cNvPr>
                <p:cNvPicPr/>
                <p:nvPr/>
              </p:nvPicPr>
              <p:blipFill>
                <a:blip r:embed="rId131"/>
                <a:stretch>
                  <a:fillRect/>
                </a:stretch>
              </p:blipFill>
              <p:spPr>
                <a:xfrm>
                  <a:off x="7021068" y="5658637"/>
                  <a:ext cx="5508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9490" name="墨迹 19489">
                  <a:extLst>
                    <a:ext uri="{FF2B5EF4-FFF2-40B4-BE49-F238E27FC236}">
                      <a16:creationId xmlns:a16="http://schemas.microsoft.com/office/drawing/2014/main" id="{171DA317-8336-12E7-C10B-EA357367C043}"/>
                    </a:ext>
                  </a:extLst>
                </p14:cNvPr>
                <p14:cNvContentPartPr/>
                <p14:nvPr/>
              </p14:nvContentPartPr>
              <p14:xfrm>
                <a:off x="6935028" y="5842237"/>
                <a:ext cx="148320" cy="252000"/>
              </p14:xfrm>
            </p:contentPart>
          </mc:Choice>
          <mc:Fallback xmlns="">
            <p:pic>
              <p:nvPicPr>
                <p:cNvPr id="19490" name="墨迹 19489">
                  <a:extLst>
                    <a:ext uri="{FF2B5EF4-FFF2-40B4-BE49-F238E27FC236}">
                      <a16:creationId xmlns:a16="http://schemas.microsoft.com/office/drawing/2014/main" id="{171DA317-8336-12E7-C10B-EA357367C043}"/>
                    </a:ext>
                  </a:extLst>
                </p:cNvPr>
                <p:cNvPicPr/>
                <p:nvPr/>
              </p:nvPicPr>
              <p:blipFill>
                <a:blip r:embed="rId133"/>
                <a:stretch>
                  <a:fillRect/>
                </a:stretch>
              </p:blipFill>
              <p:spPr>
                <a:xfrm>
                  <a:off x="6917028" y="5824237"/>
                  <a:ext cx="18396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9491" name="墨迹 19490">
                  <a:extLst>
                    <a:ext uri="{FF2B5EF4-FFF2-40B4-BE49-F238E27FC236}">
                      <a16:creationId xmlns:a16="http://schemas.microsoft.com/office/drawing/2014/main" id="{73FF6172-1DA5-889C-B427-5C116774ECD8}"/>
                    </a:ext>
                  </a:extLst>
                </p14:cNvPr>
                <p14:cNvContentPartPr/>
                <p14:nvPr/>
              </p14:nvContentPartPr>
              <p14:xfrm>
                <a:off x="6934308" y="6099997"/>
                <a:ext cx="596520" cy="61920"/>
              </p14:xfrm>
            </p:contentPart>
          </mc:Choice>
          <mc:Fallback xmlns="">
            <p:pic>
              <p:nvPicPr>
                <p:cNvPr id="19491" name="墨迹 19490">
                  <a:extLst>
                    <a:ext uri="{FF2B5EF4-FFF2-40B4-BE49-F238E27FC236}">
                      <a16:creationId xmlns:a16="http://schemas.microsoft.com/office/drawing/2014/main" id="{73FF6172-1DA5-889C-B427-5C116774ECD8}"/>
                    </a:ext>
                  </a:extLst>
                </p:cNvPr>
                <p:cNvPicPr/>
                <p:nvPr/>
              </p:nvPicPr>
              <p:blipFill>
                <a:blip r:embed="rId135"/>
                <a:stretch>
                  <a:fillRect/>
                </a:stretch>
              </p:blipFill>
              <p:spPr>
                <a:xfrm>
                  <a:off x="6916668" y="6081997"/>
                  <a:ext cx="6321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9492" name="墨迹 19491">
                  <a:extLst>
                    <a:ext uri="{FF2B5EF4-FFF2-40B4-BE49-F238E27FC236}">
                      <a16:creationId xmlns:a16="http://schemas.microsoft.com/office/drawing/2014/main" id="{060BF396-4789-D679-B9F5-DB80DC15BEE8}"/>
                    </a:ext>
                  </a:extLst>
                </p14:cNvPr>
                <p14:cNvContentPartPr/>
                <p14:nvPr/>
              </p14:nvContentPartPr>
              <p14:xfrm>
                <a:off x="6830628" y="6253357"/>
                <a:ext cx="122760" cy="413640"/>
              </p14:xfrm>
            </p:contentPart>
          </mc:Choice>
          <mc:Fallback xmlns="">
            <p:pic>
              <p:nvPicPr>
                <p:cNvPr id="19492" name="墨迹 19491">
                  <a:extLst>
                    <a:ext uri="{FF2B5EF4-FFF2-40B4-BE49-F238E27FC236}">
                      <a16:creationId xmlns:a16="http://schemas.microsoft.com/office/drawing/2014/main" id="{060BF396-4789-D679-B9F5-DB80DC15BEE8}"/>
                    </a:ext>
                  </a:extLst>
                </p:cNvPr>
                <p:cNvPicPr/>
                <p:nvPr/>
              </p:nvPicPr>
              <p:blipFill>
                <a:blip r:embed="rId137"/>
                <a:stretch>
                  <a:fillRect/>
                </a:stretch>
              </p:blipFill>
              <p:spPr>
                <a:xfrm>
                  <a:off x="6812628" y="6235717"/>
                  <a:ext cx="158400" cy="4492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9494" name="墨迹 19493">
                  <a:extLst>
                    <a:ext uri="{FF2B5EF4-FFF2-40B4-BE49-F238E27FC236}">
                      <a16:creationId xmlns:a16="http://schemas.microsoft.com/office/drawing/2014/main" id="{8D465218-3D82-93FF-8AB1-C198AA3E92E7}"/>
                    </a:ext>
                  </a:extLst>
                </p14:cNvPr>
                <p14:cNvContentPartPr/>
                <p14:nvPr/>
              </p14:nvContentPartPr>
              <p14:xfrm>
                <a:off x="6891468" y="6254797"/>
                <a:ext cx="66600" cy="5040"/>
              </p14:xfrm>
            </p:contentPart>
          </mc:Choice>
          <mc:Fallback xmlns="">
            <p:pic>
              <p:nvPicPr>
                <p:cNvPr id="19494" name="墨迹 19493">
                  <a:extLst>
                    <a:ext uri="{FF2B5EF4-FFF2-40B4-BE49-F238E27FC236}">
                      <a16:creationId xmlns:a16="http://schemas.microsoft.com/office/drawing/2014/main" id="{8D465218-3D82-93FF-8AB1-C198AA3E92E7}"/>
                    </a:ext>
                  </a:extLst>
                </p:cNvPr>
                <p:cNvPicPr/>
                <p:nvPr/>
              </p:nvPicPr>
              <p:blipFill>
                <a:blip r:embed="rId139"/>
                <a:stretch>
                  <a:fillRect/>
                </a:stretch>
              </p:blipFill>
              <p:spPr>
                <a:xfrm>
                  <a:off x="6873828" y="6236797"/>
                  <a:ext cx="1022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9495" name="墨迹 19494">
                  <a:extLst>
                    <a:ext uri="{FF2B5EF4-FFF2-40B4-BE49-F238E27FC236}">
                      <a16:creationId xmlns:a16="http://schemas.microsoft.com/office/drawing/2014/main" id="{06C7E71A-9498-E397-01AC-0D889C2FC7E9}"/>
                    </a:ext>
                  </a:extLst>
                </p14:cNvPr>
                <p14:cNvContentPartPr/>
                <p14:nvPr/>
              </p14:nvContentPartPr>
              <p14:xfrm>
                <a:off x="6780948" y="6341557"/>
                <a:ext cx="130680" cy="228240"/>
              </p14:xfrm>
            </p:contentPart>
          </mc:Choice>
          <mc:Fallback xmlns="">
            <p:pic>
              <p:nvPicPr>
                <p:cNvPr id="19495" name="墨迹 19494">
                  <a:extLst>
                    <a:ext uri="{FF2B5EF4-FFF2-40B4-BE49-F238E27FC236}">
                      <a16:creationId xmlns:a16="http://schemas.microsoft.com/office/drawing/2014/main" id="{06C7E71A-9498-E397-01AC-0D889C2FC7E9}"/>
                    </a:ext>
                  </a:extLst>
                </p:cNvPr>
                <p:cNvPicPr/>
                <p:nvPr/>
              </p:nvPicPr>
              <p:blipFill>
                <a:blip r:embed="rId141"/>
                <a:stretch>
                  <a:fillRect/>
                </a:stretch>
              </p:blipFill>
              <p:spPr>
                <a:xfrm>
                  <a:off x="6762948" y="6323557"/>
                  <a:ext cx="16632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9496" name="墨迹 19495">
                  <a:extLst>
                    <a:ext uri="{FF2B5EF4-FFF2-40B4-BE49-F238E27FC236}">
                      <a16:creationId xmlns:a16="http://schemas.microsoft.com/office/drawing/2014/main" id="{E9E8E5A4-DBA6-15F7-FE1A-26F10B8A7389}"/>
                    </a:ext>
                  </a:extLst>
                </p14:cNvPr>
                <p14:cNvContentPartPr/>
                <p14:nvPr/>
              </p14:nvContentPartPr>
              <p14:xfrm>
                <a:off x="7099188" y="6280357"/>
                <a:ext cx="230400" cy="158040"/>
              </p14:xfrm>
            </p:contentPart>
          </mc:Choice>
          <mc:Fallback xmlns="">
            <p:pic>
              <p:nvPicPr>
                <p:cNvPr id="19496" name="墨迹 19495">
                  <a:extLst>
                    <a:ext uri="{FF2B5EF4-FFF2-40B4-BE49-F238E27FC236}">
                      <a16:creationId xmlns:a16="http://schemas.microsoft.com/office/drawing/2014/main" id="{E9E8E5A4-DBA6-15F7-FE1A-26F10B8A7389}"/>
                    </a:ext>
                  </a:extLst>
                </p:cNvPr>
                <p:cNvPicPr/>
                <p:nvPr/>
              </p:nvPicPr>
              <p:blipFill>
                <a:blip r:embed="rId143"/>
                <a:stretch>
                  <a:fillRect/>
                </a:stretch>
              </p:blipFill>
              <p:spPr>
                <a:xfrm>
                  <a:off x="7081188" y="6262357"/>
                  <a:ext cx="26604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9497" name="墨迹 19496">
                  <a:extLst>
                    <a:ext uri="{FF2B5EF4-FFF2-40B4-BE49-F238E27FC236}">
                      <a16:creationId xmlns:a16="http://schemas.microsoft.com/office/drawing/2014/main" id="{300AE04D-AD37-1CB3-770F-FE6BAC7CEDFD}"/>
                    </a:ext>
                  </a:extLst>
                </p14:cNvPr>
                <p14:cNvContentPartPr/>
                <p14:nvPr/>
              </p14:nvContentPartPr>
              <p14:xfrm>
                <a:off x="7068948" y="6437317"/>
                <a:ext cx="51120" cy="353160"/>
              </p14:xfrm>
            </p:contentPart>
          </mc:Choice>
          <mc:Fallback xmlns="">
            <p:pic>
              <p:nvPicPr>
                <p:cNvPr id="19497" name="墨迹 19496">
                  <a:extLst>
                    <a:ext uri="{FF2B5EF4-FFF2-40B4-BE49-F238E27FC236}">
                      <a16:creationId xmlns:a16="http://schemas.microsoft.com/office/drawing/2014/main" id="{300AE04D-AD37-1CB3-770F-FE6BAC7CEDFD}"/>
                    </a:ext>
                  </a:extLst>
                </p:cNvPr>
                <p:cNvPicPr/>
                <p:nvPr/>
              </p:nvPicPr>
              <p:blipFill>
                <a:blip r:embed="rId145"/>
                <a:stretch>
                  <a:fillRect/>
                </a:stretch>
              </p:blipFill>
              <p:spPr>
                <a:xfrm>
                  <a:off x="7050948" y="6419677"/>
                  <a:ext cx="86760" cy="3888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9499" name="墨迹 19498">
                  <a:extLst>
                    <a:ext uri="{FF2B5EF4-FFF2-40B4-BE49-F238E27FC236}">
                      <a16:creationId xmlns:a16="http://schemas.microsoft.com/office/drawing/2014/main" id="{8203BA45-926F-60B3-C241-BA82DAB42369}"/>
                    </a:ext>
                  </a:extLst>
                </p14:cNvPr>
                <p14:cNvContentPartPr/>
                <p14:nvPr/>
              </p14:nvContentPartPr>
              <p14:xfrm>
                <a:off x="7198548" y="6577717"/>
                <a:ext cx="50400" cy="56880"/>
              </p14:xfrm>
            </p:contentPart>
          </mc:Choice>
          <mc:Fallback xmlns="">
            <p:pic>
              <p:nvPicPr>
                <p:cNvPr id="19499" name="墨迹 19498">
                  <a:extLst>
                    <a:ext uri="{FF2B5EF4-FFF2-40B4-BE49-F238E27FC236}">
                      <a16:creationId xmlns:a16="http://schemas.microsoft.com/office/drawing/2014/main" id="{8203BA45-926F-60B3-C241-BA82DAB42369}"/>
                    </a:ext>
                  </a:extLst>
                </p:cNvPr>
                <p:cNvPicPr/>
                <p:nvPr/>
              </p:nvPicPr>
              <p:blipFill>
                <a:blip r:embed="rId149"/>
                <a:stretch>
                  <a:fillRect/>
                </a:stretch>
              </p:blipFill>
              <p:spPr>
                <a:xfrm>
                  <a:off x="7180548" y="6559717"/>
                  <a:ext cx="860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9500" name="墨迹 19499">
                  <a:extLst>
                    <a:ext uri="{FF2B5EF4-FFF2-40B4-BE49-F238E27FC236}">
                      <a16:creationId xmlns:a16="http://schemas.microsoft.com/office/drawing/2014/main" id="{05F744F3-155D-8F54-A550-300024DBE60C}"/>
                    </a:ext>
                  </a:extLst>
                </p14:cNvPr>
                <p14:cNvContentPartPr/>
                <p14:nvPr/>
              </p14:nvContentPartPr>
              <p14:xfrm>
                <a:off x="7216548" y="6523357"/>
                <a:ext cx="19080" cy="306720"/>
              </p14:xfrm>
            </p:contentPart>
          </mc:Choice>
          <mc:Fallback xmlns="">
            <p:pic>
              <p:nvPicPr>
                <p:cNvPr id="19500" name="墨迹 19499">
                  <a:extLst>
                    <a:ext uri="{FF2B5EF4-FFF2-40B4-BE49-F238E27FC236}">
                      <a16:creationId xmlns:a16="http://schemas.microsoft.com/office/drawing/2014/main" id="{05F744F3-155D-8F54-A550-300024DBE60C}"/>
                    </a:ext>
                  </a:extLst>
                </p:cNvPr>
                <p:cNvPicPr/>
                <p:nvPr/>
              </p:nvPicPr>
              <p:blipFill>
                <a:blip r:embed="rId151"/>
                <a:stretch>
                  <a:fillRect/>
                </a:stretch>
              </p:blipFill>
              <p:spPr>
                <a:xfrm>
                  <a:off x="7198548" y="6505717"/>
                  <a:ext cx="5472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9501" name="墨迹 19500">
                  <a:extLst>
                    <a:ext uri="{FF2B5EF4-FFF2-40B4-BE49-F238E27FC236}">
                      <a16:creationId xmlns:a16="http://schemas.microsoft.com/office/drawing/2014/main" id="{26418FE2-EA38-75B5-9DEF-96D313EBA89F}"/>
                    </a:ext>
                  </a:extLst>
                </p14:cNvPr>
                <p14:cNvContentPartPr/>
                <p14:nvPr/>
              </p14:nvContentPartPr>
              <p14:xfrm>
                <a:off x="7336788" y="6369277"/>
                <a:ext cx="253800" cy="400320"/>
              </p14:xfrm>
            </p:contentPart>
          </mc:Choice>
          <mc:Fallback xmlns="">
            <p:pic>
              <p:nvPicPr>
                <p:cNvPr id="19501" name="墨迹 19500">
                  <a:extLst>
                    <a:ext uri="{FF2B5EF4-FFF2-40B4-BE49-F238E27FC236}">
                      <a16:creationId xmlns:a16="http://schemas.microsoft.com/office/drawing/2014/main" id="{26418FE2-EA38-75B5-9DEF-96D313EBA89F}"/>
                    </a:ext>
                  </a:extLst>
                </p:cNvPr>
                <p:cNvPicPr/>
                <p:nvPr/>
              </p:nvPicPr>
              <p:blipFill>
                <a:blip r:embed="rId153"/>
                <a:stretch>
                  <a:fillRect/>
                </a:stretch>
              </p:blipFill>
              <p:spPr>
                <a:xfrm>
                  <a:off x="7318788" y="6351637"/>
                  <a:ext cx="28944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9502" name="墨迹 19501">
                  <a:extLst>
                    <a:ext uri="{FF2B5EF4-FFF2-40B4-BE49-F238E27FC236}">
                      <a16:creationId xmlns:a16="http://schemas.microsoft.com/office/drawing/2014/main" id="{5A7F138E-AE0D-69F8-F94E-820CD3C3CA27}"/>
                    </a:ext>
                  </a:extLst>
                </p14:cNvPr>
                <p14:cNvContentPartPr/>
                <p14:nvPr/>
              </p14:nvContentPartPr>
              <p14:xfrm>
                <a:off x="7401588" y="6578797"/>
                <a:ext cx="37440" cy="505800"/>
              </p14:xfrm>
            </p:contentPart>
          </mc:Choice>
          <mc:Fallback xmlns="">
            <p:pic>
              <p:nvPicPr>
                <p:cNvPr id="19502" name="墨迹 19501">
                  <a:extLst>
                    <a:ext uri="{FF2B5EF4-FFF2-40B4-BE49-F238E27FC236}">
                      <a16:creationId xmlns:a16="http://schemas.microsoft.com/office/drawing/2014/main" id="{5A7F138E-AE0D-69F8-F94E-820CD3C3CA27}"/>
                    </a:ext>
                  </a:extLst>
                </p:cNvPr>
                <p:cNvPicPr/>
                <p:nvPr/>
              </p:nvPicPr>
              <p:blipFill>
                <a:blip r:embed="rId155"/>
                <a:stretch>
                  <a:fillRect/>
                </a:stretch>
              </p:blipFill>
              <p:spPr>
                <a:xfrm>
                  <a:off x="7383948" y="6560797"/>
                  <a:ext cx="73080" cy="541440"/>
                </a:xfrm>
                <a:prstGeom prst="rect">
                  <a:avLst/>
                </a:prstGeom>
              </p:spPr>
            </p:pic>
          </mc:Fallback>
        </mc:AlternateContent>
      </p:grpSp>
      <p:grpSp>
        <p:nvGrpSpPr>
          <p:cNvPr id="19506" name="组合 19505">
            <a:extLst>
              <a:ext uri="{FF2B5EF4-FFF2-40B4-BE49-F238E27FC236}">
                <a16:creationId xmlns:a16="http://schemas.microsoft.com/office/drawing/2014/main" id="{7E714F30-21D4-21F1-1534-3B499947E4C1}"/>
              </a:ext>
            </a:extLst>
          </p:cNvPr>
          <p:cNvGrpSpPr/>
          <p:nvPr/>
        </p:nvGrpSpPr>
        <p:grpSpPr>
          <a:xfrm>
            <a:off x="7879668" y="6221317"/>
            <a:ext cx="462600" cy="633600"/>
            <a:chOff x="7879668" y="6221317"/>
            <a:chExt cx="462600" cy="633600"/>
          </a:xfrm>
        </p:grpSpPr>
        <mc:AlternateContent xmlns:mc="http://schemas.openxmlformats.org/markup-compatibility/2006" xmlns:p14="http://schemas.microsoft.com/office/powerpoint/2010/main">
          <mc:Choice Requires="p14">
            <p:contentPart p14:bwMode="auto" r:id="rId156">
              <p14:nvContentPartPr>
                <p14:cNvPr id="19503" name="墨迹 19502">
                  <a:extLst>
                    <a:ext uri="{FF2B5EF4-FFF2-40B4-BE49-F238E27FC236}">
                      <a16:creationId xmlns:a16="http://schemas.microsoft.com/office/drawing/2014/main" id="{13E30A86-4B8A-85FB-6859-9A7F50DCE897}"/>
                    </a:ext>
                  </a:extLst>
                </p14:cNvPr>
                <p14:cNvContentPartPr/>
                <p14:nvPr/>
              </p14:nvContentPartPr>
              <p14:xfrm>
                <a:off x="8070108" y="6271717"/>
                <a:ext cx="99000" cy="410760"/>
              </p14:xfrm>
            </p:contentPart>
          </mc:Choice>
          <mc:Fallback xmlns="">
            <p:pic>
              <p:nvPicPr>
                <p:cNvPr id="19503" name="墨迹 19502">
                  <a:extLst>
                    <a:ext uri="{FF2B5EF4-FFF2-40B4-BE49-F238E27FC236}">
                      <a16:creationId xmlns:a16="http://schemas.microsoft.com/office/drawing/2014/main" id="{13E30A86-4B8A-85FB-6859-9A7F50DCE897}"/>
                    </a:ext>
                  </a:extLst>
                </p:cNvPr>
                <p:cNvPicPr/>
                <p:nvPr/>
              </p:nvPicPr>
              <p:blipFill>
                <a:blip r:embed="rId157"/>
                <a:stretch>
                  <a:fillRect/>
                </a:stretch>
              </p:blipFill>
              <p:spPr>
                <a:xfrm>
                  <a:off x="8052108" y="6254077"/>
                  <a:ext cx="134640" cy="4464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9504" name="墨迹 19503">
                  <a:extLst>
                    <a:ext uri="{FF2B5EF4-FFF2-40B4-BE49-F238E27FC236}">
                      <a16:creationId xmlns:a16="http://schemas.microsoft.com/office/drawing/2014/main" id="{5271B176-8885-56CE-7928-580951CB9570}"/>
                    </a:ext>
                  </a:extLst>
                </p14:cNvPr>
                <p14:cNvContentPartPr/>
                <p14:nvPr/>
              </p14:nvContentPartPr>
              <p14:xfrm>
                <a:off x="7979748" y="6351637"/>
                <a:ext cx="200880" cy="239760"/>
              </p14:xfrm>
            </p:contentPart>
          </mc:Choice>
          <mc:Fallback xmlns="">
            <p:pic>
              <p:nvPicPr>
                <p:cNvPr id="19504" name="墨迹 19503">
                  <a:extLst>
                    <a:ext uri="{FF2B5EF4-FFF2-40B4-BE49-F238E27FC236}">
                      <a16:creationId xmlns:a16="http://schemas.microsoft.com/office/drawing/2014/main" id="{5271B176-8885-56CE-7928-580951CB9570}"/>
                    </a:ext>
                  </a:extLst>
                </p:cNvPr>
                <p:cNvPicPr/>
                <p:nvPr/>
              </p:nvPicPr>
              <p:blipFill>
                <a:blip r:embed="rId159"/>
                <a:stretch>
                  <a:fillRect/>
                </a:stretch>
              </p:blipFill>
              <p:spPr>
                <a:xfrm>
                  <a:off x="7961748" y="6333637"/>
                  <a:ext cx="23652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9505" name="墨迹 19504">
                  <a:extLst>
                    <a:ext uri="{FF2B5EF4-FFF2-40B4-BE49-F238E27FC236}">
                      <a16:creationId xmlns:a16="http://schemas.microsoft.com/office/drawing/2014/main" id="{F458304E-045F-E188-B488-5BC2FEF1AF8F}"/>
                    </a:ext>
                  </a:extLst>
                </p14:cNvPr>
                <p14:cNvContentPartPr/>
                <p14:nvPr/>
              </p14:nvContentPartPr>
              <p14:xfrm>
                <a:off x="7879668" y="6221317"/>
                <a:ext cx="462600" cy="633600"/>
              </p14:xfrm>
            </p:contentPart>
          </mc:Choice>
          <mc:Fallback xmlns="">
            <p:pic>
              <p:nvPicPr>
                <p:cNvPr id="19505" name="墨迹 19504">
                  <a:extLst>
                    <a:ext uri="{FF2B5EF4-FFF2-40B4-BE49-F238E27FC236}">
                      <a16:creationId xmlns:a16="http://schemas.microsoft.com/office/drawing/2014/main" id="{F458304E-045F-E188-B488-5BC2FEF1AF8F}"/>
                    </a:ext>
                  </a:extLst>
                </p:cNvPr>
                <p:cNvPicPr/>
                <p:nvPr/>
              </p:nvPicPr>
              <p:blipFill>
                <a:blip r:embed="rId161"/>
                <a:stretch>
                  <a:fillRect/>
                </a:stretch>
              </p:blipFill>
              <p:spPr>
                <a:xfrm>
                  <a:off x="7862028" y="6203317"/>
                  <a:ext cx="498240" cy="669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2">
            <p14:nvContentPartPr>
              <p14:cNvPr id="19508" name="墨迹 19507">
                <a:extLst>
                  <a:ext uri="{FF2B5EF4-FFF2-40B4-BE49-F238E27FC236}">
                    <a16:creationId xmlns:a16="http://schemas.microsoft.com/office/drawing/2014/main" id="{AB3CB398-41A7-761F-8AB4-822E1D188EFB}"/>
                  </a:ext>
                </a:extLst>
              </p14:cNvPr>
              <p14:cNvContentPartPr/>
              <p14:nvPr/>
            </p14:nvContentPartPr>
            <p14:xfrm>
              <a:off x="3595668" y="5541637"/>
              <a:ext cx="117000" cy="179640"/>
            </p14:xfrm>
          </p:contentPart>
        </mc:Choice>
        <mc:Fallback xmlns="">
          <p:pic>
            <p:nvPicPr>
              <p:cNvPr id="19508" name="墨迹 19507">
                <a:extLst>
                  <a:ext uri="{FF2B5EF4-FFF2-40B4-BE49-F238E27FC236}">
                    <a16:creationId xmlns:a16="http://schemas.microsoft.com/office/drawing/2014/main" id="{AB3CB398-41A7-761F-8AB4-822E1D188EFB}"/>
                  </a:ext>
                </a:extLst>
              </p:cNvPr>
              <p:cNvPicPr/>
              <p:nvPr/>
            </p:nvPicPr>
            <p:blipFill>
              <a:blip r:embed="rId163"/>
              <a:stretch>
                <a:fillRect/>
              </a:stretch>
            </p:blipFill>
            <p:spPr>
              <a:xfrm>
                <a:off x="3577668" y="5523637"/>
                <a:ext cx="15264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9509" name="墨迹 19508">
                <a:extLst>
                  <a:ext uri="{FF2B5EF4-FFF2-40B4-BE49-F238E27FC236}">
                    <a16:creationId xmlns:a16="http://schemas.microsoft.com/office/drawing/2014/main" id="{A6ED4CFF-9684-381A-2D4E-FF81E50909D2}"/>
                  </a:ext>
                </a:extLst>
              </p14:cNvPr>
              <p14:cNvContentPartPr/>
              <p14:nvPr/>
            </p14:nvContentPartPr>
            <p14:xfrm>
              <a:off x="3657228" y="5093077"/>
              <a:ext cx="4255560" cy="976320"/>
            </p14:xfrm>
          </p:contentPart>
        </mc:Choice>
        <mc:Fallback xmlns="">
          <p:pic>
            <p:nvPicPr>
              <p:cNvPr id="19509" name="墨迹 19508">
                <a:extLst>
                  <a:ext uri="{FF2B5EF4-FFF2-40B4-BE49-F238E27FC236}">
                    <a16:creationId xmlns:a16="http://schemas.microsoft.com/office/drawing/2014/main" id="{A6ED4CFF-9684-381A-2D4E-FF81E50909D2}"/>
                  </a:ext>
                </a:extLst>
              </p:cNvPr>
              <p:cNvPicPr/>
              <p:nvPr/>
            </p:nvPicPr>
            <p:blipFill>
              <a:blip r:embed="rId165"/>
              <a:stretch>
                <a:fillRect/>
              </a:stretch>
            </p:blipFill>
            <p:spPr>
              <a:xfrm>
                <a:off x="3639588" y="5075437"/>
                <a:ext cx="4291200" cy="10119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4" name="墨迹 3">
                <a:extLst>
                  <a:ext uri="{FF2B5EF4-FFF2-40B4-BE49-F238E27FC236}">
                    <a16:creationId xmlns:a16="http://schemas.microsoft.com/office/drawing/2014/main" id="{2FD0C333-7EC0-E59C-F3F1-C5BEF912DEF0}"/>
                  </a:ext>
                </a:extLst>
              </p14:cNvPr>
              <p14:cNvContentPartPr/>
              <p14:nvPr/>
            </p14:nvContentPartPr>
            <p14:xfrm>
              <a:off x="1717908" y="846877"/>
              <a:ext cx="132480" cy="1147320"/>
            </p14:xfrm>
          </p:contentPart>
        </mc:Choice>
        <mc:Fallback xmlns="">
          <p:pic>
            <p:nvPicPr>
              <p:cNvPr id="4" name="墨迹 3">
                <a:extLst>
                  <a:ext uri="{FF2B5EF4-FFF2-40B4-BE49-F238E27FC236}">
                    <a16:creationId xmlns:a16="http://schemas.microsoft.com/office/drawing/2014/main" id="{2FD0C333-7EC0-E59C-F3F1-C5BEF912DEF0}"/>
                  </a:ext>
                </a:extLst>
              </p:cNvPr>
              <p:cNvPicPr/>
              <p:nvPr/>
            </p:nvPicPr>
            <p:blipFill>
              <a:blip r:embed="rId167"/>
              <a:stretch>
                <a:fillRect/>
              </a:stretch>
            </p:blipFill>
            <p:spPr>
              <a:xfrm>
                <a:off x="1700268" y="828877"/>
                <a:ext cx="168120" cy="118296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p:nvPr>
        </p:nvSpPr>
        <p:spPr>
          <a:xfrm>
            <a:off x="628650" y="692150"/>
            <a:ext cx="7886700" cy="2305050"/>
          </a:xfrm>
        </p:spPr>
        <p:txBody>
          <a:bodyPr/>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1200" cap="none" spc="0" normalizeH="0" baseline="0" noProof="0" dirty="0">
                <a:ln>
                  <a:noFill/>
                </a:ln>
                <a:solidFill>
                  <a:schemeClr val="tx1"/>
                </a:solidFill>
                <a:effectLst/>
                <a:uLnTx/>
                <a:uFillTx/>
                <a:latin typeface="+mj-ea"/>
                <a:ea typeface="+mj-ea"/>
                <a:cs typeface="+mn-cs"/>
              </a:rPr>
              <a:t>例</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7-1(</a:t>
            </a:r>
            <a:r>
              <a:rPr kumimoji="1" lang="zh-CN" altLang="en-US" sz="2400" b="1" i="0" u="none" strike="noStrike" kern="1200" cap="none" spc="0" normalizeH="0" baseline="0" noProof="0" dirty="0">
                <a:ln>
                  <a:noFill/>
                </a:ln>
                <a:solidFill>
                  <a:schemeClr val="tx1"/>
                </a:solidFill>
                <a:effectLst/>
                <a:uLnTx/>
                <a:uFillTx/>
                <a:latin typeface="+mj-ea"/>
                <a:ea typeface="+mj-ea"/>
                <a:cs typeface="+mn-cs"/>
              </a:rPr>
              <a:t>讲解</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 </a:t>
            </a: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zh-CN" sz="2400" b="1" i="0" u="none" strike="noStrike" kern="1200" cap="none" spc="0" normalizeH="0" baseline="0" noProof="0" dirty="0">
                <a:ln>
                  <a:noFill/>
                </a:ln>
                <a:solidFill>
                  <a:schemeClr val="tx1"/>
                </a:solidFill>
                <a:effectLst/>
                <a:uLnTx/>
                <a:uFillTx/>
                <a:latin typeface="+mj-ea"/>
                <a:ea typeface="+mj-ea"/>
                <a:cs typeface="+mn-cs"/>
              </a:rPr>
              <a:t>已知</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89C51</a:t>
            </a:r>
            <a:r>
              <a:rPr kumimoji="1" lang="zh-CN" altLang="zh-CN" sz="2400" b="1" i="0" u="none" strike="noStrike" kern="1200" cap="none" spc="0" normalizeH="0" baseline="0" noProof="0" dirty="0">
                <a:ln>
                  <a:noFill/>
                </a:ln>
                <a:solidFill>
                  <a:schemeClr val="tx1"/>
                </a:solidFill>
                <a:effectLst/>
                <a:uLnTx/>
                <a:uFillTx/>
                <a:latin typeface="+mj-ea"/>
                <a:ea typeface="+mj-ea"/>
                <a:cs typeface="+mn-cs"/>
              </a:rPr>
              <a:t>单片机的时钟频率为</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11.059 2 MHz</a:t>
            </a:r>
            <a:r>
              <a:rPr kumimoji="1" lang="zh-CN" altLang="zh-CN" sz="2400" b="1" i="0" u="none" strike="noStrike" kern="1200" cap="none" spc="0" normalizeH="0" baseline="0" noProof="0" dirty="0">
                <a:ln>
                  <a:noFill/>
                </a:ln>
                <a:solidFill>
                  <a:schemeClr val="tx1"/>
                </a:solidFill>
                <a:effectLst/>
                <a:uLnTx/>
                <a:uFillTx/>
                <a:latin typeface="+mj-ea"/>
                <a:ea typeface="+mj-ea"/>
                <a:cs typeface="+mn-cs"/>
              </a:rPr>
              <a:t>，选用定时</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a:t>
            </a:r>
            <a:r>
              <a:rPr kumimoji="1" lang="zh-CN" altLang="zh-CN" sz="2400" b="1" i="0" u="none" strike="noStrike" kern="1200" cap="none" spc="0" normalizeH="0" baseline="0" noProof="0" dirty="0">
                <a:ln>
                  <a:noFill/>
                </a:ln>
                <a:solidFill>
                  <a:schemeClr val="tx1"/>
                </a:solidFill>
                <a:effectLst/>
                <a:uLnTx/>
                <a:uFillTx/>
                <a:latin typeface="+mj-ea"/>
                <a:ea typeface="+mj-ea"/>
                <a:cs typeface="+mn-cs"/>
              </a:rPr>
              <a:t>计数器</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1</a:t>
            </a:r>
            <a:r>
              <a:rPr kumimoji="1" lang="zh-CN" altLang="zh-CN" sz="2400" b="1" i="0" u="none" strike="noStrike" kern="1200" cap="none" spc="0" normalizeH="0" baseline="0" noProof="0" dirty="0">
                <a:ln>
                  <a:noFill/>
                </a:ln>
                <a:solidFill>
                  <a:schemeClr val="tx1"/>
                </a:solidFill>
                <a:effectLst/>
                <a:uLnTx/>
                <a:uFillTx/>
                <a:latin typeface="+mj-ea"/>
                <a:ea typeface="+mj-ea"/>
                <a:cs typeface="+mn-cs"/>
              </a:rPr>
              <a:t>工作于方式</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2</a:t>
            </a:r>
            <a:r>
              <a:rPr kumimoji="1" lang="zh-CN" altLang="zh-CN" sz="2400" b="1" i="0" u="none" strike="noStrike" kern="1200" cap="none" spc="0" normalizeH="0" baseline="0" noProof="0" dirty="0">
                <a:ln>
                  <a:noFill/>
                </a:ln>
                <a:solidFill>
                  <a:schemeClr val="tx1"/>
                </a:solidFill>
                <a:effectLst/>
                <a:uLnTx/>
                <a:uFillTx/>
                <a:latin typeface="+mj-ea"/>
                <a:ea typeface="+mj-ea"/>
                <a:cs typeface="+mn-cs"/>
              </a:rPr>
              <a:t>作为波特率发生器，波特率为</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2 400 bit/s</a:t>
            </a:r>
            <a:r>
              <a:rPr kumimoji="1" lang="zh-CN" altLang="zh-CN" sz="2400" b="1" i="0" u="none" strike="noStrike" kern="1200" cap="none" spc="0" normalizeH="0" baseline="0" noProof="0" dirty="0">
                <a:ln>
                  <a:noFill/>
                </a:ln>
                <a:solidFill>
                  <a:schemeClr val="tx1"/>
                </a:solidFill>
                <a:effectLst/>
                <a:uLnTx/>
                <a:uFillTx/>
                <a:latin typeface="+mj-ea"/>
                <a:ea typeface="+mj-ea"/>
                <a:cs typeface="+mn-cs"/>
              </a:rPr>
              <a:t>，求</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T1</a:t>
            </a:r>
            <a:r>
              <a:rPr kumimoji="1" lang="zh-CN" altLang="zh-CN" sz="2400" b="1" i="0" u="none" strike="noStrike" kern="1200" cap="none" spc="0" normalizeH="0" baseline="0" noProof="0" dirty="0">
                <a:ln>
                  <a:noFill/>
                </a:ln>
                <a:solidFill>
                  <a:schemeClr val="tx1"/>
                </a:solidFill>
                <a:effectLst/>
                <a:uLnTx/>
                <a:uFillTx/>
                <a:latin typeface="+mj-ea"/>
                <a:ea typeface="+mj-ea"/>
                <a:cs typeface="+mn-cs"/>
              </a:rPr>
              <a:t>的计数初值。</a:t>
            </a: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zh-CN" sz="2400" b="1" i="0" u="none" strike="noStrike" kern="1200" cap="none" spc="0" normalizeH="0" baseline="0" noProof="0" dirty="0">
                <a:ln>
                  <a:noFill/>
                </a:ln>
                <a:solidFill>
                  <a:schemeClr val="tx1"/>
                </a:solidFill>
                <a:effectLst/>
                <a:uLnTx/>
                <a:uFillTx/>
                <a:latin typeface="+mj-ea"/>
                <a:ea typeface="+mj-ea"/>
                <a:cs typeface="+mn-cs"/>
              </a:rPr>
              <a:t>解：设波特率控制位</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SMOD = 0</a:t>
            </a:r>
            <a:r>
              <a:rPr kumimoji="1" lang="zh-CN" altLang="zh-CN" sz="2400" b="1" i="0" u="none" strike="noStrike" kern="1200" cap="none" spc="0" normalizeH="0" baseline="0" noProof="0" dirty="0">
                <a:ln>
                  <a:noFill/>
                </a:ln>
                <a:solidFill>
                  <a:schemeClr val="tx1"/>
                </a:solidFill>
                <a:effectLst/>
                <a:uLnTx/>
                <a:uFillTx/>
                <a:latin typeface="+mj-ea"/>
                <a:ea typeface="+mj-ea"/>
                <a:cs typeface="+mn-cs"/>
              </a:rPr>
              <a:t>，则</a:t>
            </a:r>
            <a:r>
              <a:rPr kumimoji="1" lang="en-US" altLang="zh-CN" sz="2400" b="1" i="0" u="none" strike="noStrike" kern="1200" cap="none" spc="0" normalizeH="0" baseline="0" noProof="0" dirty="0">
                <a:ln>
                  <a:noFill/>
                </a:ln>
                <a:solidFill>
                  <a:schemeClr val="tx1"/>
                </a:solidFill>
                <a:effectLst/>
                <a:uLnTx/>
                <a:uFillTx/>
                <a:latin typeface="+mj-ea"/>
                <a:ea typeface="+mj-ea"/>
                <a:cs typeface="+mn-cs"/>
              </a:rPr>
              <a:t>T1</a:t>
            </a:r>
            <a:r>
              <a:rPr kumimoji="1" lang="zh-CN" altLang="zh-CN" sz="2400" b="1" i="0" u="none" strike="noStrike" kern="1200" cap="none" spc="0" normalizeH="0" baseline="0" noProof="0" dirty="0">
                <a:ln>
                  <a:noFill/>
                </a:ln>
                <a:solidFill>
                  <a:schemeClr val="tx1"/>
                </a:solidFill>
                <a:effectLst/>
                <a:uLnTx/>
                <a:uFillTx/>
                <a:latin typeface="+mj-ea"/>
                <a:ea typeface="+mj-ea"/>
                <a:cs typeface="+mn-cs"/>
              </a:rPr>
              <a:t>的计数初值</a:t>
            </a:r>
            <a:r>
              <a:rPr kumimoji="1" lang="en-US" altLang="zh-CN" sz="2400" b="1" i="1" u="none" strike="noStrike" kern="1200" cap="none" spc="0" normalizeH="0" baseline="0" noProof="0" dirty="0">
                <a:ln>
                  <a:noFill/>
                </a:ln>
                <a:solidFill>
                  <a:schemeClr val="tx1"/>
                </a:solidFill>
                <a:effectLst/>
                <a:uLnTx/>
                <a:uFillTx/>
                <a:latin typeface="+mj-ea"/>
                <a:ea typeface="+mj-ea"/>
                <a:cs typeface="+mn-cs"/>
              </a:rPr>
              <a:t>X</a:t>
            </a:r>
            <a:r>
              <a:rPr kumimoji="1" lang="zh-CN" altLang="zh-CN" sz="2400" b="1" i="0" u="none" strike="noStrike" kern="1200" cap="none" spc="0" normalizeH="0" baseline="0" noProof="0" dirty="0">
                <a:ln>
                  <a:noFill/>
                </a:ln>
                <a:solidFill>
                  <a:schemeClr val="tx1"/>
                </a:solidFill>
                <a:effectLst/>
                <a:uLnTx/>
                <a:uFillTx/>
                <a:latin typeface="+mj-ea"/>
                <a:ea typeface="+mj-ea"/>
                <a:cs typeface="+mn-cs"/>
              </a:rPr>
              <a:t>为</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altLang="zh-CN" sz="2400" b="1" i="0" u="none" strike="noStrike" kern="1200" cap="none" spc="0" normalizeH="0" baseline="0" noProof="0" dirty="0">
              <a:ln>
                <a:noFill/>
              </a:ln>
              <a:solidFill>
                <a:schemeClr val="tx1"/>
              </a:solidFill>
              <a:effectLst/>
              <a:uLnTx/>
              <a:uFillTx/>
              <a:latin typeface="+mj-ea"/>
              <a:ea typeface="+mj-ea"/>
              <a:cs typeface="+mn-cs"/>
            </a:endParaRPr>
          </a:p>
        </p:txBody>
      </p:sp>
      <p:graphicFrame>
        <p:nvGraphicFramePr>
          <p:cNvPr id="20483" name="对象 3"/>
          <p:cNvGraphicFramePr>
            <a:graphicFrameLocks/>
          </p:cNvGraphicFramePr>
          <p:nvPr/>
        </p:nvGraphicFramePr>
        <p:xfrm>
          <a:off x="827088" y="2781300"/>
          <a:ext cx="7102475" cy="1079500"/>
        </p:xfrm>
        <a:graphic>
          <a:graphicData uri="http://schemas.openxmlformats.org/presentationml/2006/ole">
            <mc:AlternateContent xmlns:mc="http://schemas.openxmlformats.org/markup-compatibility/2006">
              <mc:Choice xmlns:v="urn:schemas-microsoft-com:vml" Requires="v">
                <p:oleObj r:id="rId2" imgW="2501900" imgH="381000" progId="Equation.DSMT4">
                  <p:embed/>
                </p:oleObj>
              </mc:Choice>
              <mc:Fallback>
                <p:oleObj r:id="rId2" imgW="2501900" imgH="381000" progId="Equation.DSMT4">
                  <p:embed/>
                  <p:pic>
                    <p:nvPicPr>
                      <p:cNvPr id="0" name="Picture 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781300"/>
                        <a:ext cx="71024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矩形 4"/>
          <p:cNvSpPr/>
          <p:nvPr/>
        </p:nvSpPr>
        <p:spPr>
          <a:xfrm>
            <a:off x="1042988" y="3933825"/>
            <a:ext cx="5251450"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zh-CN" sz="2800" b="1" i="0" u="none" strike="noStrike" kern="1200" cap="none" spc="0" normalizeH="0" baseline="0" noProof="0" dirty="0">
                <a:ln>
                  <a:noFill/>
                </a:ln>
                <a:solidFill>
                  <a:schemeClr val="tx1"/>
                </a:solidFill>
                <a:effectLst/>
                <a:uLnTx/>
                <a:uFillTx/>
                <a:latin typeface="+mj-ea"/>
                <a:ea typeface="+mj-ea"/>
                <a:cs typeface="+mn-cs"/>
              </a:rPr>
              <a:t>所以，</a:t>
            </a:r>
            <a:r>
              <a:rPr kumimoji="1" lang="en-US" altLang="zh-CN" sz="2800" b="1" i="0" u="none" strike="noStrike" kern="1200" cap="none" spc="0" normalizeH="0" baseline="0" noProof="0" dirty="0">
                <a:ln>
                  <a:noFill/>
                </a:ln>
                <a:solidFill>
                  <a:schemeClr val="tx1"/>
                </a:solidFill>
                <a:effectLst/>
                <a:uLnTx/>
                <a:uFillTx/>
                <a:latin typeface="+mj-ea"/>
                <a:ea typeface="+mj-ea"/>
                <a:cs typeface="+mn-cs"/>
              </a:rPr>
              <a:t>(TH1) = (TL1) = 0F4H</a:t>
            </a:r>
            <a:r>
              <a:rPr kumimoji="1" lang="zh-CN" altLang="zh-CN" sz="2800" b="1" i="0" u="none" strike="noStrike" kern="1200" cap="none" spc="0" normalizeH="0" baseline="0" noProof="0" dirty="0">
                <a:ln>
                  <a:noFill/>
                </a:ln>
                <a:solidFill>
                  <a:schemeClr val="tx1"/>
                </a:solidFill>
                <a:effectLst/>
                <a:uLnTx/>
                <a:uFillTx/>
                <a:latin typeface="+mj-ea"/>
                <a:ea typeface="+mj-ea"/>
                <a:cs typeface="+mn-cs"/>
              </a:rPr>
              <a:t>。</a:t>
            </a:r>
          </a:p>
        </p:txBody>
      </p:sp>
      <p:sp>
        <p:nvSpPr>
          <p:cNvPr id="20485" name="矩形 5"/>
          <p:cNvSpPr/>
          <p:nvPr/>
        </p:nvSpPr>
        <p:spPr>
          <a:xfrm>
            <a:off x="596900" y="5084763"/>
            <a:ext cx="7561263" cy="831850"/>
          </a:xfrm>
          <a:prstGeom prst="rect">
            <a:avLst/>
          </a:prstGeom>
          <a:noFill/>
          <a:ln w="9525">
            <a:noFill/>
          </a:ln>
        </p:spPr>
        <p:txBody>
          <a:bodyPr>
            <a:spAutoFit/>
          </a:bodyPr>
          <a:lstStyle/>
          <a:p>
            <a:pPr>
              <a:buNone/>
            </a:pPr>
            <a:r>
              <a:rPr lang="zh-CN" altLang="en-US" dirty="0">
                <a:solidFill>
                  <a:srgbClr val="002060"/>
                </a:solidFill>
                <a:latin typeface="Tahoma" panose="020B0604030504040204" pitchFamily="34" charset="0"/>
              </a:rPr>
              <a:t>另：教材</a:t>
            </a:r>
            <a:r>
              <a:rPr lang="zh-CN" altLang="zh-CN" dirty="0">
                <a:solidFill>
                  <a:srgbClr val="002060"/>
                </a:solidFill>
                <a:latin typeface="Tahoma" panose="020B0604030504040204" pitchFamily="34" charset="0"/>
              </a:rPr>
              <a:t>表</a:t>
            </a:r>
            <a:r>
              <a:rPr lang="en-US" altLang="zh-CN" dirty="0">
                <a:solidFill>
                  <a:srgbClr val="002060"/>
                </a:solidFill>
                <a:latin typeface="Tahoma" panose="020B0604030504040204" pitchFamily="34" charset="0"/>
              </a:rPr>
              <a:t>7-4</a:t>
            </a:r>
            <a:r>
              <a:rPr lang="zh-CN" altLang="zh-CN" dirty="0">
                <a:solidFill>
                  <a:srgbClr val="002060"/>
                </a:solidFill>
                <a:latin typeface="Tahoma" panose="020B0604030504040204" pitchFamily="34" charset="0"/>
              </a:rPr>
              <a:t>列出了串行接口工作在方式</a:t>
            </a:r>
            <a:r>
              <a:rPr lang="en-US" altLang="zh-CN" dirty="0">
                <a:solidFill>
                  <a:srgbClr val="002060"/>
                </a:solidFill>
                <a:latin typeface="Tahoma" panose="020B0604030504040204" pitchFamily="34" charset="0"/>
              </a:rPr>
              <a:t>1</a:t>
            </a:r>
            <a:r>
              <a:rPr lang="zh-CN" altLang="zh-CN" dirty="0">
                <a:solidFill>
                  <a:srgbClr val="002060"/>
                </a:solidFill>
                <a:latin typeface="Tahoma" panose="020B0604030504040204" pitchFamily="34" charset="0"/>
              </a:rPr>
              <a:t>、</a:t>
            </a:r>
            <a:r>
              <a:rPr lang="en-US" altLang="zh-CN" dirty="0">
                <a:solidFill>
                  <a:srgbClr val="002060"/>
                </a:solidFill>
                <a:latin typeface="Tahoma" panose="020B0604030504040204" pitchFamily="34" charset="0"/>
              </a:rPr>
              <a:t>T1</a:t>
            </a:r>
            <a:r>
              <a:rPr lang="zh-CN" altLang="zh-CN" dirty="0">
                <a:solidFill>
                  <a:srgbClr val="002060"/>
                </a:solidFill>
                <a:latin typeface="Tahoma" panose="020B0604030504040204" pitchFamily="34" charset="0"/>
              </a:rPr>
              <a:t>工作在方式</a:t>
            </a:r>
            <a:r>
              <a:rPr lang="en-US" altLang="zh-CN" dirty="0">
                <a:solidFill>
                  <a:srgbClr val="002060"/>
                </a:solidFill>
                <a:latin typeface="Tahoma" panose="020B0604030504040204" pitchFamily="34" charset="0"/>
              </a:rPr>
              <a:t>2</a:t>
            </a:r>
            <a:r>
              <a:rPr lang="zh-CN" altLang="zh-CN" dirty="0">
                <a:solidFill>
                  <a:srgbClr val="002060"/>
                </a:solidFill>
                <a:latin typeface="Tahoma" panose="020B0604030504040204" pitchFamily="34" charset="0"/>
              </a:rPr>
              <a:t>产生常用波特率时，</a:t>
            </a:r>
            <a:r>
              <a:rPr lang="en-US" altLang="zh-CN" dirty="0">
                <a:solidFill>
                  <a:srgbClr val="002060"/>
                </a:solidFill>
                <a:latin typeface="Tahoma" panose="020B0604030504040204" pitchFamily="34" charset="0"/>
              </a:rPr>
              <a:t>TH1</a:t>
            </a:r>
            <a:r>
              <a:rPr lang="zh-CN" altLang="zh-CN" dirty="0">
                <a:solidFill>
                  <a:srgbClr val="002060"/>
                </a:solidFill>
                <a:latin typeface="Tahoma" panose="020B0604030504040204" pitchFamily="34" charset="0"/>
              </a:rPr>
              <a:t>和</a:t>
            </a:r>
            <a:r>
              <a:rPr lang="en-US" altLang="zh-CN" dirty="0">
                <a:solidFill>
                  <a:srgbClr val="002060"/>
                </a:solidFill>
                <a:latin typeface="Tahoma" panose="020B0604030504040204" pitchFamily="34" charset="0"/>
              </a:rPr>
              <a:t>TL1</a:t>
            </a:r>
            <a:r>
              <a:rPr lang="zh-CN" altLang="zh-CN" dirty="0">
                <a:solidFill>
                  <a:srgbClr val="002060"/>
                </a:solidFill>
                <a:latin typeface="Tahoma" panose="020B0604030504040204" pitchFamily="34" charset="0"/>
              </a:rPr>
              <a:t>所装入的计数初值。</a:t>
            </a:r>
            <a:endParaRPr lang="zh-CN" altLang="en-US" dirty="0">
              <a:solidFill>
                <a:srgbClr val="002060"/>
              </a:solidFill>
              <a:latin typeface="Tahoma" panose="020B0604030504040204" pitchFamily="34" charset="0"/>
            </a:endParaRPr>
          </a:p>
        </p:txBody>
      </p:sp>
      <p:grpSp>
        <p:nvGrpSpPr>
          <p:cNvPr id="44" name="组合 43">
            <a:extLst>
              <a:ext uri="{FF2B5EF4-FFF2-40B4-BE49-F238E27FC236}">
                <a16:creationId xmlns:a16="http://schemas.microsoft.com/office/drawing/2014/main" id="{8F0A999F-BE6C-417B-A546-681481338C37}"/>
              </a:ext>
            </a:extLst>
          </p:cNvPr>
          <p:cNvGrpSpPr/>
          <p:nvPr/>
        </p:nvGrpSpPr>
        <p:grpSpPr>
          <a:xfrm>
            <a:off x="3701905" y="1421829"/>
            <a:ext cx="4709880" cy="514080"/>
            <a:chOff x="3701905" y="1421829"/>
            <a:chExt cx="4709880" cy="514080"/>
          </a:xfrm>
        </p:grpSpPr>
        <mc:AlternateContent xmlns:mc="http://schemas.openxmlformats.org/markup-compatibility/2006">
          <mc:Choice xmlns:p14="http://schemas.microsoft.com/office/powerpoint/2010/main" Requires="p14">
            <p:contentPart p14:bwMode="auto" r:id="rId4">
              <p14:nvContentPartPr>
                <p14:cNvPr id="41" name="墨迹 40">
                  <a:extLst>
                    <a:ext uri="{FF2B5EF4-FFF2-40B4-BE49-F238E27FC236}">
                      <a16:creationId xmlns:a16="http://schemas.microsoft.com/office/drawing/2014/main" id="{5AB67EEA-2744-7924-4565-E375E4FA6D95}"/>
                    </a:ext>
                  </a:extLst>
                </p14:cNvPr>
                <p14:cNvContentPartPr/>
                <p14:nvPr/>
              </p14:nvContentPartPr>
              <p14:xfrm>
                <a:off x="3701905" y="1486629"/>
                <a:ext cx="1019160" cy="449280"/>
              </p14:xfrm>
            </p:contentPart>
          </mc:Choice>
          <mc:Fallback>
            <p:pic>
              <p:nvPicPr>
                <p:cNvPr id="41" name="墨迹 40">
                  <a:extLst>
                    <a:ext uri="{FF2B5EF4-FFF2-40B4-BE49-F238E27FC236}">
                      <a16:creationId xmlns:a16="http://schemas.microsoft.com/office/drawing/2014/main" id="{5AB67EEA-2744-7924-4565-E375E4FA6D95}"/>
                    </a:ext>
                  </a:extLst>
                </p:cNvPr>
                <p:cNvPicPr/>
                <p:nvPr/>
              </p:nvPicPr>
              <p:blipFill>
                <a:blip r:embed="rId5"/>
                <a:stretch>
                  <a:fillRect/>
                </a:stretch>
              </p:blipFill>
              <p:spPr>
                <a:xfrm>
                  <a:off x="3684265" y="1468989"/>
                  <a:ext cx="1054800" cy="484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2" name="墨迹 41">
                  <a:extLst>
                    <a:ext uri="{FF2B5EF4-FFF2-40B4-BE49-F238E27FC236}">
                      <a16:creationId xmlns:a16="http://schemas.microsoft.com/office/drawing/2014/main" id="{63AD2B55-19DB-F247-CE8A-C313CAFD7878}"/>
                    </a:ext>
                  </a:extLst>
                </p14:cNvPr>
                <p14:cNvContentPartPr/>
                <p14:nvPr/>
              </p14:nvContentPartPr>
              <p14:xfrm>
                <a:off x="5329105" y="1474029"/>
                <a:ext cx="2148480" cy="13320"/>
              </p14:xfrm>
            </p:contentPart>
          </mc:Choice>
          <mc:Fallback>
            <p:pic>
              <p:nvPicPr>
                <p:cNvPr id="42" name="墨迹 41">
                  <a:extLst>
                    <a:ext uri="{FF2B5EF4-FFF2-40B4-BE49-F238E27FC236}">
                      <a16:creationId xmlns:a16="http://schemas.microsoft.com/office/drawing/2014/main" id="{63AD2B55-19DB-F247-CE8A-C313CAFD7878}"/>
                    </a:ext>
                  </a:extLst>
                </p:cNvPr>
                <p:cNvPicPr/>
                <p:nvPr/>
              </p:nvPicPr>
              <p:blipFill>
                <a:blip r:embed="rId7"/>
                <a:stretch>
                  <a:fillRect/>
                </a:stretch>
              </p:blipFill>
              <p:spPr>
                <a:xfrm>
                  <a:off x="5311105" y="1456029"/>
                  <a:ext cx="218412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3" name="墨迹 42">
                  <a:extLst>
                    <a:ext uri="{FF2B5EF4-FFF2-40B4-BE49-F238E27FC236}">
                      <a16:creationId xmlns:a16="http://schemas.microsoft.com/office/drawing/2014/main" id="{5C3A37EA-E7EF-278A-D958-FC4835BA9A08}"/>
                    </a:ext>
                  </a:extLst>
                </p14:cNvPr>
                <p14:cNvContentPartPr/>
                <p14:nvPr/>
              </p14:nvContentPartPr>
              <p14:xfrm>
                <a:off x="7832545" y="1421829"/>
                <a:ext cx="579240" cy="10080"/>
              </p14:xfrm>
            </p:contentPart>
          </mc:Choice>
          <mc:Fallback>
            <p:pic>
              <p:nvPicPr>
                <p:cNvPr id="43" name="墨迹 42">
                  <a:extLst>
                    <a:ext uri="{FF2B5EF4-FFF2-40B4-BE49-F238E27FC236}">
                      <a16:creationId xmlns:a16="http://schemas.microsoft.com/office/drawing/2014/main" id="{5C3A37EA-E7EF-278A-D958-FC4835BA9A08}"/>
                    </a:ext>
                  </a:extLst>
                </p:cNvPr>
                <p:cNvPicPr/>
                <p:nvPr/>
              </p:nvPicPr>
              <p:blipFill>
                <a:blip r:embed="rId9"/>
                <a:stretch>
                  <a:fillRect/>
                </a:stretch>
              </p:blipFill>
              <p:spPr>
                <a:xfrm>
                  <a:off x="7814545" y="1404189"/>
                  <a:ext cx="614880" cy="45720"/>
                </a:xfrm>
                <a:prstGeom prst="rect">
                  <a:avLst/>
                </a:prstGeom>
              </p:spPr>
            </p:pic>
          </mc:Fallback>
        </mc:AlternateContent>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p:cNvSpPr>
          <p:nvPr>
            <p:ph idx="1"/>
          </p:nvPr>
        </p:nvSpPr>
        <p:spPr>
          <a:xfrm>
            <a:off x="395288" y="1041400"/>
            <a:ext cx="8229600" cy="2243138"/>
          </a:xfrm>
          <a:noFill/>
          <a:ln>
            <a:noFill/>
          </a:ln>
        </p:spPr>
        <p:txBody>
          <a:bodyPr/>
          <a:lstStyle/>
          <a:p>
            <a:pPr eaLnBrk="1" hangingPunct="1"/>
            <a:r>
              <a:rPr lang="en-US" altLang="zh-CN" sz="2400" b="1" dirty="0">
                <a:solidFill>
                  <a:srgbClr val="7030A0"/>
                </a:solidFill>
              </a:rPr>
              <a:t>7.2.4 </a:t>
            </a:r>
            <a:r>
              <a:rPr lang="zh-CN" altLang="en-US" sz="2400" b="1" dirty="0">
                <a:solidFill>
                  <a:srgbClr val="7030A0"/>
                </a:solidFill>
              </a:rPr>
              <a:t>串行通信工作方式</a:t>
            </a:r>
            <a:r>
              <a:rPr lang="zh-CN" altLang="en-US" dirty="0">
                <a:solidFill>
                  <a:srgbClr val="7030A0"/>
                </a:solidFill>
              </a:rPr>
              <a:t> </a:t>
            </a:r>
          </a:p>
          <a:p>
            <a:pPr eaLnBrk="1" hangingPunct="1">
              <a:buNone/>
            </a:pPr>
            <a:r>
              <a:rPr lang="zh-CN" altLang="en-US" sz="2400" b="1" dirty="0"/>
              <a:t>（</a:t>
            </a:r>
            <a:r>
              <a:rPr lang="en-US" altLang="zh-CN" sz="2400" b="1" dirty="0"/>
              <a:t>1</a:t>
            </a:r>
            <a:r>
              <a:rPr lang="zh-CN" altLang="en-US" sz="2400" b="1" dirty="0"/>
              <a:t>）方式</a:t>
            </a:r>
            <a:r>
              <a:rPr lang="en-US" altLang="zh-CN" sz="2400" b="1" dirty="0"/>
              <a:t>0</a:t>
            </a:r>
            <a:r>
              <a:rPr lang="en-US" altLang="zh-CN" sz="2400" b="1" dirty="0">
                <a:latin typeface="Times New Roman" panose="02020603050405020304" pitchFamily="18" charset="0"/>
              </a:rPr>
              <a:t>——</a:t>
            </a:r>
            <a:r>
              <a:rPr lang="zh-CN" altLang="en-US" sz="2400" b="1" dirty="0"/>
              <a:t>同步移位寄存器输入</a:t>
            </a:r>
            <a:r>
              <a:rPr lang="en-US" altLang="zh-CN" sz="2400" b="1" dirty="0"/>
              <a:t>/</a:t>
            </a:r>
            <a:r>
              <a:rPr lang="zh-CN" altLang="en-US" sz="2400" b="1" dirty="0"/>
              <a:t>输出方式，其串行数据通过</a:t>
            </a:r>
            <a:r>
              <a:rPr lang="en-US" altLang="zh-CN" sz="2400" b="1" dirty="0"/>
              <a:t>RXD</a:t>
            </a:r>
            <a:r>
              <a:rPr lang="zh-CN" altLang="en-US" sz="2400" b="1" dirty="0"/>
              <a:t>输入或输出，</a:t>
            </a:r>
            <a:r>
              <a:rPr lang="en-US" altLang="zh-CN" sz="2400" b="1" dirty="0"/>
              <a:t>TXD</a:t>
            </a:r>
            <a:r>
              <a:rPr lang="zh-CN" altLang="en-US" sz="2400" b="1" dirty="0"/>
              <a:t>输出移位时钟，与外围器件相连时作为外围器件的同步信号。这种方式常用于扩展</a:t>
            </a:r>
            <a:r>
              <a:rPr lang="en-US" altLang="zh-CN" sz="2400" b="1" dirty="0"/>
              <a:t>I/O</a:t>
            </a:r>
            <a:r>
              <a:rPr lang="zh-CN" altLang="en-US" sz="2400" b="1" dirty="0"/>
              <a:t>口。</a:t>
            </a:r>
          </a:p>
        </p:txBody>
      </p:sp>
      <p:sp>
        <p:nvSpPr>
          <p:cNvPr id="21507" name="Rectangle 5"/>
          <p:cNvSpPr/>
          <p:nvPr/>
        </p:nvSpPr>
        <p:spPr>
          <a:xfrm>
            <a:off x="0" y="0"/>
            <a:ext cx="9144000" cy="0"/>
          </a:xfrm>
          <a:prstGeom prst="rect">
            <a:avLst/>
          </a:prstGeom>
          <a:noFill/>
          <a:ln w="9525">
            <a:noFill/>
          </a:ln>
        </p:spPr>
        <p:txBody>
          <a:bodyPr wrap="none" anchor="ctr" anchorCtr="0">
            <a:spAutoFit/>
          </a:bodyPr>
          <a:lstStyle/>
          <a:p>
            <a:pPr eaLnBrk="1" hangingPunct="1"/>
            <a:endParaRPr lang="zh-CN" altLang="en-US" dirty="0">
              <a:latin typeface="Tahoma" panose="020B0604030504040204" pitchFamily="34" charset="0"/>
            </a:endParaRPr>
          </a:p>
        </p:txBody>
      </p:sp>
      <p:sp>
        <p:nvSpPr>
          <p:cNvPr id="21508" name="Rectangle 7"/>
          <p:cNvSpPr/>
          <p:nvPr/>
        </p:nvSpPr>
        <p:spPr>
          <a:xfrm>
            <a:off x="0" y="0"/>
            <a:ext cx="9144000" cy="0"/>
          </a:xfrm>
          <a:prstGeom prst="rect">
            <a:avLst/>
          </a:prstGeom>
          <a:noFill/>
          <a:ln w="9525">
            <a:noFill/>
          </a:ln>
        </p:spPr>
        <p:txBody>
          <a:bodyPr wrap="none" anchor="ctr" anchorCtr="0">
            <a:spAutoFit/>
          </a:bodyPr>
          <a:lstStyle/>
          <a:p>
            <a:pPr eaLnBrk="1" hangingPunct="1"/>
            <a:endParaRPr lang="zh-CN" altLang="en-US" dirty="0">
              <a:latin typeface="Tahoma" panose="020B0604030504040204" pitchFamily="34" charset="0"/>
            </a:endParaRPr>
          </a:p>
        </p:txBody>
      </p:sp>
      <p:sp>
        <p:nvSpPr>
          <p:cNvPr id="21509" name="Rectangle 9"/>
          <p:cNvSpPr/>
          <p:nvPr/>
        </p:nvSpPr>
        <p:spPr>
          <a:xfrm>
            <a:off x="0" y="2647950"/>
            <a:ext cx="9144000" cy="0"/>
          </a:xfrm>
          <a:prstGeom prst="rect">
            <a:avLst/>
          </a:prstGeom>
          <a:noFill/>
          <a:ln w="9525">
            <a:noFill/>
          </a:ln>
        </p:spPr>
        <p:txBody>
          <a:bodyPr wrap="none" anchor="ctr" anchorCtr="0">
            <a:spAutoFit/>
          </a:bodyPr>
          <a:lstStyle/>
          <a:p>
            <a:pPr eaLnBrk="1" hangingPunct="1"/>
            <a:endParaRPr lang="zh-CN" altLang="en-US" dirty="0">
              <a:latin typeface="Tahoma" panose="020B0604030504040204" pitchFamily="34" charset="0"/>
            </a:endParaRPr>
          </a:p>
        </p:txBody>
      </p:sp>
      <p:graphicFrame>
        <p:nvGraphicFramePr>
          <p:cNvPr id="21510" name="Object 8"/>
          <p:cNvGraphicFramePr>
            <a:graphicFrameLocks/>
          </p:cNvGraphicFramePr>
          <p:nvPr/>
        </p:nvGraphicFramePr>
        <p:xfrm>
          <a:off x="233363" y="3573463"/>
          <a:ext cx="8675687" cy="2362200"/>
        </p:xfrm>
        <a:graphic>
          <a:graphicData uri="http://schemas.openxmlformats.org/presentationml/2006/ole">
            <mc:AlternateContent xmlns:mc="http://schemas.openxmlformats.org/markup-compatibility/2006">
              <mc:Choice xmlns:v="urn:schemas-microsoft-com:vml" Requires="v">
                <p:oleObj r:id="rId2" imgW="8325650" imgH="2186108" progId="">
                  <p:embed/>
                </p:oleObj>
              </mc:Choice>
              <mc:Fallback>
                <p:oleObj r:id="rId2" imgW="8325650" imgH="2186108" progId="">
                  <p:embed/>
                  <p:pic>
                    <p:nvPicPr>
                      <p:cNvPr id="0" name="Picture 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363" y="3573463"/>
                        <a:ext cx="8675687"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EFA7904A-A50D-32A7-D9BB-EAFB7FFCDB3B}"/>
                  </a:ext>
                </a:extLst>
              </p14:cNvPr>
              <p14:cNvContentPartPr/>
              <p14:nvPr/>
            </p14:nvContentPartPr>
            <p14:xfrm>
              <a:off x="1571028" y="1551639"/>
              <a:ext cx="2367720" cy="50400"/>
            </p14:xfrm>
          </p:contentPart>
        </mc:Choice>
        <mc:Fallback xmlns="">
          <p:pic>
            <p:nvPicPr>
              <p:cNvPr id="2" name="墨迹 1">
                <a:extLst>
                  <a:ext uri="{FF2B5EF4-FFF2-40B4-BE49-F238E27FC236}">
                    <a16:creationId xmlns:a16="http://schemas.microsoft.com/office/drawing/2014/main" id="{EFA7904A-A50D-32A7-D9BB-EAFB7FFCDB3B}"/>
                  </a:ext>
                </a:extLst>
              </p:cNvPr>
              <p:cNvPicPr/>
              <p:nvPr/>
            </p:nvPicPr>
            <p:blipFill>
              <a:blip r:embed="rId5"/>
              <a:stretch>
                <a:fillRect/>
              </a:stretch>
            </p:blipFill>
            <p:spPr>
              <a:xfrm>
                <a:off x="1553028" y="1533999"/>
                <a:ext cx="240336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墨迹 2">
                <a:extLst>
                  <a:ext uri="{FF2B5EF4-FFF2-40B4-BE49-F238E27FC236}">
                    <a16:creationId xmlns:a16="http://schemas.microsoft.com/office/drawing/2014/main" id="{11E777E3-DD99-83BF-F911-C747CEA64C36}"/>
                  </a:ext>
                </a:extLst>
              </p14:cNvPr>
              <p14:cNvContentPartPr/>
              <p14:nvPr/>
            </p14:nvContentPartPr>
            <p14:xfrm>
              <a:off x="1288788" y="1957359"/>
              <a:ext cx="379080" cy="19080"/>
            </p14:xfrm>
          </p:contentPart>
        </mc:Choice>
        <mc:Fallback xmlns="">
          <p:pic>
            <p:nvPicPr>
              <p:cNvPr id="3" name="墨迹 2">
                <a:extLst>
                  <a:ext uri="{FF2B5EF4-FFF2-40B4-BE49-F238E27FC236}">
                    <a16:creationId xmlns:a16="http://schemas.microsoft.com/office/drawing/2014/main" id="{11E777E3-DD99-83BF-F911-C747CEA64C36}"/>
                  </a:ext>
                </a:extLst>
              </p:cNvPr>
              <p:cNvPicPr/>
              <p:nvPr/>
            </p:nvPicPr>
            <p:blipFill>
              <a:blip r:embed="rId7"/>
              <a:stretch>
                <a:fillRect/>
              </a:stretch>
            </p:blipFill>
            <p:spPr>
              <a:xfrm>
                <a:off x="1270788" y="1939359"/>
                <a:ext cx="41472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墨迹 3">
                <a:extLst>
                  <a:ext uri="{FF2B5EF4-FFF2-40B4-BE49-F238E27FC236}">
                    <a16:creationId xmlns:a16="http://schemas.microsoft.com/office/drawing/2014/main" id="{7663336E-1BDA-8460-EB5B-6A6408FDC290}"/>
                  </a:ext>
                </a:extLst>
              </p14:cNvPr>
              <p14:cNvContentPartPr/>
              <p14:nvPr/>
            </p14:nvContentPartPr>
            <p14:xfrm>
              <a:off x="2963868" y="1963839"/>
              <a:ext cx="940680" cy="19080"/>
            </p14:xfrm>
          </p:contentPart>
        </mc:Choice>
        <mc:Fallback xmlns="">
          <p:pic>
            <p:nvPicPr>
              <p:cNvPr id="4" name="墨迹 3">
                <a:extLst>
                  <a:ext uri="{FF2B5EF4-FFF2-40B4-BE49-F238E27FC236}">
                    <a16:creationId xmlns:a16="http://schemas.microsoft.com/office/drawing/2014/main" id="{7663336E-1BDA-8460-EB5B-6A6408FDC290}"/>
                  </a:ext>
                </a:extLst>
              </p:cNvPr>
              <p:cNvPicPr/>
              <p:nvPr/>
            </p:nvPicPr>
            <p:blipFill>
              <a:blip r:embed="rId9"/>
              <a:stretch>
                <a:fillRect/>
              </a:stretch>
            </p:blipFill>
            <p:spPr>
              <a:xfrm>
                <a:off x="2946228" y="1945839"/>
                <a:ext cx="97632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墨迹 4">
                <a:extLst>
                  <a:ext uri="{FF2B5EF4-FFF2-40B4-BE49-F238E27FC236}">
                    <a16:creationId xmlns:a16="http://schemas.microsoft.com/office/drawing/2014/main" id="{46D24D4B-4669-A4A9-C2B4-FAF5A886C7B2}"/>
                  </a:ext>
                </a:extLst>
              </p14:cNvPr>
              <p14:cNvContentPartPr/>
              <p14:nvPr/>
            </p14:nvContentPartPr>
            <p14:xfrm>
              <a:off x="5480268" y="1957359"/>
              <a:ext cx="1239840" cy="7200"/>
            </p14:xfrm>
          </p:contentPart>
        </mc:Choice>
        <mc:Fallback xmlns="">
          <p:pic>
            <p:nvPicPr>
              <p:cNvPr id="5" name="墨迹 4">
                <a:extLst>
                  <a:ext uri="{FF2B5EF4-FFF2-40B4-BE49-F238E27FC236}">
                    <a16:creationId xmlns:a16="http://schemas.microsoft.com/office/drawing/2014/main" id="{46D24D4B-4669-A4A9-C2B4-FAF5A886C7B2}"/>
                  </a:ext>
                </a:extLst>
              </p:cNvPr>
              <p:cNvPicPr/>
              <p:nvPr/>
            </p:nvPicPr>
            <p:blipFill>
              <a:blip r:embed="rId11"/>
              <a:stretch>
                <a:fillRect/>
              </a:stretch>
            </p:blipFill>
            <p:spPr>
              <a:xfrm>
                <a:off x="5462268" y="1939359"/>
                <a:ext cx="12754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 name="墨迹 5">
                <a:extLst>
                  <a:ext uri="{FF2B5EF4-FFF2-40B4-BE49-F238E27FC236}">
                    <a16:creationId xmlns:a16="http://schemas.microsoft.com/office/drawing/2014/main" id="{1426E9F4-F523-C44A-F193-E1A2D203E557}"/>
                  </a:ext>
                </a:extLst>
              </p14:cNvPr>
              <p14:cNvContentPartPr/>
              <p14:nvPr/>
            </p14:nvContentPartPr>
            <p14:xfrm>
              <a:off x="7486908" y="1945119"/>
              <a:ext cx="634680" cy="12600"/>
            </p14:xfrm>
          </p:contentPart>
        </mc:Choice>
        <mc:Fallback xmlns="">
          <p:pic>
            <p:nvPicPr>
              <p:cNvPr id="6" name="墨迹 5">
                <a:extLst>
                  <a:ext uri="{FF2B5EF4-FFF2-40B4-BE49-F238E27FC236}">
                    <a16:creationId xmlns:a16="http://schemas.microsoft.com/office/drawing/2014/main" id="{1426E9F4-F523-C44A-F193-E1A2D203E557}"/>
                  </a:ext>
                </a:extLst>
              </p:cNvPr>
              <p:cNvPicPr/>
              <p:nvPr/>
            </p:nvPicPr>
            <p:blipFill>
              <a:blip r:embed="rId13"/>
              <a:stretch>
                <a:fillRect/>
              </a:stretch>
            </p:blipFill>
            <p:spPr>
              <a:xfrm>
                <a:off x="7469268" y="1927479"/>
                <a:ext cx="670320" cy="48240"/>
              </a:xfrm>
              <a:prstGeom prst="rect">
                <a:avLst/>
              </a:prstGeom>
            </p:spPr>
          </p:pic>
        </mc:Fallback>
      </mc:AlternateContent>
      <p:grpSp>
        <p:nvGrpSpPr>
          <p:cNvPr id="9" name="组合 8">
            <a:extLst>
              <a:ext uri="{FF2B5EF4-FFF2-40B4-BE49-F238E27FC236}">
                <a16:creationId xmlns:a16="http://schemas.microsoft.com/office/drawing/2014/main" id="{EE624D37-9786-6E22-19F2-9A76722FB50E}"/>
              </a:ext>
            </a:extLst>
          </p:cNvPr>
          <p:cNvGrpSpPr/>
          <p:nvPr/>
        </p:nvGrpSpPr>
        <p:grpSpPr>
          <a:xfrm>
            <a:off x="884185" y="3528549"/>
            <a:ext cx="1169280" cy="1118520"/>
            <a:chOff x="884185" y="3528549"/>
            <a:chExt cx="1169280" cy="1118520"/>
          </a:xfrm>
        </p:grpSpPr>
        <mc:AlternateContent xmlns:mc="http://schemas.openxmlformats.org/markup-compatibility/2006">
          <mc:Choice xmlns:p14="http://schemas.microsoft.com/office/powerpoint/2010/main" Requires="p14">
            <p:contentPart p14:bwMode="auto" r:id="rId14">
              <p14:nvContentPartPr>
                <p14:cNvPr id="7" name="墨迹 6">
                  <a:extLst>
                    <a:ext uri="{FF2B5EF4-FFF2-40B4-BE49-F238E27FC236}">
                      <a16:creationId xmlns:a16="http://schemas.microsoft.com/office/drawing/2014/main" id="{4937FC9A-7774-77E1-6A25-84D2E651AB35}"/>
                    </a:ext>
                  </a:extLst>
                </p14:cNvPr>
                <p14:cNvContentPartPr/>
                <p14:nvPr/>
              </p14:nvContentPartPr>
              <p14:xfrm>
                <a:off x="884185" y="4248549"/>
                <a:ext cx="837000" cy="398520"/>
              </p14:xfrm>
            </p:contentPart>
          </mc:Choice>
          <mc:Fallback>
            <p:pic>
              <p:nvPicPr>
                <p:cNvPr id="7" name="墨迹 6">
                  <a:extLst>
                    <a:ext uri="{FF2B5EF4-FFF2-40B4-BE49-F238E27FC236}">
                      <a16:creationId xmlns:a16="http://schemas.microsoft.com/office/drawing/2014/main" id="{4937FC9A-7774-77E1-6A25-84D2E651AB35}"/>
                    </a:ext>
                  </a:extLst>
                </p:cNvPr>
                <p:cNvPicPr/>
                <p:nvPr/>
              </p:nvPicPr>
              <p:blipFill>
                <a:blip r:embed="rId15"/>
                <a:stretch>
                  <a:fillRect/>
                </a:stretch>
              </p:blipFill>
              <p:spPr>
                <a:xfrm>
                  <a:off x="866545" y="4230549"/>
                  <a:ext cx="872640" cy="434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 name="墨迹 7">
                  <a:extLst>
                    <a:ext uri="{FF2B5EF4-FFF2-40B4-BE49-F238E27FC236}">
                      <a16:creationId xmlns:a16="http://schemas.microsoft.com/office/drawing/2014/main" id="{E115BCE0-8DE4-DDAA-58EE-C05E135D81CD}"/>
                    </a:ext>
                  </a:extLst>
                </p14:cNvPr>
                <p14:cNvContentPartPr/>
                <p14:nvPr/>
              </p14:nvContentPartPr>
              <p14:xfrm>
                <a:off x="885265" y="3528549"/>
                <a:ext cx="1168200" cy="591480"/>
              </p14:xfrm>
            </p:contentPart>
          </mc:Choice>
          <mc:Fallback>
            <p:pic>
              <p:nvPicPr>
                <p:cNvPr id="8" name="墨迹 7">
                  <a:extLst>
                    <a:ext uri="{FF2B5EF4-FFF2-40B4-BE49-F238E27FC236}">
                      <a16:creationId xmlns:a16="http://schemas.microsoft.com/office/drawing/2014/main" id="{E115BCE0-8DE4-DDAA-58EE-C05E135D81CD}"/>
                    </a:ext>
                  </a:extLst>
                </p:cNvPr>
                <p:cNvPicPr/>
                <p:nvPr/>
              </p:nvPicPr>
              <p:blipFill>
                <a:blip r:embed="rId17"/>
                <a:stretch>
                  <a:fillRect/>
                </a:stretch>
              </p:blipFill>
              <p:spPr>
                <a:xfrm>
                  <a:off x="867265" y="3510909"/>
                  <a:ext cx="1203840" cy="627120"/>
                </a:xfrm>
                <a:prstGeom prst="rect">
                  <a:avLst/>
                </a:prstGeom>
              </p:spPr>
            </p:pic>
          </mc:Fallback>
        </mc:AlternateContent>
      </p:grpSp>
      <p:grpSp>
        <p:nvGrpSpPr>
          <p:cNvPr id="12" name="组合 11">
            <a:extLst>
              <a:ext uri="{FF2B5EF4-FFF2-40B4-BE49-F238E27FC236}">
                <a16:creationId xmlns:a16="http://schemas.microsoft.com/office/drawing/2014/main" id="{8C3BE339-FFA3-90BB-D5FA-AF59AEA4C71E}"/>
              </a:ext>
            </a:extLst>
          </p:cNvPr>
          <p:cNvGrpSpPr/>
          <p:nvPr/>
        </p:nvGrpSpPr>
        <p:grpSpPr>
          <a:xfrm>
            <a:off x="5181505" y="3562389"/>
            <a:ext cx="1044720" cy="1249920"/>
            <a:chOff x="5181505" y="3562389"/>
            <a:chExt cx="1044720" cy="1249920"/>
          </a:xfrm>
        </p:grpSpPr>
        <mc:AlternateContent xmlns:mc="http://schemas.openxmlformats.org/markup-compatibility/2006">
          <mc:Choice xmlns:p14="http://schemas.microsoft.com/office/powerpoint/2010/main" Requires="p14">
            <p:contentPart p14:bwMode="auto" r:id="rId18">
              <p14:nvContentPartPr>
                <p14:cNvPr id="10" name="墨迹 9">
                  <a:extLst>
                    <a:ext uri="{FF2B5EF4-FFF2-40B4-BE49-F238E27FC236}">
                      <a16:creationId xmlns:a16="http://schemas.microsoft.com/office/drawing/2014/main" id="{EB5081AF-DBFA-3412-A153-A7DEAE74827D}"/>
                    </a:ext>
                  </a:extLst>
                </p14:cNvPr>
                <p14:cNvContentPartPr/>
                <p14:nvPr/>
              </p14:nvContentPartPr>
              <p14:xfrm>
                <a:off x="5353225" y="3562389"/>
                <a:ext cx="761400" cy="549720"/>
              </p14:xfrm>
            </p:contentPart>
          </mc:Choice>
          <mc:Fallback>
            <p:pic>
              <p:nvPicPr>
                <p:cNvPr id="10" name="墨迹 9">
                  <a:extLst>
                    <a:ext uri="{FF2B5EF4-FFF2-40B4-BE49-F238E27FC236}">
                      <a16:creationId xmlns:a16="http://schemas.microsoft.com/office/drawing/2014/main" id="{EB5081AF-DBFA-3412-A153-A7DEAE74827D}"/>
                    </a:ext>
                  </a:extLst>
                </p:cNvPr>
                <p:cNvPicPr/>
                <p:nvPr/>
              </p:nvPicPr>
              <p:blipFill>
                <a:blip r:embed="rId19"/>
                <a:stretch>
                  <a:fillRect/>
                </a:stretch>
              </p:blipFill>
              <p:spPr>
                <a:xfrm>
                  <a:off x="5335225" y="3544389"/>
                  <a:ext cx="797040" cy="5853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墨迹 10">
                  <a:extLst>
                    <a:ext uri="{FF2B5EF4-FFF2-40B4-BE49-F238E27FC236}">
                      <a16:creationId xmlns:a16="http://schemas.microsoft.com/office/drawing/2014/main" id="{6A067204-E010-CE6C-D57F-65531540F294}"/>
                    </a:ext>
                  </a:extLst>
                </p14:cNvPr>
                <p14:cNvContentPartPr/>
                <p14:nvPr/>
              </p14:nvContentPartPr>
              <p14:xfrm>
                <a:off x="5181505" y="4348269"/>
                <a:ext cx="1044720" cy="464040"/>
              </p14:xfrm>
            </p:contentPart>
          </mc:Choice>
          <mc:Fallback>
            <p:pic>
              <p:nvPicPr>
                <p:cNvPr id="11" name="墨迹 10">
                  <a:extLst>
                    <a:ext uri="{FF2B5EF4-FFF2-40B4-BE49-F238E27FC236}">
                      <a16:creationId xmlns:a16="http://schemas.microsoft.com/office/drawing/2014/main" id="{6A067204-E010-CE6C-D57F-65531540F294}"/>
                    </a:ext>
                  </a:extLst>
                </p:cNvPr>
                <p:cNvPicPr/>
                <p:nvPr/>
              </p:nvPicPr>
              <p:blipFill>
                <a:blip r:embed="rId21"/>
                <a:stretch>
                  <a:fillRect/>
                </a:stretch>
              </p:blipFill>
              <p:spPr>
                <a:xfrm>
                  <a:off x="5163505" y="4330629"/>
                  <a:ext cx="1080360" cy="499680"/>
                </a:xfrm>
                <a:prstGeom prst="rect">
                  <a:avLst/>
                </a:prstGeom>
              </p:spPr>
            </p:pic>
          </mc:Fallback>
        </mc:AlternateContent>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p:cNvSpPr>
          <p:nvPr>
            <p:ph idx="1"/>
          </p:nvPr>
        </p:nvSpPr>
        <p:spPr>
          <a:xfrm>
            <a:off x="457200" y="1052513"/>
            <a:ext cx="8229600" cy="5073650"/>
          </a:xfrm>
          <a:noFill/>
          <a:ln>
            <a:noFill/>
          </a:ln>
        </p:spPr>
        <p:txBody>
          <a:bodyPr/>
          <a:lstStyle/>
          <a:p>
            <a:pPr eaLnBrk="1" hangingPunct="1">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）方式</a:t>
            </a:r>
            <a:r>
              <a:rPr lang="en-US" altLang="zh-CN" sz="2400" b="1" dirty="0">
                <a:latin typeface="Times New Roman" panose="02020603050405020304" pitchFamily="18" charset="0"/>
              </a:rPr>
              <a:t>1 ——10</a:t>
            </a:r>
            <a:r>
              <a:rPr lang="zh-CN" altLang="en-US" sz="2400" b="1" dirty="0">
                <a:latin typeface="Times New Roman" panose="02020603050405020304" pitchFamily="18" charset="0"/>
              </a:rPr>
              <a:t>位异步通信方式 ，在该方式下，</a:t>
            </a:r>
            <a:r>
              <a:rPr lang="en-US" altLang="zh-CN" sz="2400" b="1" dirty="0">
                <a:latin typeface="Times New Roman" panose="02020603050405020304" pitchFamily="18" charset="0"/>
              </a:rPr>
              <a:t>TXD</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RXD</a:t>
            </a:r>
            <a:r>
              <a:rPr lang="zh-CN" altLang="en-US" sz="2400" b="1" dirty="0">
                <a:latin typeface="Times New Roman" panose="02020603050405020304" pitchFamily="18" charset="0"/>
              </a:rPr>
              <a:t>分别用于发送和接收数据。</a:t>
            </a:r>
          </a:p>
          <a:p>
            <a:pPr eaLnBrk="1" hangingPunct="1">
              <a:buNone/>
            </a:pPr>
            <a:r>
              <a:rPr lang="zh-CN" altLang="en-US" sz="2400" b="1" dirty="0">
                <a:latin typeface="Times New Roman" panose="02020603050405020304" pitchFamily="18" charset="0"/>
              </a:rPr>
              <a:t>    接收数据时需要满足的条件： ① </a:t>
            </a:r>
            <a:r>
              <a:rPr lang="en-US" altLang="zh-CN" sz="2400" b="1" dirty="0">
                <a:latin typeface="Times New Roman" panose="02020603050405020304" pitchFamily="18" charset="0"/>
              </a:rPr>
              <a:t>REN=1</a:t>
            </a:r>
            <a:r>
              <a:rPr lang="zh-CN" altLang="en-US" sz="2400" b="1" dirty="0">
                <a:latin typeface="Times New Roman" panose="02020603050405020304" pitchFamily="18" charset="0"/>
              </a:rPr>
              <a:t>（先决条件）；② </a:t>
            </a:r>
            <a:r>
              <a:rPr lang="en-US" altLang="zh-CN" sz="2400" b="1" dirty="0">
                <a:latin typeface="Times New Roman" panose="02020603050405020304" pitchFamily="18" charset="0"/>
              </a:rPr>
              <a:t>RI=0 </a:t>
            </a:r>
            <a:r>
              <a:rPr lang="zh-CN" altLang="en-US" sz="2400" b="1" dirty="0">
                <a:latin typeface="Times New Roman" panose="02020603050405020304" pitchFamily="18" charset="0"/>
              </a:rPr>
              <a:t>；③ </a:t>
            </a:r>
            <a:r>
              <a:rPr lang="en-US" altLang="zh-CN" sz="2400" b="1" dirty="0">
                <a:latin typeface="Times New Roman" panose="02020603050405020304" pitchFamily="18" charset="0"/>
              </a:rPr>
              <a:t>SM2=0</a:t>
            </a:r>
            <a:r>
              <a:rPr lang="zh-CN" altLang="en-US" sz="2400" b="1" dirty="0">
                <a:latin typeface="Times New Roman" panose="02020603050405020304" pitchFamily="18" charset="0"/>
              </a:rPr>
              <a:t>或接收到的停止位为</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a:t>
            </a:r>
            <a:endParaRPr lang="en-US" altLang="zh-CN" sz="2400" b="1" dirty="0">
              <a:latin typeface="Times New Roman" panose="02020603050405020304" pitchFamily="18" charset="0"/>
            </a:endParaRPr>
          </a:p>
          <a:p>
            <a:pPr eaLnBrk="1" hangingPunct="1">
              <a:buNone/>
            </a:pPr>
            <a:endParaRPr lang="zh-CN" altLang="en-US" sz="2400" b="1" dirty="0">
              <a:latin typeface="Times New Roman" panose="02020603050405020304" pitchFamily="18" charset="0"/>
            </a:endParaRPr>
          </a:p>
          <a:p>
            <a:pPr eaLnBrk="1" hangingPunct="1">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3</a:t>
            </a:r>
            <a:r>
              <a:rPr lang="zh-CN" altLang="en-US" sz="2400" b="1" dirty="0">
                <a:latin typeface="Times New Roman" panose="02020603050405020304" pitchFamily="18" charset="0"/>
              </a:rPr>
              <a:t>） 方式</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和方式</a:t>
            </a:r>
            <a:r>
              <a:rPr lang="en-US" altLang="zh-CN" sz="2400" b="1" dirty="0">
                <a:latin typeface="Times New Roman" panose="02020603050405020304" pitchFamily="18" charset="0"/>
              </a:rPr>
              <a:t>3——</a:t>
            </a:r>
            <a:r>
              <a:rPr lang="zh-CN" altLang="en-US" sz="2400" b="1" dirty="0"/>
              <a:t>这两种方式均为</a:t>
            </a:r>
            <a:r>
              <a:rPr lang="en-US" altLang="zh-CN" sz="2400" b="1" dirty="0"/>
              <a:t>11</a:t>
            </a:r>
            <a:r>
              <a:rPr lang="zh-CN" altLang="en-US" sz="2400" b="1" dirty="0"/>
              <a:t>位异步通信方式，由</a:t>
            </a:r>
            <a:r>
              <a:rPr lang="en-US" altLang="zh-CN" sz="2400" b="1" dirty="0"/>
              <a:t>TXD</a:t>
            </a:r>
            <a:r>
              <a:rPr lang="zh-CN" altLang="en-US" sz="2400" b="1" dirty="0"/>
              <a:t>和</a:t>
            </a:r>
            <a:r>
              <a:rPr lang="en-US" altLang="zh-CN" sz="2400" b="1" dirty="0"/>
              <a:t>RXD</a:t>
            </a:r>
            <a:r>
              <a:rPr lang="zh-CN" altLang="en-US" sz="2400" b="1" dirty="0"/>
              <a:t>发送和接收数据。两种方式的操作过程完全一样，所不同的只是波特率。每帧</a:t>
            </a:r>
            <a:r>
              <a:rPr lang="en-US" altLang="zh-CN" sz="2400" b="1" dirty="0"/>
              <a:t>11</a:t>
            </a:r>
            <a:r>
              <a:rPr lang="zh-CN" altLang="en-US" sz="2400" b="1" dirty="0"/>
              <a:t>位，包括</a:t>
            </a:r>
            <a:r>
              <a:rPr lang="en-US" altLang="zh-CN" sz="2400" b="1" dirty="0"/>
              <a:t>1</a:t>
            </a:r>
            <a:r>
              <a:rPr lang="zh-CN" altLang="en-US" sz="2400" b="1" dirty="0"/>
              <a:t>位起始位、</a:t>
            </a:r>
            <a:r>
              <a:rPr lang="en-US" altLang="zh-CN" sz="2400" b="1" dirty="0"/>
              <a:t>8</a:t>
            </a:r>
            <a:r>
              <a:rPr lang="zh-CN" altLang="en-US" sz="2400" b="1" dirty="0"/>
              <a:t>位数据位、</a:t>
            </a:r>
            <a:r>
              <a:rPr lang="en-US" altLang="zh-CN" sz="2400" b="1" dirty="0"/>
              <a:t>1</a:t>
            </a:r>
            <a:r>
              <a:rPr lang="zh-CN" altLang="en-US" sz="2400" b="1" dirty="0"/>
              <a:t>位可编程的第</a:t>
            </a:r>
            <a:r>
              <a:rPr lang="en-US" altLang="zh-CN" sz="2400" b="1" dirty="0"/>
              <a:t>9</a:t>
            </a:r>
            <a:r>
              <a:rPr lang="zh-CN" altLang="en-US" sz="2400" b="1" dirty="0"/>
              <a:t>位和</a:t>
            </a:r>
            <a:r>
              <a:rPr lang="en-US" altLang="zh-CN" sz="2400" b="1" dirty="0"/>
              <a:t>1</a:t>
            </a:r>
            <a:r>
              <a:rPr lang="zh-CN" altLang="en-US" sz="2400" b="1" dirty="0"/>
              <a:t>位停止位。</a:t>
            </a:r>
          </a:p>
          <a:p>
            <a:pPr eaLnBrk="1" hangingPunct="1">
              <a:buNone/>
            </a:pPr>
            <a:r>
              <a:rPr lang="zh-CN" altLang="en-US" sz="2400" b="1" dirty="0"/>
              <a:t>    接收数据时需要满足的条件： </a:t>
            </a:r>
            <a:r>
              <a:rPr lang="zh-CN" altLang="en-US" sz="2400" b="1" dirty="0">
                <a:latin typeface="Times New Roman" panose="02020603050405020304" pitchFamily="18" charset="0"/>
              </a:rPr>
              <a:t>① </a:t>
            </a:r>
            <a:r>
              <a:rPr lang="en-US" altLang="zh-CN" sz="2400" b="1" dirty="0">
                <a:latin typeface="Times New Roman" panose="02020603050405020304" pitchFamily="18" charset="0"/>
              </a:rPr>
              <a:t>REN=1</a:t>
            </a:r>
            <a:r>
              <a:rPr lang="zh-CN" altLang="en-US" sz="2400" b="1" dirty="0">
                <a:latin typeface="Times New Roman" panose="02020603050405020304" pitchFamily="18" charset="0"/>
              </a:rPr>
              <a:t>（先决条件）；② </a:t>
            </a:r>
            <a:r>
              <a:rPr lang="en-US" altLang="zh-CN" sz="2400" b="1" dirty="0">
                <a:latin typeface="Times New Roman" panose="02020603050405020304" pitchFamily="18" charset="0"/>
              </a:rPr>
              <a:t>RI=0 </a:t>
            </a:r>
            <a:r>
              <a:rPr lang="zh-CN" altLang="en-US" sz="2400" b="1" dirty="0">
                <a:latin typeface="Times New Roman" panose="02020603050405020304" pitchFamily="18" charset="0"/>
              </a:rPr>
              <a:t>；</a:t>
            </a:r>
            <a:r>
              <a:rPr lang="en-US" altLang="zh-CN" sz="2400" b="1" dirty="0"/>
              <a:t>SM2=0</a:t>
            </a:r>
            <a:r>
              <a:rPr lang="zh-CN" altLang="en-US" sz="2400" b="1" dirty="0"/>
              <a:t>（或接收到的第</a:t>
            </a:r>
            <a:r>
              <a:rPr lang="en-US" altLang="zh-CN" sz="2400" b="1" dirty="0"/>
              <a:t>9</a:t>
            </a:r>
            <a:r>
              <a:rPr lang="zh-CN" altLang="en-US" sz="2400" b="1" dirty="0"/>
              <a:t>为数据位为</a:t>
            </a:r>
            <a:r>
              <a:rPr lang="en-US" altLang="zh-CN" sz="2400" b="1" dirty="0"/>
              <a:t>1</a:t>
            </a:r>
            <a:r>
              <a:rPr lang="zh-CN" altLang="en-US" sz="2400" b="1" dirty="0"/>
              <a:t>）。  </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C9674F77-E92B-AB70-3DBE-56F59C092B88}"/>
                  </a:ext>
                </a:extLst>
              </p14:cNvPr>
              <p14:cNvContentPartPr/>
              <p14:nvPr/>
            </p14:nvContentPartPr>
            <p14:xfrm>
              <a:off x="7455948" y="1392519"/>
              <a:ext cx="840960" cy="68040"/>
            </p14:xfrm>
          </p:contentPart>
        </mc:Choice>
        <mc:Fallback xmlns="">
          <p:pic>
            <p:nvPicPr>
              <p:cNvPr id="2" name="墨迹 1">
                <a:extLst>
                  <a:ext uri="{FF2B5EF4-FFF2-40B4-BE49-F238E27FC236}">
                    <a16:creationId xmlns:a16="http://schemas.microsoft.com/office/drawing/2014/main" id="{C9674F77-E92B-AB70-3DBE-56F59C092B88}"/>
                  </a:ext>
                </a:extLst>
              </p:cNvPr>
              <p:cNvPicPr/>
              <p:nvPr/>
            </p:nvPicPr>
            <p:blipFill>
              <a:blip r:embed="rId3"/>
              <a:stretch>
                <a:fillRect/>
              </a:stretch>
            </p:blipFill>
            <p:spPr>
              <a:xfrm>
                <a:off x="7438308" y="1374519"/>
                <a:ext cx="87660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F1056BEF-B21B-3632-72A9-337F0833A597}"/>
                  </a:ext>
                </a:extLst>
              </p14:cNvPr>
              <p14:cNvContentPartPr/>
              <p14:nvPr/>
            </p14:nvContentPartPr>
            <p14:xfrm>
              <a:off x="1000428" y="1779159"/>
              <a:ext cx="3886560" cy="62280"/>
            </p14:xfrm>
          </p:contentPart>
        </mc:Choice>
        <mc:Fallback xmlns="">
          <p:pic>
            <p:nvPicPr>
              <p:cNvPr id="3" name="墨迹 2">
                <a:extLst>
                  <a:ext uri="{FF2B5EF4-FFF2-40B4-BE49-F238E27FC236}">
                    <a16:creationId xmlns:a16="http://schemas.microsoft.com/office/drawing/2014/main" id="{F1056BEF-B21B-3632-72A9-337F0833A597}"/>
                  </a:ext>
                </a:extLst>
              </p:cNvPr>
              <p:cNvPicPr/>
              <p:nvPr/>
            </p:nvPicPr>
            <p:blipFill>
              <a:blip r:embed="rId5"/>
              <a:stretch>
                <a:fillRect/>
              </a:stretch>
            </p:blipFill>
            <p:spPr>
              <a:xfrm>
                <a:off x="982428" y="1761159"/>
                <a:ext cx="3922200" cy="97920"/>
              </a:xfrm>
              <a:prstGeom prst="rect">
                <a:avLst/>
              </a:prstGeom>
            </p:spPr>
          </p:pic>
        </mc:Fallback>
      </mc:AlternateContent>
      <p:grpSp>
        <p:nvGrpSpPr>
          <p:cNvPr id="7" name="组合 6">
            <a:extLst>
              <a:ext uri="{FF2B5EF4-FFF2-40B4-BE49-F238E27FC236}">
                <a16:creationId xmlns:a16="http://schemas.microsoft.com/office/drawing/2014/main" id="{205BAD9B-33B2-5F38-BB2A-428FC4A98669}"/>
              </a:ext>
            </a:extLst>
          </p:cNvPr>
          <p:cNvGrpSpPr/>
          <p:nvPr/>
        </p:nvGrpSpPr>
        <p:grpSpPr>
          <a:xfrm>
            <a:off x="883428" y="2208279"/>
            <a:ext cx="7102440" cy="541440"/>
            <a:chOff x="883428" y="2208279"/>
            <a:chExt cx="7102440" cy="541440"/>
          </a:xfrm>
        </p:grpSpPr>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D8945207-86C9-5856-9ABA-8A737B3F733C}"/>
                    </a:ext>
                  </a:extLst>
                </p14:cNvPr>
                <p14:cNvContentPartPr/>
                <p14:nvPr/>
              </p14:nvContentPartPr>
              <p14:xfrm>
                <a:off x="4983108" y="2276679"/>
                <a:ext cx="3002760" cy="105120"/>
              </p14:xfrm>
            </p:contentPart>
          </mc:Choice>
          <mc:Fallback xmlns="">
            <p:pic>
              <p:nvPicPr>
                <p:cNvPr id="4" name="墨迹 3">
                  <a:extLst>
                    <a:ext uri="{FF2B5EF4-FFF2-40B4-BE49-F238E27FC236}">
                      <a16:creationId xmlns:a16="http://schemas.microsoft.com/office/drawing/2014/main" id="{D8945207-86C9-5856-9ABA-8A737B3F733C}"/>
                    </a:ext>
                  </a:extLst>
                </p:cNvPr>
                <p:cNvPicPr/>
                <p:nvPr/>
              </p:nvPicPr>
              <p:blipFill>
                <a:blip r:embed="rId7"/>
                <a:stretch>
                  <a:fillRect/>
                </a:stretch>
              </p:blipFill>
              <p:spPr>
                <a:xfrm>
                  <a:off x="4965108" y="2258679"/>
                  <a:ext cx="30384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28B494D2-63EC-D821-6E14-27BA13688DD9}"/>
                    </a:ext>
                  </a:extLst>
                </p14:cNvPr>
                <p14:cNvContentPartPr/>
                <p14:nvPr/>
              </p14:nvContentPartPr>
              <p14:xfrm>
                <a:off x="883428" y="2717679"/>
                <a:ext cx="926640" cy="32040"/>
              </p14:xfrm>
            </p:contentPart>
          </mc:Choice>
          <mc:Fallback xmlns="">
            <p:pic>
              <p:nvPicPr>
                <p:cNvPr id="5" name="墨迹 4">
                  <a:extLst>
                    <a:ext uri="{FF2B5EF4-FFF2-40B4-BE49-F238E27FC236}">
                      <a16:creationId xmlns:a16="http://schemas.microsoft.com/office/drawing/2014/main" id="{28B494D2-63EC-D821-6E14-27BA13688DD9}"/>
                    </a:ext>
                  </a:extLst>
                </p:cNvPr>
                <p:cNvPicPr/>
                <p:nvPr/>
              </p:nvPicPr>
              <p:blipFill>
                <a:blip r:embed="rId9"/>
                <a:stretch>
                  <a:fillRect/>
                </a:stretch>
              </p:blipFill>
              <p:spPr>
                <a:xfrm>
                  <a:off x="865428" y="2699679"/>
                  <a:ext cx="96228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4DEF67DF-EB08-8829-CF4A-813270D8B735}"/>
                    </a:ext>
                  </a:extLst>
                </p14:cNvPr>
                <p14:cNvContentPartPr/>
                <p14:nvPr/>
              </p14:nvContentPartPr>
              <p14:xfrm>
                <a:off x="2491188" y="2208279"/>
                <a:ext cx="4187880" cy="480240"/>
              </p14:xfrm>
            </p:contentPart>
          </mc:Choice>
          <mc:Fallback xmlns="">
            <p:pic>
              <p:nvPicPr>
                <p:cNvPr id="6" name="墨迹 5">
                  <a:extLst>
                    <a:ext uri="{FF2B5EF4-FFF2-40B4-BE49-F238E27FC236}">
                      <a16:creationId xmlns:a16="http://schemas.microsoft.com/office/drawing/2014/main" id="{4DEF67DF-EB08-8829-CF4A-813270D8B735}"/>
                    </a:ext>
                  </a:extLst>
                </p:cNvPr>
                <p:cNvPicPr/>
                <p:nvPr/>
              </p:nvPicPr>
              <p:blipFill>
                <a:blip r:embed="rId11"/>
                <a:stretch>
                  <a:fillRect/>
                </a:stretch>
              </p:blipFill>
              <p:spPr>
                <a:xfrm>
                  <a:off x="2473188" y="2190639"/>
                  <a:ext cx="4223520" cy="515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8" name="墨迹 7">
                <a:extLst>
                  <a:ext uri="{FF2B5EF4-FFF2-40B4-BE49-F238E27FC236}">
                    <a16:creationId xmlns:a16="http://schemas.microsoft.com/office/drawing/2014/main" id="{2BBA86AE-3B4B-82E9-E003-58CE524F7135}"/>
                  </a:ext>
                </a:extLst>
              </p14:cNvPr>
              <p14:cNvContentPartPr/>
              <p14:nvPr/>
            </p14:nvContentPartPr>
            <p14:xfrm>
              <a:off x="1288788" y="2669079"/>
              <a:ext cx="970200" cy="74520"/>
            </p14:xfrm>
          </p:contentPart>
        </mc:Choice>
        <mc:Fallback xmlns="">
          <p:pic>
            <p:nvPicPr>
              <p:cNvPr id="8" name="墨迹 7">
                <a:extLst>
                  <a:ext uri="{FF2B5EF4-FFF2-40B4-BE49-F238E27FC236}">
                    <a16:creationId xmlns:a16="http://schemas.microsoft.com/office/drawing/2014/main" id="{2BBA86AE-3B4B-82E9-E003-58CE524F7135}"/>
                  </a:ext>
                </a:extLst>
              </p:cNvPr>
              <p:cNvPicPr/>
              <p:nvPr/>
            </p:nvPicPr>
            <p:blipFill>
              <a:blip r:embed="rId13"/>
              <a:stretch>
                <a:fillRect/>
              </a:stretch>
            </p:blipFill>
            <p:spPr>
              <a:xfrm>
                <a:off x="1270788" y="2651079"/>
                <a:ext cx="1005840" cy="110160"/>
              </a:xfrm>
              <a:prstGeom prst="rect">
                <a:avLst/>
              </a:prstGeom>
            </p:spPr>
          </p:pic>
        </mc:Fallback>
      </mc:AlternateContent>
      <p:grpSp>
        <p:nvGrpSpPr>
          <p:cNvPr id="11" name="组合 10">
            <a:extLst>
              <a:ext uri="{FF2B5EF4-FFF2-40B4-BE49-F238E27FC236}">
                <a16:creationId xmlns:a16="http://schemas.microsoft.com/office/drawing/2014/main" id="{8AFA16AB-A0BB-B093-6A3A-726240EB382B}"/>
              </a:ext>
            </a:extLst>
          </p:cNvPr>
          <p:cNvGrpSpPr/>
          <p:nvPr/>
        </p:nvGrpSpPr>
        <p:grpSpPr>
          <a:xfrm>
            <a:off x="3873588" y="2669439"/>
            <a:ext cx="372240" cy="216720"/>
            <a:chOff x="3873588" y="2669439"/>
            <a:chExt cx="372240" cy="216720"/>
          </a:xfrm>
        </p:grpSpPr>
        <mc:AlternateContent xmlns:mc="http://schemas.openxmlformats.org/markup-compatibility/2006" xmlns:p14="http://schemas.microsoft.com/office/powerpoint/2010/main">
          <mc:Choice Requires="p14">
            <p:contentPart p14:bwMode="auto" r:id="rId14">
              <p14:nvContentPartPr>
                <p14:cNvPr id="9" name="墨迹 8">
                  <a:extLst>
                    <a:ext uri="{FF2B5EF4-FFF2-40B4-BE49-F238E27FC236}">
                      <a16:creationId xmlns:a16="http://schemas.microsoft.com/office/drawing/2014/main" id="{FA6856CF-5D60-A930-27E7-DFF4EC02876C}"/>
                    </a:ext>
                  </a:extLst>
                </p14:cNvPr>
                <p14:cNvContentPartPr/>
                <p14:nvPr/>
              </p14:nvContentPartPr>
              <p14:xfrm>
                <a:off x="3873588" y="2669439"/>
                <a:ext cx="360000" cy="216720"/>
              </p14:xfrm>
            </p:contentPart>
          </mc:Choice>
          <mc:Fallback xmlns="">
            <p:pic>
              <p:nvPicPr>
                <p:cNvPr id="9" name="墨迹 8">
                  <a:extLst>
                    <a:ext uri="{FF2B5EF4-FFF2-40B4-BE49-F238E27FC236}">
                      <a16:creationId xmlns:a16="http://schemas.microsoft.com/office/drawing/2014/main" id="{FA6856CF-5D60-A930-27E7-DFF4EC02876C}"/>
                    </a:ext>
                  </a:extLst>
                </p:cNvPr>
                <p:cNvPicPr/>
                <p:nvPr/>
              </p:nvPicPr>
              <p:blipFill>
                <a:blip r:embed="rId15"/>
                <a:stretch>
                  <a:fillRect/>
                </a:stretch>
              </p:blipFill>
              <p:spPr>
                <a:xfrm>
                  <a:off x="3855588" y="2651439"/>
                  <a:ext cx="39564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墨迹 9">
                  <a:extLst>
                    <a:ext uri="{FF2B5EF4-FFF2-40B4-BE49-F238E27FC236}">
                      <a16:creationId xmlns:a16="http://schemas.microsoft.com/office/drawing/2014/main" id="{B27ECD34-AC60-4F2D-C4A2-AEED776368C0}"/>
                    </a:ext>
                  </a:extLst>
                </p14:cNvPr>
                <p14:cNvContentPartPr/>
                <p14:nvPr/>
              </p14:nvContentPartPr>
              <p14:xfrm>
                <a:off x="4092828" y="2706159"/>
                <a:ext cx="153000" cy="131400"/>
              </p14:xfrm>
            </p:contentPart>
          </mc:Choice>
          <mc:Fallback xmlns="">
            <p:pic>
              <p:nvPicPr>
                <p:cNvPr id="10" name="墨迹 9">
                  <a:extLst>
                    <a:ext uri="{FF2B5EF4-FFF2-40B4-BE49-F238E27FC236}">
                      <a16:creationId xmlns:a16="http://schemas.microsoft.com/office/drawing/2014/main" id="{B27ECD34-AC60-4F2D-C4A2-AEED776368C0}"/>
                    </a:ext>
                  </a:extLst>
                </p:cNvPr>
                <p:cNvPicPr/>
                <p:nvPr/>
              </p:nvPicPr>
              <p:blipFill>
                <a:blip r:embed="rId17"/>
                <a:stretch>
                  <a:fillRect/>
                </a:stretch>
              </p:blipFill>
              <p:spPr>
                <a:xfrm>
                  <a:off x="4075188" y="2688519"/>
                  <a:ext cx="188640" cy="167040"/>
                </a:xfrm>
                <a:prstGeom prst="rect">
                  <a:avLst/>
                </a:prstGeom>
              </p:spPr>
            </p:pic>
          </mc:Fallback>
        </mc:AlternateContent>
      </p:grpSp>
      <p:grpSp>
        <p:nvGrpSpPr>
          <p:cNvPr id="15" name="组合 14">
            <a:extLst>
              <a:ext uri="{FF2B5EF4-FFF2-40B4-BE49-F238E27FC236}">
                <a16:creationId xmlns:a16="http://schemas.microsoft.com/office/drawing/2014/main" id="{95D60028-7949-C215-54F1-AF7ECE8B0E47}"/>
              </a:ext>
            </a:extLst>
          </p:cNvPr>
          <p:cNvGrpSpPr/>
          <p:nvPr/>
        </p:nvGrpSpPr>
        <p:grpSpPr>
          <a:xfrm>
            <a:off x="1012308" y="2693559"/>
            <a:ext cx="1019520" cy="50040"/>
            <a:chOff x="1012308" y="2693559"/>
            <a:chExt cx="1019520" cy="50040"/>
          </a:xfrm>
        </p:grpSpPr>
        <mc:AlternateContent xmlns:mc="http://schemas.openxmlformats.org/markup-compatibility/2006" xmlns:p14="http://schemas.microsoft.com/office/powerpoint/2010/main">
          <mc:Choice Requires="p14">
            <p:contentPart p14:bwMode="auto" r:id="rId18">
              <p14:nvContentPartPr>
                <p14:cNvPr id="12" name="墨迹 11">
                  <a:extLst>
                    <a:ext uri="{FF2B5EF4-FFF2-40B4-BE49-F238E27FC236}">
                      <a16:creationId xmlns:a16="http://schemas.microsoft.com/office/drawing/2014/main" id="{224BD37C-B4BB-6401-0819-EEF470645228}"/>
                    </a:ext>
                  </a:extLst>
                </p14:cNvPr>
                <p14:cNvContentPartPr/>
                <p14:nvPr/>
              </p14:nvContentPartPr>
              <p14:xfrm>
                <a:off x="1012308" y="2693559"/>
                <a:ext cx="945360" cy="49680"/>
              </p14:xfrm>
            </p:contentPart>
          </mc:Choice>
          <mc:Fallback xmlns="">
            <p:pic>
              <p:nvPicPr>
                <p:cNvPr id="12" name="墨迹 11">
                  <a:extLst>
                    <a:ext uri="{FF2B5EF4-FFF2-40B4-BE49-F238E27FC236}">
                      <a16:creationId xmlns:a16="http://schemas.microsoft.com/office/drawing/2014/main" id="{224BD37C-B4BB-6401-0819-EEF470645228}"/>
                    </a:ext>
                  </a:extLst>
                </p:cNvPr>
                <p:cNvPicPr/>
                <p:nvPr/>
              </p:nvPicPr>
              <p:blipFill>
                <a:blip r:embed="rId19"/>
                <a:stretch>
                  <a:fillRect/>
                </a:stretch>
              </p:blipFill>
              <p:spPr>
                <a:xfrm>
                  <a:off x="994668" y="2675919"/>
                  <a:ext cx="9810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墨迹 12">
                  <a:extLst>
                    <a:ext uri="{FF2B5EF4-FFF2-40B4-BE49-F238E27FC236}">
                      <a16:creationId xmlns:a16="http://schemas.microsoft.com/office/drawing/2014/main" id="{838A41F6-04A7-E51F-8C8F-300FC8A567AA}"/>
                    </a:ext>
                  </a:extLst>
                </p14:cNvPr>
                <p14:cNvContentPartPr/>
                <p14:nvPr/>
              </p14:nvContentPartPr>
              <p14:xfrm>
                <a:off x="1276188" y="2730999"/>
                <a:ext cx="699120" cy="6840"/>
              </p14:xfrm>
            </p:contentPart>
          </mc:Choice>
          <mc:Fallback xmlns="">
            <p:pic>
              <p:nvPicPr>
                <p:cNvPr id="13" name="墨迹 12">
                  <a:extLst>
                    <a:ext uri="{FF2B5EF4-FFF2-40B4-BE49-F238E27FC236}">
                      <a16:creationId xmlns:a16="http://schemas.microsoft.com/office/drawing/2014/main" id="{838A41F6-04A7-E51F-8C8F-300FC8A567AA}"/>
                    </a:ext>
                  </a:extLst>
                </p:cNvPr>
                <p:cNvPicPr/>
                <p:nvPr/>
              </p:nvPicPr>
              <p:blipFill>
                <a:blip r:embed="rId21"/>
                <a:stretch>
                  <a:fillRect/>
                </a:stretch>
              </p:blipFill>
              <p:spPr>
                <a:xfrm>
                  <a:off x="1258548" y="2712999"/>
                  <a:ext cx="73476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墨迹 13">
                  <a:extLst>
                    <a:ext uri="{FF2B5EF4-FFF2-40B4-BE49-F238E27FC236}">
                      <a16:creationId xmlns:a16="http://schemas.microsoft.com/office/drawing/2014/main" id="{F44F0FAD-E8E3-2862-887D-08A73C2B0E7F}"/>
                    </a:ext>
                  </a:extLst>
                </p14:cNvPr>
                <p14:cNvContentPartPr/>
                <p14:nvPr/>
              </p14:nvContentPartPr>
              <p14:xfrm>
                <a:off x="1098348" y="2706159"/>
                <a:ext cx="933480" cy="37440"/>
              </p14:xfrm>
            </p:contentPart>
          </mc:Choice>
          <mc:Fallback xmlns="">
            <p:pic>
              <p:nvPicPr>
                <p:cNvPr id="14" name="墨迹 13">
                  <a:extLst>
                    <a:ext uri="{FF2B5EF4-FFF2-40B4-BE49-F238E27FC236}">
                      <a16:creationId xmlns:a16="http://schemas.microsoft.com/office/drawing/2014/main" id="{F44F0FAD-E8E3-2862-887D-08A73C2B0E7F}"/>
                    </a:ext>
                  </a:extLst>
                </p:cNvPr>
                <p:cNvPicPr/>
                <p:nvPr/>
              </p:nvPicPr>
              <p:blipFill>
                <a:blip r:embed="rId23"/>
                <a:stretch>
                  <a:fillRect/>
                </a:stretch>
              </p:blipFill>
              <p:spPr>
                <a:xfrm>
                  <a:off x="1080708" y="2688519"/>
                  <a:ext cx="969120" cy="73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16" name="墨迹 15">
                <a:extLst>
                  <a:ext uri="{FF2B5EF4-FFF2-40B4-BE49-F238E27FC236}">
                    <a16:creationId xmlns:a16="http://schemas.microsoft.com/office/drawing/2014/main" id="{0E4CF22F-DC4F-4FD8-93D2-F052FE1C87F5}"/>
                  </a:ext>
                </a:extLst>
              </p14:cNvPr>
              <p14:cNvContentPartPr/>
              <p14:nvPr/>
            </p14:nvContentPartPr>
            <p14:xfrm>
              <a:off x="1392828" y="3521919"/>
              <a:ext cx="3002400" cy="31680"/>
            </p14:xfrm>
          </p:contentPart>
        </mc:Choice>
        <mc:Fallback xmlns="">
          <p:pic>
            <p:nvPicPr>
              <p:cNvPr id="16" name="墨迹 15">
                <a:extLst>
                  <a:ext uri="{FF2B5EF4-FFF2-40B4-BE49-F238E27FC236}">
                    <a16:creationId xmlns:a16="http://schemas.microsoft.com/office/drawing/2014/main" id="{0E4CF22F-DC4F-4FD8-93D2-F052FE1C87F5}"/>
                  </a:ext>
                </a:extLst>
              </p:cNvPr>
              <p:cNvPicPr/>
              <p:nvPr/>
            </p:nvPicPr>
            <p:blipFill>
              <a:blip r:embed="rId25"/>
              <a:stretch>
                <a:fillRect/>
              </a:stretch>
            </p:blipFill>
            <p:spPr>
              <a:xfrm>
                <a:off x="1374828" y="3503919"/>
                <a:ext cx="30380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墨迹 16">
                <a:extLst>
                  <a:ext uri="{FF2B5EF4-FFF2-40B4-BE49-F238E27FC236}">
                    <a16:creationId xmlns:a16="http://schemas.microsoft.com/office/drawing/2014/main" id="{198C949C-A7CA-ED41-5F7D-2A51AF100C45}"/>
                  </a:ext>
                </a:extLst>
              </p14:cNvPr>
              <p14:cNvContentPartPr/>
              <p14:nvPr/>
            </p14:nvContentPartPr>
            <p14:xfrm>
              <a:off x="5934228" y="3498879"/>
              <a:ext cx="2350800" cy="60840"/>
            </p14:xfrm>
          </p:contentPart>
        </mc:Choice>
        <mc:Fallback xmlns="">
          <p:pic>
            <p:nvPicPr>
              <p:cNvPr id="17" name="墨迹 16">
                <a:extLst>
                  <a:ext uri="{FF2B5EF4-FFF2-40B4-BE49-F238E27FC236}">
                    <a16:creationId xmlns:a16="http://schemas.microsoft.com/office/drawing/2014/main" id="{198C949C-A7CA-ED41-5F7D-2A51AF100C45}"/>
                  </a:ext>
                </a:extLst>
              </p:cNvPr>
              <p:cNvPicPr/>
              <p:nvPr/>
            </p:nvPicPr>
            <p:blipFill>
              <a:blip r:embed="rId27"/>
              <a:stretch>
                <a:fillRect/>
              </a:stretch>
            </p:blipFill>
            <p:spPr>
              <a:xfrm>
                <a:off x="5916228" y="3481239"/>
                <a:ext cx="2386440" cy="96480"/>
              </a:xfrm>
              <a:prstGeom prst="rect">
                <a:avLst/>
              </a:prstGeom>
            </p:spPr>
          </p:pic>
        </mc:Fallback>
      </mc:AlternateContent>
      <p:grpSp>
        <p:nvGrpSpPr>
          <p:cNvPr id="36" name="组合 35">
            <a:extLst>
              <a:ext uri="{FF2B5EF4-FFF2-40B4-BE49-F238E27FC236}">
                <a16:creationId xmlns:a16="http://schemas.microsoft.com/office/drawing/2014/main" id="{B9665600-7266-6762-930C-8A764F4E3EAA}"/>
              </a:ext>
            </a:extLst>
          </p:cNvPr>
          <p:cNvGrpSpPr/>
          <p:nvPr/>
        </p:nvGrpSpPr>
        <p:grpSpPr>
          <a:xfrm>
            <a:off x="649068" y="3791919"/>
            <a:ext cx="7922520" cy="1509480"/>
            <a:chOff x="649068" y="3791919"/>
            <a:chExt cx="7922520" cy="1509480"/>
          </a:xfrm>
        </p:grpSpPr>
        <mc:AlternateContent xmlns:mc="http://schemas.openxmlformats.org/markup-compatibility/2006" xmlns:p14="http://schemas.microsoft.com/office/powerpoint/2010/main">
          <mc:Choice Requires="p14">
            <p:contentPart p14:bwMode="auto" r:id="rId28">
              <p14:nvContentPartPr>
                <p14:cNvPr id="18" name="墨迹 17">
                  <a:extLst>
                    <a:ext uri="{FF2B5EF4-FFF2-40B4-BE49-F238E27FC236}">
                      <a16:creationId xmlns:a16="http://schemas.microsoft.com/office/drawing/2014/main" id="{78EE033B-9027-F4C5-A2EF-82B32FCEDDCC}"/>
                    </a:ext>
                  </a:extLst>
                </p14:cNvPr>
                <p14:cNvContentPartPr/>
                <p14:nvPr/>
              </p14:nvContentPartPr>
              <p14:xfrm>
                <a:off x="1153428" y="3791919"/>
                <a:ext cx="3762000" cy="50040"/>
              </p14:xfrm>
            </p:contentPart>
          </mc:Choice>
          <mc:Fallback xmlns="">
            <p:pic>
              <p:nvPicPr>
                <p:cNvPr id="18" name="墨迹 17">
                  <a:extLst>
                    <a:ext uri="{FF2B5EF4-FFF2-40B4-BE49-F238E27FC236}">
                      <a16:creationId xmlns:a16="http://schemas.microsoft.com/office/drawing/2014/main" id="{78EE033B-9027-F4C5-A2EF-82B32FCEDDCC}"/>
                    </a:ext>
                  </a:extLst>
                </p:cNvPr>
                <p:cNvPicPr/>
                <p:nvPr/>
              </p:nvPicPr>
              <p:blipFill>
                <a:blip r:embed="rId29"/>
                <a:stretch>
                  <a:fillRect/>
                </a:stretch>
              </p:blipFill>
              <p:spPr>
                <a:xfrm>
                  <a:off x="1135428" y="3774279"/>
                  <a:ext cx="379764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墨迹 18">
                  <a:extLst>
                    <a:ext uri="{FF2B5EF4-FFF2-40B4-BE49-F238E27FC236}">
                      <a16:creationId xmlns:a16="http://schemas.microsoft.com/office/drawing/2014/main" id="{6E361149-A22B-D236-F4F0-B133F3EDB99D}"/>
                    </a:ext>
                  </a:extLst>
                </p14:cNvPr>
                <p14:cNvContentPartPr/>
                <p14:nvPr/>
              </p14:nvContentPartPr>
              <p14:xfrm>
                <a:off x="5541468" y="3804519"/>
                <a:ext cx="3030120" cy="25200"/>
              </p14:xfrm>
            </p:contentPart>
          </mc:Choice>
          <mc:Fallback xmlns="">
            <p:pic>
              <p:nvPicPr>
                <p:cNvPr id="19" name="墨迹 18">
                  <a:extLst>
                    <a:ext uri="{FF2B5EF4-FFF2-40B4-BE49-F238E27FC236}">
                      <a16:creationId xmlns:a16="http://schemas.microsoft.com/office/drawing/2014/main" id="{6E361149-A22B-D236-F4F0-B133F3EDB99D}"/>
                    </a:ext>
                  </a:extLst>
                </p:cNvPr>
                <p:cNvPicPr/>
                <p:nvPr/>
              </p:nvPicPr>
              <p:blipFill>
                <a:blip r:embed="rId31"/>
                <a:stretch>
                  <a:fillRect/>
                </a:stretch>
              </p:blipFill>
              <p:spPr>
                <a:xfrm>
                  <a:off x="5523468" y="3786879"/>
                  <a:ext cx="306576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墨迹 20">
                  <a:extLst>
                    <a:ext uri="{FF2B5EF4-FFF2-40B4-BE49-F238E27FC236}">
                      <a16:creationId xmlns:a16="http://schemas.microsoft.com/office/drawing/2014/main" id="{DBB3265D-AFD4-5EF2-31E6-76155E1C856E}"/>
                    </a:ext>
                  </a:extLst>
                </p14:cNvPr>
                <p14:cNvContentPartPr/>
                <p14:nvPr/>
              </p14:nvContentPartPr>
              <p14:xfrm>
                <a:off x="926628" y="4233999"/>
                <a:ext cx="441360" cy="25200"/>
              </p14:xfrm>
            </p:contentPart>
          </mc:Choice>
          <mc:Fallback xmlns="">
            <p:pic>
              <p:nvPicPr>
                <p:cNvPr id="21" name="墨迹 20">
                  <a:extLst>
                    <a:ext uri="{FF2B5EF4-FFF2-40B4-BE49-F238E27FC236}">
                      <a16:creationId xmlns:a16="http://schemas.microsoft.com/office/drawing/2014/main" id="{DBB3265D-AFD4-5EF2-31E6-76155E1C856E}"/>
                    </a:ext>
                  </a:extLst>
                </p:cNvPr>
                <p:cNvPicPr/>
                <p:nvPr/>
              </p:nvPicPr>
              <p:blipFill>
                <a:blip r:embed="rId33"/>
                <a:stretch>
                  <a:fillRect/>
                </a:stretch>
              </p:blipFill>
              <p:spPr>
                <a:xfrm>
                  <a:off x="908628" y="4216359"/>
                  <a:ext cx="4770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墨迹 21">
                  <a:extLst>
                    <a:ext uri="{FF2B5EF4-FFF2-40B4-BE49-F238E27FC236}">
                      <a16:creationId xmlns:a16="http://schemas.microsoft.com/office/drawing/2014/main" id="{21F7D066-DF1F-9EED-AE25-3868BE3BC324}"/>
                    </a:ext>
                  </a:extLst>
                </p14:cNvPr>
                <p14:cNvContentPartPr/>
                <p14:nvPr/>
              </p14:nvContentPartPr>
              <p14:xfrm>
                <a:off x="2203188" y="3896679"/>
                <a:ext cx="2485440" cy="375480"/>
              </p14:xfrm>
            </p:contentPart>
          </mc:Choice>
          <mc:Fallback xmlns="">
            <p:pic>
              <p:nvPicPr>
                <p:cNvPr id="22" name="墨迹 21">
                  <a:extLst>
                    <a:ext uri="{FF2B5EF4-FFF2-40B4-BE49-F238E27FC236}">
                      <a16:creationId xmlns:a16="http://schemas.microsoft.com/office/drawing/2014/main" id="{21F7D066-DF1F-9EED-AE25-3868BE3BC324}"/>
                    </a:ext>
                  </a:extLst>
                </p:cNvPr>
                <p:cNvPicPr/>
                <p:nvPr/>
              </p:nvPicPr>
              <p:blipFill>
                <a:blip r:embed="rId35"/>
                <a:stretch>
                  <a:fillRect/>
                </a:stretch>
              </p:blipFill>
              <p:spPr>
                <a:xfrm>
                  <a:off x="2185188" y="3878679"/>
                  <a:ext cx="2521080" cy="4111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墨迹 22">
                  <a:extLst>
                    <a:ext uri="{FF2B5EF4-FFF2-40B4-BE49-F238E27FC236}">
                      <a16:creationId xmlns:a16="http://schemas.microsoft.com/office/drawing/2014/main" id="{02E7B6E7-A3E0-6C21-E54F-A6D8E1E3B932}"/>
                    </a:ext>
                  </a:extLst>
                </p14:cNvPr>
                <p14:cNvContentPartPr/>
                <p14:nvPr/>
              </p14:nvContentPartPr>
              <p14:xfrm>
                <a:off x="5044308" y="4209159"/>
                <a:ext cx="962280" cy="50400"/>
              </p14:xfrm>
            </p:contentPart>
          </mc:Choice>
          <mc:Fallback xmlns="">
            <p:pic>
              <p:nvPicPr>
                <p:cNvPr id="23" name="墨迹 22">
                  <a:extLst>
                    <a:ext uri="{FF2B5EF4-FFF2-40B4-BE49-F238E27FC236}">
                      <a16:creationId xmlns:a16="http://schemas.microsoft.com/office/drawing/2014/main" id="{02E7B6E7-A3E0-6C21-E54F-A6D8E1E3B932}"/>
                    </a:ext>
                  </a:extLst>
                </p:cNvPr>
                <p:cNvPicPr/>
                <p:nvPr/>
              </p:nvPicPr>
              <p:blipFill>
                <a:blip r:embed="rId37"/>
                <a:stretch>
                  <a:fillRect/>
                </a:stretch>
              </p:blipFill>
              <p:spPr>
                <a:xfrm>
                  <a:off x="5026308" y="4191159"/>
                  <a:ext cx="9979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墨迹 23">
                  <a:extLst>
                    <a:ext uri="{FF2B5EF4-FFF2-40B4-BE49-F238E27FC236}">
                      <a16:creationId xmlns:a16="http://schemas.microsoft.com/office/drawing/2014/main" id="{0DA62F88-7C08-34E2-DD6F-BBF2D3718B3F}"/>
                    </a:ext>
                  </a:extLst>
                </p14:cNvPr>
                <p14:cNvContentPartPr/>
                <p14:nvPr/>
              </p14:nvContentPartPr>
              <p14:xfrm>
                <a:off x="6799668" y="4245879"/>
                <a:ext cx="1573200" cy="19800"/>
              </p14:xfrm>
            </p:contentPart>
          </mc:Choice>
          <mc:Fallback xmlns="">
            <p:pic>
              <p:nvPicPr>
                <p:cNvPr id="24" name="墨迹 23">
                  <a:extLst>
                    <a:ext uri="{FF2B5EF4-FFF2-40B4-BE49-F238E27FC236}">
                      <a16:creationId xmlns:a16="http://schemas.microsoft.com/office/drawing/2014/main" id="{0DA62F88-7C08-34E2-DD6F-BBF2D3718B3F}"/>
                    </a:ext>
                  </a:extLst>
                </p:cNvPr>
                <p:cNvPicPr/>
                <p:nvPr/>
              </p:nvPicPr>
              <p:blipFill>
                <a:blip r:embed="rId39"/>
                <a:stretch>
                  <a:fillRect/>
                </a:stretch>
              </p:blipFill>
              <p:spPr>
                <a:xfrm>
                  <a:off x="6781668" y="4228239"/>
                  <a:ext cx="160884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墨迹 25">
                  <a:extLst>
                    <a:ext uri="{FF2B5EF4-FFF2-40B4-BE49-F238E27FC236}">
                      <a16:creationId xmlns:a16="http://schemas.microsoft.com/office/drawing/2014/main" id="{4961D97B-7683-00DB-EE6C-941E615E9671}"/>
                    </a:ext>
                  </a:extLst>
                </p14:cNvPr>
                <p14:cNvContentPartPr/>
                <p14:nvPr/>
              </p14:nvContentPartPr>
              <p14:xfrm>
                <a:off x="649068" y="4307439"/>
                <a:ext cx="1746360" cy="332640"/>
              </p14:xfrm>
            </p:contentPart>
          </mc:Choice>
          <mc:Fallback xmlns="">
            <p:pic>
              <p:nvPicPr>
                <p:cNvPr id="26" name="墨迹 25">
                  <a:extLst>
                    <a:ext uri="{FF2B5EF4-FFF2-40B4-BE49-F238E27FC236}">
                      <a16:creationId xmlns:a16="http://schemas.microsoft.com/office/drawing/2014/main" id="{4961D97B-7683-00DB-EE6C-941E615E9671}"/>
                    </a:ext>
                  </a:extLst>
                </p:cNvPr>
                <p:cNvPicPr/>
                <p:nvPr/>
              </p:nvPicPr>
              <p:blipFill>
                <a:blip r:embed="rId41"/>
                <a:stretch>
                  <a:fillRect/>
                </a:stretch>
              </p:blipFill>
              <p:spPr>
                <a:xfrm>
                  <a:off x="631068" y="4289799"/>
                  <a:ext cx="178200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墨迹 26">
                  <a:extLst>
                    <a:ext uri="{FF2B5EF4-FFF2-40B4-BE49-F238E27FC236}">
                      <a16:creationId xmlns:a16="http://schemas.microsoft.com/office/drawing/2014/main" id="{2CB17348-2730-17AD-67E7-D85D86D71A28}"/>
                    </a:ext>
                  </a:extLst>
                </p14:cNvPr>
                <p14:cNvContentPartPr/>
                <p14:nvPr/>
              </p14:nvContentPartPr>
              <p14:xfrm>
                <a:off x="2638788" y="4190799"/>
                <a:ext cx="2565720" cy="511200"/>
              </p14:xfrm>
            </p:contentPart>
          </mc:Choice>
          <mc:Fallback xmlns="">
            <p:pic>
              <p:nvPicPr>
                <p:cNvPr id="27" name="墨迹 26">
                  <a:extLst>
                    <a:ext uri="{FF2B5EF4-FFF2-40B4-BE49-F238E27FC236}">
                      <a16:creationId xmlns:a16="http://schemas.microsoft.com/office/drawing/2014/main" id="{2CB17348-2730-17AD-67E7-D85D86D71A28}"/>
                    </a:ext>
                  </a:extLst>
                </p:cNvPr>
                <p:cNvPicPr/>
                <p:nvPr/>
              </p:nvPicPr>
              <p:blipFill>
                <a:blip r:embed="rId43"/>
                <a:stretch>
                  <a:fillRect/>
                </a:stretch>
              </p:blipFill>
              <p:spPr>
                <a:xfrm>
                  <a:off x="2620788" y="4173159"/>
                  <a:ext cx="2601360" cy="5468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墨迹 27">
                  <a:extLst>
                    <a:ext uri="{FF2B5EF4-FFF2-40B4-BE49-F238E27FC236}">
                      <a16:creationId xmlns:a16="http://schemas.microsoft.com/office/drawing/2014/main" id="{2DCFB95C-75D6-8DE3-2884-2FA429E62A47}"/>
                    </a:ext>
                  </a:extLst>
                </p14:cNvPr>
                <p14:cNvContentPartPr/>
                <p14:nvPr/>
              </p14:nvContentPartPr>
              <p14:xfrm>
                <a:off x="5437068" y="4633239"/>
                <a:ext cx="1529280" cy="43200"/>
              </p14:xfrm>
            </p:contentPart>
          </mc:Choice>
          <mc:Fallback xmlns="">
            <p:pic>
              <p:nvPicPr>
                <p:cNvPr id="28" name="墨迹 27">
                  <a:extLst>
                    <a:ext uri="{FF2B5EF4-FFF2-40B4-BE49-F238E27FC236}">
                      <a16:creationId xmlns:a16="http://schemas.microsoft.com/office/drawing/2014/main" id="{2DCFB95C-75D6-8DE3-2884-2FA429E62A47}"/>
                    </a:ext>
                  </a:extLst>
                </p:cNvPr>
                <p:cNvPicPr/>
                <p:nvPr/>
              </p:nvPicPr>
              <p:blipFill>
                <a:blip r:embed="rId45"/>
                <a:stretch>
                  <a:fillRect/>
                </a:stretch>
              </p:blipFill>
              <p:spPr>
                <a:xfrm>
                  <a:off x="5419068" y="4615599"/>
                  <a:ext cx="156492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墨迹 29">
                  <a:extLst>
                    <a:ext uri="{FF2B5EF4-FFF2-40B4-BE49-F238E27FC236}">
                      <a16:creationId xmlns:a16="http://schemas.microsoft.com/office/drawing/2014/main" id="{6FF8284A-8210-9308-6417-759023B2BE50}"/>
                    </a:ext>
                  </a:extLst>
                </p14:cNvPr>
                <p14:cNvContentPartPr/>
                <p14:nvPr/>
              </p14:nvContentPartPr>
              <p14:xfrm>
                <a:off x="3289668" y="4639359"/>
                <a:ext cx="97920" cy="37800"/>
              </p14:xfrm>
            </p:contentPart>
          </mc:Choice>
          <mc:Fallback xmlns="">
            <p:pic>
              <p:nvPicPr>
                <p:cNvPr id="30" name="墨迹 29">
                  <a:extLst>
                    <a:ext uri="{FF2B5EF4-FFF2-40B4-BE49-F238E27FC236}">
                      <a16:creationId xmlns:a16="http://schemas.microsoft.com/office/drawing/2014/main" id="{6FF8284A-8210-9308-6417-759023B2BE50}"/>
                    </a:ext>
                  </a:extLst>
                </p:cNvPr>
                <p:cNvPicPr/>
                <p:nvPr/>
              </p:nvPicPr>
              <p:blipFill>
                <a:blip r:embed="rId47"/>
                <a:stretch>
                  <a:fillRect/>
                </a:stretch>
              </p:blipFill>
              <p:spPr>
                <a:xfrm>
                  <a:off x="3272028" y="4621359"/>
                  <a:ext cx="13356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墨迹 30">
                  <a:extLst>
                    <a:ext uri="{FF2B5EF4-FFF2-40B4-BE49-F238E27FC236}">
                      <a16:creationId xmlns:a16="http://schemas.microsoft.com/office/drawing/2014/main" id="{B737C402-6420-78D4-D0BB-097AF3DA494A}"/>
                    </a:ext>
                  </a:extLst>
                </p14:cNvPr>
                <p14:cNvContentPartPr/>
                <p14:nvPr/>
              </p14:nvContentPartPr>
              <p14:xfrm>
                <a:off x="3381108" y="4608759"/>
                <a:ext cx="58680" cy="44640"/>
              </p14:xfrm>
            </p:contentPart>
          </mc:Choice>
          <mc:Fallback xmlns="">
            <p:pic>
              <p:nvPicPr>
                <p:cNvPr id="31" name="墨迹 30">
                  <a:extLst>
                    <a:ext uri="{FF2B5EF4-FFF2-40B4-BE49-F238E27FC236}">
                      <a16:creationId xmlns:a16="http://schemas.microsoft.com/office/drawing/2014/main" id="{B737C402-6420-78D4-D0BB-097AF3DA494A}"/>
                    </a:ext>
                  </a:extLst>
                </p:cNvPr>
                <p:cNvPicPr/>
                <p:nvPr/>
              </p:nvPicPr>
              <p:blipFill>
                <a:blip r:embed="rId49"/>
                <a:stretch>
                  <a:fillRect/>
                </a:stretch>
              </p:blipFill>
              <p:spPr>
                <a:xfrm>
                  <a:off x="3363468" y="4590759"/>
                  <a:ext cx="9432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墨迹 31">
                  <a:extLst>
                    <a:ext uri="{FF2B5EF4-FFF2-40B4-BE49-F238E27FC236}">
                      <a16:creationId xmlns:a16="http://schemas.microsoft.com/office/drawing/2014/main" id="{C9738AD9-57FB-B14F-37CC-B2FA9BD1F93A}"/>
                    </a:ext>
                  </a:extLst>
                </p14:cNvPr>
                <p14:cNvContentPartPr/>
                <p14:nvPr/>
              </p14:nvContentPartPr>
              <p14:xfrm>
                <a:off x="3004548" y="4669959"/>
                <a:ext cx="420120" cy="631440"/>
              </p14:xfrm>
            </p:contentPart>
          </mc:Choice>
          <mc:Fallback xmlns="">
            <p:pic>
              <p:nvPicPr>
                <p:cNvPr id="32" name="墨迹 31">
                  <a:extLst>
                    <a:ext uri="{FF2B5EF4-FFF2-40B4-BE49-F238E27FC236}">
                      <a16:creationId xmlns:a16="http://schemas.microsoft.com/office/drawing/2014/main" id="{C9738AD9-57FB-B14F-37CC-B2FA9BD1F93A}"/>
                    </a:ext>
                  </a:extLst>
                </p:cNvPr>
                <p:cNvPicPr/>
                <p:nvPr/>
              </p:nvPicPr>
              <p:blipFill>
                <a:blip r:embed="rId51"/>
                <a:stretch>
                  <a:fillRect/>
                </a:stretch>
              </p:blipFill>
              <p:spPr>
                <a:xfrm>
                  <a:off x="2986908" y="4651959"/>
                  <a:ext cx="455760" cy="667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55" name="墨迹 54">
                <a:extLst>
                  <a:ext uri="{FF2B5EF4-FFF2-40B4-BE49-F238E27FC236}">
                    <a16:creationId xmlns:a16="http://schemas.microsoft.com/office/drawing/2014/main" id="{B9EE3513-605D-7CDB-2381-5C4104BB24EC}"/>
                  </a:ext>
                </a:extLst>
              </p14:cNvPr>
              <p14:cNvContentPartPr/>
              <p14:nvPr/>
            </p14:nvContentPartPr>
            <p14:xfrm>
              <a:off x="3510348" y="5535039"/>
              <a:ext cx="178200" cy="68400"/>
            </p14:xfrm>
          </p:contentPart>
        </mc:Choice>
        <mc:Fallback xmlns="">
          <p:pic>
            <p:nvPicPr>
              <p:cNvPr id="55" name="墨迹 54">
                <a:extLst>
                  <a:ext uri="{FF2B5EF4-FFF2-40B4-BE49-F238E27FC236}">
                    <a16:creationId xmlns:a16="http://schemas.microsoft.com/office/drawing/2014/main" id="{B9EE3513-605D-7CDB-2381-5C4104BB24EC}"/>
                  </a:ext>
                </a:extLst>
              </p:cNvPr>
              <p:cNvPicPr/>
              <p:nvPr/>
            </p:nvPicPr>
            <p:blipFill>
              <a:blip r:embed="rId53"/>
              <a:stretch>
                <a:fillRect/>
              </a:stretch>
            </p:blipFill>
            <p:spPr>
              <a:xfrm>
                <a:off x="3492348" y="5517039"/>
                <a:ext cx="213840" cy="104040"/>
              </a:xfrm>
              <a:prstGeom prst="rect">
                <a:avLst/>
              </a:prstGeom>
            </p:spPr>
          </p:pic>
        </mc:Fallback>
      </mc:AlternateContent>
      <p:grpSp>
        <p:nvGrpSpPr>
          <p:cNvPr id="22554" name="组合 22553">
            <a:extLst>
              <a:ext uri="{FF2B5EF4-FFF2-40B4-BE49-F238E27FC236}">
                <a16:creationId xmlns:a16="http://schemas.microsoft.com/office/drawing/2014/main" id="{2D4A2F83-0225-A074-FFA8-F8F28C47663F}"/>
              </a:ext>
            </a:extLst>
          </p:cNvPr>
          <p:cNvGrpSpPr/>
          <p:nvPr/>
        </p:nvGrpSpPr>
        <p:grpSpPr>
          <a:xfrm>
            <a:off x="730068" y="4994679"/>
            <a:ext cx="7838280" cy="1000800"/>
            <a:chOff x="730068" y="4994679"/>
            <a:chExt cx="7838280" cy="1000800"/>
          </a:xfrm>
        </p:grpSpPr>
        <mc:AlternateContent xmlns:mc="http://schemas.openxmlformats.org/markup-compatibility/2006" xmlns:p14="http://schemas.microsoft.com/office/powerpoint/2010/main">
          <mc:Choice Requires="p14">
            <p:contentPart p14:bwMode="auto" r:id="rId54">
              <p14:nvContentPartPr>
                <p14:cNvPr id="37" name="墨迹 36">
                  <a:extLst>
                    <a:ext uri="{FF2B5EF4-FFF2-40B4-BE49-F238E27FC236}">
                      <a16:creationId xmlns:a16="http://schemas.microsoft.com/office/drawing/2014/main" id="{931E6D6D-ED02-B1F6-F27F-64998CB17194}"/>
                    </a:ext>
                  </a:extLst>
                </p14:cNvPr>
                <p14:cNvContentPartPr/>
                <p14:nvPr/>
              </p14:nvContentPartPr>
              <p14:xfrm>
                <a:off x="2786028" y="5451519"/>
                <a:ext cx="209520" cy="59760"/>
              </p14:xfrm>
            </p:contentPart>
          </mc:Choice>
          <mc:Fallback xmlns="">
            <p:pic>
              <p:nvPicPr>
                <p:cNvPr id="37" name="墨迹 36">
                  <a:extLst>
                    <a:ext uri="{FF2B5EF4-FFF2-40B4-BE49-F238E27FC236}">
                      <a16:creationId xmlns:a16="http://schemas.microsoft.com/office/drawing/2014/main" id="{931E6D6D-ED02-B1F6-F27F-64998CB17194}"/>
                    </a:ext>
                  </a:extLst>
                </p:cNvPr>
                <p:cNvPicPr/>
                <p:nvPr/>
              </p:nvPicPr>
              <p:blipFill>
                <a:blip r:embed="rId55"/>
                <a:stretch>
                  <a:fillRect/>
                </a:stretch>
              </p:blipFill>
              <p:spPr>
                <a:xfrm>
                  <a:off x="2768028" y="5433879"/>
                  <a:ext cx="24516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8" name="墨迹 37">
                  <a:extLst>
                    <a:ext uri="{FF2B5EF4-FFF2-40B4-BE49-F238E27FC236}">
                      <a16:creationId xmlns:a16="http://schemas.microsoft.com/office/drawing/2014/main" id="{B3737B1B-6FDB-8FFA-42F3-71E3FA3B2126}"/>
                    </a:ext>
                  </a:extLst>
                </p14:cNvPr>
                <p14:cNvContentPartPr/>
                <p14:nvPr/>
              </p14:nvContentPartPr>
              <p14:xfrm>
                <a:off x="2823108" y="5369439"/>
                <a:ext cx="104400" cy="304920"/>
              </p14:xfrm>
            </p:contentPart>
          </mc:Choice>
          <mc:Fallback xmlns="">
            <p:pic>
              <p:nvPicPr>
                <p:cNvPr id="38" name="墨迹 37">
                  <a:extLst>
                    <a:ext uri="{FF2B5EF4-FFF2-40B4-BE49-F238E27FC236}">
                      <a16:creationId xmlns:a16="http://schemas.microsoft.com/office/drawing/2014/main" id="{B3737B1B-6FDB-8FFA-42F3-71E3FA3B2126}"/>
                    </a:ext>
                  </a:extLst>
                </p:cNvPr>
                <p:cNvPicPr/>
                <p:nvPr/>
              </p:nvPicPr>
              <p:blipFill>
                <a:blip r:embed="rId57"/>
                <a:stretch>
                  <a:fillRect/>
                </a:stretch>
              </p:blipFill>
              <p:spPr>
                <a:xfrm>
                  <a:off x="2805108" y="5351799"/>
                  <a:ext cx="14004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墨迹 38">
                  <a:extLst>
                    <a:ext uri="{FF2B5EF4-FFF2-40B4-BE49-F238E27FC236}">
                      <a16:creationId xmlns:a16="http://schemas.microsoft.com/office/drawing/2014/main" id="{18FC453C-0D8A-5B63-9966-2DE998E45452}"/>
                    </a:ext>
                  </a:extLst>
                </p14:cNvPr>
                <p14:cNvContentPartPr/>
                <p14:nvPr/>
              </p14:nvContentPartPr>
              <p14:xfrm>
                <a:off x="2902308" y="5547639"/>
                <a:ext cx="36720" cy="24840"/>
              </p14:xfrm>
            </p:contentPart>
          </mc:Choice>
          <mc:Fallback xmlns="">
            <p:pic>
              <p:nvPicPr>
                <p:cNvPr id="39" name="墨迹 38">
                  <a:extLst>
                    <a:ext uri="{FF2B5EF4-FFF2-40B4-BE49-F238E27FC236}">
                      <a16:creationId xmlns:a16="http://schemas.microsoft.com/office/drawing/2014/main" id="{18FC453C-0D8A-5B63-9966-2DE998E45452}"/>
                    </a:ext>
                  </a:extLst>
                </p:cNvPr>
                <p:cNvPicPr/>
                <p:nvPr/>
              </p:nvPicPr>
              <p:blipFill>
                <a:blip r:embed="rId59"/>
                <a:stretch>
                  <a:fillRect/>
                </a:stretch>
              </p:blipFill>
              <p:spPr>
                <a:xfrm>
                  <a:off x="2884668" y="5529999"/>
                  <a:ext cx="7236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墨迹 39">
                  <a:extLst>
                    <a:ext uri="{FF2B5EF4-FFF2-40B4-BE49-F238E27FC236}">
                      <a16:creationId xmlns:a16="http://schemas.microsoft.com/office/drawing/2014/main" id="{2D59EB02-0EA2-EB2D-2382-08F4C3266D66}"/>
                    </a:ext>
                  </a:extLst>
                </p14:cNvPr>
                <p14:cNvContentPartPr/>
                <p14:nvPr/>
              </p14:nvContentPartPr>
              <p14:xfrm>
                <a:off x="2595948" y="5618559"/>
                <a:ext cx="599760" cy="106200"/>
              </p14:xfrm>
            </p:contentPart>
          </mc:Choice>
          <mc:Fallback xmlns="">
            <p:pic>
              <p:nvPicPr>
                <p:cNvPr id="40" name="墨迹 39">
                  <a:extLst>
                    <a:ext uri="{FF2B5EF4-FFF2-40B4-BE49-F238E27FC236}">
                      <a16:creationId xmlns:a16="http://schemas.microsoft.com/office/drawing/2014/main" id="{2D59EB02-0EA2-EB2D-2382-08F4C3266D66}"/>
                    </a:ext>
                  </a:extLst>
                </p:cNvPr>
                <p:cNvPicPr/>
                <p:nvPr/>
              </p:nvPicPr>
              <p:blipFill>
                <a:blip r:embed="rId61"/>
                <a:stretch>
                  <a:fillRect/>
                </a:stretch>
              </p:blipFill>
              <p:spPr>
                <a:xfrm>
                  <a:off x="2577948" y="5600919"/>
                  <a:ext cx="6354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墨迹 40">
                  <a:extLst>
                    <a:ext uri="{FF2B5EF4-FFF2-40B4-BE49-F238E27FC236}">
                      <a16:creationId xmlns:a16="http://schemas.microsoft.com/office/drawing/2014/main" id="{D0785CCA-3C7F-7464-6252-ADC4B053685E}"/>
                    </a:ext>
                  </a:extLst>
                </p14:cNvPr>
                <p14:cNvContentPartPr/>
                <p14:nvPr/>
              </p14:nvContentPartPr>
              <p14:xfrm>
                <a:off x="2803308" y="5762199"/>
                <a:ext cx="31680" cy="61560"/>
              </p14:xfrm>
            </p:contentPart>
          </mc:Choice>
          <mc:Fallback xmlns="">
            <p:pic>
              <p:nvPicPr>
                <p:cNvPr id="41" name="墨迹 40">
                  <a:extLst>
                    <a:ext uri="{FF2B5EF4-FFF2-40B4-BE49-F238E27FC236}">
                      <a16:creationId xmlns:a16="http://schemas.microsoft.com/office/drawing/2014/main" id="{D0785CCA-3C7F-7464-6252-ADC4B053685E}"/>
                    </a:ext>
                  </a:extLst>
                </p:cNvPr>
                <p:cNvPicPr/>
                <p:nvPr/>
              </p:nvPicPr>
              <p:blipFill>
                <a:blip r:embed="rId63"/>
                <a:stretch>
                  <a:fillRect/>
                </a:stretch>
              </p:blipFill>
              <p:spPr>
                <a:xfrm>
                  <a:off x="2785668" y="5744559"/>
                  <a:ext cx="673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墨迹 41">
                  <a:extLst>
                    <a:ext uri="{FF2B5EF4-FFF2-40B4-BE49-F238E27FC236}">
                      <a16:creationId xmlns:a16="http://schemas.microsoft.com/office/drawing/2014/main" id="{40FCC602-5F4B-2E18-D69B-8C9A2A29D012}"/>
                    </a:ext>
                  </a:extLst>
                </p14:cNvPr>
                <p14:cNvContentPartPr/>
                <p14:nvPr/>
              </p14:nvContentPartPr>
              <p14:xfrm>
                <a:off x="2866308" y="5743839"/>
                <a:ext cx="43560" cy="80280"/>
              </p14:xfrm>
            </p:contentPart>
          </mc:Choice>
          <mc:Fallback xmlns="">
            <p:pic>
              <p:nvPicPr>
                <p:cNvPr id="42" name="墨迹 41">
                  <a:extLst>
                    <a:ext uri="{FF2B5EF4-FFF2-40B4-BE49-F238E27FC236}">
                      <a16:creationId xmlns:a16="http://schemas.microsoft.com/office/drawing/2014/main" id="{40FCC602-5F4B-2E18-D69B-8C9A2A29D012}"/>
                    </a:ext>
                  </a:extLst>
                </p:cNvPr>
                <p:cNvPicPr/>
                <p:nvPr/>
              </p:nvPicPr>
              <p:blipFill>
                <a:blip r:embed="rId65"/>
                <a:stretch>
                  <a:fillRect/>
                </a:stretch>
              </p:blipFill>
              <p:spPr>
                <a:xfrm>
                  <a:off x="2848308" y="5726199"/>
                  <a:ext cx="792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墨迹 42">
                  <a:extLst>
                    <a:ext uri="{FF2B5EF4-FFF2-40B4-BE49-F238E27FC236}">
                      <a16:creationId xmlns:a16="http://schemas.microsoft.com/office/drawing/2014/main" id="{B0D1A45E-0FCB-97A5-CC98-AAE3D6938665}"/>
                    </a:ext>
                  </a:extLst>
                </p14:cNvPr>
                <p14:cNvContentPartPr/>
                <p14:nvPr/>
              </p14:nvContentPartPr>
              <p14:xfrm>
                <a:off x="2905188" y="5652039"/>
                <a:ext cx="84240" cy="338400"/>
              </p14:xfrm>
            </p:contentPart>
          </mc:Choice>
          <mc:Fallback xmlns="">
            <p:pic>
              <p:nvPicPr>
                <p:cNvPr id="43" name="墨迹 42">
                  <a:extLst>
                    <a:ext uri="{FF2B5EF4-FFF2-40B4-BE49-F238E27FC236}">
                      <a16:creationId xmlns:a16="http://schemas.microsoft.com/office/drawing/2014/main" id="{B0D1A45E-0FCB-97A5-CC98-AAE3D6938665}"/>
                    </a:ext>
                  </a:extLst>
                </p:cNvPr>
                <p:cNvPicPr/>
                <p:nvPr/>
              </p:nvPicPr>
              <p:blipFill>
                <a:blip r:embed="rId67"/>
                <a:stretch>
                  <a:fillRect/>
                </a:stretch>
              </p:blipFill>
              <p:spPr>
                <a:xfrm>
                  <a:off x="2887188" y="5634399"/>
                  <a:ext cx="11988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5" name="墨迹 44">
                  <a:extLst>
                    <a:ext uri="{FF2B5EF4-FFF2-40B4-BE49-F238E27FC236}">
                      <a16:creationId xmlns:a16="http://schemas.microsoft.com/office/drawing/2014/main" id="{6D796098-CADE-C901-9C6C-F37DCA607982}"/>
                    </a:ext>
                  </a:extLst>
                </p14:cNvPr>
                <p14:cNvContentPartPr/>
                <p14:nvPr/>
              </p14:nvContentPartPr>
              <p14:xfrm>
                <a:off x="3080868" y="5437119"/>
                <a:ext cx="214560" cy="184320"/>
              </p14:xfrm>
            </p:contentPart>
          </mc:Choice>
          <mc:Fallback xmlns="">
            <p:pic>
              <p:nvPicPr>
                <p:cNvPr id="45" name="墨迹 44">
                  <a:extLst>
                    <a:ext uri="{FF2B5EF4-FFF2-40B4-BE49-F238E27FC236}">
                      <a16:creationId xmlns:a16="http://schemas.microsoft.com/office/drawing/2014/main" id="{6D796098-CADE-C901-9C6C-F37DCA607982}"/>
                    </a:ext>
                  </a:extLst>
                </p:cNvPr>
                <p:cNvPicPr/>
                <p:nvPr/>
              </p:nvPicPr>
              <p:blipFill>
                <a:blip r:embed="rId69"/>
                <a:stretch>
                  <a:fillRect/>
                </a:stretch>
              </p:blipFill>
              <p:spPr>
                <a:xfrm>
                  <a:off x="3063228" y="5419119"/>
                  <a:ext cx="25020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墨迹 45">
                  <a:extLst>
                    <a:ext uri="{FF2B5EF4-FFF2-40B4-BE49-F238E27FC236}">
                      <a16:creationId xmlns:a16="http://schemas.microsoft.com/office/drawing/2014/main" id="{9047152D-634A-DAE1-257C-783FEF6B6D73}"/>
                    </a:ext>
                  </a:extLst>
                </p14:cNvPr>
                <p14:cNvContentPartPr/>
                <p14:nvPr/>
              </p14:nvContentPartPr>
              <p14:xfrm>
                <a:off x="3221268" y="5547639"/>
                <a:ext cx="26280" cy="444600"/>
              </p14:xfrm>
            </p:contentPart>
          </mc:Choice>
          <mc:Fallback xmlns="">
            <p:pic>
              <p:nvPicPr>
                <p:cNvPr id="46" name="墨迹 45">
                  <a:extLst>
                    <a:ext uri="{FF2B5EF4-FFF2-40B4-BE49-F238E27FC236}">
                      <a16:creationId xmlns:a16="http://schemas.microsoft.com/office/drawing/2014/main" id="{9047152D-634A-DAE1-257C-783FEF6B6D73}"/>
                    </a:ext>
                  </a:extLst>
                </p:cNvPr>
                <p:cNvPicPr/>
                <p:nvPr/>
              </p:nvPicPr>
              <p:blipFill>
                <a:blip r:embed="rId71"/>
                <a:stretch>
                  <a:fillRect/>
                </a:stretch>
              </p:blipFill>
              <p:spPr>
                <a:xfrm>
                  <a:off x="3203268" y="5529999"/>
                  <a:ext cx="61920" cy="480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墨迹 46">
                  <a:extLst>
                    <a:ext uri="{FF2B5EF4-FFF2-40B4-BE49-F238E27FC236}">
                      <a16:creationId xmlns:a16="http://schemas.microsoft.com/office/drawing/2014/main" id="{57AD9E2C-F3EA-4DB7-80AF-3C6C9C49F477}"/>
                    </a:ext>
                  </a:extLst>
                </p14:cNvPr>
                <p14:cNvContentPartPr/>
                <p14:nvPr/>
              </p14:nvContentPartPr>
              <p14:xfrm>
                <a:off x="3319908" y="5578239"/>
                <a:ext cx="10440" cy="51120"/>
              </p14:xfrm>
            </p:contentPart>
          </mc:Choice>
          <mc:Fallback xmlns="">
            <p:pic>
              <p:nvPicPr>
                <p:cNvPr id="47" name="墨迹 46">
                  <a:extLst>
                    <a:ext uri="{FF2B5EF4-FFF2-40B4-BE49-F238E27FC236}">
                      <a16:creationId xmlns:a16="http://schemas.microsoft.com/office/drawing/2014/main" id="{57AD9E2C-F3EA-4DB7-80AF-3C6C9C49F477}"/>
                    </a:ext>
                  </a:extLst>
                </p:cNvPr>
                <p:cNvPicPr/>
                <p:nvPr/>
              </p:nvPicPr>
              <p:blipFill>
                <a:blip r:embed="rId73"/>
                <a:stretch>
                  <a:fillRect/>
                </a:stretch>
              </p:blipFill>
              <p:spPr>
                <a:xfrm>
                  <a:off x="3302268" y="5560599"/>
                  <a:ext cx="4608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墨迹 47">
                  <a:extLst>
                    <a:ext uri="{FF2B5EF4-FFF2-40B4-BE49-F238E27FC236}">
                      <a16:creationId xmlns:a16="http://schemas.microsoft.com/office/drawing/2014/main" id="{9568EBB9-3ED7-E097-15E3-C1D4CE435071}"/>
                    </a:ext>
                  </a:extLst>
                </p14:cNvPr>
                <p14:cNvContentPartPr/>
                <p14:nvPr/>
              </p14:nvContentPartPr>
              <p14:xfrm>
                <a:off x="3362748" y="5522799"/>
                <a:ext cx="119160" cy="93240"/>
              </p14:xfrm>
            </p:contentPart>
          </mc:Choice>
          <mc:Fallback xmlns="">
            <p:pic>
              <p:nvPicPr>
                <p:cNvPr id="48" name="墨迹 47">
                  <a:extLst>
                    <a:ext uri="{FF2B5EF4-FFF2-40B4-BE49-F238E27FC236}">
                      <a16:creationId xmlns:a16="http://schemas.microsoft.com/office/drawing/2014/main" id="{9568EBB9-3ED7-E097-15E3-C1D4CE435071}"/>
                    </a:ext>
                  </a:extLst>
                </p:cNvPr>
                <p:cNvPicPr/>
                <p:nvPr/>
              </p:nvPicPr>
              <p:blipFill>
                <a:blip r:embed="rId75"/>
                <a:stretch>
                  <a:fillRect/>
                </a:stretch>
              </p:blipFill>
              <p:spPr>
                <a:xfrm>
                  <a:off x="3344748" y="5505159"/>
                  <a:ext cx="15480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墨迹 48">
                  <a:extLst>
                    <a:ext uri="{FF2B5EF4-FFF2-40B4-BE49-F238E27FC236}">
                      <a16:creationId xmlns:a16="http://schemas.microsoft.com/office/drawing/2014/main" id="{3AD0C314-BA05-15EA-C25D-D751DFAE2986}"/>
                    </a:ext>
                  </a:extLst>
                </p14:cNvPr>
                <p14:cNvContentPartPr/>
                <p14:nvPr/>
              </p14:nvContentPartPr>
              <p14:xfrm>
                <a:off x="3341148" y="5604519"/>
                <a:ext cx="116280" cy="66960"/>
              </p14:xfrm>
            </p:contentPart>
          </mc:Choice>
          <mc:Fallback xmlns="">
            <p:pic>
              <p:nvPicPr>
                <p:cNvPr id="49" name="墨迹 48">
                  <a:extLst>
                    <a:ext uri="{FF2B5EF4-FFF2-40B4-BE49-F238E27FC236}">
                      <a16:creationId xmlns:a16="http://schemas.microsoft.com/office/drawing/2014/main" id="{3AD0C314-BA05-15EA-C25D-D751DFAE2986}"/>
                    </a:ext>
                  </a:extLst>
                </p:cNvPr>
                <p:cNvPicPr/>
                <p:nvPr/>
              </p:nvPicPr>
              <p:blipFill>
                <a:blip r:embed="rId77"/>
                <a:stretch>
                  <a:fillRect/>
                </a:stretch>
              </p:blipFill>
              <p:spPr>
                <a:xfrm>
                  <a:off x="3323508" y="5586519"/>
                  <a:ext cx="15192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0" name="墨迹 49">
                  <a:extLst>
                    <a:ext uri="{FF2B5EF4-FFF2-40B4-BE49-F238E27FC236}">
                      <a16:creationId xmlns:a16="http://schemas.microsoft.com/office/drawing/2014/main" id="{F48EFEEA-7ED3-C500-1E76-9762AB0949E2}"/>
                    </a:ext>
                  </a:extLst>
                </p14:cNvPr>
                <p14:cNvContentPartPr/>
                <p14:nvPr/>
              </p14:nvContentPartPr>
              <p14:xfrm>
                <a:off x="3361668" y="5608839"/>
                <a:ext cx="68760" cy="234720"/>
              </p14:xfrm>
            </p:contentPart>
          </mc:Choice>
          <mc:Fallback xmlns="">
            <p:pic>
              <p:nvPicPr>
                <p:cNvPr id="50" name="墨迹 49">
                  <a:extLst>
                    <a:ext uri="{FF2B5EF4-FFF2-40B4-BE49-F238E27FC236}">
                      <a16:creationId xmlns:a16="http://schemas.microsoft.com/office/drawing/2014/main" id="{F48EFEEA-7ED3-C500-1E76-9762AB0949E2}"/>
                    </a:ext>
                  </a:extLst>
                </p:cNvPr>
                <p:cNvPicPr/>
                <p:nvPr/>
              </p:nvPicPr>
              <p:blipFill>
                <a:blip r:embed="rId79"/>
                <a:stretch>
                  <a:fillRect/>
                </a:stretch>
              </p:blipFill>
              <p:spPr>
                <a:xfrm>
                  <a:off x="3344028" y="5591199"/>
                  <a:ext cx="10440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 name="墨迹 50">
                  <a:extLst>
                    <a:ext uri="{FF2B5EF4-FFF2-40B4-BE49-F238E27FC236}">
                      <a16:creationId xmlns:a16="http://schemas.microsoft.com/office/drawing/2014/main" id="{4737C663-3828-EE20-282C-8F6BF9B8FC8F}"/>
                    </a:ext>
                  </a:extLst>
                </p14:cNvPr>
                <p14:cNvContentPartPr/>
                <p14:nvPr/>
              </p14:nvContentPartPr>
              <p14:xfrm>
                <a:off x="3301188" y="5694879"/>
                <a:ext cx="12960" cy="151920"/>
              </p14:xfrm>
            </p:contentPart>
          </mc:Choice>
          <mc:Fallback xmlns="">
            <p:pic>
              <p:nvPicPr>
                <p:cNvPr id="51" name="墨迹 50">
                  <a:extLst>
                    <a:ext uri="{FF2B5EF4-FFF2-40B4-BE49-F238E27FC236}">
                      <a16:creationId xmlns:a16="http://schemas.microsoft.com/office/drawing/2014/main" id="{4737C663-3828-EE20-282C-8F6BF9B8FC8F}"/>
                    </a:ext>
                  </a:extLst>
                </p:cNvPr>
                <p:cNvPicPr/>
                <p:nvPr/>
              </p:nvPicPr>
              <p:blipFill>
                <a:blip r:embed="rId81"/>
                <a:stretch>
                  <a:fillRect/>
                </a:stretch>
              </p:blipFill>
              <p:spPr>
                <a:xfrm>
                  <a:off x="3283548" y="5676879"/>
                  <a:ext cx="486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2" name="墨迹 51">
                  <a:extLst>
                    <a:ext uri="{FF2B5EF4-FFF2-40B4-BE49-F238E27FC236}">
                      <a16:creationId xmlns:a16="http://schemas.microsoft.com/office/drawing/2014/main" id="{8A5C0A1E-68B8-33A4-C4FC-C4D46BB9E053}"/>
                    </a:ext>
                  </a:extLst>
                </p14:cNvPr>
                <p14:cNvContentPartPr/>
                <p14:nvPr/>
              </p14:nvContentPartPr>
              <p14:xfrm>
                <a:off x="3412428" y="5649159"/>
                <a:ext cx="92160" cy="216000"/>
              </p14:xfrm>
            </p:contentPart>
          </mc:Choice>
          <mc:Fallback xmlns="">
            <p:pic>
              <p:nvPicPr>
                <p:cNvPr id="52" name="墨迹 51">
                  <a:extLst>
                    <a:ext uri="{FF2B5EF4-FFF2-40B4-BE49-F238E27FC236}">
                      <a16:creationId xmlns:a16="http://schemas.microsoft.com/office/drawing/2014/main" id="{8A5C0A1E-68B8-33A4-C4FC-C4D46BB9E053}"/>
                    </a:ext>
                  </a:extLst>
                </p:cNvPr>
                <p:cNvPicPr/>
                <p:nvPr/>
              </p:nvPicPr>
              <p:blipFill>
                <a:blip r:embed="rId83"/>
                <a:stretch>
                  <a:fillRect/>
                </a:stretch>
              </p:blipFill>
              <p:spPr>
                <a:xfrm>
                  <a:off x="3394788" y="5631519"/>
                  <a:ext cx="1278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6" name="墨迹 55">
                  <a:extLst>
                    <a:ext uri="{FF2B5EF4-FFF2-40B4-BE49-F238E27FC236}">
                      <a16:creationId xmlns:a16="http://schemas.microsoft.com/office/drawing/2014/main" id="{083EB4C3-0571-3218-CA87-9BFF239B8CD2}"/>
                    </a:ext>
                  </a:extLst>
                </p14:cNvPr>
                <p14:cNvContentPartPr/>
                <p14:nvPr/>
              </p14:nvContentPartPr>
              <p14:xfrm>
                <a:off x="3608268" y="5461599"/>
                <a:ext cx="61560" cy="424800"/>
              </p14:xfrm>
            </p:contentPart>
          </mc:Choice>
          <mc:Fallback xmlns="">
            <p:pic>
              <p:nvPicPr>
                <p:cNvPr id="56" name="墨迹 55">
                  <a:extLst>
                    <a:ext uri="{FF2B5EF4-FFF2-40B4-BE49-F238E27FC236}">
                      <a16:creationId xmlns:a16="http://schemas.microsoft.com/office/drawing/2014/main" id="{083EB4C3-0571-3218-CA87-9BFF239B8CD2}"/>
                    </a:ext>
                  </a:extLst>
                </p:cNvPr>
                <p:cNvPicPr/>
                <p:nvPr/>
              </p:nvPicPr>
              <p:blipFill>
                <a:blip r:embed="rId85"/>
                <a:stretch>
                  <a:fillRect/>
                </a:stretch>
              </p:blipFill>
              <p:spPr>
                <a:xfrm>
                  <a:off x="3590268" y="5443959"/>
                  <a:ext cx="97200" cy="460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7" name="墨迹 56">
                  <a:extLst>
                    <a:ext uri="{FF2B5EF4-FFF2-40B4-BE49-F238E27FC236}">
                      <a16:creationId xmlns:a16="http://schemas.microsoft.com/office/drawing/2014/main" id="{6DFE0A4B-D474-103F-67F7-54A9687CDFE2}"/>
                    </a:ext>
                  </a:extLst>
                </p14:cNvPr>
                <p14:cNvContentPartPr/>
                <p14:nvPr/>
              </p14:nvContentPartPr>
              <p14:xfrm>
                <a:off x="3565428" y="5608839"/>
                <a:ext cx="79920" cy="187200"/>
              </p14:xfrm>
            </p:contentPart>
          </mc:Choice>
          <mc:Fallback xmlns="">
            <p:pic>
              <p:nvPicPr>
                <p:cNvPr id="57" name="墨迹 56">
                  <a:extLst>
                    <a:ext uri="{FF2B5EF4-FFF2-40B4-BE49-F238E27FC236}">
                      <a16:creationId xmlns:a16="http://schemas.microsoft.com/office/drawing/2014/main" id="{6DFE0A4B-D474-103F-67F7-54A9687CDFE2}"/>
                    </a:ext>
                  </a:extLst>
                </p:cNvPr>
                <p:cNvPicPr/>
                <p:nvPr/>
              </p:nvPicPr>
              <p:blipFill>
                <a:blip r:embed="rId87"/>
                <a:stretch>
                  <a:fillRect/>
                </a:stretch>
              </p:blipFill>
              <p:spPr>
                <a:xfrm>
                  <a:off x="3547788" y="5591199"/>
                  <a:ext cx="11556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8" name="墨迹 57">
                  <a:extLst>
                    <a:ext uri="{FF2B5EF4-FFF2-40B4-BE49-F238E27FC236}">
                      <a16:creationId xmlns:a16="http://schemas.microsoft.com/office/drawing/2014/main" id="{BCDC24A7-B923-256D-0829-97053FEC61D0}"/>
                    </a:ext>
                  </a:extLst>
                </p14:cNvPr>
                <p14:cNvContentPartPr/>
                <p14:nvPr/>
              </p14:nvContentPartPr>
              <p14:xfrm>
                <a:off x="3651108" y="5639439"/>
                <a:ext cx="61200" cy="68400"/>
              </p14:xfrm>
            </p:contentPart>
          </mc:Choice>
          <mc:Fallback xmlns="">
            <p:pic>
              <p:nvPicPr>
                <p:cNvPr id="58" name="墨迹 57">
                  <a:extLst>
                    <a:ext uri="{FF2B5EF4-FFF2-40B4-BE49-F238E27FC236}">
                      <a16:creationId xmlns:a16="http://schemas.microsoft.com/office/drawing/2014/main" id="{BCDC24A7-B923-256D-0829-97053FEC61D0}"/>
                    </a:ext>
                  </a:extLst>
                </p:cNvPr>
                <p:cNvPicPr/>
                <p:nvPr/>
              </p:nvPicPr>
              <p:blipFill>
                <a:blip r:embed="rId89"/>
                <a:stretch>
                  <a:fillRect/>
                </a:stretch>
              </p:blipFill>
              <p:spPr>
                <a:xfrm>
                  <a:off x="3633468" y="5621799"/>
                  <a:ext cx="968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9" name="墨迹 58">
                  <a:extLst>
                    <a:ext uri="{FF2B5EF4-FFF2-40B4-BE49-F238E27FC236}">
                      <a16:creationId xmlns:a16="http://schemas.microsoft.com/office/drawing/2014/main" id="{A0E90B95-2093-1157-9EF1-A2DBF52515E0}"/>
                    </a:ext>
                  </a:extLst>
                </p14:cNvPr>
                <p14:cNvContentPartPr/>
                <p14:nvPr/>
              </p14:nvContentPartPr>
              <p14:xfrm>
                <a:off x="3741108" y="5492199"/>
                <a:ext cx="39600" cy="78840"/>
              </p14:xfrm>
            </p:contentPart>
          </mc:Choice>
          <mc:Fallback xmlns="">
            <p:pic>
              <p:nvPicPr>
                <p:cNvPr id="59" name="墨迹 58">
                  <a:extLst>
                    <a:ext uri="{FF2B5EF4-FFF2-40B4-BE49-F238E27FC236}">
                      <a16:creationId xmlns:a16="http://schemas.microsoft.com/office/drawing/2014/main" id="{A0E90B95-2093-1157-9EF1-A2DBF52515E0}"/>
                    </a:ext>
                  </a:extLst>
                </p:cNvPr>
                <p:cNvPicPr/>
                <p:nvPr/>
              </p:nvPicPr>
              <p:blipFill>
                <a:blip r:embed="rId91"/>
                <a:stretch>
                  <a:fillRect/>
                </a:stretch>
              </p:blipFill>
              <p:spPr>
                <a:xfrm>
                  <a:off x="3723108" y="5474559"/>
                  <a:ext cx="7524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0" name="墨迹 59">
                  <a:extLst>
                    <a:ext uri="{FF2B5EF4-FFF2-40B4-BE49-F238E27FC236}">
                      <a16:creationId xmlns:a16="http://schemas.microsoft.com/office/drawing/2014/main" id="{59143112-C49B-1562-3FCB-B3DC4B6A41DA}"/>
                    </a:ext>
                  </a:extLst>
                </p14:cNvPr>
                <p14:cNvContentPartPr/>
                <p14:nvPr/>
              </p14:nvContentPartPr>
              <p14:xfrm>
                <a:off x="3694308" y="5573919"/>
                <a:ext cx="152280" cy="29520"/>
              </p14:xfrm>
            </p:contentPart>
          </mc:Choice>
          <mc:Fallback xmlns="">
            <p:pic>
              <p:nvPicPr>
                <p:cNvPr id="60" name="墨迹 59">
                  <a:extLst>
                    <a:ext uri="{FF2B5EF4-FFF2-40B4-BE49-F238E27FC236}">
                      <a16:creationId xmlns:a16="http://schemas.microsoft.com/office/drawing/2014/main" id="{59143112-C49B-1562-3FCB-B3DC4B6A41DA}"/>
                    </a:ext>
                  </a:extLst>
                </p:cNvPr>
                <p:cNvPicPr/>
                <p:nvPr/>
              </p:nvPicPr>
              <p:blipFill>
                <a:blip r:embed="rId93"/>
                <a:stretch>
                  <a:fillRect/>
                </a:stretch>
              </p:blipFill>
              <p:spPr>
                <a:xfrm>
                  <a:off x="3676308" y="5556279"/>
                  <a:ext cx="18792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1" name="墨迹 60">
                  <a:extLst>
                    <a:ext uri="{FF2B5EF4-FFF2-40B4-BE49-F238E27FC236}">
                      <a16:creationId xmlns:a16="http://schemas.microsoft.com/office/drawing/2014/main" id="{20E46691-070C-8CE3-C979-E63108B6338E}"/>
                    </a:ext>
                  </a:extLst>
                </p14:cNvPr>
                <p14:cNvContentPartPr/>
                <p14:nvPr/>
              </p14:nvContentPartPr>
              <p14:xfrm>
                <a:off x="3703668" y="5603079"/>
                <a:ext cx="64800" cy="66960"/>
              </p14:xfrm>
            </p:contentPart>
          </mc:Choice>
          <mc:Fallback xmlns="">
            <p:pic>
              <p:nvPicPr>
                <p:cNvPr id="61" name="墨迹 60">
                  <a:extLst>
                    <a:ext uri="{FF2B5EF4-FFF2-40B4-BE49-F238E27FC236}">
                      <a16:creationId xmlns:a16="http://schemas.microsoft.com/office/drawing/2014/main" id="{20E46691-070C-8CE3-C979-E63108B6338E}"/>
                    </a:ext>
                  </a:extLst>
                </p:cNvPr>
                <p:cNvPicPr/>
                <p:nvPr/>
              </p:nvPicPr>
              <p:blipFill>
                <a:blip r:embed="rId95"/>
                <a:stretch>
                  <a:fillRect/>
                </a:stretch>
              </p:blipFill>
              <p:spPr>
                <a:xfrm>
                  <a:off x="3685668" y="5585079"/>
                  <a:ext cx="10044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2" name="墨迹 61">
                  <a:extLst>
                    <a:ext uri="{FF2B5EF4-FFF2-40B4-BE49-F238E27FC236}">
                      <a16:creationId xmlns:a16="http://schemas.microsoft.com/office/drawing/2014/main" id="{6F825298-AF8D-E2F9-AC6F-8BC090A638EE}"/>
                    </a:ext>
                  </a:extLst>
                </p14:cNvPr>
                <p14:cNvContentPartPr/>
                <p14:nvPr/>
              </p14:nvContentPartPr>
              <p14:xfrm>
                <a:off x="3829308" y="5621079"/>
                <a:ext cx="35640" cy="6840"/>
              </p14:xfrm>
            </p:contentPart>
          </mc:Choice>
          <mc:Fallback xmlns="">
            <p:pic>
              <p:nvPicPr>
                <p:cNvPr id="62" name="墨迹 61">
                  <a:extLst>
                    <a:ext uri="{FF2B5EF4-FFF2-40B4-BE49-F238E27FC236}">
                      <a16:creationId xmlns:a16="http://schemas.microsoft.com/office/drawing/2014/main" id="{6F825298-AF8D-E2F9-AC6F-8BC090A638EE}"/>
                    </a:ext>
                  </a:extLst>
                </p:cNvPr>
                <p:cNvPicPr/>
                <p:nvPr/>
              </p:nvPicPr>
              <p:blipFill>
                <a:blip r:embed="rId97"/>
                <a:stretch>
                  <a:fillRect/>
                </a:stretch>
              </p:blipFill>
              <p:spPr>
                <a:xfrm>
                  <a:off x="3811308" y="5603079"/>
                  <a:ext cx="712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3" name="墨迹 62">
                  <a:extLst>
                    <a:ext uri="{FF2B5EF4-FFF2-40B4-BE49-F238E27FC236}">
                      <a16:creationId xmlns:a16="http://schemas.microsoft.com/office/drawing/2014/main" id="{94FD99E9-0FD8-0CF8-6C18-384FE45188BA}"/>
                    </a:ext>
                  </a:extLst>
                </p14:cNvPr>
                <p14:cNvContentPartPr/>
                <p14:nvPr/>
              </p14:nvContentPartPr>
              <p14:xfrm>
                <a:off x="3670188" y="5645919"/>
                <a:ext cx="196560" cy="253080"/>
              </p14:xfrm>
            </p:contentPart>
          </mc:Choice>
          <mc:Fallback xmlns="">
            <p:pic>
              <p:nvPicPr>
                <p:cNvPr id="63" name="墨迹 62">
                  <a:extLst>
                    <a:ext uri="{FF2B5EF4-FFF2-40B4-BE49-F238E27FC236}">
                      <a16:creationId xmlns:a16="http://schemas.microsoft.com/office/drawing/2014/main" id="{94FD99E9-0FD8-0CF8-6C18-384FE45188BA}"/>
                    </a:ext>
                  </a:extLst>
                </p:cNvPr>
                <p:cNvPicPr/>
                <p:nvPr/>
              </p:nvPicPr>
              <p:blipFill>
                <a:blip r:embed="rId99"/>
                <a:stretch>
                  <a:fillRect/>
                </a:stretch>
              </p:blipFill>
              <p:spPr>
                <a:xfrm>
                  <a:off x="3652188" y="5627919"/>
                  <a:ext cx="23220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22528" name="墨迹 22527">
                  <a:extLst>
                    <a:ext uri="{FF2B5EF4-FFF2-40B4-BE49-F238E27FC236}">
                      <a16:creationId xmlns:a16="http://schemas.microsoft.com/office/drawing/2014/main" id="{3101D5C7-66CA-8957-73C1-403DE9D5FAF7}"/>
                    </a:ext>
                  </a:extLst>
                </p14:cNvPr>
                <p14:cNvContentPartPr/>
                <p14:nvPr/>
              </p14:nvContentPartPr>
              <p14:xfrm>
                <a:off x="3688188" y="5713239"/>
                <a:ext cx="376200" cy="138960"/>
              </p14:xfrm>
            </p:contentPart>
          </mc:Choice>
          <mc:Fallback xmlns="">
            <p:pic>
              <p:nvPicPr>
                <p:cNvPr id="22528" name="墨迹 22527">
                  <a:extLst>
                    <a:ext uri="{FF2B5EF4-FFF2-40B4-BE49-F238E27FC236}">
                      <a16:creationId xmlns:a16="http://schemas.microsoft.com/office/drawing/2014/main" id="{3101D5C7-66CA-8957-73C1-403DE9D5FAF7}"/>
                    </a:ext>
                  </a:extLst>
                </p:cNvPr>
                <p:cNvPicPr/>
                <p:nvPr/>
              </p:nvPicPr>
              <p:blipFill>
                <a:blip r:embed="rId101"/>
                <a:stretch>
                  <a:fillRect/>
                </a:stretch>
              </p:blipFill>
              <p:spPr>
                <a:xfrm>
                  <a:off x="3670188" y="5695599"/>
                  <a:ext cx="4118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22529" name="墨迹 22528">
                  <a:extLst>
                    <a:ext uri="{FF2B5EF4-FFF2-40B4-BE49-F238E27FC236}">
                      <a16:creationId xmlns:a16="http://schemas.microsoft.com/office/drawing/2014/main" id="{C202B1C2-18EF-0DD5-97D1-6970F54A8154}"/>
                    </a:ext>
                  </a:extLst>
                </p14:cNvPr>
                <p14:cNvContentPartPr/>
                <p14:nvPr/>
              </p14:nvContentPartPr>
              <p14:xfrm>
                <a:off x="4055388" y="5541519"/>
                <a:ext cx="105480" cy="216000"/>
              </p14:xfrm>
            </p:contentPart>
          </mc:Choice>
          <mc:Fallback xmlns="">
            <p:pic>
              <p:nvPicPr>
                <p:cNvPr id="22529" name="墨迹 22528">
                  <a:extLst>
                    <a:ext uri="{FF2B5EF4-FFF2-40B4-BE49-F238E27FC236}">
                      <a16:creationId xmlns:a16="http://schemas.microsoft.com/office/drawing/2014/main" id="{C202B1C2-18EF-0DD5-97D1-6970F54A8154}"/>
                    </a:ext>
                  </a:extLst>
                </p:cNvPr>
                <p:cNvPicPr/>
                <p:nvPr/>
              </p:nvPicPr>
              <p:blipFill>
                <a:blip r:embed="rId103"/>
                <a:stretch>
                  <a:fillRect/>
                </a:stretch>
              </p:blipFill>
              <p:spPr>
                <a:xfrm>
                  <a:off x="4037748" y="5523519"/>
                  <a:ext cx="14112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22531" name="墨迹 22530">
                  <a:extLst>
                    <a:ext uri="{FF2B5EF4-FFF2-40B4-BE49-F238E27FC236}">
                      <a16:creationId xmlns:a16="http://schemas.microsoft.com/office/drawing/2014/main" id="{25A84680-B0C5-42AE-F58E-F29D1B218411}"/>
                    </a:ext>
                  </a:extLst>
                </p14:cNvPr>
                <p14:cNvContentPartPr/>
                <p14:nvPr/>
              </p14:nvContentPartPr>
              <p14:xfrm>
                <a:off x="3971508" y="5652039"/>
                <a:ext cx="185400" cy="308160"/>
              </p14:xfrm>
            </p:contentPart>
          </mc:Choice>
          <mc:Fallback xmlns="">
            <p:pic>
              <p:nvPicPr>
                <p:cNvPr id="22531" name="墨迹 22530">
                  <a:extLst>
                    <a:ext uri="{FF2B5EF4-FFF2-40B4-BE49-F238E27FC236}">
                      <a16:creationId xmlns:a16="http://schemas.microsoft.com/office/drawing/2014/main" id="{25A84680-B0C5-42AE-F58E-F29D1B218411}"/>
                    </a:ext>
                  </a:extLst>
                </p:cNvPr>
                <p:cNvPicPr/>
                <p:nvPr/>
              </p:nvPicPr>
              <p:blipFill>
                <a:blip r:embed="rId105"/>
                <a:stretch>
                  <a:fillRect/>
                </a:stretch>
              </p:blipFill>
              <p:spPr>
                <a:xfrm>
                  <a:off x="3953868" y="5634399"/>
                  <a:ext cx="22104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22532" name="墨迹 22531">
                  <a:extLst>
                    <a:ext uri="{FF2B5EF4-FFF2-40B4-BE49-F238E27FC236}">
                      <a16:creationId xmlns:a16="http://schemas.microsoft.com/office/drawing/2014/main" id="{7B24722D-D295-9D50-9E20-0BB4ECE5A6CC}"/>
                    </a:ext>
                  </a:extLst>
                </p14:cNvPr>
                <p14:cNvContentPartPr/>
                <p14:nvPr/>
              </p14:nvContentPartPr>
              <p14:xfrm>
                <a:off x="3872148" y="5810439"/>
                <a:ext cx="245880" cy="68760"/>
              </p14:xfrm>
            </p:contentPart>
          </mc:Choice>
          <mc:Fallback xmlns="">
            <p:pic>
              <p:nvPicPr>
                <p:cNvPr id="22532" name="墨迹 22531">
                  <a:extLst>
                    <a:ext uri="{FF2B5EF4-FFF2-40B4-BE49-F238E27FC236}">
                      <a16:creationId xmlns:a16="http://schemas.microsoft.com/office/drawing/2014/main" id="{7B24722D-D295-9D50-9E20-0BB4ECE5A6CC}"/>
                    </a:ext>
                  </a:extLst>
                </p:cNvPr>
                <p:cNvPicPr/>
                <p:nvPr/>
              </p:nvPicPr>
              <p:blipFill>
                <a:blip r:embed="rId107"/>
                <a:stretch>
                  <a:fillRect/>
                </a:stretch>
              </p:blipFill>
              <p:spPr>
                <a:xfrm>
                  <a:off x="3854148" y="5792799"/>
                  <a:ext cx="28152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22533" name="墨迹 22532">
                  <a:extLst>
                    <a:ext uri="{FF2B5EF4-FFF2-40B4-BE49-F238E27FC236}">
                      <a16:creationId xmlns:a16="http://schemas.microsoft.com/office/drawing/2014/main" id="{41A7BA65-3C64-8D0C-FB52-36F3432ED645}"/>
                    </a:ext>
                  </a:extLst>
                </p14:cNvPr>
                <p14:cNvContentPartPr/>
                <p14:nvPr/>
              </p14:nvContentPartPr>
              <p14:xfrm>
                <a:off x="4142148" y="5553759"/>
                <a:ext cx="147600" cy="126720"/>
              </p14:xfrm>
            </p:contentPart>
          </mc:Choice>
          <mc:Fallback xmlns="">
            <p:pic>
              <p:nvPicPr>
                <p:cNvPr id="22533" name="墨迹 22532">
                  <a:extLst>
                    <a:ext uri="{FF2B5EF4-FFF2-40B4-BE49-F238E27FC236}">
                      <a16:creationId xmlns:a16="http://schemas.microsoft.com/office/drawing/2014/main" id="{41A7BA65-3C64-8D0C-FB52-36F3432ED645}"/>
                    </a:ext>
                  </a:extLst>
                </p:cNvPr>
                <p:cNvPicPr/>
                <p:nvPr/>
              </p:nvPicPr>
              <p:blipFill>
                <a:blip r:embed="rId109"/>
                <a:stretch>
                  <a:fillRect/>
                </a:stretch>
              </p:blipFill>
              <p:spPr>
                <a:xfrm>
                  <a:off x="4124508" y="5535759"/>
                  <a:ext cx="1832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22534" name="墨迹 22533">
                  <a:extLst>
                    <a:ext uri="{FF2B5EF4-FFF2-40B4-BE49-F238E27FC236}">
                      <a16:creationId xmlns:a16="http://schemas.microsoft.com/office/drawing/2014/main" id="{C4838FAE-A09C-41C9-4DD4-DE2076F1C77F}"/>
                    </a:ext>
                  </a:extLst>
                </p14:cNvPr>
                <p14:cNvContentPartPr/>
                <p14:nvPr/>
              </p14:nvContentPartPr>
              <p14:xfrm>
                <a:off x="4209828" y="5639079"/>
                <a:ext cx="140760" cy="13320"/>
              </p14:xfrm>
            </p:contentPart>
          </mc:Choice>
          <mc:Fallback xmlns="">
            <p:pic>
              <p:nvPicPr>
                <p:cNvPr id="22534" name="墨迹 22533">
                  <a:extLst>
                    <a:ext uri="{FF2B5EF4-FFF2-40B4-BE49-F238E27FC236}">
                      <a16:creationId xmlns:a16="http://schemas.microsoft.com/office/drawing/2014/main" id="{C4838FAE-A09C-41C9-4DD4-DE2076F1C77F}"/>
                    </a:ext>
                  </a:extLst>
                </p:cNvPr>
                <p:cNvPicPr/>
                <p:nvPr/>
              </p:nvPicPr>
              <p:blipFill>
                <a:blip r:embed="rId111"/>
                <a:stretch>
                  <a:fillRect/>
                </a:stretch>
              </p:blipFill>
              <p:spPr>
                <a:xfrm>
                  <a:off x="4192188" y="5621439"/>
                  <a:ext cx="17640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22535" name="墨迹 22534">
                  <a:extLst>
                    <a:ext uri="{FF2B5EF4-FFF2-40B4-BE49-F238E27FC236}">
                      <a16:creationId xmlns:a16="http://schemas.microsoft.com/office/drawing/2014/main" id="{E896151B-B0EC-BB6C-4330-C1E2951D3B0B}"/>
                    </a:ext>
                  </a:extLst>
                </p14:cNvPr>
                <p14:cNvContentPartPr/>
                <p14:nvPr/>
              </p14:nvContentPartPr>
              <p14:xfrm>
                <a:off x="4142508" y="5743479"/>
                <a:ext cx="163440" cy="6840"/>
              </p14:xfrm>
            </p:contentPart>
          </mc:Choice>
          <mc:Fallback xmlns="">
            <p:pic>
              <p:nvPicPr>
                <p:cNvPr id="22535" name="墨迹 22534">
                  <a:extLst>
                    <a:ext uri="{FF2B5EF4-FFF2-40B4-BE49-F238E27FC236}">
                      <a16:creationId xmlns:a16="http://schemas.microsoft.com/office/drawing/2014/main" id="{E896151B-B0EC-BB6C-4330-C1E2951D3B0B}"/>
                    </a:ext>
                  </a:extLst>
                </p:cNvPr>
                <p:cNvPicPr/>
                <p:nvPr/>
              </p:nvPicPr>
              <p:blipFill>
                <a:blip r:embed="rId113"/>
                <a:stretch>
                  <a:fillRect/>
                </a:stretch>
              </p:blipFill>
              <p:spPr>
                <a:xfrm>
                  <a:off x="4124508" y="5725839"/>
                  <a:ext cx="1990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22536" name="墨迹 22535">
                  <a:extLst>
                    <a:ext uri="{FF2B5EF4-FFF2-40B4-BE49-F238E27FC236}">
                      <a16:creationId xmlns:a16="http://schemas.microsoft.com/office/drawing/2014/main" id="{5B24EB1F-1926-F8F4-727E-45A7546A2177}"/>
                    </a:ext>
                  </a:extLst>
                </p14:cNvPr>
                <p14:cNvContentPartPr/>
                <p14:nvPr/>
              </p14:nvContentPartPr>
              <p14:xfrm>
                <a:off x="4203708" y="5799279"/>
                <a:ext cx="39960" cy="111600"/>
              </p14:xfrm>
            </p:contentPart>
          </mc:Choice>
          <mc:Fallback xmlns="">
            <p:pic>
              <p:nvPicPr>
                <p:cNvPr id="22536" name="墨迹 22535">
                  <a:extLst>
                    <a:ext uri="{FF2B5EF4-FFF2-40B4-BE49-F238E27FC236}">
                      <a16:creationId xmlns:a16="http://schemas.microsoft.com/office/drawing/2014/main" id="{5B24EB1F-1926-F8F4-727E-45A7546A2177}"/>
                    </a:ext>
                  </a:extLst>
                </p:cNvPr>
                <p:cNvPicPr/>
                <p:nvPr/>
              </p:nvPicPr>
              <p:blipFill>
                <a:blip r:embed="rId115"/>
                <a:stretch>
                  <a:fillRect/>
                </a:stretch>
              </p:blipFill>
              <p:spPr>
                <a:xfrm>
                  <a:off x="4185708" y="5781279"/>
                  <a:ext cx="7560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22537" name="墨迹 22536">
                  <a:extLst>
                    <a:ext uri="{FF2B5EF4-FFF2-40B4-BE49-F238E27FC236}">
                      <a16:creationId xmlns:a16="http://schemas.microsoft.com/office/drawing/2014/main" id="{9928456D-E4A5-4B51-6D6C-538CFB482C9A}"/>
                    </a:ext>
                  </a:extLst>
                </p14:cNvPr>
                <p14:cNvContentPartPr/>
                <p14:nvPr/>
              </p14:nvContentPartPr>
              <p14:xfrm>
                <a:off x="4277508" y="5848239"/>
                <a:ext cx="23760" cy="23040"/>
              </p14:xfrm>
            </p:contentPart>
          </mc:Choice>
          <mc:Fallback xmlns="">
            <p:pic>
              <p:nvPicPr>
                <p:cNvPr id="22537" name="墨迹 22536">
                  <a:extLst>
                    <a:ext uri="{FF2B5EF4-FFF2-40B4-BE49-F238E27FC236}">
                      <a16:creationId xmlns:a16="http://schemas.microsoft.com/office/drawing/2014/main" id="{9928456D-E4A5-4B51-6D6C-538CFB482C9A}"/>
                    </a:ext>
                  </a:extLst>
                </p:cNvPr>
                <p:cNvPicPr/>
                <p:nvPr/>
              </p:nvPicPr>
              <p:blipFill>
                <a:blip r:embed="rId117"/>
                <a:stretch>
                  <a:fillRect/>
                </a:stretch>
              </p:blipFill>
              <p:spPr>
                <a:xfrm>
                  <a:off x="4259508" y="5830599"/>
                  <a:ext cx="5940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22538" name="墨迹 22537">
                  <a:extLst>
                    <a:ext uri="{FF2B5EF4-FFF2-40B4-BE49-F238E27FC236}">
                      <a16:creationId xmlns:a16="http://schemas.microsoft.com/office/drawing/2014/main" id="{C0EAD17C-5484-330B-73FE-A2993A21D17F}"/>
                    </a:ext>
                  </a:extLst>
                </p14:cNvPr>
                <p14:cNvContentPartPr/>
                <p14:nvPr/>
              </p14:nvContentPartPr>
              <p14:xfrm>
                <a:off x="4186068" y="5774439"/>
                <a:ext cx="188280" cy="204840"/>
              </p14:xfrm>
            </p:contentPart>
          </mc:Choice>
          <mc:Fallback xmlns="">
            <p:pic>
              <p:nvPicPr>
                <p:cNvPr id="22538" name="墨迹 22537">
                  <a:extLst>
                    <a:ext uri="{FF2B5EF4-FFF2-40B4-BE49-F238E27FC236}">
                      <a16:creationId xmlns:a16="http://schemas.microsoft.com/office/drawing/2014/main" id="{C0EAD17C-5484-330B-73FE-A2993A21D17F}"/>
                    </a:ext>
                  </a:extLst>
                </p:cNvPr>
                <p:cNvPicPr/>
                <p:nvPr/>
              </p:nvPicPr>
              <p:blipFill>
                <a:blip r:embed="rId119"/>
                <a:stretch>
                  <a:fillRect/>
                </a:stretch>
              </p:blipFill>
              <p:spPr>
                <a:xfrm>
                  <a:off x="4168068" y="5756799"/>
                  <a:ext cx="22392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22539" name="墨迹 22538">
                  <a:extLst>
                    <a:ext uri="{FF2B5EF4-FFF2-40B4-BE49-F238E27FC236}">
                      <a16:creationId xmlns:a16="http://schemas.microsoft.com/office/drawing/2014/main" id="{682EE335-2A94-F0F9-3233-C13E33A75667}"/>
                    </a:ext>
                  </a:extLst>
                </p14:cNvPr>
                <p14:cNvContentPartPr/>
                <p14:nvPr/>
              </p14:nvContentPartPr>
              <p14:xfrm>
                <a:off x="4117668" y="5851119"/>
                <a:ext cx="776880" cy="144360"/>
              </p14:xfrm>
            </p:contentPart>
          </mc:Choice>
          <mc:Fallback xmlns="">
            <p:pic>
              <p:nvPicPr>
                <p:cNvPr id="22539" name="墨迹 22538">
                  <a:extLst>
                    <a:ext uri="{FF2B5EF4-FFF2-40B4-BE49-F238E27FC236}">
                      <a16:creationId xmlns:a16="http://schemas.microsoft.com/office/drawing/2014/main" id="{682EE335-2A94-F0F9-3233-C13E33A75667}"/>
                    </a:ext>
                  </a:extLst>
                </p:cNvPr>
                <p:cNvPicPr/>
                <p:nvPr/>
              </p:nvPicPr>
              <p:blipFill>
                <a:blip r:embed="rId121"/>
                <a:stretch>
                  <a:fillRect/>
                </a:stretch>
              </p:blipFill>
              <p:spPr>
                <a:xfrm>
                  <a:off x="4100028" y="5833479"/>
                  <a:ext cx="8125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2541" name="墨迹 22540">
                  <a:extLst>
                    <a:ext uri="{FF2B5EF4-FFF2-40B4-BE49-F238E27FC236}">
                      <a16:creationId xmlns:a16="http://schemas.microsoft.com/office/drawing/2014/main" id="{17D2FB93-7802-38B4-F54C-1054946B8B19}"/>
                    </a:ext>
                  </a:extLst>
                </p14:cNvPr>
                <p14:cNvContentPartPr/>
                <p14:nvPr/>
              </p14:nvContentPartPr>
              <p14:xfrm>
                <a:off x="730068" y="4994679"/>
                <a:ext cx="4025880" cy="75240"/>
              </p14:xfrm>
            </p:contentPart>
          </mc:Choice>
          <mc:Fallback xmlns="">
            <p:pic>
              <p:nvPicPr>
                <p:cNvPr id="22541" name="墨迹 22540">
                  <a:extLst>
                    <a:ext uri="{FF2B5EF4-FFF2-40B4-BE49-F238E27FC236}">
                      <a16:creationId xmlns:a16="http://schemas.microsoft.com/office/drawing/2014/main" id="{17D2FB93-7802-38B4-F54C-1054946B8B19}"/>
                    </a:ext>
                  </a:extLst>
                </p:cNvPr>
                <p:cNvPicPr/>
                <p:nvPr/>
              </p:nvPicPr>
              <p:blipFill>
                <a:blip r:embed="rId123"/>
                <a:stretch>
                  <a:fillRect/>
                </a:stretch>
              </p:blipFill>
              <p:spPr>
                <a:xfrm>
                  <a:off x="712068" y="4976679"/>
                  <a:ext cx="406152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22542" name="墨迹 22541">
                  <a:extLst>
                    <a:ext uri="{FF2B5EF4-FFF2-40B4-BE49-F238E27FC236}">
                      <a16:creationId xmlns:a16="http://schemas.microsoft.com/office/drawing/2014/main" id="{B8E78C74-B1B8-A293-EDB7-46DAF238CA71}"/>
                    </a:ext>
                  </a:extLst>
                </p14:cNvPr>
                <p14:cNvContentPartPr/>
                <p14:nvPr/>
              </p14:nvContentPartPr>
              <p14:xfrm>
                <a:off x="4958268" y="5021319"/>
                <a:ext cx="3139920" cy="54360"/>
              </p14:xfrm>
            </p:contentPart>
          </mc:Choice>
          <mc:Fallback xmlns="">
            <p:pic>
              <p:nvPicPr>
                <p:cNvPr id="22542" name="墨迹 22541">
                  <a:extLst>
                    <a:ext uri="{FF2B5EF4-FFF2-40B4-BE49-F238E27FC236}">
                      <a16:creationId xmlns:a16="http://schemas.microsoft.com/office/drawing/2014/main" id="{B8E78C74-B1B8-A293-EDB7-46DAF238CA71}"/>
                    </a:ext>
                  </a:extLst>
                </p:cNvPr>
                <p:cNvPicPr/>
                <p:nvPr/>
              </p:nvPicPr>
              <p:blipFill>
                <a:blip r:embed="rId125"/>
                <a:stretch>
                  <a:fillRect/>
                </a:stretch>
              </p:blipFill>
              <p:spPr>
                <a:xfrm>
                  <a:off x="4940628" y="5003319"/>
                  <a:ext cx="317556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22544" name="墨迹 22543">
                  <a:extLst>
                    <a:ext uri="{FF2B5EF4-FFF2-40B4-BE49-F238E27FC236}">
                      <a16:creationId xmlns:a16="http://schemas.microsoft.com/office/drawing/2014/main" id="{D8E3F569-76F1-A423-1211-DB2B3A060D70}"/>
                    </a:ext>
                  </a:extLst>
                </p14:cNvPr>
                <p14:cNvContentPartPr/>
                <p14:nvPr/>
              </p14:nvContentPartPr>
              <p14:xfrm>
                <a:off x="7529748" y="5087199"/>
                <a:ext cx="222120" cy="590760"/>
              </p14:xfrm>
            </p:contentPart>
          </mc:Choice>
          <mc:Fallback xmlns="">
            <p:pic>
              <p:nvPicPr>
                <p:cNvPr id="22544" name="墨迹 22543">
                  <a:extLst>
                    <a:ext uri="{FF2B5EF4-FFF2-40B4-BE49-F238E27FC236}">
                      <a16:creationId xmlns:a16="http://schemas.microsoft.com/office/drawing/2014/main" id="{D8E3F569-76F1-A423-1211-DB2B3A060D70}"/>
                    </a:ext>
                  </a:extLst>
                </p:cNvPr>
                <p:cNvPicPr/>
                <p:nvPr/>
              </p:nvPicPr>
              <p:blipFill>
                <a:blip r:embed="rId127"/>
                <a:stretch>
                  <a:fillRect/>
                </a:stretch>
              </p:blipFill>
              <p:spPr>
                <a:xfrm>
                  <a:off x="7512108" y="5069559"/>
                  <a:ext cx="257760" cy="6264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22545" name="墨迹 22544">
                  <a:extLst>
                    <a:ext uri="{FF2B5EF4-FFF2-40B4-BE49-F238E27FC236}">
                      <a16:creationId xmlns:a16="http://schemas.microsoft.com/office/drawing/2014/main" id="{CE3DE57B-BBD1-7DAF-FCF6-026DCE73E895}"/>
                    </a:ext>
                  </a:extLst>
                </p14:cNvPr>
                <p14:cNvContentPartPr/>
                <p14:nvPr/>
              </p14:nvContentPartPr>
              <p14:xfrm>
                <a:off x="7628028" y="5546199"/>
                <a:ext cx="379800" cy="305280"/>
              </p14:xfrm>
            </p:contentPart>
          </mc:Choice>
          <mc:Fallback xmlns="">
            <p:pic>
              <p:nvPicPr>
                <p:cNvPr id="22545" name="墨迹 22544">
                  <a:extLst>
                    <a:ext uri="{FF2B5EF4-FFF2-40B4-BE49-F238E27FC236}">
                      <a16:creationId xmlns:a16="http://schemas.microsoft.com/office/drawing/2014/main" id="{CE3DE57B-BBD1-7DAF-FCF6-026DCE73E895}"/>
                    </a:ext>
                  </a:extLst>
                </p:cNvPr>
                <p:cNvPicPr/>
                <p:nvPr/>
              </p:nvPicPr>
              <p:blipFill>
                <a:blip r:embed="rId129"/>
                <a:stretch>
                  <a:fillRect/>
                </a:stretch>
              </p:blipFill>
              <p:spPr>
                <a:xfrm>
                  <a:off x="7610028" y="5528559"/>
                  <a:ext cx="415440" cy="3409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22547" name="墨迹 22546">
                  <a:extLst>
                    <a:ext uri="{FF2B5EF4-FFF2-40B4-BE49-F238E27FC236}">
                      <a16:creationId xmlns:a16="http://schemas.microsoft.com/office/drawing/2014/main" id="{5607E764-4F8F-7DEE-D694-89C187AB2E85}"/>
                    </a:ext>
                  </a:extLst>
                </p14:cNvPr>
                <p14:cNvContentPartPr/>
                <p14:nvPr/>
              </p14:nvContentPartPr>
              <p14:xfrm>
                <a:off x="1399668" y="5437119"/>
                <a:ext cx="55080" cy="34200"/>
              </p14:xfrm>
            </p:contentPart>
          </mc:Choice>
          <mc:Fallback xmlns="">
            <p:pic>
              <p:nvPicPr>
                <p:cNvPr id="22547" name="墨迹 22546">
                  <a:extLst>
                    <a:ext uri="{FF2B5EF4-FFF2-40B4-BE49-F238E27FC236}">
                      <a16:creationId xmlns:a16="http://schemas.microsoft.com/office/drawing/2014/main" id="{5607E764-4F8F-7DEE-D694-89C187AB2E85}"/>
                    </a:ext>
                  </a:extLst>
                </p:cNvPr>
                <p:cNvPicPr/>
                <p:nvPr/>
              </p:nvPicPr>
              <p:blipFill>
                <a:blip r:embed="rId131"/>
                <a:stretch>
                  <a:fillRect/>
                </a:stretch>
              </p:blipFill>
              <p:spPr>
                <a:xfrm>
                  <a:off x="1382028" y="5419119"/>
                  <a:ext cx="9072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22548" name="墨迹 22547">
                  <a:extLst>
                    <a:ext uri="{FF2B5EF4-FFF2-40B4-BE49-F238E27FC236}">
                      <a16:creationId xmlns:a16="http://schemas.microsoft.com/office/drawing/2014/main" id="{81D050F8-40CF-4E19-6044-F23BFCEC80E4}"/>
                    </a:ext>
                  </a:extLst>
                </p14:cNvPr>
                <p14:cNvContentPartPr/>
                <p14:nvPr/>
              </p14:nvContentPartPr>
              <p14:xfrm>
                <a:off x="1509828" y="5437119"/>
                <a:ext cx="29160" cy="360"/>
              </p14:xfrm>
            </p:contentPart>
          </mc:Choice>
          <mc:Fallback xmlns="">
            <p:pic>
              <p:nvPicPr>
                <p:cNvPr id="22548" name="墨迹 22547">
                  <a:extLst>
                    <a:ext uri="{FF2B5EF4-FFF2-40B4-BE49-F238E27FC236}">
                      <a16:creationId xmlns:a16="http://schemas.microsoft.com/office/drawing/2014/main" id="{81D050F8-40CF-4E19-6044-F23BFCEC80E4}"/>
                    </a:ext>
                  </a:extLst>
                </p:cNvPr>
                <p:cNvPicPr/>
                <p:nvPr/>
              </p:nvPicPr>
              <p:blipFill>
                <a:blip r:embed="rId133"/>
                <a:stretch>
                  <a:fillRect/>
                </a:stretch>
              </p:blipFill>
              <p:spPr>
                <a:xfrm>
                  <a:off x="1491828" y="5419119"/>
                  <a:ext cx="648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22549" name="墨迹 22548">
                  <a:extLst>
                    <a:ext uri="{FF2B5EF4-FFF2-40B4-BE49-F238E27FC236}">
                      <a16:creationId xmlns:a16="http://schemas.microsoft.com/office/drawing/2014/main" id="{5AF3559C-8A09-4CC9-2E97-7126B014AFE8}"/>
                    </a:ext>
                  </a:extLst>
                </p14:cNvPr>
                <p14:cNvContentPartPr/>
                <p14:nvPr/>
              </p14:nvContentPartPr>
              <p14:xfrm>
                <a:off x="1484988" y="5449719"/>
                <a:ext cx="91440" cy="332640"/>
              </p14:xfrm>
            </p:contentPart>
          </mc:Choice>
          <mc:Fallback xmlns="">
            <p:pic>
              <p:nvPicPr>
                <p:cNvPr id="22549" name="墨迹 22548">
                  <a:extLst>
                    <a:ext uri="{FF2B5EF4-FFF2-40B4-BE49-F238E27FC236}">
                      <a16:creationId xmlns:a16="http://schemas.microsoft.com/office/drawing/2014/main" id="{5AF3559C-8A09-4CC9-2E97-7126B014AFE8}"/>
                    </a:ext>
                  </a:extLst>
                </p:cNvPr>
                <p:cNvPicPr/>
                <p:nvPr/>
              </p:nvPicPr>
              <p:blipFill>
                <a:blip r:embed="rId135"/>
                <a:stretch>
                  <a:fillRect/>
                </a:stretch>
              </p:blipFill>
              <p:spPr>
                <a:xfrm>
                  <a:off x="1466988" y="5431719"/>
                  <a:ext cx="12708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22550" name="墨迹 22549">
                  <a:extLst>
                    <a:ext uri="{FF2B5EF4-FFF2-40B4-BE49-F238E27FC236}">
                      <a16:creationId xmlns:a16="http://schemas.microsoft.com/office/drawing/2014/main" id="{90ADAAA3-9898-35EA-E998-E71E6C8625E3}"/>
                    </a:ext>
                  </a:extLst>
                </p14:cNvPr>
                <p14:cNvContentPartPr/>
                <p14:nvPr/>
              </p14:nvContentPartPr>
              <p14:xfrm>
                <a:off x="2174748" y="5050119"/>
                <a:ext cx="1250280" cy="400320"/>
              </p14:xfrm>
            </p:contentPart>
          </mc:Choice>
          <mc:Fallback xmlns="">
            <p:pic>
              <p:nvPicPr>
                <p:cNvPr id="22550" name="墨迹 22549">
                  <a:extLst>
                    <a:ext uri="{FF2B5EF4-FFF2-40B4-BE49-F238E27FC236}">
                      <a16:creationId xmlns:a16="http://schemas.microsoft.com/office/drawing/2014/main" id="{90ADAAA3-9898-35EA-E998-E71E6C8625E3}"/>
                    </a:ext>
                  </a:extLst>
                </p:cNvPr>
                <p:cNvPicPr/>
                <p:nvPr/>
              </p:nvPicPr>
              <p:blipFill>
                <a:blip r:embed="rId137"/>
                <a:stretch>
                  <a:fillRect/>
                </a:stretch>
              </p:blipFill>
              <p:spPr>
                <a:xfrm>
                  <a:off x="2156748" y="5032479"/>
                  <a:ext cx="128592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22552" name="墨迹 22551">
                  <a:extLst>
                    <a:ext uri="{FF2B5EF4-FFF2-40B4-BE49-F238E27FC236}">
                      <a16:creationId xmlns:a16="http://schemas.microsoft.com/office/drawing/2014/main" id="{69CF664E-FFA7-917F-DE15-8489F254DBC6}"/>
                    </a:ext>
                  </a:extLst>
                </p14:cNvPr>
                <p14:cNvContentPartPr/>
                <p14:nvPr/>
              </p14:nvContentPartPr>
              <p14:xfrm>
                <a:off x="4915428" y="5347119"/>
                <a:ext cx="429480" cy="28800"/>
              </p14:xfrm>
            </p:contentPart>
          </mc:Choice>
          <mc:Fallback xmlns="">
            <p:pic>
              <p:nvPicPr>
                <p:cNvPr id="22552" name="墨迹 22551">
                  <a:extLst>
                    <a:ext uri="{FF2B5EF4-FFF2-40B4-BE49-F238E27FC236}">
                      <a16:creationId xmlns:a16="http://schemas.microsoft.com/office/drawing/2014/main" id="{69CF664E-FFA7-917F-DE15-8489F254DBC6}"/>
                    </a:ext>
                  </a:extLst>
                </p:cNvPr>
                <p:cNvPicPr/>
                <p:nvPr/>
              </p:nvPicPr>
              <p:blipFill>
                <a:blip r:embed="rId139"/>
                <a:stretch>
                  <a:fillRect/>
                </a:stretch>
              </p:blipFill>
              <p:spPr>
                <a:xfrm>
                  <a:off x="4897788" y="5329479"/>
                  <a:ext cx="4651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22553" name="墨迹 22552">
                  <a:extLst>
                    <a:ext uri="{FF2B5EF4-FFF2-40B4-BE49-F238E27FC236}">
                      <a16:creationId xmlns:a16="http://schemas.microsoft.com/office/drawing/2014/main" id="{CFBF3A06-6EA6-C8DB-09C9-797E86E77AAC}"/>
                    </a:ext>
                  </a:extLst>
                </p14:cNvPr>
                <p14:cNvContentPartPr/>
                <p14:nvPr/>
              </p14:nvContentPartPr>
              <p14:xfrm>
                <a:off x="3553188" y="5345319"/>
                <a:ext cx="5015160" cy="80640"/>
              </p14:xfrm>
            </p:contentPart>
          </mc:Choice>
          <mc:Fallback xmlns="">
            <p:pic>
              <p:nvPicPr>
                <p:cNvPr id="22553" name="墨迹 22552">
                  <a:extLst>
                    <a:ext uri="{FF2B5EF4-FFF2-40B4-BE49-F238E27FC236}">
                      <a16:creationId xmlns:a16="http://schemas.microsoft.com/office/drawing/2014/main" id="{CFBF3A06-6EA6-C8DB-09C9-797E86E77AAC}"/>
                    </a:ext>
                  </a:extLst>
                </p:cNvPr>
                <p:cNvPicPr/>
                <p:nvPr/>
              </p:nvPicPr>
              <p:blipFill>
                <a:blip r:embed="rId141"/>
                <a:stretch>
                  <a:fillRect/>
                </a:stretch>
              </p:blipFill>
              <p:spPr>
                <a:xfrm>
                  <a:off x="3535188" y="5327319"/>
                  <a:ext cx="5050800" cy="116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2">
            <p14:nvContentPartPr>
              <p14:cNvPr id="20" name="墨迹 19">
                <a:extLst>
                  <a:ext uri="{FF2B5EF4-FFF2-40B4-BE49-F238E27FC236}">
                    <a16:creationId xmlns:a16="http://schemas.microsoft.com/office/drawing/2014/main" id="{B1120D8F-5000-D4F4-FEE8-3AD0CD9151EA}"/>
                  </a:ext>
                </a:extLst>
              </p14:cNvPr>
              <p14:cNvContentPartPr/>
              <p14:nvPr/>
            </p14:nvContentPartPr>
            <p14:xfrm>
              <a:off x="2798268" y="1424199"/>
              <a:ext cx="492840" cy="61200"/>
            </p14:xfrm>
          </p:contentPart>
        </mc:Choice>
        <mc:Fallback xmlns="">
          <p:pic>
            <p:nvPicPr>
              <p:cNvPr id="20" name="墨迹 19">
                <a:extLst>
                  <a:ext uri="{FF2B5EF4-FFF2-40B4-BE49-F238E27FC236}">
                    <a16:creationId xmlns:a16="http://schemas.microsoft.com/office/drawing/2014/main" id="{B1120D8F-5000-D4F4-FEE8-3AD0CD9151EA}"/>
                  </a:ext>
                </a:extLst>
              </p:cNvPr>
              <p:cNvPicPr/>
              <p:nvPr/>
            </p:nvPicPr>
            <p:blipFill>
              <a:blip r:embed="rId143"/>
              <a:stretch>
                <a:fillRect/>
              </a:stretch>
            </p:blipFill>
            <p:spPr>
              <a:xfrm>
                <a:off x="2780628" y="1406559"/>
                <a:ext cx="528480" cy="96840"/>
              </a:xfrm>
              <a:prstGeom prst="rect">
                <a:avLst/>
              </a:prstGeom>
            </p:spPr>
          </p:pic>
        </mc:Fallback>
      </mc:AlternateContent>
      <p:grpSp>
        <p:nvGrpSpPr>
          <p:cNvPr id="22572" name="组合 22571">
            <a:extLst>
              <a:ext uri="{FF2B5EF4-FFF2-40B4-BE49-F238E27FC236}">
                <a16:creationId xmlns:a16="http://schemas.microsoft.com/office/drawing/2014/main" id="{65A48F2B-8D1A-DFB5-1B9F-5EA008A60F31}"/>
              </a:ext>
            </a:extLst>
          </p:cNvPr>
          <p:cNvGrpSpPr/>
          <p:nvPr/>
        </p:nvGrpSpPr>
        <p:grpSpPr>
          <a:xfrm>
            <a:off x="1079268" y="337359"/>
            <a:ext cx="5034240" cy="756720"/>
            <a:chOff x="1079268" y="337359"/>
            <a:chExt cx="5034240" cy="756720"/>
          </a:xfrm>
        </p:grpSpPr>
        <mc:AlternateContent xmlns:mc="http://schemas.openxmlformats.org/markup-compatibility/2006" xmlns:p14="http://schemas.microsoft.com/office/powerpoint/2010/main">
          <mc:Choice Requires="p14">
            <p:contentPart p14:bwMode="auto" r:id="rId144">
              <p14:nvContentPartPr>
                <p14:cNvPr id="25" name="墨迹 24">
                  <a:extLst>
                    <a:ext uri="{FF2B5EF4-FFF2-40B4-BE49-F238E27FC236}">
                      <a16:creationId xmlns:a16="http://schemas.microsoft.com/office/drawing/2014/main" id="{75207186-BCB5-4C16-7381-1C7BEFCA392B}"/>
                    </a:ext>
                  </a:extLst>
                </p14:cNvPr>
                <p14:cNvContentPartPr/>
                <p14:nvPr/>
              </p14:nvContentPartPr>
              <p14:xfrm>
                <a:off x="1079268" y="380199"/>
                <a:ext cx="43920" cy="450000"/>
              </p14:xfrm>
            </p:contentPart>
          </mc:Choice>
          <mc:Fallback xmlns="">
            <p:pic>
              <p:nvPicPr>
                <p:cNvPr id="25" name="墨迹 24">
                  <a:extLst>
                    <a:ext uri="{FF2B5EF4-FFF2-40B4-BE49-F238E27FC236}">
                      <a16:creationId xmlns:a16="http://schemas.microsoft.com/office/drawing/2014/main" id="{75207186-BCB5-4C16-7381-1C7BEFCA392B}"/>
                    </a:ext>
                  </a:extLst>
                </p:cNvPr>
                <p:cNvPicPr/>
                <p:nvPr/>
              </p:nvPicPr>
              <p:blipFill>
                <a:blip r:embed="rId145"/>
                <a:stretch>
                  <a:fillRect/>
                </a:stretch>
              </p:blipFill>
              <p:spPr>
                <a:xfrm>
                  <a:off x="1061268" y="362559"/>
                  <a:ext cx="7956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29" name="墨迹 28">
                  <a:extLst>
                    <a:ext uri="{FF2B5EF4-FFF2-40B4-BE49-F238E27FC236}">
                      <a16:creationId xmlns:a16="http://schemas.microsoft.com/office/drawing/2014/main" id="{204504A6-9074-FB76-2F62-F9E9F5B229E8}"/>
                    </a:ext>
                  </a:extLst>
                </p14:cNvPr>
                <p14:cNvContentPartPr/>
                <p14:nvPr/>
              </p14:nvContentPartPr>
              <p14:xfrm>
                <a:off x="5921988" y="503319"/>
                <a:ext cx="30960" cy="447840"/>
              </p14:xfrm>
            </p:contentPart>
          </mc:Choice>
          <mc:Fallback xmlns="">
            <p:pic>
              <p:nvPicPr>
                <p:cNvPr id="29" name="墨迹 28">
                  <a:extLst>
                    <a:ext uri="{FF2B5EF4-FFF2-40B4-BE49-F238E27FC236}">
                      <a16:creationId xmlns:a16="http://schemas.microsoft.com/office/drawing/2014/main" id="{204504A6-9074-FB76-2F62-F9E9F5B229E8}"/>
                    </a:ext>
                  </a:extLst>
                </p:cNvPr>
                <p:cNvPicPr/>
                <p:nvPr/>
              </p:nvPicPr>
              <p:blipFill>
                <a:blip r:embed="rId147"/>
                <a:stretch>
                  <a:fillRect/>
                </a:stretch>
              </p:blipFill>
              <p:spPr>
                <a:xfrm>
                  <a:off x="5903988" y="485319"/>
                  <a:ext cx="66600" cy="483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33" name="墨迹 32">
                  <a:extLst>
                    <a:ext uri="{FF2B5EF4-FFF2-40B4-BE49-F238E27FC236}">
                      <a16:creationId xmlns:a16="http://schemas.microsoft.com/office/drawing/2014/main" id="{BFFFE0E4-3EE1-6431-F42D-5FEC492DAE67}"/>
                    </a:ext>
                  </a:extLst>
                </p14:cNvPr>
                <p14:cNvContentPartPr/>
                <p14:nvPr/>
              </p14:nvContentPartPr>
              <p14:xfrm>
                <a:off x="1933188" y="404679"/>
                <a:ext cx="49320" cy="370080"/>
              </p14:xfrm>
            </p:contentPart>
          </mc:Choice>
          <mc:Fallback xmlns="">
            <p:pic>
              <p:nvPicPr>
                <p:cNvPr id="33" name="墨迹 32">
                  <a:extLst>
                    <a:ext uri="{FF2B5EF4-FFF2-40B4-BE49-F238E27FC236}">
                      <a16:creationId xmlns:a16="http://schemas.microsoft.com/office/drawing/2014/main" id="{BFFFE0E4-3EE1-6431-F42D-5FEC492DAE67}"/>
                    </a:ext>
                  </a:extLst>
                </p:cNvPr>
                <p:cNvPicPr/>
                <p:nvPr/>
              </p:nvPicPr>
              <p:blipFill>
                <a:blip r:embed="rId149"/>
                <a:stretch>
                  <a:fillRect/>
                </a:stretch>
              </p:blipFill>
              <p:spPr>
                <a:xfrm>
                  <a:off x="1915188" y="387039"/>
                  <a:ext cx="84960"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34" name="墨迹 33">
                  <a:extLst>
                    <a:ext uri="{FF2B5EF4-FFF2-40B4-BE49-F238E27FC236}">
                      <a16:creationId xmlns:a16="http://schemas.microsoft.com/office/drawing/2014/main" id="{0B2237E9-25F9-75D9-406B-ACA99F9FFC0C}"/>
                    </a:ext>
                  </a:extLst>
                </p14:cNvPr>
                <p14:cNvContentPartPr/>
                <p14:nvPr/>
              </p14:nvContentPartPr>
              <p14:xfrm>
                <a:off x="1988268" y="410799"/>
                <a:ext cx="3158280" cy="492480"/>
              </p14:xfrm>
            </p:contentPart>
          </mc:Choice>
          <mc:Fallback xmlns="">
            <p:pic>
              <p:nvPicPr>
                <p:cNvPr id="34" name="墨迹 33">
                  <a:extLst>
                    <a:ext uri="{FF2B5EF4-FFF2-40B4-BE49-F238E27FC236}">
                      <a16:creationId xmlns:a16="http://schemas.microsoft.com/office/drawing/2014/main" id="{0B2237E9-25F9-75D9-406B-ACA99F9FFC0C}"/>
                    </a:ext>
                  </a:extLst>
                </p:cNvPr>
                <p:cNvPicPr/>
                <p:nvPr/>
              </p:nvPicPr>
              <p:blipFill>
                <a:blip r:embed="rId151"/>
                <a:stretch>
                  <a:fillRect/>
                </a:stretch>
              </p:blipFill>
              <p:spPr>
                <a:xfrm>
                  <a:off x="1970628" y="393159"/>
                  <a:ext cx="3193920" cy="528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35" name="墨迹 34">
                  <a:extLst>
                    <a:ext uri="{FF2B5EF4-FFF2-40B4-BE49-F238E27FC236}">
                      <a16:creationId xmlns:a16="http://schemas.microsoft.com/office/drawing/2014/main" id="{7A1C4180-7B2D-97E8-BD1B-8D29B4FFE124}"/>
                    </a:ext>
                  </a:extLst>
                </p14:cNvPr>
                <p14:cNvContentPartPr/>
                <p14:nvPr/>
              </p14:nvContentPartPr>
              <p14:xfrm>
                <a:off x="1933188" y="791679"/>
                <a:ext cx="2869920" cy="92160"/>
              </p14:xfrm>
            </p:contentPart>
          </mc:Choice>
          <mc:Fallback xmlns="">
            <p:pic>
              <p:nvPicPr>
                <p:cNvPr id="35" name="墨迹 34">
                  <a:extLst>
                    <a:ext uri="{FF2B5EF4-FFF2-40B4-BE49-F238E27FC236}">
                      <a16:creationId xmlns:a16="http://schemas.microsoft.com/office/drawing/2014/main" id="{7A1C4180-7B2D-97E8-BD1B-8D29B4FFE124}"/>
                    </a:ext>
                  </a:extLst>
                </p:cNvPr>
                <p:cNvPicPr/>
                <p:nvPr/>
              </p:nvPicPr>
              <p:blipFill>
                <a:blip r:embed="rId153"/>
                <a:stretch>
                  <a:fillRect/>
                </a:stretch>
              </p:blipFill>
              <p:spPr>
                <a:xfrm>
                  <a:off x="1915188" y="773679"/>
                  <a:ext cx="29055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44" name="墨迹 43">
                  <a:extLst>
                    <a:ext uri="{FF2B5EF4-FFF2-40B4-BE49-F238E27FC236}">
                      <a16:creationId xmlns:a16="http://schemas.microsoft.com/office/drawing/2014/main" id="{52EB792F-149B-5268-2275-A9FB23A4CC2A}"/>
                    </a:ext>
                  </a:extLst>
                </p14:cNvPr>
                <p14:cNvContentPartPr/>
                <p14:nvPr/>
              </p14:nvContentPartPr>
              <p14:xfrm>
                <a:off x="3576588" y="570999"/>
                <a:ext cx="125280" cy="226440"/>
              </p14:xfrm>
            </p:contentPart>
          </mc:Choice>
          <mc:Fallback xmlns="">
            <p:pic>
              <p:nvPicPr>
                <p:cNvPr id="44" name="墨迹 43">
                  <a:extLst>
                    <a:ext uri="{FF2B5EF4-FFF2-40B4-BE49-F238E27FC236}">
                      <a16:creationId xmlns:a16="http://schemas.microsoft.com/office/drawing/2014/main" id="{52EB792F-149B-5268-2275-A9FB23A4CC2A}"/>
                    </a:ext>
                  </a:extLst>
                </p:cNvPr>
                <p:cNvPicPr/>
                <p:nvPr/>
              </p:nvPicPr>
              <p:blipFill>
                <a:blip r:embed="rId155"/>
                <a:stretch>
                  <a:fillRect/>
                </a:stretch>
              </p:blipFill>
              <p:spPr>
                <a:xfrm>
                  <a:off x="3558588" y="553359"/>
                  <a:ext cx="16092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54" name="墨迹 53">
                  <a:extLst>
                    <a:ext uri="{FF2B5EF4-FFF2-40B4-BE49-F238E27FC236}">
                      <a16:creationId xmlns:a16="http://schemas.microsoft.com/office/drawing/2014/main" id="{D11BAAFD-A229-6C39-567A-C17464B5952A}"/>
                    </a:ext>
                  </a:extLst>
                </p14:cNvPr>
                <p14:cNvContentPartPr/>
                <p14:nvPr/>
              </p14:nvContentPartPr>
              <p14:xfrm>
                <a:off x="1233348" y="368319"/>
                <a:ext cx="736560" cy="42840"/>
              </p14:xfrm>
            </p:contentPart>
          </mc:Choice>
          <mc:Fallback xmlns="">
            <p:pic>
              <p:nvPicPr>
                <p:cNvPr id="54" name="墨迹 53">
                  <a:extLst>
                    <a:ext uri="{FF2B5EF4-FFF2-40B4-BE49-F238E27FC236}">
                      <a16:creationId xmlns:a16="http://schemas.microsoft.com/office/drawing/2014/main" id="{D11BAAFD-A229-6C39-567A-C17464B5952A}"/>
                    </a:ext>
                  </a:extLst>
                </p:cNvPr>
                <p:cNvPicPr/>
                <p:nvPr/>
              </p:nvPicPr>
              <p:blipFill>
                <a:blip r:embed="rId157"/>
                <a:stretch>
                  <a:fillRect/>
                </a:stretch>
              </p:blipFill>
              <p:spPr>
                <a:xfrm>
                  <a:off x="1215708" y="350679"/>
                  <a:ext cx="7722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22540" name="墨迹 22539">
                  <a:extLst>
                    <a:ext uri="{FF2B5EF4-FFF2-40B4-BE49-F238E27FC236}">
                      <a16:creationId xmlns:a16="http://schemas.microsoft.com/office/drawing/2014/main" id="{9E928D66-6757-C933-A2F4-9D74FDBC2BFA}"/>
                    </a:ext>
                  </a:extLst>
                </p14:cNvPr>
                <p14:cNvContentPartPr/>
                <p14:nvPr/>
              </p14:nvContentPartPr>
              <p14:xfrm>
                <a:off x="1239468" y="757119"/>
                <a:ext cx="736200" cy="10800"/>
              </p14:xfrm>
            </p:contentPart>
          </mc:Choice>
          <mc:Fallback xmlns="">
            <p:pic>
              <p:nvPicPr>
                <p:cNvPr id="22540" name="墨迹 22539">
                  <a:extLst>
                    <a:ext uri="{FF2B5EF4-FFF2-40B4-BE49-F238E27FC236}">
                      <a16:creationId xmlns:a16="http://schemas.microsoft.com/office/drawing/2014/main" id="{9E928D66-6757-C933-A2F4-9D74FDBC2BFA}"/>
                    </a:ext>
                  </a:extLst>
                </p:cNvPr>
                <p:cNvPicPr/>
                <p:nvPr/>
              </p:nvPicPr>
              <p:blipFill>
                <a:blip r:embed="rId159"/>
                <a:stretch>
                  <a:fillRect/>
                </a:stretch>
              </p:blipFill>
              <p:spPr>
                <a:xfrm>
                  <a:off x="1221828" y="739479"/>
                  <a:ext cx="7718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22546" name="墨迹 22545">
                  <a:extLst>
                    <a:ext uri="{FF2B5EF4-FFF2-40B4-BE49-F238E27FC236}">
                      <a16:creationId xmlns:a16="http://schemas.microsoft.com/office/drawing/2014/main" id="{3336DE8D-FE5D-7940-CB37-8DBADBAABDD7}"/>
                    </a:ext>
                  </a:extLst>
                </p14:cNvPr>
                <p14:cNvContentPartPr/>
                <p14:nvPr/>
              </p14:nvContentPartPr>
              <p14:xfrm>
                <a:off x="5228628" y="466239"/>
                <a:ext cx="632520" cy="46800"/>
              </p14:xfrm>
            </p:contentPart>
          </mc:Choice>
          <mc:Fallback xmlns="">
            <p:pic>
              <p:nvPicPr>
                <p:cNvPr id="22546" name="墨迹 22545">
                  <a:extLst>
                    <a:ext uri="{FF2B5EF4-FFF2-40B4-BE49-F238E27FC236}">
                      <a16:creationId xmlns:a16="http://schemas.microsoft.com/office/drawing/2014/main" id="{3336DE8D-FE5D-7940-CB37-8DBADBAABDD7}"/>
                    </a:ext>
                  </a:extLst>
                </p:cNvPr>
                <p:cNvPicPr/>
                <p:nvPr/>
              </p:nvPicPr>
              <p:blipFill>
                <a:blip r:embed="rId161"/>
                <a:stretch>
                  <a:fillRect/>
                </a:stretch>
              </p:blipFill>
              <p:spPr>
                <a:xfrm>
                  <a:off x="5210628" y="448599"/>
                  <a:ext cx="66816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22551" name="墨迹 22550">
                  <a:extLst>
                    <a:ext uri="{FF2B5EF4-FFF2-40B4-BE49-F238E27FC236}">
                      <a16:creationId xmlns:a16="http://schemas.microsoft.com/office/drawing/2014/main" id="{48A78DE8-D672-1FBC-D155-4227E3CEEF02}"/>
                    </a:ext>
                  </a:extLst>
                </p14:cNvPr>
                <p14:cNvContentPartPr/>
                <p14:nvPr/>
              </p14:nvContentPartPr>
              <p14:xfrm>
                <a:off x="5105868" y="871239"/>
                <a:ext cx="1007640" cy="31680"/>
              </p14:xfrm>
            </p:contentPart>
          </mc:Choice>
          <mc:Fallback xmlns="">
            <p:pic>
              <p:nvPicPr>
                <p:cNvPr id="22551" name="墨迹 22550">
                  <a:extLst>
                    <a:ext uri="{FF2B5EF4-FFF2-40B4-BE49-F238E27FC236}">
                      <a16:creationId xmlns:a16="http://schemas.microsoft.com/office/drawing/2014/main" id="{48A78DE8-D672-1FBC-D155-4227E3CEEF02}"/>
                    </a:ext>
                  </a:extLst>
                </p:cNvPr>
                <p:cNvPicPr/>
                <p:nvPr/>
              </p:nvPicPr>
              <p:blipFill>
                <a:blip r:embed="rId163"/>
                <a:stretch>
                  <a:fillRect/>
                </a:stretch>
              </p:blipFill>
              <p:spPr>
                <a:xfrm>
                  <a:off x="5087868" y="853599"/>
                  <a:ext cx="104328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22555" name="墨迹 22554">
                  <a:extLst>
                    <a:ext uri="{FF2B5EF4-FFF2-40B4-BE49-F238E27FC236}">
                      <a16:creationId xmlns:a16="http://schemas.microsoft.com/office/drawing/2014/main" id="{D4BFECD5-562D-D62F-9A99-4934F64554B3}"/>
                    </a:ext>
                  </a:extLst>
                </p14:cNvPr>
                <p14:cNvContentPartPr/>
                <p14:nvPr/>
              </p14:nvContentPartPr>
              <p14:xfrm>
                <a:off x="1282308" y="445359"/>
                <a:ext cx="148320" cy="33480"/>
              </p14:xfrm>
            </p:contentPart>
          </mc:Choice>
          <mc:Fallback xmlns="">
            <p:pic>
              <p:nvPicPr>
                <p:cNvPr id="22555" name="墨迹 22554">
                  <a:extLst>
                    <a:ext uri="{FF2B5EF4-FFF2-40B4-BE49-F238E27FC236}">
                      <a16:creationId xmlns:a16="http://schemas.microsoft.com/office/drawing/2014/main" id="{D4BFECD5-562D-D62F-9A99-4934F64554B3}"/>
                    </a:ext>
                  </a:extLst>
                </p:cNvPr>
                <p:cNvPicPr/>
                <p:nvPr/>
              </p:nvPicPr>
              <p:blipFill>
                <a:blip r:embed="rId165"/>
                <a:stretch>
                  <a:fillRect/>
                </a:stretch>
              </p:blipFill>
              <p:spPr>
                <a:xfrm>
                  <a:off x="1264668" y="427359"/>
                  <a:ext cx="1839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22556" name="墨迹 22555">
                  <a:extLst>
                    <a:ext uri="{FF2B5EF4-FFF2-40B4-BE49-F238E27FC236}">
                      <a16:creationId xmlns:a16="http://schemas.microsoft.com/office/drawing/2014/main" id="{A1DC9AC9-B7FE-368F-A045-241EF654E558}"/>
                    </a:ext>
                  </a:extLst>
                </p14:cNvPr>
                <p14:cNvContentPartPr/>
                <p14:nvPr/>
              </p14:nvContentPartPr>
              <p14:xfrm>
                <a:off x="1382388" y="398919"/>
                <a:ext cx="16920" cy="142920"/>
              </p14:xfrm>
            </p:contentPart>
          </mc:Choice>
          <mc:Fallback xmlns="">
            <p:pic>
              <p:nvPicPr>
                <p:cNvPr id="22556" name="墨迹 22555">
                  <a:extLst>
                    <a:ext uri="{FF2B5EF4-FFF2-40B4-BE49-F238E27FC236}">
                      <a16:creationId xmlns:a16="http://schemas.microsoft.com/office/drawing/2014/main" id="{A1DC9AC9-B7FE-368F-A045-241EF654E558}"/>
                    </a:ext>
                  </a:extLst>
                </p:cNvPr>
                <p:cNvPicPr/>
                <p:nvPr/>
              </p:nvPicPr>
              <p:blipFill>
                <a:blip r:embed="rId167"/>
                <a:stretch>
                  <a:fillRect/>
                </a:stretch>
              </p:blipFill>
              <p:spPr>
                <a:xfrm>
                  <a:off x="1364748" y="380919"/>
                  <a:ext cx="5256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22557" name="墨迹 22556">
                  <a:extLst>
                    <a:ext uri="{FF2B5EF4-FFF2-40B4-BE49-F238E27FC236}">
                      <a16:creationId xmlns:a16="http://schemas.microsoft.com/office/drawing/2014/main" id="{2FD9B052-8DC1-DA1F-7CAC-6CC56DEF0581}"/>
                    </a:ext>
                  </a:extLst>
                </p14:cNvPr>
                <p14:cNvContentPartPr/>
                <p14:nvPr/>
              </p14:nvContentPartPr>
              <p14:xfrm>
                <a:off x="1368348" y="512319"/>
                <a:ext cx="183240" cy="40320"/>
              </p14:xfrm>
            </p:contentPart>
          </mc:Choice>
          <mc:Fallback xmlns="">
            <p:pic>
              <p:nvPicPr>
                <p:cNvPr id="22557" name="墨迹 22556">
                  <a:extLst>
                    <a:ext uri="{FF2B5EF4-FFF2-40B4-BE49-F238E27FC236}">
                      <a16:creationId xmlns:a16="http://schemas.microsoft.com/office/drawing/2014/main" id="{2FD9B052-8DC1-DA1F-7CAC-6CC56DEF0581}"/>
                    </a:ext>
                  </a:extLst>
                </p:cNvPr>
                <p:cNvPicPr/>
                <p:nvPr/>
              </p:nvPicPr>
              <p:blipFill>
                <a:blip r:embed="rId169"/>
                <a:stretch>
                  <a:fillRect/>
                </a:stretch>
              </p:blipFill>
              <p:spPr>
                <a:xfrm>
                  <a:off x="1350708" y="494319"/>
                  <a:ext cx="21888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22558" name="墨迹 22557">
                  <a:extLst>
                    <a:ext uri="{FF2B5EF4-FFF2-40B4-BE49-F238E27FC236}">
                      <a16:creationId xmlns:a16="http://schemas.microsoft.com/office/drawing/2014/main" id="{AD2800A3-7F8E-48CE-8A10-5FB0630A83B9}"/>
                    </a:ext>
                  </a:extLst>
                </p14:cNvPr>
                <p14:cNvContentPartPr/>
                <p14:nvPr/>
              </p14:nvContentPartPr>
              <p14:xfrm>
                <a:off x="1484628" y="515199"/>
                <a:ext cx="31320" cy="158760"/>
              </p14:xfrm>
            </p:contentPart>
          </mc:Choice>
          <mc:Fallback xmlns="">
            <p:pic>
              <p:nvPicPr>
                <p:cNvPr id="22558" name="墨迹 22557">
                  <a:extLst>
                    <a:ext uri="{FF2B5EF4-FFF2-40B4-BE49-F238E27FC236}">
                      <a16:creationId xmlns:a16="http://schemas.microsoft.com/office/drawing/2014/main" id="{AD2800A3-7F8E-48CE-8A10-5FB0630A83B9}"/>
                    </a:ext>
                  </a:extLst>
                </p:cNvPr>
                <p:cNvPicPr/>
                <p:nvPr/>
              </p:nvPicPr>
              <p:blipFill>
                <a:blip r:embed="rId171"/>
                <a:stretch>
                  <a:fillRect/>
                </a:stretch>
              </p:blipFill>
              <p:spPr>
                <a:xfrm>
                  <a:off x="1466628" y="497559"/>
                  <a:ext cx="669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22559" name="墨迹 22558">
                  <a:extLst>
                    <a:ext uri="{FF2B5EF4-FFF2-40B4-BE49-F238E27FC236}">
                      <a16:creationId xmlns:a16="http://schemas.microsoft.com/office/drawing/2014/main" id="{F6548C61-34E6-D47C-80F1-ACF720217579}"/>
                    </a:ext>
                  </a:extLst>
                </p14:cNvPr>
                <p14:cNvContentPartPr/>
                <p14:nvPr/>
              </p14:nvContentPartPr>
              <p14:xfrm>
                <a:off x="1484988" y="594399"/>
                <a:ext cx="72720" cy="31680"/>
              </p14:xfrm>
            </p:contentPart>
          </mc:Choice>
          <mc:Fallback xmlns="">
            <p:pic>
              <p:nvPicPr>
                <p:cNvPr id="22559" name="墨迹 22558">
                  <a:extLst>
                    <a:ext uri="{FF2B5EF4-FFF2-40B4-BE49-F238E27FC236}">
                      <a16:creationId xmlns:a16="http://schemas.microsoft.com/office/drawing/2014/main" id="{F6548C61-34E6-D47C-80F1-ACF720217579}"/>
                    </a:ext>
                  </a:extLst>
                </p:cNvPr>
                <p:cNvPicPr/>
                <p:nvPr/>
              </p:nvPicPr>
              <p:blipFill>
                <a:blip r:embed="rId173"/>
                <a:stretch>
                  <a:fillRect/>
                </a:stretch>
              </p:blipFill>
              <p:spPr>
                <a:xfrm>
                  <a:off x="1466988" y="576759"/>
                  <a:ext cx="10836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22560" name="墨迹 22559">
                  <a:extLst>
                    <a:ext uri="{FF2B5EF4-FFF2-40B4-BE49-F238E27FC236}">
                      <a16:creationId xmlns:a16="http://schemas.microsoft.com/office/drawing/2014/main" id="{00C42581-E952-BFBA-02BB-C3A386CCDA64}"/>
                    </a:ext>
                  </a:extLst>
                </p14:cNvPr>
                <p14:cNvContentPartPr/>
                <p14:nvPr/>
              </p14:nvContentPartPr>
              <p14:xfrm>
                <a:off x="1252068" y="582879"/>
                <a:ext cx="104400" cy="120960"/>
              </p14:xfrm>
            </p:contentPart>
          </mc:Choice>
          <mc:Fallback xmlns="">
            <p:pic>
              <p:nvPicPr>
                <p:cNvPr id="22560" name="墨迹 22559">
                  <a:extLst>
                    <a:ext uri="{FF2B5EF4-FFF2-40B4-BE49-F238E27FC236}">
                      <a16:creationId xmlns:a16="http://schemas.microsoft.com/office/drawing/2014/main" id="{00C42581-E952-BFBA-02BB-C3A386CCDA64}"/>
                    </a:ext>
                  </a:extLst>
                </p:cNvPr>
                <p:cNvPicPr/>
                <p:nvPr/>
              </p:nvPicPr>
              <p:blipFill>
                <a:blip r:embed="rId175"/>
                <a:stretch>
                  <a:fillRect/>
                </a:stretch>
              </p:blipFill>
              <p:spPr>
                <a:xfrm>
                  <a:off x="1234068" y="564879"/>
                  <a:ext cx="1400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22561" name="墨迹 22560">
                  <a:extLst>
                    <a:ext uri="{FF2B5EF4-FFF2-40B4-BE49-F238E27FC236}">
                      <a16:creationId xmlns:a16="http://schemas.microsoft.com/office/drawing/2014/main" id="{DD97AAB0-CF15-A59D-B712-07691579FCDE}"/>
                    </a:ext>
                  </a:extLst>
                </p14:cNvPr>
                <p14:cNvContentPartPr/>
                <p14:nvPr/>
              </p14:nvContentPartPr>
              <p14:xfrm>
                <a:off x="1325508" y="613479"/>
                <a:ext cx="517320" cy="246240"/>
              </p14:xfrm>
            </p:contentPart>
          </mc:Choice>
          <mc:Fallback xmlns="">
            <p:pic>
              <p:nvPicPr>
                <p:cNvPr id="22561" name="墨迹 22560">
                  <a:extLst>
                    <a:ext uri="{FF2B5EF4-FFF2-40B4-BE49-F238E27FC236}">
                      <a16:creationId xmlns:a16="http://schemas.microsoft.com/office/drawing/2014/main" id="{DD97AAB0-CF15-A59D-B712-07691579FCDE}"/>
                    </a:ext>
                  </a:extLst>
                </p:cNvPr>
                <p:cNvPicPr/>
                <p:nvPr/>
              </p:nvPicPr>
              <p:blipFill>
                <a:blip r:embed="rId177"/>
                <a:stretch>
                  <a:fillRect/>
                </a:stretch>
              </p:blipFill>
              <p:spPr>
                <a:xfrm>
                  <a:off x="1307868" y="595479"/>
                  <a:ext cx="55296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22562" name="墨迹 22561">
                  <a:extLst>
                    <a:ext uri="{FF2B5EF4-FFF2-40B4-BE49-F238E27FC236}">
                      <a16:creationId xmlns:a16="http://schemas.microsoft.com/office/drawing/2014/main" id="{4CE10F29-0DDB-DC05-0413-2C6E9F218820}"/>
                    </a:ext>
                  </a:extLst>
                </p14:cNvPr>
                <p14:cNvContentPartPr/>
                <p14:nvPr/>
              </p14:nvContentPartPr>
              <p14:xfrm>
                <a:off x="1633308" y="459759"/>
                <a:ext cx="140760" cy="173160"/>
              </p14:xfrm>
            </p:contentPart>
          </mc:Choice>
          <mc:Fallback xmlns="">
            <p:pic>
              <p:nvPicPr>
                <p:cNvPr id="22562" name="墨迹 22561">
                  <a:extLst>
                    <a:ext uri="{FF2B5EF4-FFF2-40B4-BE49-F238E27FC236}">
                      <a16:creationId xmlns:a16="http://schemas.microsoft.com/office/drawing/2014/main" id="{4CE10F29-0DDB-DC05-0413-2C6E9F218820}"/>
                    </a:ext>
                  </a:extLst>
                </p:cNvPr>
                <p:cNvPicPr/>
                <p:nvPr/>
              </p:nvPicPr>
              <p:blipFill>
                <a:blip r:embed="rId179"/>
                <a:stretch>
                  <a:fillRect/>
                </a:stretch>
              </p:blipFill>
              <p:spPr>
                <a:xfrm>
                  <a:off x="1615308" y="442119"/>
                  <a:ext cx="17640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22563" name="墨迹 22562">
                  <a:extLst>
                    <a:ext uri="{FF2B5EF4-FFF2-40B4-BE49-F238E27FC236}">
                      <a16:creationId xmlns:a16="http://schemas.microsoft.com/office/drawing/2014/main" id="{B4ED4DE6-C85D-DA7C-D9A9-89934E618239}"/>
                    </a:ext>
                  </a:extLst>
                </p14:cNvPr>
                <p14:cNvContentPartPr/>
                <p14:nvPr/>
              </p14:nvContentPartPr>
              <p14:xfrm>
                <a:off x="1667148" y="601239"/>
                <a:ext cx="60120" cy="135000"/>
              </p14:xfrm>
            </p:contentPart>
          </mc:Choice>
          <mc:Fallback xmlns="">
            <p:pic>
              <p:nvPicPr>
                <p:cNvPr id="22563" name="墨迹 22562">
                  <a:extLst>
                    <a:ext uri="{FF2B5EF4-FFF2-40B4-BE49-F238E27FC236}">
                      <a16:creationId xmlns:a16="http://schemas.microsoft.com/office/drawing/2014/main" id="{B4ED4DE6-C85D-DA7C-D9A9-89934E618239}"/>
                    </a:ext>
                  </a:extLst>
                </p:cNvPr>
                <p:cNvPicPr/>
                <p:nvPr/>
              </p:nvPicPr>
              <p:blipFill>
                <a:blip r:embed="rId181"/>
                <a:stretch>
                  <a:fillRect/>
                </a:stretch>
              </p:blipFill>
              <p:spPr>
                <a:xfrm>
                  <a:off x="1649508" y="583599"/>
                  <a:ext cx="9576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22565" name="墨迹 22564">
                  <a:extLst>
                    <a:ext uri="{FF2B5EF4-FFF2-40B4-BE49-F238E27FC236}">
                      <a16:creationId xmlns:a16="http://schemas.microsoft.com/office/drawing/2014/main" id="{22F1DDD5-4394-6F2F-0E15-5C156D9297FA}"/>
                    </a:ext>
                  </a:extLst>
                </p14:cNvPr>
                <p14:cNvContentPartPr/>
                <p14:nvPr/>
              </p14:nvContentPartPr>
              <p14:xfrm>
                <a:off x="5214228" y="337359"/>
                <a:ext cx="345600" cy="380880"/>
              </p14:xfrm>
            </p:contentPart>
          </mc:Choice>
          <mc:Fallback xmlns="">
            <p:pic>
              <p:nvPicPr>
                <p:cNvPr id="22565" name="墨迹 22564">
                  <a:extLst>
                    <a:ext uri="{FF2B5EF4-FFF2-40B4-BE49-F238E27FC236}">
                      <a16:creationId xmlns:a16="http://schemas.microsoft.com/office/drawing/2014/main" id="{22F1DDD5-4394-6F2F-0E15-5C156D9297FA}"/>
                    </a:ext>
                  </a:extLst>
                </p:cNvPr>
                <p:cNvPicPr/>
                <p:nvPr/>
              </p:nvPicPr>
              <p:blipFill>
                <a:blip r:embed="rId183"/>
                <a:stretch>
                  <a:fillRect/>
                </a:stretch>
              </p:blipFill>
              <p:spPr>
                <a:xfrm>
                  <a:off x="5196228" y="319359"/>
                  <a:ext cx="38124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22566" name="墨迹 22565">
                  <a:extLst>
                    <a:ext uri="{FF2B5EF4-FFF2-40B4-BE49-F238E27FC236}">
                      <a16:creationId xmlns:a16="http://schemas.microsoft.com/office/drawing/2014/main" id="{E344D8F0-5505-860C-DAD8-A00E823B6F85}"/>
                    </a:ext>
                  </a:extLst>
                </p14:cNvPr>
                <p14:cNvContentPartPr/>
                <p14:nvPr/>
              </p14:nvContentPartPr>
              <p14:xfrm>
                <a:off x="5412588" y="570639"/>
                <a:ext cx="12600" cy="442800"/>
              </p14:xfrm>
            </p:contentPart>
          </mc:Choice>
          <mc:Fallback xmlns="">
            <p:pic>
              <p:nvPicPr>
                <p:cNvPr id="22566" name="墨迹 22565">
                  <a:extLst>
                    <a:ext uri="{FF2B5EF4-FFF2-40B4-BE49-F238E27FC236}">
                      <a16:creationId xmlns:a16="http://schemas.microsoft.com/office/drawing/2014/main" id="{E344D8F0-5505-860C-DAD8-A00E823B6F85}"/>
                    </a:ext>
                  </a:extLst>
                </p:cNvPr>
                <p:cNvPicPr/>
                <p:nvPr/>
              </p:nvPicPr>
              <p:blipFill>
                <a:blip r:embed="rId185"/>
                <a:stretch>
                  <a:fillRect/>
                </a:stretch>
              </p:blipFill>
              <p:spPr>
                <a:xfrm>
                  <a:off x="5394588" y="552999"/>
                  <a:ext cx="4824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22567" name="墨迹 22566">
                  <a:extLst>
                    <a:ext uri="{FF2B5EF4-FFF2-40B4-BE49-F238E27FC236}">
                      <a16:creationId xmlns:a16="http://schemas.microsoft.com/office/drawing/2014/main" id="{498E26C6-5444-7AB5-C1F2-83A79990AF5C}"/>
                    </a:ext>
                  </a:extLst>
                </p14:cNvPr>
                <p14:cNvContentPartPr/>
                <p14:nvPr/>
              </p14:nvContentPartPr>
              <p14:xfrm>
                <a:off x="5649828" y="386679"/>
                <a:ext cx="32760" cy="106920"/>
              </p14:xfrm>
            </p:contentPart>
          </mc:Choice>
          <mc:Fallback xmlns="">
            <p:pic>
              <p:nvPicPr>
                <p:cNvPr id="22567" name="墨迹 22566">
                  <a:extLst>
                    <a:ext uri="{FF2B5EF4-FFF2-40B4-BE49-F238E27FC236}">
                      <a16:creationId xmlns:a16="http://schemas.microsoft.com/office/drawing/2014/main" id="{498E26C6-5444-7AB5-C1F2-83A79990AF5C}"/>
                    </a:ext>
                  </a:extLst>
                </p:cNvPr>
                <p:cNvPicPr/>
                <p:nvPr/>
              </p:nvPicPr>
              <p:blipFill>
                <a:blip r:embed="rId187"/>
                <a:stretch>
                  <a:fillRect/>
                </a:stretch>
              </p:blipFill>
              <p:spPr>
                <a:xfrm>
                  <a:off x="5631828" y="368679"/>
                  <a:ext cx="6840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22568" name="墨迹 22567">
                  <a:extLst>
                    <a:ext uri="{FF2B5EF4-FFF2-40B4-BE49-F238E27FC236}">
                      <a16:creationId xmlns:a16="http://schemas.microsoft.com/office/drawing/2014/main" id="{71B72674-4C10-0696-34C3-7FAB6684DDFC}"/>
                    </a:ext>
                  </a:extLst>
                </p14:cNvPr>
                <p14:cNvContentPartPr/>
                <p14:nvPr/>
              </p14:nvContentPartPr>
              <p14:xfrm>
                <a:off x="5584308" y="503319"/>
                <a:ext cx="257760" cy="25560"/>
              </p14:xfrm>
            </p:contentPart>
          </mc:Choice>
          <mc:Fallback xmlns="">
            <p:pic>
              <p:nvPicPr>
                <p:cNvPr id="22568" name="墨迹 22567">
                  <a:extLst>
                    <a:ext uri="{FF2B5EF4-FFF2-40B4-BE49-F238E27FC236}">
                      <a16:creationId xmlns:a16="http://schemas.microsoft.com/office/drawing/2014/main" id="{71B72674-4C10-0696-34C3-7FAB6684DDFC}"/>
                    </a:ext>
                  </a:extLst>
                </p:cNvPr>
                <p:cNvPicPr/>
                <p:nvPr/>
              </p:nvPicPr>
              <p:blipFill>
                <a:blip r:embed="rId189"/>
                <a:stretch>
                  <a:fillRect/>
                </a:stretch>
              </p:blipFill>
              <p:spPr>
                <a:xfrm>
                  <a:off x="5566668" y="485319"/>
                  <a:ext cx="29340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22569" name="墨迹 22568">
                  <a:extLst>
                    <a:ext uri="{FF2B5EF4-FFF2-40B4-BE49-F238E27FC236}">
                      <a16:creationId xmlns:a16="http://schemas.microsoft.com/office/drawing/2014/main" id="{3103254E-1269-C3EE-D320-A5F9781BDBA3}"/>
                    </a:ext>
                  </a:extLst>
                </p14:cNvPr>
                <p14:cNvContentPartPr/>
                <p14:nvPr/>
              </p14:nvContentPartPr>
              <p14:xfrm>
                <a:off x="5645868" y="595119"/>
                <a:ext cx="360" cy="50040"/>
              </p14:xfrm>
            </p:contentPart>
          </mc:Choice>
          <mc:Fallback xmlns="">
            <p:pic>
              <p:nvPicPr>
                <p:cNvPr id="22569" name="墨迹 22568">
                  <a:extLst>
                    <a:ext uri="{FF2B5EF4-FFF2-40B4-BE49-F238E27FC236}">
                      <a16:creationId xmlns:a16="http://schemas.microsoft.com/office/drawing/2014/main" id="{3103254E-1269-C3EE-D320-A5F9781BDBA3}"/>
                    </a:ext>
                  </a:extLst>
                </p:cNvPr>
                <p:cNvPicPr/>
                <p:nvPr/>
              </p:nvPicPr>
              <p:blipFill>
                <a:blip r:embed="rId191"/>
                <a:stretch>
                  <a:fillRect/>
                </a:stretch>
              </p:blipFill>
              <p:spPr>
                <a:xfrm>
                  <a:off x="5627868" y="577119"/>
                  <a:ext cx="360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22570" name="墨迹 22569">
                  <a:extLst>
                    <a:ext uri="{FF2B5EF4-FFF2-40B4-BE49-F238E27FC236}">
                      <a16:creationId xmlns:a16="http://schemas.microsoft.com/office/drawing/2014/main" id="{C9D51D8B-D15E-9C69-FA1D-1CEEBB772351}"/>
                    </a:ext>
                  </a:extLst>
                </p14:cNvPr>
                <p14:cNvContentPartPr/>
                <p14:nvPr/>
              </p14:nvContentPartPr>
              <p14:xfrm>
                <a:off x="5560188" y="607359"/>
                <a:ext cx="185400" cy="173520"/>
              </p14:xfrm>
            </p:contentPart>
          </mc:Choice>
          <mc:Fallback xmlns="">
            <p:pic>
              <p:nvPicPr>
                <p:cNvPr id="22570" name="墨迹 22569">
                  <a:extLst>
                    <a:ext uri="{FF2B5EF4-FFF2-40B4-BE49-F238E27FC236}">
                      <a16:creationId xmlns:a16="http://schemas.microsoft.com/office/drawing/2014/main" id="{C9D51D8B-D15E-9C69-FA1D-1CEEBB772351}"/>
                    </a:ext>
                  </a:extLst>
                </p:cNvPr>
                <p:cNvPicPr/>
                <p:nvPr/>
              </p:nvPicPr>
              <p:blipFill>
                <a:blip r:embed="rId193"/>
                <a:stretch>
                  <a:fillRect/>
                </a:stretch>
              </p:blipFill>
              <p:spPr>
                <a:xfrm>
                  <a:off x="5542188" y="589719"/>
                  <a:ext cx="2210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22571" name="墨迹 22570">
                  <a:extLst>
                    <a:ext uri="{FF2B5EF4-FFF2-40B4-BE49-F238E27FC236}">
                      <a16:creationId xmlns:a16="http://schemas.microsoft.com/office/drawing/2014/main" id="{7118A1CD-0EF2-9AD8-ACFB-532D7075A6C2}"/>
                    </a:ext>
                  </a:extLst>
                </p14:cNvPr>
                <p14:cNvContentPartPr/>
                <p14:nvPr/>
              </p14:nvContentPartPr>
              <p14:xfrm>
                <a:off x="5563068" y="772599"/>
                <a:ext cx="77400" cy="321480"/>
              </p14:xfrm>
            </p:contentPart>
          </mc:Choice>
          <mc:Fallback xmlns="">
            <p:pic>
              <p:nvPicPr>
                <p:cNvPr id="22571" name="墨迹 22570">
                  <a:extLst>
                    <a:ext uri="{FF2B5EF4-FFF2-40B4-BE49-F238E27FC236}">
                      <a16:creationId xmlns:a16="http://schemas.microsoft.com/office/drawing/2014/main" id="{7118A1CD-0EF2-9AD8-ACFB-532D7075A6C2}"/>
                    </a:ext>
                  </a:extLst>
                </p:cNvPr>
                <p:cNvPicPr/>
                <p:nvPr/>
              </p:nvPicPr>
              <p:blipFill>
                <a:blip r:embed="rId195"/>
                <a:stretch>
                  <a:fillRect/>
                </a:stretch>
              </p:blipFill>
              <p:spPr>
                <a:xfrm>
                  <a:off x="5545068" y="754599"/>
                  <a:ext cx="113040" cy="357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6">
            <p14:nvContentPartPr>
              <p14:cNvPr id="22573" name="墨迹 22572">
                <a:extLst>
                  <a:ext uri="{FF2B5EF4-FFF2-40B4-BE49-F238E27FC236}">
                    <a16:creationId xmlns:a16="http://schemas.microsoft.com/office/drawing/2014/main" id="{344F98EF-0053-668C-82EE-CE2CB6CE0296}"/>
                  </a:ext>
                </a:extLst>
              </p14:cNvPr>
              <p14:cNvContentPartPr/>
              <p14:nvPr/>
            </p14:nvContentPartPr>
            <p14:xfrm>
              <a:off x="2718708" y="1520319"/>
              <a:ext cx="553320" cy="342720"/>
            </p14:xfrm>
          </p:contentPart>
        </mc:Choice>
        <mc:Fallback xmlns="">
          <p:pic>
            <p:nvPicPr>
              <p:cNvPr id="22573" name="墨迹 22572">
                <a:extLst>
                  <a:ext uri="{FF2B5EF4-FFF2-40B4-BE49-F238E27FC236}">
                    <a16:creationId xmlns:a16="http://schemas.microsoft.com/office/drawing/2014/main" id="{344F98EF-0053-668C-82EE-CE2CB6CE0296}"/>
                  </a:ext>
                </a:extLst>
              </p:cNvPr>
              <p:cNvPicPr/>
              <p:nvPr/>
            </p:nvPicPr>
            <p:blipFill>
              <a:blip r:embed="rId197"/>
              <a:stretch>
                <a:fillRect/>
              </a:stretch>
            </p:blipFill>
            <p:spPr>
              <a:xfrm>
                <a:off x="2700708" y="1502319"/>
                <a:ext cx="588960" cy="3783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22574" name="墨迹 22573">
                <a:extLst>
                  <a:ext uri="{FF2B5EF4-FFF2-40B4-BE49-F238E27FC236}">
                    <a16:creationId xmlns:a16="http://schemas.microsoft.com/office/drawing/2014/main" id="{B74C53CD-A68A-7EC6-66BF-59AA6A785341}"/>
                  </a:ext>
                </a:extLst>
              </p14:cNvPr>
              <p14:cNvContentPartPr/>
              <p14:nvPr/>
            </p14:nvContentPartPr>
            <p14:xfrm>
              <a:off x="3823188" y="1701399"/>
              <a:ext cx="656640" cy="48240"/>
            </p14:xfrm>
          </p:contentPart>
        </mc:Choice>
        <mc:Fallback xmlns="">
          <p:pic>
            <p:nvPicPr>
              <p:cNvPr id="22574" name="墨迹 22573">
                <a:extLst>
                  <a:ext uri="{FF2B5EF4-FFF2-40B4-BE49-F238E27FC236}">
                    <a16:creationId xmlns:a16="http://schemas.microsoft.com/office/drawing/2014/main" id="{B74C53CD-A68A-7EC6-66BF-59AA6A785341}"/>
                  </a:ext>
                </a:extLst>
              </p:cNvPr>
              <p:cNvPicPr/>
              <p:nvPr/>
            </p:nvPicPr>
            <p:blipFill>
              <a:blip r:embed="rId199"/>
              <a:stretch>
                <a:fillRect/>
              </a:stretch>
            </p:blipFill>
            <p:spPr>
              <a:xfrm>
                <a:off x="3805548" y="1683759"/>
                <a:ext cx="6922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22575" name="墨迹 22574">
                <a:extLst>
                  <a:ext uri="{FF2B5EF4-FFF2-40B4-BE49-F238E27FC236}">
                    <a16:creationId xmlns:a16="http://schemas.microsoft.com/office/drawing/2014/main" id="{BEC2DB11-2F89-409F-C47B-FBE493803E8A}"/>
                  </a:ext>
                </a:extLst>
              </p14:cNvPr>
              <p14:cNvContentPartPr/>
              <p14:nvPr/>
            </p14:nvContentPartPr>
            <p14:xfrm>
              <a:off x="5234388" y="2203239"/>
              <a:ext cx="1153800" cy="12960"/>
            </p14:xfrm>
          </p:contentPart>
        </mc:Choice>
        <mc:Fallback xmlns="">
          <p:pic>
            <p:nvPicPr>
              <p:cNvPr id="22575" name="墨迹 22574">
                <a:extLst>
                  <a:ext uri="{FF2B5EF4-FFF2-40B4-BE49-F238E27FC236}">
                    <a16:creationId xmlns:a16="http://schemas.microsoft.com/office/drawing/2014/main" id="{BEC2DB11-2F89-409F-C47B-FBE493803E8A}"/>
                  </a:ext>
                </a:extLst>
              </p:cNvPr>
              <p:cNvPicPr/>
              <p:nvPr/>
            </p:nvPicPr>
            <p:blipFill>
              <a:blip r:embed="rId201"/>
              <a:stretch>
                <a:fillRect/>
              </a:stretch>
            </p:blipFill>
            <p:spPr>
              <a:xfrm>
                <a:off x="5216748" y="2185239"/>
                <a:ext cx="11894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22577" name="墨迹 22576">
                <a:extLst>
                  <a:ext uri="{FF2B5EF4-FFF2-40B4-BE49-F238E27FC236}">
                    <a16:creationId xmlns:a16="http://schemas.microsoft.com/office/drawing/2014/main" id="{274B848F-F202-C3A7-4661-783892A60DC5}"/>
                  </a:ext>
                </a:extLst>
              </p14:cNvPr>
              <p14:cNvContentPartPr/>
              <p14:nvPr/>
            </p14:nvContentPartPr>
            <p14:xfrm>
              <a:off x="1208508" y="2650719"/>
              <a:ext cx="546480" cy="12960"/>
            </p14:xfrm>
          </p:contentPart>
        </mc:Choice>
        <mc:Fallback xmlns="">
          <p:pic>
            <p:nvPicPr>
              <p:cNvPr id="22577" name="墨迹 22576">
                <a:extLst>
                  <a:ext uri="{FF2B5EF4-FFF2-40B4-BE49-F238E27FC236}">
                    <a16:creationId xmlns:a16="http://schemas.microsoft.com/office/drawing/2014/main" id="{274B848F-F202-C3A7-4661-783892A60DC5}"/>
                  </a:ext>
                </a:extLst>
              </p:cNvPr>
              <p:cNvPicPr/>
              <p:nvPr/>
            </p:nvPicPr>
            <p:blipFill>
              <a:blip r:embed="rId203"/>
              <a:stretch>
                <a:fillRect/>
              </a:stretch>
            </p:blipFill>
            <p:spPr>
              <a:xfrm>
                <a:off x="1190868" y="2632719"/>
                <a:ext cx="5821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22578" name="墨迹 22577">
                <a:extLst>
                  <a:ext uri="{FF2B5EF4-FFF2-40B4-BE49-F238E27FC236}">
                    <a16:creationId xmlns:a16="http://schemas.microsoft.com/office/drawing/2014/main" id="{074DCEF9-BB53-8D4B-627B-DC29678B86C0}"/>
                  </a:ext>
                </a:extLst>
              </p14:cNvPr>
              <p14:cNvContentPartPr/>
              <p14:nvPr/>
            </p14:nvContentPartPr>
            <p14:xfrm>
              <a:off x="1369068" y="2590959"/>
              <a:ext cx="516240" cy="397080"/>
            </p14:xfrm>
          </p:contentPart>
        </mc:Choice>
        <mc:Fallback xmlns="">
          <p:pic>
            <p:nvPicPr>
              <p:cNvPr id="22578" name="墨迹 22577">
                <a:extLst>
                  <a:ext uri="{FF2B5EF4-FFF2-40B4-BE49-F238E27FC236}">
                    <a16:creationId xmlns:a16="http://schemas.microsoft.com/office/drawing/2014/main" id="{074DCEF9-BB53-8D4B-627B-DC29678B86C0}"/>
                  </a:ext>
                </a:extLst>
              </p:cNvPr>
              <p:cNvPicPr/>
              <p:nvPr/>
            </p:nvPicPr>
            <p:blipFill>
              <a:blip r:embed="rId205"/>
              <a:stretch>
                <a:fillRect/>
              </a:stretch>
            </p:blipFill>
            <p:spPr>
              <a:xfrm>
                <a:off x="1351068" y="2572959"/>
                <a:ext cx="551880" cy="432720"/>
              </a:xfrm>
              <a:prstGeom prst="rect">
                <a:avLst/>
              </a:prstGeom>
            </p:spPr>
          </p:pic>
        </mc:Fallback>
      </mc:AlternateContent>
      <p:grpSp>
        <p:nvGrpSpPr>
          <p:cNvPr id="22581" name="组合 22580">
            <a:extLst>
              <a:ext uri="{FF2B5EF4-FFF2-40B4-BE49-F238E27FC236}">
                <a16:creationId xmlns:a16="http://schemas.microsoft.com/office/drawing/2014/main" id="{AFEF140D-861A-C855-B6BE-1783739A487E}"/>
              </a:ext>
            </a:extLst>
          </p:cNvPr>
          <p:cNvGrpSpPr/>
          <p:nvPr/>
        </p:nvGrpSpPr>
        <p:grpSpPr>
          <a:xfrm>
            <a:off x="1214988" y="3067959"/>
            <a:ext cx="5504760" cy="522720"/>
            <a:chOff x="1214988" y="3067959"/>
            <a:chExt cx="5504760" cy="522720"/>
          </a:xfrm>
        </p:grpSpPr>
        <mc:AlternateContent xmlns:mc="http://schemas.openxmlformats.org/markup-compatibility/2006" xmlns:p14="http://schemas.microsoft.com/office/powerpoint/2010/main">
          <mc:Choice Requires="p14">
            <p:contentPart p14:bwMode="auto" r:id="rId206">
              <p14:nvContentPartPr>
                <p14:cNvPr id="22579" name="墨迹 22578">
                  <a:extLst>
                    <a:ext uri="{FF2B5EF4-FFF2-40B4-BE49-F238E27FC236}">
                      <a16:creationId xmlns:a16="http://schemas.microsoft.com/office/drawing/2014/main" id="{C7B11DF9-65BB-A0FF-F04C-BD475F4B9087}"/>
                    </a:ext>
                  </a:extLst>
                </p14:cNvPr>
                <p14:cNvContentPartPr/>
                <p14:nvPr/>
              </p14:nvContentPartPr>
              <p14:xfrm>
                <a:off x="1214988" y="3466479"/>
                <a:ext cx="5379840" cy="124200"/>
              </p14:xfrm>
            </p:contentPart>
          </mc:Choice>
          <mc:Fallback xmlns="">
            <p:pic>
              <p:nvPicPr>
                <p:cNvPr id="22579" name="墨迹 22578">
                  <a:extLst>
                    <a:ext uri="{FF2B5EF4-FFF2-40B4-BE49-F238E27FC236}">
                      <a16:creationId xmlns:a16="http://schemas.microsoft.com/office/drawing/2014/main" id="{C7B11DF9-65BB-A0FF-F04C-BD475F4B9087}"/>
                    </a:ext>
                  </a:extLst>
                </p:cNvPr>
                <p:cNvPicPr/>
                <p:nvPr/>
              </p:nvPicPr>
              <p:blipFill>
                <a:blip r:embed="rId207"/>
                <a:stretch>
                  <a:fillRect/>
                </a:stretch>
              </p:blipFill>
              <p:spPr>
                <a:xfrm>
                  <a:off x="1196988" y="3448479"/>
                  <a:ext cx="541548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22580" name="墨迹 22579">
                  <a:extLst>
                    <a:ext uri="{FF2B5EF4-FFF2-40B4-BE49-F238E27FC236}">
                      <a16:creationId xmlns:a16="http://schemas.microsoft.com/office/drawing/2014/main" id="{1FFC6440-A605-CDC9-AA2B-11A3637D1870}"/>
                    </a:ext>
                  </a:extLst>
                </p14:cNvPr>
                <p14:cNvContentPartPr/>
                <p14:nvPr/>
              </p14:nvContentPartPr>
              <p14:xfrm>
                <a:off x="6063108" y="3067959"/>
                <a:ext cx="656640" cy="443520"/>
              </p14:xfrm>
            </p:contentPart>
          </mc:Choice>
          <mc:Fallback xmlns="">
            <p:pic>
              <p:nvPicPr>
                <p:cNvPr id="22580" name="墨迹 22579">
                  <a:extLst>
                    <a:ext uri="{FF2B5EF4-FFF2-40B4-BE49-F238E27FC236}">
                      <a16:creationId xmlns:a16="http://schemas.microsoft.com/office/drawing/2014/main" id="{1FFC6440-A605-CDC9-AA2B-11A3637D1870}"/>
                    </a:ext>
                  </a:extLst>
                </p:cNvPr>
                <p:cNvPicPr/>
                <p:nvPr/>
              </p:nvPicPr>
              <p:blipFill>
                <a:blip r:embed="rId209"/>
                <a:stretch>
                  <a:fillRect/>
                </a:stretch>
              </p:blipFill>
              <p:spPr>
                <a:xfrm>
                  <a:off x="6045468" y="3049959"/>
                  <a:ext cx="692280" cy="479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0">
            <p14:nvContentPartPr>
              <p14:cNvPr id="22582" name="墨迹 22581">
                <a:extLst>
                  <a:ext uri="{FF2B5EF4-FFF2-40B4-BE49-F238E27FC236}">
                    <a16:creationId xmlns:a16="http://schemas.microsoft.com/office/drawing/2014/main" id="{335A9BE8-BCE1-B041-4942-F3F241F30440}"/>
                  </a:ext>
                </a:extLst>
              </p14:cNvPr>
              <p14:cNvContentPartPr/>
              <p14:nvPr/>
            </p14:nvContentPartPr>
            <p14:xfrm>
              <a:off x="1098348" y="3822879"/>
              <a:ext cx="264600" cy="7200"/>
            </p14:xfrm>
          </p:contentPart>
        </mc:Choice>
        <mc:Fallback xmlns="">
          <p:pic>
            <p:nvPicPr>
              <p:cNvPr id="22582" name="墨迹 22581">
                <a:extLst>
                  <a:ext uri="{FF2B5EF4-FFF2-40B4-BE49-F238E27FC236}">
                    <a16:creationId xmlns:a16="http://schemas.microsoft.com/office/drawing/2014/main" id="{335A9BE8-BCE1-B041-4942-F3F241F30440}"/>
                  </a:ext>
                </a:extLst>
              </p:cNvPr>
              <p:cNvPicPr/>
              <p:nvPr/>
            </p:nvPicPr>
            <p:blipFill>
              <a:blip r:embed="rId211"/>
              <a:stretch>
                <a:fillRect/>
              </a:stretch>
            </p:blipFill>
            <p:spPr>
              <a:xfrm>
                <a:off x="1080708" y="3804879"/>
                <a:ext cx="30024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22583" name="墨迹 22582">
                <a:extLst>
                  <a:ext uri="{FF2B5EF4-FFF2-40B4-BE49-F238E27FC236}">
                    <a16:creationId xmlns:a16="http://schemas.microsoft.com/office/drawing/2014/main" id="{DCCB2973-7A72-2AF2-7D46-6155D987572B}"/>
                  </a:ext>
                </a:extLst>
              </p14:cNvPr>
              <p14:cNvContentPartPr/>
              <p14:nvPr/>
            </p14:nvContentPartPr>
            <p14:xfrm>
              <a:off x="1908348" y="4135359"/>
              <a:ext cx="2491200" cy="93600"/>
            </p14:xfrm>
          </p:contentPart>
        </mc:Choice>
        <mc:Fallback xmlns="">
          <p:pic>
            <p:nvPicPr>
              <p:cNvPr id="22583" name="墨迹 22582">
                <a:extLst>
                  <a:ext uri="{FF2B5EF4-FFF2-40B4-BE49-F238E27FC236}">
                    <a16:creationId xmlns:a16="http://schemas.microsoft.com/office/drawing/2014/main" id="{DCCB2973-7A72-2AF2-7D46-6155D987572B}"/>
                  </a:ext>
                </a:extLst>
              </p:cNvPr>
              <p:cNvPicPr/>
              <p:nvPr/>
            </p:nvPicPr>
            <p:blipFill>
              <a:blip r:embed="rId213"/>
              <a:stretch>
                <a:fillRect/>
              </a:stretch>
            </p:blipFill>
            <p:spPr>
              <a:xfrm>
                <a:off x="1890348" y="4117719"/>
                <a:ext cx="252684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22585" name="墨迹 22584">
                <a:extLst>
                  <a:ext uri="{FF2B5EF4-FFF2-40B4-BE49-F238E27FC236}">
                    <a16:creationId xmlns:a16="http://schemas.microsoft.com/office/drawing/2014/main" id="{A5ECD079-1DDB-6FC0-00B5-7A2B09853417}"/>
                  </a:ext>
                </a:extLst>
              </p14:cNvPr>
              <p14:cNvContentPartPr/>
              <p14:nvPr/>
            </p14:nvContentPartPr>
            <p14:xfrm>
              <a:off x="4958268" y="4258839"/>
              <a:ext cx="1228320" cy="720"/>
            </p14:xfrm>
          </p:contentPart>
        </mc:Choice>
        <mc:Fallback xmlns="">
          <p:pic>
            <p:nvPicPr>
              <p:cNvPr id="22585" name="墨迹 22584">
                <a:extLst>
                  <a:ext uri="{FF2B5EF4-FFF2-40B4-BE49-F238E27FC236}">
                    <a16:creationId xmlns:a16="http://schemas.microsoft.com/office/drawing/2014/main" id="{A5ECD079-1DDB-6FC0-00B5-7A2B09853417}"/>
                  </a:ext>
                </a:extLst>
              </p:cNvPr>
              <p:cNvPicPr/>
              <p:nvPr/>
            </p:nvPicPr>
            <p:blipFill>
              <a:blip r:embed="rId215"/>
              <a:stretch>
                <a:fillRect/>
              </a:stretch>
            </p:blipFill>
            <p:spPr>
              <a:xfrm>
                <a:off x="4940628" y="4222839"/>
                <a:ext cx="1263960" cy="72000"/>
              </a:xfrm>
              <a:prstGeom prst="rect">
                <a:avLst/>
              </a:prstGeom>
            </p:spPr>
          </p:pic>
        </mc:Fallback>
      </mc:AlternateContent>
      <p:grpSp>
        <p:nvGrpSpPr>
          <p:cNvPr id="22588" name="组合 22587">
            <a:extLst>
              <a:ext uri="{FF2B5EF4-FFF2-40B4-BE49-F238E27FC236}">
                <a16:creationId xmlns:a16="http://schemas.microsoft.com/office/drawing/2014/main" id="{6D2CF335-BB67-6DD4-6EE1-851A19B28B35}"/>
              </a:ext>
            </a:extLst>
          </p:cNvPr>
          <p:cNvGrpSpPr/>
          <p:nvPr/>
        </p:nvGrpSpPr>
        <p:grpSpPr>
          <a:xfrm>
            <a:off x="6130788" y="4178559"/>
            <a:ext cx="2260080" cy="81000"/>
            <a:chOff x="6130788" y="4178559"/>
            <a:chExt cx="2260080" cy="81000"/>
          </a:xfrm>
        </p:grpSpPr>
        <mc:AlternateContent xmlns:mc="http://schemas.openxmlformats.org/markup-compatibility/2006" xmlns:p14="http://schemas.microsoft.com/office/powerpoint/2010/main">
          <mc:Choice Requires="p14">
            <p:contentPart p14:bwMode="auto" r:id="rId216">
              <p14:nvContentPartPr>
                <p14:cNvPr id="22586" name="墨迹 22585">
                  <a:extLst>
                    <a:ext uri="{FF2B5EF4-FFF2-40B4-BE49-F238E27FC236}">
                      <a16:creationId xmlns:a16="http://schemas.microsoft.com/office/drawing/2014/main" id="{E926E2AC-F88E-E795-59EE-E3D7B91087FB}"/>
                    </a:ext>
                  </a:extLst>
                </p14:cNvPr>
                <p14:cNvContentPartPr/>
                <p14:nvPr/>
              </p14:nvContentPartPr>
              <p14:xfrm>
                <a:off x="6130788" y="4246239"/>
                <a:ext cx="117720" cy="13320"/>
              </p14:xfrm>
            </p:contentPart>
          </mc:Choice>
          <mc:Fallback xmlns="">
            <p:pic>
              <p:nvPicPr>
                <p:cNvPr id="22586" name="墨迹 22585">
                  <a:extLst>
                    <a:ext uri="{FF2B5EF4-FFF2-40B4-BE49-F238E27FC236}">
                      <a16:creationId xmlns:a16="http://schemas.microsoft.com/office/drawing/2014/main" id="{E926E2AC-F88E-E795-59EE-E3D7B91087FB}"/>
                    </a:ext>
                  </a:extLst>
                </p:cNvPr>
                <p:cNvPicPr/>
                <p:nvPr/>
              </p:nvPicPr>
              <p:blipFill>
                <a:blip r:embed="rId217"/>
                <a:stretch>
                  <a:fillRect/>
                </a:stretch>
              </p:blipFill>
              <p:spPr>
                <a:xfrm>
                  <a:off x="6112788" y="4228239"/>
                  <a:ext cx="1533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22587" name="墨迹 22586">
                  <a:extLst>
                    <a:ext uri="{FF2B5EF4-FFF2-40B4-BE49-F238E27FC236}">
                      <a16:creationId xmlns:a16="http://schemas.microsoft.com/office/drawing/2014/main" id="{22690E1C-AE27-1A52-88D7-0DABE52367CF}"/>
                    </a:ext>
                  </a:extLst>
                </p14:cNvPr>
                <p14:cNvContentPartPr/>
                <p14:nvPr/>
              </p14:nvContentPartPr>
              <p14:xfrm>
                <a:off x="6694908" y="4178559"/>
                <a:ext cx="1695960" cy="49680"/>
              </p14:xfrm>
            </p:contentPart>
          </mc:Choice>
          <mc:Fallback xmlns="">
            <p:pic>
              <p:nvPicPr>
                <p:cNvPr id="22587" name="墨迹 22586">
                  <a:extLst>
                    <a:ext uri="{FF2B5EF4-FFF2-40B4-BE49-F238E27FC236}">
                      <a16:creationId xmlns:a16="http://schemas.microsoft.com/office/drawing/2014/main" id="{22690E1C-AE27-1A52-88D7-0DABE52367CF}"/>
                    </a:ext>
                  </a:extLst>
                </p:cNvPr>
                <p:cNvPicPr/>
                <p:nvPr/>
              </p:nvPicPr>
              <p:blipFill>
                <a:blip r:embed="rId219"/>
                <a:stretch>
                  <a:fillRect/>
                </a:stretch>
              </p:blipFill>
              <p:spPr>
                <a:xfrm>
                  <a:off x="6677268" y="4160919"/>
                  <a:ext cx="1731600" cy="85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0">
            <p14:nvContentPartPr>
              <p14:cNvPr id="22589" name="墨迹 22588">
                <a:extLst>
                  <a:ext uri="{FF2B5EF4-FFF2-40B4-BE49-F238E27FC236}">
                    <a16:creationId xmlns:a16="http://schemas.microsoft.com/office/drawing/2014/main" id="{79E6DCAF-B4AE-423D-07C7-3A9B7C34F2B6}"/>
                  </a:ext>
                </a:extLst>
              </p14:cNvPr>
              <p14:cNvContentPartPr/>
              <p14:nvPr/>
            </p14:nvContentPartPr>
            <p14:xfrm>
              <a:off x="2601708" y="4356399"/>
              <a:ext cx="2399400" cy="50040"/>
            </p14:xfrm>
          </p:contentPart>
        </mc:Choice>
        <mc:Fallback xmlns="">
          <p:pic>
            <p:nvPicPr>
              <p:cNvPr id="22589" name="墨迹 22588">
                <a:extLst>
                  <a:ext uri="{FF2B5EF4-FFF2-40B4-BE49-F238E27FC236}">
                    <a16:creationId xmlns:a16="http://schemas.microsoft.com/office/drawing/2014/main" id="{79E6DCAF-B4AE-423D-07C7-3A9B7C34F2B6}"/>
                  </a:ext>
                </a:extLst>
              </p:cNvPr>
              <p:cNvPicPr/>
              <p:nvPr/>
            </p:nvPicPr>
            <p:blipFill>
              <a:blip r:embed="rId221"/>
              <a:stretch>
                <a:fillRect/>
              </a:stretch>
            </p:blipFill>
            <p:spPr>
              <a:xfrm>
                <a:off x="2548068" y="4248399"/>
                <a:ext cx="2507040" cy="265680"/>
              </a:xfrm>
              <a:prstGeom prst="rect">
                <a:avLst/>
              </a:prstGeom>
            </p:spPr>
          </p:pic>
        </mc:Fallback>
      </mc:AlternateContent>
      <p:grpSp>
        <p:nvGrpSpPr>
          <p:cNvPr id="22592" name="组合 22591">
            <a:extLst>
              <a:ext uri="{FF2B5EF4-FFF2-40B4-BE49-F238E27FC236}">
                <a16:creationId xmlns:a16="http://schemas.microsoft.com/office/drawing/2014/main" id="{998D60CB-6D2D-90B0-E2A1-9305FEE0BF65}"/>
              </a:ext>
            </a:extLst>
          </p:cNvPr>
          <p:cNvGrpSpPr/>
          <p:nvPr/>
        </p:nvGrpSpPr>
        <p:grpSpPr>
          <a:xfrm>
            <a:off x="226788" y="374079"/>
            <a:ext cx="184680" cy="509400"/>
            <a:chOff x="226788" y="374079"/>
            <a:chExt cx="184680" cy="509400"/>
          </a:xfrm>
        </p:grpSpPr>
        <mc:AlternateContent xmlns:mc="http://schemas.openxmlformats.org/markup-compatibility/2006" xmlns:p14="http://schemas.microsoft.com/office/powerpoint/2010/main" xmlns:aink="http://schemas.microsoft.com/office/drawing/2016/ink">
          <mc:Choice Requires="p14 aink">
            <p:contentPart p14:bwMode="auto" r:id="rId222">
              <p14:nvContentPartPr>
                <p14:cNvPr id="22590" name="墨迹 22589">
                  <a:extLst>
                    <a:ext uri="{FF2B5EF4-FFF2-40B4-BE49-F238E27FC236}">
                      <a16:creationId xmlns:a16="http://schemas.microsoft.com/office/drawing/2014/main" id="{B21E107F-FD57-DAC2-F0FF-148E170784E6}"/>
                    </a:ext>
                  </a:extLst>
                </p14:cNvPr>
                <p14:cNvContentPartPr/>
                <p14:nvPr/>
              </p14:nvContentPartPr>
              <p14:xfrm>
                <a:off x="226788" y="509079"/>
                <a:ext cx="133200" cy="374400"/>
              </p14:xfrm>
            </p:contentPart>
          </mc:Choice>
          <mc:Fallback xmlns="">
            <p:pic>
              <p:nvPicPr>
                <p:cNvPr id="22590" name="墨迹 22589">
                  <a:extLst>
                    <a:ext uri="{FF2B5EF4-FFF2-40B4-BE49-F238E27FC236}">
                      <a16:creationId xmlns:a16="http://schemas.microsoft.com/office/drawing/2014/main" id="{B21E107F-FD57-DAC2-F0FF-148E170784E6}"/>
                    </a:ext>
                  </a:extLst>
                </p:cNvPr>
                <p:cNvPicPr/>
                <p:nvPr/>
              </p:nvPicPr>
              <p:blipFill>
                <a:blip r:embed="rId223"/>
                <a:stretch>
                  <a:fillRect/>
                </a:stretch>
              </p:blipFill>
              <p:spPr>
                <a:xfrm>
                  <a:off x="218148" y="500079"/>
                  <a:ext cx="150840" cy="392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4">
              <p14:nvContentPartPr>
                <p14:cNvPr id="22591" name="墨迹 22590">
                  <a:extLst>
                    <a:ext uri="{FF2B5EF4-FFF2-40B4-BE49-F238E27FC236}">
                      <a16:creationId xmlns:a16="http://schemas.microsoft.com/office/drawing/2014/main" id="{3FD991C6-4241-3BAF-3069-AB834974DDE7}"/>
                    </a:ext>
                  </a:extLst>
                </p14:cNvPr>
                <p14:cNvContentPartPr/>
                <p14:nvPr/>
              </p14:nvContentPartPr>
              <p14:xfrm>
                <a:off x="244428" y="374079"/>
                <a:ext cx="167040" cy="447120"/>
              </p14:xfrm>
            </p:contentPart>
          </mc:Choice>
          <mc:Fallback xmlns="">
            <p:pic>
              <p:nvPicPr>
                <p:cNvPr id="22591" name="墨迹 22590">
                  <a:extLst>
                    <a:ext uri="{FF2B5EF4-FFF2-40B4-BE49-F238E27FC236}">
                      <a16:creationId xmlns:a16="http://schemas.microsoft.com/office/drawing/2014/main" id="{3FD991C6-4241-3BAF-3069-AB834974DDE7}"/>
                    </a:ext>
                  </a:extLst>
                </p:cNvPr>
                <p:cNvPicPr/>
                <p:nvPr/>
              </p:nvPicPr>
              <p:blipFill>
                <a:blip r:embed="rId225"/>
                <a:stretch>
                  <a:fillRect/>
                </a:stretch>
              </p:blipFill>
              <p:spPr>
                <a:xfrm>
                  <a:off x="235428" y="365079"/>
                  <a:ext cx="184680" cy="464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6">
            <p14:nvContentPartPr>
              <p14:cNvPr id="22593" name="墨迹 22592">
                <a:extLst>
                  <a:ext uri="{FF2B5EF4-FFF2-40B4-BE49-F238E27FC236}">
                    <a16:creationId xmlns:a16="http://schemas.microsoft.com/office/drawing/2014/main" id="{FA468F94-EF38-0FD6-F5CF-79A5EEF9C1E3}"/>
                  </a:ext>
                </a:extLst>
              </p14:cNvPr>
              <p14:cNvContentPartPr/>
              <p14:nvPr/>
            </p14:nvContentPartPr>
            <p14:xfrm>
              <a:off x="-1178292" y="2595999"/>
              <a:ext cx="360" cy="360"/>
            </p14:xfrm>
          </p:contentPart>
        </mc:Choice>
        <mc:Fallback xmlns="">
          <p:pic>
            <p:nvPicPr>
              <p:cNvPr id="22593" name="墨迹 22592">
                <a:extLst>
                  <a:ext uri="{FF2B5EF4-FFF2-40B4-BE49-F238E27FC236}">
                    <a16:creationId xmlns:a16="http://schemas.microsoft.com/office/drawing/2014/main" id="{FA468F94-EF38-0FD6-F5CF-79A5EEF9C1E3}"/>
                  </a:ext>
                </a:extLst>
              </p:cNvPr>
              <p:cNvPicPr/>
              <p:nvPr/>
            </p:nvPicPr>
            <p:blipFill>
              <a:blip r:embed="rId227"/>
              <a:stretch>
                <a:fillRect/>
              </a:stretch>
            </p:blipFill>
            <p:spPr>
              <a:xfrm>
                <a:off x="-1232292" y="2487999"/>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22594" name="墨迹 22593">
                <a:extLst>
                  <a:ext uri="{FF2B5EF4-FFF2-40B4-BE49-F238E27FC236}">
                    <a16:creationId xmlns:a16="http://schemas.microsoft.com/office/drawing/2014/main" id="{C01AA90D-188A-B369-662E-5A723780217A}"/>
                  </a:ext>
                </a:extLst>
              </p14:cNvPr>
              <p14:cNvContentPartPr/>
              <p14:nvPr/>
            </p14:nvContentPartPr>
            <p14:xfrm>
              <a:off x="3982668" y="5382039"/>
              <a:ext cx="3524040" cy="61560"/>
            </p14:xfrm>
          </p:contentPart>
        </mc:Choice>
        <mc:Fallback xmlns="">
          <p:pic>
            <p:nvPicPr>
              <p:cNvPr id="22594" name="墨迹 22593">
                <a:extLst>
                  <a:ext uri="{FF2B5EF4-FFF2-40B4-BE49-F238E27FC236}">
                    <a16:creationId xmlns:a16="http://schemas.microsoft.com/office/drawing/2014/main" id="{C01AA90D-188A-B369-662E-5A723780217A}"/>
                  </a:ext>
                </a:extLst>
              </p:cNvPr>
              <p:cNvPicPr/>
              <p:nvPr/>
            </p:nvPicPr>
            <p:blipFill>
              <a:blip r:embed="rId229"/>
              <a:stretch>
                <a:fillRect/>
              </a:stretch>
            </p:blipFill>
            <p:spPr>
              <a:xfrm>
                <a:off x="3964668" y="5364399"/>
                <a:ext cx="3559680" cy="97200"/>
              </a:xfrm>
              <a:prstGeom prst="rect">
                <a:avLst/>
              </a:prstGeom>
            </p:spPr>
          </p:pic>
        </mc:Fallback>
      </mc:AlternateContent>
      <p:grpSp>
        <p:nvGrpSpPr>
          <p:cNvPr id="22564" name="组合 22563">
            <a:extLst>
              <a:ext uri="{FF2B5EF4-FFF2-40B4-BE49-F238E27FC236}">
                <a16:creationId xmlns:a16="http://schemas.microsoft.com/office/drawing/2014/main" id="{3B369542-971B-02F4-B468-5812E5A5480E}"/>
              </a:ext>
            </a:extLst>
          </p:cNvPr>
          <p:cNvGrpSpPr/>
          <p:nvPr/>
        </p:nvGrpSpPr>
        <p:grpSpPr>
          <a:xfrm>
            <a:off x="1339225" y="2513709"/>
            <a:ext cx="5301720" cy="443520"/>
            <a:chOff x="1339225" y="2513709"/>
            <a:chExt cx="5301720" cy="443520"/>
          </a:xfrm>
        </p:grpSpPr>
        <mc:AlternateContent xmlns:mc="http://schemas.openxmlformats.org/markup-compatibility/2006">
          <mc:Choice xmlns:p14="http://schemas.microsoft.com/office/powerpoint/2010/main" Requires="p14">
            <p:contentPart p14:bwMode="auto" r:id="rId230">
              <p14:nvContentPartPr>
                <p14:cNvPr id="53" name="墨迹 52">
                  <a:extLst>
                    <a:ext uri="{FF2B5EF4-FFF2-40B4-BE49-F238E27FC236}">
                      <a16:creationId xmlns:a16="http://schemas.microsoft.com/office/drawing/2014/main" id="{FAF4C756-33C4-68C3-2525-5173CFCBB16F}"/>
                    </a:ext>
                  </a:extLst>
                </p14:cNvPr>
                <p14:cNvContentPartPr/>
                <p14:nvPr/>
              </p14:nvContentPartPr>
              <p14:xfrm>
                <a:off x="1339225" y="2513709"/>
                <a:ext cx="612360" cy="443520"/>
              </p14:xfrm>
            </p:contentPart>
          </mc:Choice>
          <mc:Fallback>
            <p:pic>
              <p:nvPicPr>
                <p:cNvPr id="53" name="墨迹 52">
                  <a:extLst>
                    <a:ext uri="{FF2B5EF4-FFF2-40B4-BE49-F238E27FC236}">
                      <a16:creationId xmlns:a16="http://schemas.microsoft.com/office/drawing/2014/main" id="{FAF4C756-33C4-68C3-2525-5173CFCBB16F}"/>
                    </a:ext>
                  </a:extLst>
                </p:cNvPr>
                <p:cNvPicPr/>
                <p:nvPr/>
              </p:nvPicPr>
              <p:blipFill>
                <a:blip r:embed="rId231"/>
                <a:stretch>
                  <a:fillRect/>
                </a:stretch>
              </p:blipFill>
              <p:spPr>
                <a:xfrm>
                  <a:off x="1321585" y="2496069"/>
                  <a:ext cx="648000" cy="47916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22543" name="墨迹 22542">
                  <a:extLst>
                    <a:ext uri="{FF2B5EF4-FFF2-40B4-BE49-F238E27FC236}">
                      <a16:creationId xmlns:a16="http://schemas.microsoft.com/office/drawing/2014/main" id="{CD4C87BA-E75F-210A-E490-E91618DC9531}"/>
                    </a:ext>
                  </a:extLst>
                </p14:cNvPr>
                <p14:cNvContentPartPr/>
                <p14:nvPr/>
              </p14:nvContentPartPr>
              <p14:xfrm>
                <a:off x="2788945" y="2595069"/>
                <a:ext cx="3852000" cy="65880"/>
              </p14:xfrm>
            </p:contentPart>
          </mc:Choice>
          <mc:Fallback>
            <p:pic>
              <p:nvPicPr>
                <p:cNvPr id="22543" name="墨迹 22542">
                  <a:extLst>
                    <a:ext uri="{FF2B5EF4-FFF2-40B4-BE49-F238E27FC236}">
                      <a16:creationId xmlns:a16="http://schemas.microsoft.com/office/drawing/2014/main" id="{CD4C87BA-E75F-210A-E490-E91618DC9531}"/>
                    </a:ext>
                  </a:extLst>
                </p:cNvPr>
                <p:cNvPicPr/>
                <p:nvPr/>
              </p:nvPicPr>
              <p:blipFill>
                <a:blip r:embed="rId233"/>
                <a:stretch>
                  <a:fillRect/>
                </a:stretch>
              </p:blipFill>
              <p:spPr>
                <a:xfrm>
                  <a:off x="2771305" y="2577069"/>
                  <a:ext cx="3887640" cy="101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4">
            <p14:nvContentPartPr>
              <p14:cNvPr id="22576" name="墨迹 22575">
                <a:extLst>
                  <a:ext uri="{FF2B5EF4-FFF2-40B4-BE49-F238E27FC236}">
                    <a16:creationId xmlns:a16="http://schemas.microsoft.com/office/drawing/2014/main" id="{F0B9B108-57B2-5ECD-CB0D-B1D0531A8A15}"/>
                  </a:ext>
                </a:extLst>
              </p14:cNvPr>
              <p14:cNvContentPartPr/>
              <p14:nvPr/>
            </p14:nvContentPartPr>
            <p14:xfrm>
              <a:off x="2475385" y="5420349"/>
              <a:ext cx="886320" cy="66240"/>
            </p14:xfrm>
          </p:contentPart>
        </mc:Choice>
        <mc:Fallback>
          <p:pic>
            <p:nvPicPr>
              <p:cNvPr id="22576" name="墨迹 22575">
                <a:extLst>
                  <a:ext uri="{FF2B5EF4-FFF2-40B4-BE49-F238E27FC236}">
                    <a16:creationId xmlns:a16="http://schemas.microsoft.com/office/drawing/2014/main" id="{F0B9B108-57B2-5ECD-CB0D-B1D0531A8A15}"/>
                  </a:ext>
                </a:extLst>
              </p:cNvPr>
              <p:cNvPicPr/>
              <p:nvPr/>
            </p:nvPicPr>
            <p:blipFill>
              <a:blip r:embed="rId235"/>
              <a:stretch>
                <a:fillRect/>
              </a:stretch>
            </p:blipFill>
            <p:spPr>
              <a:xfrm>
                <a:off x="2457385" y="5402349"/>
                <a:ext cx="921960" cy="10188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idx="1"/>
          </p:nvPr>
        </p:nvSpPr>
        <p:spPr bwMode="auto">
          <a:xfrm>
            <a:off x="457200" y="836613"/>
            <a:ext cx="8229600" cy="1152525"/>
          </a:xfrm>
          <a:noFill/>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1200" cap="none" spc="0" normalizeH="0" baseline="0" noProof="0" dirty="0">
                <a:ln>
                  <a:noFill/>
                </a:ln>
                <a:solidFill>
                  <a:schemeClr val="tx1"/>
                </a:solidFill>
                <a:effectLst/>
                <a:uLnTx/>
                <a:uFillTx/>
                <a:latin typeface="+mn-lt"/>
                <a:ea typeface="+mn-ea"/>
                <a:cs typeface="+mn-cs"/>
              </a:rPr>
              <a:t>例</a:t>
            </a:r>
            <a:r>
              <a:rPr kumimoji="1" lang="en-US" altLang="zh-CN" sz="2000" b="1" i="0" u="none" strike="noStrike" kern="1200" cap="none" spc="0" normalizeH="0" baseline="0" noProof="0" dirty="0">
                <a:ln>
                  <a:noFill/>
                </a:ln>
                <a:solidFill>
                  <a:schemeClr val="tx1"/>
                </a:solidFill>
                <a:effectLst/>
                <a:uLnTx/>
                <a:uFillTx/>
                <a:latin typeface="+mn-lt"/>
                <a:ea typeface="+mn-ea"/>
                <a:cs typeface="+mn-cs"/>
              </a:rPr>
              <a:t>7-2</a:t>
            </a:r>
            <a:r>
              <a:rPr kumimoji="1" lang="zh-CN" altLang="zh-CN" sz="2000" b="1" i="0" u="none" strike="noStrike" kern="10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用</a:t>
            </a:r>
            <a:r>
              <a:rPr kumimoji="1" lang="en-US" altLang="zh-CN" sz="2000" b="1" i="0" u="none" strike="noStrike" kern="10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89C51</a:t>
            </a:r>
            <a:r>
              <a:rPr kumimoji="1" lang="zh-CN" altLang="zh-CN" sz="2000" b="1" i="0" u="none" strike="noStrike" kern="10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串行接口外接串入并出寄存器</a:t>
            </a:r>
            <a:r>
              <a:rPr kumimoji="1" lang="en-US" altLang="zh-CN" sz="2000" b="1" i="0" u="none" strike="noStrike" kern="10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74HC164</a:t>
            </a:r>
            <a:r>
              <a:rPr kumimoji="1" lang="zh-CN" altLang="zh-CN" sz="2000" b="1" i="0" u="none" strike="noStrike" kern="10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扩展</a:t>
            </a:r>
            <a:r>
              <a:rPr kumimoji="1" lang="en-US" altLang="zh-CN" sz="2000" b="1" i="0" u="none" strike="noStrike" kern="10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8</a:t>
            </a:r>
            <a:r>
              <a:rPr kumimoji="1" lang="zh-CN" altLang="zh-CN" sz="2000" b="1" i="0" u="none" strike="noStrike" kern="10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位并行口。</a:t>
            </a:r>
            <a:r>
              <a:rPr kumimoji="1" lang="en-US" altLang="zh-CN" sz="2000" b="1" i="0" u="none" strike="noStrike" kern="10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8</a:t>
            </a:r>
            <a:r>
              <a:rPr kumimoji="1" lang="zh-CN" altLang="zh-CN" sz="2000" b="1" i="0" u="none" strike="noStrike" kern="10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位并行口的每位接一个发光二极管，要求发光二极管以</a:t>
            </a:r>
            <a:r>
              <a:rPr kumimoji="1" lang="en-US" altLang="zh-CN" sz="2000" b="1" i="0" u="none" strike="noStrike" kern="10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1 s</a:t>
            </a:r>
            <a:r>
              <a:rPr kumimoji="1" lang="zh-CN" altLang="zh-CN" sz="2000" b="1" i="0" u="none" strike="noStrike" kern="10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的延迟轮流显示，并不断循环。</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1" lang="en-US" altLang="zh-CN" sz="2000" b="1" i="0" u="none" strike="noStrike" kern="1200" cap="none" spc="0" normalizeH="0" baseline="0" noProof="0" dirty="0">
              <a:ln>
                <a:noFill/>
              </a:ln>
              <a:solidFill>
                <a:schemeClr val="tx1"/>
              </a:solidFill>
              <a:effectLst/>
              <a:uLnTx/>
              <a:uFillTx/>
              <a:latin typeface="+mn-lt"/>
              <a:ea typeface="+mn-ea"/>
              <a:cs typeface="+mn-cs"/>
            </a:endParaRPr>
          </a:p>
        </p:txBody>
      </p:sp>
      <p:pic>
        <p:nvPicPr>
          <p:cNvPr id="23555" name="Picture 4"/>
          <p:cNvPicPr>
            <a:picLocks noChangeAspect="1"/>
          </p:cNvPicPr>
          <p:nvPr/>
        </p:nvPicPr>
        <p:blipFill>
          <a:blip r:embed="rId2"/>
          <a:srcRect l="18677" t="24858" r="22163" b="27028"/>
          <a:stretch>
            <a:fillRect/>
          </a:stretch>
        </p:blipFill>
        <p:spPr>
          <a:xfrm>
            <a:off x="827088" y="1989138"/>
            <a:ext cx="7046912" cy="41910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750" y="404813"/>
            <a:ext cx="7886700" cy="6337300"/>
          </a:xfrm>
        </p:spPr>
        <p:txBody>
          <a:bodyPr/>
          <a:lstStyle/>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#include &lt;reg51.h&gt;</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#define </a:t>
            </a: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uchar</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unsigned char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#define </a:t>
            </a: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uint</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unsigned int</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sbit</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P1_0 = P1^0;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uchar</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 = 0x7F, b, c;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void </a:t>
            </a: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init</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(void)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SCON = 0x00;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ES = 1; 			/*</a:t>
            </a:r>
            <a:r>
              <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串行接口初始化</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EA = 1;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P1_0 = 0; 			/*</a:t>
            </a:r>
            <a:r>
              <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关闭并行输出</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10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void </a:t>
            </a: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delayxs</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(unsigned int x)     /*</a:t>
            </a:r>
            <a:r>
              <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带参数的</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x </a:t>
            </a:r>
            <a:r>
              <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延时子函数</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unsigned int </a:t>
            </a: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j, k;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for(k = x; k &gt; 0; k-</a:t>
            </a:r>
            <a:r>
              <a:rPr kumimoji="1" lang="en-US" altLang="zh-CN" sz="2000" b="1" i="0" u="none" strike="noStrike" kern="900" cap="none" spc="0" normalizeH="0" baseline="-2500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for(</a:t>
            </a: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 1000; </a:t>
            </a: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&gt; 0; </a:t>
            </a: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kern="900" cap="none" spc="0" normalizeH="0" baseline="-2500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for(j = 115; j &gt; 0; j-</a:t>
            </a:r>
            <a:r>
              <a:rPr kumimoji="1" lang="en-US" altLang="zh-CN" sz="2000" b="1" i="0" u="none" strike="noStrike" kern="900" cap="none" spc="0" normalizeH="0" baseline="-2500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本句延时</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1 </a:t>
            </a: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ms</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22" name="墨迹 21">
                <a:extLst>
                  <a:ext uri="{FF2B5EF4-FFF2-40B4-BE49-F238E27FC236}">
                    <a16:creationId xmlns:a16="http://schemas.microsoft.com/office/drawing/2014/main" id="{DE2F2223-2227-EA73-6A09-D05D6D65BFBC}"/>
                  </a:ext>
                </a:extLst>
              </p14:cNvPr>
              <p14:cNvContentPartPr/>
              <p14:nvPr/>
            </p14:nvContentPartPr>
            <p14:xfrm>
              <a:off x="8469385" y="960669"/>
              <a:ext cx="19800" cy="464400"/>
            </p14:xfrm>
          </p:contentPart>
        </mc:Choice>
        <mc:Fallback>
          <p:pic>
            <p:nvPicPr>
              <p:cNvPr id="22" name="墨迹 21">
                <a:extLst>
                  <a:ext uri="{FF2B5EF4-FFF2-40B4-BE49-F238E27FC236}">
                    <a16:creationId xmlns:a16="http://schemas.microsoft.com/office/drawing/2014/main" id="{DE2F2223-2227-EA73-6A09-D05D6D65BFBC}"/>
                  </a:ext>
                </a:extLst>
              </p:cNvPr>
              <p:cNvPicPr/>
              <p:nvPr/>
            </p:nvPicPr>
            <p:blipFill>
              <a:blip r:embed="rId3"/>
              <a:stretch>
                <a:fillRect/>
              </a:stretch>
            </p:blipFill>
            <p:spPr>
              <a:xfrm>
                <a:off x="8451745" y="942669"/>
                <a:ext cx="55440" cy="5000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3" name="墨迹 22">
                <a:extLst>
                  <a:ext uri="{FF2B5EF4-FFF2-40B4-BE49-F238E27FC236}">
                    <a16:creationId xmlns:a16="http://schemas.microsoft.com/office/drawing/2014/main" id="{F26A3CD7-907C-E459-A8E1-EC2DBB687FC1}"/>
                  </a:ext>
                </a:extLst>
              </p14:cNvPr>
              <p14:cNvContentPartPr/>
              <p14:nvPr/>
            </p14:nvContentPartPr>
            <p14:xfrm>
              <a:off x="8529145" y="1042749"/>
              <a:ext cx="140400" cy="233280"/>
            </p14:xfrm>
          </p:contentPart>
        </mc:Choice>
        <mc:Fallback>
          <p:pic>
            <p:nvPicPr>
              <p:cNvPr id="23" name="墨迹 22">
                <a:extLst>
                  <a:ext uri="{FF2B5EF4-FFF2-40B4-BE49-F238E27FC236}">
                    <a16:creationId xmlns:a16="http://schemas.microsoft.com/office/drawing/2014/main" id="{F26A3CD7-907C-E459-A8E1-EC2DBB687FC1}"/>
                  </a:ext>
                </a:extLst>
              </p:cNvPr>
              <p:cNvPicPr/>
              <p:nvPr/>
            </p:nvPicPr>
            <p:blipFill>
              <a:blip r:embed="rId5"/>
              <a:stretch>
                <a:fillRect/>
              </a:stretch>
            </p:blipFill>
            <p:spPr>
              <a:xfrm>
                <a:off x="8511505" y="1025109"/>
                <a:ext cx="17604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4" name="墨迹 23">
                <a:extLst>
                  <a:ext uri="{FF2B5EF4-FFF2-40B4-BE49-F238E27FC236}">
                    <a16:creationId xmlns:a16="http://schemas.microsoft.com/office/drawing/2014/main" id="{7052DD41-058E-81E2-F75E-8C33BE396083}"/>
                  </a:ext>
                </a:extLst>
              </p14:cNvPr>
              <p14:cNvContentPartPr/>
              <p14:nvPr/>
            </p14:nvContentPartPr>
            <p14:xfrm>
              <a:off x="8764945" y="1108269"/>
              <a:ext cx="9720" cy="237960"/>
            </p14:xfrm>
          </p:contentPart>
        </mc:Choice>
        <mc:Fallback>
          <p:pic>
            <p:nvPicPr>
              <p:cNvPr id="24" name="墨迹 23">
                <a:extLst>
                  <a:ext uri="{FF2B5EF4-FFF2-40B4-BE49-F238E27FC236}">
                    <a16:creationId xmlns:a16="http://schemas.microsoft.com/office/drawing/2014/main" id="{7052DD41-058E-81E2-F75E-8C33BE396083}"/>
                  </a:ext>
                </a:extLst>
              </p:cNvPr>
              <p:cNvPicPr/>
              <p:nvPr/>
            </p:nvPicPr>
            <p:blipFill>
              <a:blip r:embed="rId7"/>
              <a:stretch>
                <a:fillRect/>
              </a:stretch>
            </p:blipFill>
            <p:spPr>
              <a:xfrm>
                <a:off x="8746945" y="1090269"/>
                <a:ext cx="4536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5" name="墨迹 24">
                <a:extLst>
                  <a:ext uri="{FF2B5EF4-FFF2-40B4-BE49-F238E27FC236}">
                    <a16:creationId xmlns:a16="http://schemas.microsoft.com/office/drawing/2014/main" id="{3AAB2041-4ED4-D1E4-FE37-B770195FD1F7}"/>
                  </a:ext>
                </a:extLst>
              </p14:cNvPr>
              <p14:cNvContentPartPr/>
              <p14:nvPr/>
            </p14:nvContentPartPr>
            <p14:xfrm>
              <a:off x="8807425" y="1071189"/>
              <a:ext cx="141840" cy="287280"/>
            </p14:xfrm>
          </p:contentPart>
        </mc:Choice>
        <mc:Fallback>
          <p:pic>
            <p:nvPicPr>
              <p:cNvPr id="25" name="墨迹 24">
                <a:extLst>
                  <a:ext uri="{FF2B5EF4-FFF2-40B4-BE49-F238E27FC236}">
                    <a16:creationId xmlns:a16="http://schemas.microsoft.com/office/drawing/2014/main" id="{3AAB2041-4ED4-D1E4-FE37-B770195FD1F7}"/>
                  </a:ext>
                </a:extLst>
              </p:cNvPr>
              <p:cNvPicPr/>
              <p:nvPr/>
            </p:nvPicPr>
            <p:blipFill>
              <a:blip r:embed="rId9"/>
              <a:stretch>
                <a:fillRect/>
              </a:stretch>
            </p:blipFill>
            <p:spPr>
              <a:xfrm>
                <a:off x="8789425" y="1053549"/>
                <a:ext cx="177480" cy="322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6" name="墨迹 25">
                <a:extLst>
                  <a:ext uri="{FF2B5EF4-FFF2-40B4-BE49-F238E27FC236}">
                    <a16:creationId xmlns:a16="http://schemas.microsoft.com/office/drawing/2014/main" id="{575DBD55-A677-39F5-1600-7A2D51872439}"/>
                  </a:ext>
                </a:extLst>
              </p14:cNvPr>
              <p14:cNvContentPartPr/>
              <p14:nvPr/>
            </p14:nvContentPartPr>
            <p14:xfrm>
              <a:off x="9199105" y="928989"/>
              <a:ext cx="361440" cy="96480"/>
            </p14:xfrm>
          </p:contentPart>
        </mc:Choice>
        <mc:Fallback>
          <p:pic>
            <p:nvPicPr>
              <p:cNvPr id="26" name="墨迹 25">
                <a:extLst>
                  <a:ext uri="{FF2B5EF4-FFF2-40B4-BE49-F238E27FC236}">
                    <a16:creationId xmlns:a16="http://schemas.microsoft.com/office/drawing/2014/main" id="{575DBD55-A677-39F5-1600-7A2D51872439}"/>
                  </a:ext>
                </a:extLst>
              </p:cNvPr>
              <p:cNvPicPr/>
              <p:nvPr/>
            </p:nvPicPr>
            <p:blipFill>
              <a:blip r:embed="rId11"/>
              <a:stretch>
                <a:fillRect/>
              </a:stretch>
            </p:blipFill>
            <p:spPr>
              <a:xfrm>
                <a:off x="9181105" y="910989"/>
                <a:ext cx="39708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7" name="墨迹 26">
                <a:extLst>
                  <a:ext uri="{FF2B5EF4-FFF2-40B4-BE49-F238E27FC236}">
                    <a16:creationId xmlns:a16="http://schemas.microsoft.com/office/drawing/2014/main" id="{53AD00BD-4A87-D3A0-0A93-EC561232B423}"/>
                  </a:ext>
                </a:extLst>
              </p14:cNvPr>
              <p14:cNvContentPartPr/>
              <p14:nvPr/>
            </p14:nvContentPartPr>
            <p14:xfrm>
              <a:off x="9429865" y="1006749"/>
              <a:ext cx="46800" cy="432720"/>
            </p14:xfrm>
          </p:contentPart>
        </mc:Choice>
        <mc:Fallback>
          <p:pic>
            <p:nvPicPr>
              <p:cNvPr id="27" name="墨迹 26">
                <a:extLst>
                  <a:ext uri="{FF2B5EF4-FFF2-40B4-BE49-F238E27FC236}">
                    <a16:creationId xmlns:a16="http://schemas.microsoft.com/office/drawing/2014/main" id="{53AD00BD-4A87-D3A0-0A93-EC561232B423}"/>
                  </a:ext>
                </a:extLst>
              </p:cNvPr>
              <p:cNvPicPr/>
              <p:nvPr/>
            </p:nvPicPr>
            <p:blipFill>
              <a:blip r:embed="rId13"/>
              <a:stretch>
                <a:fillRect/>
              </a:stretch>
            </p:blipFill>
            <p:spPr>
              <a:xfrm>
                <a:off x="9411865" y="988749"/>
                <a:ext cx="82440" cy="4683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8" name="墨迹 27">
                <a:extLst>
                  <a:ext uri="{FF2B5EF4-FFF2-40B4-BE49-F238E27FC236}">
                    <a16:creationId xmlns:a16="http://schemas.microsoft.com/office/drawing/2014/main" id="{05CEFA9B-CE5B-52F1-3342-4440C1A1FBF0}"/>
                  </a:ext>
                </a:extLst>
              </p14:cNvPr>
              <p14:cNvContentPartPr/>
              <p14:nvPr/>
            </p14:nvContentPartPr>
            <p14:xfrm>
              <a:off x="9707425" y="868149"/>
              <a:ext cx="360" cy="407160"/>
            </p14:xfrm>
          </p:contentPart>
        </mc:Choice>
        <mc:Fallback>
          <p:pic>
            <p:nvPicPr>
              <p:cNvPr id="28" name="墨迹 27">
                <a:extLst>
                  <a:ext uri="{FF2B5EF4-FFF2-40B4-BE49-F238E27FC236}">
                    <a16:creationId xmlns:a16="http://schemas.microsoft.com/office/drawing/2014/main" id="{05CEFA9B-CE5B-52F1-3342-4440C1A1FBF0}"/>
                  </a:ext>
                </a:extLst>
              </p:cNvPr>
              <p:cNvPicPr/>
              <p:nvPr/>
            </p:nvPicPr>
            <p:blipFill>
              <a:blip r:embed="rId15"/>
              <a:stretch>
                <a:fillRect/>
              </a:stretch>
            </p:blipFill>
            <p:spPr>
              <a:xfrm>
                <a:off x="9689425" y="850149"/>
                <a:ext cx="36000" cy="442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9" name="墨迹 28">
                <a:extLst>
                  <a:ext uri="{FF2B5EF4-FFF2-40B4-BE49-F238E27FC236}">
                    <a16:creationId xmlns:a16="http://schemas.microsoft.com/office/drawing/2014/main" id="{5EAE6B9C-C74B-464A-F993-BD4D950C86B0}"/>
                  </a:ext>
                </a:extLst>
              </p14:cNvPr>
              <p14:cNvContentPartPr/>
              <p14:nvPr/>
            </p14:nvContentPartPr>
            <p14:xfrm>
              <a:off x="10067785" y="886509"/>
              <a:ext cx="20160" cy="314280"/>
            </p14:xfrm>
          </p:contentPart>
        </mc:Choice>
        <mc:Fallback>
          <p:pic>
            <p:nvPicPr>
              <p:cNvPr id="29" name="墨迹 28">
                <a:extLst>
                  <a:ext uri="{FF2B5EF4-FFF2-40B4-BE49-F238E27FC236}">
                    <a16:creationId xmlns:a16="http://schemas.microsoft.com/office/drawing/2014/main" id="{5EAE6B9C-C74B-464A-F993-BD4D950C86B0}"/>
                  </a:ext>
                </a:extLst>
              </p:cNvPr>
              <p:cNvPicPr/>
              <p:nvPr/>
            </p:nvPicPr>
            <p:blipFill>
              <a:blip r:embed="rId17"/>
              <a:stretch>
                <a:fillRect/>
              </a:stretch>
            </p:blipFill>
            <p:spPr>
              <a:xfrm>
                <a:off x="10049785" y="868869"/>
                <a:ext cx="55800" cy="3499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0" name="墨迹 29">
                <a:extLst>
                  <a:ext uri="{FF2B5EF4-FFF2-40B4-BE49-F238E27FC236}">
                    <a16:creationId xmlns:a16="http://schemas.microsoft.com/office/drawing/2014/main" id="{F3768D63-1221-B4AA-702F-7BB30999B4F2}"/>
                  </a:ext>
                </a:extLst>
              </p14:cNvPr>
              <p14:cNvContentPartPr/>
              <p14:nvPr/>
            </p14:nvContentPartPr>
            <p14:xfrm>
              <a:off x="10059145" y="893709"/>
              <a:ext cx="213120" cy="326880"/>
            </p14:xfrm>
          </p:contentPart>
        </mc:Choice>
        <mc:Fallback>
          <p:pic>
            <p:nvPicPr>
              <p:cNvPr id="30" name="墨迹 29">
                <a:extLst>
                  <a:ext uri="{FF2B5EF4-FFF2-40B4-BE49-F238E27FC236}">
                    <a16:creationId xmlns:a16="http://schemas.microsoft.com/office/drawing/2014/main" id="{F3768D63-1221-B4AA-702F-7BB30999B4F2}"/>
                  </a:ext>
                </a:extLst>
              </p:cNvPr>
              <p:cNvPicPr/>
              <p:nvPr/>
            </p:nvPicPr>
            <p:blipFill>
              <a:blip r:embed="rId19"/>
              <a:stretch>
                <a:fillRect/>
              </a:stretch>
            </p:blipFill>
            <p:spPr>
              <a:xfrm>
                <a:off x="10041505" y="875709"/>
                <a:ext cx="248760" cy="3625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1" name="墨迹 30">
                <a:extLst>
                  <a:ext uri="{FF2B5EF4-FFF2-40B4-BE49-F238E27FC236}">
                    <a16:creationId xmlns:a16="http://schemas.microsoft.com/office/drawing/2014/main" id="{F98EBF5C-2845-DA22-F588-C8A7DFED11EE}"/>
                  </a:ext>
                </a:extLst>
              </p14:cNvPr>
              <p14:cNvContentPartPr/>
              <p14:nvPr/>
            </p14:nvContentPartPr>
            <p14:xfrm>
              <a:off x="10298545" y="809469"/>
              <a:ext cx="156600" cy="49680"/>
            </p14:xfrm>
          </p:contentPart>
        </mc:Choice>
        <mc:Fallback>
          <p:pic>
            <p:nvPicPr>
              <p:cNvPr id="31" name="墨迹 30">
                <a:extLst>
                  <a:ext uri="{FF2B5EF4-FFF2-40B4-BE49-F238E27FC236}">
                    <a16:creationId xmlns:a16="http://schemas.microsoft.com/office/drawing/2014/main" id="{F98EBF5C-2845-DA22-F588-C8A7DFED11EE}"/>
                  </a:ext>
                </a:extLst>
              </p:cNvPr>
              <p:cNvPicPr/>
              <p:nvPr/>
            </p:nvPicPr>
            <p:blipFill>
              <a:blip r:embed="rId21"/>
              <a:stretch>
                <a:fillRect/>
              </a:stretch>
            </p:blipFill>
            <p:spPr>
              <a:xfrm>
                <a:off x="10280545" y="791469"/>
                <a:ext cx="19224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2" name="墨迹 31">
                <a:extLst>
                  <a:ext uri="{FF2B5EF4-FFF2-40B4-BE49-F238E27FC236}">
                    <a16:creationId xmlns:a16="http://schemas.microsoft.com/office/drawing/2014/main" id="{38F516C1-64D7-6498-B038-AB5195BEF5BE}"/>
                  </a:ext>
                </a:extLst>
              </p14:cNvPr>
              <p14:cNvContentPartPr/>
              <p14:nvPr/>
            </p14:nvContentPartPr>
            <p14:xfrm>
              <a:off x="10437145" y="822069"/>
              <a:ext cx="360" cy="367200"/>
            </p14:xfrm>
          </p:contentPart>
        </mc:Choice>
        <mc:Fallback>
          <p:pic>
            <p:nvPicPr>
              <p:cNvPr id="32" name="墨迹 31">
                <a:extLst>
                  <a:ext uri="{FF2B5EF4-FFF2-40B4-BE49-F238E27FC236}">
                    <a16:creationId xmlns:a16="http://schemas.microsoft.com/office/drawing/2014/main" id="{38F516C1-64D7-6498-B038-AB5195BEF5BE}"/>
                  </a:ext>
                </a:extLst>
              </p:cNvPr>
              <p:cNvPicPr/>
              <p:nvPr/>
            </p:nvPicPr>
            <p:blipFill>
              <a:blip r:embed="rId23"/>
              <a:stretch>
                <a:fillRect/>
              </a:stretch>
            </p:blipFill>
            <p:spPr>
              <a:xfrm>
                <a:off x="10419145" y="804069"/>
                <a:ext cx="36000" cy="4028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3" name="墨迹 32">
                <a:extLst>
                  <a:ext uri="{FF2B5EF4-FFF2-40B4-BE49-F238E27FC236}">
                    <a16:creationId xmlns:a16="http://schemas.microsoft.com/office/drawing/2014/main" id="{2BE570F5-D9F8-9103-F16F-37063D222776}"/>
                  </a:ext>
                </a:extLst>
              </p14:cNvPr>
              <p14:cNvContentPartPr/>
              <p14:nvPr/>
            </p14:nvContentPartPr>
            <p14:xfrm>
              <a:off x="10362985" y="1227789"/>
              <a:ext cx="185040" cy="28440"/>
            </p14:xfrm>
          </p:contentPart>
        </mc:Choice>
        <mc:Fallback>
          <p:pic>
            <p:nvPicPr>
              <p:cNvPr id="33" name="墨迹 32">
                <a:extLst>
                  <a:ext uri="{FF2B5EF4-FFF2-40B4-BE49-F238E27FC236}">
                    <a16:creationId xmlns:a16="http://schemas.microsoft.com/office/drawing/2014/main" id="{2BE570F5-D9F8-9103-F16F-37063D222776}"/>
                  </a:ext>
                </a:extLst>
              </p:cNvPr>
              <p:cNvPicPr/>
              <p:nvPr/>
            </p:nvPicPr>
            <p:blipFill>
              <a:blip r:embed="rId25"/>
              <a:stretch>
                <a:fillRect/>
              </a:stretch>
            </p:blipFill>
            <p:spPr>
              <a:xfrm>
                <a:off x="10344985" y="1210149"/>
                <a:ext cx="22068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84" name="墨迹 83">
                <a:extLst>
                  <a:ext uri="{FF2B5EF4-FFF2-40B4-BE49-F238E27FC236}">
                    <a16:creationId xmlns:a16="http://schemas.microsoft.com/office/drawing/2014/main" id="{25E51DAD-2430-25C1-B5B5-BDEB7867FCFE}"/>
                  </a:ext>
                </a:extLst>
              </p14:cNvPr>
              <p14:cNvContentPartPr/>
              <p14:nvPr/>
            </p14:nvContentPartPr>
            <p14:xfrm>
              <a:off x="7730665" y="1366389"/>
              <a:ext cx="3038040" cy="213120"/>
            </p14:xfrm>
          </p:contentPart>
        </mc:Choice>
        <mc:Fallback>
          <p:pic>
            <p:nvPicPr>
              <p:cNvPr id="84" name="墨迹 83">
                <a:extLst>
                  <a:ext uri="{FF2B5EF4-FFF2-40B4-BE49-F238E27FC236}">
                    <a16:creationId xmlns:a16="http://schemas.microsoft.com/office/drawing/2014/main" id="{25E51DAD-2430-25C1-B5B5-BDEB7867FCFE}"/>
                  </a:ext>
                </a:extLst>
              </p:cNvPr>
              <p:cNvPicPr/>
              <p:nvPr/>
            </p:nvPicPr>
            <p:blipFill>
              <a:blip r:embed="rId27"/>
              <a:stretch>
                <a:fillRect/>
              </a:stretch>
            </p:blipFill>
            <p:spPr>
              <a:xfrm>
                <a:off x="7713025" y="1348749"/>
                <a:ext cx="3073680" cy="248760"/>
              </a:xfrm>
              <a:prstGeom prst="rect">
                <a:avLst/>
              </a:prstGeom>
            </p:spPr>
          </p:pic>
        </mc:Fallback>
      </mc:AlternateContent>
      <p:grpSp>
        <p:nvGrpSpPr>
          <p:cNvPr id="126" name="组合 125">
            <a:extLst>
              <a:ext uri="{FF2B5EF4-FFF2-40B4-BE49-F238E27FC236}">
                <a16:creationId xmlns:a16="http://schemas.microsoft.com/office/drawing/2014/main" id="{9D5F817B-D4D1-33E1-B21D-B47EB472D070}"/>
              </a:ext>
            </a:extLst>
          </p:cNvPr>
          <p:cNvGrpSpPr/>
          <p:nvPr/>
        </p:nvGrpSpPr>
        <p:grpSpPr>
          <a:xfrm>
            <a:off x="4460785" y="970029"/>
            <a:ext cx="3628800" cy="664920"/>
            <a:chOff x="4460785" y="970029"/>
            <a:chExt cx="3628800" cy="664920"/>
          </a:xfrm>
        </p:grpSpPr>
        <mc:AlternateContent xmlns:mc="http://schemas.openxmlformats.org/markup-compatibility/2006">
          <mc:Choice xmlns:p14="http://schemas.microsoft.com/office/powerpoint/2010/main" Requires="p14">
            <p:contentPart p14:bwMode="auto" r:id="rId28">
              <p14:nvContentPartPr>
                <p14:cNvPr id="13" name="墨迹 12">
                  <a:extLst>
                    <a:ext uri="{FF2B5EF4-FFF2-40B4-BE49-F238E27FC236}">
                      <a16:creationId xmlns:a16="http://schemas.microsoft.com/office/drawing/2014/main" id="{BEDB5A4C-D3F4-7967-1286-3B0CF203D7B3}"/>
                    </a:ext>
                  </a:extLst>
                </p14:cNvPr>
                <p14:cNvContentPartPr/>
                <p14:nvPr/>
              </p14:nvContentPartPr>
              <p14:xfrm>
                <a:off x="4623505" y="1154349"/>
                <a:ext cx="182520" cy="270360"/>
              </p14:xfrm>
            </p:contentPart>
          </mc:Choice>
          <mc:Fallback>
            <p:pic>
              <p:nvPicPr>
                <p:cNvPr id="13" name="墨迹 12">
                  <a:extLst>
                    <a:ext uri="{FF2B5EF4-FFF2-40B4-BE49-F238E27FC236}">
                      <a16:creationId xmlns:a16="http://schemas.microsoft.com/office/drawing/2014/main" id="{BEDB5A4C-D3F4-7967-1286-3B0CF203D7B3}"/>
                    </a:ext>
                  </a:extLst>
                </p:cNvPr>
                <p:cNvPicPr/>
                <p:nvPr/>
              </p:nvPicPr>
              <p:blipFill>
                <a:blip r:embed="rId29"/>
                <a:stretch>
                  <a:fillRect/>
                </a:stretch>
              </p:blipFill>
              <p:spPr>
                <a:xfrm>
                  <a:off x="4605505" y="1136349"/>
                  <a:ext cx="21816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4" name="墨迹 13">
                  <a:extLst>
                    <a:ext uri="{FF2B5EF4-FFF2-40B4-BE49-F238E27FC236}">
                      <a16:creationId xmlns:a16="http://schemas.microsoft.com/office/drawing/2014/main" id="{9D721DF5-9917-B189-9894-BF05371660A2}"/>
                    </a:ext>
                  </a:extLst>
                </p14:cNvPr>
                <p14:cNvContentPartPr/>
                <p14:nvPr/>
              </p14:nvContentPartPr>
              <p14:xfrm>
                <a:off x="5255305" y="1126629"/>
                <a:ext cx="28440" cy="322920"/>
              </p14:xfrm>
            </p:contentPart>
          </mc:Choice>
          <mc:Fallback>
            <p:pic>
              <p:nvPicPr>
                <p:cNvPr id="14" name="墨迹 13">
                  <a:extLst>
                    <a:ext uri="{FF2B5EF4-FFF2-40B4-BE49-F238E27FC236}">
                      <a16:creationId xmlns:a16="http://schemas.microsoft.com/office/drawing/2014/main" id="{9D721DF5-9917-B189-9894-BF05371660A2}"/>
                    </a:ext>
                  </a:extLst>
                </p:cNvPr>
                <p:cNvPicPr/>
                <p:nvPr/>
              </p:nvPicPr>
              <p:blipFill>
                <a:blip r:embed="rId31"/>
                <a:stretch>
                  <a:fillRect/>
                </a:stretch>
              </p:blipFill>
              <p:spPr>
                <a:xfrm>
                  <a:off x="5237665" y="1108989"/>
                  <a:ext cx="64080" cy="3585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5" name="墨迹 14">
                  <a:extLst>
                    <a:ext uri="{FF2B5EF4-FFF2-40B4-BE49-F238E27FC236}">
                      <a16:creationId xmlns:a16="http://schemas.microsoft.com/office/drawing/2014/main" id="{5880CEC5-F9DD-54A9-7B9F-01D873E62FD8}"/>
                    </a:ext>
                  </a:extLst>
                </p14:cNvPr>
                <p14:cNvContentPartPr/>
                <p14:nvPr/>
              </p14:nvContentPartPr>
              <p14:xfrm>
                <a:off x="5495425" y="1255149"/>
                <a:ext cx="383760" cy="235080"/>
              </p14:xfrm>
            </p:contentPart>
          </mc:Choice>
          <mc:Fallback>
            <p:pic>
              <p:nvPicPr>
                <p:cNvPr id="15" name="墨迹 14">
                  <a:extLst>
                    <a:ext uri="{FF2B5EF4-FFF2-40B4-BE49-F238E27FC236}">
                      <a16:creationId xmlns:a16="http://schemas.microsoft.com/office/drawing/2014/main" id="{5880CEC5-F9DD-54A9-7B9F-01D873E62FD8}"/>
                    </a:ext>
                  </a:extLst>
                </p:cNvPr>
                <p:cNvPicPr/>
                <p:nvPr/>
              </p:nvPicPr>
              <p:blipFill>
                <a:blip r:embed="rId33"/>
                <a:stretch>
                  <a:fillRect/>
                </a:stretch>
              </p:blipFill>
              <p:spPr>
                <a:xfrm>
                  <a:off x="5477785" y="1237149"/>
                  <a:ext cx="41940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8" name="墨迹 17">
                  <a:extLst>
                    <a:ext uri="{FF2B5EF4-FFF2-40B4-BE49-F238E27FC236}">
                      <a16:creationId xmlns:a16="http://schemas.microsoft.com/office/drawing/2014/main" id="{0D38570C-C4AA-D33A-43CD-14B3BD4DBD47}"/>
                    </a:ext>
                  </a:extLst>
                </p14:cNvPr>
                <p14:cNvContentPartPr/>
                <p14:nvPr/>
              </p14:nvContentPartPr>
              <p14:xfrm>
                <a:off x="7379665" y="970029"/>
                <a:ext cx="352080" cy="73800"/>
              </p14:xfrm>
            </p:contentPart>
          </mc:Choice>
          <mc:Fallback>
            <p:pic>
              <p:nvPicPr>
                <p:cNvPr id="18" name="墨迹 17">
                  <a:extLst>
                    <a:ext uri="{FF2B5EF4-FFF2-40B4-BE49-F238E27FC236}">
                      <a16:creationId xmlns:a16="http://schemas.microsoft.com/office/drawing/2014/main" id="{0D38570C-C4AA-D33A-43CD-14B3BD4DBD47}"/>
                    </a:ext>
                  </a:extLst>
                </p:cNvPr>
                <p:cNvPicPr/>
                <p:nvPr/>
              </p:nvPicPr>
              <p:blipFill>
                <a:blip r:embed="rId35"/>
                <a:stretch>
                  <a:fillRect/>
                </a:stretch>
              </p:blipFill>
              <p:spPr>
                <a:xfrm>
                  <a:off x="7361665" y="952389"/>
                  <a:ext cx="38772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9" name="墨迹 18">
                  <a:extLst>
                    <a:ext uri="{FF2B5EF4-FFF2-40B4-BE49-F238E27FC236}">
                      <a16:creationId xmlns:a16="http://schemas.microsoft.com/office/drawing/2014/main" id="{4F47CE6A-00B1-8589-6081-D98D8C131739}"/>
                    </a:ext>
                  </a:extLst>
                </p14:cNvPr>
                <p14:cNvContentPartPr/>
                <p14:nvPr/>
              </p14:nvContentPartPr>
              <p14:xfrm>
                <a:off x="7665145" y="1098909"/>
                <a:ext cx="47520" cy="377640"/>
              </p14:xfrm>
            </p:contentPart>
          </mc:Choice>
          <mc:Fallback>
            <p:pic>
              <p:nvPicPr>
                <p:cNvPr id="19" name="墨迹 18">
                  <a:extLst>
                    <a:ext uri="{FF2B5EF4-FFF2-40B4-BE49-F238E27FC236}">
                      <a16:creationId xmlns:a16="http://schemas.microsoft.com/office/drawing/2014/main" id="{4F47CE6A-00B1-8589-6081-D98D8C131739}"/>
                    </a:ext>
                  </a:extLst>
                </p:cNvPr>
                <p:cNvPicPr/>
                <p:nvPr/>
              </p:nvPicPr>
              <p:blipFill>
                <a:blip r:embed="rId37"/>
                <a:stretch>
                  <a:fillRect/>
                </a:stretch>
              </p:blipFill>
              <p:spPr>
                <a:xfrm>
                  <a:off x="7647505" y="1080909"/>
                  <a:ext cx="83160" cy="4132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0" name="墨迹 19">
                  <a:extLst>
                    <a:ext uri="{FF2B5EF4-FFF2-40B4-BE49-F238E27FC236}">
                      <a16:creationId xmlns:a16="http://schemas.microsoft.com/office/drawing/2014/main" id="{E65C48F9-0D41-5115-13A3-CE0A6F5F36BD}"/>
                    </a:ext>
                  </a:extLst>
                </p14:cNvPr>
                <p14:cNvContentPartPr/>
                <p14:nvPr/>
              </p14:nvContentPartPr>
              <p14:xfrm>
                <a:off x="7905985" y="1126629"/>
                <a:ext cx="360" cy="265680"/>
              </p14:xfrm>
            </p:contentPart>
          </mc:Choice>
          <mc:Fallback>
            <p:pic>
              <p:nvPicPr>
                <p:cNvPr id="20" name="墨迹 19">
                  <a:extLst>
                    <a:ext uri="{FF2B5EF4-FFF2-40B4-BE49-F238E27FC236}">
                      <a16:creationId xmlns:a16="http://schemas.microsoft.com/office/drawing/2014/main" id="{E65C48F9-0D41-5115-13A3-CE0A6F5F36BD}"/>
                    </a:ext>
                  </a:extLst>
                </p:cNvPr>
                <p:cNvPicPr/>
                <p:nvPr/>
              </p:nvPicPr>
              <p:blipFill>
                <a:blip r:embed="rId39"/>
                <a:stretch>
                  <a:fillRect/>
                </a:stretch>
              </p:blipFill>
              <p:spPr>
                <a:xfrm>
                  <a:off x="7888345" y="1108989"/>
                  <a:ext cx="3600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1" name="墨迹 20">
                  <a:extLst>
                    <a:ext uri="{FF2B5EF4-FFF2-40B4-BE49-F238E27FC236}">
                      <a16:creationId xmlns:a16="http://schemas.microsoft.com/office/drawing/2014/main" id="{C480F47C-3545-CBC5-8FC1-99A576E6D6D9}"/>
                    </a:ext>
                  </a:extLst>
                </p14:cNvPr>
                <p14:cNvContentPartPr/>
                <p14:nvPr/>
              </p14:nvContentPartPr>
              <p14:xfrm>
                <a:off x="7934065" y="1163709"/>
                <a:ext cx="155520" cy="218160"/>
              </p14:xfrm>
            </p:contentPart>
          </mc:Choice>
          <mc:Fallback>
            <p:pic>
              <p:nvPicPr>
                <p:cNvPr id="21" name="墨迹 20">
                  <a:extLst>
                    <a:ext uri="{FF2B5EF4-FFF2-40B4-BE49-F238E27FC236}">
                      <a16:creationId xmlns:a16="http://schemas.microsoft.com/office/drawing/2014/main" id="{C480F47C-3545-CBC5-8FC1-99A576E6D6D9}"/>
                    </a:ext>
                  </a:extLst>
                </p:cNvPr>
                <p:cNvPicPr/>
                <p:nvPr/>
              </p:nvPicPr>
              <p:blipFill>
                <a:blip r:embed="rId41"/>
                <a:stretch>
                  <a:fillRect/>
                </a:stretch>
              </p:blipFill>
              <p:spPr>
                <a:xfrm>
                  <a:off x="7916065" y="1145709"/>
                  <a:ext cx="19116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68" name="墨迹 67">
                  <a:extLst>
                    <a:ext uri="{FF2B5EF4-FFF2-40B4-BE49-F238E27FC236}">
                      <a16:creationId xmlns:a16="http://schemas.microsoft.com/office/drawing/2014/main" id="{01E2BB43-3F35-DBDB-9D21-7054441F5241}"/>
                    </a:ext>
                  </a:extLst>
                </p14:cNvPr>
                <p14:cNvContentPartPr/>
                <p14:nvPr/>
              </p14:nvContentPartPr>
              <p14:xfrm>
                <a:off x="6326305" y="988029"/>
                <a:ext cx="157680" cy="350640"/>
              </p14:xfrm>
            </p:contentPart>
          </mc:Choice>
          <mc:Fallback>
            <p:pic>
              <p:nvPicPr>
                <p:cNvPr id="68" name="墨迹 67">
                  <a:extLst>
                    <a:ext uri="{FF2B5EF4-FFF2-40B4-BE49-F238E27FC236}">
                      <a16:creationId xmlns:a16="http://schemas.microsoft.com/office/drawing/2014/main" id="{01E2BB43-3F35-DBDB-9D21-7054441F5241}"/>
                    </a:ext>
                  </a:extLst>
                </p:cNvPr>
                <p:cNvPicPr/>
                <p:nvPr/>
              </p:nvPicPr>
              <p:blipFill>
                <a:blip r:embed="rId43"/>
                <a:stretch>
                  <a:fillRect/>
                </a:stretch>
              </p:blipFill>
              <p:spPr>
                <a:xfrm>
                  <a:off x="6308665" y="970389"/>
                  <a:ext cx="193320" cy="386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69" name="墨迹 68">
                  <a:extLst>
                    <a:ext uri="{FF2B5EF4-FFF2-40B4-BE49-F238E27FC236}">
                      <a16:creationId xmlns:a16="http://schemas.microsoft.com/office/drawing/2014/main" id="{682BBEF5-CF46-6F35-DEAF-A09A6D1C9D65}"/>
                    </a:ext>
                  </a:extLst>
                </p14:cNvPr>
                <p14:cNvContentPartPr/>
                <p14:nvPr/>
              </p14:nvContentPartPr>
              <p14:xfrm>
                <a:off x="6365905" y="1006389"/>
                <a:ext cx="165240" cy="317520"/>
              </p14:xfrm>
            </p:contentPart>
          </mc:Choice>
          <mc:Fallback>
            <p:pic>
              <p:nvPicPr>
                <p:cNvPr id="69" name="墨迹 68">
                  <a:extLst>
                    <a:ext uri="{FF2B5EF4-FFF2-40B4-BE49-F238E27FC236}">
                      <a16:creationId xmlns:a16="http://schemas.microsoft.com/office/drawing/2014/main" id="{682BBEF5-CF46-6F35-DEAF-A09A6D1C9D65}"/>
                    </a:ext>
                  </a:extLst>
                </p:cNvPr>
                <p:cNvPicPr/>
                <p:nvPr/>
              </p:nvPicPr>
              <p:blipFill>
                <a:blip r:embed="rId45"/>
                <a:stretch>
                  <a:fillRect/>
                </a:stretch>
              </p:blipFill>
              <p:spPr>
                <a:xfrm>
                  <a:off x="6347905" y="988389"/>
                  <a:ext cx="200880" cy="3531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70" name="墨迹 69">
                  <a:extLst>
                    <a:ext uri="{FF2B5EF4-FFF2-40B4-BE49-F238E27FC236}">
                      <a16:creationId xmlns:a16="http://schemas.microsoft.com/office/drawing/2014/main" id="{A6AF567D-514E-5619-FFE1-7AE91F494D94}"/>
                    </a:ext>
                  </a:extLst>
                </p14:cNvPr>
                <p14:cNvContentPartPr/>
                <p14:nvPr/>
              </p14:nvContentPartPr>
              <p14:xfrm>
                <a:off x="6548425" y="1047429"/>
                <a:ext cx="188280" cy="33480"/>
              </p14:xfrm>
            </p:contentPart>
          </mc:Choice>
          <mc:Fallback>
            <p:pic>
              <p:nvPicPr>
                <p:cNvPr id="70" name="墨迹 69">
                  <a:extLst>
                    <a:ext uri="{FF2B5EF4-FFF2-40B4-BE49-F238E27FC236}">
                      <a16:creationId xmlns:a16="http://schemas.microsoft.com/office/drawing/2014/main" id="{A6AF567D-514E-5619-FFE1-7AE91F494D94}"/>
                    </a:ext>
                  </a:extLst>
                </p:cNvPr>
                <p:cNvPicPr/>
                <p:nvPr/>
              </p:nvPicPr>
              <p:blipFill>
                <a:blip r:embed="rId47"/>
                <a:stretch>
                  <a:fillRect/>
                </a:stretch>
              </p:blipFill>
              <p:spPr>
                <a:xfrm>
                  <a:off x="6530785" y="1029789"/>
                  <a:ext cx="22392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71" name="墨迹 70">
                  <a:extLst>
                    <a:ext uri="{FF2B5EF4-FFF2-40B4-BE49-F238E27FC236}">
                      <a16:creationId xmlns:a16="http://schemas.microsoft.com/office/drawing/2014/main" id="{4DF87B87-079E-44AA-77D2-613DC43D243C}"/>
                    </a:ext>
                  </a:extLst>
                </p14:cNvPr>
                <p14:cNvContentPartPr/>
                <p14:nvPr/>
              </p14:nvContentPartPr>
              <p14:xfrm>
                <a:off x="6631585" y="1071189"/>
                <a:ext cx="360" cy="203400"/>
              </p14:xfrm>
            </p:contentPart>
          </mc:Choice>
          <mc:Fallback>
            <p:pic>
              <p:nvPicPr>
                <p:cNvPr id="71" name="墨迹 70">
                  <a:extLst>
                    <a:ext uri="{FF2B5EF4-FFF2-40B4-BE49-F238E27FC236}">
                      <a16:creationId xmlns:a16="http://schemas.microsoft.com/office/drawing/2014/main" id="{4DF87B87-079E-44AA-77D2-613DC43D243C}"/>
                    </a:ext>
                  </a:extLst>
                </p:cNvPr>
                <p:cNvPicPr/>
                <p:nvPr/>
              </p:nvPicPr>
              <p:blipFill>
                <a:blip r:embed="rId49"/>
                <a:stretch>
                  <a:fillRect/>
                </a:stretch>
              </p:blipFill>
              <p:spPr>
                <a:xfrm>
                  <a:off x="6613585" y="1053549"/>
                  <a:ext cx="3600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72" name="墨迹 71">
                  <a:extLst>
                    <a:ext uri="{FF2B5EF4-FFF2-40B4-BE49-F238E27FC236}">
                      <a16:creationId xmlns:a16="http://schemas.microsoft.com/office/drawing/2014/main" id="{304F6C97-3CA7-26D9-4256-1432F050CB0F}"/>
                    </a:ext>
                  </a:extLst>
                </p14:cNvPr>
                <p14:cNvContentPartPr/>
                <p14:nvPr/>
              </p14:nvContentPartPr>
              <p14:xfrm>
                <a:off x="6677665" y="1182069"/>
                <a:ext cx="72720" cy="18720"/>
              </p14:xfrm>
            </p:contentPart>
          </mc:Choice>
          <mc:Fallback>
            <p:pic>
              <p:nvPicPr>
                <p:cNvPr id="72" name="墨迹 71">
                  <a:extLst>
                    <a:ext uri="{FF2B5EF4-FFF2-40B4-BE49-F238E27FC236}">
                      <a16:creationId xmlns:a16="http://schemas.microsoft.com/office/drawing/2014/main" id="{304F6C97-3CA7-26D9-4256-1432F050CB0F}"/>
                    </a:ext>
                  </a:extLst>
                </p:cNvPr>
                <p:cNvPicPr/>
                <p:nvPr/>
              </p:nvPicPr>
              <p:blipFill>
                <a:blip r:embed="rId51"/>
                <a:stretch>
                  <a:fillRect/>
                </a:stretch>
              </p:blipFill>
              <p:spPr>
                <a:xfrm>
                  <a:off x="6659665" y="1164069"/>
                  <a:ext cx="10836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73" name="墨迹 72">
                  <a:extLst>
                    <a:ext uri="{FF2B5EF4-FFF2-40B4-BE49-F238E27FC236}">
                      <a16:creationId xmlns:a16="http://schemas.microsoft.com/office/drawing/2014/main" id="{212FD4CE-42A6-48A7-09A4-C69819CD4A57}"/>
                    </a:ext>
                  </a:extLst>
                </p14:cNvPr>
                <p14:cNvContentPartPr/>
                <p14:nvPr/>
              </p14:nvContentPartPr>
              <p14:xfrm>
                <a:off x="6612865" y="1274229"/>
                <a:ext cx="82440" cy="360"/>
              </p14:xfrm>
            </p:contentPart>
          </mc:Choice>
          <mc:Fallback>
            <p:pic>
              <p:nvPicPr>
                <p:cNvPr id="73" name="墨迹 72">
                  <a:extLst>
                    <a:ext uri="{FF2B5EF4-FFF2-40B4-BE49-F238E27FC236}">
                      <a16:creationId xmlns:a16="http://schemas.microsoft.com/office/drawing/2014/main" id="{212FD4CE-42A6-48A7-09A4-C69819CD4A57}"/>
                    </a:ext>
                  </a:extLst>
                </p:cNvPr>
                <p:cNvPicPr/>
                <p:nvPr/>
              </p:nvPicPr>
              <p:blipFill>
                <a:blip r:embed="rId53"/>
                <a:stretch>
                  <a:fillRect/>
                </a:stretch>
              </p:blipFill>
              <p:spPr>
                <a:xfrm>
                  <a:off x="6595225" y="1256589"/>
                  <a:ext cx="11808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74" name="墨迹 73">
                  <a:extLst>
                    <a:ext uri="{FF2B5EF4-FFF2-40B4-BE49-F238E27FC236}">
                      <a16:creationId xmlns:a16="http://schemas.microsoft.com/office/drawing/2014/main" id="{98917D9B-7BD4-9368-1A63-DDAE80F61B2A}"/>
                    </a:ext>
                  </a:extLst>
                </p14:cNvPr>
                <p14:cNvContentPartPr/>
                <p14:nvPr/>
              </p14:nvContentPartPr>
              <p14:xfrm>
                <a:off x="6853345" y="1062189"/>
                <a:ext cx="360" cy="239040"/>
              </p14:xfrm>
            </p:contentPart>
          </mc:Choice>
          <mc:Fallback>
            <p:pic>
              <p:nvPicPr>
                <p:cNvPr id="74" name="墨迹 73">
                  <a:extLst>
                    <a:ext uri="{FF2B5EF4-FFF2-40B4-BE49-F238E27FC236}">
                      <a16:creationId xmlns:a16="http://schemas.microsoft.com/office/drawing/2014/main" id="{98917D9B-7BD4-9368-1A63-DDAE80F61B2A}"/>
                    </a:ext>
                  </a:extLst>
                </p:cNvPr>
                <p:cNvPicPr/>
                <p:nvPr/>
              </p:nvPicPr>
              <p:blipFill>
                <a:blip r:embed="rId55"/>
                <a:stretch>
                  <a:fillRect/>
                </a:stretch>
              </p:blipFill>
              <p:spPr>
                <a:xfrm>
                  <a:off x="6835345" y="1044189"/>
                  <a:ext cx="3600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75" name="墨迹 74">
                  <a:extLst>
                    <a:ext uri="{FF2B5EF4-FFF2-40B4-BE49-F238E27FC236}">
                      <a16:creationId xmlns:a16="http://schemas.microsoft.com/office/drawing/2014/main" id="{5A31F09F-4C3A-61B7-4780-3311AE56A4E3}"/>
                    </a:ext>
                  </a:extLst>
                </p14:cNvPr>
                <p14:cNvContentPartPr/>
                <p14:nvPr/>
              </p14:nvContentPartPr>
              <p14:xfrm>
                <a:off x="6853345" y="1117269"/>
                <a:ext cx="118800" cy="108000"/>
              </p14:xfrm>
            </p:contentPart>
          </mc:Choice>
          <mc:Fallback>
            <p:pic>
              <p:nvPicPr>
                <p:cNvPr id="75" name="墨迹 74">
                  <a:extLst>
                    <a:ext uri="{FF2B5EF4-FFF2-40B4-BE49-F238E27FC236}">
                      <a16:creationId xmlns:a16="http://schemas.microsoft.com/office/drawing/2014/main" id="{5A31F09F-4C3A-61B7-4780-3311AE56A4E3}"/>
                    </a:ext>
                  </a:extLst>
                </p:cNvPr>
                <p:cNvPicPr/>
                <p:nvPr/>
              </p:nvPicPr>
              <p:blipFill>
                <a:blip r:embed="rId57"/>
                <a:stretch>
                  <a:fillRect/>
                </a:stretch>
              </p:blipFill>
              <p:spPr>
                <a:xfrm>
                  <a:off x="6835345" y="1099629"/>
                  <a:ext cx="15444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76" name="墨迹 75">
                  <a:extLst>
                    <a:ext uri="{FF2B5EF4-FFF2-40B4-BE49-F238E27FC236}">
                      <a16:creationId xmlns:a16="http://schemas.microsoft.com/office/drawing/2014/main" id="{5B6FF72C-D66E-147D-C242-A068A0EDFCA9}"/>
                    </a:ext>
                  </a:extLst>
                </p14:cNvPr>
                <p14:cNvContentPartPr/>
                <p14:nvPr/>
              </p14:nvContentPartPr>
              <p14:xfrm>
                <a:off x="6973225" y="1062189"/>
                <a:ext cx="9720" cy="258120"/>
              </p14:xfrm>
            </p:contentPart>
          </mc:Choice>
          <mc:Fallback>
            <p:pic>
              <p:nvPicPr>
                <p:cNvPr id="76" name="墨迹 75">
                  <a:extLst>
                    <a:ext uri="{FF2B5EF4-FFF2-40B4-BE49-F238E27FC236}">
                      <a16:creationId xmlns:a16="http://schemas.microsoft.com/office/drawing/2014/main" id="{5B6FF72C-D66E-147D-C242-A068A0EDFCA9}"/>
                    </a:ext>
                  </a:extLst>
                </p:cNvPr>
                <p:cNvPicPr/>
                <p:nvPr/>
              </p:nvPicPr>
              <p:blipFill>
                <a:blip r:embed="rId59"/>
                <a:stretch>
                  <a:fillRect/>
                </a:stretch>
              </p:blipFill>
              <p:spPr>
                <a:xfrm>
                  <a:off x="6955225" y="1044189"/>
                  <a:ext cx="4536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25" name="墨迹 124">
                  <a:extLst>
                    <a:ext uri="{FF2B5EF4-FFF2-40B4-BE49-F238E27FC236}">
                      <a16:creationId xmlns:a16="http://schemas.microsoft.com/office/drawing/2014/main" id="{9E87AC6F-3BE7-7ED9-4F73-4FD33EC0145A}"/>
                    </a:ext>
                  </a:extLst>
                </p14:cNvPr>
                <p14:cNvContentPartPr/>
                <p14:nvPr/>
              </p14:nvContentPartPr>
              <p14:xfrm>
                <a:off x="4460785" y="1514349"/>
                <a:ext cx="2898720" cy="120600"/>
              </p14:xfrm>
            </p:contentPart>
          </mc:Choice>
          <mc:Fallback>
            <p:pic>
              <p:nvPicPr>
                <p:cNvPr id="125" name="墨迹 124">
                  <a:extLst>
                    <a:ext uri="{FF2B5EF4-FFF2-40B4-BE49-F238E27FC236}">
                      <a16:creationId xmlns:a16="http://schemas.microsoft.com/office/drawing/2014/main" id="{9E87AC6F-3BE7-7ED9-4F73-4FD33EC0145A}"/>
                    </a:ext>
                  </a:extLst>
                </p:cNvPr>
                <p:cNvPicPr/>
                <p:nvPr/>
              </p:nvPicPr>
              <p:blipFill>
                <a:blip r:embed="rId61"/>
                <a:stretch>
                  <a:fillRect/>
                </a:stretch>
              </p:blipFill>
              <p:spPr>
                <a:xfrm>
                  <a:off x="4443145" y="1496349"/>
                  <a:ext cx="2934360" cy="156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2">
            <p14:nvContentPartPr>
              <p14:cNvPr id="127" name="墨迹 126">
                <a:extLst>
                  <a:ext uri="{FF2B5EF4-FFF2-40B4-BE49-F238E27FC236}">
                    <a16:creationId xmlns:a16="http://schemas.microsoft.com/office/drawing/2014/main" id="{331FF81F-F521-FD41-39D9-B13083936968}"/>
                  </a:ext>
                </a:extLst>
              </p14:cNvPr>
              <p14:cNvContentPartPr/>
              <p14:nvPr/>
            </p14:nvContentPartPr>
            <p14:xfrm>
              <a:off x="2373505" y="3269349"/>
              <a:ext cx="164520" cy="46440"/>
            </p14:xfrm>
          </p:contentPart>
        </mc:Choice>
        <mc:Fallback>
          <p:pic>
            <p:nvPicPr>
              <p:cNvPr id="127" name="墨迹 126">
                <a:extLst>
                  <a:ext uri="{FF2B5EF4-FFF2-40B4-BE49-F238E27FC236}">
                    <a16:creationId xmlns:a16="http://schemas.microsoft.com/office/drawing/2014/main" id="{331FF81F-F521-FD41-39D9-B13083936968}"/>
                  </a:ext>
                </a:extLst>
              </p:cNvPr>
              <p:cNvPicPr/>
              <p:nvPr/>
            </p:nvPicPr>
            <p:blipFill>
              <a:blip r:embed="rId63"/>
              <a:stretch>
                <a:fillRect/>
              </a:stretch>
            </p:blipFill>
            <p:spPr>
              <a:xfrm>
                <a:off x="2355865" y="3251709"/>
                <a:ext cx="20016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28" name="墨迹 127">
                <a:extLst>
                  <a:ext uri="{FF2B5EF4-FFF2-40B4-BE49-F238E27FC236}">
                    <a16:creationId xmlns:a16="http://schemas.microsoft.com/office/drawing/2014/main" id="{12CF1BA5-C2CF-9F09-26B6-E43B56ADA8F3}"/>
                  </a:ext>
                </a:extLst>
              </p14:cNvPr>
              <p14:cNvContentPartPr/>
              <p14:nvPr/>
            </p14:nvContentPartPr>
            <p14:xfrm>
              <a:off x="2401225" y="3565269"/>
              <a:ext cx="259560" cy="93960"/>
            </p14:xfrm>
          </p:contentPart>
        </mc:Choice>
        <mc:Fallback>
          <p:pic>
            <p:nvPicPr>
              <p:cNvPr id="128" name="墨迹 127">
                <a:extLst>
                  <a:ext uri="{FF2B5EF4-FFF2-40B4-BE49-F238E27FC236}">
                    <a16:creationId xmlns:a16="http://schemas.microsoft.com/office/drawing/2014/main" id="{12CF1BA5-C2CF-9F09-26B6-E43B56ADA8F3}"/>
                  </a:ext>
                </a:extLst>
              </p:cNvPr>
              <p:cNvPicPr/>
              <p:nvPr/>
            </p:nvPicPr>
            <p:blipFill>
              <a:blip r:embed="rId65"/>
              <a:stretch>
                <a:fillRect/>
              </a:stretch>
            </p:blipFill>
            <p:spPr>
              <a:xfrm>
                <a:off x="2383225" y="3547269"/>
                <a:ext cx="29520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29" name="墨迹 128">
                <a:extLst>
                  <a:ext uri="{FF2B5EF4-FFF2-40B4-BE49-F238E27FC236}">
                    <a16:creationId xmlns:a16="http://schemas.microsoft.com/office/drawing/2014/main" id="{4D9305DC-C6EE-7954-06BE-3B8E9FB28381}"/>
                  </a:ext>
                </a:extLst>
              </p14:cNvPr>
              <p14:cNvContentPartPr/>
              <p14:nvPr/>
            </p14:nvContentPartPr>
            <p14:xfrm>
              <a:off x="2622985" y="3961989"/>
              <a:ext cx="128520" cy="83880"/>
            </p14:xfrm>
          </p:contentPart>
        </mc:Choice>
        <mc:Fallback>
          <p:pic>
            <p:nvPicPr>
              <p:cNvPr id="129" name="墨迹 128">
                <a:extLst>
                  <a:ext uri="{FF2B5EF4-FFF2-40B4-BE49-F238E27FC236}">
                    <a16:creationId xmlns:a16="http://schemas.microsoft.com/office/drawing/2014/main" id="{4D9305DC-C6EE-7954-06BE-3B8E9FB28381}"/>
                  </a:ext>
                </a:extLst>
              </p:cNvPr>
              <p:cNvPicPr/>
              <p:nvPr/>
            </p:nvPicPr>
            <p:blipFill>
              <a:blip r:embed="rId67"/>
              <a:stretch>
                <a:fillRect/>
              </a:stretch>
            </p:blipFill>
            <p:spPr>
              <a:xfrm>
                <a:off x="2604985" y="3944349"/>
                <a:ext cx="164160" cy="11952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950" y="404813"/>
            <a:ext cx="8856663" cy="6059488"/>
          </a:xfrm>
        </p:spPr>
        <p:txBody>
          <a:bodyPr>
            <a:normAutofit lnSpcReduction="10000"/>
          </a:bodyPr>
          <a:lstStyle/>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void main()				</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init</a:t>
            </a: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SBUF = a; 	/*</a:t>
            </a:r>
            <a:r>
              <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串行接口发送数据</a:t>
            </a: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while(1); 	/*</a:t>
            </a:r>
            <a:r>
              <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中断等待</a:t>
            </a: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void </a:t>
            </a:r>
            <a:r>
              <a:rPr kumimoji="1" lang="en-US" altLang="zh-CN" sz="24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serial_serve</a:t>
            </a: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(void) interrupt 4/*</a:t>
            </a:r>
            <a:r>
              <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串行接口中断服务子程序</a:t>
            </a: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P1_0 = 1; </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delayxs</a:t>
            </a: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(1); </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TI = 0; </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b = a &lt;&lt; 7; 	/*</a:t>
            </a:r>
            <a:r>
              <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循环右移位算法</a:t>
            </a: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c = a &gt;&gt; 1; </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 = c | b; </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SBUF = a;</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4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2" name="墨迹 1">
                <a:extLst>
                  <a:ext uri="{FF2B5EF4-FFF2-40B4-BE49-F238E27FC236}">
                    <a16:creationId xmlns:a16="http://schemas.microsoft.com/office/drawing/2014/main" id="{5C3AB72B-699A-EAE3-2FE7-DFB517067708}"/>
                  </a:ext>
                </a:extLst>
              </p14:cNvPr>
              <p14:cNvContentPartPr/>
              <p14:nvPr/>
            </p14:nvContentPartPr>
            <p14:xfrm>
              <a:off x="415465" y="442629"/>
              <a:ext cx="1852200" cy="370440"/>
            </p14:xfrm>
          </p:contentPart>
        </mc:Choice>
        <mc:Fallback>
          <p:pic>
            <p:nvPicPr>
              <p:cNvPr id="2" name="墨迹 1">
                <a:extLst>
                  <a:ext uri="{FF2B5EF4-FFF2-40B4-BE49-F238E27FC236}">
                    <a16:creationId xmlns:a16="http://schemas.microsoft.com/office/drawing/2014/main" id="{5C3AB72B-699A-EAE3-2FE7-DFB517067708}"/>
                  </a:ext>
                </a:extLst>
              </p:cNvPr>
              <p:cNvPicPr/>
              <p:nvPr/>
            </p:nvPicPr>
            <p:blipFill>
              <a:blip r:embed="rId3"/>
              <a:stretch>
                <a:fillRect/>
              </a:stretch>
            </p:blipFill>
            <p:spPr>
              <a:xfrm>
                <a:off x="397825" y="424629"/>
                <a:ext cx="1887840" cy="406080"/>
              </a:xfrm>
              <a:prstGeom prst="rect">
                <a:avLst/>
              </a:prstGeom>
            </p:spPr>
          </p:pic>
        </mc:Fallback>
      </mc:AlternateContent>
      <p:grpSp>
        <p:nvGrpSpPr>
          <p:cNvPr id="8" name="组合 7">
            <a:extLst>
              <a:ext uri="{FF2B5EF4-FFF2-40B4-BE49-F238E27FC236}">
                <a16:creationId xmlns:a16="http://schemas.microsoft.com/office/drawing/2014/main" id="{63FCE306-B219-15D6-6328-577C1AB3D97C}"/>
              </a:ext>
            </a:extLst>
          </p:cNvPr>
          <p:cNvGrpSpPr/>
          <p:nvPr/>
        </p:nvGrpSpPr>
        <p:grpSpPr>
          <a:xfrm>
            <a:off x="1117105" y="1587069"/>
            <a:ext cx="1339200" cy="188640"/>
            <a:chOff x="1117105" y="1587069"/>
            <a:chExt cx="1339200" cy="188640"/>
          </a:xfrm>
        </p:grpSpPr>
        <mc:AlternateContent xmlns:mc="http://schemas.openxmlformats.org/markup-compatibility/2006">
          <mc:Choice xmlns:p14="http://schemas.microsoft.com/office/powerpoint/2010/main" Requires="p14">
            <p:contentPart p14:bwMode="auto" r:id="rId4">
              <p14:nvContentPartPr>
                <p14:cNvPr id="4" name="墨迹 3">
                  <a:extLst>
                    <a:ext uri="{FF2B5EF4-FFF2-40B4-BE49-F238E27FC236}">
                      <a16:creationId xmlns:a16="http://schemas.microsoft.com/office/drawing/2014/main" id="{9E41DCDD-D3CF-7244-1E64-CFA51D803DDB}"/>
                    </a:ext>
                  </a:extLst>
                </p14:cNvPr>
                <p14:cNvContentPartPr/>
                <p14:nvPr/>
              </p14:nvContentPartPr>
              <p14:xfrm>
                <a:off x="1117105" y="1587069"/>
                <a:ext cx="1227960" cy="49680"/>
              </p14:xfrm>
            </p:contentPart>
          </mc:Choice>
          <mc:Fallback>
            <p:pic>
              <p:nvPicPr>
                <p:cNvPr id="4" name="墨迹 3">
                  <a:extLst>
                    <a:ext uri="{FF2B5EF4-FFF2-40B4-BE49-F238E27FC236}">
                      <a16:creationId xmlns:a16="http://schemas.microsoft.com/office/drawing/2014/main" id="{9E41DCDD-D3CF-7244-1E64-CFA51D803DDB}"/>
                    </a:ext>
                  </a:extLst>
                </p:cNvPr>
                <p:cNvPicPr/>
                <p:nvPr/>
              </p:nvPicPr>
              <p:blipFill>
                <a:blip r:embed="rId5"/>
                <a:stretch>
                  <a:fillRect/>
                </a:stretch>
              </p:blipFill>
              <p:spPr>
                <a:xfrm>
                  <a:off x="1099465" y="1569069"/>
                  <a:ext cx="126360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墨迹 4">
                  <a:extLst>
                    <a:ext uri="{FF2B5EF4-FFF2-40B4-BE49-F238E27FC236}">
                      <a16:creationId xmlns:a16="http://schemas.microsoft.com/office/drawing/2014/main" id="{D7489EFE-B70B-AB47-C999-46C239C4BA31}"/>
                    </a:ext>
                  </a:extLst>
                </p14:cNvPr>
                <p14:cNvContentPartPr/>
                <p14:nvPr/>
              </p14:nvContentPartPr>
              <p14:xfrm>
                <a:off x="2335345" y="1625589"/>
                <a:ext cx="110880" cy="150120"/>
              </p14:xfrm>
            </p:contentPart>
          </mc:Choice>
          <mc:Fallback>
            <p:pic>
              <p:nvPicPr>
                <p:cNvPr id="5" name="墨迹 4">
                  <a:extLst>
                    <a:ext uri="{FF2B5EF4-FFF2-40B4-BE49-F238E27FC236}">
                      <a16:creationId xmlns:a16="http://schemas.microsoft.com/office/drawing/2014/main" id="{D7489EFE-B70B-AB47-C999-46C239C4BA31}"/>
                    </a:ext>
                  </a:extLst>
                </p:cNvPr>
                <p:cNvPicPr/>
                <p:nvPr/>
              </p:nvPicPr>
              <p:blipFill>
                <a:blip r:embed="rId7"/>
                <a:stretch>
                  <a:fillRect/>
                </a:stretch>
              </p:blipFill>
              <p:spPr>
                <a:xfrm>
                  <a:off x="2317705" y="1607589"/>
                  <a:ext cx="14652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墨迹 6">
                  <a:extLst>
                    <a:ext uri="{FF2B5EF4-FFF2-40B4-BE49-F238E27FC236}">
                      <a16:creationId xmlns:a16="http://schemas.microsoft.com/office/drawing/2014/main" id="{28F20D87-22A5-5F7D-5D43-41B55188D1D8}"/>
                    </a:ext>
                  </a:extLst>
                </p14:cNvPr>
                <p14:cNvContentPartPr/>
                <p14:nvPr/>
              </p14:nvContentPartPr>
              <p14:xfrm>
                <a:off x="2373505" y="1654389"/>
                <a:ext cx="82800" cy="43200"/>
              </p14:xfrm>
            </p:contentPart>
          </mc:Choice>
          <mc:Fallback>
            <p:pic>
              <p:nvPicPr>
                <p:cNvPr id="7" name="墨迹 6">
                  <a:extLst>
                    <a:ext uri="{FF2B5EF4-FFF2-40B4-BE49-F238E27FC236}">
                      <a16:creationId xmlns:a16="http://schemas.microsoft.com/office/drawing/2014/main" id="{28F20D87-22A5-5F7D-5D43-41B55188D1D8}"/>
                    </a:ext>
                  </a:extLst>
                </p:cNvPr>
                <p:cNvPicPr/>
                <p:nvPr/>
              </p:nvPicPr>
              <p:blipFill>
                <a:blip r:embed="rId9"/>
                <a:stretch>
                  <a:fillRect/>
                </a:stretch>
              </p:blipFill>
              <p:spPr>
                <a:xfrm>
                  <a:off x="2355865" y="1636389"/>
                  <a:ext cx="118440" cy="78840"/>
                </a:xfrm>
                <a:prstGeom prst="rect">
                  <a:avLst/>
                </a:prstGeom>
              </p:spPr>
            </p:pic>
          </mc:Fallback>
        </mc:AlternateContent>
      </p:grpSp>
      <p:grpSp>
        <p:nvGrpSpPr>
          <p:cNvPr id="24" name="组合 23">
            <a:extLst>
              <a:ext uri="{FF2B5EF4-FFF2-40B4-BE49-F238E27FC236}">
                <a16:creationId xmlns:a16="http://schemas.microsoft.com/office/drawing/2014/main" id="{FBFCF3A2-0D3E-07A0-D783-EF60FE643D97}"/>
              </a:ext>
            </a:extLst>
          </p:cNvPr>
          <p:cNvGrpSpPr/>
          <p:nvPr/>
        </p:nvGrpSpPr>
        <p:grpSpPr>
          <a:xfrm>
            <a:off x="4812145" y="2761389"/>
            <a:ext cx="3583440" cy="168840"/>
            <a:chOff x="4812145" y="2761389"/>
            <a:chExt cx="3583440" cy="168840"/>
          </a:xfrm>
        </p:grpSpPr>
        <mc:AlternateContent xmlns:mc="http://schemas.openxmlformats.org/markup-compatibility/2006">
          <mc:Choice xmlns:p14="http://schemas.microsoft.com/office/powerpoint/2010/main" Requires="p14">
            <p:contentPart p14:bwMode="auto" r:id="rId10">
              <p14:nvContentPartPr>
                <p14:cNvPr id="21" name="墨迹 20">
                  <a:extLst>
                    <a:ext uri="{FF2B5EF4-FFF2-40B4-BE49-F238E27FC236}">
                      <a16:creationId xmlns:a16="http://schemas.microsoft.com/office/drawing/2014/main" id="{589D52FB-6D5A-2021-55A5-11FC4E4BC9F4}"/>
                    </a:ext>
                  </a:extLst>
                </p14:cNvPr>
                <p14:cNvContentPartPr/>
                <p14:nvPr/>
              </p14:nvContentPartPr>
              <p14:xfrm>
                <a:off x="4812145" y="2789109"/>
                <a:ext cx="158400" cy="141120"/>
              </p14:xfrm>
            </p:contentPart>
          </mc:Choice>
          <mc:Fallback>
            <p:pic>
              <p:nvPicPr>
                <p:cNvPr id="21" name="墨迹 20">
                  <a:extLst>
                    <a:ext uri="{FF2B5EF4-FFF2-40B4-BE49-F238E27FC236}">
                      <a16:creationId xmlns:a16="http://schemas.microsoft.com/office/drawing/2014/main" id="{589D52FB-6D5A-2021-55A5-11FC4E4BC9F4}"/>
                    </a:ext>
                  </a:extLst>
                </p:cNvPr>
                <p:cNvPicPr/>
                <p:nvPr/>
              </p:nvPicPr>
              <p:blipFill>
                <a:blip r:embed="rId11"/>
                <a:stretch>
                  <a:fillRect/>
                </a:stretch>
              </p:blipFill>
              <p:spPr>
                <a:xfrm>
                  <a:off x="4794145" y="2771469"/>
                  <a:ext cx="19404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2" name="墨迹 21">
                  <a:extLst>
                    <a:ext uri="{FF2B5EF4-FFF2-40B4-BE49-F238E27FC236}">
                      <a16:creationId xmlns:a16="http://schemas.microsoft.com/office/drawing/2014/main" id="{44B8CE4D-E7D1-1685-C657-DA213D8BE7BC}"/>
                    </a:ext>
                  </a:extLst>
                </p14:cNvPr>
                <p14:cNvContentPartPr/>
                <p14:nvPr/>
              </p14:nvContentPartPr>
              <p14:xfrm>
                <a:off x="4858225" y="2761389"/>
                <a:ext cx="97200" cy="133200"/>
              </p14:xfrm>
            </p:contentPart>
          </mc:Choice>
          <mc:Fallback>
            <p:pic>
              <p:nvPicPr>
                <p:cNvPr id="22" name="墨迹 21">
                  <a:extLst>
                    <a:ext uri="{FF2B5EF4-FFF2-40B4-BE49-F238E27FC236}">
                      <a16:creationId xmlns:a16="http://schemas.microsoft.com/office/drawing/2014/main" id="{44B8CE4D-E7D1-1685-C657-DA213D8BE7BC}"/>
                    </a:ext>
                  </a:extLst>
                </p:cNvPr>
                <p:cNvPicPr/>
                <p:nvPr/>
              </p:nvPicPr>
              <p:blipFill>
                <a:blip r:embed="rId13"/>
                <a:stretch>
                  <a:fillRect/>
                </a:stretch>
              </p:blipFill>
              <p:spPr>
                <a:xfrm>
                  <a:off x="4840225" y="2743749"/>
                  <a:ext cx="13284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3" name="墨迹 22">
                  <a:extLst>
                    <a:ext uri="{FF2B5EF4-FFF2-40B4-BE49-F238E27FC236}">
                      <a16:creationId xmlns:a16="http://schemas.microsoft.com/office/drawing/2014/main" id="{BDED861F-26A8-602F-B95F-6EE865E04DBC}"/>
                    </a:ext>
                  </a:extLst>
                </p14:cNvPr>
                <p14:cNvContentPartPr/>
                <p14:nvPr/>
              </p14:nvContentPartPr>
              <p14:xfrm>
                <a:off x="5356825" y="2807109"/>
                <a:ext cx="3038760" cy="37800"/>
              </p14:xfrm>
            </p:contentPart>
          </mc:Choice>
          <mc:Fallback>
            <p:pic>
              <p:nvPicPr>
                <p:cNvPr id="23" name="墨迹 22">
                  <a:extLst>
                    <a:ext uri="{FF2B5EF4-FFF2-40B4-BE49-F238E27FC236}">
                      <a16:creationId xmlns:a16="http://schemas.microsoft.com/office/drawing/2014/main" id="{BDED861F-26A8-602F-B95F-6EE865E04DBC}"/>
                    </a:ext>
                  </a:extLst>
                </p:cNvPr>
                <p:cNvPicPr/>
                <p:nvPr/>
              </p:nvPicPr>
              <p:blipFill>
                <a:blip r:embed="rId15"/>
                <a:stretch>
                  <a:fillRect/>
                </a:stretch>
              </p:blipFill>
              <p:spPr>
                <a:xfrm>
                  <a:off x="5339185" y="2789109"/>
                  <a:ext cx="3074400" cy="73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
            <p14:nvContentPartPr>
              <p14:cNvPr id="25" name="墨迹 24">
                <a:extLst>
                  <a:ext uri="{FF2B5EF4-FFF2-40B4-BE49-F238E27FC236}">
                    <a16:creationId xmlns:a16="http://schemas.microsoft.com/office/drawing/2014/main" id="{DEB38CE6-624D-1839-63DB-450413113424}"/>
                  </a:ext>
                </a:extLst>
              </p14:cNvPr>
              <p14:cNvContentPartPr/>
              <p14:nvPr/>
            </p14:nvContentPartPr>
            <p14:xfrm>
              <a:off x="1071025" y="2021949"/>
              <a:ext cx="1284480" cy="10080"/>
            </p14:xfrm>
          </p:contentPart>
        </mc:Choice>
        <mc:Fallback>
          <p:pic>
            <p:nvPicPr>
              <p:cNvPr id="25" name="墨迹 24">
                <a:extLst>
                  <a:ext uri="{FF2B5EF4-FFF2-40B4-BE49-F238E27FC236}">
                    <a16:creationId xmlns:a16="http://schemas.microsoft.com/office/drawing/2014/main" id="{DEB38CE6-624D-1839-63DB-450413113424}"/>
                  </a:ext>
                </a:extLst>
              </p:cNvPr>
              <p:cNvPicPr/>
              <p:nvPr/>
            </p:nvPicPr>
            <p:blipFill>
              <a:blip r:embed="rId17"/>
              <a:stretch>
                <a:fillRect/>
              </a:stretch>
            </p:blipFill>
            <p:spPr>
              <a:xfrm>
                <a:off x="1053385" y="2004309"/>
                <a:ext cx="132012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0" name="墨迹 29">
                <a:extLst>
                  <a:ext uri="{FF2B5EF4-FFF2-40B4-BE49-F238E27FC236}">
                    <a16:creationId xmlns:a16="http://schemas.microsoft.com/office/drawing/2014/main" id="{949A9B8B-F158-953B-0F38-90ED836EDC13}"/>
                  </a:ext>
                </a:extLst>
              </p14:cNvPr>
              <p14:cNvContentPartPr/>
              <p14:nvPr/>
            </p14:nvContentPartPr>
            <p14:xfrm>
              <a:off x="1089745" y="5687109"/>
              <a:ext cx="1329480" cy="30600"/>
            </p14:xfrm>
          </p:contentPart>
        </mc:Choice>
        <mc:Fallback>
          <p:pic>
            <p:nvPicPr>
              <p:cNvPr id="30" name="墨迹 29">
                <a:extLst>
                  <a:ext uri="{FF2B5EF4-FFF2-40B4-BE49-F238E27FC236}">
                    <a16:creationId xmlns:a16="http://schemas.microsoft.com/office/drawing/2014/main" id="{949A9B8B-F158-953B-0F38-90ED836EDC13}"/>
                  </a:ext>
                </a:extLst>
              </p:cNvPr>
              <p:cNvPicPr/>
              <p:nvPr/>
            </p:nvPicPr>
            <p:blipFill>
              <a:blip r:embed="rId19"/>
              <a:stretch>
                <a:fillRect/>
              </a:stretch>
            </p:blipFill>
            <p:spPr>
              <a:xfrm>
                <a:off x="1071745" y="5669109"/>
                <a:ext cx="1365120" cy="6624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p:cNvSpPr>
          <p:nvPr>
            <p:ph idx="1"/>
          </p:nvPr>
        </p:nvSpPr>
        <p:spPr>
          <a:xfrm>
            <a:off x="611188" y="765175"/>
            <a:ext cx="8229600" cy="604838"/>
          </a:xfrm>
          <a:noFill/>
          <a:ln>
            <a:noFill/>
          </a:ln>
        </p:spPr>
        <p:txBody>
          <a:bodyPr/>
          <a:lstStyle/>
          <a:p>
            <a:pPr eaLnBrk="1" hangingPunct="1"/>
            <a:r>
              <a:rPr lang="zh-CN" altLang="en-US" dirty="0"/>
              <a:t>例</a:t>
            </a:r>
            <a:r>
              <a:rPr lang="en-US" altLang="zh-CN" dirty="0"/>
              <a:t>7-3 </a:t>
            </a:r>
          </a:p>
        </p:txBody>
      </p:sp>
      <p:pic>
        <p:nvPicPr>
          <p:cNvPr id="26627" name="Picture 4"/>
          <p:cNvPicPr>
            <a:picLocks noChangeAspect="1"/>
          </p:cNvPicPr>
          <p:nvPr/>
        </p:nvPicPr>
        <p:blipFill>
          <a:blip r:embed="rId2"/>
          <a:srcRect l="6671" t="19138" r="26160" b="9647"/>
          <a:stretch>
            <a:fillRect/>
          </a:stretch>
        </p:blipFill>
        <p:spPr>
          <a:xfrm>
            <a:off x="827584" y="1370013"/>
            <a:ext cx="6983412" cy="5230812"/>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836613"/>
            <a:ext cx="7886700" cy="5340350"/>
          </a:xfrm>
        </p:spPr>
        <p:txBody>
          <a:bodyPr/>
          <a:lstStyle/>
          <a:p>
            <a:pPr marL="342900"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10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#include &lt;reg51.h&gt;</a:t>
            </a:r>
            <a:endParaRPr kumimoji="1" lang="zh-CN" altLang="zh-CN" sz="2000" b="1" i="0" u="none" strike="noStrike" kern="10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sbit</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P3_6 = P3^6;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sbit</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P3_7 = P3^7;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void main(void)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while(P3_7 = = 0);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while(P3_7 = = 1);  	    /*</a:t>
            </a:r>
            <a:r>
              <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等待</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K8</a:t>
            </a:r>
            <a:r>
              <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由高到低的跳变</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P3_6 = 0;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P3_6 = 1;               	/*74HC165</a:t>
            </a:r>
            <a:r>
              <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装载数据并移位</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SCON = 0x10;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while(RI = = 0);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RI = 0;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P1 = SBUF;    			/*</a:t>
            </a:r>
            <a:r>
              <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串行接口接收数据</a:t>
            </a: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2" name="墨迹 1">
                <a:extLst>
                  <a:ext uri="{FF2B5EF4-FFF2-40B4-BE49-F238E27FC236}">
                    <a16:creationId xmlns:a16="http://schemas.microsoft.com/office/drawing/2014/main" id="{FEF9FFBD-5D66-FCB5-BAC8-0F93E115E875}"/>
                  </a:ext>
                </a:extLst>
              </p14:cNvPr>
              <p14:cNvContentPartPr/>
              <p14:nvPr/>
            </p14:nvContentPartPr>
            <p14:xfrm>
              <a:off x="1662145" y="4165029"/>
              <a:ext cx="1820160" cy="29880"/>
            </p14:xfrm>
          </p:contentPart>
        </mc:Choice>
        <mc:Fallback>
          <p:pic>
            <p:nvPicPr>
              <p:cNvPr id="2" name="墨迹 1">
                <a:extLst>
                  <a:ext uri="{FF2B5EF4-FFF2-40B4-BE49-F238E27FC236}">
                    <a16:creationId xmlns:a16="http://schemas.microsoft.com/office/drawing/2014/main" id="{FEF9FFBD-5D66-FCB5-BAC8-0F93E115E875}"/>
                  </a:ext>
                </a:extLst>
              </p:cNvPr>
              <p:cNvPicPr/>
              <p:nvPr/>
            </p:nvPicPr>
            <p:blipFill>
              <a:blip r:embed="rId3"/>
              <a:stretch>
                <a:fillRect/>
              </a:stretch>
            </p:blipFill>
            <p:spPr>
              <a:xfrm>
                <a:off x="1644505" y="4147029"/>
                <a:ext cx="1855800" cy="6552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3"/>
          <p:cNvSpPr>
            <a:spLocks noGrp="1" noChangeArrowheads="1"/>
          </p:cNvSpPr>
          <p:nvPr>
            <p:ph idx="1"/>
          </p:nvPr>
        </p:nvSpPr>
        <p:spPr bwMode="auto">
          <a:xfrm>
            <a:off x="169863" y="1058863"/>
            <a:ext cx="1809750" cy="3449638"/>
          </a:xfrm>
          <a:noFill/>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1200" cap="none" spc="0" normalizeH="0" baseline="0" noProof="0" dirty="0">
                <a:ln>
                  <a:noFill/>
                </a:ln>
                <a:solidFill>
                  <a:srgbClr val="7030A0"/>
                </a:solidFill>
                <a:effectLst/>
                <a:uLnTx/>
                <a:uFillTx/>
                <a:latin typeface="+mn-lt"/>
                <a:ea typeface="+mn-ea"/>
                <a:cs typeface="+mn-cs"/>
              </a:rPr>
              <a:t>例</a:t>
            </a:r>
            <a:r>
              <a:rPr kumimoji="1" lang="en-US" altLang="zh-CN" sz="2400" b="1" i="0" u="none" strike="noStrike" kern="1200" cap="none" spc="0" normalizeH="0" baseline="0" noProof="0" dirty="0">
                <a:ln>
                  <a:noFill/>
                </a:ln>
                <a:solidFill>
                  <a:srgbClr val="7030A0"/>
                </a:solidFill>
                <a:effectLst/>
                <a:uLnTx/>
                <a:uFillTx/>
                <a:latin typeface="+mn-lt"/>
                <a:ea typeface="+mn-ea"/>
                <a:cs typeface="+mn-cs"/>
              </a:rPr>
              <a:t>7-4 </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1200" cap="none" spc="0" normalizeH="0" baseline="0" noProof="0" dirty="0">
                <a:ln>
                  <a:noFill/>
                </a:ln>
                <a:solidFill>
                  <a:srgbClr val="7030A0"/>
                </a:solidFill>
                <a:effectLst/>
                <a:uLnTx/>
                <a:uFillTx/>
                <a:latin typeface="+mn-lt"/>
                <a:ea typeface="+mn-ea"/>
                <a:cs typeface="+mn-cs"/>
              </a:rPr>
              <a:t>例</a:t>
            </a:r>
            <a:r>
              <a:rPr kumimoji="1" lang="en-US" altLang="zh-CN" sz="2400" b="1" i="0" u="none" strike="noStrike" kern="1200" cap="none" spc="0" normalizeH="0" baseline="0" noProof="0" dirty="0">
                <a:ln>
                  <a:noFill/>
                </a:ln>
                <a:solidFill>
                  <a:srgbClr val="7030A0"/>
                </a:solidFill>
                <a:effectLst/>
                <a:uLnTx/>
                <a:uFillTx/>
                <a:latin typeface="+mn-lt"/>
                <a:ea typeface="+mn-ea"/>
                <a:cs typeface="+mn-cs"/>
              </a:rPr>
              <a:t>7-5</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1200" cap="none" spc="0" normalizeH="0" baseline="0" noProof="0" dirty="0">
                <a:ln>
                  <a:noFill/>
                </a:ln>
                <a:solidFill>
                  <a:srgbClr val="7030A0"/>
                </a:solidFill>
                <a:effectLst/>
                <a:uLnTx/>
                <a:uFillTx/>
                <a:latin typeface="+mn-lt"/>
                <a:ea typeface="+mn-ea"/>
                <a:cs typeface="+mn-cs"/>
              </a:rPr>
              <a:t>【</a:t>
            </a:r>
            <a:r>
              <a:rPr kumimoji="1" lang="zh-CN" altLang="en-US" sz="2400" b="1" i="0" u="none" strike="noStrike" kern="1200" cap="none" spc="0" normalizeH="0" baseline="0" noProof="0" dirty="0">
                <a:ln>
                  <a:noFill/>
                </a:ln>
                <a:solidFill>
                  <a:srgbClr val="7030A0"/>
                </a:solidFill>
                <a:effectLst/>
                <a:uLnTx/>
                <a:uFillTx/>
                <a:latin typeface="+mn-lt"/>
                <a:ea typeface="+mn-ea"/>
                <a:cs typeface="+mn-cs"/>
              </a:rPr>
              <a:t>上两例参考程序见教材</a:t>
            </a:r>
            <a:r>
              <a:rPr kumimoji="1" lang="en-US" altLang="zh-CN" sz="2400" b="1" i="0" u="none" strike="noStrike" kern="1200" cap="none" spc="0" normalizeH="0" baseline="0" noProof="0" dirty="0">
                <a:ln>
                  <a:noFill/>
                </a:ln>
                <a:solidFill>
                  <a:srgbClr val="7030A0"/>
                </a:solidFill>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1200" cap="none" spc="0" normalizeH="0" baseline="0" noProof="0" dirty="0">
                <a:ln>
                  <a:noFill/>
                </a:ln>
                <a:solidFill>
                  <a:srgbClr val="7030A0"/>
                </a:solidFill>
                <a:effectLst/>
                <a:uLnTx/>
                <a:uFillTx/>
                <a:latin typeface="+mn-lt"/>
                <a:ea typeface="+mn-ea"/>
                <a:cs typeface="+mn-cs"/>
              </a:rPr>
              <a:t>例</a:t>
            </a:r>
            <a:r>
              <a:rPr kumimoji="1" lang="en-US" altLang="zh-CN" sz="2400" b="1" i="0" u="none" strike="noStrike" kern="1200" cap="none" spc="0" normalizeH="0" baseline="0" noProof="0" dirty="0">
                <a:ln>
                  <a:noFill/>
                </a:ln>
                <a:solidFill>
                  <a:srgbClr val="7030A0"/>
                </a:solidFill>
                <a:effectLst/>
                <a:uLnTx/>
                <a:uFillTx/>
                <a:latin typeface="+mn-lt"/>
                <a:ea typeface="+mn-ea"/>
                <a:cs typeface="+mn-cs"/>
              </a:rPr>
              <a:t>7-6【</a:t>
            </a:r>
            <a:r>
              <a:rPr kumimoji="1" lang="zh-CN" altLang="en-US" sz="2400" b="1" i="0" u="none" strike="noStrike" kern="1200" cap="none" spc="0" normalizeH="0" baseline="0" noProof="0" dirty="0">
                <a:ln>
                  <a:noFill/>
                </a:ln>
                <a:solidFill>
                  <a:srgbClr val="7030A0"/>
                </a:solidFill>
                <a:effectLst/>
                <a:uLnTx/>
                <a:uFillTx/>
                <a:latin typeface="+mn-lt"/>
                <a:ea typeface="+mn-ea"/>
                <a:cs typeface="+mn-cs"/>
              </a:rPr>
              <a:t>参考程序如右</a:t>
            </a:r>
            <a:r>
              <a:rPr kumimoji="1" lang="en-US" altLang="zh-CN" sz="2400" b="1" i="0" u="none" strike="noStrike" kern="1200" cap="none" spc="0" normalizeH="0" baseline="0" noProof="0" dirty="0">
                <a:ln>
                  <a:noFill/>
                </a:ln>
                <a:solidFill>
                  <a:srgbClr val="7030A0"/>
                </a:solidFill>
                <a:effectLst/>
                <a:uLnTx/>
                <a:uFillTx/>
                <a:latin typeface="+mn-lt"/>
                <a:ea typeface="+mn-ea"/>
                <a:cs typeface="+mn-cs"/>
              </a:rPr>
              <a:t>】 </a:t>
            </a:r>
          </a:p>
        </p:txBody>
      </p:sp>
      <p:sp>
        <p:nvSpPr>
          <p:cNvPr id="3" name="内容占位符 2"/>
          <p:cNvSpPr txBox="1"/>
          <p:nvPr/>
        </p:nvSpPr>
        <p:spPr>
          <a:xfrm>
            <a:off x="1784350" y="260350"/>
            <a:ext cx="7061200" cy="5113338"/>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#include &lt;reg51.h&gt;</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#define </a:t>
            </a:r>
            <a:r>
              <a:rPr kumimoji="0"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uchar</a:t>
            </a: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unsigned char</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uchar</a:t>
            </a: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data *dp1; </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uchar</a:t>
            </a: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void main(void)</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SCON = 0x80;                   	/*</a:t>
            </a:r>
            <a:r>
              <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串行接口初始化</a:t>
            </a: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PCON = 0x80; </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dp1 = 0x50;                     	/*</a:t>
            </a:r>
            <a:r>
              <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地址指针赋初值</a:t>
            </a: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for (</a:t>
            </a:r>
            <a:r>
              <a:rPr kumimoji="0"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 0; </a:t>
            </a:r>
            <a:r>
              <a:rPr kumimoji="0"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&lt; 16; </a:t>
            </a:r>
            <a:r>
              <a:rPr kumimoji="0" lang="en-US" altLang="zh-CN" sz="2000" b="1" i="0" u="none" strike="noStrike" kern="900" cap="none" spc="0" normalizeH="0" baseline="0" noProof="0" dirty="0" err="1">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循环发送数据</a:t>
            </a: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 ACC = *(dp1++ ); </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TB8 = P; </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SBUF = ACC; </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while(TI = = 0);                 	/*</a:t>
            </a:r>
            <a:r>
              <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等待一帧数据发送结束</a:t>
            </a: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TI = 0;                         	/*</a:t>
            </a:r>
            <a:r>
              <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清发送标志位</a:t>
            </a: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6858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9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6" name="文本框 5"/>
          <p:cNvSpPr txBox="1"/>
          <p:nvPr/>
        </p:nvSpPr>
        <p:spPr>
          <a:xfrm>
            <a:off x="338138" y="5397500"/>
            <a:ext cx="8507413" cy="1016000"/>
          </a:xfrm>
          <a:prstGeom prst="rect">
            <a:avLst/>
          </a:prstGeom>
          <a:noFill/>
        </p:spPr>
        <p:txBody>
          <a:bodyPr wrap="square">
            <a:spAutoFit/>
          </a:bodyPr>
          <a:lstStyle/>
          <a:p>
            <a:pPr marR="0" defTabSz="914400">
              <a:buClrTx/>
              <a:buSzTx/>
              <a:buFontTx/>
              <a:buNone/>
              <a:defRPr/>
            </a:pPr>
            <a:r>
              <a:rPr kumimoji="1" lang="zh-CN" altLang="en-US"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注意：</a:t>
            </a:r>
            <a:r>
              <a:rPr kumimoji="1" lang="zh-CN"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在方式</a:t>
            </a:r>
            <a:r>
              <a:rPr kumimoji="1" lang="en-US"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2</a:t>
            </a:r>
            <a:r>
              <a:rPr kumimoji="1" lang="zh-CN" altLang="en-US"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a:t>
            </a:r>
            <a:r>
              <a:rPr kumimoji="1" lang="en-US"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3</a:t>
            </a:r>
            <a:r>
              <a:rPr kumimoji="1" lang="zh-CN"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下，发送端用</a:t>
            </a:r>
            <a:r>
              <a:rPr kumimoji="1" lang="en-US"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TB8</a:t>
            </a:r>
            <a:r>
              <a:rPr kumimoji="1" lang="zh-CN"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来作奇偶校验位</a:t>
            </a:r>
            <a:r>
              <a:rPr kumimoji="1" lang="en-US" altLang="zh-CN" sz="2000" kern="900" cap="none" spc="0" normalizeH="0" baseline="0" noProof="0" dirty="0">
                <a:solidFill>
                  <a:srgbClr val="FF0000"/>
                </a:solidFill>
                <a:latin typeface="宋体" panose="02010600030101010101" pitchFamily="2" charset="-122"/>
                <a:ea typeface="宋体" panose="02010600030101010101" pitchFamily="2" charset="-122"/>
                <a:cs typeface="+mn-cs"/>
              </a:rPr>
              <a:t>(</a:t>
            </a:r>
            <a:r>
              <a:rPr kumimoji="1" lang="zh-CN"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接收端用</a:t>
            </a:r>
            <a:r>
              <a:rPr kumimoji="1" lang="en-US"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RB8</a:t>
            </a:r>
            <a:r>
              <a:rPr kumimoji="1" lang="zh-CN"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作为奇偶校验的判断</a:t>
            </a:r>
            <a:r>
              <a:rPr kumimoji="1" lang="fr-FR" altLang="zh-CN" sz="2000" kern="900" cap="none" spc="0" normalizeH="0" baseline="0" noProof="0" dirty="0">
                <a:solidFill>
                  <a:srgbClr val="FF0000"/>
                </a:solidFill>
                <a:latin typeface="宋体" panose="02010600030101010101" pitchFamily="2" charset="-122"/>
                <a:ea typeface="宋体" panose="02010600030101010101" pitchFamily="2" charset="-122"/>
                <a:cs typeface="+mn-cs"/>
              </a:rPr>
              <a:t>)</a:t>
            </a:r>
            <a:r>
              <a:rPr kumimoji="1" lang="zh-CN"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。奇校验中，</a:t>
            </a:r>
            <a:r>
              <a:rPr kumimoji="1" lang="en-US"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TB8=1</a:t>
            </a:r>
            <a:r>
              <a:rPr kumimoji="1" lang="zh-CN"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表示</a:t>
            </a:r>
            <a:r>
              <a:rPr kumimoji="1" lang="en-US"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SBUF</a:t>
            </a:r>
            <a:r>
              <a:rPr kumimoji="1" lang="zh-CN"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中发送的数为奇数个</a:t>
            </a:r>
            <a:r>
              <a:rPr kumimoji="1" lang="en-US"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1</a:t>
            </a:r>
            <a:r>
              <a:rPr kumimoji="1" lang="zh-CN"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a:t>
            </a:r>
            <a:r>
              <a:rPr kumimoji="1" lang="en-US"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TB8=0</a:t>
            </a:r>
            <a:r>
              <a:rPr kumimoji="1" lang="zh-CN"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表示</a:t>
            </a:r>
            <a:r>
              <a:rPr kumimoji="1" lang="en-US"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SBUF</a:t>
            </a:r>
            <a:r>
              <a:rPr kumimoji="1" lang="zh-CN"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中发送的数为偶数个</a:t>
            </a:r>
            <a:r>
              <a:rPr kumimoji="1" lang="en-US"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1</a:t>
            </a:r>
            <a:r>
              <a:rPr kumimoji="1" lang="zh-CN" altLang="zh-CN" sz="2000" kern="1000" cap="none" spc="0" normalizeH="0" baseline="0" noProof="0" dirty="0">
                <a:solidFill>
                  <a:srgbClr val="FF0000"/>
                </a:solidFill>
                <a:latin typeface="Times New Roman" panose="02020603050405020304" pitchFamily="18" charset="0"/>
                <a:ea typeface="宋体" panose="02010600030101010101" pitchFamily="2" charset="-122"/>
                <a:cs typeface="+mn-cs"/>
              </a:rPr>
              <a:t>；对于偶校验而言则相反。</a:t>
            </a:r>
            <a:endParaRPr kumimoji="1" lang="zh-CN" altLang="en-US" sz="2000" kern="1200" cap="none" spc="0" normalizeH="0" baseline="0" noProof="0" dirty="0">
              <a:solidFill>
                <a:srgbClr val="FF0000"/>
              </a:solidFill>
              <a:latin typeface="Tahoma" panose="020B0604030504040204" pitchFamily="34" charset="0"/>
              <a:ea typeface="宋体" panose="0201060003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p:cNvSpPr>
          <p:nvPr>
            <p:ph idx="1"/>
          </p:nvPr>
        </p:nvSpPr>
        <p:spPr>
          <a:xfrm>
            <a:off x="468313" y="1125538"/>
            <a:ext cx="8229600" cy="5472112"/>
          </a:xfrm>
          <a:noFill/>
          <a:ln>
            <a:noFill/>
          </a:ln>
        </p:spPr>
        <p:txBody>
          <a:bodyPr/>
          <a:lstStyle/>
          <a:p>
            <a:pPr eaLnBrk="1" hangingPunct="1">
              <a:lnSpc>
                <a:spcPct val="150000"/>
              </a:lnSpc>
            </a:pPr>
            <a:r>
              <a:rPr lang="en-US" altLang="zh-CN" sz="2800" b="1" dirty="0">
                <a:solidFill>
                  <a:srgbClr val="FF0000"/>
                </a:solidFill>
              </a:rPr>
              <a:t>7.3 RS-232C</a:t>
            </a:r>
            <a:r>
              <a:rPr lang="zh-CN" altLang="en-US" sz="2800" b="1" dirty="0">
                <a:solidFill>
                  <a:srgbClr val="FF0000"/>
                </a:solidFill>
              </a:rPr>
              <a:t>标准接口总线及串行通信硬件设计</a:t>
            </a:r>
          </a:p>
          <a:p>
            <a:pPr eaLnBrk="1" hangingPunct="1">
              <a:lnSpc>
                <a:spcPct val="150000"/>
              </a:lnSpc>
            </a:pPr>
            <a:r>
              <a:rPr lang="en-US" altLang="zh-CN" sz="2800" b="1" dirty="0">
                <a:solidFill>
                  <a:srgbClr val="7030A0"/>
                </a:solidFill>
              </a:rPr>
              <a:t>7.3.1 RS-232C</a:t>
            </a:r>
            <a:r>
              <a:rPr lang="zh-CN" altLang="en-US" sz="2800" b="1" dirty="0">
                <a:solidFill>
                  <a:srgbClr val="7030A0"/>
                </a:solidFill>
              </a:rPr>
              <a:t>标准接口总线</a:t>
            </a:r>
            <a:r>
              <a:rPr lang="zh-CN" altLang="en-US" sz="2800" dirty="0">
                <a:solidFill>
                  <a:srgbClr val="7030A0"/>
                </a:solidFill>
              </a:rPr>
              <a:t> </a:t>
            </a:r>
          </a:p>
          <a:p>
            <a:pPr eaLnBrk="1" hangingPunct="1">
              <a:lnSpc>
                <a:spcPct val="150000"/>
              </a:lnSpc>
              <a:buNone/>
            </a:pPr>
            <a:r>
              <a:rPr lang="zh-CN" altLang="en-US" sz="2400" dirty="0"/>
              <a:t>   </a:t>
            </a:r>
            <a:r>
              <a:rPr lang="en-US" altLang="zh-CN" sz="2400" b="1" dirty="0"/>
              <a:t>RS-232C</a:t>
            </a:r>
            <a:r>
              <a:rPr lang="zh-CN" altLang="en-US" sz="2400" b="1" dirty="0"/>
              <a:t>提供了单片机与单片机、单片机与</a:t>
            </a:r>
            <a:r>
              <a:rPr lang="en-US" altLang="zh-CN" sz="2400" b="1" dirty="0"/>
              <a:t>PC</a:t>
            </a:r>
            <a:r>
              <a:rPr lang="zh-CN" altLang="en-US" sz="2400" b="1" dirty="0"/>
              <a:t>机间串行数据通信的标准接口。通信距离可达到</a:t>
            </a:r>
            <a:r>
              <a:rPr lang="en-US" altLang="zh-CN" sz="2400" b="1" dirty="0"/>
              <a:t>15m</a:t>
            </a:r>
            <a:r>
              <a:rPr lang="zh-CN" altLang="en-US" sz="2400" b="1" dirty="0"/>
              <a:t>。</a:t>
            </a:r>
          </a:p>
          <a:p>
            <a:pPr eaLnBrk="1" hangingPunct="1">
              <a:lnSpc>
                <a:spcPct val="150000"/>
              </a:lnSpc>
              <a:buNone/>
            </a:pPr>
            <a:r>
              <a:rPr lang="zh-CN" altLang="en-US" sz="2400" dirty="0"/>
              <a:t> </a:t>
            </a:r>
            <a:r>
              <a:rPr lang="zh-CN" altLang="en-US" sz="2400" b="1" dirty="0"/>
              <a:t>（</a:t>
            </a:r>
            <a:r>
              <a:rPr lang="en-US" altLang="zh-CN" sz="2400" b="1" dirty="0"/>
              <a:t>1</a:t>
            </a:r>
            <a:r>
              <a:rPr lang="zh-CN" altLang="en-US" sz="2400" b="1" dirty="0"/>
              <a:t>）范围</a:t>
            </a:r>
          </a:p>
          <a:p>
            <a:pPr eaLnBrk="1" hangingPunct="1">
              <a:lnSpc>
                <a:spcPct val="150000"/>
              </a:lnSpc>
              <a:buNone/>
            </a:pPr>
            <a:r>
              <a:rPr lang="zh-CN" altLang="en-US" sz="2400" b="1" dirty="0"/>
              <a:t>   </a:t>
            </a:r>
            <a:r>
              <a:rPr lang="en-US" altLang="zh-CN" sz="2400" b="1" dirty="0"/>
              <a:t>RS-232C</a:t>
            </a:r>
            <a:r>
              <a:rPr lang="zh-CN" altLang="en-US" sz="2400" b="1" dirty="0"/>
              <a:t>标准适用于</a:t>
            </a:r>
            <a:r>
              <a:rPr lang="en-US" altLang="zh-CN" sz="2400" b="1" dirty="0"/>
              <a:t>DCE</a:t>
            </a:r>
            <a:r>
              <a:rPr lang="zh-CN" altLang="en-US" sz="2400" b="1" dirty="0"/>
              <a:t>和</a:t>
            </a:r>
            <a:r>
              <a:rPr lang="en-US" altLang="zh-CN" sz="2400" b="1" dirty="0"/>
              <a:t>DTE</a:t>
            </a:r>
            <a:r>
              <a:rPr lang="zh-CN" altLang="en-US" sz="2400" b="1" dirty="0"/>
              <a:t>间的串行二进制通信，最高的数据速率为</a:t>
            </a:r>
            <a:r>
              <a:rPr lang="en-US" altLang="zh-CN" sz="2400" b="1" dirty="0"/>
              <a:t>192000b/s</a:t>
            </a:r>
            <a:r>
              <a:rPr lang="zh-CN" altLang="en-US" sz="2400" b="1" dirty="0"/>
              <a:t>。</a:t>
            </a:r>
          </a:p>
          <a:p>
            <a:pPr eaLnBrk="1" hangingPunct="1">
              <a:lnSpc>
                <a:spcPct val="150000"/>
              </a:lnSpc>
              <a:buNone/>
            </a:pPr>
            <a:r>
              <a:rPr lang="zh-CN" altLang="en-US" sz="2400" b="1" dirty="0"/>
              <a:t> </a:t>
            </a:r>
            <a:endParaRPr lang="zh-CN"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
          <p:cNvSpPr>
            <a:spLocks noGrp="1"/>
          </p:cNvSpPr>
          <p:nvPr>
            <p:ph idx="1"/>
          </p:nvPr>
        </p:nvSpPr>
        <p:spPr>
          <a:xfrm>
            <a:off x="539750" y="1341438"/>
            <a:ext cx="7886700" cy="4351337"/>
          </a:xfrm>
          <a:noFill/>
          <a:ln>
            <a:noFill/>
          </a:ln>
        </p:spPr>
        <p:txBody>
          <a:bodyPr/>
          <a:lstStyle/>
          <a:p>
            <a:pPr eaLnBrk="1" hangingPunct="1">
              <a:lnSpc>
                <a:spcPct val="150000"/>
              </a:lnSpc>
              <a:buClr>
                <a:srgbClr val="3333CC"/>
              </a:buClr>
              <a:buNone/>
            </a:pPr>
            <a:r>
              <a:rPr lang="zh-CN" altLang="en-US" sz="2400" b="1" dirty="0">
                <a:solidFill>
                  <a:srgbClr val="000000"/>
                </a:solidFill>
              </a:rPr>
              <a:t>（</a:t>
            </a:r>
            <a:r>
              <a:rPr lang="en-US" altLang="zh-CN" sz="2400" b="1" dirty="0">
                <a:solidFill>
                  <a:srgbClr val="000000"/>
                </a:solidFill>
              </a:rPr>
              <a:t>2</a:t>
            </a:r>
            <a:r>
              <a:rPr lang="zh-CN" altLang="en-US" sz="2400" b="1" dirty="0">
                <a:solidFill>
                  <a:srgbClr val="000000"/>
                </a:solidFill>
              </a:rPr>
              <a:t>）</a:t>
            </a:r>
            <a:r>
              <a:rPr lang="en-US" altLang="zh-CN" sz="2400" b="1" dirty="0">
                <a:solidFill>
                  <a:srgbClr val="000000"/>
                </a:solidFill>
              </a:rPr>
              <a:t>RS-232C</a:t>
            </a:r>
            <a:r>
              <a:rPr lang="zh-CN" altLang="en-US" sz="2400" b="1" dirty="0">
                <a:solidFill>
                  <a:srgbClr val="000000"/>
                </a:solidFill>
              </a:rPr>
              <a:t>的信号特性</a:t>
            </a:r>
          </a:p>
          <a:p>
            <a:pPr eaLnBrk="1" hangingPunct="1">
              <a:lnSpc>
                <a:spcPct val="150000"/>
              </a:lnSpc>
              <a:buClr>
                <a:srgbClr val="3333CC"/>
              </a:buClr>
              <a:buNone/>
            </a:pPr>
            <a:r>
              <a:rPr lang="zh-CN" altLang="en-US" sz="2400" b="1" dirty="0">
                <a:solidFill>
                  <a:srgbClr val="000000"/>
                </a:solidFill>
              </a:rPr>
              <a:t>   </a:t>
            </a:r>
            <a:r>
              <a:rPr lang="en-US" altLang="zh-CN" sz="2400" b="1" dirty="0">
                <a:solidFill>
                  <a:srgbClr val="000000"/>
                </a:solidFill>
              </a:rPr>
              <a:t>RS-232C</a:t>
            </a:r>
            <a:r>
              <a:rPr lang="zh-CN" altLang="en-US" sz="2400" b="1" dirty="0">
                <a:solidFill>
                  <a:srgbClr val="000000"/>
                </a:solidFill>
              </a:rPr>
              <a:t>标准规定了数据和控制信号的电压范围。由于</a:t>
            </a:r>
            <a:r>
              <a:rPr lang="en-US" altLang="zh-CN" sz="2400" b="1" dirty="0">
                <a:solidFill>
                  <a:srgbClr val="000000"/>
                </a:solidFill>
              </a:rPr>
              <a:t>RS-232C</a:t>
            </a:r>
            <a:r>
              <a:rPr lang="zh-CN" altLang="en-US" sz="2400" b="1" dirty="0">
                <a:solidFill>
                  <a:srgbClr val="000000"/>
                </a:solidFill>
              </a:rPr>
              <a:t>是在</a:t>
            </a:r>
            <a:r>
              <a:rPr lang="en-US" altLang="zh-CN" sz="2400" b="1" dirty="0">
                <a:solidFill>
                  <a:srgbClr val="000000"/>
                </a:solidFill>
              </a:rPr>
              <a:t>TTL</a:t>
            </a:r>
            <a:r>
              <a:rPr lang="zh-CN" altLang="en-US" sz="2400" b="1" dirty="0">
                <a:solidFill>
                  <a:srgbClr val="000000"/>
                </a:solidFill>
              </a:rPr>
              <a:t>集成电路之前研制的，所以它的电平不是</a:t>
            </a:r>
            <a:r>
              <a:rPr lang="en-US" altLang="zh-CN" sz="2400" b="1" dirty="0">
                <a:solidFill>
                  <a:srgbClr val="000000"/>
                </a:solidFill>
              </a:rPr>
              <a:t>+5V</a:t>
            </a:r>
            <a:r>
              <a:rPr lang="zh-CN" altLang="en-US" sz="2400" b="1" dirty="0">
                <a:solidFill>
                  <a:srgbClr val="000000"/>
                </a:solidFill>
              </a:rPr>
              <a:t>和地，而是采用负逻辑，规定</a:t>
            </a:r>
            <a:r>
              <a:rPr lang="en-US" altLang="zh-CN" sz="2400" b="1" dirty="0">
                <a:solidFill>
                  <a:srgbClr val="000000"/>
                </a:solidFill>
              </a:rPr>
              <a:t>+3V</a:t>
            </a:r>
            <a:r>
              <a:rPr lang="zh-CN" altLang="en-US" sz="2400" b="1" dirty="0">
                <a:solidFill>
                  <a:srgbClr val="000000"/>
                </a:solidFill>
              </a:rPr>
              <a:t>～</a:t>
            </a:r>
            <a:r>
              <a:rPr lang="en-US" altLang="zh-CN" sz="2400" b="1" dirty="0">
                <a:solidFill>
                  <a:srgbClr val="000000"/>
                </a:solidFill>
              </a:rPr>
              <a:t>+15V</a:t>
            </a:r>
            <a:r>
              <a:rPr lang="zh-CN" altLang="en-US" sz="2400" b="1" dirty="0">
                <a:solidFill>
                  <a:srgbClr val="000000"/>
                </a:solidFill>
              </a:rPr>
              <a:t>之间的任意电压表示逻辑</a:t>
            </a:r>
            <a:r>
              <a:rPr lang="en-US" altLang="zh-CN" sz="2400" b="1" dirty="0">
                <a:solidFill>
                  <a:srgbClr val="000000"/>
                </a:solidFill>
              </a:rPr>
              <a:t>0</a:t>
            </a:r>
            <a:r>
              <a:rPr lang="zh-CN" altLang="en-US" sz="2400" b="1" dirty="0">
                <a:solidFill>
                  <a:srgbClr val="000000"/>
                </a:solidFill>
              </a:rPr>
              <a:t>电平，</a:t>
            </a:r>
            <a:r>
              <a:rPr lang="en-US" altLang="zh-CN" sz="2400" b="1" dirty="0">
                <a:solidFill>
                  <a:srgbClr val="000000"/>
                </a:solidFill>
              </a:rPr>
              <a:t>-3V</a:t>
            </a:r>
            <a:r>
              <a:rPr lang="zh-CN" altLang="en-US" sz="2400" b="1" dirty="0">
                <a:solidFill>
                  <a:srgbClr val="000000"/>
                </a:solidFill>
              </a:rPr>
              <a:t>～</a:t>
            </a:r>
            <a:r>
              <a:rPr lang="en-US" altLang="zh-CN" sz="2400" b="1" dirty="0">
                <a:solidFill>
                  <a:srgbClr val="000000"/>
                </a:solidFill>
              </a:rPr>
              <a:t>-15V</a:t>
            </a:r>
            <a:r>
              <a:rPr lang="zh-CN" altLang="en-US" sz="2400" b="1" dirty="0">
                <a:solidFill>
                  <a:srgbClr val="000000"/>
                </a:solidFill>
              </a:rPr>
              <a:t>之间的任意电压表示逻辑</a:t>
            </a:r>
            <a:r>
              <a:rPr lang="en-US" altLang="zh-CN" sz="2400" b="1" dirty="0">
                <a:solidFill>
                  <a:srgbClr val="000000"/>
                </a:solidFill>
              </a:rPr>
              <a:t>1</a:t>
            </a:r>
            <a:r>
              <a:rPr lang="zh-CN" altLang="en-US" sz="2400" b="1" dirty="0">
                <a:solidFill>
                  <a:srgbClr val="000000"/>
                </a:solidFill>
              </a:rPr>
              <a:t>电平。 </a:t>
            </a:r>
          </a:p>
          <a:p>
            <a:pPr eaLnBrk="1" hangingPunct="1">
              <a:lnSpc>
                <a:spcPct val="150000"/>
              </a:lnSpc>
              <a:buClr>
                <a:srgbClr val="3333CC"/>
              </a:buClr>
              <a:buNone/>
            </a:pPr>
            <a:r>
              <a:rPr lang="zh-CN" altLang="en-US" sz="2400" b="1" dirty="0">
                <a:solidFill>
                  <a:srgbClr val="000000"/>
                </a:solidFill>
              </a:rPr>
              <a:t>（</a:t>
            </a:r>
            <a:r>
              <a:rPr lang="en-US" altLang="zh-CN" sz="2400" b="1" dirty="0">
                <a:solidFill>
                  <a:srgbClr val="000000"/>
                </a:solidFill>
              </a:rPr>
              <a:t>3</a:t>
            </a:r>
            <a:r>
              <a:rPr lang="zh-CN" altLang="en-US" sz="2400" b="1" dirty="0">
                <a:solidFill>
                  <a:srgbClr val="000000"/>
                </a:solidFill>
              </a:rPr>
              <a:t>）</a:t>
            </a:r>
            <a:r>
              <a:rPr lang="en-US" altLang="zh-CN" sz="2400" b="1" dirty="0">
                <a:solidFill>
                  <a:srgbClr val="000000"/>
                </a:solidFill>
              </a:rPr>
              <a:t>RS-232C</a:t>
            </a:r>
            <a:r>
              <a:rPr lang="zh-CN" altLang="en-US" sz="2400" b="1" dirty="0">
                <a:solidFill>
                  <a:srgbClr val="000000"/>
                </a:solidFill>
              </a:rPr>
              <a:t>接口信号及引脚说明</a:t>
            </a:r>
            <a:r>
              <a:rPr lang="zh-CN" altLang="en-US" sz="2400" dirty="0">
                <a:solidFill>
                  <a:srgbClr val="000000"/>
                </a:solidFill>
              </a:rPr>
              <a:t> </a:t>
            </a:r>
          </a:p>
          <a:p>
            <a:pPr eaLnBrk="1" hangingPunct="1"/>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p:cNvSpPr>
          <p:nvPr>
            <p:ph idx="1"/>
          </p:nvPr>
        </p:nvSpPr>
        <p:spPr>
          <a:xfrm>
            <a:off x="457200" y="981075"/>
            <a:ext cx="8229600" cy="5472113"/>
          </a:xfrm>
          <a:noFill/>
          <a:ln>
            <a:noFill/>
          </a:ln>
        </p:spPr>
        <p:txBody>
          <a:bodyPr/>
          <a:lstStyle/>
          <a:p>
            <a:pPr eaLnBrk="1" hangingPunct="1">
              <a:lnSpc>
                <a:spcPct val="90000"/>
              </a:lnSpc>
            </a:pPr>
            <a:r>
              <a:rPr lang="en-US" altLang="zh-CN" sz="2800" b="1" dirty="0">
                <a:solidFill>
                  <a:srgbClr val="7030A0"/>
                </a:solidFill>
                <a:latin typeface="Times New Roman" panose="02020603050405020304" pitchFamily="18" charset="0"/>
              </a:rPr>
              <a:t>7.3.2</a:t>
            </a:r>
            <a:r>
              <a:rPr lang="zh-CN" altLang="en-US" sz="2800" b="1" dirty="0">
                <a:solidFill>
                  <a:srgbClr val="7030A0"/>
                </a:solidFill>
                <a:latin typeface="Times New Roman" panose="02020603050405020304" pitchFamily="18" charset="0"/>
              </a:rPr>
              <a:t>信号电气特性与电平转换</a:t>
            </a:r>
          </a:p>
          <a:p>
            <a:pPr eaLnBrk="1" hangingPunct="1">
              <a:lnSpc>
                <a:spcPct val="150000"/>
              </a:lnSpc>
              <a:buNone/>
            </a:pPr>
            <a:r>
              <a:rPr lang="zh-CN" altLang="en-US" sz="2000" b="1" dirty="0">
                <a:latin typeface="Times New Roman" panose="02020603050405020304" pitchFamily="18" charset="0"/>
              </a:rPr>
              <a:t>（</a:t>
            </a:r>
            <a:r>
              <a:rPr lang="en-US" altLang="zh-CN" sz="2000" b="1" dirty="0">
                <a:latin typeface="Times New Roman" panose="02020603050405020304" pitchFamily="18" charset="0"/>
              </a:rPr>
              <a:t>1</a:t>
            </a:r>
            <a:r>
              <a:rPr lang="zh-CN" altLang="en-US" sz="2000" b="1" dirty="0">
                <a:latin typeface="Times New Roman" panose="02020603050405020304" pitchFamily="18" charset="0"/>
              </a:rPr>
              <a:t>） 电气特性 </a:t>
            </a:r>
          </a:p>
          <a:p>
            <a:pPr eaLnBrk="1" hangingPunct="1">
              <a:lnSpc>
                <a:spcPct val="150000"/>
              </a:lnSpc>
              <a:buNone/>
            </a:pPr>
            <a:r>
              <a:rPr lang="zh-CN" altLang="en-US" sz="2000" b="1" dirty="0">
                <a:latin typeface="Times New Roman" panose="02020603050405020304" pitchFamily="18" charset="0"/>
              </a:rPr>
              <a:t>该接口采用双极性信号、公共地线和负逻辑。</a:t>
            </a:r>
          </a:p>
          <a:p>
            <a:pPr eaLnBrk="1" hangingPunct="1">
              <a:lnSpc>
                <a:spcPct val="150000"/>
              </a:lnSpc>
              <a:buNone/>
            </a:pPr>
            <a:r>
              <a:rPr lang="zh-CN" altLang="en-US" sz="2000" b="1" dirty="0">
                <a:latin typeface="Times New Roman" panose="02020603050405020304" pitchFamily="18" charset="0"/>
              </a:rPr>
              <a:t>（</a:t>
            </a:r>
            <a:r>
              <a:rPr lang="en-US" altLang="zh-CN" sz="2000" b="1" dirty="0">
                <a:latin typeface="Times New Roman" panose="02020603050405020304" pitchFamily="18" charset="0"/>
              </a:rPr>
              <a:t>2</a:t>
            </a:r>
            <a:r>
              <a:rPr lang="zh-CN" altLang="en-US" sz="2000" b="1" dirty="0">
                <a:latin typeface="Times New Roman" panose="02020603050405020304" pitchFamily="18" charset="0"/>
              </a:rPr>
              <a:t>） 电平转换 </a:t>
            </a:r>
          </a:p>
          <a:p>
            <a:pPr eaLnBrk="1" hangingPunct="1">
              <a:lnSpc>
                <a:spcPct val="150000"/>
              </a:lnSpc>
              <a:buNone/>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RS-232C</a:t>
            </a:r>
            <a:r>
              <a:rPr lang="zh-CN" altLang="en-US" sz="2000" b="1" dirty="0">
                <a:latin typeface="Times New Roman" panose="02020603050405020304" pitchFamily="18" charset="0"/>
              </a:rPr>
              <a:t>规定的逻辑电平与一般微处理器、单片机的逻辑电平是不一致的。因此，在实际应用时，必须把微处理器的信号电平（</a:t>
            </a:r>
            <a:r>
              <a:rPr lang="en-US" altLang="zh-CN" sz="2000" b="1" dirty="0">
                <a:latin typeface="Times New Roman" panose="02020603050405020304" pitchFamily="18" charset="0"/>
              </a:rPr>
              <a:t>TTL</a:t>
            </a:r>
            <a:r>
              <a:rPr lang="zh-CN" altLang="en-US" sz="2000" b="1" dirty="0">
                <a:latin typeface="Times New Roman" panose="02020603050405020304" pitchFamily="18" charset="0"/>
              </a:rPr>
              <a:t>电平）转换为</a:t>
            </a:r>
            <a:r>
              <a:rPr lang="en-US" altLang="zh-CN" sz="2000" b="1" dirty="0">
                <a:latin typeface="Times New Roman" panose="02020603050405020304" pitchFamily="18" charset="0"/>
              </a:rPr>
              <a:t>RS-232C</a:t>
            </a:r>
            <a:r>
              <a:rPr lang="zh-CN" altLang="en-US" sz="2000" b="1" dirty="0">
                <a:latin typeface="Times New Roman" panose="02020603050405020304" pitchFamily="18" charset="0"/>
              </a:rPr>
              <a:t>电平，或者对两者进行逆转换。这两种转换是通过专用电平转换芯片实现的。</a:t>
            </a:r>
          </a:p>
          <a:p>
            <a:pPr eaLnBrk="1" hangingPunct="1">
              <a:lnSpc>
                <a:spcPct val="150000"/>
              </a:lnSpc>
              <a:buNone/>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MC1488</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75188</a:t>
            </a:r>
            <a:r>
              <a:rPr lang="zh-CN" altLang="en-US" sz="2000" b="1" dirty="0">
                <a:latin typeface="Times New Roman" panose="02020603050405020304" pitchFamily="18" charset="0"/>
              </a:rPr>
              <a:t>等芯片可实现</a:t>
            </a:r>
            <a:r>
              <a:rPr lang="en-US" altLang="zh-CN" sz="2000" b="1" dirty="0">
                <a:latin typeface="Times New Roman" panose="02020603050405020304" pitchFamily="18" charset="0"/>
              </a:rPr>
              <a:t>TTL→RS-232C</a:t>
            </a:r>
            <a:r>
              <a:rPr lang="zh-CN" altLang="en-US" sz="2000" b="1" dirty="0">
                <a:latin typeface="Times New Roman" panose="02020603050405020304" pitchFamily="18" charset="0"/>
              </a:rPr>
              <a:t>的电平转换；</a:t>
            </a:r>
            <a:r>
              <a:rPr lang="en-US" altLang="zh-CN" sz="2000" b="1" dirty="0">
                <a:latin typeface="Times New Roman" panose="02020603050405020304" pitchFamily="18" charset="0"/>
              </a:rPr>
              <a:t>MC1489</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75189</a:t>
            </a:r>
            <a:r>
              <a:rPr lang="zh-CN" altLang="en-US" sz="2000" b="1" dirty="0">
                <a:latin typeface="Times New Roman" panose="02020603050405020304" pitchFamily="18" charset="0"/>
              </a:rPr>
              <a:t>等芯片可实现</a:t>
            </a:r>
            <a:r>
              <a:rPr lang="en-US" altLang="zh-CN" sz="2000" b="1" dirty="0">
                <a:latin typeface="Times New Roman" panose="02020603050405020304" pitchFamily="18" charset="0"/>
              </a:rPr>
              <a:t>RS-232C→TTL</a:t>
            </a:r>
            <a:r>
              <a:rPr lang="zh-CN" altLang="en-US" sz="2000" b="1" dirty="0">
                <a:latin typeface="Times New Roman" panose="02020603050405020304" pitchFamily="18" charset="0"/>
              </a:rPr>
              <a:t>的电平转换。  </a:t>
            </a:r>
            <a:r>
              <a:rPr lang="en-US" altLang="zh-CN" sz="2000" b="1" dirty="0">
                <a:latin typeface="Times New Roman" panose="02020603050405020304" pitchFamily="18" charset="0"/>
              </a:rPr>
              <a:t>MAX232</a:t>
            </a:r>
            <a:r>
              <a:rPr lang="zh-CN" altLang="en-US" sz="2000" b="1" dirty="0">
                <a:latin typeface="Times New Roman" panose="02020603050405020304" pitchFamily="18" charset="0"/>
              </a:rPr>
              <a:t>芯片能够实现</a:t>
            </a:r>
            <a:r>
              <a:rPr lang="en-US" altLang="zh-CN" sz="2000" b="1" dirty="0">
                <a:latin typeface="Times New Roman" panose="02020603050405020304" pitchFamily="18" charset="0"/>
              </a:rPr>
              <a:t>TTL</a:t>
            </a:r>
            <a:r>
              <a:rPr lang="zh-CN" altLang="en-US" sz="2000" b="1" dirty="0">
                <a:latin typeface="Times New Roman" panose="02020603050405020304" pitchFamily="18" charset="0"/>
              </a:rPr>
              <a:t>和</a:t>
            </a:r>
            <a:r>
              <a:rPr lang="en-US" altLang="zh-CN" sz="2000" b="1" dirty="0">
                <a:latin typeface="Times New Roman" panose="02020603050405020304" pitchFamily="18" charset="0"/>
              </a:rPr>
              <a:t>RS-232C</a:t>
            </a:r>
            <a:r>
              <a:rPr lang="zh-CN" altLang="en-US" sz="2000" b="1" dirty="0">
                <a:latin typeface="Times New Roman" panose="02020603050405020304" pitchFamily="18" charset="0"/>
              </a:rPr>
              <a:t>电平相互的转换。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4"/>
          <p:cNvGrpSpPr/>
          <p:nvPr/>
        </p:nvGrpSpPr>
        <p:grpSpPr>
          <a:xfrm>
            <a:off x="395288" y="1341438"/>
            <a:ext cx="2881312" cy="4464050"/>
            <a:chOff x="4133" y="8042"/>
            <a:chExt cx="3840" cy="4570"/>
          </a:xfrm>
        </p:grpSpPr>
        <p:sp>
          <p:nvSpPr>
            <p:cNvPr id="32774" name="Text Box 5"/>
            <p:cNvSpPr txBox="1"/>
            <p:nvPr/>
          </p:nvSpPr>
          <p:spPr>
            <a:xfrm>
              <a:off x="4495" y="12060"/>
              <a:ext cx="3077" cy="552"/>
            </a:xfrm>
            <a:prstGeom prst="rect">
              <a:avLst/>
            </a:prstGeom>
            <a:noFill/>
            <a:ln w="9525">
              <a:noFill/>
            </a:ln>
          </p:spPr>
          <p:txBody>
            <a:bodyPr/>
            <a:lstStyle/>
            <a:p>
              <a:pPr algn="ctr" eaLnBrk="1" hangingPunct="1"/>
              <a:r>
                <a:rPr lang="zh-CN" altLang="en-US" sz="1800" dirty="0">
                  <a:latin typeface="Times New Roman" panose="02020603050405020304" pitchFamily="18" charset="0"/>
                </a:rPr>
                <a:t>图 </a:t>
              </a:r>
              <a:r>
                <a:rPr lang="en-US" altLang="zh-CN" sz="1800" dirty="0">
                  <a:latin typeface="Times New Roman" panose="02020603050405020304" pitchFamily="18" charset="0"/>
                </a:rPr>
                <a:t>7-10 MAX232</a:t>
              </a:r>
              <a:r>
                <a:rPr lang="zh-CN" altLang="en-US" sz="1800" dirty="0">
                  <a:latin typeface="Times New Roman" panose="02020603050405020304" pitchFamily="18" charset="0"/>
                </a:rPr>
                <a:t>芯片引脚图</a:t>
              </a:r>
            </a:p>
            <a:p>
              <a:pPr eaLnBrk="1" hangingPunct="1"/>
              <a:endParaRPr lang="en-US" altLang="zh-CN" dirty="0">
                <a:latin typeface="Tahoma" panose="020B0604030504040204" pitchFamily="34" charset="0"/>
              </a:endParaRPr>
            </a:p>
          </p:txBody>
        </p:sp>
        <p:pic>
          <p:nvPicPr>
            <p:cNvPr id="32775" name="Picture 6"/>
            <p:cNvPicPr>
              <a:picLocks noChangeAspect="1"/>
            </p:cNvPicPr>
            <p:nvPr/>
          </p:nvPicPr>
          <p:blipFill>
            <a:blip r:embed="rId2"/>
            <a:stretch>
              <a:fillRect/>
            </a:stretch>
          </p:blipFill>
          <p:spPr>
            <a:xfrm>
              <a:off x="4133" y="8042"/>
              <a:ext cx="3840" cy="3915"/>
            </a:xfrm>
            <a:prstGeom prst="rect">
              <a:avLst/>
            </a:prstGeom>
            <a:noFill/>
            <a:ln w="9525">
              <a:noFill/>
            </a:ln>
          </p:spPr>
        </p:pic>
      </p:grpSp>
      <p:grpSp>
        <p:nvGrpSpPr>
          <p:cNvPr id="32771" name="Group 7"/>
          <p:cNvGrpSpPr/>
          <p:nvPr/>
        </p:nvGrpSpPr>
        <p:grpSpPr>
          <a:xfrm>
            <a:off x="3635375" y="549275"/>
            <a:ext cx="4968875" cy="5975350"/>
            <a:chOff x="3210" y="1516"/>
            <a:chExt cx="5490" cy="8230"/>
          </a:xfrm>
        </p:grpSpPr>
        <p:sp>
          <p:nvSpPr>
            <p:cNvPr id="32772" name="Text Box 8"/>
            <p:cNvSpPr txBox="1"/>
            <p:nvPr/>
          </p:nvSpPr>
          <p:spPr>
            <a:xfrm>
              <a:off x="3771" y="9146"/>
              <a:ext cx="4887" cy="600"/>
            </a:xfrm>
            <a:prstGeom prst="rect">
              <a:avLst/>
            </a:prstGeom>
            <a:noFill/>
            <a:ln w="9525">
              <a:noFill/>
            </a:ln>
          </p:spPr>
          <p:txBody>
            <a:bodyPr/>
            <a:lstStyle/>
            <a:p>
              <a:pPr algn="ctr" eaLnBrk="1" hangingPunct="1"/>
              <a:r>
                <a:rPr lang="zh-CN" altLang="en-US" sz="2000" dirty="0">
                  <a:latin typeface="Times New Roman" panose="02020603050405020304" pitchFamily="18" charset="0"/>
                </a:rPr>
                <a:t>图</a:t>
              </a:r>
              <a:r>
                <a:rPr lang="en-US" altLang="zh-CN" sz="2000" dirty="0">
                  <a:latin typeface="Times New Roman" panose="02020603050405020304" pitchFamily="18" charset="0"/>
                </a:rPr>
                <a:t>7-11 MAX232</a:t>
              </a:r>
              <a:r>
                <a:rPr lang="zh-CN" altLang="en-US" sz="2000" dirty="0">
                  <a:latin typeface="Times New Roman" panose="02020603050405020304" pitchFamily="18" charset="0"/>
                </a:rPr>
                <a:t>典型工作电路图</a:t>
              </a:r>
              <a:endParaRPr lang="zh-CN" altLang="en-US" sz="2000" dirty="0">
                <a:latin typeface="Tahoma" panose="020B0604030504040204" pitchFamily="34" charset="0"/>
              </a:endParaRPr>
            </a:p>
          </p:txBody>
        </p:sp>
        <p:pic>
          <p:nvPicPr>
            <p:cNvPr id="32773" name="Picture 9"/>
            <p:cNvPicPr>
              <a:picLocks noChangeAspect="1"/>
            </p:cNvPicPr>
            <p:nvPr/>
          </p:nvPicPr>
          <p:blipFill>
            <a:blip r:embed="rId3"/>
            <a:stretch>
              <a:fillRect/>
            </a:stretch>
          </p:blipFill>
          <p:spPr>
            <a:xfrm>
              <a:off x="3210" y="1516"/>
              <a:ext cx="5490" cy="7560"/>
            </a:xfrm>
            <a:prstGeom prst="rect">
              <a:avLst/>
            </a:prstGeom>
            <a:noFill/>
            <a:ln w="9525">
              <a:noFill/>
            </a:ln>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p:cNvSpPr>
          <p:nvPr>
            <p:ph idx="1"/>
          </p:nvPr>
        </p:nvSpPr>
        <p:spPr>
          <a:xfrm>
            <a:off x="684213" y="908050"/>
            <a:ext cx="8229600" cy="5473700"/>
          </a:xfrm>
          <a:noFill/>
          <a:ln>
            <a:noFill/>
          </a:ln>
        </p:spPr>
        <p:txBody>
          <a:bodyPr>
            <a:normAutofit lnSpcReduction="10000"/>
          </a:bodyPr>
          <a:lstStyle/>
          <a:p>
            <a:pPr eaLnBrk="1" hangingPunct="1"/>
            <a:r>
              <a:rPr lang="en-US" altLang="zh-CN" sz="2800" b="1" dirty="0">
                <a:solidFill>
                  <a:srgbClr val="7030A0"/>
                </a:solidFill>
              </a:rPr>
              <a:t>7.3.3 RS-232C</a:t>
            </a:r>
            <a:r>
              <a:rPr lang="zh-CN" altLang="en-US" sz="2800" b="1" dirty="0">
                <a:solidFill>
                  <a:srgbClr val="7030A0"/>
                </a:solidFill>
              </a:rPr>
              <a:t>的应用 </a:t>
            </a:r>
          </a:p>
          <a:p>
            <a:pPr eaLnBrk="1" hangingPunct="1">
              <a:lnSpc>
                <a:spcPct val="150000"/>
              </a:lnSpc>
              <a:buNone/>
            </a:pPr>
            <a:r>
              <a:rPr lang="zh-CN" altLang="en-US" sz="2400" b="1" dirty="0"/>
              <a:t>（</a:t>
            </a:r>
            <a:r>
              <a:rPr lang="en-US" altLang="zh-CN" sz="2400" b="1" dirty="0"/>
              <a:t>1</a:t>
            </a:r>
            <a:r>
              <a:rPr lang="zh-CN" altLang="en-US" sz="2400" b="1" dirty="0"/>
              <a:t>） 使用</a:t>
            </a:r>
            <a:r>
              <a:rPr lang="en-US" altLang="zh-CN" sz="2400" b="1" dirty="0"/>
              <a:t>RS-232C</a:t>
            </a:r>
            <a:r>
              <a:rPr lang="zh-CN" altLang="en-US" sz="2400" b="1" dirty="0"/>
              <a:t>标准接口应注意的问题</a:t>
            </a:r>
          </a:p>
          <a:p>
            <a:pPr eaLnBrk="1" hangingPunct="1">
              <a:lnSpc>
                <a:spcPct val="150000"/>
              </a:lnSpc>
              <a:buNone/>
            </a:pPr>
            <a:r>
              <a:rPr lang="zh-CN" altLang="en-US" sz="2400" b="1" dirty="0"/>
              <a:t> ①应该注意信号线对设备的输入</a:t>
            </a:r>
            <a:r>
              <a:rPr lang="en-US" altLang="zh-CN" sz="2400" b="1" dirty="0"/>
              <a:t>/</a:t>
            </a:r>
            <a:r>
              <a:rPr lang="zh-CN" altLang="en-US" sz="2400" b="1" dirty="0"/>
              <a:t>输出方向以及它们之间的对应关系 </a:t>
            </a:r>
          </a:p>
          <a:p>
            <a:pPr eaLnBrk="1" hangingPunct="1">
              <a:lnSpc>
                <a:spcPct val="150000"/>
              </a:lnSpc>
              <a:buNone/>
            </a:pPr>
            <a:r>
              <a:rPr lang="zh-CN" altLang="en-US" sz="2400" b="1" dirty="0"/>
              <a:t> ② </a:t>
            </a:r>
            <a:r>
              <a:rPr lang="en-US" altLang="zh-CN" sz="2400" b="1" dirty="0"/>
              <a:t>RS-232C</a:t>
            </a:r>
            <a:r>
              <a:rPr lang="zh-CN" altLang="en-US" sz="2400" b="1" dirty="0"/>
              <a:t>虽然定义了</a:t>
            </a:r>
            <a:r>
              <a:rPr lang="en-US" altLang="zh-CN" sz="2400" b="1" dirty="0"/>
              <a:t>20</a:t>
            </a:r>
            <a:r>
              <a:rPr lang="zh-CN" altLang="en-US" sz="2400" b="1" dirty="0"/>
              <a:t>根信号线，但在实际应用中，使用其中多少信号并无约束。</a:t>
            </a:r>
          </a:p>
          <a:p>
            <a:pPr eaLnBrk="1" hangingPunct="1">
              <a:lnSpc>
                <a:spcPct val="150000"/>
              </a:lnSpc>
              <a:buNone/>
            </a:pPr>
            <a:r>
              <a:rPr lang="zh-CN" altLang="en-US" sz="2400" b="1" dirty="0"/>
              <a:t>（</a:t>
            </a:r>
            <a:r>
              <a:rPr lang="en-US" altLang="zh-CN" sz="2400" b="1" dirty="0"/>
              <a:t>2</a:t>
            </a:r>
            <a:r>
              <a:rPr lang="zh-CN" altLang="en-US" sz="2400" b="1" dirty="0"/>
              <a:t>） </a:t>
            </a:r>
            <a:r>
              <a:rPr lang="en-US" altLang="zh-CN" sz="2400" b="1" dirty="0"/>
              <a:t>RS-232C</a:t>
            </a:r>
            <a:r>
              <a:rPr lang="zh-CN" altLang="en-US" sz="2400" b="1" dirty="0"/>
              <a:t>的连接方式</a:t>
            </a:r>
          </a:p>
          <a:p>
            <a:pPr eaLnBrk="1" hangingPunct="1">
              <a:lnSpc>
                <a:spcPct val="150000"/>
              </a:lnSpc>
              <a:buNone/>
            </a:pPr>
            <a:r>
              <a:rPr lang="zh-CN" altLang="en-US" b="1" dirty="0"/>
              <a:t> </a:t>
            </a:r>
            <a:r>
              <a:rPr lang="zh-CN" altLang="en-US" sz="2400" b="1" dirty="0"/>
              <a:t>① 典型连接</a:t>
            </a:r>
            <a:r>
              <a:rPr lang="zh-CN" altLang="en-US" dirty="0"/>
              <a:t> </a:t>
            </a:r>
          </a:p>
          <a:p>
            <a:pPr eaLnBrk="1" hangingPunct="1">
              <a:lnSpc>
                <a:spcPct val="150000"/>
              </a:lnSpc>
              <a:buNone/>
            </a:pPr>
            <a:r>
              <a:rPr lang="zh-CN" altLang="en-US" sz="2400" b="1" dirty="0"/>
              <a:t> ② 简化连接</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4"/>
          <p:cNvGrpSpPr/>
          <p:nvPr/>
        </p:nvGrpSpPr>
        <p:grpSpPr>
          <a:xfrm>
            <a:off x="682625" y="1054100"/>
            <a:ext cx="7993063" cy="4751388"/>
            <a:chOff x="3549" y="8272"/>
            <a:chExt cx="5369" cy="3100"/>
          </a:xfrm>
        </p:grpSpPr>
        <p:sp>
          <p:nvSpPr>
            <p:cNvPr id="34820" name="Text Box 5"/>
            <p:cNvSpPr txBox="1"/>
            <p:nvPr/>
          </p:nvSpPr>
          <p:spPr>
            <a:xfrm>
              <a:off x="3568" y="9282"/>
              <a:ext cx="905" cy="800"/>
            </a:xfrm>
            <a:prstGeom prst="rect">
              <a:avLst/>
            </a:prstGeom>
            <a:noFill/>
            <a:ln w="19050">
              <a:noFill/>
            </a:ln>
          </p:spPr>
          <p:txBody>
            <a:bodyPr/>
            <a:lstStyle/>
            <a:p>
              <a:pPr algn="just" eaLnBrk="1" hangingPunct="1">
                <a:spcBef>
                  <a:spcPts val="775"/>
                </a:spcBef>
              </a:pPr>
              <a:r>
                <a:rPr lang="zh-CN" altLang="en-US" sz="2000" dirty="0">
                  <a:solidFill>
                    <a:srgbClr val="CC0099"/>
                  </a:solidFill>
                  <a:latin typeface="Times New Roman" panose="02020603050405020304" pitchFamily="18" charset="0"/>
                </a:rPr>
                <a:t>计算机</a:t>
              </a:r>
              <a:endParaRPr lang="zh-CN" altLang="en-US" sz="2000" dirty="0">
                <a:solidFill>
                  <a:srgbClr val="CC0099"/>
                </a:solidFill>
                <a:latin typeface="Tahoma" panose="020B0604030504040204" pitchFamily="34" charset="0"/>
              </a:endParaRPr>
            </a:p>
          </p:txBody>
        </p:sp>
        <p:sp>
          <p:nvSpPr>
            <p:cNvPr id="34821" name="Text Box 6"/>
            <p:cNvSpPr txBox="1"/>
            <p:nvPr/>
          </p:nvSpPr>
          <p:spPr>
            <a:xfrm>
              <a:off x="4702" y="8568"/>
              <a:ext cx="720" cy="228"/>
            </a:xfrm>
            <a:prstGeom prst="rect">
              <a:avLst/>
            </a:prstGeom>
            <a:solidFill>
              <a:srgbClr val="FFFFFF"/>
            </a:solidFill>
            <a:ln w="19050">
              <a:noFill/>
            </a:ln>
          </p:spPr>
          <p:txBody>
            <a:bodyPr lIns="0" tIns="0" rIns="0" bIns="0"/>
            <a:lstStyle/>
            <a:p>
              <a:pPr algn="just" eaLnBrk="1" hangingPunct="1"/>
              <a:r>
                <a:rPr lang="zh-CN" altLang="en-US" sz="2000" dirty="0">
                  <a:solidFill>
                    <a:srgbClr val="CC0099"/>
                  </a:solidFill>
                  <a:latin typeface="Times New Roman" panose="02020603050405020304" pitchFamily="18" charset="0"/>
                </a:rPr>
                <a:t>发送数据</a:t>
              </a:r>
              <a:endParaRPr lang="zh-CN" altLang="en-US" sz="2000" dirty="0">
                <a:solidFill>
                  <a:srgbClr val="CC0099"/>
                </a:solidFill>
                <a:latin typeface="Tahoma" panose="020B0604030504040204" pitchFamily="34" charset="0"/>
              </a:endParaRPr>
            </a:p>
          </p:txBody>
        </p:sp>
        <p:sp>
          <p:nvSpPr>
            <p:cNvPr id="34822" name="Text Box 7"/>
            <p:cNvSpPr txBox="1"/>
            <p:nvPr/>
          </p:nvSpPr>
          <p:spPr>
            <a:xfrm>
              <a:off x="6945" y="8569"/>
              <a:ext cx="720" cy="228"/>
            </a:xfrm>
            <a:prstGeom prst="rect">
              <a:avLst/>
            </a:prstGeom>
            <a:solidFill>
              <a:srgbClr val="FFFFFF"/>
            </a:solidFill>
            <a:ln w="19050">
              <a:noFill/>
            </a:ln>
          </p:spPr>
          <p:txBody>
            <a:bodyPr lIns="0" tIns="0" rIns="0" bIns="0"/>
            <a:lstStyle/>
            <a:p>
              <a:pPr algn="just" eaLnBrk="1" hangingPunct="1"/>
              <a:r>
                <a:rPr lang="zh-CN" altLang="en-US" sz="2000" dirty="0">
                  <a:solidFill>
                    <a:srgbClr val="CC0099"/>
                  </a:solidFill>
                  <a:latin typeface="Times New Roman" panose="02020603050405020304" pitchFamily="18" charset="0"/>
                </a:rPr>
                <a:t>发送数据</a:t>
              </a:r>
              <a:endParaRPr lang="zh-CN" altLang="en-US" sz="2000" dirty="0">
                <a:solidFill>
                  <a:srgbClr val="CC0099"/>
                </a:solidFill>
                <a:latin typeface="Tahoma" panose="020B0604030504040204" pitchFamily="34" charset="0"/>
              </a:endParaRPr>
            </a:p>
          </p:txBody>
        </p:sp>
        <p:sp>
          <p:nvSpPr>
            <p:cNvPr id="34823" name="Text Box 8"/>
            <p:cNvSpPr txBox="1"/>
            <p:nvPr/>
          </p:nvSpPr>
          <p:spPr>
            <a:xfrm>
              <a:off x="4794" y="8885"/>
              <a:ext cx="720" cy="228"/>
            </a:xfrm>
            <a:prstGeom prst="rect">
              <a:avLst/>
            </a:prstGeom>
            <a:solidFill>
              <a:srgbClr val="FFFFFF"/>
            </a:solidFill>
            <a:ln w="19050">
              <a:noFill/>
            </a:ln>
          </p:spPr>
          <p:txBody>
            <a:bodyPr lIns="0" tIns="0" rIns="0" bIns="0"/>
            <a:lstStyle/>
            <a:p>
              <a:pPr algn="just" eaLnBrk="1" hangingPunct="1"/>
              <a:r>
                <a:rPr lang="zh-CN" altLang="en-US" sz="2000" dirty="0">
                  <a:solidFill>
                    <a:srgbClr val="CC0099"/>
                  </a:solidFill>
                  <a:latin typeface="Times New Roman" panose="02020603050405020304" pitchFamily="18" charset="0"/>
                </a:rPr>
                <a:t>接收数据</a:t>
              </a:r>
              <a:endParaRPr lang="zh-CN" altLang="en-US" sz="2000" dirty="0">
                <a:solidFill>
                  <a:srgbClr val="CC0099"/>
                </a:solidFill>
                <a:latin typeface="Tahoma" panose="020B0604030504040204" pitchFamily="34" charset="0"/>
              </a:endParaRPr>
            </a:p>
          </p:txBody>
        </p:sp>
        <p:sp>
          <p:nvSpPr>
            <p:cNvPr id="34824" name="Text Box 9"/>
            <p:cNvSpPr txBox="1"/>
            <p:nvPr/>
          </p:nvSpPr>
          <p:spPr>
            <a:xfrm>
              <a:off x="6854" y="8880"/>
              <a:ext cx="720" cy="228"/>
            </a:xfrm>
            <a:prstGeom prst="rect">
              <a:avLst/>
            </a:prstGeom>
            <a:solidFill>
              <a:srgbClr val="FFFFFF"/>
            </a:solidFill>
            <a:ln w="19050">
              <a:noFill/>
            </a:ln>
          </p:spPr>
          <p:txBody>
            <a:bodyPr lIns="0" tIns="0" rIns="0" bIns="0"/>
            <a:lstStyle/>
            <a:p>
              <a:pPr algn="just" eaLnBrk="1" hangingPunct="1"/>
              <a:r>
                <a:rPr lang="zh-CN" altLang="en-US" sz="2000" dirty="0">
                  <a:solidFill>
                    <a:srgbClr val="CC0099"/>
                  </a:solidFill>
                  <a:latin typeface="Times New Roman" panose="02020603050405020304" pitchFamily="18" charset="0"/>
                </a:rPr>
                <a:t>接收数据</a:t>
              </a:r>
              <a:endParaRPr lang="zh-CN" altLang="en-US" sz="2000" dirty="0">
                <a:solidFill>
                  <a:srgbClr val="CC0099"/>
                </a:solidFill>
                <a:latin typeface="Tahoma" panose="020B0604030504040204" pitchFamily="34" charset="0"/>
              </a:endParaRPr>
            </a:p>
          </p:txBody>
        </p:sp>
        <p:sp>
          <p:nvSpPr>
            <p:cNvPr id="34825" name="Text Box 10"/>
            <p:cNvSpPr txBox="1"/>
            <p:nvPr/>
          </p:nvSpPr>
          <p:spPr>
            <a:xfrm>
              <a:off x="7289" y="9248"/>
              <a:ext cx="330" cy="185"/>
            </a:xfrm>
            <a:prstGeom prst="rect">
              <a:avLst/>
            </a:prstGeom>
            <a:solidFill>
              <a:srgbClr val="FFFFFF"/>
            </a:solidFill>
            <a:ln w="19050">
              <a:noFill/>
            </a:ln>
          </p:spPr>
          <p:txBody>
            <a:bodyPr lIns="0" tIns="0" rIns="0" bIns="0"/>
            <a:lstStyle/>
            <a:p>
              <a:pPr algn="just" eaLnBrk="1" hangingPunct="1"/>
              <a:r>
                <a:rPr lang="en-US" altLang="zh-CN" sz="2000" dirty="0">
                  <a:solidFill>
                    <a:srgbClr val="CC0099"/>
                  </a:solidFill>
                  <a:latin typeface="Times New Roman" panose="02020603050405020304" pitchFamily="18" charset="0"/>
                </a:rPr>
                <a:t>RTS</a:t>
              </a:r>
              <a:endParaRPr lang="en-US" altLang="zh-CN" sz="2000" dirty="0">
                <a:solidFill>
                  <a:srgbClr val="CC0099"/>
                </a:solidFill>
                <a:latin typeface="Tahoma" panose="020B0604030504040204" pitchFamily="34" charset="0"/>
              </a:endParaRPr>
            </a:p>
          </p:txBody>
        </p:sp>
        <p:sp>
          <p:nvSpPr>
            <p:cNvPr id="34826" name="Text Box 11"/>
            <p:cNvSpPr txBox="1"/>
            <p:nvPr/>
          </p:nvSpPr>
          <p:spPr>
            <a:xfrm>
              <a:off x="6647" y="9709"/>
              <a:ext cx="720" cy="228"/>
            </a:xfrm>
            <a:prstGeom prst="rect">
              <a:avLst/>
            </a:prstGeom>
            <a:solidFill>
              <a:srgbClr val="FFFFFF"/>
            </a:solidFill>
            <a:ln w="19050">
              <a:noFill/>
            </a:ln>
          </p:spPr>
          <p:txBody>
            <a:bodyPr lIns="0" tIns="0" rIns="0" bIns="0"/>
            <a:lstStyle/>
            <a:p>
              <a:pPr algn="just" eaLnBrk="1" hangingPunct="1"/>
              <a:r>
                <a:rPr lang="zh-CN" altLang="en-US" sz="2000" dirty="0">
                  <a:solidFill>
                    <a:srgbClr val="CC0099"/>
                  </a:solidFill>
                  <a:latin typeface="Times New Roman" panose="02020603050405020304" pitchFamily="18" charset="0"/>
                </a:rPr>
                <a:t>载波检测</a:t>
              </a:r>
              <a:endParaRPr lang="zh-CN" altLang="en-US" sz="2000" dirty="0">
                <a:solidFill>
                  <a:srgbClr val="CC0099"/>
                </a:solidFill>
                <a:latin typeface="Tahoma" panose="020B0604030504040204" pitchFamily="34" charset="0"/>
              </a:endParaRPr>
            </a:p>
          </p:txBody>
        </p:sp>
        <p:sp>
          <p:nvSpPr>
            <p:cNvPr id="34827" name="Text Box 12"/>
            <p:cNvSpPr txBox="1"/>
            <p:nvPr/>
          </p:nvSpPr>
          <p:spPr>
            <a:xfrm>
              <a:off x="7275" y="9480"/>
              <a:ext cx="349" cy="206"/>
            </a:xfrm>
            <a:prstGeom prst="rect">
              <a:avLst/>
            </a:prstGeom>
            <a:solidFill>
              <a:srgbClr val="FFFFFF"/>
            </a:solidFill>
            <a:ln w="19050">
              <a:noFill/>
            </a:ln>
          </p:spPr>
          <p:txBody>
            <a:bodyPr lIns="0" tIns="0" rIns="0" bIns="0"/>
            <a:lstStyle/>
            <a:p>
              <a:pPr algn="just" eaLnBrk="1" hangingPunct="1"/>
              <a:r>
                <a:rPr lang="en-US" altLang="zh-CN" sz="2000" dirty="0">
                  <a:solidFill>
                    <a:srgbClr val="CC0099"/>
                  </a:solidFill>
                  <a:latin typeface="Times New Roman" panose="02020603050405020304" pitchFamily="18" charset="0"/>
                </a:rPr>
                <a:t>CTS</a:t>
              </a:r>
              <a:endParaRPr lang="en-US" altLang="zh-CN" sz="2000" dirty="0">
                <a:solidFill>
                  <a:srgbClr val="CC0099"/>
                </a:solidFill>
                <a:latin typeface="Tahoma" panose="020B0604030504040204" pitchFamily="34" charset="0"/>
              </a:endParaRPr>
            </a:p>
          </p:txBody>
        </p:sp>
        <p:sp>
          <p:nvSpPr>
            <p:cNvPr id="34828" name="Text Box 13"/>
            <p:cNvSpPr txBox="1"/>
            <p:nvPr/>
          </p:nvSpPr>
          <p:spPr>
            <a:xfrm>
              <a:off x="4749" y="9260"/>
              <a:ext cx="330" cy="186"/>
            </a:xfrm>
            <a:prstGeom prst="rect">
              <a:avLst/>
            </a:prstGeom>
            <a:solidFill>
              <a:srgbClr val="FFFFFF"/>
            </a:solidFill>
            <a:ln w="19050">
              <a:noFill/>
            </a:ln>
          </p:spPr>
          <p:txBody>
            <a:bodyPr lIns="0" tIns="0" rIns="0" bIns="0"/>
            <a:lstStyle/>
            <a:p>
              <a:pPr algn="just" eaLnBrk="1" hangingPunct="1"/>
              <a:r>
                <a:rPr lang="en-US" altLang="zh-CN" sz="2000" dirty="0">
                  <a:solidFill>
                    <a:srgbClr val="CC0099"/>
                  </a:solidFill>
                  <a:latin typeface="Times New Roman" panose="02020603050405020304" pitchFamily="18" charset="0"/>
                </a:rPr>
                <a:t>RTS</a:t>
              </a:r>
              <a:endParaRPr lang="en-US" altLang="zh-CN" sz="2000" dirty="0">
                <a:solidFill>
                  <a:srgbClr val="CC0099"/>
                </a:solidFill>
                <a:latin typeface="Tahoma" panose="020B0604030504040204" pitchFamily="34" charset="0"/>
              </a:endParaRPr>
            </a:p>
          </p:txBody>
        </p:sp>
        <p:sp>
          <p:nvSpPr>
            <p:cNvPr id="34829" name="Text Box 14"/>
            <p:cNvSpPr txBox="1"/>
            <p:nvPr/>
          </p:nvSpPr>
          <p:spPr>
            <a:xfrm>
              <a:off x="4739" y="9480"/>
              <a:ext cx="347" cy="205"/>
            </a:xfrm>
            <a:prstGeom prst="rect">
              <a:avLst/>
            </a:prstGeom>
            <a:solidFill>
              <a:srgbClr val="FFFFFF"/>
            </a:solidFill>
            <a:ln w="19050">
              <a:noFill/>
            </a:ln>
          </p:spPr>
          <p:txBody>
            <a:bodyPr lIns="0" tIns="0" rIns="0" bIns="0"/>
            <a:lstStyle/>
            <a:p>
              <a:pPr algn="just" eaLnBrk="1" hangingPunct="1"/>
              <a:r>
                <a:rPr lang="en-US" altLang="zh-CN" sz="2000" dirty="0">
                  <a:solidFill>
                    <a:srgbClr val="CC0099"/>
                  </a:solidFill>
                  <a:latin typeface="Times New Roman" panose="02020603050405020304" pitchFamily="18" charset="0"/>
                </a:rPr>
                <a:t>CTS</a:t>
              </a:r>
              <a:endParaRPr lang="en-US" altLang="zh-CN" sz="2000" dirty="0">
                <a:solidFill>
                  <a:srgbClr val="CC0099"/>
                </a:solidFill>
                <a:latin typeface="Tahoma" panose="020B0604030504040204" pitchFamily="34" charset="0"/>
              </a:endParaRPr>
            </a:p>
          </p:txBody>
        </p:sp>
        <p:sp>
          <p:nvSpPr>
            <p:cNvPr id="34830" name="Text Box 15"/>
            <p:cNvSpPr txBox="1"/>
            <p:nvPr/>
          </p:nvSpPr>
          <p:spPr>
            <a:xfrm>
              <a:off x="4984" y="9705"/>
              <a:ext cx="720" cy="227"/>
            </a:xfrm>
            <a:prstGeom prst="rect">
              <a:avLst/>
            </a:prstGeom>
            <a:solidFill>
              <a:srgbClr val="FFFFFF"/>
            </a:solidFill>
            <a:ln w="19050">
              <a:noFill/>
            </a:ln>
          </p:spPr>
          <p:txBody>
            <a:bodyPr lIns="0" tIns="0" rIns="0" bIns="0"/>
            <a:lstStyle/>
            <a:p>
              <a:pPr algn="just" eaLnBrk="1" hangingPunct="1"/>
              <a:r>
                <a:rPr lang="zh-CN" altLang="en-US" sz="2000" dirty="0">
                  <a:solidFill>
                    <a:srgbClr val="CC0099"/>
                  </a:solidFill>
                  <a:latin typeface="Times New Roman" panose="02020603050405020304" pitchFamily="18" charset="0"/>
                </a:rPr>
                <a:t>载波检测</a:t>
              </a:r>
              <a:endParaRPr lang="zh-CN" altLang="en-US" sz="2000" dirty="0">
                <a:solidFill>
                  <a:srgbClr val="CC0099"/>
                </a:solidFill>
                <a:latin typeface="Tahoma" panose="020B0604030504040204" pitchFamily="34" charset="0"/>
              </a:endParaRPr>
            </a:p>
          </p:txBody>
        </p:sp>
        <p:sp>
          <p:nvSpPr>
            <p:cNvPr id="34831" name="Text Box 16"/>
            <p:cNvSpPr txBox="1"/>
            <p:nvPr/>
          </p:nvSpPr>
          <p:spPr>
            <a:xfrm>
              <a:off x="4755" y="10040"/>
              <a:ext cx="359" cy="184"/>
            </a:xfrm>
            <a:prstGeom prst="rect">
              <a:avLst/>
            </a:prstGeom>
            <a:solidFill>
              <a:srgbClr val="FFFFFF"/>
            </a:solidFill>
            <a:ln w="19050">
              <a:noFill/>
            </a:ln>
          </p:spPr>
          <p:txBody>
            <a:bodyPr lIns="0" tIns="0" rIns="0" bIns="0"/>
            <a:lstStyle/>
            <a:p>
              <a:pPr algn="just" eaLnBrk="1" hangingPunct="1"/>
              <a:r>
                <a:rPr lang="en-US" altLang="zh-CN" sz="2000" dirty="0">
                  <a:solidFill>
                    <a:srgbClr val="CC0099"/>
                  </a:solidFill>
                  <a:latin typeface="Times New Roman" panose="02020603050405020304" pitchFamily="18" charset="0"/>
                </a:rPr>
                <a:t>DSR</a:t>
              </a:r>
              <a:endParaRPr lang="en-US" altLang="zh-CN" sz="2000" dirty="0">
                <a:solidFill>
                  <a:srgbClr val="CC0099"/>
                </a:solidFill>
                <a:latin typeface="Tahoma" panose="020B0604030504040204" pitchFamily="34" charset="0"/>
              </a:endParaRPr>
            </a:p>
          </p:txBody>
        </p:sp>
        <p:sp>
          <p:nvSpPr>
            <p:cNvPr id="34832" name="Text Box 17"/>
            <p:cNvSpPr txBox="1"/>
            <p:nvPr/>
          </p:nvSpPr>
          <p:spPr>
            <a:xfrm>
              <a:off x="4766" y="10522"/>
              <a:ext cx="388" cy="199"/>
            </a:xfrm>
            <a:prstGeom prst="rect">
              <a:avLst/>
            </a:prstGeom>
            <a:solidFill>
              <a:srgbClr val="FFFFFF"/>
            </a:solidFill>
            <a:ln w="19050">
              <a:noFill/>
            </a:ln>
          </p:spPr>
          <p:txBody>
            <a:bodyPr lIns="0" tIns="0" rIns="0" bIns="0"/>
            <a:lstStyle/>
            <a:p>
              <a:pPr algn="just" eaLnBrk="1" hangingPunct="1"/>
              <a:r>
                <a:rPr lang="en-US" altLang="zh-CN" sz="2000" dirty="0">
                  <a:solidFill>
                    <a:srgbClr val="CC0099"/>
                  </a:solidFill>
                  <a:latin typeface="Times New Roman" panose="02020603050405020304" pitchFamily="18" charset="0"/>
                </a:rPr>
                <a:t>DTR</a:t>
              </a:r>
              <a:endParaRPr lang="en-US" altLang="zh-CN" sz="2000" dirty="0">
                <a:solidFill>
                  <a:srgbClr val="CC0099"/>
                </a:solidFill>
                <a:latin typeface="Tahoma" panose="020B0604030504040204" pitchFamily="34" charset="0"/>
              </a:endParaRPr>
            </a:p>
          </p:txBody>
        </p:sp>
        <p:sp>
          <p:nvSpPr>
            <p:cNvPr id="34833" name="Text Box 18"/>
            <p:cNvSpPr txBox="1"/>
            <p:nvPr/>
          </p:nvSpPr>
          <p:spPr>
            <a:xfrm>
              <a:off x="7226" y="10032"/>
              <a:ext cx="359" cy="184"/>
            </a:xfrm>
            <a:prstGeom prst="rect">
              <a:avLst/>
            </a:prstGeom>
            <a:solidFill>
              <a:srgbClr val="FFFFFF"/>
            </a:solidFill>
            <a:ln w="19050">
              <a:noFill/>
            </a:ln>
          </p:spPr>
          <p:txBody>
            <a:bodyPr lIns="0" tIns="0" rIns="0" bIns="0"/>
            <a:lstStyle/>
            <a:p>
              <a:pPr algn="just" eaLnBrk="1" hangingPunct="1"/>
              <a:r>
                <a:rPr lang="en-US" altLang="zh-CN" sz="2000" dirty="0">
                  <a:solidFill>
                    <a:srgbClr val="CC0099"/>
                  </a:solidFill>
                  <a:latin typeface="Times New Roman" panose="02020603050405020304" pitchFamily="18" charset="0"/>
                </a:rPr>
                <a:t>DSR</a:t>
              </a:r>
              <a:endParaRPr lang="en-US" altLang="zh-CN" sz="2000" dirty="0">
                <a:solidFill>
                  <a:srgbClr val="CC0099"/>
                </a:solidFill>
                <a:latin typeface="Tahoma" panose="020B0604030504040204" pitchFamily="34" charset="0"/>
              </a:endParaRPr>
            </a:p>
          </p:txBody>
        </p:sp>
        <p:sp>
          <p:nvSpPr>
            <p:cNvPr id="34834" name="Text Box 19"/>
            <p:cNvSpPr txBox="1"/>
            <p:nvPr/>
          </p:nvSpPr>
          <p:spPr>
            <a:xfrm>
              <a:off x="7211" y="10532"/>
              <a:ext cx="388" cy="199"/>
            </a:xfrm>
            <a:prstGeom prst="rect">
              <a:avLst/>
            </a:prstGeom>
            <a:solidFill>
              <a:srgbClr val="FFFFFF"/>
            </a:solidFill>
            <a:ln w="19050">
              <a:noFill/>
            </a:ln>
          </p:spPr>
          <p:txBody>
            <a:bodyPr lIns="0" tIns="0" rIns="0" bIns="0"/>
            <a:lstStyle/>
            <a:p>
              <a:pPr algn="just" eaLnBrk="1" hangingPunct="1"/>
              <a:r>
                <a:rPr lang="en-US" altLang="zh-CN" sz="2000" dirty="0">
                  <a:solidFill>
                    <a:srgbClr val="CC0099"/>
                  </a:solidFill>
                  <a:latin typeface="Times New Roman" panose="02020603050405020304" pitchFamily="18" charset="0"/>
                </a:rPr>
                <a:t>DTR</a:t>
              </a:r>
              <a:endParaRPr lang="en-US" altLang="zh-CN" sz="2000" dirty="0">
                <a:solidFill>
                  <a:srgbClr val="CC0099"/>
                </a:solidFill>
                <a:latin typeface="Tahoma" panose="020B0604030504040204" pitchFamily="34" charset="0"/>
              </a:endParaRPr>
            </a:p>
          </p:txBody>
        </p:sp>
        <p:sp>
          <p:nvSpPr>
            <p:cNvPr id="34835" name="Text Box 20"/>
            <p:cNvSpPr txBox="1"/>
            <p:nvPr/>
          </p:nvSpPr>
          <p:spPr>
            <a:xfrm>
              <a:off x="5217" y="10285"/>
              <a:ext cx="720" cy="226"/>
            </a:xfrm>
            <a:prstGeom prst="rect">
              <a:avLst/>
            </a:prstGeom>
            <a:solidFill>
              <a:srgbClr val="FFFFFF"/>
            </a:solidFill>
            <a:ln w="19050">
              <a:noFill/>
            </a:ln>
          </p:spPr>
          <p:txBody>
            <a:bodyPr lIns="0" tIns="0" rIns="0" bIns="0"/>
            <a:lstStyle/>
            <a:p>
              <a:pPr algn="just" eaLnBrk="1" hangingPunct="1"/>
              <a:r>
                <a:rPr lang="zh-CN" altLang="en-US" sz="2000" dirty="0">
                  <a:solidFill>
                    <a:srgbClr val="CC0099"/>
                  </a:solidFill>
                  <a:latin typeface="Times New Roman" panose="02020603050405020304" pitchFamily="18" charset="0"/>
                </a:rPr>
                <a:t>振铃指示</a:t>
              </a:r>
              <a:endParaRPr lang="zh-CN" altLang="en-US" sz="2000" dirty="0">
                <a:solidFill>
                  <a:srgbClr val="CC0099"/>
                </a:solidFill>
                <a:latin typeface="Tahoma" panose="020B0604030504040204" pitchFamily="34" charset="0"/>
              </a:endParaRPr>
            </a:p>
          </p:txBody>
        </p:sp>
        <p:sp>
          <p:nvSpPr>
            <p:cNvPr id="34836" name="Text Box 21"/>
            <p:cNvSpPr txBox="1"/>
            <p:nvPr/>
          </p:nvSpPr>
          <p:spPr>
            <a:xfrm>
              <a:off x="6429" y="10277"/>
              <a:ext cx="720" cy="225"/>
            </a:xfrm>
            <a:prstGeom prst="rect">
              <a:avLst/>
            </a:prstGeom>
            <a:solidFill>
              <a:srgbClr val="FFFFFF"/>
            </a:solidFill>
            <a:ln w="19050">
              <a:noFill/>
            </a:ln>
          </p:spPr>
          <p:txBody>
            <a:bodyPr lIns="0" tIns="0" rIns="0" bIns="0"/>
            <a:lstStyle/>
            <a:p>
              <a:pPr algn="just" eaLnBrk="1" hangingPunct="1"/>
              <a:r>
                <a:rPr lang="zh-CN" altLang="en-US" sz="2000" dirty="0">
                  <a:solidFill>
                    <a:srgbClr val="CC0099"/>
                  </a:solidFill>
                  <a:latin typeface="Times New Roman" panose="02020603050405020304" pitchFamily="18" charset="0"/>
                </a:rPr>
                <a:t>振铃指示</a:t>
              </a:r>
              <a:endParaRPr lang="zh-CN" altLang="en-US" sz="2000" dirty="0">
                <a:solidFill>
                  <a:srgbClr val="CC0099"/>
                </a:solidFill>
                <a:latin typeface="Tahoma" panose="020B0604030504040204" pitchFamily="34" charset="0"/>
              </a:endParaRPr>
            </a:p>
          </p:txBody>
        </p:sp>
        <p:sp>
          <p:nvSpPr>
            <p:cNvPr id="34837" name="Text Box 22"/>
            <p:cNvSpPr txBox="1"/>
            <p:nvPr/>
          </p:nvSpPr>
          <p:spPr>
            <a:xfrm>
              <a:off x="5824" y="11147"/>
              <a:ext cx="720" cy="225"/>
            </a:xfrm>
            <a:prstGeom prst="rect">
              <a:avLst/>
            </a:prstGeom>
            <a:solidFill>
              <a:srgbClr val="FFFFFF"/>
            </a:solidFill>
            <a:ln w="19050">
              <a:noFill/>
            </a:ln>
          </p:spPr>
          <p:txBody>
            <a:bodyPr lIns="0" tIns="0" rIns="0" bIns="0"/>
            <a:lstStyle/>
            <a:p>
              <a:pPr algn="ctr" eaLnBrk="1" hangingPunct="1"/>
              <a:r>
                <a:rPr lang="zh-CN" altLang="en-US" sz="2000" dirty="0">
                  <a:solidFill>
                    <a:srgbClr val="CC0099"/>
                  </a:solidFill>
                  <a:latin typeface="Times New Roman" panose="02020603050405020304" pitchFamily="18" charset="0"/>
                </a:rPr>
                <a:t>信号地</a:t>
              </a:r>
              <a:endParaRPr lang="zh-CN" altLang="en-US" sz="2000" dirty="0">
                <a:solidFill>
                  <a:srgbClr val="CC0099"/>
                </a:solidFill>
                <a:latin typeface="Tahoma" panose="020B0604030504040204" pitchFamily="34" charset="0"/>
              </a:endParaRPr>
            </a:p>
          </p:txBody>
        </p:sp>
        <p:sp>
          <p:nvSpPr>
            <p:cNvPr id="34838" name="Text Box 23"/>
            <p:cNvSpPr txBox="1"/>
            <p:nvPr/>
          </p:nvSpPr>
          <p:spPr>
            <a:xfrm>
              <a:off x="5794" y="8288"/>
              <a:ext cx="720" cy="224"/>
            </a:xfrm>
            <a:prstGeom prst="rect">
              <a:avLst/>
            </a:prstGeom>
            <a:solidFill>
              <a:srgbClr val="FFFFFF"/>
            </a:solidFill>
            <a:ln w="19050">
              <a:noFill/>
            </a:ln>
          </p:spPr>
          <p:txBody>
            <a:bodyPr lIns="0" tIns="0" rIns="0" bIns="0"/>
            <a:lstStyle/>
            <a:p>
              <a:pPr algn="ctr" eaLnBrk="1" hangingPunct="1"/>
              <a:r>
                <a:rPr lang="zh-CN" altLang="en-US" sz="2000" dirty="0">
                  <a:solidFill>
                    <a:srgbClr val="CC0099"/>
                  </a:solidFill>
                  <a:latin typeface="Times New Roman" panose="02020603050405020304" pitchFamily="18" charset="0"/>
                </a:rPr>
                <a:t>地</a:t>
              </a:r>
              <a:endParaRPr lang="zh-CN" altLang="en-US" sz="2000" dirty="0">
                <a:solidFill>
                  <a:srgbClr val="CC0099"/>
                </a:solidFill>
                <a:latin typeface="Tahoma" panose="020B0604030504040204" pitchFamily="34" charset="0"/>
              </a:endParaRPr>
            </a:p>
          </p:txBody>
        </p:sp>
        <p:sp>
          <p:nvSpPr>
            <p:cNvPr id="34839" name="Line 24"/>
            <p:cNvSpPr/>
            <p:nvPr/>
          </p:nvSpPr>
          <p:spPr>
            <a:xfrm flipV="1">
              <a:off x="4646" y="9930"/>
              <a:ext cx="1260" cy="2"/>
            </a:xfrm>
            <a:prstGeom prst="line">
              <a:avLst/>
            </a:prstGeom>
            <a:ln w="19050" cap="flat" cmpd="sng">
              <a:solidFill>
                <a:srgbClr val="000000"/>
              </a:solidFill>
              <a:prstDash val="solid"/>
              <a:headEnd type="none" w="med" len="med"/>
              <a:tailEnd type="none" w="med" len="med"/>
            </a:ln>
          </p:spPr>
        </p:sp>
        <p:sp>
          <p:nvSpPr>
            <p:cNvPr id="34840" name="Line 25"/>
            <p:cNvSpPr/>
            <p:nvPr/>
          </p:nvSpPr>
          <p:spPr>
            <a:xfrm flipV="1">
              <a:off x="6446" y="9930"/>
              <a:ext cx="1260" cy="2"/>
            </a:xfrm>
            <a:prstGeom prst="line">
              <a:avLst/>
            </a:prstGeom>
            <a:ln w="19050" cap="flat" cmpd="sng">
              <a:solidFill>
                <a:srgbClr val="000000"/>
              </a:solidFill>
              <a:prstDash val="solid"/>
              <a:headEnd type="none" w="med" len="med"/>
              <a:tailEnd type="none" w="med" len="med"/>
            </a:ln>
          </p:spPr>
        </p:sp>
        <p:grpSp>
          <p:nvGrpSpPr>
            <p:cNvPr id="34841" name="Group 26"/>
            <p:cNvGrpSpPr/>
            <p:nvPr/>
          </p:nvGrpSpPr>
          <p:grpSpPr>
            <a:xfrm>
              <a:off x="4639" y="8526"/>
              <a:ext cx="3080" cy="2578"/>
              <a:chOff x="4358" y="9707"/>
              <a:chExt cx="2464" cy="2047"/>
            </a:xfrm>
          </p:grpSpPr>
          <p:sp>
            <p:nvSpPr>
              <p:cNvPr id="34865" name="Line 27"/>
              <p:cNvSpPr/>
              <p:nvPr/>
            </p:nvSpPr>
            <p:spPr>
              <a:xfrm>
                <a:off x="4364" y="11753"/>
                <a:ext cx="2448" cy="1"/>
              </a:xfrm>
              <a:prstGeom prst="line">
                <a:avLst/>
              </a:prstGeom>
              <a:ln w="19050" cap="flat" cmpd="sng">
                <a:solidFill>
                  <a:srgbClr val="000000"/>
                </a:solidFill>
                <a:prstDash val="solid"/>
                <a:headEnd type="none" w="med" len="med"/>
                <a:tailEnd type="none" w="med" len="med"/>
              </a:ln>
            </p:spPr>
          </p:sp>
          <p:sp>
            <p:nvSpPr>
              <p:cNvPr id="34866" name="Line 28"/>
              <p:cNvSpPr/>
              <p:nvPr/>
            </p:nvSpPr>
            <p:spPr>
              <a:xfrm flipV="1">
                <a:off x="4364" y="11498"/>
                <a:ext cx="1008" cy="1"/>
              </a:xfrm>
              <a:prstGeom prst="line">
                <a:avLst/>
              </a:prstGeom>
              <a:ln w="19050" cap="flat" cmpd="sng">
                <a:solidFill>
                  <a:srgbClr val="000000"/>
                </a:solidFill>
                <a:prstDash val="solid"/>
                <a:headEnd type="none" w="med" len="med"/>
                <a:tailEnd type="none" w="med" len="med"/>
              </a:ln>
            </p:spPr>
          </p:sp>
          <p:sp>
            <p:nvSpPr>
              <p:cNvPr id="34867" name="Line 29"/>
              <p:cNvSpPr/>
              <p:nvPr/>
            </p:nvSpPr>
            <p:spPr>
              <a:xfrm flipV="1">
                <a:off x="5799" y="11498"/>
                <a:ext cx="1008" cy="1"/>
              </a:xfrm>
              <a:prstGeom prst="line">
                <a:avLst/>
              </a:prstGeom>
              <a:ln w="19050" cap="flat" cmpd="sng">
                <a:solidFill>
                  <a:srgbClr val="000000"/>
                </a:solidFill>
                <a:prstDash val="solid"/>
                <a:headEnd type="none" w="med" len="med"/>
                <a:tailEnd type="none" w="med" len="med"/>
              </a:ln>
            </p:spPr>
          </p:sp>
          <p:sp>
            <p:nvSpPr>
              <p:cNvPr id="34868" name="Line 30"/>
              <p:cNvSpPr/>
              <p:nvPr/>
            </p:nvSpPr>
            <p:spPr>
              <a:xfrm>
                <a:off x="5369" y="11099"/>
                <a:ext cx="429" cy="399"/>
              </a:xfrm>
              <a:prstGeom prst="line">
                <a:avLst/>
              </a:prstGeom>
              <a:ln w="19050" cap="flat" cmpd="sng">
                <a:solidFill>
                  <a:srgbClr val="000000"/>
                </a:solidFill>
                <a:prstDash val="solid"/>
                <a:headEnd type="none" w="med" len="med"/>
                <a:tailEnd type="none" w="med" len="med"/>
              </a:ln>
            </p:spPr>
          </p:sp>
          <p:sp>
            <p:nvSpPr>
              <p:cNvPr id="34869" name="Line 31"/>
              <p:cNvSpPr/>
              <p:nvPr/>
            </p:nvSpPr>
            <p:spPr>
              <a:xfrm flipV="1">
                <a:off x="5380" y="11096"/>
                <a:ext cx="422" cy="402"/>
              </a:xfrm>
              <a:prstGeom prst="line">
                <a:avLst/>
              </a:prstGeom>
              <a:ln w="19050" cap="flat" cmpd="sng">
                <a:solidFill>
                  <a:srgbClr val="000000"/>
                </a:solidFill>
                <a:prstDash val="solid"/>
                <a:headEnd type="none" w="med" len="med"/>
                <a:tailEnd type="none" w="med" len="med"/>
              </a:ln>
            </p:spPr>
          </p:sp>
          <p:grpSp>
            <p:nvGrpSpPr>
              <p:cNvPr id="34870" name="Group 32"/>
              <p:cNvGrpSpPr/>
              <p:nvPr/>
            </p:nvGrpSpPr>
            <p:grpSpPr>
              <a:xfrm>
                <a:off x="4358" y="9707"/>
                <a:ext cx="2455" cy="1115"/>
                <a:chOff x="4358" y="9707"/>
                <a:chExt cx="2455" cy="1115"/>
              </a:xfrm>
            </p:grpSpPr>
            <p:sp>
              <p:nvSpPr>
                <p:cNvPr id="34880" name="Line 33"/>
                <p:cNvSpPr/>
                <p:nvPr/>
              </p:nvSpPr>
              <p:spPr>
                <a:xfrm>
                  <a:off x="4364" y="9707"/>
                  <a:ext cx="2448" cy="0"/>
                </a:xfrm>
                <a:prstGeom prst="line">
                  <a:avLst/>
                </a:prstGeom>
                <a:ln w="19050" cap="flat" cmpd="sng">
                  <a:solidFill>
                    <a:srgbClr val="000000"/>
                  </a:solidFill>
                  <a:prstDash val="solid"/>
                  <a:headEnd type="none" w="med" len="med"/>
                  <a:tailEnd type="none" w="med" len="med"/>
                </a:ln>
              </p:spPr>
            </p:sp>
            <p:sp>
              <p:nvSpPr>
                <p:cNvPr id="34881" name="Line 34"/>
                <p:cNvSpPr/>
                <p:nvPr/>
              </p:nvSpPr>
              <p:spPr>
                <a:xfrm flipV="1">
                  <a:off x="4364" y="9955"/>
                  <a:ext cx="1008" cy="1"/>
                </a:xfrm>
                <a:prstGeom prst="line">
                  <a:avLst/>
                </a:prstGeom>
                <a:ln w="19050" cap="flat" cmpd="sng">
                  <a:solidFill>
                    <a:srgbClr val="000000"/>
                  </a:solidFill>
                  <a:prstDash val="solid"/>
                  <a:headEnd type="none" w="med" len="med"/>
                  <a:tailEnd type="none" w="med" len="med"/>
                </a:ln>
              </p:spPr>
            </p:sp>
            <p:sp>
              <p:nvSpPr>
                <p:cNvPr id="34882" name="Line 35"/>
                <p:cNvSpPr/>
                <p:nvPr/>
              </p:nvSpPr>
              <p:spPr>
                <a:xfrm flipV="1">
                  <a:off x="5804" y="9955"/>
                  <a:ext cx="1008" cy="1"/>
                </a:xfrm>
                <a:prstGeom prst="line">
                  <a:avLst/>
                </a:prstGeom>
                <a:ln w="19050" cap="flat" cmpd="sng">
                  <a:solidFill>
                    <a:srgbClr val="000000"/>
                  </a:solidFill>
                  <a:prstDash val="solid"/>
                  <a:headEnd type="none" w="med" len="med"/>
                  <a:tailEnd type="none" w="med" len="med"/>
                </a:ln>
              </p:spPr>
            </p:sp>
            <p:sp>
              <p:nvSpPr>
                <p:cNvPr id="34883" name="Line 36"/>
                <p:cNvSpPr/>
                <p:nvPr/>
              </p:nvSpPr>
              <p:spPr>
                <a:xfrm flipV="1">
                  <a:off x="4364" y="10202"/>
                  <a:ext cx="1008" cy="1"/>
                </a:xfrm>
                <a:prstGeom prst="line">
                  <a:avLst/>
                </a:prstGeom>
                <a:ln w="19050" cap="flat" cmpd="sng">
                  <a:solidFill>
                    <a:srgbClr val="000000"/>
                  </a:solidFill>
                  <a:prstDash val="solid"/>
                  <a:headEnd type="stealth" w="med" len="med"/>
                  <a:tailEnd type="none" w="med" len="med"/>
                </a:ln>
              </p:spPr>
            </p:sp>
            <p:sp>
              <p:nvSpPr>
                <p:cNvPr id="34884" name="Line 37"/>
                <p:cNvSpPr/>
                <p:nvPr/>
              </p:nvSpPr>
              <p:spPr>
                <a:xfrm flipV="1">
                  <a:off x="5804" y="10202"/>
                  <a:ext cx="1008" cy="1"/>
                </a:xfrm>
                <a:prstGeom prst="line">
                  <a:avLst/>
                </a:prstGeom>
                <a:ln w="19050" cap="flat" cmpd="sng">
                  <a:solidFill>
                    <a:srgbClr val="000000"/>
                  </a:solidFill>
                  <a:prstDash val="solid"/>
                  <a:headEnd type="none" w="med" len="med"/>
                  <a:tailEnd type="stealth" w="med" len="med"/>
                </a:ln>
              </p:spPr>
            </p:sp>
            <p:sp>
              <p:nvSpPr>
                <p:cNvPr id="34885" name="Line 38"/>
                <p:cNvSpPr/>
                <p:nvPr/>
              </p:nvSpPr>
              <p:spPr>
                <a:xfrm>
                  <a:off x="5372" y="9955"/>
                  <a:ext cx="432" cy="247"/>
                </a:xfrm>
                <a:prstGeom prst="line">
                  <a:avLst/>
                </a:prstGeom>
                <a:ln w="19050" cap="flat" cmpd="sng">
                  <a:solidFill>
                    <a:srgbClr val="000000"/>
                  </a:solidFill>
                  <a:prstDash val="solid"/>
                  <a:headEnd type="none" w="med" len="med"/>
                  <a:tailEnd type="none" w="med" len="med"/>
                </a:ln>
              </p:spPr>
            </p:sp>
            <p:sp>
              <p:nvSpPr>
                <p:cNvPr id="34886" name="Line 39"/>
                <p:cNvSpPr/>
                <p:nvPr/>
              </p:nvSpPr>
              <p:spPr>
                <a:xfrm flipV="1">
                  <a:off x="5372" y="9955"/>
                  <a:ext cx="432" cy="247"/>
                </a:xfrm>
                <a:prstGeom prst="line">
                  <a:avLst/>
                </a:prstGeom>
                <a:ln w="19050" cap="flat" cmpd="sng">
                  <a:solidFill>
                    <a:srgbClr val="000000"/>
                  </a:solidFill>
                  <a:prstDash val="solid"/>
                  <a:headEnd type="none" w="med" len="med"/>
                  <a:tailEnd type="none" w="med" len="med"/>
                </a:ln>
              </p:spPr>
            </p:sp>
            <p:sp>
              <p:nvSpPr>
                <p:cNvPr id="34887" name="Line 40"/>
                <p:cNvSpPr/>
                <p:nvPr/>
              </p:nvSpPr>
              <p:spPr>
                <a:xfrm flipV="1">
                  <a:off x="4364" y="10450"/>
                  <a:ext cx="1008" cy="1"/>
                </a:xfrm>
                <a:prstGeom prst="line">
                  <a:avLst/>
                </a:prstGeom>
                <a:ln w="19050" cap="flat" cmpd="sng">
                  <a:solidFill>
                    <a:srgbClr val="000000"/>
                  </a:solidFill>
                  <a:prstDash val="solid"/>
                  <a:headEnd type="none" w="med" len="med"/>
                  <a:tailEnd type="none" w="med" len="med"/>
                </a:ln>
              </p:spPr>
            </p:sp>
            <p:sp>
              <p:nvSpPr>
                <p:cNvPr id="34888" name="Line 41"/>
                <p:cNvSpPr/>
                <p:nvPr/>
              </p:nvSpPr>
              <p:spPr>
                <a:xfrm flipV="1">
                  <a:off x="5804" y="10450"/>
                  <a:ext cx="1008" cy="1"/>
                </a:xfrm>
                <a:prstGeom prst="line">
                  <a:avLst/>
                </a:prstGeom>
                <a:ln w="19050" cap="flat" cmpd="sng">
                  <a:solidFill>
                    <a:srgbClr val="000000"/>
                  </a:solidFill>
                  <a:prstDash val="solid"/>
                  <a:headEnd type="none" w="med" len="med"/>
                  <a:tailEnd type="none" w="med" len="med"/>
                </a:ln>
              </p:spPr>
            </p:sp>
            <p:sp>
              <p:nvSpPr>
                <p:cNvPr id="34889" name="Line 42"/>
                <p:cNvSpPr/>
                <p:nvPr/>
              </p:nvSpPr>
              <p:spPr>
                <a:xfrm>
                  <a:off x="5372" y="10450"/>
                  <a:ext cx="432" cy="372"/>
                </a:xfrm>
                <a:prstGeom prst="line">
                  <a:avLst/>
                </a:prstGeom>
                <a:ln w="19050" cap="flat" cmpd="sng">
                  <a:solidFill>
                    <a:srgbClr val="000000"/>
                  </a:solidFill>
                  <a:prstDash val="solid"/>
                  <a:headEnd type="none" w="med" len="med"/>
                  <a:tailEnd type="none" w="med" len="med"/>
                </a:ln>
              </p:spPr>
            </p:sp>
            <p:sp>
              <p:nvSpPr>
                <p:cNvPr id="34890" name="Line 43"/>
                <p:cNvSpPr/>
                <p:nvPr/>
              </p:nvSpPr>
              <p:spPr>
                <a:xfrm flipV="1">
                  <a:off x="5372" y="10450"/>
                  <a:ext cx="432" cy="372"/>
                </a:xfrm>
                <a:prstGeom prst="line">
                  <a:avLst/>
                </a:prstGeom>
                <a:ln w="19050" cap="flat" cmpd="sng">
                  <a:solidFill>
                    <a:srgbClr val="000000"/>
                  </a:solidFill>
                  <a:prstDash val="solid"/>
                  <a:headEnd type="none" w="med" len="med"/>
                  <a:tailEnd type="none" w="med" len="med"/>
                </a:ln>
              </p:spPr>
            </p:sp>
            <p:grpSp>
              <p:nvGrpSpPr>
                <p:cNvPr id="34891" name="Group 44"/>
                <p:cNvGrpSpPr/>
                <p:nvPr/>
              </p:nvGrpSpPr>
              <p:grpSpPr>
                <a:xfrm>
                  <a:off x="4358" y="10450"/>
                  <a:ext cx="442" cy="197"/>
                  <a:chOff x="4358" y="10450"/>
                  <a:chExt cx="442" cy="197"/>
                </a:xfrm>
              </p:grpSpPr>
              <p:sp>
                <p:nvSpPr>
                  <p:cNvPr id="34895" name="Line 45"/>
                  <p:cNvSpPr/>
                  <p:nvPr/>
                </p:nvSpPr>
                <p:spPr>
                  <a:xfrm flipH="1">
                    <a:off x="4796" y="10450"/>
                    <a:ext cx="4" cy="197"/>
                  </a:xfrm>
                  <a:prstGeom prst="line">
                    <a:avLst/>
                  </a:prstGeom>
                  <a:ln w="19050" cap="flat" cmpd="sng">
                    <a:solidFill>
                      <a:srgbClr val="000000"/>
                    </a:solidFill>
                    <a:prstDash val="solid"/>
                    <a:headEnd type="oval" w="med" len="med"/>
                    <a:tailEnd type="none" w="med" len="med"/>
                  </a:ln>
                </p:spPr>
              </p:sp>
              <p:sp>
                <p:nvSpPr>
                  <p:cNvPr id="34896" name="Line 46"/>
                  <p:cNvSpPr/>
                  <p:nvPr/>
                </p:nvSpPr>
                <p:spPr>
                  <a:xfrm flipH="1">
                    <a:off x="4358" y="10645"/>
                    <a:ext cx="432" cy="1"/>
                  </a:xfrm>
                  <a:prstGeom prst="line">
                    <a:avLst/>
                  </a:prstGeom>
                  <a:ln w="19050" cap="flat" cmpd="sng">
                    <a:solidFill>
                      <a:srgbClr val="000000"/>
                    </a:solidFill>
                    <a:prstDash val="solid"/>
                    <a:headEnd type="none" w="med" len="med"/>
                    <a:tailEnd type="stealth" w="med" len="med"/>
                  </a:ln>
                </p:spPr>
              </p:sp>
            </p:grpSp>
            <p:grpSp>
              <p:nvGrpSpPr>
                <p:cNvPr id="34892" name="Group 47"/>
                <p:cNvGrpSpPr/>
                <p:nvPr/>
              </p:nvGrpSpPr>
              <p:grpSpPr>
                <a:xfrm>
                  <a:off x="6369" y="10447"/>
                  <a:ext cx="444" cy="197"/>
                  <a:chOff x="6369" y="10447"/>
                  <a:chExt cx="444" cy="197"/>
                </a:xfrm>
              </p:grpSpPr>
              <p:sp>
                <p:nvSpPr>
                  <p:cNvPr id="34893" name="Line 48"/>
                  <p:cNvSpPr/>
                  <p:nvPr/>
                </p:nvSpPr>
                <p:spPr>
                  <a:xfrm flipH="1">
                    <a:off x="6381" y="10643"/>
                    <a:ext cx="432" cy="1"/>
                  </a:xfrm>
                  <a:prstGeom prst="line">
                    <a:avLst/>
                  </a:prstGeom>
                  <a:ln w="19050" cap="flat" cmpd="sng">
                    <a:solidFill>
                      <a:srgbClr val="000000"/>
                    </a:solidFill>
                    <a:prstDash val="solid"/>
                    <a:headEnd type="stealth" w="med" len="med"/>
                    <a:tailEnd type="none" w="med" len="med"/>
                  </a:ln>
                </p:spPr>
              </p:sp>
              <p:sp>
                <p:nvSpPr>
                  <p:cNvPr id="34894" name="Line 49"/>
                  <p:cNvSpPr/>
                  <p:nvPr/>
                </p:nvSpPr>
                <p:spPr>
                  <a:xfrm flipH="1">
                    <a:off x="6369" y="10447"/>
                    <a:ext cx="4" cy="197"/>
                  </a:xfrm>
                  <a:prstGeom prst="line">
                    <a:avLst/>
                  </a:prstGeom>
                  <a:ln w="19050" cap="flat" cmpd="sng">
                    <a:solidFill>
                      <a:srgbClr val="000000"/>
                    </a:solidFill>
                    <a:prstDash val="solid"/>
                    <a:headEnd type="oval" w="med" len="med"/>
                    <a:tailEnd type="none" w="med" len="med"/>
                  </a:ln>
                </p:spPr>
              </p:sp>
            </p:grpSp>
          </p:grpSp>
          <p:grpSp>
            <p:nvGrpSpPr>
              <p:cNvPr id="34871" name="Group 50"/>
              <p:cNvGrpSpPr/>
              <p:nvPr/>
            </p:nvGrpSpPr>
            <p:grpSpPr>
              <a:xfrm>
                <a:off x="4362" y="11097"/>
                <a:ext cx="2460" cy="197"/>
                <a:chOff x="4364" y="11070"/>
                <a:chExt cx="2460" cy="197"/>
              </a:xfrm>
            </p:grpSpPr>
            <p:sp>
              <p:nvSpPr>
                <p:cNvPr id="34872" name="Line 51"/>
                <p:cNvSpPr/>
                <p:nvPr/>
              </p:nvSpPr>
              <p:spPr>
                <a:xfrm flipV="1">
                  <a:off x="4364" y="11070"/>
                  <a:ext cx="1008" cy="1"/>
                </a:xfrm>
                <a:prstGeom prst="line">
                  <a:avLst/>
                </a:prstGeom>
                <a:ln w="19050" cap="flat" cmpd="sng">
                  <a:solidFill>
                    <a:srgbClr val="000000"/>
                  </a:solidFill>
                  <a:prstDash val="solid"/>
                  <a:headEnd type="stealth" w="med" len="med"/>
                  <a:tailEnd type="none" w="med" len="med"/>
                </a:ln>
              </p:spPr>
            </p:sp>
            <p:sp>
              <p:nvSpPr>
                <p:cNvPr id="34873" name="Line 52"/>
                <p:cNvSpPr/>
                <p:nvPr/>
              </p:nvSpPr>
              <p:spPr>
                <a:xfrm flipV="1">
                  <a:off x="5804" y="11070"/>
                  <a:ext cx="1008" cy="1"/>
                </a:xfrm>
                <a:prstGeom prst="line">
                  <a:avLst/>
                </a:prstGeom>
                <a:ln w="19050" cap="flat" cmpd="sng">
                  <a:solidFill>
                    <a:srgbClr val="000000"/>
                  </a:solidFill>
                  <a:prstDash val="solid"/>
                  <a:headEnd type="none" w="med" len="med"/>
                  <a:tailEnd type="stealth" w="med" len="med"/>
                </a:ln>
              </p:spPr>
            </p:sp>
            <p:grpSp>
              <p:nvGrpSpPr>
                <p:cNvPr id="34874" name="Group 53"/>
                <p:cNvGrpSpPr/>
                <p:nvPr/>
              </p:nvGrpSpPr>
              <p:grpSpPr>
                <a:xfrm>
                  <a:off x="4364" y="11070"/>
                  <a:ext cx="442" cy="197"/>
                  <a:chOff x="4358" y="10450"/>
                  <a:chExt cx="442" cy="197"/>
                </a:xfrm>
              </p:grpSpPr>
              <p:sp>
                <p:nvSpPr>
                  <p:cNvPr id="34878" name="Line 54"/>
                  <p:cNvSpPr/>
                  <p:nvPr/>
                </p:nvSpPr>
                <p:spPr>
                  <a:xfrm flipH="1">
                    <a:off x="4796" y="10450"/>
                    <a:ext cx="4" cy="197"/>
                  </a:xfrm>
                  <a:prstGeom prst="line">
                    <a:avLst/>
                  </a:prstGeom>
                  <a:ln w="19050" cap="flat" cmpd="sng">
                    <a:solidFill>
                      <a:srgbClr val="000000"/>
                    </a:solidFill>
                    <a:prstDash val="solid"/>
                    <a:headEnd type="oval" w="med" len="med"/>
                    <a:tailEnd type="none" w="med" len="med"/>
                  </a:ln>
                </p:spPr>
              </p:sp>
              <p:sp>
                <p:nvSpPr>
                  <p:cNvPr id="34879" name="Line 55"/>
                  <p:cNvSpPr/>
                  <p:nvPr/>
                </p:nvSpPr>
                <p:spPr>
                  <a:xfrm flipH="1">
                    <a:off x="4358" y="10645"/>
                    <a:ext cx="432" cy="1"/>
                  </a:xfrm>
                  <a:prstGeom prst="line">
                    <a:avLst/>
                  </a:prstGeom>
                  <a:ln w="19050" cap="flat" cmpd="sng">
                    <a:solidFill>
                      <a:srgbClr val="000000"/>
                    </a:solidFill>
                    <a:prstDash val="solid"/>
                    <a:headEnd type="none" w="med" len="med"/>
                    <a:tailEnd type="stealth" w="med" len="med"/>
                  </a:ln>
                </p:spPr>
              </p:sp>
            </p:grpSp>
            <p:grpSp>
              <p:nvGrpSpPr>
                <p:cNvPr id="34875" name="Group 56"/>
                <p:cNvGrpSpPr/>
                <p:nvPr/>
              </p:nvGrpSpPr>
              <p:grpSpPr>
                <a:xfrm>
                  <a:off x="6380" y="11070"/>
                  <a:ext cx="444" cy="197"/>
                  <a:chOff x="6369" y="10447"/>
                  <a:chExt cx="444" cy="197"/>
                </a:xfrm>
              </p:grpSpPr>
              <p:sp>
                <p:nvSpPr>
                  <p:cNvPr id="34876" name="Line 57"/>
                  <p:cNvSpPr/>
                  <p:nvPr/>
                </p:nvSpPr>
                <p:spPr>
                  <a:xfrm flipH="1">
                    <a:off x="6381" y="10643"/>
                    <a:ext cx="432" cy="1"/>
                  </a:xfrm>
                  <a:prstGeom prst="line">
                    <a:avLst/>
                  </a:prstGeom>
                  <a:ln w="19050" cap="flat" cmpd="sng">
                    <a:solidFill>
                      <a:srgbClr val="000000"/>
                    </a:solidFill>
                    <a:prstDash val="solid"/>
                    <a:headEnd type="stealth" w="med" len="med"/>
                    <a:tailEnd type="none" w="med" len="med"/>
                  </a:ln>
                </p:spPr>
              </p:sp>
              <p:sp>
                <p:nvSpPr>
                  <p:cNvPr id="34877" name="Line 58"/>
                  <p:cNvSpPr/>
                  <p:nvPr/>
                </p:nvSpPr>
                <p:spPr>
                  <a:xfrm flipH="1">
                    <a:off x="6369" y="10447"/>
                    <a:ext cx="4" cy="197"/>
                  </a:xfrm>
                  <a:prstGeom prst="line">
                    <a:avLst/>
                  </a:prstGeom>
                  <a:ln w="19050" cap="flat" cmpd="sng">
                    <a:solidFill>
                      <a:srgbClr val="000000"/>
                    </a:solidFill>
                    <a:prstDash val="solid"/>
                    <a:headEnd type="oval" w="med" len="med"/>
                    <a:tailEnd type="none" w="med" len="med"/>
                  </a:ln>
                </p:spPr>
              </p:sp>
            </p:grpSp>
          </p:grpSp>
        </p:grpSp>
        <p:sp>
          <p:nvSpPr>
            <p:cNvPr id="34842" name="Rectangle 59"/>
            <p:cNvSpPr/>
            <p:nvPr/>
          </p:nvSpPr>
          <p:spPr>
            <a:xfrm>
              <a:off x="3549" y="8272"/>
              <a:ext cx="1086" cy="3000"/>
            </a:xfrm>
            <a:prstGeom prst="rect">
              <a:avLst/>
            </a:prstGeom>
            <a:noFill/>
            <a:ln w="19050"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4843" name="Text Box 60"/>
            <p:cNvSpPr txBox="1"/>
            <p:nvPr/>
          </p:nvSpPr>
          <p:spPr>
            <a:xfrm>
              <a:off x="4293" y="833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1</a:t>
              </a:r>
              <a:endParaRPr lang="en-US" altLang="zh-CN" sz="2000" dirty="0">
                <a:solidFill>
                  <a:srgbClr val="CC0099"/>
                </a:solidFill>
                <a:latin typeface="Tahoma" panose="020B0604030504040204" pitchFamily="34" charset="0"/>
              </a:endParaRPr>
            </a:p>
          </p:txBody>
        </p:sp>
        <p:sp>
          <p:nvSpPr>
            <p:cNvPr id="34844" name="Text Box 61"/>
            <p:cNvSpPr txBox="1"/>
            <p:nvPr/>
          </p:nvSpPr>
          <p:spPr>
            <a:xfrm>
              <a:off x="4294" y="865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2</a:t>
              </a:r>
              <a:endParaRPr lang="en-US" altLang="zh-CN" sz="2000" dirty="0">
                <a:solidFill>
                  <a:srgbClr val="CC0099"/>
                </a:solidFill>
                <a:latin typeface="Tahoma" panose="020B0604030504040204" pitchFamily="34" charset="0"/>
              </a:endParaRPr>
            </a:p>
          </p:txBody>
        </p:sp>
        <p:sp>
          <p:nvSpPr>
            <p:cNvPr id="34845" name="Text Box 62"/>
            <p:cNvSpPr txBox="1"/>
            <p:nvPr/>
          </p:nvSpPr>
          <p:spPr>
            <a:xfrm>
              <a:off x="4304" y="893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3</a:t>
              </a:r>
              <a:endParaRPr lang="en-US" altLang="zh-CN" sz="2000" dirty="0">
                <a:solidFill>
                  <a:srgbClr val="CC0099"/>
                </a:solidFill>
                <a:latin typeface="Tahoma" panose="020B0604030504040204" pitchFamily="34" charset="0"/>
              </a:endParaRPr>
            </a:p>
          </p:txBody>
        </p:sp>
        <p:sp>
          <p:nvSpPr>
            <p:cNvPr id="34846" name="Text Box 63"/>
            <p:cNvSpPr txBox="1"/>
            <p:nvPr/>
          </p:nvSpPr>
          <p:spPr>
            <a:xfrm>
              <a:off x="4293" y="923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4</a:t>
              </a:r>
              <a:endParaRPr lang="en-US" altLang="zh-CN" sz="2000" dirty="0">
                <a:solidFill>
                  <a:srgbClr val="CC0099"/>
                </a:solidFill>
                <a:latin typeface="Tahoma" panose="020B0604030504040204" pitchFamily="34" charset="0"/>
              </a:endParaRPr>
            </a:p>
          </p:txBody>
        </p:sp>
        <p:sp>
          <p:nvSpPr>
            <p:cNvPr id="34847" name="Text Box 64"/>
            <p:cNvSpPr txBox="1"/>
            <p:nvPr/>
          </p:nvSpPr>
          <p:spPr>
            <a:xfrm>
              <a:off x="4303" y="951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5</a:t>
              </a:r>
              <a:endParaRPr lang="en-US" altLang="zh-CN" sz="2000" dirty="0">
                <a:solidFill>
                  <a:srgbClr val="CC0099"/>
                </a:solidFill>
                <a:latin typeface="Tahoma" panose="020B0604030504040204" pitchFamily="34" charset="0"/>
              </a:endParaRPr>
            </a:p>
          </p:txBody>
        </p:sp>
        <p:sp>
          <p:nvSpPr>
            <p:cNvPr id="34848" name="Text Box 65"/>
            <p:cNvSpPr txBox="1"/>
            <p:nvPr/>
          </p:nvSpPr>
          <p:spPr>
            <a:xfrm>
              <a:off x="4294" y="974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8</a:t>
              </a:r>
              <a:endParaRPr lang="en-US" altLang="zh-CN" sz="2000" dirty="0">
                <a:solidFill>
                  <a:srgbClr val="CC0099"/>
                </a:solidFill>
                <a:latin typeface="Tahoma" panose="020B0604030504040204" pitchFamily="34" charset="0"/>
              </a:endParaRPr>
            </a:p>
          </p:txBody>
        </p:sp>
        <p:sp>
          <p:nvSpPr>
            <p:cNvPr id="34849" name="Text Box 66"/>
            <p:cNvSpPr txBox="1"/>
            <p:nvPr/>
          </p:nvSpPr>
          <p:spPr>
            <a:xfrm>
              <a:off x="4293" y="1006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6</a:t>
              </a:r>
              <a:endParaRPr lang="en-US" altLang="zh-CN" sz="2000" dirty="0">
                <a:solidFill>
                  <a:srgbClr val="CC0099"/>
                </a:solidFill>
                <a:latin typeface="Tahoma" panose="020B0604030504040204" pitchFamily="34" charset="0"/>
              </a:endParaRPr>
            </a:p>
          </p:txBody>
        </p:sp>
        <p:sp>
          <p:nvSpPr>
            <p:cNvPr id="34850" name="Text Box 67"/>
            <p:cNvSpPr txBox="1"/>
            <p:nvPr/>
          </p:nvSpPr>
          <p:spPr>
            <a:xfrm>
              <a:off x="4293" y="1031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22</a:t>
              </a:r>
              <a:endParaRPr lang="en-US" altLang="zh-CN" sz="2000" dirty="0">
                <a:solidFill>
                  <a:srgbClr val="CC0099"/>
                </a:solidFill>
                <a:latin typeface="Tahoma" panose="020B0604030504040204" pitchFamily="34" charset="0"/>
              </a:endParaRPr>
            </a:p>
          </p:txBody>
        </p:sp>
        <p:sp>
          <p:nvSpPr>
            <p:cNvPr id="34851" name="Text Box 68"/>
            <p:cNvSpPr txBox="1"/>
            <p:nvPr/>
          </p:nvSpPr>
          <p:spPr>
            <a:xfrm>
              <a:off x="4304" y="1058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20</a:t>
              </a:r>
              <a:endParaRPr lang="en-US" altLang="zh-CN" sz="2000" dirty="0">
                <a:solidFill>
                  <a:srgbClr val="CC0099"/>
                </a:solidFill>
                <a:latin typeface="Tahoma" panose="020B0604030504040204" pitchFamily="34" charset="0"/>
              </a:endParaRPr>
            </a:p>
          </p:txBody>
        </p:sp>
        <p:sp>
          <p:nvSpPr>
            <p:cNvPr id="34852" name="Text Box 69"/>
            <p:cNvSpPr txBox="1"/>
            <p:nvPr/>
          </p:nvSpPr>
          <p:spPr>
            <a:xfrm>
              <a:off x="4303" y="1089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7</a:t>
              </a:r>
              <a:endParaRPr lang="en-US" altLang="zh-CN" sz="2000" dirty="0">
                <a:solidFill>
                  <a:srgbClr val="CC0099"/>
                </a:solidFill>
                <a:latin typeface="Tahoma" panose="020B0604030504040204" pitchFamily="34" charset="0"/>
              </a:endParaRPr>
            </a:p>
          </p:txBody>
        </p:sp>
        <p:sp>
          <p:nvSpPr>
            <p:cNvPr id="34853" name="Rectangle 70"/>
            <p:cNvSpPr/>
            <p:nvPr/>
          </p:nvSpPr>
          <p:spPr>
            <a:xfrm>
              <a:off x="7723" y="8272"/>
              <a:ext cx="1086" cy="3000"/>
            </a:xfrm>
            <a:prstGeom prst="rect">
              <a:avLst/>
            </a:prstGeom>
            <a:noFill/>
            <a:ln w="19050"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4854" name="Text Box 71"/>
            <p:cNvSpPr txBox="1"/>
            <p:nvPr/>
          </p:nvSpPr>
          <p:spPr>
            <a:xfrm>
              <a:off x="7713" y="833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1</a:t>
              </a:r>
              <a:endParaRPr lang="en-US" altLang="zh-CN" sz="2000" dirty="0">
                <a:solidFill>
                  <a:srgbClr val="CC0099"/>
                </a:solidFill>
                <a:latin typeface="Tahoma" panose="020B0604030504040204" pitchFamily="34" charset="0"/>
              </a:endParaRPr>
            </a:p>
          </p:txBody>
        </p:sp>
        <p:sp>
          <p:nvSpPr>
            <p:cNvPr id="34855" name="Text Box 72"/>
            <p:cNvSpPr txBox="1"/>
            <p:nvPr/>
          </p:nvSpPr>
          <p:spPr>
            <a:xfrm>
              <a:off x="7714" y="865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2</a:t>
              </a:r>
              <a:endParaRPr lang="en-US" altLang="zh-CN" sz="2000" dirty="0">
                <a:solidFill>
                  <a:srgbClr val="CC0099"/>
                </a:solidFill>
                <a:latin typeface="Tahoma" panose="020B0604030504040204" pitchFamily="34" charset="0"/>
              </a:endParaRPr>
            </a:p>
          </p:txBody>
        </p:sp>
        <p:sp>
          <p:nvSpPr>
            <p:cNvPr id="34856" name="Text Box 73"/>
            <p:cNvSpPr txBox="1"/>
            <p:nvPr/>
          </p:nvSpPr>
          <p:spPr>
            <a:xfrm>
              <a:off x="7724" y="893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3</a:t>
              </a:r>
              <a:endParaRPr lang="en-US" altLang="zh-CN" sz="2000" dirty="0">
                <a:solidFill>
                  <a:srgbClr val="CC0099"/>
                </a:solidFill>
                <a:latin typeface="Tahoma" panose="020B0604030504040204" pitchFamily="34" charset="0"/>
              </a:endParaRPr>
            </a:p>
          </p:txBody>
        </p:sp>
        <p:sp>
          <p:nvSpPr>
            <p:cNvPr id="34857" name="Text Box 74"/>
            <p:cNvSpPr txBox="1"/>
            <p:nvPr/>
          </p:nvSpPr>
          <p:spPr>
            <a:xfrm>
              <a:off x="7713" y="923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4</a:t>
              </a:r>
              <a:endParaRPr lang="en-US" altLang="zh-CN" sz="2000" dirty="0">
                <a:solidFill>
                  <a:srgbClr val="CC0099"/>
                </a:solidFill>
                <a:latin typeface="Tahoma" panose="020B0604030504040204" pitchFamily="34" charset="0"/>
              </a:endParaRPr>
            </a:p>
          </p:txBody>
        </p:sp>
        <p:sp>
          <p:nvSpPr>
            <p:cNvPr id="34858" name="Text Box 75"/>
            <p:cNvSpPr txBox="1"/>
            <p:nvPr/>
          </p:nvSpPr>
          <p:spPr>
            <a:xfrm>
              <a:off x="7723" y="951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5</a:t>
              </a:r>
              <a:endParaRPr lang="en-US" altLang="zh-CN" sz="2000" dirty="0">
                <a:solidFill>
                  <a:srgbClr val="CC0099"/>
                </a:solidFill>
                <a:latin typeface="Tahoma" panose="020B0604030504040204" pitchFamily="34" charset="0"/>
              </a:endParaRPr>
            </a:p>
          </p:txBody>
        </p:sp>
        <p:sp>
          <p:nvSpPr>
            <p:cNvPr id="34859" name="Text Box 76"/>
            <p:cNvSpPr txBox="1"/>
            <p:nvPr/>
          </p:nvSpPr>
          <p:spPr>
            <a:xfrm>
              <a:off x="7714" y="974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8</a:t>
              </a:r>
              <a:endParaRPr lang="en-US" altLang="zh-CN" sz="2000" dirty="0">
                <a:solidFill>
                  <a:srgbClr val="CC0099"/>
                </a:solidFill>
                <a:latin typeface="Tahoma" panose="020B0604030504040204" pitchFamily="34" charset="0"/>
              </a:endParaRPr>
            </a:p>
          </p:txBody>
        </p:sp>
        <p:sp>
          <p:nvSpPr>
            <p:cNvPr id="34860" name="Text Box 77"/>
            <p:cNvSpPr txBox="1"/>
            <p:nvPr/>
          </p:nvSpPr>
          <p:spPr>
            <a:xfrm>
              <a:off x="7713" y="1006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6</a:t>
              </a:r>
              <a:endParaRPr lang="en-US" altLang="zh-CN" sz="2000" dirty="0">
                <a:solidFill>
                  <a:srgbClr val="CC0099"/>
                </a:solidFill>
                <a:latin typeface="Tahoma" panose="020B0604030504040204" pitchFamily="34" charset="0"/>
              </a:endParaRPr>
            </a:p>
          </p:txBody>
        </p:sp>
        <p:sp>
          <p:nvSpPr>
            <p:cNvPr id="34861" name="Text Box 78"/>
            <p:cNvSpPr txBox="1"/>
            <p:nvPr/>
          </p:nvSpPr>
          <p:spPr>
            <a:xfrm>
              <a:off x="7713" y="1031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22</a:t>
              </a:r>
              <a:endParaRPr lang="en-US" altLang="zh-CN" sz="2000" dirty="0">
                <a:solidFill>
                  <a:srgbClr val="CC0099"/>
                </a:solidFill>
                <a:latin typeface="Tahoma" panose="020B0604030504040204" pitchFamily="34" charset="0"/>
              </a:endParaRPr>
            </a:p>
          </p:txBody>
        </p:sp>
        <p:sp>
          <p:nvSpPr>
            <p:cNvPr id="34862" name="Text Box 79"/>
            <p:cNvSpPr txBox="1"/>
            <p:nvPr/>
          </p:nvSpPr>
          <p:spPr>
            <a:xfrm>
              <a:off x="7724" y="1058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20</a:t>
              </a:r>
              <a:endParaRPr lang="en-US" altLang="zh-CN" sz="2000" dirty="0">
                <a:solidFill>
                  <a:srgbClr val="CC0099"/>
                </a:solidFill>
                <a:latin typeface="Tahoma" panose="020B0604030504040204" pitchFamily="34" charset="0"/>
              </a:endParaRPr>
            </a:p>
          </p:txBody>
        </p:sp>
        <p:sp>
          <p:nvSpPr>
            <p:cNvPr id="34863" name="Text Box 80"/>
            <p:cNvSpPr txBox="1"/>
            <p:nvPr/>
          </p:nvSpPr>
          <p:spPr>
            <a:xfrm>
              <a:off x="7723" y="10892"/>
              <a:ext cx="360" cy="400"/>
            </a:xfrm>
            <a:prstGeom prst="rect">
              <a:avLst/>
            </a:prstGeom>
            <a:noFill/>
            <a:ln w="19050">
              <a:noFill/>
            </a:ln>
          </p:spPr>
          <p:txBody>
            <a:bodyPr lIns="0" tIns="0" rIns="0" bIns="0"/>
            <a:lstStyle/>
            <a:p>
              <a:pPr algn="ctr" eaLnBrk="1" hangingPunct="1"/>
              <a:r>
                <a:rPr lang="en-US" altLang="zh-CN" sz="2000" dirty="0">
                  <a:solidFill>
                    <a:srgbClr val="CC0099"/>
                  </a:solidFill>
                  <a:latin typeface="Times New Roman" panose="02020603050405020304" pitchFamily="18" charset="0"/>
                </a:rPr>
                <a:t>7</a:t>
              </a:r>
              <a:endParaRPr lang="en-US" altLang="zh-CN" sz="2000" dirty="0">
                <a:solidFill>
                  <a:srgbClr val="CC0099"/>
                </a:solidFill>
                <a:latin typeface="Tahoma" panose="020B0604030504040204" pitchFamily="34" charset="0"/>
              </a:endParaRPr>
            </a:p>
          </p:txBody>
        </p:sp>
        <p:sp>
          <p:nvSpPr>
            <p:cNvPr id="34864" name="Text Box 81"/>
            <p:cNvSpPr txBox="1"/>
            <p:nvPr/>
          </p:nvSpPr>
          <p:spPr>
            <a:xfrm>
              <a:off x="8013" y="9152"/>
              <a:ext cx="905" cy="1000"/>
            </a:xfrm>
            <a:prstGeom prst="rect">
              <a:avLst/>
            </a:prstGeom>
            <a:noFill/>
            <a:ln w="19050">
              <a:noFill/>
            </a:ln>
          </p:spPr>
          <p:txBody>
            <a:bodyPr/>
            <a:lstStyle/>
            <a:p>
              <a:pPr algn="just" eaLnBrk="1" hangingPunct="1">
                <a:spcBef>
                  <a:spcPts val="775"/>
                </a:spcBef>
              </a:pPr>
              <a:r>
                <a:rPr lang="zh-CN" altLang="en-US" sz="2000" dirty="0">
                  <a:solidFill>
                    <a:srgbClr val="CC0099"/>
                  </a:solidFill>
                  <a:latin typeface="Times New Roman" panose="02020603050405020304" pitchFamily="18" charset="0"/>
                </a:rPr>
                <a:t>外部</a:t>
              </a:r>
            </a:p>
            <a:p>
              <a:pPr algn="just" eaLnBrk="1" hangingPunct="1">
                <a:spcBef>
                  <a:spcPts val="775"/>
                </a:spcBef>
              </a:pPr>
              <a:r>
                <a:rPr lang="zh-CN" altLang="en-US" sz="2000" dirty="0">
                  <a:solidFill>
                    <a:srgbClr val="CC0099"/>
                  </a:solidFill>
                  <a:latin typeface="Times New Roman" panose="02020603050405020304" pitchFamily="18" charset="0"/>
                </a:rPr>
                <a:t>设备</a:t>
              </a:r>
              <a:endParaRPr lang="zh-CN" altLang="en-US" sz="2000" dirty="0">
                <a:solidFill>
                  <a:srgbClr val="CC0099"/>
                </a:solidFill>
                <a:latin typeface="Tahoma" panose="020B0604030504040204" pitchFamily="34" charset="0"/>
              </a:endParaRPr>
            </a:p>
          </p:txBody>
        </p:sp>
      </p:grpSp>
      <p:sp>
        <p:nvSpPr>
          <p:cNvPr id="34819" name="Text Box 82"/>
          <p:cNvSpPr txBox="1"/>
          <p:nvPr/>
        </p:nvSpPr>
        <p:spPr>
          <a:xfrm>
            <a:off x="1258888" y="5949950"/>
            <a:ext cx="6408737" cy="431800"/>
          </a:xfrm>
          <a:prstGeom prst="rect">
            <a:avLst/>
          </a:prstGeom>
          <a:noFill/>
          <a:ln w="9525">
            <a:noFill/>
          </a:ln>
        </p:spPr>
        <p:txBody>
          <a:bodyPr/>
          <a:lstStyle/>
          <a:p>
            <a:pPr algn="ctr" eaLnBrk="1" hangingPunct="1"/>
            <a:r>
              <a:rPr lang="zh-CN" altLang="en-US" dirty="0">
                <a:solidFill>
                  <a:srgbClr val="333300"/>
                </a:solidFill>
                <a:latin typeface="Times New Roman" panose="02020603050405020304" pitchFamily="18" charset="0"/>
              </a:rPr>
              <a:t>图</a:t>
            </a:r>
            <a:r>
              <a:rPr lang="en-US" altLang="zh-CN" dirty="0">
                <a:solidFill>
                  <a:srgbClr val="333300"/>
                </a:solidFill>
                <a:latin typeface="Times New Roman" panose="02020603050405020304" pitchFamily="18" charset="0"/>
              </a:rPr>
              <a:t>7-12 </a:t>
            </a:r>
            <a:r>
              <a:rPr lang="zh-CN" altLang="en-US" dirty="0">
                <a:solidFill>
                  <a:srgbClr val="333300"/>
                </a:solidFill>
                <a:latin typeface="Times New Roman" panose="02020603050405020304" pitchFamily="18" charset="0"/>
              </a:rPr>
              <a:t>两个</a:t>
            </a:r>
            <a:r>
              <a:rPr lang="en-US" altLang="zh-CN" dirty="0">
                <a:solidFill>
                  <a:srgbClr val="333300"/>
                </a:solidFill>
                <a:latin typeface="Times New Roman" panose="02020603050405020304" pitchFamily="18" charset="0"/>
              </a:rPr>
              <a:t>DTE</a:t>
            </a:r>
            <a:r>
              <a:rPr lang="zh-CN" altLang="en-US" dirty="0">
                <a:solidFill>
                  <a:srgbClr val="333300"/>
                </a:solidFill>
                <a:latin typeface="Times New Roman" panose="02020603050405020304" pitchFamily="18" charset="0"/>
              </a:rPr>
              <a:t>之间的简化</a:t>
            </a:r>
            <a:r>
              <a:rPr lang="en-US" altLang="zh-CN" dirty="0">
                <a:solidFill>
                  <a:srgbClr val="333300"/>
                </a:solidFill>
                <a:latin typeface="Times New Roman" panose="02020603050405020304" pitchFamily="18" charset="0"/>
              </a:rPr>
              <a:t>RS-232C</a:t>
            </a:r>
            <a:r>
              <a:rPr lang="zh-CN" altLang="en-US" dirty="0">
                <a:solidFill>
                  <a:srgbClr val="333300"/>
                </a:solidFill>
                <a:latin typeface="Times New Roman" panose="02020603050405020304" pitchFamily="18" charset="0"/>
              </a:rPr>
              <a:t>连接</a:t>
            </a:r>
            <a:endParaRPr lang="zh-CN" altLang="en-US" dirty="0">
              <a:solidFill>
                <a:srgbClr val="333300"/>
              </a:solidFill>
              <a:latin typeface="Tahoma" panose="020B060403050404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4"/>
          <p:cNvGrpSpPr/>
          <p:nvPr/>
        </p:nvGrpSpPr>
        <p:grpSpPr>
          <a:xfrm>
            <a:off x="1979613" y="1125538"/>
            <a:ext cx="4392612" cy="3024187"/>
            <a:chOff x="4927" y="10666"/>
            <a:chExt cx="3088" cy="1600"/>
          </a:xfrm>
        </p:grpSpPr>
        <p:grpSp>
          <p:nvGrpSpPr>
            <p:cNvPr id="35844" name="Group 5"/>
            <p:cNvGrpSpPr/>
            <p:nvPr/>
          </p:nvGrpSpPr>
          <p:grpSpPr>
            <a:xfrm>
              <a:off x="5129" y="10666"/>
              <a:ext cx="2675" cy="1600"/>
              <a:chOff x="5008" y="10716"/>
              <a:chExt cx="2675" cy="1600"/>
            </a:xfrm>
          </p:grpSpPr>
          <p:sp>
            <p:nvSpPr>
              <p:cNvPr id="35857" name="AutoShape 6"/>
              <p:cNvSpPr/>
              <p:nvPr/>
            </p:nvSpPr>
            <p:spPr>
              <a:xfrm rot="5400000">
                <a:off x="4389" y="11335"/>
                <a:ext cx="1600" cy="362"/>
              </a:xfrm>
              <a:custGeom>
                <a:avLst/>
                <a:gdLst>
                  <a:gd name="txL" fmla="*/ 4496 w 21600"/>
                  <a:gd name="txT" fmla="*/ 4475 h 21600"/>
                  <a:gd name="txR" fmla="*/ 17105 w 21600"/>
                  <a:gd name="txB" fmla="*/ 17125 h 21600"/>
                </a:gdLst>
                <a:ahLst/>
                <a:cxnLst>
                  <a:cxn ang="0">
                    <a:pos x="104" y="3"/>
                  </a:cxn>
                  <a:cxn ang="0">
                    <a:pos x="59" y="6"/>
                  </a:cxn>
                  <a:cxn ang="0">
                    <a:pos x="15" y="3"/>
                  </a:cxn>
                  <a:cxn ang="0">
                    <a:pos x="59" y="0"/>
                  </a:cxn>
                </a:cxnLst>
                <a:rect l="txL" t="txT" r="txR" b="txB"/>
                <a:pathLst>
                  <a:path w="21600" h="21600">
                    <a:moveTo>
                      <a:pt x="0" y="0"/>
                    </a:moveTo>
                    <a:lnTo>
                      <a:pt x="5400" y="21600"/>
                    </a:lnTo>
                    <a:lnTo>
                      <a:pt x="16200" y="21600"/>
                    </a:lnTo>
                    <a:lnTo>
                      <a:pt x="21600" y="0"/>
                    </a:lnTo>
                    <a:lnTo>
                      <a:pt x="0" y="0"/>
                    </a:lnTo>
                    <a:close/>
                  </a:path>
                </a:pathLst>
              </a:custGeom>
              <a:noFill/>
              <a:ln w="19050" cap="flat" cmpd="sng">
                <a:solidFill>
                  <a:srgbClr val="000000">
                    <a:alpha val="100000"/>
                  </a:srgbClr>
                </a:solidFill>
                <a:prstDash val="solid"/>
                <a:miter lim="800000"/>
                <a:headEnd type="none" w="med" len="med"/>
                <a:tailEnd type="none" w="med" len="med"/>
              </a:ln>
            </p:spPr>
            <p:txBody>
              <a:bodyPr/>
              <a:lstStyle/>
              <a:p>
                <a:endParaRPr lang="zh-CN" altLang="en-US"/>
              </a:p>
            </p:txBody>
          </p:sp>
          <p:sp>
            <p:nvSpPr>
              <p:cNvPr id="35858" name="AutoShape 7"/>
              <p:cNvSpPr/>
              <p:nvPr/>
            </p:nvSpPr>
            <p:spPr>
              <a:xfrm rot="-5400000">
                <a:off x="6702" y="11335"/>
                <a:ext cx="1600" cy="362"/>
              </a:xfrm>
              <a:custGeom>
                <a:avLst/>
                <a:gdLst>
                  <a:gd name="txL" fmla="*/ 4496 w 21600"/>
                  <a:gd name="txT" fmla="*/ 4475 h 21600"/>
                  <a:gd name="txR" fmla="*/ 17105 w 21600"/>
                  <a:gd name="txB" fmla="*/ 17125 h 21600"/>
                </a:gdLst>
                <a:ahLst/>
                <a:cxnLst>
                  <a:cxn ang="0">
                    <a:pos x="104" y="3"/>
                  </a:cxn>
                  <a:cxn ang="0">
                    <a:pos x="59" y="6"/>
                  </a:cxn>
                  <a:cxn ang="0">
                    <a:pos x="15" y="3"/>
                  </a:cxn>
                  <a:cxn ang="0">
                    <a:pos x="59" y="0"/>
                  </a:cxn>
                </a:cxnLst>
                <a:rect l="txL" t="txT" r="txR" b="txB"/>
                <a:pathLst>
                  <a:path w="21600" h="21600">
                    <a:moveTo>
                      <a:pt x="0" y="0"/>
                    </a:moveTo>
                    <a:lnTo>
                      <a:pt x="5400" y="21600"/>
                    </a:lnTo>
                    <a:lnTo>
                      <a:pt x="16200" y="21600"/>
                    </a:lnTo>
                    <a:lnTo>
                      <a:pt x="21600" y="0"/>
                    </a:lnTo>
                    <a:lnTo>
                      <a:pt x="0" y="0"/>
                    </a:lnTo>
                    <a:close/>
                  </a:path>
                </a:pathLst>
              </a:custGeom>
              <a:noFill/>
              <a:ln w="19050" cap="flat" cmpd="sng">
                <a:solidFill>
                  <a:srgbClr val="000000">
                    <a:alpha val="100000"/>
                  </a:srgbClr>
                </a:solidFill>
                <a:prstDash val="solid"/>
                <a:miter lim="800000"/>
                <a:headEnd type="none" w="med" len="med"/>
                <a:tailEnd type="none" w="med" len="med"/>
              </a:ln>
            </p:spPr>
            <p:txBody>
              <a:bodyPr/>
              <a:lstStyle/>
              <a:p>
                <a:endParaRPr lang="zh-CN" altLang="en-US"/>
              </a:p>
            </p:txBody>
          </p:sp>
          <p:sp>
            <p:nvSpPr>
              <p:cNvPr id="35859" name="Oval 8"/>
              <p:cNvSpPr/>
              <p:nvPr/>
            </p:nvSpPr>
            <p:spPr>
              <a:xfrm>
                <a:off x="5134" y="11176"/>
                <a:ext cx="85" cy="85"/>
              </a:xfrm>
              <a:prstGeom prst="ellipse">
                <a:avLst/>
              </a:prstGeom>
              <a:noFill/>
              <a:ln w="19050" cap="flat" cmpd="sng">
                <a:solidFill>
                  <a:srgbClr val="000000"/>
                </a:solidFill>
                <a:prstDash val="solid"/>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5860" name="Oval 9"/>
              <p:cNvSpPr/>
              <p:nvPr/>
            </p:nvSpPr>
            <p:spPr>
              <a:xfrm>
                <a:off x="5134" y="11416"/>
                <a:ext cx="85" cy="85"/>
              </a:xfrm>
              <a:prstGeom prst="ellipse">
                <a:avLst/>
              </a:prstGeom>
              <a:noFill/>
              <a:ln w="19050" cap="flat" cmpd="sng">
                <a:solidFill>
                  <a:srgbClr val="000000"/>
                </a:solidFill>
                <a:prstDash val="solid"/>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5861" name="Oval 10"/>
              <p:cNvSpPr/>
              <p:nvPr/>
            </p:nvSpPr>
            <p:spPr>
              <a:xfrm>
                <a:off x="5129" y="11831"/>
                <a:ext cx="85" cy="85"/>
              </a:xfrm>
              <a:prstGeom prst="ellipse">
                <a:avLst/>
              </a:prstGeom>
              <a:noFill/>
              <a:ln w="19050" cap="flat" cmpd="sng">
                <a:solidFill>
                  <a:srgbClr val="000000"/>
                </a:solidFill>
                <a:prstDash val="solid"/>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5862" name="Oval 11"/>
              <p:cNvSpPr/>
              <p:nvPr/>
            </p:nvSpPr>
            <p:spPr>
              <a:xfrm>
                <a:off x="7457" y="11166"/>
                <a:ext cx="85" cy="85"/>
              </a:xfrm>
              <a:prstGeom prst="ellipse">
                <a:avLst/>
              </a:prstGeom>
              <a:noFill/>
              <a:ln w="19050" cap="flat" cmpd="sng">
                <a:solidFill>
                  <a:srgbClr val="000000"/>
                </a:solidFill>
                <a:prstDash val="solid"/>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5863" name="Oval 12"/>
              <p:cNvSpPr/>
              <p:nvPr/>
            </p:nvSpPr>
            <p:spPr>
              <a:xfrm>
                <a:off x="7457" y="11406"/>
                <a:ext cx="85" cy="85"/>
              </a:xfrm>
              <a:prstGeom prst="ellipse">
                <a:avLst/>
              </a:prstGeom>
              <a:noFill/>
              <a:ln w="19050" cap="flat" cmpd="sng">
                <a:solidFill>
                  <a:srgbClr val="000000"/>
                </a:solidFill>
                <a:prstDash val="solid"/>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5864" name="Oval 13"/>
              <p:cNvSpPr/>
              <p:nvPr/>
            </p:nvSpPr>
            <p:spPr>
              <a:xfrm>
                <a:off x="7452" y="11829"/>
                <a:ext cx="85" cy="85"/>
              </a:xfrm>
              <a:prstGeom prst="ellipse">
                <a:avLst/>
              </a:prstGeom>
              <a:noFill/>
              <a:ln w="19050" cap="flat" cmpd="sng">
                <a:solidFill>
                  <a:srgbClr val="000000"/>
                </a:solidFill>
                <a:prstDash val="solid"/>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5865" name="Line 14"/>
              <p:cNvSpPr/>
              <p:nvPr/>
            </p:nvSpPr>
            <p:spPr>
              <a:xfrm>
                <a:off x="5219" y="11216"/>
                <a:ext cx="724" cy="1"/>
              </a:xfrm>
              <a:prstGeom prst="line">
                <a:avLst/>
              </a:prstGeom>
              <a:ln w="19050" cap="flat" cmpd="sng">
                <a:solidFill>
                  <a:srgbClr val="000000"/>
                </a:solidFill>
                <a:prstDash val="solid"/>
                <a:headEnd type="none" w="med" len="med"/>
                <a:tailEnd type="none" w="med" len="med"/>
              </a:ln>
            </p:spPr>
          </p:sp>
          <p:sp>
            <p:nvSpPr>
              <p:cNvPr id="35866" name="Line 15"/>
              <p:cNvSpPr/>
              <p:nvPr/>
            </p:nvSpPr>
            <p:spPr>
              <a:xfrm>
                <a:off x="5219" y="11456"/>
                <a:ext cx="724" cy="1"/>
              </a:xfrm>
              <a:prstGeom prst="line">
                <a:avLst/>
              </a:prstGeom>
              <a:ln w="19050" cap="flat" cmpd="sng">
                <a:solidFill>
                  <a:srgbClr val="000000"/>
                </a:solidFill>
                <a:prstDash val="solid"/>
                <a:headEnd type="none" w="med" len="med"/>
                <a:tailEnd type="none" w="med" len="med"/>
              </a:ln>
            </p:spPr>
          </p:sp>
          <p:sp>
            <p:nvSpPr>
              <p:cNvPr id="35867" name="Line 16"/>
              <p:cNvSpPr/>
              <p:nvPr/>
            </p:nvSpPr>
            <p:spPr>
              <a:xfrm>
                <a:off x="6727" y="11206"/>
                <a:ext cx="724" cy="1"/>
              </a:xfrm>
              <a:prstGeom prst="line">
                <a:avLst/>
              </a:prstGeom>
              <a:ln w="19050" cap="flat" cmpd="sng">
                <a:solidFill>
                  <a:srgbClr val="000000"/>
                </a:solidFill>
                <a:prstDash val="solid"/>
                <a:headEnd type="none" w="med" len="med"/>
                <a:tailEnd type="none" w="med" len="med"/>
              </a:ln>
            </p:spPr>
          </p:sp>
          <p:sp>
            <p:nvSpPr>
              <p:cNvPr id="35868" name="Line 17"/>
              <p:cNvSpPr/>
              <p:nvPr/>
            </p:nvSpPr>
            <p:spPr>
              <a:xfrm>
                <a:off x="6727" y="11446"/>
                <a:ext cx="724" cy="1"/>
              </a:xfrm>
              <a:prstGeom prst="line">
                <a:avLst/>
              </a:prstGeom>
              <a:ln w="19050" cap="flat" cmpd="sng">
                <a:solidFill>
                  <a:srgbClr val="000000"/>
                </a:solidFill>
                <a:prstDash val="solid"/>
                <a:headEnd type="none" w="med" len="med"/>
                <a:tailEnd type="none" w="med" len="med"/>
              </a:ln>
            </p:spPr>
          </p:sp>
          <p:sp>
            <p:nvSpPr>
              <p:cNvPr id="35869" name="Line 18"/>
              <p:cNvSpPr/>
              <p:nvPr/>
            </p:nvSpPr>
            <p:spPr>
              <a:xfrm flipV="1">
                <a:off x="5931" y="11209"/>
                <a:ext cx="790" cy="250"/>
              </a:xfrm>
              <a:prstGeom prst="line">
                <a:avLst/>
              </a:prstGeom>
              <a:ln w="19050" cap="flat" cmpd="sng">
                <a:solidFill>
                  <a:srgbClr val="000000"/>
                </a:solidFill>
                <a:prstDash val="solid"/>
                <a:headEnd type="none" w="med" len="med"/>
                <a:tailEnd type="none" w="med" len="med"/>
              </a:ln>
            </p:spPr>
          </p:sp>
          <p:sp>
            <p:nvSpPr>
              <p:cNvPr id="35870" name="Line 19"/>
              <p:cNvSpPr/>
              <p:nvPr/>
            </p:nvSpPr>
            <p:spPr>
              <a:xfrm>
                <a:off x="5939" y="11220"/>
                <a:ext cx="789" cy="228"/>
              </a:xfrm>
              <a:prstGeom prst="line">
                <a:avLst/>
              </a:prstGeom>
              <a:ln w="19050" cap="flat" cmpd="sng">
                <a:solidFill>
                  <a:srgbClr val="000000"/>
                </a:solidFill>
                <a:prstDash val="solid"/>
                <a:headEnd type="none" w="med" len="med"/>
                <a:tailEnd type="none" w="med" len="med"/>
              </a:ln>
            </p:spPr>
          </p:sp>
          <p:sp>
            <p:nvSpPr>
              <p:cNvPr id="35871" name="Line 20"/>
              <p:cNvSpPr/>
              <p:nvPr/>
            </p:nvSpPr>
            <p:spPr>
              <a:xfrm>
                <a:off x="5213" y="11876"/>
                <a:ext cx="2239" cy="1"/>
              </a:xfrm>
              <a:prstGeom prst="line">
                <a:avLst/>
              </a:prstGeom>
              <a:ln w="19050" cap="flat" cmpd="sng">
                <a:solidFill>
                  <a:srgbClr val="000000"/>
                </a:solidFill>
                <a:prstDash val="solid"/>
                <a:headEnd type="none" w="med" len="med"/>
                <a:tailEnd type="none" w="med" len="med"/>
              </a:ln>
            </p:spPr>
          </p:sp>
        </p:grpSp>
        <p:sp>
          <p:nvSpPr>
            <p:cNvPr id="35845" name="Text Box 21"/>
            <p:cNvSpPr txBox="1"/>
            <p:nvPr/>
          </p:nvSpPr>
          <p:spPr>
            <a:xfrm>
              <a:off x="4927" y="10996"/>
              <a:ext cx="543" cy="400"/>
            </a:xfrm>
            <a:prstGeom prst="rect">
              <a:avLst/>
            </a:prstGeom>
            <a:noFill/>
            <a:ln w="19050">
              <a:noFill/>
            </a:ln>
          </p:spPr>
          <p:txBody>
            <a:bodyPr/>
            <a:lstStyle/>
            <a:p>
              <a:pPr algn="ctr" eaLnBrk="1" hangingPunct="1"/>
              <a:r>
                <a:rPr lang="en-US" altLang="zh-CN" dirty="0">
                  <a:solidFill>
                    <a:srgbClr val="CC0099"/>
                  </a:solidFill>
                  <a:latin typeface="Times New Roman" panose="02020603050405020304" pitchFamily="18" charset="0"/>
                </a:rPr>
                <a:t>2</a:t>
              </a:r>
              <a:endParaRPr lang="en-US" altLang="zh-CN" dirty="0">
                <a:solidFill>
                  <a:srgbClr val="CC0099"/>
                </a:solidFill>
                <a:latin typeface="Tahoma" panose="020B0604030504040204" pitchFamily="34" charset="0"/>
              </a:endParaRPr>
            </a:p>
          </p:txBody>
        </p:sp>
        <p:sp>
          <p:nvSpPr>
            <p:cNvPr id="35846" name="Text Box 22"/>
            <p:cNvSpPr txBox="1"/>
            <p:nvPr/>
          </p:nvSpPr>
          <p:spPr>
            <a:xfrm>
              <a:off x="4937" y="11226"/>
              <a:ext cx="543" cy="400"/>
            </a:xfrm>
            <a:prstGeom prst="rect">
              <a:avLst/>
            </a:prstGeom>
            <a:noFill/>
            <a:ln w="19050">
              <a:noFill/>
            </a:ln>
          </p:spPr>
          <p:txBody>
            <a:bodyPr/>
            <a:lstStyle/>
            <a:p>
              <a:pPr algn="ctr" eaLnBrk="1" hangingPunct="1"/>
              <a:r>
                <a:rPr lang="en-US" altLang="zh-CN" dirty="0">
                  <a:solidFill>
                    <a:srgbClr val="CC0099"/>
                  </a:solidFill>
                  <a:latin typeface="Times New Roman" panose="02020603050405020304" pitchFamily="18" charset="0"/>
                </a:rPr>
                <a:t>3</a:t>
              </a:r>
              <a:endParaRPr lang="en-US" altLang="zh-CN" dirty="0">
                <a:solidFill>
                  <a:srgbClr val="CC0099"/>
                </a:solidFill>
                <a:latin typeface="Tahoma" panose="020B0604030504040204" pitchFamily="34" charset="0"/>
              </a:endParaRPr>
            </a:p>
          </p:txBody>
        </p:sp>
        <p:sp>
          <p:nvSpPr>
            <p:cNvPr id="35847" name="Text Box 23"/>
            <p:cNvSpPr txBox="1"/>
            <p:nvPr/>
          </p:nvSpPr>
          <p:spPr>
            <a:xfrm>
              <a:off x="4928" y="11666"/>
              <a:ext cx="543" cy="400"/>
            </a:xfrm>
            <a:prstGeom prst="rect">
              <a:avLst/>
            </a:prstGeom>
            <a:noFill/>
            <a:ln w="19050">
              <a:noFill/>
            </a:ln>
          </p:spPr>
          <p:txBody>
            <a:bodyPr/>
            <a:lstStyle/>
            <a:p>
              <a:pPr algn="ctr" eaLnBrk="1" hangingPunct="1"/>
              <a:r>
                <a:rPr lang="en-US" altLang="zh-CN" dirty="0">
                  <a:solidFill>
                    <a:srgbClr val="CC0099"/>
                  </a:solidFill>
                  <a:latin typeface="Times New Roman" panose="02020603050405020304" pitchFamily="18" charset="0"/>
                </a:rPr>
                <a:t>7</a:t>
              </a:r>
              <a:endParaRPr lang="en-US" altLang="zh-CN" dirty="0">
                <a:solidFill>
                  <a:srgbClr val="CC0099"/>
                </a:solidFill>
                <a:latin typeface="Tahoma" panose="020B0604030504040204" pitchFamily="34" charset="0"/>
              </a:endParaRPr>
            </a:p>
          </p:txBody>
        </p:sp>
        <p:sp>
          <p:nvSpPr>
            <p:cNvPr id="35848" name="Text Box 24"/>
            <p:cNvSpPr txBox="1"/>
            <p:nvPr/>
          </p:nvSpPr>
          <p:spPr>
            <a:xfrm>
              <a:off x="7461" y="10976"/>
              <a:ext cx="543" cy="400"/>
            </a:xfrm>
            <a:prstGeom prst="rect">
              <a:avLst/>
            </a:prstGeom>
            <a:noFill/>
            <a:ln w="19050">
              <a:noFill/>
            </a:ln>
          </p:spPr>
          <p:txBody>
            <a:bodyPr/>
            <a:lstStyle/>
            <a:p>
              <a:pPr algn="ctr" eaLnBrk="1" hangingPunct="1"/>
              <a:r>
                <a:rPr lang="en-US" altLang="zh-CN" dirty="0">
                  <a:solidFill>
                    <a:srgbClr val="CC0099"/>
                  </a:solidFill>
                  <a:latin typeface="Times New Roman" panose="02020603050405020304" pitchFamily="18" charset="0"/>
                </a:rPr>
                <a:t>2</a:t>
              </a:r>
              <a:endParaRPr lang="en-US" altLang="zh-CN" dirty="0">
                <a:solidFill>
                  <a:srgbClr val="CC0099"/>
                </a:solidFill>
                <a:latin typeface="Tahoma" panose="020B0604030504040204" pitchFamily="34" charset="0"/>
              </a:endParaRPr>
            </a:p>
          </p:txBody>
        </p:sp>
        <p:sp>
          <p:nvSpPr>
            <p:cNvPr id="35849" name="Text Box 25"/>
            <p:cNvSpPr txBox="1"/>
            <p:nvPr/>
          </p:nvSpPr>
          <p:spPr>
            <a:xfrm>
              <a:off x="7472" y="11216"/>
              <a:ext cx="543" cy="400"/>
            </a:xfrm>
            <a:prstGeom prst="rect">
              <a:avLst/>
            </a:prstGeom>
            <a:noFill/>
            <a:ln w="19050">
              <a:noFill/>
            </a:ln>
          </p:spPr>
          <p:txBody>
            <a:bodyPr/>
            <a:lstStyle/>
            <a:p>
              <a:pPr algn="ctr" eaLnBrk="1" hangingPunct="1"/>
              <a:r>
                <a:rPr lang="en-US" altLang="zh-CN" dirty="0">
                  <a:solidFill>
                    <a:srgbClr val="CC0099"/>
                  </a:solidFill>
                  <a:latin typeface="Times New Roman" panose="02020603050405020304" pitchFamily="18" charset="0"/>
                </a:rPr>
                <a:t>3</a:t>
              </a:r>
              <a:endParaRPr lang="en-US" altLang="zh-CN" dirty="0">
                <a:solidFill>
                  <a:srgbClr val="CC0099"/>
                </a:solidFill>
                <a:latin typeface="Tahoma" panose="020B0604030504040204" pitchFamily="34" charset="0"/>
              </a:endParaRPr>
            </a:p>
          </p:txBody>
        </p:sp>
        <p:sp>
          <p:nvSpPr>
            <p:cNvPr id="35850" name="Text Box 26"/>
            <p:cNvSpPr txBox="1"/>
            <p:nvPr/>
          </p:nvSpPr>
          <p:spPr>
            <a:xfrm>
              <a:off x="7461" y="11646"/>
              <a:ext cx="543" cy="400"/>
            </a:xfrm>
            <a:prstGeom prst="rect">
              <a:avLst/>
            </a:prstGeom>
            <a:noFill/>
            <a:ln w="19050">
              <a:noFill/>
            </a:ln>
          </p:spPr>
          <p:txBody>
            <a:bodyPr/>
            <a:lstStyle/>
            <a:p>
              <a:pPr algn="ctr" eaLnBrk="1" hangingPunct="1"/>
              <a:r>
                <a:rPr lang="en-US" altLang="zh-CN" dirty="0">
                  <a:solidFill>
                    <a:srgbClr val="CC0099"/>
                  </a:solidFill>
                  <a:latin typeface="Times New Roman" panose="02020603050405020304" pitchFamily="18" charset="0"/>
                </a:rPr>
                <a:t>7</a:t>
              </a:r>
              <a:endParaRPr lang="en-US" altLang="zh-CN" dirty="0">
                <a:solidFill>
                  <a:srgbClr val="CC0099"/>
                </a:solidFill>
                <a:latin typeface="Tahoma" panose="020B0604030504040204" pitchFamily="34" charset="0"/>
              </a:endParaRPr>
            </a:p>
          </p:txBody>
        </p:sp>
        <p:sp>
          <p:nvSpPr>
            <p:cNvPr id="35851" name="Text Box 27"/>
            <p:cNvSpPr txBox="1"/>
            <p:nvPr/>
          </p:nvSpPr>
          <p:spPr>
            <a:xfrm>
              <a:off x="5360" y="10876"/>
              <a:ext cx="724" cy="400"/>
            </a:xfrm>
            <a:prstGeom prst="rect">
              <a:avLst/>
            </a:prstGeom>
            <a:noFill/>
            <a:ln w="19050">
              <a:noFill/>
            </a:ln>
          </p:spPr>
          <p:txBody>
            <a:bodyPr/>
            <a:lstStyle/>
            <a:p>
              <a:pPr algn="ctr" eaLnBrk="1" hangingPunct="1"/>
              <a:r>
                <a:rPr lang="en-US" altLang="zh-CN" dirty="0">
                  <a:solidFill>
                    <a:srgbClr val="CC0099"/>
                  </a:solidFill>
                  <a:latin typeface="Times New Roman" panose="02020603050405020304" pitchFamily="18" charset="0"/>
                </a:rPr>
                <a:t>TXD</a:t>
              </a:r>
              <a:endParaRPr lang="en-US" altLang="zh-CN" dirty="0">
                <a:solidFill>
                  <a:srgbClr val="CC0099"/>
                </a:solidFill>
                <a:latin typeface="Tahoma" panose="020B0604030504040204" pitchFamily="34" charset="0"/>
              </a:endParaRPr>
            </a:p>
          </p:txBody>
        </p:sp>
        <p:sp>
          <p:nvSpPr>
            <p:cNvPr id="35852" name="Text Box 28"/>
            <p:cNvSpPr txBox="1"/>
            <p:nvPr/>
          </p:nvSpPr>
          <p:spPr>
            <a:xfrm>
              <a:off x="6818" y="10836"/>
              <a:ext cx="724" cy="400"/>
            </a:xfrm>
            <a:prstGeom prst="rect">
              <a:avLst/>
            </a:prstGeom>
            <a:noFill/>
            <a:ln w="19050">
              <a:noFill/>
            </a:ln>
          </p:spPr>
          <p:txBody>
            <a:bodyPr/>
            <a:lstStyle/>
            <a:p>
              <a:pPr algn="ctr" eaLnBrk="1" hangingPunct="1"/>
              <a:r>
                <a:rPr lang="en-US" altLang="zh-CN" dirty="0">
                  <a:solidFill>
                    <a:srgbClr val="CC0099"/>
                  </a:solidFill>
                  <a:latin typeface="Times New Roman" panose="02020603050405020304" pitchFamily="18" charset="0"/>
                </a:rPr>
                <a:t>TXD</a:t>
              </a:r>
              <a:endParaRPr lang="en-US" altLang="zh-CN" dirty="0">
                <a:solidFill>
                  <a:srgbClr val="CC0099"/>
                </a:solidFill>
                <a:latin typeface="Tahoma" panose="020B0604030504040204" pitchFamily="34" charset="0"/>
              </a:endParaRPr>
            </a:p>
          </p:txBody>
        </p:sp>
        <p:sp>
          <p:nvSpPr>
            <p:cNvPr id="35853" name="Text Box 29"/>
            <p:cNvSpPr txBox="1"/>
            <p:nvPr/>
          </p:nvSpPr>
          <p:spPr>
            <a:xfrm>
              <a:off x="5309" y="11116"/>
              <a:ext cx="905" cy="400"/>
            </a:xfrm>
            <a:prstGeom prst="rect">
              <a:avLst/>
            </a:prstGeom>
            <a:noFill/>
            <a:ln w="19050">
              <a:noFill/>
            </a:ln>
          </p:spPr>
          <p:txBody>
            <a:bodyPr/>
            <a:lstStyle/>
            <a:p>
              <a:pPr algn="ctr" eaLnBrk="1" hangingPunct="1"/>
              <a:r>
                <a:rPr lang="en-US" altLang="zh-CN" dirty="0">
                  <a:solidFill>
                    <a:srgbClr val="CC0099"/>
                  </a:solidFill>
                  <a:latin typeface="Times New Roman" panose="02020603050405020304" pitchFamily="18" charset="0"/>
                </a:rPr>
                <a:t>RXD</a:t>
              </a:r>
              <a:endParaRPr lang="en-US" altLang="zh-CN" dirty="0">
                <a:solidFill>
                  <a:srgbClr val="CC0099"/>
                </a:solidFill>
                <a:latin typeface="Tahoma" panose="020B0604030504040204" pitchFamily="34" charset="0"/>
              </a:endParaRPr>
            </a:p>
          </p:txBody>
        </p:sp>
        <p:sp>
          <p:nvSpPr>
            <p:cNvPr id="35854" name="Text Box 30"/>
            <p:cNvSpPr txBox="1"/>
            <p:nvPr/>
          </p:nvSpPr>
          <p:spPr>
            <a:xfrm>
              <a:off x="6757" y="11116"/>
              <a:ext cx="905" cy="400"/>
            </a:xfrm>
            <a:prstGeom prst="rect">
              <a:avLst/>
            </a:prstGeom>
            <a:noFill/>
            <a:ln w="19050">
              <a:noFill/>
            </a:ln>
          </p:spPr>
          <p:txBody>
            <a:bodyPr/>
            <a:lstStyle/>
            <a:p>
              <a:pPr algn="ctr" eaLnBrk="1" hangingPunct="1"/>
              <a:r>
                <a:rPr lang="en-US" altLang="zh-CN" dirty="0">
                  <a:solidFill>
                    <a:srgbClr val="CC0099"/>
                  </a:solidFill>
                  <a:latin typeface="Times New Roman" panose="02020603050405020304" pitchFamily="18" charset="0"/>
                </a:rPr>
                <a:t>RXD</a:t>
              </a:r>
              <a:endParaRPr lang="en-US" altLang="zh-CN" dirty="0">
                <a:solidFill>
                  <a:srgbClr val="CC0099"/>
                </a:solidFill>
                <a:latin typeface="Tahoma" panose="020B0604030504040204" pitchFamily="34" charset="0"/>
              </a:endParaRPr>
            </a:p>
          </p:txBody>
        </p:sp>
        <p:sp>
          <p:nvSpPr>
            <p:cNvPr id="35855" name="Text Box 31"/>
            <p:cNvSpPr txBox="1"/>
            <p:nvPr/>
          </p:nvSpPr>
          <p:spPr>
            <a:xfrm>
              <a:off x="5360" y="11526"/>
              <a:ext cx="905" cy="400"/>
            </a:xfrm>
            <a:prstGeom prst="rect">
              <a:avLst/>
            </a:prstGeom>
            <a:noFill/>
            <a:ln w="19050">
              <a:noFill/>
            </a:ln>
          </p:spPr>
          <p:txBody>
            <a:bodyPr/>
            <a:lstStyle/>
            <a:p>
              <a:pPr algn="ctr" eaLnBrk="1" hangingPunct="1"/>
              <a:r>
                <a:rPr lang="en-US" altLang="zh-CN" dirty="0">
                  <a:solidFill>
                    <a:srgbClr val="CC0099"/>
                  </a:solidFill>
                  <a:latin typeface="Times New Roman" panose="02020603050405020304" pitchFamily="18" charset="0"/>
                </a:rPr>
                <a:t>SGND</a:t>
              </a:r>
              <a:endParaRPr lang="en-US" altLang="zh-CN" dirty="0">
                <a:solidFill>
                  <a:srgbClr val="CC0099"/>
                </a:solidFill>
                <a:latin typeface="Tahoma" panose="020B0604030504040204" pitchFamily="34" charset="0"/>
              </a:endParaRPr>
            </a:p>
          </p:txBody>
        </p:sp>
        <p:sp>
          <p:nvSpPr>
            <p:cNvPr id="35856" name="Text Box 32"/>
            <p:cNvSpPr txBox="1"/>
            <p:nvPr/>
          </p:nvSpPr>
          <p:spPr>
            <a:xfrm>
              <a:off x="6697" y="11526"/>
              <a:ext cx="905" cy="400"/>
            </a:xfrm>
            <a:prstGeom prst="rect">
              <a:avLst/>
            </a:prstGeom>
            <a:noFill/>
            <a:ln w="19050">
              <a:noFill/>
            </a:ln>
          </p:spPr>
          <p:txBody>
            <a:bodyPr/>
            <a:lstStyle/>
            <a:p>
              <a:pPr algn="ctr" eaLnBrk="1" hangingPunct="1"/>
              <a:r>
                <a:rPr lang="en-US" altLang="zh-CN" dirty="0">
                  <a:solidFill>
                    <a:srgbClr val="CC0099"/>
                  </a:solidFill>
                  <a:latin typeface="Times New Roman" panose="02020603050405020304" pitchFamily="18" charset="0"/>
                </a:rPr>
                <a:t>SGND</a:t>
              </a:r>
              <a:endParaRPr lang="en-US" altLang="zh-CN" dirty="0">
                <a:solidFill>
                  <a:srgbClr val="CC0099"/>
                </a:solidFill>
                <a:latin typeface="Tahoma" panose="020B0604030504040204" pitchFamily="34" charset="0"/>
              </a:endParaRPr>
            </a:p>
          </p:txBody>
        </p:sp>
      </p:grpSp>
      <p:sp>
        <p:nvSpPr>
          <p:cNvPr id="35843" name="Text Box 33"/>
          <p:cNvSpPr txBox="1"/>
          <p:nvPr/>
        </p:nvSpPr>
        <p:spPr>
          <a:xfrm>
            <a:off x="1476375" y="4398963"/>
            <a:ext cx="6119813" cy="614362"/>
          </a:xfrm>
          <a:prstGeom prst="rect">
            <a:avLst/>
          </a:prstGeom>
          <a:noFill/>
          <a:ln w="9525">
            <a:noFill/>
          </a:ln>
        </p:spPr>
        <p:txBody>
          <a:bodyPr/>
          <a:lstStyle/>
          <a:p>
            <a:pPr algn="ctr" eaLnBrk="1" hangingPunct="1"/>
            <a:r>
              <a:rPr lang="zh-CN" altLang="en-US" dirty="0">
                <a:solidFill>
                  <a:srgbClr val="333300"/>
                </a:solidFill>
                <a:latin typeface="Times New Roman" panose="02020603050405020304" pitchFamily="18" charset="0"/>
              </a:rPr>
              <a:t>图</a:t>
            </a:r>
            <a:r>
              <a:rPr lang="en-US" altLang="zh-CN" dirty="0">
                <a:solidFill>
                  <a:srgbClr val="333300"/>
                </a:solidFill>
                <a:latin typeface="Times New Roman" panose="02020603050405020304" pitchFamily="18" charset="0"/>
              </a:rPr>
              <a:t>7-13 </a:t>
            </a:r>
            <a:r>
              <a:rPr lang="zh-CN" altLang="en-US" dirty="0">
                <a:solidFill>
                  <a:srgbClr val="333300"/>
                </a:solidFill>
                <a:latin typeface="Times New Roman" panose="02020603050405020304" pitchFamily="18" charset="0"/>
              </a:rPr>
              <a:t>两个</a:t>
            </a:r>
            <a:r>
              <a:rPr lang="en-US" altLang="zh-CN" dirty="0">
                <a:solidFill>
                  <a:srgbClr val="333300"/>
                </a:solidFill>
                <a:latin typeface="Times New Roman" panose="02020603050405020304" pitchFamily="18" charset="0"/>
              </a:rPr>
              <a:t>DTE</a:t>
            </a:r>
            <a:r>
              <a:rPr lang="zh-CN" altLang="en-US" dirty="0">
                <a:solidFill>
                  <a:srgbClr val="333300"/>
                </a:solidFill>
                <a:latin typeface="Times New Roman" panose="02020603050405020304" pitchFamily="18" charset="0"/>
              </a:rPr>
              <a:t>之间的简化</a:t>
            </a:r>
            <a:r>
              <a:rPr lang="en-US" altLang="zh-CN" dirty="0">
                <a:solidFill>
                  <a:srgbClr val="333300"/>
                </a:solidFill>
                <a:latin typeface="Times New Roman" panose="02020603050405020304" pitchFamily="18" charset="0"/>
              </a:rPr>
              <a:t>RS-232C</a:t>
            </a:r>
            <a:r>
              <a:rPr lang="zh-CN" altLang="en-US" dirty="0">
                <a:solidFill>
                  <a:srgbClr val="333300"/>
                </a:solidFill>
                <a:latin typeface="Times New Roman" panose="02020603050405020304" pitchFamily="18" charset="0"/>
              </a:rPr>
              <a:t>连接</a:t>
            </a:r>
            <a:endParaRPr lang="zh-CN" altLang="en-US" dirty="0">
              <a:solidFill>
                <a:srgbClr val="333300"/>
              </a:solidFill>
              <a:latin typeface="Tahoma" panose="020B060403050404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p:cNvSpPr>
          <p:nvPr>
            <p:ph idx="1"/>
          </p:nvPr>
        </p:nvSpPr>
        <p:spPr>
          <a:xfrm>
            <a:off x="468313" y="1125538"/>
            <a:ext cx="8229600" cy="1584325"/>
          </a:xfrm>
          <a:noFill/>
          <a:ln>
            <a:noFill/>
          </a:ln>
        </p:spPr>
        <p:txBody>
          <a:bodyPr/>
          <a:lstStyle/>
          <a:p>
            <a:pPr eaLnBrk="1" hangingPunct="1"/>
            <a:r>
              <a:rPr lang="en-US" altLang="zh-CN" b="1" dirty="0">
                <a:solidFill>
                  <a:srgbClr val="7030A0"/>
                </a:solidFill>
              </a:rPr>
              <a:t>7.3.4 </a:t>
            </a:r>
            <a:r>
              <a:rPr lang="zh-CN" altLang="en-US" b="1" dirty="0">
                <a:solidFill>
                  <a:srgbClr val="7030A0"/>
                </a:solidFill>
              </a:rPr>
              <a:t>单片机与单片机及单片机与计算机之间的串行通信接口电路</a:t>
            </a:r>
            <a:r>
              <a:rPr lang="zh-CN" altLang="en-US" dirty="0">
                <a:solidFill>
                  <a:srgbClr val="7030A0"/>
                </a:solidFill>
              </a:rPr>
              <a:t> </a:t>
            </a:r>
          </a:p>
        </p:txBody>
      </p:sp>
      <p:grpSp>
        <p:nvGrpSpPr>
          <p:cNvPr id="36867" name="Group 4"/>
          <p:cNvGrpSpPr/>
          <p:nvPr/>
        </p:nvGrpSpPr>
        <p:grpSpPr>
          <a:xfrm>
            <a:off x="971550" y="2349500"/>
            <a:ext cx="7129463" cy="3600450"/>
            <a:chOff x="2881" y="8271"/>
            <a:chExt cx="6410" cy="2300"/>
          </a:xfrm>
        </p:grpSpPr>
        <p:sp>
          <p:nvSpPr>
            <p:cNvPr id="36869" name="Rectangle 5"/>
            <p:cNvSpPr/>
            <p:nvPr/>
          </p:nvSpPr>
          <p:spPr>
            <a:xfrm>
              <a:off x="3201" y="8860"/>
              <a:ext cx="543" cy="1201"/>
            </a:xfrm>
            <a:prstGeom prst="rect">
              <a:avLst/>
            </a:prstGeom>
            <a:noFill/>
            <a:ln w="19050"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6870" name="Rectangle 6"/>
            <p:cNvSpPr/>
            <p:nvPr/>
          </p:nvSpPr>
          <p:spPr>
            <a:xfrm>
              <a:off x="8439" y="8851"/>
              <a:ext cx="543" cy="1200"/>
            </a:xfrm>
            <a:prstGeom prst="rect">
              <a:avLst/>
            </a:prstGeom>
            <a:noFill/>
            <a:ln w="19050"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6871" name="Rectangle 7"/>
            <p:cNvSpPr/>
            <p:nvPr/>
          </p:nvSpPr>
          <p:spPr>
            <a:xfrm>
              <a:off x="4116" y="8951"/>
              <a:ext cx="1151" cy="1000"/>
            </a:xfrm>
            <a:prstGeom prst="rect">
              <a:avLst/>
            </a:prstGeom>
            <a:noFill/>
            <a:ln w="19050"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6872" name="Rectangle 8"/>
            <p:cNvSpPr/>
            <p:nvPr/>
          </p:nvSpPr>
          <p:spPr>
            <a:xfrm>
              <a:off x="6900" y="8941"/>
              <a:ext cx="1153" cy="1000"/>
            </a:xfrm>
            <a:prstGeom prst="rect">
              <a:avLst/>
            </a:prstGeom>
            <a:noFill/>
            <a:ln w="19050" cap="flat" cmpd="sng">
              <a:solidFill>
                <a:srgbClr val="000000"/>
              </a:solidFill>
              <a:prstDash val="solid"/>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6873" name="Line 9"/>
            <p:cNvSpPr/>
            <p:nvPr/>
          </p:nvSpPr>
          <p:spPr>
            <a:xfrm>
              <a:off x="3744" y="9121"/>
              <a:ext cx="362" cy="1"/>
            </a:xfrm>
            <a:prstGeom prst="line">
              <a:avLst/>
            </a:prstGeom>
            <a:ln w="19050" cap="flat" cmpd="sng">
              <a:solidFill>
                <a:srgbClr val="000000"/>
              </a:solidFill>
              <a:prstDash val="solid"/>
              <a:headEnd type="none" w="med" len="med"/>
              <a:tailEnd type="stealth" w="med" len="med"/>
            </a:ln>
          </p:spPr>
        </p:sp>
        <p:sp>
          <p:nvSpPr>
            <p:cNvPr id="36874" name="Line 10"/>
            <p:cNvSpPr/>
            <p:nvPr/>
          </p:nvSpPr>
          <p:spPr>
            <a:xfrm>
              <a:off x="3744" y="9460"/>
              <a:ext cx="362" cy="1"/>
            </a:xfrm>
            <a:prstGeom prst="line">
              <a:avLst/>
            </a:prstGeom>
            <a:ln w="19050" cap="flat" cmpd="sng">
              <a:solidFill>
                <a:srgbClr val="000000"/>
              </a:solidFill>
              <a:prstDash val="solid"/>
              <a:headEnd type="stealth" w="med" len="med"/>
              <a:tailEnd type="none" w="med" len="med"/>
            </a:ln>
          </p:spPr>
        </p:sp>
        <p:sp>
          <p:nvSpPr>
            <p:cNvPr id="36875" name="Line 11"/>
            <p:cNvSpPr/>
            <p:nvPr/>
          </p:nvSpPr>
          <p:spPr>
            <a:xfrm>
              <a:off x="8067" y="9121"/>
              <a:ext cx="362" cy="1"/>
            </a:xfrm>
            <a:prstGeom prst="line">
              <a:avLst/>
            </a:prstGeom>
            <a:ln w="19050" cap="flat" cmpd="sng">
              <a:solidFill>
                <a:srgbClr val="000000"/>
              </a:solidFill>
              <a:prstDash val="solid"/>
              <a:headEnd type="none" w="med" len="med"/>
              <a:tailEnd type="stealth" w="med" len="med"/>
            </a:ln>
          </p:spPr>
        </p:sp>
        <p:sp>
          <p:nvSpPr>
            <p:cNvPr id="36876" name="Line 12"/>
            <p:cNvSpPr/>
            <p:nvPr/>
          </p:nvSpPr>
          <p:spPr>
            <a:xfrm>
              <a:off x="8067" y="9451"/>
              <a:ext cx="362" cy="1"/>
            </a:xfrm>
            <a:prstGeom prst="line">
              <a:avLst/>
            </a:prstGeom>
            <a:ln w="19050" cap="flat" cmpd="sng">
              <a:solidFill>
                <a:srgbClr val="000000"/>
              </a:solidFill>
              <a:prstDash val="solid"/>
              <a:headEnd type="stealth" w="med" len="med"/>
              <a:tailEnd type="none" w="med" len="med"/>
            </a:ln>
          </p:spPr>
        </p:sp>
        <p:sp>
          <p:nvSpPr>
            <p:cNvPr id="36877" name="Text Box 13"/>
            <p:cNvSpPr txBox="1"/>
            <p:nvPr/>
          </p:nvSpPr>
          <p:spPr>
            <a:xfrm>
              <a:off x="3100" y="8951"/>
              <a:ext cx="74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TXD</a:t>
              </a:r>
              <a:endParaRPr lang="en-US" altLang="zh-CN" sz="2000" dirty="0">
                <a:solidFill>
                  <a:srgbClr val="CC0099"/>
                </a:solidFill>
                <a:latin typeface="Tahoma" panose="020B0604030504040204" pitchFamily="34" charset="0"/>
              </a:endParaRPr>
            </a:p>
          </p:txBody>
        </p:sp>
        <p:sp>
          <p:nvSpPr>
            <p:cNvPr id="36878" name="Text Box 14"/>
            <p:cNvSpPr txBox="1"/>
            <p:nvPr/>
          </p:nvSpPr>
          <p:spPr>
            <a:xfrm>
              <a:off x="8308" y="9261"/>
              <a:ext cx="74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TXD</a:t>
              </a:r>
              <a:endParaRPr lang="en-US" altLang="zh-CN" sz="2000" dirty="0">
                <a:solidFill>
                  <a:srgbClr val="CC0099"/>
                </a:solidFill>
                <a:latin typeface="Tahoma" panose="020B0604030504040204" pitchFamily="34" charset="0"/>
              </a:endParaRPr>
            </a:p>
          </p:txBody>
        </p:sp>
        <p:sp>
          <p:nvSpPr>
            <p:cNvPr id="36879" name="Text Box 15"/>
            <p:cNvSpPr txBox="1"/>
            <p:nvPr/>
          </p:nvSpPr>
          <p:spPr>
            <a:xfrm>
              <a:off x="3101" y="9281"/>
              <a:ext cx="74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RXD</a:t>
              </a:r>
              <a:endParaRPr lang="en-US" altLang="zh-CN" sz="2000" dirty="0">
                <a:solidFill>
                  <a:srgbClr val="CC0099"/>
                </a:solidFill>
                <a:latin typeface="Tahoma" panose="020B0604030504040204" pitchFamily="34" charset="0"/>
              </a:endParaRPr>
            </a:p>
          </p:txBody>
        </p:sp>
        <p:sp>
          <p:nvSpPr>
            <p:cNvPr id="36880" name="Text Box 16"/>
            <p:cNvSpPr txBox="1"/>
            <p:nvPr/>
          </p:nvSpPr>
          <p:spPr>
            <a:xfrm>
              <a:off x="8328" y="8931"/>
              <a:ext cx="74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RXD</a:t>
              </a:r>
              <a:endParaRPr lang="en-US" altLang="zh-CN" sz="2000" dirty="0">
                <a:solidFill>
                  <a:srgbClr val="CC0099"/>
                </a:solidFill>
                <a:latin typeface="Tahoma" panose="020B0604030504040204" pitchFamily="34" charset="0"/>
              </a:endParaRPr>
            </a:p>
          </p:txBody>
        </p:sp>
        <p:sp>
          <p:nvSpPr>
            <p:cNvPr id="36881" name="Line 17"/>
            <p:cNvSpPr/>
            <p:nvPr/>
          </p:nvSpPr>
          <p:spPr>
            <a:xfrm>
              <a:off x="3744" y="9751"/>
              <a:ext cx="362" cy="1"/>
            </a:xfrm>
            <a:prstGeom prst="line">
              <a:avLst/>
            </a:prstGeom>
            <a:ln w="19050" cap="flat" cmpd="sng">
              <a:solidFill>
                <a:srgbClr val="000000"/>
              </a:solidFill>
              <a:prstDash val="solid"/>
              <a:headEnd type="none" w="med" len="med"/>
              <a:tailEnd type="none" w="med" len="med"/>
            </a:ln>
          </p:spPr>
        </p:sp>
        <p:sp>
          <p:nvSpPr>
            <p:cNvPr id="36882" name="Line 18"/>
            <p:cNvSpPr/>
            <p:nvPr/>
          </p:nvSpPr>
          <p:spPr>
            <a:xfrm>
              <a:off x="8067" y="9761"/>
              <a:ext cx="362" cy="1"/>
            </a:xfrm>
            <a:prstGeom prst="line">
              <a:avLst/>
            </a:prstGeom>
            <a:ln w="19050" cap="flat" cmpd="sng">
              <a:solidFill>
                <a:srgbClr val="000000"/>
              </a:solidFill>
              <a:prstDash val="solid"/>
              <a:headEnd type="none" w="med" len="med"/>
              <a:tailEnd type="none" w="med" len="med"/>
            </a:ln>
          </p:spPr>
        </p:sp>
        <p:sp>
          <p:nvSpPr>
            <p:cNvPr id="36883" name="Text Box 19"/>
            <p:cNvSpPr txBox="1"/>
            <p:nvPr/>
          </p:nvSpPr>
          <p:spPr>
            <a:xfrm>
              <a:off x="3100" y="9571"/>
              <a:ext cx="74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GND</a:t>
              </a:r>
              <a:endParaRPr lang="en-US" altLang="zh-CN" sz="2000" dirty="0">
                <a:solidFill>
                  <a:srgbClr val="CC0099"/>
                </a:solidFill>
                <a:latin typeface="Tahoma" panose="020B0604030504040204" pitchFamily="34" charset="0"/>
              </a:endParaRPr>
            </a:p>
          </p:txBody>
        </p:sp>
        <p:sp>
          <p:nvSpPr>
            <p:cNvPr id="36884" name="Text Box 20"/>
            <p:cNvSpPr txBox="1"/>
            <p:nvPr/>
          </p:nvSpPr>
          <p:spPr>
            <a:xfrm>
              <a:off x="8328" y="9601"/>
              <a:ext cx="74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GND</a:t>
              </a:r>
              <a:endParaRPr lang="en-US" altLang="zh-CN" sz="2000" dirty="0">
                <a:solidFill>
                  <a:srgbClr val="CC0099"/>
                </a:solidFill>
                <a:latin typeface="Tahoma" panose="020B0604030504040204" pitchFamily="34" charset="0"/>
              </a:endParaRPr>
            </a:p>
          </p:txBody>
        </p:sp>
        <p:sp>
          <p:nvSpPr>
            <p:cNvPr id="36885" name="Line 21"/>
            <p:cNvSpPr/>
            <p:nvPr/>
          </p:nvSpPr>
          <p:spPr>
            <a:xfrm>
              <a:off x="5272" y="9121"/>
              <a:ext cx="543" cy="0"/>
            </a:xfrm>
            <a:prstGeom prst="line">
              <a:avLst/>
            </a:prstGeom>
            <a:ln w="19050" cap="flat" cmpd="sng">
              <a:solidFill>
                <a:srgbClr val="000000"/>
              </a:solidFill>
              <a:prstDash val="solid"/>
              <a:headEnd type="none" w="med" len="med"/>
              <a:tailEnd type="stealth" w="med" len="med"/>
            </a:ln>
          </p:spPr>
        </p:sp>
        <p:sp>
          <p:nvSpPr>
            <p:cNvPr id="36886" name="Line 22"/>
            <p:cNvSpPr/>
            <p:nvPr/>
          </p:nvSpPr>
          <p:spPr>
            <a:xfrm>
              <a:off x="5272" y="9451"/>
              <a:ext cx="543" cy="1"/>
            </a:xfrm>
            <a:prstGeom prst="line">
              <a:avLst/>
            </a:prstGeom>
            <a:ln w="19050" cap="flat" cmpd="sng">
              <a:solidFill>
                <a:srgbClr val="000000"/>
              </a:solidFill>
              <a:prstDash val="solid"/>
              <a:headEnd type="stealth" w="med" len="med"/>
              <a:tailEnd type="none" w="med" len="med"/>
            </a:ln>
          </p:spPr>
        </p:sp>
        <p:sp>
          <p:nvSpPr>
            <p:cNvPr id="36887" name="Line 23"/>
            <p:cNvSpPr/>
            <p:nvPr/>
          </p:nvSpPr>
          <p:spPr>
            <a:xfrm>
              <a:off x="5272" y="9761"/>
              <a:ext cx="543" cy="1"/>
            </a:xfrm>
            <a:prstGeom prst="line">
              <a:avLst/>
            </a:prstGeom>
            <a:ln w="19050" cap="flat" cmpd="sng">
              <a:solidFill>
                <a:srgbClr val="000000"/>
              </a:solidFill>
              <a:prstDash val="solid"/>
              <a:headEnd type="none" w="med" len="med"/>
              <a:tailEnd type="none" w="med" len="med"/>
            </a:ln>
          </p:spPr>
        </p:sp>
        <p:sp>
          <p:nvSpPr>
            <p:cNvPr id="36888" name="Line 24"/>
            <p:cNvSpPr/>
            <p:nvPr/>
          </p:nvSpPr>
          <p:spPr>
            <a:xfrm>
              <a:off x="6358" y="9121"/>
              <a:ext cx="543" cy="1"/>
            </a:xfrm>
            <a:prstGeom prst="line">
              <a:avLst/>
            </a:prstGeom>
            <a:ln w="19050" cap="flat" cmpd="sng">
              <a:solidFill>
                <a:srgbClr val="000000"/>
              </a:solidFill>
              <a:prstDash val="solid"/>
              <a:headEnd type="none" w="med" len="med"/>
              <a:tailEnd type="stealth" w="med" len="med"/>
            </a:ln>
          </p:spPr>
        </p:sp>
        <p:sp>
          <p:nvSpPr>
            <p:cNvPr id="36889" name="Line 25"/>
            <p:cNvSpPr/>
            <p:nvPr/>
          </p:nvSpPr>
          <p:spPr>
            <a:xfrm>
              <a:off x="6358" y="9451"/>
              <a:ext cx="543" cy="1"/>
            </a:xfrm>
            <a:prstGeom prst="line">
              <a:avLst/>
            </a:prstGeom>
            <a:ln w="19050" cap="flat" cmpd="sng">
              <a:solidFill>
                <a:srgbClr val="000000"/>
              </a:solidFill>
              <a:prstDash val="solid"/>
              <a:headEnd type="stealth" w="med" len="med"/>
              <a:tailEnd type="none" w="med" len="med"/>
            </a:ln>
          </p:spPr>
        </p:sp>
        <p:sp>
          <p:nvSpPr>
            <p:cNvPr id="36890" name="Line 26"/>
            <p:cNvSpPr/>
            <p:nvPr/>
          </p:nvSpPr>
          <p:spPr>
            <a:xfrm>
              <a:off x="6358" y="9761"/>
              <a:ext cx="543" cy="1"/>
            </a:xfrm>
            <a:prstGeom prst="line">
              <a:avLst/>
            </a:prstGeom>
            <a:ln w="19050" cap="flat" cmpd="sng">
              <a:solidFill>
                <a:srgbClr val="000000"/>
              </a:solidFill>
              <a:prstDash val="solid"/>
              <a:headEnd type="none" w="med" len="med"/>
              <a:tailEnd type="none" w="med" len="med"/>
            </a:ln>
          </p:spPr>
        </p:sp>
        <p:sp>
          <p:nvSpPr>
            <p:cNvPr id="36891" name="Line 27"/>
            <p:cNvSpPr/>
            <p:nvPr/>
          </p:nvSpPr>
          <p:spPr>
            <a:xfrm>
              <a:off x="5815" y="9121"/>
              <a:ext cx="543" cy="1"/>
            </a:xfrm>
            <a:prstGeom prst="line">
              <a:avLst/>
            </a:prstGeom>
            <a:ln w="19050" cap="flat" cmpd="sng">
              <a:solidFill>
                <a:srgbClr val="000000"/>
              </a:solidFill>
              <a:prstDash val="dash"/>
              <a:headEnd type="none" w="med" len="med"/>
              <a:tailEnd type="none" w="med" len="med"/>
            </a:ln>
          </p:spPr>
        </p:sp>
        <p:sp>
          <p:nvSpPr>
            <p:cNvPr id="36892" name="Line 28"/>
            <p:cNvSpPr/>
            <p:nvPr/>
          </p:nvSpPr>
          <p:spPr>
            <a:xfrm>
              <a:off x="5815" y="9451"/>
              <a:ext cx="543" cy="1"/>
            </a:xfrm>
            <a:prstGeom prst="line">
              <a:avLst/>
            </a:prstGeom>
            <a:ln w="19050" cap="flat" cmpd="sng">
              <a:solidFill>
                <a:srgbClr val="000000"/>
              </a:solidFill>
              <a:prstDash val="dash"/>
              <a:headEnd type="none" w="med" len="med"/>
              <a:tailEnd type="none" w="med" len="med"/>
            </a:ln>
          </p:spPr>
        </p:sp>
        <p:sp>
          <p:nvSpPr>
            <p:cNvPr id="36893" name="Line 29"/>
            <p:cNvSpPr/>
            <p:nvPr/>
          </p:nvSpPr>
          <p:spPr>
            <a:xfrm>
              <a:off x="5815" y="9761"/>
              <a:ext cx="543" cy="1"/>
            </a:xfrm>
            <a:prstGeom prst="line">
              <a:avLst/>
            </a:prstGeom>
            <a:ln w="19050" cap="flat" cmpd="sng">
              <a:solidFill>
                <a:srgbClr val="000000"/>
              </a:solidFill>
              <a:prstDash val="dash"/>
              <a:headEnd type="none" w="med" len="med"/>
              <a:tailEnd type="none" w="med" len="med"/>
            </a:ln>
          </p:spPr>
        </p:sp>
        <p:sp>
          <p:nvSpPr>
            <p:cNvPr id="36894" name="Text Box 30"/>
            <p:cNvSpPr txBox="1"/>
            <p:nvPr/>
          </p:nvSpPr>
          <p:spPr>
            <a:xfrm>
              <a:off x="2881" y="10041"/>
              <a:ext cx="1267"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89C51(1)</a:t>
              </a:r>
              <a:endParaRPr lang="en-US" altLang="zh-CN" sz="2000" dirty="0">
                <a:solidFill>
                  <a:srgbClr val="CC0099"/>
                </a:solidFill>
                <a:latin typeface="Tahoma" panose="020B0604030504040204" pitchFamily="34" charset="0"/>
              </a:endParaRPr>
            </a:p>
          </p:txBody>
        </p:sp>
        <p:sp>
          <p:nvSpPr>
            <p:cNvPr id="36895" name="Text Box 31"/>
            <p:cNvSpPr txBox="1"/>
            <p:nvPr/>
          </p:nvSpPr>
          <p:spPr>
            <a:xfrm>
              <a:off x="8024" y="10041"/>
              <a:ext cx="1267"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89C51(2)</a:t>
              </a:r>
              <a:endParaRPr lang="en-US" altLang="zh-CN" sz="2000" dirty="0">
                <a:solidFill>
                  <a:srgbClr val="CC0099"/>
                </a:solidFill>
                <a:latin typeface="Tahoma" panose="020B0604030504040204" pitchFamily="34" charset="0"/>
              </a:endParaRPr>
            </a:p>
          </p:txBody>
        </p:sp>
        <p:sp>
          <p:nvSpPr>
            <p:cNvPr id="36896" name="Text Box 32"/>
            <p:cNvSpPr txBox="1"/>
            <p:nvPr/>
          </p:nvSpPr>
          <p:spPr>
            <a:xfrm>
              <a:off x="3978" y="9921"/>
              <a:ext cx="144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MAX232(1)</a:t>
              </a:r>
              <a:endParaRPr lang="en-US" altLang="zh-CN" sz="2000" dirty="0">
                <a:solidFill>
                  <a:srgbClr val="CC0099"/>
                </a:solidFill>
                <a:latin typeface="Tahoma" panose="020B0604030504040204" pitchFamily="34" charset="0"/>
              </a:endParaRPr>
            </a:p>
          </p:txBody>
        </p:sp>
        <p:sp>
          <p:nvSpPr>
            <p:cNvPr id="36897" name="Text Box 33"/>
            <p:cNvSpPr txBox="1"/>
            <p:nvPr/>
          </p:nvSpPr>
          <p:spPr>
            <a:xfrm>
              <a:off x="6800" y="9901"/>
              <a:ext cx="1386"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MAX232(2)</a:t>
              </a:r>
              <a:endParaRPr lang="en-US" altLang="zh-CN" sz="2000" dirty="0">
                <a:solidFill>
                  <a:srgbClr val="CC0099"/>
                </a:solidFill>
                <a:latin typeface="Tahoma" panose="020B0604030504040204" pitchFamily="34" charset="0"/>
              </a:endParaRPr>
            </a:p>
          </p:txBody>
        </p:sp>
        <p:sp>
          <p:nvSpPr>
            <p:cNvPr id="36898" name="Rectangle 34"/>
            <p:cNvSpPr/>
            <p:nvPr/>
          </p:nvSpPr>
          <p:spPr>
            <a:xfrm>
              <a:off x="3030" y="8371"/>
              <a:ext cx="2404" cy="2200"/>
            </a:xfrm>
            <a:prstGeom prst="rect">
              <a:avLst/>
            </a:prstGeom>
            <a:noFill/>
            <a:ln w="19050" cap="flat" cmpd="sng">
              <a:solidFill>
                <a:srgbClr val="000000"/>
              </a:solidFill>
              <a:prstDash val="sysDot"/>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6899" name="Rectangle 35"/>
            <p:cNvSpPr/>
            <p:nvPr/>
          </p:nvSpPr>
          <p:spPr>
            <a:xfrm>
              <a:off x="6719" y="8351"/>
              <a:ext cx="2404" cy="2200"/>
            </a:xfrm>
            <a:prstGeom prst="rect">
              <a:avLst/>
            </a:prstGeom>
            <a:noFill/>
            <a:ln w="19050" cap="flat" cmpd="sng">
              <a:solidFill>
                <a:srgbClr val="000000"/>
              </a:solidFill>
              <a:prstDash val="sysDot"/>
              <a:miter/>
              <a:headEnd type="none" w="med" len="med"/>
              <a:tailEnd type="none" w="med" len="med"/>
            </a:ln>
          </p:spPr>
          <p:txBody>
            <a:bodyPr/>
            <a:lstStyle/>
            <a:p>
              <a:pPr eaLnBrk="1" hangingPunct="1"/>
              <a:endParaRPr lang="zh-CN" altLang="en-US" dirty="0">
                <a:latin typeface="Tahoma" panose="020B0604030504040204" pitchFamily="34" charset="0"/>
              </a:endParaRPr>
            </a:p>
          </p:txBody>
        </p:sp>
        <p:sp>
          <p:nvSpPr>
            <p:cNvPr id="36900" name="Text Box 36"/>
            <p:cNvSpPr txBox="1"/>
            <p:nvPr/>
          </p:nvSpPr>
          <p:spPr>
            <a:xfrm>
              <a:off x="5273" y="8271"/>
              <a:ext cx="1629" cy="8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RS-232C</a:t>
              </a:r>
            </a:p>
            <a:p>
              <a:pPr algn="ctr" eaLnBrk="1" hangingPunct="1"/>
              <a:r>
                <a:rPr lang="zh-CN" altLang="en-US" sz="2000" dirty="0">
                  <a:solidFill>
                    <a:srgbClr val="CC0099"/>
                  </a:solidFill>
                  <a:latin typeface="Times New Roman" panose="02020603050405020304" pitchFamily="18" charset="0"/>
                </a:rPr>
                <a:t>电平</a:t>
              </a:r>
              <a:endParaRPr lang="zh-CN" altLang="en-US" sz="2000" dirty="0">
                <a:solidFill>
                  <a:srgbClr val="CC0099"/>
                </a:solidFill>
                <a:latin typeface="Tahoma" panose="020B0604030504040204" pitchFamily="34" charset="0"/>
              </a:endParaRPr>
            </a:p>
          </p:txBody>
        </p:sp>
        <p:sp>
          <p:nvSpPr>
            <p:cNvPr id="36901" name="Text Box 37"/>
            <p:cNvSpPr txBox="1"/>
            <p:nvPr/>
          </p:nvSpPr>
          <p:spPr>
            <a:xfrm>
              <a:off x="7675" y="8341"/>
              <a:ext cx="1086" cy="8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TTL</a:t>
              </a:r>
            </a:p>
            <a:p>
              <a:pPr algn="ctr" eaLnBrk="1" hangingPunct="1"/>
              <a:r>
                <a:rPr lang="zh-CN" altLang="en-US" sz="2000" dirty="0">
                  <a:solidFill>
                    <a:srgbClr val="CC0099"/>
                  </a:solidFill>
                  <a:latin typeface="Times New Roman" panose="02020603050405020304" pitchFamily="18" charset="0"/>
                </a:rPr>
                <a:t>电平</a:t>
              </a:r>
              <a:endParaRPr lang="zh-CN" altLang="en-US" sz="2000" dirty="0">
                <a:solidFill>
                  <a:srgbClr val="CC0099"/>
                </a:solidFill>
                <a:latin typeface="Tahoma" panose="020B0604030504040204" pitchFamily="34" charset="0"/>
              </a:endParaRPr>
            </a:p>
          </p:txBody>
        </p:sp>
        <p:sp>
          <p:nvSpPr>
            <p:cNvPr id="36902" name="Text Box 38"/>
            <p:cNvSpPr txBox="1"/>
            <p:nvPr/>
          </p:nvSpPr>
          <p:spPr>
            <a:xfrm>
              <a:off x="3432" y="8321"/>
              <a:ext cx="1086" cy="8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TTL</a:t>
              </a:r>
            </a:p>
            <a:p>
              <a:pPr algn="ctr" eaLnBrk="1" hangingPunct="1"/>
              <a:r>
                <a:rPr lang="zh-CN" altLang="en-US" sz="2000" dirty="0">
                  <a:solidFill>
                    <a:srgbClr val="CC0099"/>
                  </a:solidFill>
                  <a:latin typeface="Times New Roman" panose="02020603050405020304" pitchFamily="18" charset="0"/>
                </a:rPr>
                <a:t>电平</a:t>
              </a:r>
              <a:endParaRPr lang="zh-CN" altLang="en-US" sz="2000" dirty="0">
                <a:solidFill>
                  <a:srgbClr val="CC0099"/>
                </a:solidFill>
                <a:latin typeface="Tahoma" panose="020B0604030504040204" pitchFamily="34" charset="0"/>
              </a:endParaRPr>
            </a:p>
          </p:txBody>
        </p:sp>
        <p:sp>
          <p:nvSpPr>
            <p:cNvPr id="36903" name="Text Box 39"/>
            <p:cNvSpPr txBox="1"/>
            <p:nvPr/>
          </p:nvSpPr>
          <p:spPr>
            <a:xfrm>
              <a:off x="3915" y="8951"/>
              <a:ext cx="90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T1</a:t>
              </a:r>
              <a:r>
                <a:rPr lang="en-US" altLang="zh-CN" sz="2000" baseline="-25000" dirty="0">
                  <a:solidFill>
                    <a:srgbClr val="CC0099"/>
                  </a:solidFill>
                  <a:latin typeface="Times New Roman" panose="02020603050405020304" pitchFamily="18" charset="0"/>
                </a:rPr>
                <a:t>IN</a:t>
              </a:r>
              <a:endParaRPr lang="en-US" altLang="zh-CN" sz="2000" dirty="0">
                <a:solidFill>
                  <a:srgbClr val="CC0099"/>
                </a:solidFill>
                <a:latin typeface="Tahoma" panose="020B0604030504040204" pitchFamily="34" charset="0"/>
              </a:endParaRPr>
            </a:p>
          </p:txBody>
        </p:sp>
        <p:sp>
          <p:nvSpPr>
            <p:cNvPr id="36904" name="Text Box 40"/>
            <p:cNvSpPr txBox="1"/>
            <p:nvPr/>
          </p:nvSpPr>
          <p:spPr>
            <a:xfrm>
              <a:off x="7372" y="9251"/>
              <a:ext cx="90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T1</a:t>
              </a:r>
              <a:r>
                <a:rPr lang="en-US" altLang="zh-CN" sz="2000" baseline="-25000" dirty="0">
                  <a:solidFill>
                    <a:srgbClr val="CC0099"/>
                  </a:solidFill>
                  <a:latin typeface="Times New Roman" panose="02020603050405020304" pitchFamily="18" charset="0"/>
                </a:rPr>
                <a:t>IN</a:t>
              </a:r>
              <a:endParaRPr lang="en-US" altLang="zh-CN" sz="2000" dirty="0">
                <a:solidFill>
                  <a:srgbClr val="CC0099"/>
                </a:solidFill>
                <a:latin typeface="Tahoma" panose="020B0604030504040204" pitchFamily="34" charset="0"/>
              </a:endParaRPr>
            </a:p>
          </p:txBody>
        </p:sp>
        <p:sp>
          <p:nvSpPr>
            <p:cNvPr id="36905" name="Text Box 41"/>
            <p:cNvSpPr txBox="1"/>
            <p:nvPr/>
          </p:nvSpPr>
          <p:spPr>
            <a:xfrm>
              <a:off x="4518" y="8941"/>
              <a:ext cx="90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T1</a:t>
              </a:r>
              <a:r>
                <a:rPr lang="en-US" altLang="zh-CN" sz="2000" baseline="-25000" dirty="0">
                  <a:solidFill>
                    <a:srgbClr val="CC0099"/>
                  </a:solidFill>
                  <a:latin typeface="Times New Roman" panose="02020603050405020304" pitchFamily="18" charset="0"/>
                </a:rPr>
                <a:t>OUT</a:t>
              </a:r>
              <a:endParaRPr lang="en-US" altLang="zh-CN" sz="2000" dirty="0">
                <a:solidFill>
                  <a:srgbClr val="CC0099"/>
                </a:solidFill>
                <a:latin typeface="Tahoma" panose="020B0604030504040204" pitchFamily="34" charset="0"/>
              </a:endParaRPr>
            </a:p>
          </p:txBody>
        </p:sp>
        <p:sp>
          <p:nvSpPr>
            <p:cNvPr id="36906" name="Text Box 42"/>
            <p:cNvSpPr txBox="1"/>
            <p:nvPr/>
          </p:nvSpPr>
          <p:spPr>
            <a:xfrm>
              <a:off x="6740" y="9261"/>
              <a:ext cx="90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T1</a:t>
              </a:r>
              <a:r>
                <a:rPr lang="en-US" altLang="zh-CN" sz="2000" baseline="-25000" dirty="0">
                  <a:solidFill>
                    <a:srgbClr val="CC0099"/>
                  </a:solidFill>
                  <a:latin typeface="Times New Roman" panose="02020603050405020304" pitchFamily="18" charset="0"/>
                </a:rPr>
                <a:t>OUT</a:t>
              </a:r>
              <a:endParaRPr lang="en-US" altLang="zh-CN" sz="2000" dirty="0">
                <a:solidFill>
                  <a:srgbClr val="CC0099"/>
                </a:solidFill>
                <a:latin typeface="Tahoma" panose="020B0604030504040204" pitchFamily="34" charset="0"/>
              </a:endParaRPr>
            </a:p>
          </p:txBody>
        </p:sp>
        <p:sp>
          <p:nvSpPr>
            <p:cNvPr id="36907" name="Text Box 43"/>
            <p:cNvSpPr txBox="1"/>
            <p:nvPr/>
          </p:nvSpPr>
          <p:spPr>
            <a:xfrm>
              <a:off x="3954" y="9271"/>
              <a:ext cx="90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R1</a:t>
              </a:r>
              <a:r>
                <a:rPr lang="en-US" altLang="zh-CN" sz="2000" baseline="-25000" dirty="0">
                  <a:solidFill>
                    <a:srgbClr val="CC0099"/>
                  </a:solidFill>
                  <a:latin typeface="Times New Roman" panose="02020603050405020304" pitchFamily="18" charset="0"/>
                </a:rPr>
                <a:t>OUT</a:t>
              </a:r>
              <a:endParaRPr lang="en-US" altLang="zh-CN" sz="2000" dirty="0">
                <a:solidFill>
                  <a:srgbClr val="CC0099"/>
                </a:solidFill>
                <a:latin typeface="Tahoma" panose="020B0604030504040204" pitchFamily="34" charset="0"/>
              </a:endParaRPr>
            </a:p>
          </p:txBody>
        </p:sp>
        <p:sp>
          <p:nvSpPr>
            <p:cNvPr id="36908" name="Text Box 44"/>
            <p:cNvSpPr txBox="1"/>
            <p:nvPr/>
          </p:nvSpPr>
          <p:spPr>
            <a:xfrm>
              <a:off x="7313" y="8921"/>
              <a:ext cx="90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R1</a:t>
              </a:r>
              <a:r>
                <a:rPr lang="en-US" altLang="zh-CN" sz="2000" baseline="-25000" dirty="0">
                  <a:solidFill>
                    <a:srgbClr val="CC0099"/>
                  </a:solidFill>
                  <a:latin typeface="Times New Roman" panose="02020603050405020304" pitchFamily="18" charset="0"/>
                </a:rPr>
                <a:t>OUT</a:t>
              </a:r>
              <a:endParaRPr lang="en-US" altLang="zh-CN" sz="2000" dirty="0">
                <a:solidFill>
                  <a:srgbClr val="CC0099"/>
                </a:solidFill>
                <a:latin typeface="Tahoma" panose="020B0604030504040204" pitchFamily="34" charset="0"/>
              </a:endParaRPr>
            </a:p>
          </p:txBody>
        </p:sp>
        <p:sp>
          <p:nvSpPr>
            <p:cNvPr id="36909" name="Text Box 45"/>
            <p:cNvSpPr txBox="1"/>
            <p:nvPr/>
          </p:nvSpPr>
          <p:spPr>
            <a:xfrm>
              <a:off x="4579" y="9261"/>
              <a:ext cx="90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R1</a:t>
              </a:r>
              <a:r>
                <a:rPr lang="en-US" altLang="zh-CN" sz="2000" baseline="-25000" dirty="0">
                  <a:solidFill>
                    <a:srgbClr val="CC0099"/>
                  </a:solidFill>
                  <a:latin typeface="Times New Roman" panose="02020603050405020304" pitchFamily="18" charset="0"/>
                </a:rPr>
                <a:t>IN</a:t>
              </a:r>
              <a:endParaRPr lang="en-US" altLang="zh-CN" sz="2000" dirty="0">
                <a:solidFill>
                  <a:srgbClr val="CC0099"/>
                </a:solidFill>
                <a:latin typeface="Tahoma" panose="020B0604030504040204" pitchFamily="34" charset="0"/>
              </a:endParaRPr>
            </a:p>
          </p:txBody>
        </p:sp>
        <p:sp>
          <p:nvSpPr>
            <p:cNvPr id="36910" name="Text Box 46"/>
            <p:cNvSpPr txBox="1"/>
            <p:nvPr/>
          </p:nvSpPr>
          <p:spPr>
            <a:xfrm>
              <a:off x="6701" y="8941"/>
              <a:ext cx="90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R1</a:t>
              </a:r>
              <a:r>
                <a:rPr lang="en-US" altLang="zh-CN" sz="2000" baseline="-25000" dirty="0">
                  <a:solidFill>
                    <a:srgbClr val="CC0099"/>
                  </a:solidFill>
                  <a:latin typeface="Times New Roman" panose="02020603050405020304" pitchFamily="18" charset="0"/>
                </a:rPr>
                <a:t>IN</a:t>
              </a:r>
              <a:endParaRPr lang="en-US" altLang="zh-CN" sz="2000" dirty="0">
                <a:solidFill>
                  <a:srgbClr val="CC0099"/>
                </a:solidFill>
                <a:latin typeface="Tahoma" panose="020B0604030504040204" pitchFamily="34" charset="0"/>
              </a:endParaRPr>
            </a:p>
          </p:txBody>
        </p:sp>
        <p:sp>
          <p:nvSpPr>
            <p:cNvPr id="36911" name="Text Box 47"/>
            <p:cNvSpPr txBox="1"/>
            <p:nvPr/>
          </p:nvSpPr>
          <p:spPr>
            <a:xfrm>
              <a:off x="3915" y="9561"/>
              <a:ext cx="90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GND</a:t>
              </a:r>
              <a:endParaRPr lang="en-US" altLang="zh-CN" sz="2000" dirty="0">
                <a:solidFill>
                  <a:srgbClr val="CC0099"/>
                </a:solidFill>
                <a:latin typeface="Tahoma" panose="020B0604030504040204" pitchFamily="34" charset="0"/>
              </a:endParaRPr>
            </a:p>
          </p:txBody>
        </p:sp>
        <p:sp>
          <p:nvSpPr>
            <p:cNvPr id="36912" name="Text Box 48"/>
            <p:cNvSpPr txBox="1"/>
            <p:nvPr/>
          </p:nvSpPr>
          <p:spPr>
            <a:xfrm>
              <a:off x="4569" y="9581"/>
              <a:ext cx="90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GND</a:t>
              </a:r>
              <a:endParaRPr lang="en-US" altLang="zh-CN" sz="2000" dirty="0">
                <a:solidFill>
                  <a:srgbClr val="CC0099"/>
                </a:solidFill>
                <a:latin typeface="Tahoma" panose="020B0604030504040204" pitchFamily="34" charset="0"/>
              </a:endParaRPr>
            </a:p>
          </p:txBody>
        </p:sp>
        <p:sp>
          <p:nvSpPr>
            <p:cNvPr id="36913" name="Text Box 49"/>
            <p:cNvSpPr txBox="1"/>
            <p:nvPr/>
          </p:nvSpPr>
          <p:spPr>
            <a:xfrm>
              <a:off x="6721" y="9571"/>
              <a:ext cx="90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GND</a:t>
              </a:r>
              <a:endParaRPr lang="en-US" altLang="zh-CN" sz="2000" dirty="0">
                <a:solidFill>
                  <a:srgbClr val="CC0099"/>
                </a:solidFill>
                <a:latin typeface="Tahoma" panose="020B0604030504040204" pitchFamily="34" charset="0"/>
              </a:endParaRPr>
            </a:p>
          </p:txBody>
        </p:sp>
        <p:sp>
          <p:nvSpPr>
            <p:cNvPr id="36914" name="Text Box 50"/>
            <p:cNvSpPr txBox="1"/>
            <p:nvPr/>
          </p:nvSpPr>
          <p:spPr>
            <a:xfrm>
              <a:off x="7353" y="9571"/>
              <a:ext cx="905" cy="400"/>
            </a:xfrm>
            <a:prstGeom prst="rect">
              <a:avLst/>
            </a:prstGeom>
            <a:noFill/>
            <a:ln w="19050">
              <a:noFill/>
            </a:ln>
          </p:spPr>
          <p:txBody>
            <a:bodyPr/>
            <a:lstStyle/>
            <a:p>
              <a:pPr algn="ctr" eaLnBrk="1" hangingPunct="1"/>
              <a:r>
                <a:rPr lang="en-US" altLang="zh-CN" sz="2000" dirty="0">
                  <a:solidFill>
                    <a:srgbClr val="CC0099"/>
                  </a:solidFill>
                  <a:latin typeface="Times New Roman" panose="02020603050405020304" pitchFamily="18" charset="0"/>
                </a:rPr>
                <a:t>GND</a:t>
              </a:r>
              <a:endParaRPr lang="en-US" altLang="zh-CN" sz="2000" dirty="0">
                <a:solidFill>
                  <a:srgbClr val="CC0099"/>
                </a:solidFill>
                <a:latin typeface="Tahoma" panose="020B0604030504040204" pitchFamily="34" charset="0"/>
              </a:endParaRPr>
            </a:p>
          </p:txBody>
        </p:sp>
      </p:grpSp>
      <p:sp>
        <p:nvSpPr>
          <p:cNvPr id="36868" name="Rectangle 51"/>
          <p:cNvSpPr/>
          <p:nvPr/>
        </p:nvSpPr>
        <p:spPr>
          <a:xfrm>
            <a:off x="1489075" y="6092825"/>
            <a:ext cx="5275263" cy="457200"/>
          </a:xfrm>
          <a:prstGeom prst="rect">
            <a:avLst/>
          </a:prstGeom>
          <a:noFill/>
          <a:ln w="9525">
            <a:noFill/>
          </a:ln>
        </p:spPr>
        <p:txBody>
          <a:bodyPr wrap="none" anchor="ctr" anchorCtr="0">
            <a:spAutoFit/>
          </a:bodyPr>
          <a:lstStyle/>
          <a:p>
            <a:pPr algn="ctr" eaLnBrk="1" hangingPunct="1"/>
            <a:r>
              <a:rPr lang="zh-CN" altLang="en-US" dirty="0">
                <a:solidFill>
                  <a:srgbClr val="333300"/>
                </a:solidFill>
                <a:latin typeface="Tahoma" panose="020B0604030504040204" pitchFamily="34" charset="0"/>
              </a:rPr>
              <a:t>图</a:t>
            </a:r>
            <a:r>
              <a:rPr lang="en-US" altLang="zh-CN" dirty="0">
                <a:solidFill>
                  <a:srgbClr val="333300"/>
                </a:solidFill>
                <a:latin typeface="Tahoma" panose="020B0604030504040204" pitchFamily="34" charset="0"/>
              </a:rPr>
              <a:t>7-14 </a:t>
            </a:r>
            <a:r>
              <a:rPr lang="zh-CN" altLang="en-US" dirty="0">
                <a:solidFill>
                  <a:srgbClr val="333300"/>
                </a:solidFill>
                <a:latin typeface="Tahoma" panose="020B0604030504040204" pitchFamily="34" charset="0"/>
              </a:rPr>
              <a:t>单片机之间的通信连接示意图</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4"/>
          <p:cNvPicPr>
            <a:picLocks noChangeAspect="1"/>
          </p:cNvPicPr>
          <p:nvPr/>
        </p:nvPicPr>
        <p:blipFill>
          <a:blip r:embed="rId2"/>
          <a:srcRect l="3178" t="10042" r="7713" b="16121"/>
          <a:stretch>
            <a:fillRect/>
          </a:stretch>
        </p:blipFill>
        <p:spPr>
          <a:xfrm>
            <a:off x="468313" y="1227138"/>
            <a:ext cx="8208962" cy="4337050"/>
          </a:xfrm>
          <a:prstGeom prst="rect">
            <a:avLst/>
          </a:prstGeom>
          <a:noFill/>
          <a:ln w="9525">
            <a:noFill/>
          </a:ln>
        </p:spPr>
      </p:pic>
      <p:sp>
        <p:nvSpPr>
          <p:cNvPr id="37891" name="Rectangle 5"/>
          <p:cNvSpPr/>
          <p:nvPr/>
        </p:nvSpPr>
        <p:spPr>
          <a:xfrm>
            <a:off x="1331913" y="5805488"/>
            <a:ext cx="6283325" cy="457200"/>
          </a:xfrm>
          <a:prstGeom prst="rect">
            <a:avLst/>
          </a:prstGeom>
          <a:noFill/>
          <a:ln w="9525">
            <a:noFill/>
          </a:ln>
        </p:spPr>
        <p:txBody>
          <a:bodyPr wrap="none" anchor="ctr" anchorCtr="0">
            <a:spAutoFit/>
          </a:bodyPr>
          <a:lstStyle/>
          <a:p>
            <a:pPr eaLnBrk="1" hangingPunct="1"/>
            <a:r>
              <a:rPr lang="zh-CN" altLang="en-US" dirty="0">
                <a:solidFill>
                  <a:srgbClr val="333300"/>
                </a:solidFill>
                <a:latin typeface="Tahoma" panose="020B0604030504040204" pitchFamily="34" charset="0"/>
              </a:rPr>
              <a:t>图</a:t>
            </a:r>
            <a:r>
              <a:rPr lang="en-US" altLang="zh-CN" dirty="0">
                <a:solidFill>
                  <a:srgbClr val="333300"/>
                </a:solidFill>
                <a:latin typeface="Tahoma" panose="020B0604030504040204" pitchFamily="34" charset="0"/>
              </a:rPr>
              <a:t>7-15 </a:t>
            </a:r>
            <a:r>
              <a:rPr lang="zh-CN" altLang="en-US" dirty="0">
                <a:solidFill>
                  <a:srgbClr val="333300"/>
                </a:solidFill>
                <a:latin typeface="Tahoma" panose="020B0604030504040204" pitchFamily="34" charset="0"/>
              </a:rPr>
              <a:t>单片机与计算机之间的串行通信接口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1" name="Rectangle 3"/>
          <p:cNvSpPr>
            <a:spLocks noGrp="1" noChangeArrowheads="1"/>
          </p:cNvSpPr>
          <p:nvPr>
            <p:ph idx="1"/>
          </p:nvPr>
        </p:nvSpPr>
        <p:spPr bwMode="auto">
          <a:xfrm>
            <a:off x="457200" y="1125538"/>
            <a:ext cx="8229600" cy="5399088"/>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1200" cap="none" spc="0" normalizeH="0" baseline="0" noProof="0" dirty="0">
                <a:ln>
                  <a:noFill/>
                </a:ln>
                <a:solidFill>
                  <a:srgbClr val="FF0000"/>
                </a:solidFill>
                <a:effectLst/>
                <a:uLnTx/>
                <a:uFillTx/>
                <a:latin typeface="+mn-lt"/>
                <a:ea typeface="+mn-ea"/>
                <a:cs typeface="+mn-cs"/>
              </a:rPr>
              <a:t>7.4 </a:t>
            </a:r>
            <a:r>
              <a:rPr kumimoji="1" lang="zh-CN" altLang="en-US" sz="2800" b="1" i="0" u="none" strike="noStrike" kern="1200" cap="none" spc="0" normalizeH="0" baseline="0" noProof="0" dirty="0">
                <a:ln>
                  <a:noFill/>
                </a:ln>
                <a:solidFill>
                  <a:srgbClr val="FF0000"/>
                </a:solidFill>
                <a:effectLst/>
                <a:uLnTx/>
                <a:uFillTx/>
                <a:latin typeface="+mn-lt"/>
                <a:ea typeface="+mn-ea"/>
                <a:cs typeface="+mn-cs"/>
              </a:rPr>
              <a:t>单片机之间的点对点串行异步通信</a:t>
            </a:r>
            <a:r>
              <a:rPr kumimoji="1" lang="zh-CN" altLang="en-US" sz="2800" b="0" i="0" u="none" strike="noStrike" kern="1200" cap="none" spc="0" normalizeH="0" baseline="0" noProof="0" dirty="0">
                <a:ln>
                  <a:noFill/>
                </a:ln>
                <a:solidFill>
                  <a:srgbClr val="FF0000"/>
                </a:solidFill>
                <a:effectLst/>
                <a:uLnTx/>
                <a:uFillTx/>
                <a:latin typeface="+mn-lt"/>
                <a:ea typeface="+mn-ea"/>
                <a:cs typeface="+mn-cs"/>
              </a:rPr>
              <a:t> </a:t>
            </a: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1200" cap="none" spc="0" normalizeH="0" baseline="0" noProof="0" dirty="0">
                <a:ln>
                  <a:noFill/>
                </a:ln>
                <a:solidFill>
                  <a:srgbClr val="7030A0"/>
                </a:solidFill>
                <a:effectLst/>
                <a:uLnTx/>
                <a:uFillTx/>
                <a:latin typeface="+mn-lt"/>
                <a:ea typeface="+mn-ea"/>
                <a:cs typeface="+mn-cs"/>
              </a:rPr>
              <a:t>7.4.1 </a:t>
            </a:r>
            <a:r>
              <a:rPr kumimoji="1" lang="zh-CN" altLang="en-US" sz="2800" b="1" i="0" u="none" strike="noStrike" kern="1200" cap="none" spc="0" normalizeH="0" baseline="0" noProof="0" dirty="0">
                <a:ln>
                  <a:noFill/>
                </a:ln>
                <a:solidFill>
                  <a:srgbClr val="7030A0"/>
                </a:solidFill>
                <a:effectLst/>
                <a:uLnTx/>
                <a:uFillTx/>
                <a:latin typeface="+mn-lt"/>
                <a:ea typeface="+mn-ea"/>
                <a:cs typeface="+mn-cs"/>
              </a:rPr>
              <a:t>通信协议</a:t>
            </a:r>
            <a:r>
              <a:rPr kumimoji="1" lang="zh-CN" altLang="en-US" sz="2800" b="0" i="0" u="none" strike="noStrike" kern="1200" cap="none" spc="0" normalizeH="0" baseline="0" noProof="0" dirty="0">
                <a:ln>
                  <a:noFill/>
                </a:ln>
                <a:solidFill>
                  <a:srgbClr val="7030A0"/>
                </a:solidFill>
                <a:effectLst/>
                <a:uLnTx/>
                <a:uFillTx/>
                <a:latin typeface="+mn-lt"/>
                <a:ea typeface="+mn-ea"/>
                <a:cs typeface="+mn-cs"/>
              </a:rPr>
              <a:t> </a:t>
            </a:r>
            <a:endParaRPr kumimoji="1" lang="en-US" altLang="zh-CN" sz="2800" b="0" i="0" u="none" strike="noStrike" kern="1200" cap="none" spc="0" normalizeH="0" baseline="0" noProof="0" dirty="0">
              <a:ln>
                <a:noFill/>
              </a:ln>
              <a:solidFill>
                <a:srgbClr val="7030A0"/>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n"/>
              <a:defRPr/>
            </a:pPr>
            <a:endParaRPr kumimoji="1" lang="zh-CN" altLang="en-US" sz="2800" b="0" i="0" u="none" strike="noStrike" kern="1200" cap="none" spc="0" normalizeH="0" baseline="0" noProof="0" dirty="0">
              <a:ln>
                <a:noFill/>
              </a:ln>
              <a:solidFill>
                <a:srgbClr val="7030A0"/>
              </a:solidFill>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zh-CN" sz="2400" b="1" i="0" u="none" strike="noStrike" kern="1000" cap="none" spc="-2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要想保证通信成功，通信双方必须有一系列的约定</a:t>
            </a:r>
            <a:r>
              <a:rPr kumimoji="1" lang="zh-CN" altLang="en-US" sz="2400" b="1" i="0" u="none" strike="noStrike" kern="1000" cap="none" spc="-2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（即握手信号）</a:t>
            </a:r>
            <a:r>
              <a:rPr kumimoji="1" lang="zh-CN" altLang="zh-CN" sz="2400" b="1" i="0" u="none" strike="noStrike" kern="1000" cap="none" spc="-2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1" lang="en-US" altLang="zh-CN" sz="2400" b="1" i="0" u="none" strike="noStrike" kern="1000" cap="none" spc="-2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1000" cap="none" spc="-2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波特率</a:t>
            </a:r>
            <a:endParaRPr kumimoji="1" lang="en-US" altLang="zh-CN" sz="2400" b="1" i="0" u="none" strike="noStrike" kern="1000" cap="none" spc="-2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zh-CN" sz="2400" b="1" i="0" u="none" strike="noStrike" kern="10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收、发双方必须事先规定好串行工作方式，即字符格式，规定是否采用奇偶校验及其校验的方式</a:t>
            </a:r>
            <a:r>
              <a:rPr kumimoji="1" lang="en-US" altLang="zh-CN" sz="2400" b="1" i="0" u="none" strike="noStrike" kern="1000" cap="none" spc="0" normalizeH="0" baseline="0" noProof="0" dirty="0">
                <a:ln>
                  <a:noFill/>
                </a:ln>
                <a:solidFill>
                  <a:schemeClr val="tx1"/>
                </a:solidFill>
                <a:effectLst/>
                <a:uLnTx/>
                <a:uFillTx/>
                <a:latin typeface="宋体" panose="02010600030101010101" pitchFamily="2" charset="-122"/>
                <a:ea typeface="+mn-ea"/>
                <a:cs typeface="Times New Roman" panose="02020603050405020304" pitchFamily="18" charset="0"/>
              </a:rPr>
              <a:t>(</a:t>
            </a:r>
            <a:r>
              <a:rPr kumimoji="1" lang="zh-CN" altLang="zh-CN" sz="2400" b="1" i="0" u="none" strike="noStrike" kern="10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奇校验还是偶校验</a:t>
            </a:r>
            <a:r>
              <a:rPr kumimoji="1" lang="en-US" altLang="zh-CN" sz="2400" b="1" i="0" u="none" strike="noStrike" kern="1000" cap="none" spc="0" normalizeH="0" baseline="0" noProof="0" dirty="0">
                <a:ln>
                  <a:noFill/>
                </a:ln>
                <a:solidFill>
                  <a:schemeClr val="tx1"/>
                </a:solidFill>
                <a:effectLst/>
                <a:uLnTx/>
                <a:uFillTx/>
                <a:latin typeface="宋体" panose="02010600030101010101" pitchFamily="2" charset="-122"/>
                <a:ea typeface="+mn-ea"/>
                <a:cs typeface="Times New Roman" panose="02020603050405020304" pitchFamily="18" charset="0"/>
              </a:rPr>
              <a:t>)</a:t>
            </a:r>
            <a:r>
              <a:rPr kumimoji="1" lang="zh-CN" altLang="zh-CN" sz="2400" b="1" i="0" u="none" strike="noStrike" kern="10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等通信协议；</a:t>
            </a:r>
            <a:endParaRPr kumimoji="1" lang="en-US" altLang="zh-CN" sz="2400" b="1" i="0" u="none" strike="noStrike" kern="10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endParaRPr kumimoji="1"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342900" marR="0" lvl="0" indent="-342900" algn="just"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2400" b="1" i="0" u="none" strike="noStrike" kern="1200" cap="none" spc="0" normalizeH="0" baseline="0" noProof="0" dirty="0">
                <a:ln>
                  <a:noFill/>
                </a:ln>
                <a:solidFill>
                  <a:srgbClr val="7030A0"/>
                </a:solidFill>
                <a:effectLst/>
                <a:uLnTx/>
                <a:uFillTx/>
                <a:latin typeface="宋体" panose="02010600030101010101" pitchFamily="2" charset="-122"/>
                <a:ea typeface="+mn-ea"/>
                <a:cs typeface="+mn-cs"/>
              </a:rPr>
              <a:t>7.4.2 </a:t>
            </a:r>
            <a:r>
              <a:rPr kumimoji="1" lang="zh-CN" altLang="en-US" sz="2400" b="1" i="0" u="none" strike="noStrike" kern="1200" cap="none" spc="0" normalizeH="0" baseline="0" noProof="0" dirty="0">
                <a:ln>
                  <a:noFill/>
                </a:ln>
                <a:solidFill>
                  <a:srgbClr val="7030A0"/>
                </a:solidFill>
                <a:effectLst/>
                <a:uLnTx/>
                <a:uFillTx/>
                <a:latin typeface="宋体" panose="02010600030101010101" pitchFamily="2" charset="-122"/>
                <a:ea typeface="+mn-ea"/>
                <a:cs typeface="+mn-cs"/>
              </a:rPr>
              <a:t>通信程序举例</a:t>
            </a: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例</a:t>
            </a:r>
            <a:r>
              <a:rPr kumimoji="1"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7-7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4"/>
          <p:cNvPicPr>
            <a:picLocks noChangeAspect="1"/>
          </p:cNvPicPr>
          <p:nvPr/>
        </p:nvPicPr>
        <p:blipFill>
          <a:blip r:embed="rId2"/>
          <a:srcRect l="11787" t="17412" r="12175" b="12628"/>
          <a:stretch>
            <a:fillRect/>
          </a:stretch>
        </p:blipFill>
        <p:spPr>
          <a:xfrm>
            <a:off x="539750" y="765175"/>
            <a:ext cx="8099425" cy="5472113"/>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4" name="Rectangle 9"/>
          <p:cNvSpPr/>
          <p:nvPr/>
        </p:nvSpPr>
        <p:spPr>
          <a:xfrm>
            <a:off x="323850" y="333375"/>
            <a:ext cx="1804988" cy="457200"/>
          </a:xfrm>
          <a:prstGeom prst="rect">
            <a:avLst/>
          </a:prstGeom>
          <a:noFill/>
          <a:ln w="9525">
            <a:noFill/>
          </a:ln>
        </p:spPr>
        <p:txBody>
          <a:bodyPr wrap="none" anchor="ctr" anchorCtr="0">
            <a:spAutoFit/>
          </a:bodyPr>
          <a:lstStyle/>
          <a:p>
            <a:pPr eaLnBrk="1" hangingPunct="1"/>
            <a:r>
              <a:rPr lang="zh-CN" altLang="en-US" dirty="0">
                <a:solidFill>
                  <a:srgbClr val="333300"/>
                </a:solidFill>
                <a:latin typeface="Tahoma" panose="020B0604030504040204" pitchFamily="34" charset="0"/>
              </a:rPr>
              <a:t>甲机主程序 </a:t>
            </a:r>
          </a:p>
        </p:txBody>
      </p:sp>
      <p:sp>
        <p:nvSpPr>
          <p:cNvPr id="40965" name="Rectangle 10"/>
          <p:cNvSpPr/>
          <p:nvPr/>
        </p:nvSpPr>
        <p:spPr>
          <a:xfrm>
            <a:off x="4284028" y="404178"/>
            <a:ext cx="2724150" cy="457200"/>
          </a:xfrm>
          <a:prstGeom prst="rect">
            <a:avLst/>
          </a:prstGeom>
          <a:noFill/>
          <a:ln w="9525">
            <a:noFill/>
          </a:ln>
        </p:spPr>
        <p:txBody>
          <a:bodyPr wrap="none" anchor="ctr" anchorCtr="0">
            <a:spAutoFit/>
          </a:bodyPr>
          <a:lstStyle/>
          <a:p>
            <a:pPr eaLnBrk="1" hangingPunct="1"/>
            <a:r>
              <a:rPr lang="zh-CN" altLang="en-US" dirty="0">
                <a:solidFill>
                  <a:srgbClr val="333300"/>
                </a:solidFill>
                <a:latin typeface="Tahoma" panose="020B0604030504040204" pitchFamily="34" charset="0"/>
              </a:rPr>
              <a:t>甲机中断服务程序 </a:t>
            </a:r>
          </a:p>
        </p:txBody>
      </p:sp>
      <p:pic>
        <p:nvPicPr>
          <p:cNvPr id="3" name="图片 2"/>
          <p:cNvPicPr>
            <a:picLocks noChangeAspect="1"/>
          </p:cNvPicPr>
          <p:nvPr/>
        </p:nvPicPr>
        <p:blipFill>
          <a:blip r:embed="rId2"/>
          <a:stretch>
            <a:fillRect/>
          </a:stretch>
        </p:blipFill>
        <p:spPr>
          <a:xfrm>
            <a:off x="3636010" y="980440"/>
            <a:ext cx="5117465" cy="5513705"/>
          </a:xfrm>
          <a:prstGeom prst="rect">
            <a:avLst/>
          </a:prstGeom>
        </p:spPr>
      </p:pic>
      <p:pic>
        <p:nvPicPr>
          <p:cNvPr id="5" name="图片 4"/>
          <p:cNvPicPr>
            <a:picLocks noChangeAspect="1"/>
          </p:cNvPicPr>
          <p:nvPr/>
        </p:nvPicPr>
        <p:blipFill>
          <a:blip r:embed="rId3"/>
          <a:stretch>
            <a:fillRect/>
          </a:stretch>
        </p:blipFill>
        <p:spPr>
          <a:xfrm>
            <a:off x="252095" y="1068070"/>
            <a:ext cx="2611120" cy="533781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52095" y="123190"/>
            <a:ext cx="9021445" cy="673481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p:cNvSpPr>
          <p:nvPr>
            <p:ph idx="1"/>
          </p:nvPr>
        </p:nvSpPr>
        <p:spPr>
          <a:xfrm>
            <a:off x="611188" y="692150"/>
            <a:ext cx="8229600" cy="1439863"/>
          </a:xfrm>
          <a:noFill/>
          <a:ln>
            <a:noFill/>
          </a:ln>
        </p:spPr>
        <p:txBody>
          <a:bodyPr>
            <a:normAutofit lnSpcReduction="10000"/>
          </a:bodyPr>
          <a:lstStyle/>
          <a:p>
            <a:pPr eaLnBrk="1" hangingPunct="1"/>
            <a:r>
              <a:rPr lang="en-US" altLang="zh-CN" sz="2800" b="1" dirty="0">
                <a:solidFill>
                  <a:srgbClr val="FF0000"/>
                </a:solidFill>
                <a:latin typeface="宋体" panose="02010600030101010101" pitchFamily="2" charset="-122"/>
              </a:rPr>
              <a:t>7.5 </a:t>
            </a:r>
            <a:r>
              <a:rPr lang="zh-CN" altLang="en-US" sz="2800" b="1" dirty="0">
                <a:solidFill>
                  <a:srgbClr val="FF0000"/>
                </a:solidFill>
                <a:latin typeface="宋体" panose="02010600030101010101" pitchFamily="2" charset="-122"/>
              </a:rPr>
              <a:t>单片机与</a:t>
            </a:r>
            <a:r>
              <a:rPr lang="en-US" altLang="zh-CN" sz="2800" b="1" dirty="0">
                <a:solidFill>
                  <a:srgbClr val="FF0000"/>
                </a:solidFill>
                <a:latin typeface="宋体" panose="02010600030101010101" pitchFamily="2" charset="-122"/>
              </a:rPr>
              <a:t>PC</a:t>
            </a:r>
            <a:r>
              <a:rPr lang="zh-CN" altLang="en-US" sz="2800" b="1" dirty="0">
                <a:solidFill>
                  <a:srgbClr val="FF0000"/>
                </a:solidFill>
                <a:latin typeface="宋体" panose="02010600030101010101" pitchFamily="2" charset="-122"/>
              </a:rPr>
              <a:t>机之间的通信 </a:t>
            </a:r>
          </a:p>
          <a:p>
            <a:pPr eaLnBrk="1" hangingPunct="1"/>
            <a:r>
              <a:rPr lang="en-US" altLang="zh-CN" sz="2800" b="1" dirty="0">
                <a:solidFill>
                  <a:srgbClr val="7030A0"/>
                </a:solidFill>
                <a:latin typeface="宋体" panose="02010600030101010101" pitchFamily="2" charset="-122"/>
              </a:rPr>
              <a:t>7.5.1 PC</a:t>
            </a:r>
            <a:r>
              <a:rPr lang="zh-CN" altLang="en-US" sz="2800" b="1" dirty="0">
                <a:solidFill>
                  <a:srgbClr val="7030A0"/>
                </a:solidFill>
                <a:latin typeface="宋体" panose="02010600030101010101" pitchFamily="2" charset="-122"/>
              </a:rPr>
              <a:t>机串口调试助手的介绍 </a:t>
            </a:r>
          </a:p>
          <a:p>
            <a:pPr eaLnBrk="1" hangingPunct="1"/>
            <a:r>
              <a:rPr lang="en-US" altLang="zh-CN" sz="2800" b="1" dirty="0">
                <a:solidFill>
                  <a:srgbClr val="7030A0"/>
                </a:solidFill>
                <a:latin typeface="宋体" panose="02010600030101010101" pitchFamily="2" charset="-122"/>
              </a:rPr>
              <a:t>7.5.2 </a:t>
            </a:r>
            <a:r>
              <a:rPr lang="zh-CN" altLang="en-US" sz="2800" b="1" dirty="0">
                <a:solidFill>
                  <a:srgbClr val="7030A0"/>
                </a:solidFill>
                <a:latin typeface="宋体" panose="02010600030101010101" pitchFamily="2" charset="-122"/>
              </a:rPr>
              <a:t>单片机与</a:t>
            </a:r>
            <a:r>
              <a:rPr lang="en-US" altLang="zh-CN" sz="2800" b="1" dirty="0">
                <a:solidFill>
                  <a:srgbClr val="7030A0"/>
                </a:solidFill>
                <a:latin typeface="宋体" panose="02010600030101010101" pitchFamily="2" charset="-122"/>
              </a:rPr>
              <a:t>PC</a:t>
            </a:r>
            <a:r>
              <a:rPr lang="zh-CN" altLang="en-US" sz="2800" b="1" dirty="0">
                <a:solidFill>
                  <a:srgbClr val="7030A0"/>
                </a:solidFill>
                <a:latin typeface="宋体" panose="02010600030101010101" pitchFamily="2" charset="-122"/>
              </a:rPr>
              <a:t>机通信的举例 </a:t>
            </a:r>
          </a:p>
        </p:txBody>
      </p:sp>
      <p:pic>
        <p:nvPicPr>
          <p:cNvPr id="43011" name="Picture 4"/>
          <p:cNvPicPr>
            <a:picLocks noChangeAspect="1"/>
          </p:cNvPicPr>
          <p:nvPr/>
        </p:nvPicPr>
        <p:blipFill>
          <a:blip r:embed="rId2"/>
          <a:srcRect l="14919" t="22650" r="34459" b="26842"/>
          <a:stretch>
            <a:fillRect/>
          </a:stretch>
        </p:blipFill>
        <p:spPr>
          <a:xfrm>
            <a:off x="1042988" y="2276475"/>
            <a:ext cx="6624637" cy="4249738"/>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549275"/>
            <a:ext cx="7886700" cy="5627688"/>
          </a:xfrm>
        </p:spPr>
        <p:txBody>
          <a:bodyPr>
            <a:normAutofit fontScale="92500"/>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参考程序：</a:t>
            </a:r>
            <a:endPar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#include &lt;reg52.h&gt;</a:t>
            </a:r>
            <a:endPar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#define </a:t>
            </a:r>
            <a:r>
              <a:rPr kumimoji="1" lang="en-US" altLang="zh-CN" sz="24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uchar</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unsigned char	</a:t>
            </a:r>
            <a:endPar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#define </a:t>
            </a:r>
            <a:r>
              <a:rPr kumimoji="1" lang="en-US" altLang="zh-CN" sz="24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uint</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unsigned int</a:t>
            </a:r>
            <a:endPar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uchar</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code a1[] = {"WELCOME TO OUR CLASS!ARE YOU READY?#"}; </a:t>
            </a:r>
            <a:endPar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uchar</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code a2[] = {"..&gt;OK! LET`S BEGIN!#"}; </a:t>
            </a:r>
            <a:endPar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uchar</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code a3[] = {"..&gt;OH! PLEASE KEEP UP WITH!#"} ; </a:t>
            </a:r>
            <a:endPar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void delay(</a:t>
            </a:r>
            <a:r>
              <a:rPr kumimoji="1" lang="en-US" altLang="zh-CN" sz="24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uint</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k)		      		/*</a:t>
            </a:r>
            <a:r>
              <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延时子程序</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uint</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data </a:t>
            </a:r>
            <a:r>
              <a:rPr kumimoji="1" lang="en-US" altLang="zh-CN" sz="24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j; 		</a:t>
            </a:r>
            <a:endPar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for(</a:t>
            </a:r>
            <a:r>
              <a:rPr kumimoji="1" lang="en-US" altLang="zh-CN" sz="24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0; </a:t>
            </a:r>
            <a:r>
              <a:rPr kumimoji="1" lang="en-US" altLang="zh-CN" sz="24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&lt; k; </a:t>
            </a:r>
            <a:r>
              <a:rPr kumimoji="1" lang="en-US" altLang="zh-CN" sz="24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for(j = 0; j &lt; 121; </a:t>
            </a:r>
            <a:r>
              <a:rPr kumimoji="1" lang="en-US" altLang="zh-CN" sz="24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j++</a:t>
            </a: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		</a:t>
            </a:r>
            <a:endPar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endPar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zh-CN" altLang="zh-CN" sz="24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850" y="620713"/>
            <a:ext cx="8191500" cy="5903913"/>
          </a:xfrm>
        </p:spPr>
        <p:txBody>
          <a:bodyPr>
            <a:normAutofit/>
          </a:bodyPr>
          <a:lstStyle/>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void send (</a:t>
            </a:r>
            <a:r>
              <a:rPr kumimoji="1" lang="en-US" altLang="zh-CN" sz="2000" b="1" i="0" u="none" strike="noStrike" kern="9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uchar</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code *a)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发送字符串的子程序</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int m = 0;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while(a[m]! = 0x23)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若字符串未发送完</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则继续发送</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SBUF = a[m];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发送字符串中的</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个字符</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m++ ;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while(TI =</a:t>
            </a:r>
            <a:r>
              <a:rPr kumimoji="1" lang="en-US" altLang="zh-CN" sz="2000" b="1" i="0" u="none" strike="noStrike" kern="9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0);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等待发送结束</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TI = 0;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delay(100);  }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延时</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以观察实验效果</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m = 0;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549275"/>
            <a:ext cx="7886700" cy="5627688"/>
          </a:xfrm>
        </p:spPr>
        <p:txBody>
          <a:bodyPr>
            <a:normAutofit/>
          </a:bodyPr>
          <a:lstStyle/>
          <a:p>
            <a:pPr marL="269875" marR="0" lvl="0" indent="0" algn="just" defTabSz="914400" rtl="0" eaLnBrk="0" fontAlgn="base" latinLnBrk="0" hangingPunct="0">
              <a:lnSpc>
                <a:spcPct val="11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void main(void)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主程序</a:t>
            </a: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1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uchar t;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1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uchar code *p;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定义指针变量</a:t>
            </a: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1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TMOD = 0x20;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定时器和串口初始化</a:t>
            </a: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1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TL1 = 0xFD;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1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TH1 = 0xFD;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1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TR1 = 1;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1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SCON = 0x50;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1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p = a1;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将字符串</a:t>
            </a: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a1</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的首地址赋给</a:t>
            </a: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p*/</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1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send(p);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调发送子程序</a:t>
            </a: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发送第</a:t>
            </a: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个字符串</a:t>
            </a: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1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388" y="1125538"/>
            <a:ext cx="8713788" cy="5051425"/>
          </a:xfrm>
        </p:spPr>
        <p:txBody>
          <a:bodyPr>
            <a:normAutofit/>
          </a:bodyPr>
          <a:lstStyle/>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fr-FR"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while(1)</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while(RI = = 0);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等待接收命令</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{RI = 0;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t = SBUF;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if(t = = 0x59)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如果所接收的是‘</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准备发送第</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个字符串</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p = a2;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send(p);  	}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调发送子程序</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发送第</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个字符串</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if(t = = 0x4e)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如果所接收的是‘</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准备发送第</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个字符串</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  p = a3;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send(p);   }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调发送子程序</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发送第</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个字符串</a:t>
            </a: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69875"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1" lang="zh-CN" altLang="zh-CN" sz="2000" b="1" i="0" u="none" strike="noStrike" kern="9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1" i="0" u="none" strike="noStrike" kern="10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p:cNvSpPr>
          <p:nvPr>
            <p:ph idx="1"/>
          </p:nvPr>
        </p:nvSpPr>
        <p:spPr>
          <a:xfrm>
            <a:off x="457200" y="1123950"/>
            <a:ext cx="8229600" cy="4897438"/>
          </a:xfrm>
          <a:noFill/>
          <a:ln>
            <a:noFill/>
          </a:ln>
        </p:spPr>
        <p:txBody>
          <a:bodyPr/>
          <a:lstStyle/>
          <a:p>
            <a:pPr eaLnBrk="1" hangingPunct="1">
              <a:lnSpc>
                <a:spcPct val="90000"/>
              </a:lnSpc>
              <a:buNone/>
            </a:pPr>
            <a:r>
              <a:rPr lang="en-US" altLang="zh-CN" sz="2800" b="1" dirty="0">
                <a:solidFill>
                  <a:srgbClr val="FF0000"/>
                </a:solidFill>
              </a:rPr>
              <a:t>7.6 </a:t>
            </a:r>
            <a:r>
              <a:rPr lang="zh-CN" altLang="en-US" sz="2800" b="1" dirty="0">
                <a:solidFill>
                  <a:srgbClr val="FF0000"/>
                </a:solidFill>
              </a:rPr>
              <a:t>总结和复习</a:t>
            </a:r>
            <a:endParaRPr lang="en-US" altLang="zh-CN" sz="2800" b="1" dirty="0">
              <a:solidFill>
                <a:srgbClr val="FF0000"/>
              </a:solidFill>
            </a:endParaRPr>
          </a:p>
          <a:p>
            <a:pPr eaLnBrk="1" hangingPunct="1">
              <a:lnSpc>
                <a:spcPct val="90000"/>
              </a:lnSpc>
              <a:buNone/>
            </a:pPr>
            <a:endParaRPr lang="zh-CN" altLang="en-US" sz="2800" b="1" dirty="0">
              <a:solidFill>
                <a:srgbClr val="FF0000"/>
              </a:solidFill>
            </a:endParaRPr>
          </a:p>
          <a:p>
            <a:pPr marL="1440180" eaLnBrk="1" latinLnBrk="0" hangingPunct="1">
              <a:lnSpc>
                <a:spcPct val="150000"/>
              </a:lnSpc>
              <a:spcBef>
                <a:spcPts val="0"/>
              </a:spcBef>
              <a:buFont typeface="Wingdings" panose="05000000000000000000" charset="0"/>
              <a:buChar char="Ø"/>
            </a:pPr>
            <a:r>
              <a:rPr lang="zh-CN" altLang="en-US" sz="2400" b="1" dirty="0">
                <a:solidFill>
                  <a:srgbClr val="7030A0"/>
                </a:solidFill>
              </a:rPr>
              <a:t>通信的基本概念</a:t>
            </a:r>
          </a:p>
          <a:p>
            <a:pPr marL="1440180" eaLnBrk="1" latinLnBrk="0" hangingPunct="1">
              <a:lnSpc>
                <a:spcPct val="150000"/>
              </a:lnSpc>
              <a:spcBef>
                <a:spcPts val="0"/>
              </a:spcBef>
              <a:buFont typeface="Wingdings" panose="05000000000000000000" charset="0"/>
              <a:buChar char="Ø"/>
            </a:pPr>
            <a:r>
              <a:rPr lang="en-US" altLang="zh-CN" sz="2400" b="1" dirty="0">
                <a:solidFill>
                  <a:srgbClr val="7030A0"/>
                </a:solidFill>
              </a:rPr>
              <a:t>89C51</a:t>
            </a:r>
            <a:r>
              <a:rPr lang="zh-CN" altLang="en-US" sz="2400" b="1" dirty="0">
                <a:solidFill>
                  <a:srgbClr val="7030A0"/>
                </a:solidFill>
              </a:rPr>
              <a:t>串口的结构</a:t>
            </a:r>
          </a:p>
          <a:p>
            <a:pPr marL="1440180" eaLnBrk="1" latinLnBrk="0" hangingPunct="1">
              <a:lnSpc>
                <a:spcPct val="150000"/>
              </a:lnSpc>
              <a:spcBef>
                <a:spcPts val="0"/>
              </a:spcBef>
              <a:buFont typeface="Wingdings" panose="05000000000000000000" charset="0"/>
              <a:buChar char="Ø"/>
            </a:pPr>
            <a:r>
              <a:rPr lang="en-US" altLang="zh-CN" sz="2400" b="1" dirty="0">
                <a:solidFill>
                  <a:srgbClr val="7030A0"/>
                </a:solidFill>
              </a:rPr>
              <a:t>89C51</a:t>
            </a:r>
            <a:r>
              <a:rPr lang="zh-CN" altLang="en-US" sz="2400" b="1" dirty="0">
                <a:solidFill>
                  <a:srgbClr val="7030A0"/>
                </a:solidFill>
              </a:rPr>
              <a:t>串口的控制</a:t>
            </a:r>
          </a:p>
          <a:p>
            <a:pPr marL="1440180" eaLnBrk="1" latinLnBrk="0" hangingPunct="1">
              <a:lnSpc>
                <a:spcPct val="150000"/>
              </a:lnSpc>
              <a:spcBef>
                <a:spcPts val="0"/>
              </a:spcBef>
              <a:buFont typeface="Wingdings" panose="05000000000000000000" charset="0"/>
              <a:buChar char="Ø"/>
            </a:pPr>
            <a:r>
              <a:rPr lang="en-US" altLang="zh-CN" sz="2400" b="1" dirty="0">
                <a:solidFill>
                  <a:srgbClr val="7030A0"/>
                </a:solidFill>
              </a:rPr>
              <a:t>89C51</a:t>
            </a:r>
            <a:r>
              <a:rPr lang="zh-CN" altLang="en-US" sz="2400" b="1" dirty="0">
                <a:solidFill>
                  <a:srgbClr val="7030A0"/>
                </a:solidFill>
              </a:rPr>
              <a:t>串口的工作方式</a:t>
            </a:r>
          </a:p>
          <a:p>
            <a:pPr marL="1440180" eaLnBrk="1" latinLnBrk="0" hangingPunct="1">
              <a:lnSpc>
                <a:spcPct val="150000"/>
              </a:lnSpc>
              <a:spcBef>
                <a:spcPts val="0"/>
              </a:spcBef>
              <a:buFont typeface="Wingdings" panose="05000000000000000000" charset="0"/>
              <a:buChar char="Ø"/>
            </a:pPr>
            <a:r>
              <a:rPr lang="zh-CN" altLang="en-US" sz="2400" b="1" dirty="0">
                <a:solidFill>
                  <a:srgbClr val="7030A0"/>
                </a:solidFill>
              </a:rPr>
              <a:t>波特率的设置</a:t>
            </a:r>
          </a:p>
          <a:p>
            <a:pPr marL="1440180" eaLnBrk="1" latinLnBrk="0" hangingPunct="1">
              <a:lnSpc>
                <a:spcPct val="150000"/>
              </a:lnSpc>
              <a:spcBef>
                <a:spcPts val="0"/>
              </a:spcBef>
              <a:buFont typeface="Wingdings" panose="05000000000000000000" charset="0"/>
              <a:buChar char="Ø"/>
            </a:pPr>
            <a:r>
              <a:rPr lang="en-US" altLang="zh-CN" sz="2400" b="1" dirty="0">
                <a:solidFill>
                  <a:srgbClr val="7030A0"/>
                </a:solidFill>
              </a:rPr>
              <a:t>RS-232C</a:t>
            </a:r>
          </a:p>
          <a:p>
            <a:pPr marL="1440180" eaLnBrk="1" latinLnBrk="0" hangingPunct="1">
              <a:lnSpc>
                <a:spcPct val="150000"/>
              </a:lnSpc>
              <a:spcBef>
                <a:spcPts val="0"/>
              </a:spcBef>
              <a:buFont typeface="Wingdings" panose="05000000000000000000" charset="0"/>
              <a:buChar char="Ø"/>
            </a:pPr>
            <a:r>
              <a:rPr lang="zh-CN" altLang="en-US" sz="2400" b="1" dirty="0">
                <a:solidFill>
                  <a:srgbClr val="7030A0"/>
                </a:solidFill>
              </a:rPr>
              <a:t>串口通信程序设计</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Fan</Template>
  <TotalTime>338</TotalTime>
  <Words>3379</Words>
  <Application>Microsoft Office PowerPoint</Application>
  <PresentationFormat>全屏显示(4:3)</PresentationFormat>
  <Paragraphs>347</Paragraphs>
  <Slides>43</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43</vt:i4>
      </vt:variant>
    </vt:vector>
  </HeadingPairs>
  <TitlesOfParts>
    <vt:vector size="54" baseType="lpstr">
      <vt:lpstr>宋体</vt:lpstr>
      <vt:lpstr>Arial</vt:lpstr>
      <vt:lpstr>Franklin Gothic Book</vt:lpstr>
      <vt:lpstr>Franklin Gothic Medium</vt:lpstr>
      <vt:lpstr>Tahoma</vt:lpstr>
      <vt:lpstr>Times New Roman</vt:lpstr>
      <vt:lpstr>Wingdings</vt:lpstr>
      <vt:lpstr>Wingdings 2</vt:lpstr>
      <vt:lpstr>暗香扑面</vt:lpstr>
      <vt:lpstr>Equation.3</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陈光建</dc:creator>
  <cp:lastModifiedBy>宇佩 马</cp:lastModifiedBy>
  <cp:revision>98</cp:revision>
  <dcterms:created xsi:type="dcterms:W3CDTF">2004-10-25T07:06:00Z</dcterms:created>
  <dcterms:modified xsi:type="dcterms:W3CDTF">2026-01-08T06:14:31Z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001570555D06438D8BCBD5C3E219B983</vt:lpwstr>
  </property>
  <property fmtid="{D5CDD505-2E9C-101B-9397-08002B2CF9AE}" pid="3" name="KSOProductBuildVer">
    <vt:lpwstr>2052-11.1.0.11194</vt:lpwstr>
  </property>
</Properties>
</file>