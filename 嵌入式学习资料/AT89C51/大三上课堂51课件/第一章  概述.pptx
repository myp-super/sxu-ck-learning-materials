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4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1 165 8192,'0'1'41,"1"-1"-1,-1 1 1,0-1 0,1 1 0,-1 0 0,0-1 0,1 1 0,-1-1 0,1 1-1,-1-1 1,1 0 0,-1 1 0,1-1 0,-1 1 0,1-1 0,-1 0-1,1 1 1,0-1 0,-1 0 0,1 0 0,0 0 0,-1 1 0,1-1 0,0 0-1,0 0 1,24 3 2321,-19-2-1431,508 20 1081,-404-21-1998,678-22-1666,2-30-1417,4 0 1409,325 10 1660,4 21 0,-679 14 0,708 3 0,-7 53 0,-987-37 0,-109-10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6.7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8192,'354'-7'0,"-84"1"0,975 1 0,453-8 0,-1492 9 0,815-13 0,-3 55 0,-787-11 0,-190-18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7.2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8192,'1124'-32'0,"-1068"30"0,110-5 0,1270-48 0,2 28 0,-82 30 0,-1298-3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8.0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8192,'75'-15'0,"105"-9"0,-143 20 0,687-38 0,4 38 0,-492 5 0,1225 6 0,-1 28 0,-1119-9 0,-144-8 0,-157-15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8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8192,'40'2'0,"72"13"0,-41-4 0,531 36 0,-462-40 0,1186 34 0,4-41 0,-640-3 0,-654 3 0,1583 20 0,-1443-14 0,321 18 0,-465-20 1888,-10 0 7556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19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8192,'104'8'8482,"-13"0"-5934,231-3-3236,164-7-5236,-121 0 3713,585 2 4,-804 9 2207,-16-1 0,-102-7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20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8192,'585'32'0,"-409"-28"0,437 17 0,206 5 0,-101-8 0,209 2 0,-462-20 0,577 9 0,-785 3 0,92 1 0,-333-13 932,-1 1 0,27 5 0,-27-3-372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22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1 464 8192,'560'-22'990,"-1"-26"-1600,-122 10 230,469-28 380,110-8 0,387-39 0,-1216 97 0,493-39 0,0 24 0,-482 30 1911,-166 2 7646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23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 8192,'471'0'603,"2513"-16"-1206,-2742 12 603,1375-10 0,-633 53 1081,-899-34-274,7 0 8637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29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1927 8192,'2'2'219,"1"0"1,0-1-1,0 1 0,1-1 1,-1 0-1,0 1 1,0-2-1,1 1 1,-1 0-1,1-1 0,4 1 1,3 1 118,361 41 5036,-317-38-5459,622 15-4465,0-49 840,76-37 3710,-647 55 0,-16 0 0,0-3 0,-1-5 0,-1-4 0,110-43 0,-181 59-18,0 0 0,-1-2 1,0 0-1,0-1 0,-1 0 1,26-23-1,-33 25 70,0-1-1,0 0 1,-1 0-1,0-1 1,0 0-1,-1 0 1,-1 0 0,0-1-1,0 0 1,-1 0-1,5-20 1,-3-11 602,-1 1 0,-2-1 0,-5-60 0,1 38-409,0 46 334,0-1 1,-1 1-1,-1 0 1,-1-1-1,-1 2 0,0-1 1,-1 0-1,-1 1 1,-1 1-1,0-1 1,-1 1-1,-1 0 1,-17-21-1,-46-51-765,-4 3-1,-166-142 1,-160-97 745,344 283-2764,-94-48 0,115 70 1103,-1 2-1,-1 2 1,-77-18 0,17 15 439,-139-9 1,-103 17-662,78 25 1324,1 20 0,186-24 0,-184 29 0,-240 29 0,483-67 0,0 0 0,0 1 0,0 1 0,-23 8 0,34-9 0,0 0 0,0 1 0,1-1 0,-1 1 0,1 1 0,0-1 0,0 1 0,1 0 0,-1 0 0,1 1 0,0-1 0,0 1 0,-4 9 0,-9 15 685,2 1 0,1 1 0,2 0 0,1 1 1,1 0-1,-9 52 0,15-56-104,2 0 0,1 1 0,1-1 0,1 1 0,2-1 0,0 1 0,3-1 0,8 32 0,0-9-220,4-1 0,1-1-1,35 68 1,-34-86-361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0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3260 8192,'3'-6'7564,"5"1"-5131,11-2-3623,-11 5 2087,134-46 1055,70-26-4936,640-238 1520,12 26-944,292-101-864,-25-66 1744,-433 94 1528,-45-75 0,-563 364 0,-3-3 0,130-144 0,-183 177 0,-1-1 0,-3-1 0,-1-2 0,-2-1 0,-2-1 0,-2-1 0,-3-1 0,18-58 0,-30 69 1911,-3 6 7646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0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8192,'25'0'1749,"152"0"6435,-1-1-6114,351-20-11957,-313 2 9682,-213 19 338,1-1-1,-1 1 0,1 0 1,0 0-1,-1 0 0,1 0 1,-1 0-1,1 0 1,-1 0-1,1 0 0,-1 1 1,1-1-1,-1 0 0,1 1 1,-1 0-1,1-1 1,-1 1-1,0 0 0,1 0 1,-1-1-1,0 1 0,0 0 1,0 0-1,1 0 1,-1 1-1,0-1 0,-1 0 1,1 0-1,0 1 1,0-1-1,0 0 0,-1 1 1,1-1-1,-1 1 0,1-1 1,-1 1-1,1-1 1,-1 1-1,0-1 0,0 1 1,0 1-1,0 8 501,-1 0-1,0 0 1,0 0 0,-2-1-1,-2 11 1,1-5-432,-90 348-2486,2-11-1941,23 7 1476,26 183 544,42-533 2205,3-178 1,-2 110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1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1 8192,'-2'82'1682,"-17"100"0,-26 78 1028,26-158-2403,-44 373-4437,26-159 1879,34-306 2251,2-21 0,1-30 0,0 35 0,1-25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1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20 8192,'3'-2'337,"0"0"1,-1 1-1,1-1 0,0 0 1,0 1-1,0-1 1,1 1-1,-1 0 0,0 0 1,0 1-1,1-1 1,5 0-1,47 0 5976,-39 1-5544,8-1-769,-14 1 0,-1-1 0,1 1 0,-1 1 0,15 2 0,-23-2 0,0-1 0,1 1 0,-1 0 0,0-1 0,0 1 0,0 0 0,0 1 0,0-1 0,0 0 0,0 0 0,0 1 0,0-1 0,-1 1 0,1 0 0,0 0 0,-1-1 0,0 1 0,1 0 0,-1 0 0,0 0 0,0 0 0,0 1 0,0-1 0,1 3 0,0 8-152,0 0-1,-1 0 1,0 0-1,-1 0 0,0 1 1,-1-1-1,-1 0 1,0 0-1,-1-1 1,-7 23-1,-3 1-406,-2-1 0,-27 49-1,32-66-116,-2-1 0,1 0 0,-2-1 0,-1 0 0,-29 28 0,13-20-676,-1-1 0,-43 24 0,4-7 1911,70-40-552,-1 0 0,1 0-1,0 0 1,-1 0 0,1 0 0,-1 0 0,1 0 0,0 1-1,-1-1 1,1 0 0,0 0 0,-1 0 0,1 1-1,0-1 1,0 0 0,-1 0 0,1 1 0,0-1-1,-1 0 1,1 0 0,0 1 0,0-1 0,0 0-1,-1 1 1,1-1 0,0 0 0,0 1 0,0-1-1,0 1 1,0-1 0,0 0 0,0 1 0,0-1-1,0 0 1,0 1 0,0-1 0,0 1 0,0-1 0,0 0-1,0 1 1,0-1 0,0 0 0,0 1 0,0-1-1,1 1 1,-1-1 0,0 0 0,0 1 0,0-1-1,1 0 1,-1 0 0,0 1 0,0-1 0,1 0-1,-1 0 1,0 1 0,1-1 0,-1 0 0,27 13-514,-20-10 438,88 31 1400,8 3 1693,-67-21 625,54 26-2013,-74-33-193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2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0 328 8192,'3'-2'566,"0"0"0,-1 0 1,1 0-1,0 0 0,0 1 1,0 0-1,1-1 0,-1 1 0,0 1 1,0-1-1,1 0 0,5 0 1,47 0 3150,-36 2-3328,74-1-389,139-5 0,-198 2 0,0-2 0,0-1 0,-1-2 0,54-19 0,-85 26 0,1-1 0,-1 1 0,0-1 0,1 0 0,-1 0 0,0 0 0,0-1 0,0 1 0,0-1 0,-1 1 0,1-1 0,-1 0 0,0 0 0,1 0 0,-1 0 0,0 0 0,-1-1 0,1 1 0,-1-1 0,1 1 0,0-5 0,0-3 0,-1 0 0,0 0 0,-1 0 0,0 0 0,0 0 0,-3-11 0,3 19 0,-1-1 0,0 1 0,0 0 0,0 0 0,0-1 0,0 1 0,-1 0 0,1 0 0,-1 1 0,0-1 0,0 0 0,0 0 0,-4-4 0,1 3 0,-1 0 0,1-1 0,-1 2 0,1-1 0,-1 1 0,-10-5 0,2 3 0,0 0 0,-1 1 0,1 0 0,-1 1 0,-23-1 0,10 2 0,0 2 0,-32 3 0,50-2 0,0 0 0,0 2 0,1-1 0,-1 1 0,1 0 0,-1 1 0,1 0 0,0 1 0,-13 8 0,3 0-190,0 2-1,0 0 1,2 1-1,0 1 1,1 1 0,0 0-1,1 1 1,2 1-1,0 0 1,1 0-1,1 2 1,-11 28-1,7-8-620,2 2 0,1-1 0,3 1-1,1 1 1,-2 76 0,10-94 436,1-1 0,1 1 0,1 0 0,1 0 0,2-1 0,0 0 0,2 0 0,1-1 0,1 0 0,25 44 0,-31-62 375,1 1 0,1-1 0,-1-1 0,1 1 0,1-1 0,-1 0 0,1 0 0,0 0 0,0-1 0,1 0 0,8 4 0,-4-4 0,0 0 0,1-1 0,0 0 0,-1-1 0,1 0 0,23 1 0,1-3 0,0-2 0,-1-1 0,0-2 0,52-13 0,-39 5 0,-1-2 0,-1-2 0,84-41 0,-70 24 0,-2-2 0,69-54 0,-83 51 0,-26 20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3.0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619 3 8192,'-78'-1'0,"22"-1"0,-78 9 0,119-6 0,0 1 0,1 1 0,0 1 0,-1 0 0,1 0 0,0 2 0,1 0 0,0 0 0,0 1 0,0 1 0,1 0 0,0 1 0,0 0 0,1 1 0,0 0 0,1 0 0,0 1 0,1 1 0,0 0 0,-7 13 0,2 0 0,2 0 0,1 1 0,1 1 0,1-1 0,1 2 0,2-1 0,1 1 0,0 0 0,3 0 0,0 33 0,1-30 0,0-16 0,1 1 0,1 0 0,0 0 0,5 21 0,-5-34 0,0-1 0,0 0 0,1 1 0,-1-1 0,0 0 0,1 0 0,0 0 0,-1 0 0,1 0 0,0 0 0,0-1 0,0 1 0,0 0 0,0-1 0,1 0 0,-1 1 0,0-1 0,1 0 0,-1 0 0,1 0 0,-1-1 0,1 1 0,-1-1 0,1 1 0,4-1 0,9 1 0,0 0 0,0-1 0,18-3 0,-15 2 0,28-3 0,0-1 0,0-3 0,-1-1 0,0-3 0,-1-2 0,-1-1 0,0-3 0,-1-1 0,-1-2 0,-1-2 0,-1-2 0,-1-2 0,-1-1 0,-2-2 0,44-45 0,-75 69 0,-1 2 0,0-1 0,0 1 0,1 0 0,0 0 0,6-4 0,-11 8 0,1-1 0,-1 1 0,0 0 0,1 0 0,-1-1 0,1 1 0,-1 0 0,1 0 0,-1 0 0,1 0 0,-1 0 0,1 0 0,-1 0 0,1 0 0,-1 0 0,1 0 0,-1 0 0,1 0 0,-1 0 0,1 0 0,-1 0 0,1 1 0,-1-1 0,0 0 0,1 0 0,0 1 0,0 0 0,0 0 0,0 1 0,-1-1 0,1 0 0,-1 1 0,1-1 0,-1 0 0,1 1 0,-1-1 0,0 0 0,1 1 0,-1-1 0,0 1 0,0 1 0,0 84 5182,-1-78-4451,0 1-1,0-1 1,-1 0-1,0 1 1,0-1 0,-1 0-1,-5 9 1,6-15-699,0 1 0,-1-1 1,1 0-1,-1 0 1,0-1-1,0 1 0,0 0 1,0-1-1,-1 0 1,1 0-1,-1 0 0,1 0 1,-1 0-1,0-1 0,1 0 1,-7 2-1,-7 1-67,0-1 1,-24 1-1,32-3 30,-13 1 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3.6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604 1 8192,'-20'0'848,"0"0"0,-1 1 0,1 2 1,0 0-1,0 1 0,0 0 0,1 2 1,-1 0-1,1 2 0,1 0 0,-1 1 1,-27 18-1,5 3-1501,1 1 1,2 3 0,2 0 0,0 3-1,-29 40 1,56-65 811,1-1-1,1 1 1,0 1 0,1-1-1,0 1 1,0 0 0,2 1-1,-6 21 1,9-30-54,0 0-1,1 0 1,-1 0-1,1 0 1,0 0-1,0 0 1,1 0-1,-1 0 1,1 0-1,0 0 1,1 0 0,-1 0-1,1-1 1,0 1-1,0 0 1,0-1-1,1 0 1,-1 1-1,1-1 1,0 0-1,1 0 1,-1-1 0,0 1-1,1-1 1,0 0-1,0 0 1,6 4-1,0-2-243,1 0 0,-1 0 0,1-1-1,0-1 1,1 0 0,-1 0 0,0-1 0,16 1 0,98-3-1705,-77-1 1584,17 2-1090,-34 0-2,0-1-1,-1-1 1,1-2-1,32-7 1,-56 8 1352,-1 0 0,0-1 0,1 0 0,-1 0 0,-1-1 0,1 1 0,0-1 0,-1-1 0,0 1 0,0-1 0,0 0 0,0 0 0,-1 0 0,0 0 0,0-1 0,3-6 0,2-4 0,-1 0 0,-1-1 0,-1 0 0,8-32 0,-7 19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3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 8192,'0'3'0,"0"6"0,0 12 3356,-3 12-3356,-1 16 0,-6 14 0,0 8 5483,-3 6-5483,-1 2 0,2-5 0,2-2-3356,1-8 3356,1-9 0,3-11-5483,-2-10 5483,-3 12 11468,7-31-11468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4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8192,'6'17'1312,"0"0"0,-2 0-1,0 1 1,0-1 0,0 28 0,1-7-364,2 39-290,-6-51-260,1 0 0,2-1 1,0 1-1,11 32 0,-14-56-398,0 0 0,0 0 0,0 0 0,0 1 0,0-1 0,1 0 0,-1 0 0,1 0 0,-1-1 0,1 1 0,0 0 0,0-1 0,0 1 0,0-1 0,0 1 0,0-1 0,0 0 0,3 1 0,-1 0 0,0-1 0,0 0 0,1-1 0,-1 1 0,0-1 0,1 0 0,-1 0 0,0 0 0,7-1 0,7-3 0,-1 0 0,0-2 0,32-13 0,-45 17 0,34-17 0,-1-2 0,-1-2 0,-1-1 0,-1-1 0,45-45 0,-70 62 0,-1 0 0,-1-1 0,1 1 0,-2-1 0,1-1 0,-1 1 0,6-13 0,-10 18 0,0-1 0,-1 0 0,1 1 0,-1-1 0,0 0 0,0 0 0,-1 0 0,1 0 0,-1 0 0,0 0 0,-1 0 0,1 0 0,-1 0 0,0 1 0,0-1 0,0 0 0,-1 0 0,-3-7 0,-3-3 0,-1 2 0,0-1 0,-1 1 0,0 1 0,-1 0 0,-1 0 0,0 1 0,0 1 0,-20-13 0,19 15 0,1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4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8192,'2'3'258,"-1"-1"0,1 1 0,0-1 0,-1 1 0,0 0 0,1 0 1,-1-1-1,0 1 0,0 0 0,-1 0 0,1 0 0,0 5 0,1 40 4606,-3-33-4244,2 65 695,-15 133-1,13-211-1314,-1 13 0,2-11 0,2-6 0,12-34-305,2 1 0,2 1 0,1 1 0,2 1 0,0 0 0,3 2 0,0 0 0,2 2-1,1 0 1,54-41 0,-65 57-846,-11 7 207,0 1 0,0 0 0,1 0 0,-1 1 0,1 0 0,12-6 0,-17 9 932,0 0 0,0 0 1,0 0-1,0 0 1,0 0-1,0 0 1,0 0-1,0 0 0,0 1 1,1-1-1,-1 0 1,-1 1-1,1-1 0,0 0 1,0 1-1,0-1 1,0 1-1,0 0 1,0-1-1,0 1 0,-1 0 1,1-1-1,0 1 1,-1 0-1,1 0 1,0 0-1,-1 0 0,1-1 1,-1 1-1,1 0 1,-1 0-1,0 0 1,1 0-1,-1 0 0,0 0 1,0 0-1,1 2 1,1 6 31,-1-1 1,1 1 0,-1 12 0,-1-17-17,-1 172-4,-1-106 0,4-54 0,-1-16 0,-1 0 0,0-1 0,1 1 0,-1 0 0,1-1 0,-1 1 0,1 0 0,-1-1 0,0 1 0,1-1 0,-1 1 0,0-1 0,1 1 0,-1 0 0,0-1 0,0 1 0,1-1 0,-1 1 0,0-1 0,0 0 0,0 1 0,0-1 0,1 0 0,6-17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5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 8192,'-6'212'0,"-60"374"0,57-517 5734,6-41-1792,3-22-2643,1-8-806,56-190-493,-46 157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5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8192,'2'0'52,"0"1"0,0-1 0,0 1 0,0 0 0,0-1 0,0 1 0,0 0 0,0 0 0,0 0 0,0 0 1,-1 1-1,1-1 0,0 0 0,-1 1 0,1-1 0,-1 1 0,1 0 0,-1-1 0,0 1 0,0 0 0,2 3 0,3 7 753,0 0 0,5 18-1,-7-18-93,43 126 3781,-6 3-5282,39 115-4357,-80-255 5204,3 6 957,0 1-1,0-1 0,0 0 0,9 14 0,-11-20-925,0 0 0,0 0 0,-1 0 0,1 0 0,0-1 0,0 1 0,0 0 0,0 0 0,0 0 0,0-1 0,0 1 0,0 0 0,0-1 0,1 1 0,-1-1 0,0 1 0,0-1 0,0 0 0,1 0 0,-1 1 0,0-1 0,0 0 0,1 0 0,-1 0 0,0 0 0,0 0 0,1-1 0,-1 1 0,0 0 0,0-1 0,1 1 0,-1-1 0,0 1 0,0-1 0,0 1 0,0-1 0,0 0 0,0 1 0,2-3 0,12-10-88,-1 0 0,0-2 0,13-18 0,-17 21 0,9-11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5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1581 1 8192,'-2'28'707,"0"0"0,-2 0 0,-1 0 0,-12 41 0,-46 104 1592,58-161-2285,-10 28-988,-3-1-1,-38 63 0,44-84 557,-2 0 1,0 0-1,-1-1 0,0-1 0,-2 0 1,-34 25-1,1-10 418,-1-1 0,-1-3 0,-1-2 0,-1-3 0,-70 19 0,-291 55 0,58-28 0,257-49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7.6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0 276 8192,'83'-1'2952,"0"-3"0,117-22 0,-30-7-5517,94-19 2412,-85 24-4478,410-41 3877,697 7 1,-1105 63 753,-156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38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1 310 8192,'23'-1'1599,"-1"-2"0,1 0 0,-1-2 0,23-7 0,5-1-242,574-111-9202,513-14 6338,-911 128 2002,-180 9 1981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58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1930 2099 8192,'587'-14'6381,"-538"11"-6396,1669-78-6351,-1168 62 6366,231-2 0,-369 52 0,-265-14 0,458 5 0,-549-23 0,219-4 0,-202 0 0,128-26 0,246-99 2971,-419 121-847,1 2 0,0 0 1,55-4-1,-66 7-2124,0 0 0,0 0 0,0-2 0,-1 0 0,23-12 0,-3 2 0,-20 9 0,16-6 0,0-2 0,43-25 0,-70 36 0,0 0 0,0 0 0,0 0 0,-1 0 0,0-1 0,0 0 0,0 0 0,0-1 0,-1 1 0,0-1 0,0 0 0,-1 0 0,0 0 0,0 0 0,0-1 0,0 0 0,-1 1 0,0-1 0,-1 0 0,0 0 0,0 0 0,0-8 0,-2-14-521,-1 0 0,-2 0-1,-1 1 1,-2 0 0,0 0-1,-2 0 1,-1 1 0,-1 1 0,-1-1-1,-23-35 1,8 21-435,-1 2 1,-2 0-1,-2 2 0,-1 2 0,-55-47 1,47 51 955,-1 1 0,-2 2 0,-1 2 0,-1 2 0,-65-24 0,-252-69 0,354 115 0,-482-128 0,332 89 0,-993-203 0,907 198 0,-371-36 0,264 50 0,-100-6 0,-1159 18 0,1137 22 0,-369 47 0,822-48 0,-213 36 0,218-33 38,0 0 0,0 0 0,1 2 0,-1 0 0,1 1 0,1 0 0,-1 1 0,1 1 1,1 0-1,-1 1 0,2 1 0,-15 13 0,-28 37-79,3 3-1,2 1 1,3 3 0,3 1 0,4 2-1,2 3 1,4 0 0,3 2 0,3 2-1,4 0 1,-28 159 0,42-165 41,0 132 0,12-154 0,1-1 0,3 1 0,19 75 0,-18-101 0,2 0 0,0-1 0,2 0 0,0-1 0,1 0 0,2-1 0,0 0 0,1-1 0,1-1 0,1-1 0,34 30 0,-38-39 0,-1 0 0,1-1 0,0-1 0,1 0 0,0-1 0,0 0 0,0-1 0,1-1 0,-1 0 0,1-1 0,23 1 0,8-1 0,0-2 0,69-8 0,70-18 0,-92 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2:59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356 323 8192,'-1'4'287,"1"0"1,-1 1-1,0-1 0,0 0 1,0 0-1,0 0 0,-1 0 1,0-1-1,-4 8 1,-25 34 4410,13-21-3451,-66 102-387,-54 78 929,125-186-1789,6-10 0,0 0 0,1 1 0,0-1 0,1 1 0,0 0 0,0 1 0,1-1 0,-6 21 0,10-29 0,-1 0 0,1 0 0,0 0 0,0 0 0,0 0 0,0 0 0,0 0 0,1-1 0,-1 1 0,0 0 0,0 0 0,0 0 0,1 0 0,-1 0 0,1 0 0,-1 0 0,1 0 0,-1 0 0,1-1 0,-1 1 0,1 0 0,0 0 0,-1-1 0,2 2 0,0-1 0,-1-1 0,1 1 0,0 0 0,0 0 0,0-1 0,-1 1 0,1-1 0,0 1 0,0-1 0,0 0 0,3 0 0,5 0 0,1-1 0,-1-1 0,16-4 0,-23 5 0,64-16 0,113-23 0,-84 30-2879,-63 8 467,-1-2-1,42-9 1,-70 12 2345,0-1 0,0 1 0,0-1 0,0 0 0,-1 0 0,1 0 0,-1 0 0,1 0 0,-1-1 0,0 0 0,0 0 0,0 0 0,0 0 0,0 0 0,-1 0 0,1-1 0,-1 1 0,0-1 0,0 0 0,-1 1 0,1-1 0,-1 0 0,1 0 0,0-6 0,1-8 122,-1-1 0,-1 1 0,-1-1-1,-2-24 1,1 13-6,0-14-49,-3-1 0,-1 1 0,-13-53 0,12 76 0,0 1 0,-2 0 0,0 0 0,-1 1 0,-1 0 0,-1 0 0,-1 1 0,-25-30 0,11 20 0,-1 0 0,-2 2 0,-45-32 0,42 36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1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348 159 8192,'-26'47'2791,"-43"61"1,0-2 464,-24 53-627,66-118-2629,21-34 0,0 2 0,1-1 0,0 1 0,0-1 0,-6 19 0,-14 51 0,25-78 0,0 1 0,0-1 0,0 1 0,0 0 0,-1-1 0,1 1 0,0 0 0,0-1 0,0 1 0,0 0 0,0-1 0,1 1 0,-1 0 0,0-1 0,0 1 0,0 0 0,1-1 0,-1 1 0,0-1 0,0 1 0,1-1 0,-1 1 0,1 0 0,-1-1 0,0 1 0,2 0 0,-1 0 0,1 0 0,-1 0 0,1 0 0,0-1 0,-1 1 0,1 0 0,0-1 0,0 1 0,3 0 0,6 0 0,0-1 0,19 0 0,-19-1 0,818-1-11468,-823 2 12423,-1 0 1,1 0 0,0-1 0,-1 0-1,11-2 1,-15 2-823,0 1 1,0 0-1,0-1 0,0 1 1,-1-1-1,1 1 0,0-1 1,0 1-1,0-1 1,-1 0-1,1 0 0,0 1 1,-1-1-1,1 0 0,-1 0 1,1 1-1,-1-1 0,1 0 1,-1 0-1,0 0 0,1 0 1,-1 0-1,0 0 0,0 0 1,1 0-1,-1 0 1,0 0-1,0 0 0,0 0 1,0 0-1,0 0 0,-1 0 1,1 0-1,0 1 0,0-1 1,-1 0-1,1 0 0,0 0 1,-1 0-1,1 0 0,-1 0 1,0 0-1,-8-14-759,0 1 1,0 0-1,-1 1 0,-20-21 1,16 19 397,-26-25-1323,-1 2 1,-72-51-1,58 49-179,-53-53 0,92 78 1730,1 0 0,1-2 0,0 1 0,2-2 0,0 0 0,-18-34 0,25 39 1941,0 0 0,1 0-1,0 0 1,-2-22 0,4 24-1720,-1 0-1,0 1 1,-1-1-1,1 0 1,-2 1-1,0 0 1,-6-10-1,4 9-220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483 1 8192,'-3'4'331,"-1"1"0,2 0 0,-1 0 0,1 1 0,-1-1 0,1 0 1,-1 10-1,-4 4 1290,-14 31 778,-2-1 1,-58 89-1,-77 152-4205,-2 3 816,150-277 3786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2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8192,'0'0'44,"1"0"1,-1 0 0,1 1-1,0-1 1,-1 0 0,1 1-1,-1-1 1,1 0 0,-1 1-1,1-1 1,-1 0-1,1 1 1,-1-1 0,1 1-1,-1-1 1,1 1 0,-1 0-1,0-1 1,0 1 0,1-1-1,-1 1 1,0-1-1,0 1 1,1 0 0,-1-1-1,0 1 1,0 1 0,3 21 1582,-3-20-1533,3 212 6457,-4-119-4605,1-77-1946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6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1 155 8192,'36'-2'7546,"19"-5"-6042,4 0 473,129-16-3055,47-4-1348,360-9-5097,-412 22 9999,-56-1 6516,-58 9-8992,133 4 0,-101 4 0,-66-4 0,56-8 0,-87 9 0,23-2 0,44 2 0,-69 1 0,13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7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1 8192,'-1'87'6419,"-2"-1"-3917,-30 314-6854,22-321 3438,-4-1 0,-3 0 0,-3-2 1,-33 79-1,-17 19 12000,69-174-10704,-7-1-382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8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1 8192,'7'0'367,"0"1"-1,-1-1 1,1 1 0,-1 1 0,1-1 0,-1 1 0,0 1-1,1-1 1,10 7 0,0 2 2669,31 25-1,-7-4-1306,10 1-1729,37 29 0,-77-53 0,0 1 0,-1 0 0,0 0 0,-1 1 0,13 18 0,-20-25 0,0 0 0,-1 0 0,1 0 0,-1 0 0,1 0 0,-1 1 0,-1-1 0,1 0 0,0 1 0,-1-1 0,0 0 0,0 1 0,0-1 0,-1 0 0,0 1 0,0-1 0,0 0 0,0 0 0,0 0 0,-1 1 0,0-2 0,1 1 0,-2 0 0,-2 4 0,-6 9 0,-1 0 0,-1-1 0,-26 26 0,36-40 0,-242 222-4355,178-173 1166,40-32 1881,2 1 0,-29 29 0,53-48 1308,0-1 0,0 1 0,1 0 0,-1 0 0,0 0 0,0 0 0,1 0 0,-1-1 0,0 1 0,1 1 0,-1-1 0,1 0 0,-1 0 0,1 0 0,0 0 0,-1 0 0,1 0 0,0 0 0,0 0 0,0 1 0,0-1 0,0 0 0,0 0 0,0 0 0,0 0 0,1 0 0,-1 1 0,0-1 0,1 0 0,-1 0 0,0 0 0,1 0 0,0 0 0,-1 0 0,1 0 0,-1 0 0,1 0 0,0-1 0,0 1 0,0 0 0,0 0 0,-1 0 0,1-1 0,0 1 0,0-1 0,2 2 0,6 3 0,0-1 0,0 0 0,0-1 0,15 4 0,-14-4 0,187 56 0,153 49 0,-343-105 0,-1-1 0,1 0 0,-1 0 0,1-1 0,0 0 0,0 0 0,0 0 0,0-1 0,0 0 0,0 0 0,0-1 0,-1 0 0,9-2 0,-2-1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8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1 445 8192,'89'1'5634,"128"-5"200,-204 2-5834,0 0 0,1-1 0,-1 0 0,0-1 0,-1 0 0,1-1 0,18-10 0,-26 13 0,-1-1 0,1 0 0,-1 0 0,1-1 0,-1 1 0,0-1 0,0 0 0,-1 0 0,1-1 0,-1 1 0,0-1 0,0 1 0,0-1 0,-1 0 0,0 0 0,0 0 0,0 0 0,0-1 0,-1 1 0,0 0 0,0-7 0,0-2 0,-1 1 0,-1-1 0,-1 0 0,0 1 0,0-1 0,-2 1 0,1 0 0,-2 0 0,0 0 0,0 0 0,-1 1 0,-1 0 0,0 0 0,0 1 0,-2-1 0,1 2 0,-1-1 0,-18-15 0,16 19-843,1 1-1,-2 0 1,1 1 0,-1 0-1,0 0 1,0 1-1,0 1 1,0 0 0,-1 1-1,-23-1 1,34 2 798,-1 1 1,0 1-1,0-1 1,0 0-1,0 1 1,1-1-1,-1 1 1,0 0-1,1 0 1,-1 0-1,0 0 1,1 1-1,0-1 1,-1 1-1,1-1 0,0 1 1,-1 0-1,1 0 1,0 0-1,0 0 1,1 0-1,-1 0 1,0 0-1,1 1 1,-1-1-1,1 1 1,0-1-1,-1 4 1,-3 8-129,0 0 0,2 0 1,0 0-1,-2 19 1,2-16 135,-2 19 37,1 0 0,2 1 0,4 51 0,-1-82 0,0-1 0,0 1 0,1-1 0,-1 1 0,2-1 0,-1 0 0,0 0 0,1 0 0,0 0 0,0 0 0,0-1 0,1 1 0,0-1 0,0 0 0,0 0 0,0 0 0,0-1 0,1 1 0,0-1 0,8 4 0,5 2 0,0 0 0,0-2 0,1 0 0,30 6 0,-13-5 0,0-2 0,62 2 0,74-9 0,-93 0 0,-70 1 0,1-1 0,-1 0 0,1 0 0,-1-1 0,0 0 0,0-1 0,14-5 0,-9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9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1 8192,'-15'0'288,"7"0"661,0-1 0,-1 2 0,1-1 0,0 1 0,-13 4 0,18-4-684,0 0 1,0 0-1,1 1 1,-1-1-1,0 1 1,1 0-1,0 0 1,-1 0-1,1 0 1,0 0-1,0 1 1,0-1 0,0 1-1,0-1 1,1 1-1,-1 0 1,1-1-1,-2 6 1,-2 5-174,1 0 0,1 0 0,0 0 0,1 0 0,-1 25 0,3-28-105,0 1 1,0-1 0,1 0 0,1 0-1,-1 0 1,2 0 0,-1-1-1,6 14 1,-6-20 12,0 0 0,0 0 0,0-1 0,0 1 0,0-1 0,1 0 0,-1 1 0,1-1 0,-1 0 0,1-1 0,0 1 0,0 0 0,-1-1 0,1 1 0,0-1 0,1 0 0,-1 0 0,0 0 0,0 0 0,0-1 0,5 1 0,8 0 0,0-1 0,0 0 0,19-3 0,-18 2 0,9-2-980,0-1 0,0-2 0,0 0 0,-1-2 0,0-1 0,0 0 0,-1-2 1,35-21-1,-50 26 803,0 1 0,0-1 1,0-1-1,-1 0 1,0 0-1,-1-1 0,1 1 1,-2-2-1,1 1 1,-1-1-1,0 0 1,-1 0-1,0 0 0,5-15 1,-37 108 176,-15 53 0,36-110 0,1-1 0,1 1 0,-1 34 0,4-59 51,1 0-1,0-1 1,0 1 0,0 0 0,0 0 0,0 0 0,1-1 0,-1 1-1,0 0 1,1 0 0,0-1 0,-1 1 0,1-1 0,0 1-1,0 0 1,-1-1 0,1 1 0,1-1 0,-1 0 0,0 1 0,0-1-1,0 0 1,1 0 0,-1 1 0,1-1 0,-1 0 0,1-1-1,-1 1 1,1 0 0,-1 0 0,1-1 0,2 2 0,4-1 188,0 0 1,-1-1 0,1 0 0,0 0-1,-1-1 1,10-1 0,95-21 5496,-96 20-5476,7-3-260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9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160 474 8192,'-10'0'821,"0"0"1,0 1 0,0 0-1,0 1 1,0 0 0,0 0-1,-13 6 1,19-6-589,0 0 0,0 0 0,0 0 0,0 1 0,1-1 1,0 1-1,-1 0 0,1 0 0,0 0 0,0 0 0,0 1 0,1-1 0,-1 1 0,1-1 1,0 1-1,0 0 0,0 0 0,1 0 0,-1 0 0,0 5 0,0 1-233,0-1 0,1 1 0,0 0 0,1-1 0,0 1 0,3 18 0,-2-22 0,0 0 0,0 0 0,1 0 0,0 0 0,0-1 0,1 1 0,-1-1 0,1 0 0,1 1 0,-1-1 0,1-1 0,4 6 0,0-1 0,0-1 0,0-1 0,1 1 0,1-1 0,-1-1 0,1 0 0,0 0 0,0-1 0,1 0 0,0 0 0,0-2 0,0 1 0,15 2 0,-10-3 0,0-1 0,0-1 0,0 0 0,1-1 0,-1 0 0,21-4 0,-30 3 0,-1-1 0,0 1 0,0-1 0,0-1 0,0 1 0,0-1 0,-1 0 0,1 0 0,-1 0 0,0-1 0,1 0 0,-2 0 0,1 0 0,0 0 0,-1-1 0,0 0 0,0 0 0,0 0 0,3-7 0,-1-2-79,0 0-1,-1 0 1,0-1 0,-1 0-1,-1 0 1,0 0-1,0-15 1,-2-112-1246,-2 90 809,-1-305-5827,2 304 6343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09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 8192,'-4'11'401,"0"0"1,1 0 0,1 0-1,-1 1 1,2-1 0,-1 20-1,-1 3 144,-72 768-2987,71-692 1344,-8 67 1282,10-133 2475,2-33-1180,-1 0-1,0-1 1,0 1-1,-4 12 1,-3-8 291,8-14-1780,-1-1-1,1 1 1,0-1 0,-1 0-1,1 0 1,0 1-1,-1-1 1,1 0 0,-1 0-1,1 1 1,-1-1-1,1 0 1,0 0-1,-1 0 1,1 0 0,-1 0-1,1 0 1,-1 0-1,1 1 1,-1-1 0,1-1-1,-1 1 1,1 0-1,-1 0 1,1 0-1,0 0 1,-1 0 0,1 0-1,-1 0 1,1-1-1,-1 1 1,1 0 0,-1-1-1,-8-6 11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1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989 2172 8192,'-40'-19'4630,"-79"-24"1,106 40-4232,-1 0-1,0 1 1,-20-1 0,-25-4 213,30 0-612,1-2 0,0 0 0,-36-19 0,-75-50 0,87 44-1764,2-2 0,1-2 0,2-2 0,-43-48 1,73 70 1100,-21-28 1,33 38 473,0-1 0,1 1 0,0-1-1,0 0 1,0 0 0,-3-16 0,-5-45 189,2 0 0,1-124 0,9 153 0,2-1 0,2 1 0,2 0 0,2 0 0,1 0 0,29-77 0,91-163 0,-64 150 0,135-237 0,-194 358 0,0 1 0,1 0 0,0 0 0,1 0 0,0 1 0,14-11 0,-16 15 0,1 0 0,-1 0 0,0 1 0,1 0 0,0 1 0,-1-1 0,1 1 0,0 0 0,0 1 0,0 0 0,12-1 0,59 1 0,1 3 0,102 17 0,156 42 0,-297-53 0,110 26 0,-2 5 0,-2 8 0,165 75 0,-197-68 0,-2 6 0,-3 4 0,-3 4 0,125 106 0,-210-156 0,85 77 0,-91-80 0,-1 0 0,0 1 0,-1 1 0,17 30 0,-27-40 403,0 1 0,0-1 1,0 1-1,-1 0 1,0 0-1,-1 0 0,0 0 1,0 0-1,-1 1 0,0-1 1,0 0-1,-1 0 0,0 0 1,0 0-1,-1 0 1,0 0-1,-1 0 0,0 0 1,0-1-1,0 1 0,-1-1 1,-8 12-1,-8 3 2,0-2-1,-2 0 0,0-1 1,-1-2-1,-30 19 1,-9-1-771,-65 27 1,-264 85 241,-9-35 743,282-82-619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3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683 1806 8192,'0'1'114,"1"-1"0,-1 1 1,0 0-1,1-1 0,-1 1 1,0 0-1,1-1 0,-1 1 1,1-1-1,-1 1 0,1 0 0,0-1 1,-1 0-1,1 1 0,-1-1 1,1 1-1,0-1 0,-1 0 1,1 1-1,0-1 0,0 0 1,-1 0-1,1 1 0,0-1 1,0 0-1,-1 0 0,2 0 0,26 3-1,-24-2 519,156 4 5853,2-7-5376,-20 0-3976,386-21-564,-2-27-882,-234 20 3385,-6 9 928,-108 8 0,-168 13 152,0-2 1,0 1-1,0-1 1,-1-1-1,1 0 1,-1 0 0,0-1-1,0 0 1,0-1-1,13-8 1,-6 0 266,1-1 1,-2 0-1,26-31 1,10-12 424,-24 29 1362,44-61 1,-64 78-1922,0 0 1,-1 0-1,0-1 1,-1 0-1,-1 0 1,0 0 0,0 0-1,-1-1 1,2-25-1,-2-3-1432,-3 0 1,-1 0-1,-2 0 0,-13-63 0,8 72 328,-1 0 0,-2 0-1,-1 1 1,-1 1 0,-1 0 0,-22-31 0,7 19 819,-1 2 0,-2 1 0,-2 2 0,-2 1 0,-1 2 0,-46-34 0,34 30 0,-3 2 0,-62-33 0,51 38 0,-1 3 0,-69-20 0,45 15 0,-14-5 0,-43-6 0,89 29 691,21 6 740,0 0 0,0 3-1,-1 1 1,-35-1 0,-42-2 817,78 4-1789,1 2-1,-48 2 0,35 6-2737,-66 18-1,15-2-1086,-522 67-177,611-88 3543,-220 30 0,201-25 0,1 1 0,0 1 0,1 1 0,0 2 0,0 1 0,-27 17 0,19-10 0,23-12 0,-1-1 0,1 1 0,0 1 0,0 0 0,1 1 0,0 0 0,0 0 0,-13 18 0,7-1 162,0 1 0,2 1 1,2 0-1,-17 50 0,-18 123-93,23-69-509,-14 261 0,37-375 440,5 121 0,-3-120 0,2 0 0,1 0 0,0-1 0,2 0 0,9 25 0,8 7 0,55 91 0,-64-120 0,2 0 0,0-2 0,1 0 0,1-1 0,0 0 0,31 21 0,-27-24 0,1-2 0,0 0 0,1-2 0,0-1 0,1 0 0,0-2 0,0-1 0,1-1 0,28 3 0,27-2 0,129-4 0,-172-4 0,6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4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1062 1964 8192,'299'1'3917,"343"-3"-5185,-379-11-57,404-72 1,-530 59 1324,219-72 0,-336 91 0,-1-1 0,0 0 0,-1-1 0,0-1 0,0-1 0,-1-1 0,-1 0 0,0-1 0,0-1 0,-1 0 0,-1-1 0,24-33 0,-18 18 0,-1-1 0,26-57 0,-38 69 0,0 0 0,-1-1 0,-1 1 0,-1-2 0,-1 1 0,2-26 0,-4 16 0,0 0 0,-2-1 0,-1 1 0,-2 0 0,-1 0 0,-1 1 0,-13-39 0,5 34 0,-1 1 0,-2 0 0,-1 2 0,-26-37 0,-100-112 0,80 105 0,16 17 0,-2 3 0,-74-62 0,91 90 0,-1 1 0,-2 2 0,0 2 0,-1 1 0,-60-24 0,-86-21 0,141 53 0,-1 3 0,-62-9 0,-388 8 0,329 13 0,40 1 0,-1 5 0,-167 33 0,139-6 0,-254 92 0,276-79 0,-150 78 0,272-121 0,-42 22 0,2 1 0,-64 50 0,98-67 0,1 1 0,1 1 0,0 1 0,1 0 0,1 0 0,0 1 0,1 0 0,0 1 0,2 1 0,0-1 0,-10 29 0,8-6 0,1 0 0,2 1 0,1-1 0,3 1 0,1 69 0,8-23 0,26 136 0,1-68 512,-24-122 615,2 0-1,23 50 1,-32-76 136,1-1-1,0 0 1,1 0 0,-1-1-1,5 6 1,3 0-1263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5.3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317 1 8192,'0'0'64,"-1"0"0,0 0 1,0 1-1,1-1 0,-1 1 1,0-1-1,1 1 0,-1-1 0,0 1 1,1-1-1,-1 1 0,1-1 1,-1 1-1,1 0 0,-1-1 1,1 1-1,-1 0 0,1-1 0,0 1 1,-1 1-1,-8 19 1784,8-17-1690,-42 138 3498,4-8 362,-110 213-3580,142-331-438,1 0 0,-6 29 0,8-28 0,-1 0 0,-9 20 0,14-37 0,0 1 0,0-1 0,0 1 0,-1-1 0,1 1 0,0-1 0,-1 1 0,1-1 0,0 1 0,-1-1 0,1 1 0,0-1 0,-1 0 0,1 1 0,-1-1 0,1 0 0,-1 1 0,1-1 0,0 0 0,-1 0 0,0 1 0,1-1 0,-1 0 0,1 0 0,-1 0 0,0 0 0,-4-1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5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8192,'2'1'350,"0"-1"0,0 1 0,0-1 0,1 1 0,-1 0 0,0 0 0,0 0 0,-1 0 0,1 0 0,0 1 0,0-1 0,0 0 0,-1 1 0,1 0 0,-1-1 0,1 1 0,-1 0 0,0-1 0,1 1 0,-1 0 0,1 4 0,5 6 842,-1 1 0,4 16 0,-5-17-1000,27 62-192,3-1 0,70 108 0,-94-164 0,2 2 0,-2 1 0,14 31 0,-22-46 0,-1 0 0,0 1 0,-1-1 0,0 1 0,0-1 0,0 1 0,0 0 0,-1-1 0,0 1 0,0 0 0,0-1 0,-1 1 0,0 0 0,0-1 0,-3 8 0,3-10 0,-1-1 0,1 1 0,-1-1 0,0 1 0,0-1 0,0 0 0,0 0 0,-1 0 0,1 0 0,-1 0 0,1 0 0,-1-1 0,1 1 0,-1-1 0,0 0 0,0 0 0,0 0 0,0 0 0,0 0 0,0 0 0,0-1 0,0 0 0,-4 1 0,-8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16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8192,'136'0'4560,"337"-11"2348,-382 5-6908,-72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57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1728 8192,'4'-1'1275,"1"0"1,-1 1 0,1-2 0,0 1-1,-1 0 1,0-1 0,7-3 0,7-3-14,571-163-5208,-159 92-3576,-374 75 11945,82 4 0,-52 2-1801,329-2-2622,-396-1 0,1-1 0,18-4 0,-19 3 0,38-3 0,-13 3-2946,0-2-1,72-18 1,-101 19 2600,0-1 0,0-1 0,-1-1 0,21-12 0,25-11-553,-2 3 899,72-45 0,-106 57 0,-1-2 0,0 0 0,33-33 0,-41 35 0,-2 0 0,1-1 0,-2 0 0,0-1 0,17-33 0,-19 27 0,0 1 0,-2-1 0,-1-1 0,7-34 0,-10 17 0,-5-79 0,-1 44 0,2 52 80,-1-1 0,-2 0-1,0 0 1,-2 1 0,-1 0 0,-12-36 0,15 55 581,-1 0-1,1 0 1,-1 0 0,0 0-1,0 0 1,0 1-1,0 0 1,-1 0 0,0 0-1,0 0 1,0 1 0,-10-6-1,-20-14 1661,-2-4-2881,-72-40 0,42 29 800,52 30-358,-1 1 0,1 1 0,-1 0 0,-1 2 1,-18-4-1,-38-12-1156,-4-15-2076,57 25 2036,-1 0-1,0 2 1,-38-11 0,-25-4 1314,-6-1 0,58 20 0,1 1 0,-1 2 0,-40 3 0,0 1 0,-401-4 11027,450 3-10765,-43 7 1,22-2-347,6 0-1133,-41 12-1,38-8-292,-49 16-5343,33-10 8692,1-2 4913,28-9-4701,1 0-4114,0 0 1,-49 20-1,49-15 3107,10-4-160,0 1 0,-22 13-1,27-14-338,-1 0-1,-20 7 1,-11 5 470,18-4-1510,1 1 0,0 1 0,1 1 0,-38 38-1,47-43-1501,-26 18 0,28-22 997,1-1 1,1 2-1,0 0 0,-13 14 1,18-17 999,0 0 0,1 1 0,-1 0 0,2 0 0,-1 0 0,1 1 0,0-1 0,1 1 0,0 0 0,-2 11 0,-1 13 0,1-1 0,0 64 0,5-66 0,5 94 0,-3-108 0,1 1 0,1-1 0,0 0 0,1 0 0,11 24 0,32 59 0,4-2 0,66 92 0,-97-160 279,41 54 2238,-52-72-1957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34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0 206 8192,'32'-2'3263,"0"-1"-1,44-10 1,5-1-1583,163-6-1680,-133 12 0,48-1 0,-25 0 0,-2 1 0,0-1 0,20 1 0,-121 7 0,36-6 0,24-2 0,115-7-1335,-15-1-1275,161-1-4913,-237 12 7523,196-5 0,1074 12 2476,-1273-10 2464,-2 0-888,-70 9-4052,-24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35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 8192,'581'0'3232,"290"0"-4887,-149 0 78,112-26 1577,16 0 0,-342 27 0,-491-1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37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 8192,'12'-17'7524,"-11"16"-7054,3 0 1,20-12 2532,9-1-3003,0 2 0,2 2 0,-1 1 0,50-6 0,146-5 0,-194 18 0,113-5-1495,168-15-4855,-270 16 5801,57-8-2899,-70 7 5908,1-1 3806,15-1-3150,-36 8-3116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3:38.1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8192,'836'0'2126,"415"0"-4524,-166 0 4581,-1043 0 7374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12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8192,'56'1'1133,"1"0"4035,115-13-1,-65 2-5167,-21 3 0,2 0-4639,123 6 0,-95 2 2449,2100-1 2190,-2010 9 0,9-1 0,-105 1 5673,-73-4-2775,38-1-1,52-6-2897,223 4 0,-238 6-599,55 1-1278,598-9-7115,-579-9 8992,-14 0 0,13-8 0,-11 0 0,-1 8 0,52 1 0,-121 9 434,131-2 76,-155-7-615,54-1 2062,85 11-3309,156-4-92,-256-6 1444,57-1 0,10 0 0,-1 0 0,58 8 0,245 3 0,-105 16 0,-250-10 0,58 1 0,69 8 0,-24 0 0,-21-9 0,63 1 0,40-10 9557,-302 1-7646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14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8192,'115'1'1652,"-12"1"1858,120-13 0,-56-15-5849,16-2-1365,262 2 1075,-247 19 2629,109-1 0,1386 8 0,-1415 10 0,-145-3 0,283 30 0,-404-36 0,397 31-78,-211-19 715,-152-11 2460,-16-1-4001,-1 2 0,51 10 0,-24-2 4320,1-2 1,64 2-1,-102-10-3429,131 3 301,-132-4-288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24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0 157 8192,'19'-2'2005,"0"0"0,-1-1 0,0-1 0,26-8 0,15-4-562,579-65-9722,-511 69 7297,378-12-188,3 24 267,-268 1 769,-88-1 134,557 7 0,-2 35 0,82 52 0,-520-59 0,-230-30 0,466 38 0,-215-45 0,-266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34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8192,'5'0'1767,"1"1"1,-1 0-1,0 0 1,9 3-1,18 4 864,221-4-2631,-136-6 0,-70 5 0,0 1 0,0 3 0,51 14 0,-56-11 0,-10-6 0,1-1 0,-1-1 0,55-4 0,-17 0 0,93 1-2642,198 3-6184,-138 15 8826,-164-13 0,260 10 0,859-15 441,335 1-882,-1353-9 441,5 0 0,-123 9 4419,77-10 1,-63 4-3674,1 3 0,59 4 1,-43 0-357,-56-1-390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37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1 170 8192,'11'-12'7088,"-9"12"-6734,21-9 3318,-17 7-3318,42-15-354,1 3 0,75-12 0,-71 18 0,-1 0 0,58-17 0,-75 16 0,67-7 0,-69 12 0,8 1-3192,74 3-1,19-1-1890,-66-12 5083,-54 11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38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0 8192,'-2'1'565,"0"-1"1,0 1-1,0-1 1,0 1-1,0 0 1,0 0-1,0 0 1,1 0-1,-1 0 1,0 1-1,1-1 1,-1 0-1,-1 3 1,-21 22 2886,20-22-3353,-10 15-99,0 1 0,-14 28 0,-17 24 0,39-63 0,0 0 0,1 0 0,0 0 0,1 1 0,0 0 0,0 0 0,1 0 0,1 0 0,-3 13 0,5-22 0,0 0 0,0 0 0,1 1 0,-1-1 0,0 0 0,0 0 0,1 0 0,-1 0 0,0 0 0,1 0 0,-1 0 0,1 0 0,0 0 0,-1 0 0,1 0 0,0 0 0,-1 0 0,1-1 0,0 1 0,0 0 0,0 0 0,0-1 0,0 1 0,0 0 0,0-1 0,0 1 0,0-1 0,0 0 0,0 1 0,0-1 0,0 0 0,0 1 0,0-1 0,0 0 0,2 0 0,7 1 0,0 0 0,-1 0 0,13-2 0,-12 1 0,26 1-1870,0-2-1,1-2 1,-1-1 0,46-11-1,-45 8 1069,-28 6 474,0-1-1,0 0 0,16-5 1,-25 7 325,1-1 0,0 1 1,0 0-1,-1-1 0,1 1 1,0 0-1,-1-1 0,1 1 1,0-1-1,-1 1 0,1-1 0,-1 0 1,1 1-1,-1-1 0,1 0 1,-1 1-1,1-1 0,-1 0 1,0 1-1,0-1 0,1 0 1,-1 0-1,0 0 0,0 1 1,1-3-1,-2 2-3,1-1 0,0 0 0,-1 0 1,1 0-1,-1 1 0,1-1 0,-1 0 0,0 0 0,1 1 1,-1-1-1,-1-1 0,-4-4 181,1 0-1,-1 0 1,-10-9 0,-7-5 2307,2 0-4643,8 8 1666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39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8192,'79'71'6298,"-57"-53"-5436,0 0-1,-1 2 1,-2 1 0,0 0-1,23 34 1,4 17-8787,-39-61 7011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51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1 273 8192,'310'-17'6706,"-11"0"-1944,-222 16-4840,245 3-1550,-2 21-1021,-207-9-908,136-1 1,1112-14 3477,-697 2 717,-612-3 2396,25-4-3968,-4-1-396,-23 5 3182,47 1-1802,309-8-3217,410-44 3103,-14 12 64,-489 32 0,93 1 0,33 0 0,59-10 0,-324 13 0,139-10 0,306-24 0,-285 31 0,-7-1 0,-272 9 0,597-9 0,-199 0 0,-20 1 0,136 2 0,-156 5 0,-193-7 0,79-1 0,-115 10 7845,-168-1-6871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53.3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1 207 8192,'95'-4'3903,"118"-21"1,-46 3-3214,374-13-9187,797 34 8497,-622 3 0,931-2 0,-940-33 0,-593 25 0,628-21 0,-249 21 0,13 0 0,-163 10 0,319-4 0,-364-15 0,52-1 0,870 17 0,-578 3 0,-45-2 11030,-582 0-10592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54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8192,'64'-7'1539,"-15"1"867,215-19-2734,198-5-3289,-446 30 3617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4:55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1 103 8192,'65'-4'0,"128"-22"0,-101 11 0,350-24 0,2 31 0,-179 5 0,1463-4 0,-965 32 0,50 0 0,52-3 0,575 6 0,-1234-25 0,137 4 0,117 2 0,-171 7 0,-46 0 0,93-12 0,98 3 0,96 4 0,-24-1 0,53 23 0,82 3 0,99-16 0,-457-4 0,170 3 0,-426-20 0,-7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0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493 1 8192,'-9'0'882,"1"-1"0,-1 1 0,0 1 1,0 0-1,1 0 0,-1 0 0,1 1 0,-1 1 0,1-1 1,0 1-1,-1 1 0,-11 6 0,-2 4-882,8-5 0,0 0 0,-1-1 0,0-1 0,-21 8 0,14-8 0,1 1 0,0 0 0,-31 19 0,44-23 0,0 1 0,1 0 0,0 1 0,0 0 0,1 0 0,0 0 0,0 1 0,0 0 0,1 0 0,0 0 0,0 0 0,-4 11 0,-3 16 0,2 0 0,1 1 0,2 0 0,-4 57 0,9-71 0,1-16 0,1-1 0,-1 1 0,1 0 0,0 0 0,1 0 0,-1 0 0,1-1 0,0 1 0,0 0 0,2 5 0,-2-8 0,1 1 0,0 0 0,-1-1 0,1 0 0,0 1 0,0-1 0,0 0 0,0 0 0,1 0 0,-1 0 0,1 0 0,-1-1 0,1 1 0,-1-1 0,1 1 0,0-1 0,4 1 0,17 5-655,1-1-1,-1-1 1,1-1 0,0-2-1,-1 0 1,40-3 0,-7-3-1904,95-21 1,-124 18 1147,-9 0 1058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0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0 8192,'-83'1144'0,"64"-1022"4708,18-226 2052,1 70-6760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1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37 8192,'1'-2'22,"1"0"527,0 0-1,0 0 1,0-1 0,0 1 0,1 1 0,-1-1-1,0 0 1,1 0 0,0 1 0,-1 0 0,1-1-1,0 1 1,-1 0 0,1 0 0,0 0 0,3 0 0,29-3 73,1 1 1,63 3-1,-53 1-373,-41-1-249,0 0 0,-1 0 0,0 0 0,0 1 0,0-1 0,1 1 0,4 1 0,-8-1 0,-1-1 0,1 0 0,0 1 0,0-1 0,0 1 0,-1 0 0,1-1 0,0 1 0,0 0 0,-1-1 0,1 1 0,-1 0 0,1-1 0,-1 1 0,1 0 0,-1 0 0,1 0 0,-1 0 0,0 0 0,1 0 0,-1-1 0,0 1 0,0 0 0,0 0 0,1 0 0,-1 0 0,0 0 0,0 0 0,-1 0 0,1 0 0,0 0 0,-1 2 0,-1 7-152,-1 0-1,-1 0 1,1 0-1,-2 0 0,0-1 1,0 1-1,0-1 1,-1 0-1,-1-1 1,-11 14-1,-7 3-686,-52 42 0,-16 1-937,59-45 509,1 1-1,0 2 1,2 2 0,-37 42 0,57-57 1267,-16 19 0,1 1 0,1 2 0,-38 72 0,62-106 0,1-1 0,0 1 0,-1 0 0,1-1 0,0 1 0,0-1 0,-1 1 0,1-1 0,0 1 0,0 0 0,0-1 0,0 1 0,0 0 0,0-1 0,0 1 0,0 0 0,0-1 0,0 1 0,0-1 0,0 1 0,0 0 0,1 0 0,9-3 0,21-20 0,-28 19 0,78-63 0,-53 43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1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8192,'1'21'3956,"6"40"0,10 21-501,-14-67-3354,0-4-101,-1 3 0,2-1 0,0 1 0,7 17 0,-9-26 0,1-1 0,-1 0 0,1 0 0,0 0 0,0 0 0,0 0 0,0-1 0,1 0 0,0 1 0,-1-1 0,1 0 0,0-1 0,8 5 0,31 10-839,0-1 0,1-2 0,82 14 0,-121-27 828,104 17-4164,-94-17 3521,0 0-1,0 0 1,0-2-1,0 0 1,20-4 0,-30 4 645,-1-1-1,1 0 1,0 0 0,-1 0 0,1-1 0,-1 1-1,0-1 1,0 0 0,0-1 0,0 1 0,0-1-1,-1 0 1,0 1 0,5-8 0,4-7 173,-2 0 1,11-24 0,-16 32 38,14-39 2594,-14 35-2797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2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143 1 8192,'-4'49'9170,"-12"22"-9170,2-16 534,-39 356 1230,37-315-1764,16-94 0,-1 0 0,1 1 0,-1-1 0,0 0 0,0 0 0,0 0 0,0 0 0,0 0 0,0-1 0,-1 1 0,1 0 0,-1 0 0,1-1 0,-1 1 0,1-1 0,-1 1 0,0-1 0,0 0 0,0 0 0,-3 2 0,-4 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3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 1 8192,'-7'7'504,"1"0"1,-1 1 0,2 0-1,-1 0 1,1 1 0,0 0-1,1 0 1,0 0 0,-3 10-1,-3 15 2243,-7 43 0,7-26-1819,5-27-928,2 1 0,0 26 0,1-24 0,-5 34 0,2-25 0,1 0 0,2-1 0,2 1 0,5 42 0,-5-75 5,0-1-1,1 1 1,0-1 0,-1 0-1,1 1 1,0-1 0,0 0-1,0 0 1,0 0-1,1 0 1,-1 0 0,1 0-1,-1 0 1,1 0 0,0 0-1,-1-1 1,1 1-1,0-1 1,0 1 0,0-1-1,0 0 1,1 0 0,-1 0-1,0 0 1,0 0-1,1 0 1,-1-1 0,5 2-1,6 0-75,1-1 0,-1 0 0,1 0 0,13-2 0,-8 0-267,50 2-2556,91-5-5121,-156 3 8015,1 0 0,-1 0 0,1-1 0,-1 0 0,0 0 0,0 0 0,0 0 0,0-1 0,0 1 0,-1-1 0,1 0 0,-1 0 0,0-1 0,1 1 0,-2-1 0,4-4 0,-4 6 0,10-12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3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8192,'0'215'11007,"0"107"-10504,0-56-3341,0-251 5634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4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8192,'9'-1'1693,"0"0"0,0 0 0,0-1 0,14-5 0,34-14 1310,128-56-3003,-128 52 0,-82 22 0,-32 5 0,-80 15 0,106-12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6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 8192,'4'-1'1120,"-1"0"0,0 0-1,0 0 1,-1 0 0,1 0 0,0-1 0,0 0 0,3-2 0,8-5 269,2 3-1389,0 1 0,0 0 0,0 1 0,1 1 0,-1 0 0,1 1 0,0 1 0,25 2 0,11-3 0,24-6 0,-46 4 0,36 0 0,0 3 0,-1-2 0,94-16 0,-98 8 0,1 3 0,98-1 0,-129 10 0,-12 0 0,0-1 0,0-1 0,0-1 0,21-4 0,-27 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7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2147 8192,'-1'-36'5486,"-6"-36"-1,-10-35-3896,6 48-3533,-3-72 0,-9-211-6290,9 207 7734,-18-141 562,29 253-62,-102-534 0,90 504 0,6 26 0,2 1 0,1-2 0,-4-32 0,3-15 3596,-2-50 4276,10 111-7872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7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 1 8192,'-68'57'4152,"-2"4"957,43-35-4458,20-20-495,-1 1-1,1 0 1,0 0 0,1 1-1,0 0 1,0 0-1,0 0 1,1 1 0,-7 18-1,6-12-155,2 1 0,-4 20 0,6-21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8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8192,'10'0'3356,"0"0"-3356,4 0 0,4 0 5996,6 3-5996,4 3 0,8 8 0,8 3 2116,5 2-2116,5 1 0,0-1 0,-1 1 0,-4-5 0,-4-3 0,-7-3 0,-7-1 0,-8-3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08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 8192,'2'159'3602,"-4"185"4264,-15-155-7866,0 46 0,16-217 0,-1 0 0,-4 20 0,-1 19 0,6-43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0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 8192,'3'-3'576,"1"0"0,0 0 0,0 0 0,-1 0 0,2 1 0,-1 0 0,0 0 0,0 0 0,1 0 0,-1 1 0,6-2 0,7 0 1323,31-3 0,-8 2-1141,-6-2-758,-15 2 0,1 1 0,23-1 0,-41 4 0,0 0 0,0 0 0,0 1 0,0-1 0,0 0 0,0 1 0,0-1 0,0 1 0,0 0 0,0-1 0,0 1 0,0 0 0,-1 0 0,1 1 0,0-1 0,-1 0 0,1 0 0,0 1 0,-1-1 0,2 3 0,-1-1 0,0 1 0,0-1 0,-1 0 0,1 1 0,-1-1 0,0 1 0,0 0 0,0-1 0,0 1 0,-1 6 0,1-1 0,-1 0 0,-1-1 0,0 1 0,0 0 0,0-1 0,-1 1 0,-1-1 0,1 0 0,-7 13 0,3-11-669,-1-1 0,-1 1 1,1-1-1,-2-1 0,-16 15 0,13-13-635,0 1 0,-14 18 0,12-11 647,6-7 3084,-1-1-1,-13 12 1,1-6-2179,-5 3 279,-34 32 0,59-50-567,-1 1 0,1-1 0,0 0 0,0 1 0,1-1 0,-1 0 0,0 1-1,0-1 1,1 1 0,-1-1 0,1 1 0,-1 0 0,1-1 0,0 1 0,-1-1 0,1 1 0,0 0 0,0-1 0,0 1-1,0 0 1,1-1 0,-1 1 0,0-1 0,1 1 0,-1 0 0,1-1 0,-1 1 0,1-1 0,0 1 0,0-1-1,0 0 1,0 1 0,0-1 0,1 2 0,6 6-328,-1-1 0,1 0 0,1-1 0,9 8-1,-8-7 257,31 24-1651,87 50 1,55 14-2650,-149-79 4237,180 82 175,-187-85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0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0 8192,'-3'5'605,"0"-1"0,1 0 0,0 1 0,0-1 0,0 1 0,1 0 0,-1 0 0,1-1 0,0 1 0,0 0 0,1 0 0,0 6 0,-3 9 349,-24 134 371,-54 172-1,69-293-1324,7-19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1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 8192,'1'-1'142,"0"0"1,0 1-1,0-1 1,0 1-1,1-1 1,-1 1-1,0-1 0,0 1 1,0 0-1,0 0 1,1-1-1,-1 1 1,0 0-1,0 0 1,0 0-1,1 0 1,-1 1-1,0-1 1,0 0-1,0 0 1,0 1-1,1-1 0,-1 1 1,0-1-1,0 1 1,0-1-1,0 1 1,1 1-1,34 24 5948,-28-19-5284,7 6-704,-1 1 1,0 0-1,0 1 0,16 26 1,38 71-97,-7-10-83,-52-86 77,0 0 0,-1 0 0,-1 1 0,0 0 0,-2 0 0,5 19 0,-6-21 0,2 7-254,-1-7 152,-1 0 1,2 18-1,-4-18 661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1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8192,'3'0'11468,"4"0"-11468,6-3 0,7-1 0,6-3 0,10 0 0,5-1 0,4-6 0,0 0 0,-2-1 0,-2 2 0,-3 1 0,-4 2 0,-5 3 0,-9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2.1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8192,'0'440'11468,"0"-433"-11468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2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8192,'12'10'7543,"-11"-8"-7146,7 18 3041,-7-18-3348,66 204-90,-62-189 0,-4-11 0,1 0 0,0 0 0,0-1 0,0 1 0,1-1 0,3 6 0,-5-10 0,0 0 0,-1 0 0,1 0 0,0 0 0,0-1 0,0 1 0,0 0 0,0-1 0,0 1 0,0-1 0,0 1 0,0-1 0,0 1 0,0-1 0,0 0 0,0 1 0,0-1 0,0 0 0,0 0 0,1 0 0,-1 0 0,0 0 0,0 0 0,0 0 0,0 0 0,0-1 0,0 1 0,1 0 0,-1-1 0,0 1 0,0-1 0,0 1 0,0-1 0,0 1 0,0-1 0,-1 0 0,1 0 0,1 0 0,4-4 0,0 0 0,0 0 0,0-1 0,-1 1 0,0-1 0,0 0 0,-1 0 0,7-12 0,1-6 0,10-31 0,-14 33 0,20-36 0,-7 21 0,-2-1 0,16-42 0,-35 79 0,1 1 0,-1-1 0,0 1 0,0-1 0,0 1 0,0-1 0,0 1 0,0 0 0,1-1 0,-1 1 0,0-1 0,0 1 0,0 0 0,1-1 0,-1 1 0,0 0 0,1-1 0,-1 1 0,0 0 0,1-1 0,-1 1 0,0 0 0,1 0 0,-1-1 0,1 1 0,-1 0 0,1 0 0,-1 0 0,0 0 0,1-1 0,-1 1 0,1 0 0,0 1 0,0-1 0,0 1 0,-1-1 0,1 1 0,0 0 0,0-1 0,-1 1 0,1 0 0,-1 0 0,1-1 0,-1 1 0,1 0 0,-1 0 0,1 1 0,14 41 0,-13-38 0,40 167-4355,-3-47-2758,-35-109 7113,-1-2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3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1 413 8192,'12'5'1287,"0"0"0,1-1 1,-1-1-1,1 0 0,15 2 1,67 1 2276,-70-5-3384,431-16-4856,-1-40 0,109-36 3274,-204 30 688,80-15 714,442-60 0,-765 127 0,-79 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5:16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6 8192,'-33'34'3758,"-47"52"1871,67-70-5109,1 1 1,0 0-1,-15 29 0,26-44-857,0 0 0,0-1-1,1 1 1,-1 0 0,0 0-1,1 0 1,-1 0 0,1 0-1,0 1 1,0-1 0,0 0 0,0 0-1,0 0 1,0 0 0,0 0-1,1 3 1,0-4 98,0 0 0,-1 0 0,1 1 0,0-1 0,0 0 0,0 0 0,0 0 1,0 0-1,0 0 0,1 0 0,-1 0 0,0 0 0,0 0 0,1-1 0,-1 1 0,0 0 0,1-1 0,-1 1 0,1-1 0,-1 0 1,1 1-1,-1-1 0,3 0 0,34 3 239,1-1 0,42-5 0,-12 1 0,-58 2 1433,0 0 1,0-2-1,17-3 1,-25 5-1040,-1-1 0,1 0 1,-1 0-1,1 0 0,-1 0 0,0 0 1,0-1-1,1 1 0,2-4 0,-4 5-319,0-1 0,-1 0-1,1 0 1,0 0 0,-1 0-1,1 0 1,-1 0 0,1 0-1,-1 0 1,0 0 0,1 0-1,-1 0 1,0 0 0,0 0-1,0-1 1,0 1 0,0 0-1,0 0 1,0 0 0,0 0-1,0 0 1,0 0 0,-1-2-1,0 0-74,-1-1 0,0 0 0,0 1 0,0-1 0,0 1 0,-1 0 0,0 0 0,-2-3 0,-13-18 0,7 3 0,-13-43 0,15 40 0,-15-31 0,19 45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16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0 140 8192,'121'-3'8465,"-95"1"-7464,0-2 0,41-11 0,-47 11-1001,0 0 0,0 2 0,26-1 0,-25 2 0,0-1 0,-1 0 0,23-6 0,258-52 0,-282 57 0,80-10-2102,102 0-1,101 13-3529,-123 2 5912,124-2 8676,-1 0-8862,-14 0-7432,83 0 3321,-124 0 4170,-40 0 3349,-2 0 4264,1244 0-7325,-1422 2-1122,-1 1 0,1 1 0,38 12 0,-8-3 609,-25-7 2361,57 2-3994,-50-8 3853,-25 0-2084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19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1 8192,'-12'12'3181,"1"1"1,-18 28-1,-4 4-1257,13-18-1924,2 0 0,1 1 0,-18 38 0,-27 91-2476,39-98-192,4-12-1449,19-46 4093,0-1 0,-1 1 1,1-1-1,0 1 0,0-1 0,0 1 0,-1 0 0,1-1 1,0 1-1,0-1 0,0 1 0,0 0 0,0-1 0,0 1 0,0 0 1,0-1-1,0 1 0,1 0 0,-1-1 0,0 1 0,0-1 1,0 1-1,1-1 0,-1 1 0,0 0 0,1-1 0,-1 1 1,0-1-1,1 1 0,-1-1 0,1 1 0,-1-1 0,1 0 0,-1 1 1,1-1-1,-1 0 0,1 1 0,-1-1 0,1 0 0,-1 1 1,1-1-1,0 0 0,-1 0 0,1 0 0,0 0 0,-1 0 1,1 0-1,-1 0 0,1 0 0,0 0 0,-1 0 0,1 0 1,0 0-1,0 0 0,7-1-192,-1 0 0,1-1 0,11-3 0,-14 4 184,273-66 32,-78 20 0,-166 38 0,-14 4 0,0 0 0,0 1 0,0 0 0,32 0 0,-47 4 637,-1 0 0,0 0 0,1-1 0,-1 1 0,0-1 1,1 0-1,-1 0 0,5-3 0,-8 4-486,0-1 0,0 1 0,0-1 0,0 1-1,-1-1 1,1 0 0,0 1 0,0-1 0,0 0 0,0 0 0,-1 0 0,1 1 0,0-1 0,-1 0-1,1 0 1,-1 0 0,1 0 0,-1 0 0,0 0 0,1 0 0,-1 0 0,0 0 0,1-1 0,-1 1-1,0 0 1,0 0 0,0 0 0,0 0 0,0 0 0,0 0 0,-1 0 0,1 0 0,0-1 0,-1 1 0,1 0-1,0 0 1,-2-1 0,-4-9-429,0 0-1,-1 0 1,0 1-1,-1 0 1,-13-13-1,-7-7-846,-9-16 1029,-58-55-6716,79 85 6224,-2 0 0,-25-17 0,33 26 588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1.7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0 296 8192,'1'1'167,"0"-1"0,-1 1 0,1 0 0,0-1 0,-1 1 0,1-1 0,0 1 0,0-1 0,-1 1 0,1-1 0,0 1 0,0-1 0,0 0 0,0 0 0,0 1 0,0-1 0,0 0 0,-1 0 0,1 0 0,0 0 0,0 0 0,0 0 0,0 0 0,0 0 0,0 0 0,0-1 0,0 1 0,0 0 0,-1 0 0,1-1 0,0 1 0,0-1 0,0 1 0,-1-1 0,1 1 0,0-1 1,0 1-1,-1-1 0,1 0 0,0 1 0,0-2 0,3-4 593,0 0 1,0 0 0,-1-1 0,5-10-1,1-3-110,3 6-650,0 0 0,1 0 0,0 2 0,1-1 0,24-15 0,-14 12 0,-18 14 0,-1-1 0,0 0 0,-1 0 0,1-1 0,-1 1 0,1-1 0,-1 0 0,4-5 0,1-4 0,1 1 0,-1 0 0,2 0 0,0 1 0,17-13 0,-28 24 0,1-1 0,0 1 0,-1 0 0,1 0 0,0-1 0,-1 1 0,1 0 0,0 0 0,-1 0 0,1-1 0,0 1 0,0 0 0,-1 0 0,1 0 0,0 0 0,0 1 0,-1-1 0,1 0 0,0 0 0,-1 0 0,1 1 0,0-1 0,-1 0 0,1 0 0,0 1 0,-1-1 0,1 1 0,0-1 0,-1 1 0,1-1 0,-1 1 0,1-1 0,-1 1 0,1-1 0,-1 1 0,0 0 0,1-1 0,-1 1 0,0-1 0,1 1 0,-1 0 0,0 0 0,0-1 0,0 1 0,1 1 0,10 41 0,-10-33 0,7 26-315,23 117-2726,-27-124 337,2 0 0,17 53 0,-17-67 2704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0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309 122 8192,'-2'0'651,"0"0"0,0 1 0,0 0 0,0-1 0,0 1 1,1 0-1,-1 0 0,0 0 0,0 0 0,1 1 0,-1-1 0,-2 3 1,-17 18 2351,-85 104-3003,15 15 0,49-72 0,38-64 0,2 0 0,-1 1 0,0-1 0,1 0 0,0 1 0,1-1 0,-1 1 0,1 0 0,-1 8 0,2-12 0,0-1 0,0 1 0,0 0 0,0-1 0,0 1 0,0 0 0,1-1 0,-1 1 0,1-1 0,-1 1 0,1 0 0,0-1 0,-1 1 0,1-1 0,0 1 0,0-1 0,0 0 0,0 1 0,0-1 0,1 0 0,-1 0 0,0 0 0,1 0 0,-1 0 0,0 0 0,1 0 0,-1 0 0,1-1 0,-1 1 0,1 0 0,0-1 0,-1 1 0,1-1 0,0 0 0,3 1 0,32 2 20,0-2-1,40-3 1,-8-1-574,17 3-451,37 1-3979,231-30 0,-349 28 4984,-1 0 0,0 0 0,1 0 0,-1 0 0,0-1 0,0 1 0,0-1 0,0 0 0,0 0 0,-1-1 0,1 1 0,3-4 0,-5 4 0,0 0 0,-1 0 0,1-1 0,-1 1 0,0 0 0,1-1 0,-1 1 0,0-1 0,-1 1 0,1-1 0,0 0 0,-1 1 0,1-1 0,-1 0 0,0 1 0,0-1 0,0 0 0,0 1 0,-1-1 0,1 0 0,-1-2 0,-3-10 0,-1-1 0,0 2 0,0-1 0,-2 1 0,0-1 0,0 2 0,-14-19 0,-76-86 0,68 84 0,-17-21 0,-50-55 0,90 105 0,1 0 0,0 0 0,-1 0 0,-9-5 0,1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2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 1 8192,'-3'11'2924,"-5"8"-2895,1-6 963,-149 311 6495,148-308-7451,8-16-36,-11 21 0,1 0 0,-10 28 0,30-101 0,-2 29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3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8192,'10'5'3050,"13"18"-2155,-15-10 65,0 0-1,-1 0 1,0 1-1,-1 0 0,-1 0 1,8 28-1,-1-2-152,32 124-807,-41-147 0,2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3.8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455 0 8192,'0'2'139,"0"0"0,-1-1 0,1 1 0,0 0 0,-1-1 0,0 1 1,1-1-1,-1 1 0,0-1 0,0 0 0,0 1 0,0-1 0,0 0 0,-2 3 0,-21 17 3819,12-11-2077,-37 44 190,40-41-1776,-1-1-1,-1-1 1,0 1-1,-21 15 0,12-12-294,-34 35 0,25-20 0,-83 69-3356,110-97 3173,-1 1 0,1 0 1,0-1-1,-1 1 0,1 0 0,1 0 0,-1 0 0,0 1 0,1-1 0,0 0 0,-2 5 0,-6 41-3811,1-5 2071,-2-9 1923,-8 49 0,18-83 0,0 1 0,0-1 0,0 0 0,0 1 0,0-1 0,0 0 0,0 1 0,0-1 0,1 0 0,-1 0 0,0 1 0,1-1 0,-1 0 0,1 0 0,-1 0 0,1 1 0,0-1 0,-1 0 0,1 0 0,0 0 0,0 0 0,0 0 0,0 0 0,0-1 0,0 1 0,0 0 0,0 0 0,0-1 0,0 1 0,1-1 0,-1 1 0,0-1 0,0 1 0,0-1 0,3 1 0,4 0 0,1 0 0,-1 0 0,1-1 0,13-1 0,-8 1 0,216-6 0,-163 1 0,93-19 0,-55 2 0,127-45 0,-204 56 0,-8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24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8192,'1'12'414,"0"0"1,1 0 0,1-1-1,-1 1 1,2 0 0,0-1-1,0 0 1,1 0 0,0 0-1,1-1 1,7 11 0,12 15 2705,50 53-1,-56-68-2866,-7-8-253,29 22 0,-29-25 0,-1 0 0,1 0 0,12 16 0,5 4 0,-22-22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44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53 8192,'19'-1'3382,"-1"-1"0,26-6 0,-6 1-2060,1 0-1322,-21 4 0,1 0 0,25-1 0,298 5 0,-330-2 0,1 0 0,23-6 0,-23 4 0,1 0 0,17 0 0,186 3-2431,-103 0 1506,-97 2-111,0-1-1,0 2 0,32 9 1,-32-7 44,1-1 1,-1-1-1,28 2 1,639-4 6200,-322-3-861,-265 2-2822,-83 0-1526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45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8192,'41'0'2034,"144"-1"2362,92-18-2714,-267 18-1689,597-63-8098,-523 59 9487,223-6 8704,775 11-10086,-1069 1 0,0 0 0,0 2 0,0-1 0,-1 2 0,1 0 0,-1 0 0,20 11 0,-19-9 0,-1 0 0,1-1 0,1-1 0,-1 0 0,1-1 0,24 3 0,61-6 0,-82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45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 8192,'150'-9'8572,"-6"0"-5676,-9 10-2896,-121-1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6:36:52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1 307 8192,'48'-3'2666,"0"-3"1,-1-1-1,73-22 1,-32 8-1865,313-35-3040,-208 35 1505,143-8-7764,-244 21 9174,43 0 1442,-29-1 2566,-70 4-2691,37 1-1,16 6-1993,148-4 0,-140-5-598,48-2-1280,-22 9 3468,49-1-2001,1-8-6137,250-26 2925,-162 27 3623,-4 0 0,196 0 3066,-291 9-1392,-148-2-35,-1 0 0,21-5 0,6-1 172,-26 6-1811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ECCEA9F8-FEA0-452C-86C3-D4C3A5C77911}" type="datetimeFigureOut">
              <a:rPr lang="zh-CN" altLang="en-US" smtClean="0"/>
              <a:pPr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662ECBD6-6152-4ACF-8EC9-EA59332C84A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.xml"/><Relationship Id="rId21" Type="http://schemas.openxmlformats.org/officeDocument/2006/relationships/image" Target="../media/image20.png"/><Relationship Id="rId42" Type="http://schemas.openxmlformats.org/officeDocument/2006/relationships/customXml" Target="../ink/ink28.xml"/><Relationship Id="rId47" Type="http://schemas.openxmlformats.org/officeDocument/2006/relationships/image" Target="../media/image33.png"/><Relationship Id="rId63" Type="http://schemas.openxmlformats.org/officeDocument/2006/relationships/image" Target="../media/image41.png"/><Relationship Id="rId68" Type="http://schemas.openxmlformats.org/officeDocument/2006/relationships/customXml" Target="../ink/ink41.xml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9" Type="http://schemas.openxmlformats.org/officeDocument/2006/relationships/image" Target="../media/image24.png"/><Relationship Id="rId11" Type="http://schemas.openxmlformats.org/officeDocument/2006/relationships/image" Target="../media/image15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28.png"/><Relationship Id="rId40" Type="http://schemas.openxmlformats.org/officeDocument/2006/relationships/customXml" Target="../ink/ink27.xml"/><Relationship Id="rId45" Type="http://schemas.openxmlformats.org/officeDocument/2006/relationships/image" Target="../media/image32.png"/><Relationship Id="rId53" Type="http://schemas.openxmlformats.org/officeDocument/2006/relationships/image" Target="../media/image36.png"/><Relationship Id="rId58" Type="http://schemas.openxmlformats.org/officeDocument/2006/relationships/customXml" Target="../ink/ink36.xml"/><Relationship Id="rId66" Type="http://schemas.openxmlformats.org/officeDocument/2006/relationships/customXml" Target="../ink/ink40.xml"/><Relationship Id="rId5" Type="http://schemas.openxmlformats.org/officeDocument/2006/relationships/image" Target="../media/image12.png"/><Relationship Id="rId61" Type="http://schemas.openxmlformats.org/officeDocument/2006/relationships/image" Target="../media/image40.png"/><Relationship Id="rId19" Type="http://schemas.openxmlformats.org/officeDocument/2006/relationships/image" Target="../media/image19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23.png"/><Relationship Id="rId30" Type="http://schemas.openxmlformats.org/officeDocument/2006/relationships/customXml" Target="../ink/ink22.xml"/><Relationship Id="rId35" Type="http://schemas.openxmlformats.org/officeDocument/2006/relationships/image" Target="../media/image27.png"/><Relationship Id="rId43" Type="http://schemas.openxmlformats.org/officeDocument/2006/relationships/image" Target="../media/image31.png"/><Relationship Id="rId48" Type="http://schemas.openxmlformats.org/officeDocument/2006/relationships/customXml" Target="../ink/ink31.xml"/><Relationship Id="rId56" Type="http://schemas.openxmlformats.org/officeDocument/2006/relationships/customXml" Target="../ink/ink35.xml"/><Relationship Id="rId64" Type="http://schemas.openxmlformats.org/officeDocument/2006/relationships/customXml" Target="../ink/ink39.xml"/><Relationship Id="rId69" Type="http://schemas.openxmlformats.org/officeDocument/2006/relationships/image" Target="../media/image44.png"/><Relationship Id="rId8" Type="http://schemas.openxmlformats.org/officeDocument/2006/relationships/customXml" Target="../ink/ink11.xml"/><Relationship Id="rId51" Type="http://schemas.openxmlformats.org/officeDocument/2006/relationships/image" Target="../media/image35.png"/><Relationship Id="rId72" Type="http://schemas.openxmlformats.org/officeDocument/2006/relationships/customXml" Target="../ink/ink43.xml"/><Relationship Id="rId3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59" Type="http://schemas.openxmlformats.org/officeDocument/2006/relationships/image" Target="../media/image39.png"/><Relationship Id="rId67" Type="http://schemas.openxmlformats.org/officeDocument/2006/relationships/image" Target="../media/image43.png"/><Relationship Id="rId20" Type="http://schemas.openxmlformats.org/officeDocument/2006/relationships/customXml" Target="../ink/ink17.xml"/><Relationship Id="rId41" Type="http://schemas.openxmlformats.org/officeDocument/2006/relationships/image" Target="../media/image30.png"/><Relationship Id="rId54" Type="http://schemas.openxmlformats.org/officeDocument/2006/relationships/customXml" Target="../ink/ink34.xml"/><Relationship Id="rId62" Type="http://schemas.openxmlformats.org/officeDocument/2006/relationships/customXml" Target="../ink/ink38.xml"/><Relationship Id="rId70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34.png"/><Relationship Id="rId57" Type="http://schemas.openxmlformats.org/officeDocument/2006/relationships/image" Target="../media/image38.png"/><Relationship Id="rId10" Type="http://schemas.openxmlformats.org/officeDocument/2006/relationships/customXml" Target="../ink/ink12.xml"/><Relationship Id="rId31" Type="http://schemas.openxmlformats.org/officeDocument/2006/relationships/image" Target="../media/image25.png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60" Type="http://schemas.openxmlformats.org/officeDocument/2006/relationships/customXml" Target="../ink/ink37.xml"/><Relationship Id="rId65" Type="http://schemas.openxmlformats.org/officeDocument/2006/relationships/image" Target="../media/image42.png"/><Relationship Id="rId73" Type="http://schemas.openxmlformats.org/officeDocument/2006/relationships/image" Target="../media/image46.png"/><Relationship Id="rId4" Type="http://schemas.openxmlformats.org/officeDocument/2006/relationships/customXml" Target="../ink/ink9.xml"/><Relationship Id="rId9" Type="http://schemas.openxmlformats.org/officeDocument/2006/relationships/image" Target="../media/image14.png"/><Relationship Id="rId13" Type="http://schemas.openxmlformats.org/officeDocument/2006/relationships/image" Target="../media/image16.png"/><Relationship Id="rId18" Type="http://schemas.openxmlformats.org/officeDocument/2006/relationships/customXml" Target="../ink/ink16.xml"/><Relationship Id="rId39" Type="http://schemas.openxmlformats.org/officeDocument/2006/relationships/image" Target="../media/image29.png"/><Relationship Id="rId34" Type="http://schemas.openxmlformats.org/officeDocument/2006/relationships/customXml" Target="../ink/ink24.xml"/><Relationship Id="rId50" Type="http://schemas.openxmlformats.org/officeDocument/2006/relationships/customXml" Target="../ink/ink32.xml"/><Relationship Id="rId55" Type="http://schemas.openxmlformats.org/officeDocument/2006/relationships/image" Target="../media/image37.png"/><Relationship Id="rId7" Type="http://schemas.openxmlformats.org/officeDocument/2006/relationships/image" Target="../media/image13.png"/><Relationship Id="rId71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customXml" Target="../ink/ink49.xml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48.xml"/><Relationship Id="rId4" Type="http://schemas.openxmlformats.org/officeDocument/2006/relationships/customXml" Target="../ink/ink45.xml"/><Relationship Id="rId9" Type="http://schemas.openxmlformats.org/officeDocument/2006/relationships/image" Target="../media/image50.png"/><Relationship Id="rId14" Type="http://schemas.openxmlformats.org/officeDocument/2006/relationships/customXml" Target="../ink/ink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.xml"/><Relationship Id="rId21" Type="http://schemas.openxmlformats.org/officeDocument/2006/relationships/image" Target="../media/image58.png"/><Relationship Id="rId42" Type="http://schemas.openxmlformats.org/officeDocument/2006/relationships/customXml" Target="../ink/ink66.xml"/><Relationship Id="rId47" Type="http://schemas.openxmlformats.org/officeDocument/2006/relationships/image" Target="../media/image71.png"/><Relationship Id="rId63" Type="http://schemas.openxmlformats.org/officeDocument/2006/relationships/image" Target="../media/image79.png"/><Relationship Id="rId68" Type="http://schemas.openxmlformats.org/officeDocument/2006/relationships/customXml" Target="../ink/ink79.xml"/><Relationship Id="rId84" Type="http://schemas.openxmlformats.org/officeDocument/2006/relationships/customXml" Target="../ink/ink87.xml"/><Relationship Id="rId89" Type="http://schemas.openxmlformats.org/officeDocument/2006/relationships/image" Target="../media/image92.png"/><Relationship Id="rId16" Type="http://schemas.openxmlformats.org/officeDocument/2006/relationships/customXml" Target="../ink/ink53.xml"/><Relationship Id="rId11" Type="http://schemas.openxmlformats.org/officeDocument/2006/relationships/hyperlink" Target="https://baike.baidu.com/item/A/D%E8%BD%AC%E6%8D%A2%E5%99%A8/4883848" TargetMode="External"/><Relationship Id="rId32" Type="http://schemas.openxmlformats.org/officeDocument/2006/relationships/customXml" Target="../ink/ink61.xml"/><Relationship Id="rId37" Type="http://schemas.openxmlformats.org/officeDocument/2006/relationships/image" Target="../media/image66.png"/><Relationship Id="rId53" Type="http://schemas.openxmlformats.org/officeDocument/2006/relationships/image" Target="../media/image74.png"/><Relationship Id="rId58" Type="http://schemas.openxmlformats.org/officeDocument/2006/relationships/customXml" Target="../ink/ink74.xml"/><Relationship Id="rId74" Type="http://schemas.openxmlformats.org/officeDocument/2006/relationships/customXml" Target="../ink/ink82.xml"/><Relationship Id="rId79" Type="http://schemas.openxmlformats.org/officeDocument/2006/relationships/image" Target="../media/image87.png"/><Relationship Id="rId5" Type="http://schemas.openxmlformats.org/officeDocument/2006/relationships/hyperlink" Target="https://baike.baidu.com/item/%E9%9A%8F%E6%9C%BA%E5%AD%98%E5%82%A8%E5%99%A8/2728301" TargetMode="External"/><Relationship Id="rId90" Type="http://schemas.openxmlformats.org/officeDocument/2006/relationships/customXml" Target="../ink/ink90.xml"/><Relationship Id="rId95" Type="http://schemas.openxmlformats.org/officeDocument/2006/relationships/image" Target="../media/image95.png"/><Relationship Id="rId22" Type="http://schemas.openxmlformats.org/officeDocument/2006/relationships/customXml" Target="../ink/ink56.xml"/><Relationship Id="rId27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customXml" Target="../ink/ink69.xml"/><Relationship Id="rId64" Type="http://schemas.openxmlformats.org/officeDocument/2006/relationships/customXml" Target="../ink/ink77.xml"/><Relationship Id="rId69" Type="http://schemas.openxmlformats.org/officeDocument/2006/relationships/image" Target="../media/image82.png"/><Relationship Id="rId8" Type="http://schemas.openxmlformats.org/officeDocument/2006/relationships/hyperlink" Target="https://baike.baidu.com/item/ROM/12424911" TargetMode="External"/><Relationship Id="rId51" Type="http://schemas.openxmlformats.org/officeDocument/2006/relationships/image" Target="../media/image73.png"/><Relationship Id="rId72" Type="http://schemas.openxmlformats.org/officeDocument/2006/relationships/customXml" Target="../ink/ink81.xml"/><Relationship Id="rId80" Type="http://schemas.openxmlformats.org/officeDocument/2006/relationships/customXml" Target="../ink/ink85.xml"/><Relationship Id="rId85" Type="http://schemas.openxmlformats.org/officeDocument/2006/relationships/image" Target="../media/image90.png"/><Relationship Id="rId93" Type="http://schemas.openxmlformats.org/officeDocument/2006/relationships/image" Target="../media/image94.png"/><Relationship Id="rId3" Type="http://schemas.openxmlformats.org/officeDocument/2006/relationships/hyperlink" Target="https://baike.baidu.com/item/%E8%B6%85%E5%A4%A7%E8%A7%84%E6%A8%A1%E9%9B%86%E6%88%90%E7%94%B5%E8%B7%AF/29136" TargetMode="External"/><Relationship Id="rId12" Type="http://schemas.openxmlformats.org/officeDocument/2006/relationships/customXml" Target="../ink/ink51.xml"/><Relationship Id="rId17" Type="http://schemas.openxmlformats.org/officeDocument/2006/relationships/image" Target="../media/image56.png"/><Relationship Id="rId25" Type="http://schemas.openxmlformats.org/officeDocument/2006/relationships/image" Target="../media/image60.png"/><Relationship Id="rId33" Type="http://schemas.openxmlformats.org/officeDocument/2006/relationships/image" Target="../media/image64.png"/><Relationship Id="rId38" Type="http://schemas.openxmlformats.org/officeDocument/2006/relationships/customXml" Target="../ink/ink64.xml"/><Relationship Id="rId46" Type="http://schemas.openxmlformats.org/officeDocument/2006/relationships/customXml" Target="../ink/ink68.xml"/><Relationship Id="rId59" Type="http://schemas.openxmlformats.org/officeDocument/2006/relationships/image" Target="../media/image77.png"/><Relationship Id="rId67" Type="http://schemas.openxmlformats.org/officeDocument/2006/relationships/image" Target="../media/image81.png"/><Relationship Id="rId20" Type="http://schemas.openxmlformats.org/officeDocument/2006/relationships/customXml" Target="../ink/ink55.xml"/><Relationship Id="rId41" Type="http://schemas.openxmlformats.org/officeDocument/2006/relationships/image" Target="../media/image68.png"/><Relationship Id="rId54" Type="http://schemas.openxmlformats.org/officeDocument/2006/relationships/customXml" Target="../ink/ink72.xml"/><Relationship Id="rId62" Type="http://schemas.openxmlformats.org/officeDocument/2006/relationships/customXml" Target="../ink/ink76.xml"/><Relationship Id="rId70" Type="http://schemas.openxmlformats.org/officeDocument/2006/relationships/customXml" Target="../ink/ink80.xml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88" Type="http://schemas.openxmlformats.org/officeDocument/2006/relationships/customXml" Target="../ink/ink89.xml"/><Relationship Id="rId91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RAM/144481" TargetMode="External"/><Relationship Id="rId15" Type="http://schemas.openxmlformats.org/officeDocument/2006/relationships/image" Target="../media/image55.png"/><Relationship Id="rId23" Type="http://schemas.openxmlformats.org/officeDocument/2006/relationships/image" Target="../media/image59.png"/><Relationship Id="rId28" Type="http://schemas.openxmlformats.org/officeDocument/2006/relationships/customXml" Target="../ink/ink59.xml"/><Relationship Id="rId36" Type="http://schemas.openxmlformats.org/officeDocument/2006/relationships/customXml" Target="../ink/ink63.xml"/><Relationship Id="rId49" Type="http://schemas.openxmlformats.org/officeDocument/2006/relationships/image" Target="../media/image72.png"/><Relationship Id="rId57" Type="http://schemas.openxmlformats.org/officeDocument/2006/relationships/image" Target="../media/image76.png"/><Relationship Id="rId10" Type="http://schemas.openxmlformats.org/officeDocument/2006/relationships/hyperlink" Target="https://baike.baidu.com/item/%E4%B8%AD%E6%96%AD%E7%B3%BB%E7%BB%9F/10480702" TargetMode="External"/><Relationship Id="rId31" Type="http://schemas.openxmlformats.org/officeDocument/2006/relationships/image" Target="../media/image63.png"/><Relationship Id="rId44" Type="http://schemas.openxmlformats.org/officeDocument/2006/relationships/customXml" Target="../ink/ink67.xml"/><Relationship Id="rId52" Type="http://schemas.openxmlformats.org/officeDocument/2006/relationships/customXml" Target="../ink/ink71.xml"/><Relationship Id="rId60" Type="http://schemas.openxmlformats.org/officeDocument/2006/relationships/customXml" Target="../ink/ink75.xml"/><Relationship Id="rId65" Type="http://schemas.openxmlformats.org/officeDocument/2006/relationships/image" Target="../media/image80.png"/><Relationship Id="rId73" Type="http://schemas.openxmlformats.org/officeDocument/2006/relationships/image" Target="../media/image84.png"/><Relationship Id="rId78" Type="http://schemas.openxmlformats.org/officeDocument/2006/relationships/customXml" Target="../ink/ink84.xml"/><Relationship Id="rId81" Type="http://schemas.openxmlformats.org/officeDocument/2006/relationships/image" Target="../media/image88.png"/><Relationship Id="rId86" Type="http://schemas.openxmlformats.org/officeDocument/2006/relationships/customXml" Target="../ink/ink88.xml"/><Relationship Id="rId94" Type="http://schemas.openxmlformats.org/officeDocument/2006/relationships/customXml" Target="../ink/ink92.xml"/><Relationship Id="rId4" Type="http://schemas.openxmlformats.org/officeDocument/2006/relationships/hyperlink" Target="https://baike.baidu.com/item/%E4%B8%AD%E5%A4%AE%E5%A4%84%E7%90%86%E5%99%A8/284033" TargetMode="External"/><Relationship Id="rId9" Type="http://schemas.openxmlformats.org/officeDocument/2006/relationships/hyperlink" Target="https://baike.baidu.com/item/I/O/84718" TargetMode="External"/><Relationship Id="rId13" Type="http://schemas.openxmlformats.org/officeDocument/2006/relationships/image" Target="../media/image54.png"/><Relationship Id="rId18" Type="http://schemas.openxmlformats.org/officeDocument/2006/relationships/customXml" Target="../ink/ink54.xml"/><Relationship Id="rId39" Type="http://schemas.openxmlformats.org/officeDocument/2006/relationships/image" Target="../media/image67.png"/><Relationship Id="rId34" Type="http://schemas.openxmlformats.org/officeDocument/2006/relationships/customXml" Target="../ink/ink62.xml"/><Relationship Id="rId50" Type="http://schemas.openxmlformats.org/officeDocument/2006/relationships/customXml" Target="../ink/ink70.xml"/><Relationship Id="rId55" Type="http://schemas.openxmlformats.org/officeDocument/2006/relationships/image" Target="../media/image75.png"/><Relationship Id="rId76" Type="http://schemas.openxmlformats.org/officeDocument/2006/relationships/customXml" Target="../ink/ink83.xml"/><Relationship Id="rId7" Type="http://schemas.openxmlformats.org/officeDocument/2006/relationships/hyperlink" Target="https://baike.baidu.com/item/%E5%8F%AA%E8%AF%BB%E5%AD%98%E5%82%A8%E5%99%A8/2399075" TargetMode="External"/><Relationship Id="rId71" Type="http://schemas.openxmlformats.org/officeDocument/2006/relationships/image" Target="../media/image83.png"/><Relationship Id="rId92" Type="http://schemas.openxmlformats.org/officeDocument/2006/relationships/customXml" Target="../ink/ink91.xml"/><Relationship Id="rId2" Type="http://schemas.openxmlformats.org/officeDocument/2006/relationships/hyperlink" Target="https://baike.baidu.com/item/INTEL/125450" TargetMode="External"/><Relationship Id="rId29" Type="http://schemas.openxmlformats.org/officeDocument/2006/relationships/image" Target="../media/image62.png"/><Relationship Id="rId24" Type="http://schemas.openxmlformats.org/officeDocument/2006/relationships/customXml" Target="../ink/ink57.xml"/><Relationship Id="rId40" Type="http://schemas.openxmlformats.org/officeDocument/2006/relationships/customXml" Target="../ink/ink65.xml"/><Relationship Id="rId45" Type="http://schemas.openxmlformats.org/officeDocument/2006/relationships/image" Target="../media/image70.png"/><Relationship Id="rId66" Type="http://schemas.openxmlformats.org/officeDocument/2006/relationships/customXml" Target="../ink/ink78.xml"/><Relationship Id="rId87" Type="http://schemas.openxmlformats.org/officeDocument/2006/relationships/image" Target="../media/image91.png"/><Relationship Id="rId61" Type="http://schemas.openxmlformats.org/officeDocument/2006/relationships/image" Target="../media/image78.png"/><Relationship Id="rId82" Type="http://schemas.openxmlformats.org/officeDocument/2006/relationships/customXml" Target="../ink/ink86.xml"/><Relationship Id="rId19" Type="http://schemas.openxmlformats.org/officeDocument/2006/relationships/image" Target="../media/image57.png"/><Relationship Id="rId14" Type="http://schemas.openxmlformats.org/officeDocument/2006/relationships/customXml" Target="../ink/ink52.xml"/><Relationship Id="rId30" Type="http://schemas.openxmlformats.org/officeDocument/2006/relationships/customXml" Target="../ink/ink60.xml"/><Relationship Id="rId35" Type="http://schemas.openxmlformats.org/officeDocument/2006/relationships/image" Target="../media/image65.png"/><Relationship Id="rId56" Type="http://schemas.openxmlformats.org/officeDocument/2006/relationships/customXml" Target="../ink/ink73.xml"/><Relationship Id="rId77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第一章  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一、什么是单片机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单片机：在一片硅片上集成了微处理器、存储器、和各种</a:t>
            </a:r>
            <a:r>
              <a:rPr lang="en-US" altLang="zh-CN" dirty="0"/>
              <a:t>I/O</a:t>
            </a:r>
            <a:r>
              <a:rPr lang="zh-CN" altLang="en-US" dirty="0"/>
              <a:t>接口。这样一块新联具有一台计算机的属性，本成为单片微型计算机，简称单片机。</a:t>
            </a:r>
            <a:endParaRPr lang="en-US" altLang="zh-CN" dirty="0"/>
          </a:p>
          <a:p>
            <a:r>
              <a:rPr lang="zh-CN" altLang="en-US" dirty="0"/>
              <a:t>单片机应用时通常处于被控系统的核心地位并嵌入其中，为了强调其“嵌入”的特性，也常常把单片机称为嵌入式控制器。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bkimg.cdn.bcebos.com/pic/8d5494eef01f3a29b4520f1d9725bc315d607c4f?x-bce-process=image/watermark,image_d2F0ZXIvYmFpa2U4MA==,g_7,xp_5,yp_5/format,f_aut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00108"/>
            <a:ext cx="6953299" cy="52149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1.</a:t>
            </a:r>
            <a:r>
              <a:rPr lang="zh-CN" altLang="en-US" dirty="0"/>
              <a:t>单片机分类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686320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单片机按照其用途可分为通用型和专用型。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通用型：</a:t>
            </a:r>
            <a:r>
              <a:rPr lang="zh-CN" altLang="en-US" sz="2800" dirty="0"/>
              <a:t>具有比较丰富的内部资源，性能全面且适应性强，你那个覆盖多种应用需求。用户可以根据需要设计成各种不同应用的控制系统。即通用单片机有一个再设计过程，通过用户的进一步设计，组成一个以通用单片机芯片为核心，配以掐外围电路的应用控制系统。通常所说的单片机指通用单片机。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专用型：</a:t>
            </a:r>
            <a:r>
              <a:rPr lang="zh-CN" altLang="en-US" sz="2800" dirty="0"/>
              <a:t>专门针对某个特定产品或者特定应用的单片机。例如打印机控制器和各种通讯设备、家用电器中的单片机。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2.</a:t>
            </a:r>
            <a:r>
              <a:rPr lang="zh-CN" altLang="en-US" dirty="0"/>
              <a:t>单片机特点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(1).</a:t>
            </a:r>
            <a:r>
              <a:rPr lang="zh-CN" altLang="en-US" sz="2800" b="1" dirty="0">
                <a:solidFill>
                  <a:srgbClr val="FF0000"/>
                </a:solidFill>
              </a:rPr>
              <a:t>高集成度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</a:rPr>
              <a:t>体积小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</a:rPr>
              <a:t>高可靠性。</a:t>
            </a:r>
            <a:r>
              <a:rPr lang="zh-CN" altLang="en-US" sz="2800" dirty="0"/>
              <a:t>单片机将各功能部件集成在一块晶体芯片上，集成度很高，体积自然也是最小的。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(2).</a:t>
            </a:r>
            <a:r>
              <a:rPr lang="zh-CN" altLang="en-US" sz="2800" b="1" dirty="0">
                <a:solidFill>
                  <a:srgbClr val="FF0000"/>
                </a:solidFill>
              </a:rPr>
              <a:t>低电压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</a:rPr>
              <a:t>低功耗</a:t>
            </a:r>
            <a:r>
              <a:rPr lang="en-US" altLang="zh-CN" sz="2800" b="1" dirty="0">
                <a:solidFill>
                  <a:srgbClr val="FF0000"/>
                </a:solidFill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</a:rPr>
              <a:t>便于生产便携式产品。</a:t>
            </a:r>
            <a:r>
              <a:rPr lang="zh-CN" altLang="en-US" sz="2800" dirty="0"/>
              <a:t>为了满足广泛使用于便携式系统，许多单片机内的工作电压仅为</a:t>
            </a:r>
            <a:r>
              <a:rPr lang="en-US" altLang="zh-CN" sz="2800" dirty="0"/>
              <a:t>1.8V</a:t>
            </a:r>
            <a:r>
              <a:rPr lang="zh-CN" altLang="en-US" sz="2800" dirty="0"/>
              <a:t>～</a:t>
            </a:r>
            <a:r>
              <a:rPr lang="en-US" altLang="zh-CN" sz="2800" dirty="0"/>
              <a:t>3.6V</a:t>
            </a:r>
            <a:r>
              <a:rPr lang="zh-CN" altLang="en-US" sz="2800" dirty="0"/>
              <a:t>，而工作电流仅为数百微安。</a:t>
            </a:r>
            <a:endParaRPr lang="en-US" altLang="zh-CN" sz="2800" dirty="0"/>
          </a:p>
          <a:p>
            <a:pPr>
              <a:lnSpc>
                <a:spcPct val="150000"/>
              </a:lnSpc>
              <a:buNone/>
            </a:pPr>
            <a:r>
              <a:rPr lang="en-US" altLang="zh-CN" sz="2800" dirty="0"/>
              <a:t>(3).</a:t>
            </a:r>
            <a:r>
              <a:rPr lang="zh-CN" altLang="en-US" sz="2800" b="1" dirty="0">
                <a:solidFill>
                  <a:srgbClr val="FF0000"/>
                </a:solidFill>
              </a:rPr>
              <a:t>易扩展。</a:t>
            </a:r>
            <a:r>
              <a:rPr lang="zh-CN" altLang="en-US" sz="2800" dirty="0"/>
              <a:t>片内具有计算机正常运行所必需的部件。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3.</a:t>
            </a:r>
            <a:r>
              <a:rPr lang="zh-CN" altLang="en-US" dirty="0"/>
              <a:t>单片机发展趋势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单片机的发展趋势是向</a:t>
            </a:r>
            <a:r>
              <a:rPr lang="zh-CN" altLang="en-US" b="1" dirty="0">
                <a:solidFill>
                  <a:srgbClr val="FF0000"/>
                </a:solidFill>
              </a:rPr>
              <a:t>大容量、高性能化、外围电路内装化</a:t>
            </a:r>
            <a:r>
              <a:rPr lang="zh-CN" altLang="en-US" dirty="0"/>
              <a:t>等方面发展。</a:t>
            </a:r>
            <a:endParaRPr lang="en-US" altLang="zh-CN" dirty="0"/>
          </a:p>
          <a:p>
            <a:pPr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(1).CPU</a:t>
            </a:r>
            <a:r>
              <a:rPr lang="zh-CN" altLang="en-US" b="1" dirty="0">
                <a:solidFill>
                  <a:srgbClr val="7030A0"/>
                </a:solidFill>
              </a:rPr>
              <a:t>的改进</a:t>
            </a:r>
            <a:endParaRPr lang="en-US" altLang="zh-CN" b="1" dirty="0">
              <a:solidFill>
                <a:srgbClr val="7030A0"/>
              </a:solidFill>
            </a:endParaRPr>
          </a:p>
          <a:p>
            <a:pPr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dirty="0"/>
              <a:t>采用多</a:t>
            </a:r>
            <a:r>
              <a:rPr lang="en-US" altLang="zh-CN" dirty="0"/>
              <a:t>CPU</a:t>
            </a:r>
            <a:r>
              <a:rPr lang="zh-CN" altLang="en-US" dirty="0"/>
              <a:t>结构，提高处理能力。</a:t>
            </a:r>
            <a:endParaRPr lang="en-US" altLang="zh-CN" dirty="0"/>
          </a:p>
          <a:p>
            <a:pPr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dirty="0"/>
              <a:t>增加数据总线宽度，提高数据处理能力。</a:t>
            </a:r>
            <a:endParaRPr lang="en-US" altLang="zh-CN" dirty="0"/>
          </a:p>
          <a:p>
            <a:pPr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dirty="0"/>
              <a:t>采用流水线结构，指令以队列形式出现在</a:t>
            </a:r>
            <a:r>
              <a:rPr lang="en-US" altLang="zh-CN" dirty="0"/>
              <a:t>CPU</a:t>
            </a:r>
            <a:r>
              <a:rPr lang="zh-CN" altLang="en-US" dirty="0"/>
              <a:t>中，具有很快的运算速度。</a:t>
            </a:r>
            <a:endParaRPr lang="en-US" altLang="zh-C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DB75FF7-D5E4-1F4F-D34F-43F5116567B6}"/>
                  </a:ext>
                </a:extLst>
              </p14:cNvPr>
              <p14:cNvContentPartPr/>
              <p14:nvPr/>
            </p14:nvContentPartPr>
            <p14:xfrm>
              <a:off x="993948" y="3254439"/>
              <a:ext cx="2963520" cy="72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DB75FF7-D5E4-1F4F-D34F-43F5116567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6308" y="3236439"/>
                <a:ext cx="29991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7C346E8-DC88-9606-7222-EFDD696178C1}"/>
                  </a:ext>
                </a:extLst>
              </p14:cNvPr>
              <p14:cNvContentPartPr/>
              <p14:nvPr/>
            </p14:nvContentPartPr>
            <p14:xfrm>
              <a:off x="1846788" y="3810639"/>
              <a:ext cx="2190600" cy="266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7C346E8-DC88-9606-7222-EFDD696178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9148" y="3792639"/>
                <a:ext cx="22262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B753D67-5DDB-AB42-E34D-E554B3AB9D60}"/>
                  </a:ext>
                </a:extLst>
              </p14:cNvPr>
              <p14:cNvContentPartPr/>
              <p14:nvPr/>
            </p14:nvContentPartPr>
            <p14:xfrm>
              <a:off x="2043348" y="4300959"/>
              <a:ext cx="2028600" cy="44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B753D67-5DDB-AB42-E34D-E554B3AB9D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5708" y="4282959"/>
                <a:ext cx="206424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25561DD8-306B-B851-1B44-2857EDAD057C}"/>
              </a:ext>
            </a:extLst>
          </p:cNvPr>
          <p:cNvGrpSpPr/>
          <p:nvPr/>
        </p:nvGrpSpPr>
        <p:grpSpPr>
          <a:xfrm>
            <a:off x="2055588" y="4889919"/>
            <a:ext cx="5447520" cy="138960"/>
            <a:chOff x="2055588" y="4889919"/>
            <a:chExt cx="544752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DAB1562-5834-6A18-C375-6706E4C5CBB9}"/>
                    </a:ext>
                  </a:extLst>
                </p14:cNvPr>
                <p14:cNvContentPartPr/>
                <p14:nvPr/>
              </p14:nvContentPartPr>
              <p14:xfrm>
                <a:off x="2055588" y="4889919"/>
                <a:ext cx="1972800" cy="324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DAB1562-5834-6A18-C375-6706E4C5CB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7948" y="4871919"/>
                  <a:ext cx="2008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88C954D-4536-EAEA-AC52-D6BD7AE48EDC}"/>
                    </a:ext>
                  </a:extLst>
                </p14:cNvPr>
                <p14:cNvContentPartPr/>
                <p14:nvPr/>
              </p14:nvContentPartPr>
              <p14:xfrm>
                <a:off x="5093268" y="4964439"/>
                <a:ext cx="2409840" cy="644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88C954D-4536-EAEA-AC52-D6BD7AE48E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5628" y="4946799"/>
                  <a:ext cx="244548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61F3B86-282E-7F62-9F14-DA41B771C2C3}"/>
                  </a:ext>
                </a:extLst>
              </p14:cNvPr>
              <p14:cNvContentPartPr/>
              <p14:nvPr/>
            </p14:nvContentPartPr>
            <p14:xfrm>
              <a:off x="766788" y="5522799"/>
              <a:ext cx="944280" cy="129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61F3B86-282E-7F62-9F14-DA41B771C2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9148" y="5505159"/>
                <a:ext cx="979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F19EA6A-19B0-40FF-264B-C8900A59C7F3}"/>
                  </a:ext>
                </a:extLst>
              </p14:cNvPr>
              <p14:cNvContentPartPr/>
              <p14:nvPr/>
            </p14:nvContentPartPr>
            <p14:xfrm>
              <a:off x="3829308" y="5590479"/>
              <a:ext cx="2174760" cy="597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F19EA6A-19B0-40FF-264B-C8900A59C7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11668" y="5572479"/>
                <a:ext cx="2210400" cy="9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(2).</a:t>
            </a:r>
            <a:r>
              <a:rPr lang="zh-CN" altLang="en-US" b="1" dirty="0">
                <a:solidFill>
                  <a:srgbClr val="7030A0"/>
                </a:solidFill>
              </a:rPr>
              <a:t>存储器的发展</a:t>
            </a:r>
            <a:endParaRPr lang="en-US" altLang="zh-CN" b="1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dirty="0"/>
              <a:t>加大存储容量。</a:t>
            </a:r>
            <a:endParaRPr lang="en-US" altLang="zh-CN" dirty="0"/>
          </a:p>
          <a:p>
            <a:pPr>
              <a:lnSpc>
                <a:spcPct val="150000"/>
              </a:lnSpc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dirty="0"/>
              <a:t>片内</a:t>
            </a:r>
            <a:r>
              <a:rPr lang="en-US" altLang="zh-CN" dirty="0"/>
              <a:t>ROM</a:t>
            </a:r>
            <a:r>
              <a:rPr lang="zh-CN" altLang="en-US" dirty="0"/>
              <a:t>采用</a:t>
            </a:r>
            <a:r>
              <a:rPr lang="en-US" altLang="zh-CN" dirty="0"/>
              <a:t>Flash</a:t>
            </a:r>
            <a:r>
              <a:rPr lang="zh-CN" altLang="en-US" dirty="0"/>
              <a:t>存储器。能在</a:t>
            </a:r>
            <a:r>
              <a:rPr lang="en-US" altLang="zh-CN" dirty="0"/>
              <a:t>+5V</a:t>
            </a:r>
            <a:r>
              <a:rPr lang="zh-CN" altLang="en-US" dirty="0"/>
              <a:t>下进行读写，既有</a:t>
            </a:r>
            <a:r>
              <a:rPr lang="en-US" altLang="zh-CN" dirty="0"/>
              <a:t>RAM</a:t>
            </a:r>
            <a:r>
              <a:rPr lang="zh-CN" altLang="en-US" dirty="0"/>
              <a:t>读写操作简便，又有在掉电时数据不会丢失的优点。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A832091-D4F1-4433-81DD-F3411E1172EB}"/>
              </a:ext>
            </a:extLst>
          </p:cNvPr>
          <p:cNvGrpSpPr/>
          <p:nvPr/>
        </p:nvGrpSpPr>
        <p:grpSpPr>
          <a:xfrm>
            <a:off x="1227228" y="2031159"/>
            <a:ext cx="6862320" cy="2019240"/>
            <a:chOff x="1227228" y="2031159"/>
            <a:chExt cx="6862320" cy="20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F7735DA8-E5C6-BD0F-1380-3B9C04E0F43E}"/>
                    </a:ext>
                  </a:extLst>
                </p14:cNvPr>
                <p14:cNvContentPartPr/>
                <p14:nvPr/>
              </p14:nvContentPartPr>
              <p14:xfrm>
                <a:off x="1227228" y="2257239"/>
                <a:ext cx="2397600" cy="16740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F7735DA8-E5C6-BD0F-1380-3B9C04E0F4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9228" y="2239239"/>
                  <a:ext cx="2433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B89DB40E-BE16-06A9-B4CA-C763D9AB47DE}"/>
                    </a:ext>
                  </a:extLst>
                </p14:cNvPr>
                <p14:cNvContentPartPr/>
                <p14:nvPr/>
              </p14:nvContentPartPr>
              <p14:xfrm>
                <a:off x="1644468" y="3154359"/>
                <a:ext cx="2331000" cy="1764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B89DB40E-BE16-06A9-B4CA-C763D9AB47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6468" y="3136359"/>
                  <a:ext cx="2366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D391D0E1-22F2-F389-EAE5-0CE6DD39615A}"/>
                    </a:ext>
                  </a:extLst>
                </p14:cNvPr>
                <p14:cNvContentPartPr/>
                <p14:nvPr/>
              </p14:nvContentPartPr>
              <p14:xfrm>
                <a:off x="1643748" y="3326079"/>
                <a:ext cx="1333800" cy="7243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D391D0E1-22F2-F389-EAE5-0CE6DD3961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6108" y="3308079"/>
                  <a:ext cx="136944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22B34A7-0F2C-46CF-BCF0-0F609095C006}"/>
                    </a:ext>
                  </a:extLst>
                </p14:cNvPr>
                <p14:cNvContentPartPr/>
                <p14:nvPr/>
              </p14:nvContentPartPr>
              <p14:xfrm>
                <a:off x="2724828" y="2318439"/>
                <a:ext cx="2308680" cy="11736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22B34A7-0F2C-46CF-BCF0-0F609095C0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06828" y="2300439"/>
                  <a:ext cx="2344320" cy="12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88B15134-E942-1384-7D80-6C614CF6C8CE}"/>
                    </a:ext>
                  </a:extLst>
                </p14:cNvPr>
                <p14:cNvContentPartPr/>
                <p14:nvPr/>
              </p14:nvContentPartPr>
              <p14:xfrm>
                <a:off x="4755948" y="2187759"/>
                <a:ext cx="419400" cy="6328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88B15134-E942-1384-7D80-6C614CF6C8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37948" y="2170119"/>
                  <a:ext cx="45504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03BA3FA1-6099-5824-09B1-57EE56D6F7C7}"/>
                    </a:ext>
                  </a:extLst>
                </p14:cNvPr>
                <p14:cNvContentPartPr/>
                <p14:nvPr/>
              </p14:nvContentPartPr>
              <p14:xfrm>
                <a:off x="5375508" y="2031159"/>
                <a:ext cx="68400" cy="5140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03BA3FA1-6099-5824-09B1-57EE56D6F7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57508" y="2013519"/>
                  <a:ext cx="1040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27BA8DAB-D28D-3FB8-BB9A-BB6E68EBFB61}"/>
                    </a:ext>
                  </a:extLst>
                </p14:cNvPr>
                <p14:cNvContentPartPr/>
                <p14:nvPr/>
              </p14:nvContentPartPr>
              <p14:xfrm>
                <a:off x="5440308" y="2140599"/>
                <a:ext cx="146160" cy="2865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27BA8DAB-D28D-3FB8-BB9A-BB6E68EBFB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22668" y="2122599"/>
                  <a:ext cx="181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5A1D2BD2-89A4-6468-F6AB-8897DA2C7A2B}"/>
                    </a:ext>
                  </a:extLst>
                </p14:cNvPr>
                <p14:cNvContentPartPr/>
                <p14:nvPr/>
              </p14:nvContentPartPr>
              <p14:xfrm>
                <a:off x="5627508" y="2183439"/>
                <a:ext cx="414720" cy="3898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5A1D2BD2-89A4-6468-F6AB-8897DA2C7A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09508" y="2165799"/>
                  <a:ext cx="4503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9C62904A-8A16-37D8-D992-E0DBE8FE44E0}"/>
                    </a:ext>
                  </a:extLst>
                </p14:cNvPr>
                <p14:cNvContentPartPr/>
                <p14:nvPr/>
              </p14:nvContentPartPr>
              <p14:xfrm>
                <a:off x="5846748" y="2306199"/>
                <a:ext cx="341640" cy="2433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9C62904A-8A16-37D8-D992-E0DBE8FE44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28748" y="2288199"/>
                  <a:ext cx="377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223B7BEB-2597-02A6-5DFA-1E466CBCA9E3}"/>
                    </a:ext>
                  </a:extLst>
                </p14:cNvPr>
                <p14:cNvContentPartPr/>
                <p14:nvPr/>
              </p14:nvContentPartPr>
              <p14:xfrm>
                <a:off x="6330588" y="2251839"/>
                <a:ext cx="266400" cy="2228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223B7BEB-2597-02A6-5DFA-1E466CBCA9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12588" y="2234199"/>
                  <a:ext cx="302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4B2625F-DE31-B804-13FB-2EC397790D73}"/>
                    </a:ext>
                  </a:extLst>
                </p14:cNvPr>
                <p14:cNvContentPartPr/>
                <p14:nvPr/>
              </p14:nvContentPartPr>
              <p14:xfrm>
                <a:off x="6554508" y="2092359"/>
                <a:ext cx="42840" cy="2916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4B2625F-DE31-B804-13FB-2EC397790D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36868" y="2074719"/>
                  <a:ext cx="784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803935FA-785C-F21F-9C91-DBB078806F95}"/>
                    </a:ext>
                  </a:extLst>
                </p14:cNvPr>
                <p14:cNvContentPartPr/>
                <p14:nvPr/>
              </p14:nvContentPartPr>
              <p14:xfrm>
                <a:off x="6904068" y="2270559"/>
                <a:ext cx="211320" cy="1976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803935FA-785C-F21F-9C91-DBB078806F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86068" y="2252919"/>
                  <a:ext cx="2469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1780FC81-49A8-B092-B80F-C4816B751644}"/>
                    </a:ext>
                  </a:extLst>
                </p14:cNvPr>
                <p14:cNvContentPartPr/>
                <p14:nvPr/>
              </p14:nvContentPartPr>
              <p14:xfrm>
                <a:off x="7259748" y="2277399"/>
                <a:ext cx="147600" cy="1562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1780FC81-49A8-B092-B80F-C4816B7516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42108" y="2259399"/>
                  <a:ext cx="183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17789B47-4A4A-4866-C35A-DABB6AFE3FC0}"/>
                    </a:ext>
                  </a:extLst>
                </p14:cNvPr>
                <p14:cNvContentPartPr/>
                <p14:nvPr/>
              </p14:nvContentPartPr>
              <p14:xfrm>
                <a:off x="7481148" y="2196759"/>
                <a:ext cx="30600" cy="3247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17789B47-4A4A-4866-C35A-DABB6AFE3FC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63148" y="2179119"/>
                  <a:ext cx="662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387937F-D69D-90DF-446D-6CDB5918B923}"/>
                    </a:ext>
                  </a:extLst>
                </p14:cNvPr>
                <p14:cNvContentPartPr/>
                <p14:nvPr/>
              </p14:nvContentPartPr>
              <p14:xfrm>
                <a:off x="7566828" y="2307279"/>
                <a:ext cx="145080" cy="2505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387937F-D69D-90DF-446D-6CDB5918B92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48828" y="2289279"/>
                  <a:ext cx="1807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6F3C617-7653-FB40-19CD-6A3BA47B2BD2}"/>
                    </a:ext>
                  </a:extLst>
                </p14:cNvPr>
                <p14:cNvContentPartPr/>
                <p14:nvPr/>
              </p14:nvContentPartPr>
              <p14:xfrm>
                <a:off x="7169748" y="2485119"/>
                <a:ext cx="569160" cy="3783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6F3C617-7653-FB40-19CD-6A3BA47B2B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51748" y="2467479"/>
                  <a:ext cx="6048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F2B054F-6BBA-77A6-7C64-10E9C1E7BA08}"/>
                    </a:ext>
                  </a:extLst>
                </p14:cNvPr>
                <p14:cNvContentPartPr/>
                <p14:nvPr/>
              </p14:nvContentPartPr>
              <p14:xfrm>
                <a:off x="6787428" y="2607159"/>
                <a:ext cx="1101960" cy="993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F2B054F-6BBA-77A6-7C64-10E9C1E7BA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69428" y="2589519"/>
                  <a:ext cx="1137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0E564DF8-7D45-2F09-6926-B34522650803}"/>
                    </a:ext>
                  </a:extLst>
                </p14:cNvPr>
                <p14:cNvContentPartPr/>
                <p14:nvPr/>
              </p14:nvContentPartPr>
              <p14:xfrm>
                <a:off x="5142588" y="2772759"/>
                <a:ext cx="798840" cy="1119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0E564DF8-7D45-2F09-6926-B345226508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24948" y="2754759"/>
                  <a:ext cx="834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06E8339-1ADF-C75E-5E20-D729631D93C1}"/>
                    </a:ext>
                  </a:extLst>
                </p14:cNvPr>
                <p14:cNvContentPartPr/>
                <p14:nvPr/>
              </p14:nvContentPartPr>
              <p14:xfrm>
                <a:off x="5061588" y="2073639"/>
                <a:ext cx="3027960" cy="7650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06E8339-1ADF-C75E-5E20-D729631D9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43588" y="2055639"/>
                  <a:ext cx="306360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C429295-F193-162C-F9D4-9AE8E1CA67C9}"/>
                    </a:ext>
                  </a:extLst>
                </p14:cNvPr>
                <p14:cNvContentPartPr/>
                <p14:nvPr/>
              </p14:nvContentPartPr>
              <p14:xfrm>
                <a:off x="6137628" y="2823159"/>
                <a:ext cx="235440" cy="3301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C429295-F193-162C-F9D4-9AE8E1CA67C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19628" y="2805159"/>
                  <a:ext cx="2710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F6754558-E2A7-985B-3428-5F33987E9F06}"/>
                    </a:ext>
                  </a:extLst>
                </p14:cNvPr>
                <p14:cNvContentPartPr/>
                <p14:nvPr/>
              </p14:nvContentPartPr>
              <p14:xfrm>
                <a:off x="6158868" y="2876439"/>
                <a:ext cx="352080" cy="2851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F6754558-E2A7-985B-3428-5F33987E9F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40868" y="2858799"/>
                  <a:ext cx="3877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122903C4-98B1-01F5-AF49-D33FE278793F}"/>
                    </a:ext>
                  </a:extLst>
                </p14:cNvPr>
                <p14:cNvContentPartPr/>
                <p14:nvPr/>
              </p14:nvContentPartPr>
              <p14:xfrm>
                <a:off x="6110268" y="2871759"/>
                <a:ext cx="173880" cy="3265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122903C4-98B1-01F5-AF49-D33FE27879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92628" y="2854119"/>
                  <a:ext cx="2095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F685E87-F6E7-535A-CC5E-04632A0862BF}"/>
                    </a:ext>
                  </a:extLst>
                </p14:cNvPr>
                <p14:cNvContentPartPr/>
                <p14:nvPr/>
              </p14:nvContentPartPr>
              <p14:xfrm>
                <a:off x="6296388" y="2994519"/>
                <a:ext cx="6840" cy="1335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F685E87-F6E7-535A-CC5E-04632A0862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78748" y="2976879"/>
                  <a:ext cx="4248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E4D35102-47C1-DA66-A758-642A880E4434}"/>
                  </a:ext>
                </a:extLst>
              </p14:cNvPr>
              <p14:cNvContentPartPr/>
              <p14:nvPr/>
            </p14:nvContentPartPr>
            <p14:xfrm>
              <a:off x="3393348" y="4731159"/>
              <a:ext cx="754560" cy="5580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E4D35102-47C1-DA66-A758-642A880E443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375708" y="4713519"/>
                <a:ext cx="79020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0C3AADBD-EACC-E767-A589-FF85965A7576}"/>
              </a:ext>
            </a:extLst>
          </p:cNvPr>
          <p:cNvGrpSpPr/>
          <p:nvPr/>
        </p:nvGrpSpPr>
        <p:grpSpPr>
          <a:xfrm>
            <a:off x="1693428" y="5817639"/>
            <a:ext cx="989280" cy="535680"/>
            <a:chOff x="1693428" y="5817639"/>
            <a:chExt cx="989280" cy="53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03CA06FC-980E-0F92-841F-BB915050D9DC}"/>
                    </a:ext>
                  </a:extLst>
                </p14:cNvPr>
                <p14:cNvContentPartPr/>
                <p14:nvPr/>
              </p14:nvContentPartPr>
              <p14:xfrm>
                <a:off x="1693428" y="5817639"/>
                <a:ext cx="86040" cy="4374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03CA06FC-980E-0F92-841F-BB915050D9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75788" y="5799999"/>
                  <a:ext cx="1216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3C0BD7E4-C0CA-4E98-1919-97F0AD875D3A}"/>
                    </a:ext>
                  </a:extLst>
                </p14:cNvPr>
                <p14:cNvContentPartPr/>
                <p14:nvPr/>
              </p14:nvContentPartPr>
              <p14:xfrm>
                <a:off x="1724028" y="5835999"/>
                <a:ext cx="270000" cy="3931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3C0BD7E4-C0CA-4E98-1919-97F0AD875D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06388" y="5818359"/>
                  <a:ext cx="3056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9FE0D86F-51E9-4366-6B06-7BA4B49AADB1}"/>
                    </a:ext>
                  </a:extLst>
                </p14:cNvPr>
                <p14:cNvContentPartPr/>
                <p14:nvPr/>
              </p14:nvContentPartPr>
              <p14:xfrm>
                <a:off x="2012748" y="6019959"/>
                <a:ext cx="307800" cy="1857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9FE0D86F-51E9-4366-6B06-7BA4B49AAD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95108" y="6001959"/>
                  <a:ext cx="343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16CEC1D-CCB0-F423-125C-A951A2009FB7}"/>
                    </a:ext>
                  </a:extLst>
                </p14:cNvPr>
                <p14:cNvContentPartPr/>
                <p14:nvPr/>
              </p14:nvContentPartPr>
              <p14:xfrm>
                <a:off x="2256468" y="6081159"/>
                <a:ext cx="255600" cy="1753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16CEC1D-CCB0-F423-125C-A951A2009F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38828" y="6063159"/>
                  <a:ext cx="291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4B38DAA2-A212-9A56-1B83-81F77BE1C4E0}"/>
                    </a:ext>
                  </a:extLst>
                </p14:cNvPr>
                <p14:cNvContentPartPr/>
                <p14:nvPr/>
              </p14:nvContentPartPr>
              <p14:xfrm>
                <a:off x="2513868" y="6009519"/>
                <a:ext cx="168840" cy="2937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4B38DAA2-A212-9A56-1B83-81F77BE1C4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96228" y="5991519"/>
                  <a:ext cx="2044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B8D0800-3987-B6A3-0CF5-184C9070DE80}"/>
                    </a:ext>
                  </a:extLst>
                </p14:cNvPr>
                <p14:cNvContentPartPr/>
                <p14:nvPr/>
              </p14:nvContentPartPr>
              <p14:xfrm>
                <a:off x="2595228" y="5866599"/>
                <a:ext cx="56160" cy="4867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B8D0800-3987-B6A3-0CF5-184C9070DE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7228" y="5848959"/>
                  <a:ext cx="91800" cy="52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7CD3BA-91D3-30DA-86B9-2E44A74034C5}"/>
              </a:ext>
            </a:extLst>
          </p:cNvPr>
          <p:cNvGrpSpPr/>
          <p:nvPr/>
        </p:nvGrpSpPr>
        <p:grpSpPr>
          <a:xfrm>
            <a:off x="3134148" y="4017279"/>
            <a:ext cx="1365480" cy="947520"/>
            <a:chOff x="3134148" y="4017279"/>
            <a:chExt cx="1365480" cy="94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BB7250A-430D-97FC-39CD-5A11D74F827A}"/>
                    </a:ext>
                  </a:extLst>
                </p14:cNvPr>
                <p14:cNvContentPartPr/>
                <p14:nvPr/>
              </p14:nvContentPartPr>
              <p14:xfrm>
                <a:off x="3246108" y="4017279"/>
                <a:ext cx="1077480" cy="7822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BB7250A-430D-97FC-39CD-5A11D74F82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28468" y="3999279"/>
                  <a:ext cx="111312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6F9F56B4-3129-0D22-60D7-91C16A52477C}"/>
                    </a:ext>
                  </a:extLst>
                </p14:cNvPr>
                <p14:cNvContentPartPr/>
                <p14:nvPr/>
              </p14:nvContentPartPr>
              <p14:xfrm>
                <a:off x="3184548" y="4179639"/>
                <a:ext cx="1229760" cy="73044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6F9F56B4-3129-0D22-60D7-91C16A5247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66548" y="4161999"/>
                  <a:ext cx="126540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9C5A863-7AEA-F152-1923-52BA3A216351}"/>
                    </a:ext>
                  </a:extLst>
                </p14:cNvPr>
                <p14:cNvContentPartPr/>
                <p14:nvPr/>
              </p14:nvContentPartPr>
              <p14:xfrm>
                <a:off x="3134148" y="4141119"/>
                <a:ext cx="1365480" cy="7077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9C5A863-7AEA-F152-1923-52BA3A2163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16148" y="4123479"/>
                  <a:ext cx="140112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BB2DDD80-6008-3AAB-419E-B18D902CFB4E}"/>
                    </a:ext>
                  </a:extLst>
                </p14:cNvPr>
                <p14:cNvContentPartPr/>
                <p14:nvPr/>
              </p14:nvContentPartPr>
              <p14:xfrm>
                <a:off x="3653628" y="4645479"/>
                <a:ext cx="114480" cy="29484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BB2DDD80-6008-3AAB-419E-B18D902CFB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35628" y="4627839"/>
                  <a:ext cx="150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BAF29B0B-1540-F727-2421-0CCFA5E9BDE8}"/>
                    </a:ext>
                  </a:extLst>
                </p14:cNvPr>
                <p14:cNvContentPartPr/>
                <p14:nvPr/>
              </p14:nvContentPartPr>
              <p14:xfrm>
                <a:off x="3712668" y="4700919"/>
                <a:ext cx="112680" cy="2408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BAF29B0B-1540-F727-2421-0CCFA5E9BDE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95028" y="4682919"/>
                  <a:ext cx="148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5E1C17F-1444-3590-C1B0-4CB945AD73DA}"/>
                    </a:ext>
                  </a:extLst>
                </p14:cNvPr>
                <p14:cNvContentPartPr/>
                <p14:nvPr/>
              </p14:nvContentPartPr>
              <p14:xfrm>
                <a:off x="3553188" y="4957959"/>
                <a:ext cx="259200" cy="68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5E1C17F-1444-3590-C1B0-4CB945AD73D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35188" y="4940319"/>
                  <a:ext cx="294840" cy="42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814382"/>
            <a:ext cx="9001156" cy="468632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None/>
            </a:pPr>
            <a:r>
              <a:rPr lang="en-US" altLang="zh-CN" sz="2400" b="1" dirty="0">
                <a:solidFill>
                  <a:srgbClr val="7030A0"/>
                </a:solidFill>
              </a:rPr>
              <a:t>(3).</a:t>
            </a:r>
            <a:r>
              <a:rPr lang="zh-CN" altLang="en-US" sz="2400" b="1" dirty="0">
                <a:solidFill>
                  <a:srgbClr val="7030A0"/>
                </a:solidFill>
              </a:rPr>
              <a:t>片内</a:t>
            </a:r>
            <a:r>
              <a:rPr lang="en-US" altLang="zh-CN" sz="2400" b="1" dirty="0">
                <a:solidFill>
                  <a:srgbClr val="7030A0"/>
                </a:solidFill>
              </a:rPr>
              <a:t>I/O</a:t>
            </a:r>
            <a:r>
              <a:rPr lang="zh-CN" altLang="en-US" sz="2400" b="1" dirty="0">
                <a:solidFill>
                  <a:srgbClr val="7030A0"/>
                </a:solidFill>
              </a:rPr>
              <a:t>口的改进</a:t>
            </a:r>
            <a:endParaRPr lang="en-US" altLang="zh-CN" sz="2400" b="1" dirty="0">
              <a:solidFill>
                <a:srgbClr val="7030A0"/>
              </a:solidFill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400" dirty="0"/>
              <a:t>            一般单片机都有较多的并行口，以满足外围设备，芯片扩展的需要。并培优串行口，以满足多机通信功能的要求。</a:t>
            </a:r>
            <a:endParaRPr lang="en-US" altLang="zh-CN" sz="2400" dirty="0"/>
          </a:p>
          <a:p>
            <a:pPr>
              <a:lnSpc>
                <a:spcPct val="160000"/>
              </a:lnSpc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sz="2400" dirty="0"/>
              <a:t>增加并行口驱动能力。减少外部驱动芯片，有的单片机能直接输出大电流和高电压，直接驱动</a:t>
            </a:r>
            <a:r>
              <a:rPr lang="en-US" altLang="zh-CN" sz="2400" dirty="0"/>
              <a:t>LED</a:t>
            </a:r>
            <a:r>
              <a:rPr lang="zh-CN" altLang="en-US" sz="2400" dirty="0"/>
              <a:t>和荧光显示器。</a:t>
            </a:r>
            <a:endParaRPr lang="en-US" altLang="zh-CN" sz="2400" dirty="0"/>
          </a:p>
          <a:p>
            <a:pPr>
              <a:lnSpc>
                <a:spcPct val="160000"/>
              </a:lnSpc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sz="2400" dirty="0"/>
              <a:t>增加</a:t>
            </a:r>
            <a:r>
              <a:rPr lang="en-US" altLang="zh-CN" sz="2400" dirty="0"/>
              <a:t>I/O</a:t>
            </a:r>
            <a:r>
              <a:rPr lang="zh-CN" altLang="en-US" sz="2400" dirty="0"/>
              <a:t>口的逻辑控制功能。能够对</a:t>
            </a:r>
            <a:r>
              <a:rPr lang="en-US" altLang="zh-CN" sz="2400" dirty="0"/>
              <a:t>I/O</a:t>
            </a:r>
            <a:r>
              <a:rPr lang="zh-CN" altLang="en-US" sz="2400" dirty="0"/>
              <a:t>口进行位寻址及操作，增强了</a:t>
            </a:r>
            <a:r>
              <a:rPr lang="en-US" altLang="zh-CN" sz="2400" dirty="0"/>
              <a:t>I/O</a:t>
            </a:r>
            <a:r>
              <a:rPr lang="zh-CN" altLang="en-US" sz="2400" dirty="0"/>
              <a:t>口控制的灵活性。</a:t>
            </a:r>
            <a:endParaRPr lang="en-US" altLang="zh-CN" sz="2400" dirty="0"/>
          </a:p>
          <a:p>
            <a:pPr>
              <a:lnSpc>
                <a:spcPct val="160000"/>
              </a:lnSpc>
              <a:buClr>
                <a:srgbClr val="7030A0"/>
              </a:buClr>
              <a:buFont typeface="Wingdings" pitchFamily="2" charset="2"/>
              <a:buChar char="u"/>
            </a:pPr>
            <a:r>
              <a:rPr lang="zh-CN" altLang="en-US" sz="2400" dirty="0"/>
              <a:t>多种串口的设置。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68980FF3-2740-ADAE-0DDF-1B84F5F19825}"/>
                  </a:ext>
                </a:extLst>
              </p14:cNvPr>
              <p14:cNvContentPartPr/>
              <p14:nvPr/>
            </p14:nvContentPartPr>
            <p14:xfrm>
              <a:off x="7842588" y="1544439"/>
              <a:ext cx="1020240" cy="6220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68980FF3-2740-ADAE-0DDF-1B84F5F198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24948" y="1526799"/>
                <a:ext cx="1055880" cy="65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900F5F01-026D-8DCA-F2C7-E8F219ACC781}"/>
              </a:ext>
            </a:extLst>
          </p:cNvPr>
          <p:cNvGrpSpPr/>
          <p:nvPr/>
        </p:nvGrpSpPr>
        <p:grpSpPr>
          <a:xfrm>
            <a:off x="1128948" y="1987599"/>
            <a:ext cx="8171640" cy="136080"/>
            <a:chOff x="1128948" y="1987599"/>
            <a:chExt cx="817164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241BAECB-25BA-2158-E473-5B70F0939516}"/>
                    </a:ext>
                  </a:extLst>
                </p14:cNvPr>
                <p14:cNvContentPartPr/>
                <p14:nvPr/>
              </p14:nvContentPartPr>
              <p14:xfrm>
                <a:off x="3375348" y="1994079"/>
                <a:ext cx="1552680" cy="7452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241BAECB-25BA-2158-E473-5B70F09395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7348" y="1976439"/>
                  <a:ext cx="1588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5442570F-E259-DF39-2574-BD6BC7DE6C9C}"/>
                    </a:ext>
                  </a:extLst>
                </p14:cNvPr>
                <p14:cNvContentPartPr/>
                <p14:nvPr/>
              </p14:nvContentPartPr>
              <p14:xfrm>
                <a:off x="5713188" y="2030799"/>
                <a:ext cx="1578240" cy="190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5442570F-E259-DF39-2574-BD6BC7DE6C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95548" y="2013159"/>
                  <a:ext cx="1613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7BC8427-8F92-2099-0E21-940CD677094D}"/>
                    </a:ext>
                  </a:extLst>
                </p14:cNvPr>
                <p14:cNvContentPartPr/>
                <p14:nvPr/>
              </p14:nvContentPartPr>
              <p14:xfrm>
                <a:off x="7959588" y="2055639"/>
                <a:ext cx="459720" cy="680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7BC8427-8F92-2099-0E21-940CD67709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41588" y="2037639"/>
                  <a:ext cx="495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CE4661AD-65C3-74BA-04C4-3E4F774EB3E6}"/>
                    </a:ext>
                  </a:extLst>
                </p14:cNvPr>
                <p14:cNvContentPartPr/>
                <p14:nvPr/>
              </p14:nvContentPartPr>
              <p14:xfrm>
                <a:off x="8143548" y="2086239"/>
                <a:ext cx="1157040" cy="3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CE4661AD-65C3-74BA-04C4-3E4F774EB3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25548" y="2068239"/>
                  <a:ext cx="119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F2E96D2A-EA10-6791-E17F-4C8533F21508}"/>
                    </a:ext>
                  </a:extLst>
                </p14:cNvPr>
                <p14:cNvContentPartPr/>
                <p14:nvPr/>
              </p14:nvContentPartPr>
              <p14:xfrm>
                <a:off x="1128948" y="1987599"/>
                <a:ext cx="3946680" cy="442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F2E96D2A-EA10-6791-E17F-4C8533F215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1308" y="1969599"/>
                  <a:ext cx="3982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C4B77BD-7782-BDA9-BF1D-6BF29715D48A}"/>
                    </a:ext>
                  </a:extLst>
                </p14:cNvPr>
                <p14:cNvContentPartPr/>
                <p14:nvPr/>
              </p14:nvContentPartPr>
              <p14:xfrm>
                <a:off x="5651988" y="2012439"/>
                <a:ext cx="1975320" cy="561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C4B77BD-7782-BDA9-BF1D-6BF29715D4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34348" y="1994799"/>
                  <a:ext cx="2010960" cy="91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(4).</a:t>
            </a:r>
            <a:r>
              <a:rPr lang="zh-CN" altLang="en-US" b="1" dirty="0">
                <a:solidFill>
                  <a:srgbClr val="7030A0"/>
                </a:solidFill>
              </a:rPr>
              <a:t>外围电路内装化。</a:t>
            </a:r>
            <a:r>
              <a:rPr lang="zh-CN" altLang="en-US" dirty="0"/>
              <a:t>出一般必须具有的资源，随着单片机档次的提高，以适应测控功能跟高的要求，片内集成的不见还有</a:t>
            </a:r>
            <a:r>
              <a:rPr lang="en-US" altLang="zh-CN" dirty="0"/>
              <a:t>A/D,D/A, DMA,</a:t>
            </a:r>
            <a:r>
              <a:rPr lang="zh-CN" altLang="en-US" dirty="0"/>
              <a:t>中断控制器等等。</a:t>
            </a:r>
            <a:endParaRPr lang="en-US" altLang="zh-CN" dirty="0"/>
          </a:p>
          <a:p>
            <a:pPr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(5).</a:t>
            </a:r>
            <a:r>
              <a:rPr lang="zh-CN" altLang="en-US" b="1" dirty="0">
                <a:solidFill>
                  <a:srgbClr val="7030A0"/>
                </a:solidFill>
              </a:rPr>
              <a:t>低功耗。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4.MCS-51</a:t>
            </a:r>
            <a:r>
              <a:rPr lang="zh-CN" altLang="en-US" dirty="0"/>
              <a:t>系列单片机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MCS-51</a:t>
            </a:r>
            <a:r>
              <a:rPr lang="zh-CN" altLang="en-US" dirty="0"/>
              <a:t>单片机是指由美国</a:t>
            </a:r>
            <a:r>
              <a:rPr lang="en-US" altLang="zh-CN" dirty="0">
                <a:hlinkClick r:id="rId2"/>
              </a:rPr>
              <a:t>INTEL</a:t>
            </a:r>
            <a:r>
              <a:rPr lang="zh-CN" altLang="en-US" dirty="0"/>
              <a:t>公司生产的一系列单片机的总称，这一系列单片机包括了许多品种，如</a:t>
            </a:r>
            <a:r>
              <a:rPr lang="en-US" altLang="zh-CN" dirty="0"/>
              <a:t>8031</a:t>
            </a:r>
            <a:r>
              <a:rPr lang="zh-CN" altLang="en-US" dirty="0"/>
              <a:t>，</a:t>
            </a:r>
            <a:r>
              <a:rPr lang="en-US" altLang="zh-CN" dirty="0"/>
              <a:t>8051</a:t>
            </a:r>
            <a:r>
              <a:rPr lang="zh-CN" altLang="en-US" dirty="0"/>
              <a:t>，</a:t>
            </a:r>
            <a:r>
              <a:rPr lang="en-US" altLang="zh-CN" dirty="0"/>
              <a:t>8751</a:t>
            </a:r>
            <a:r>
              <a:rPr lang="zh-CN" altLang="en-US" dirty="0"/>
              <a:t>，</a:t>
            </a:r>
            <a:r>
              <a:rPr lang="en-US" altLang="zh-CN" dirty="0"/>
              <a:t>8032</a:t>
            </a:r>
            <a:r>
              <a:rPr lang="zh-CN" altLang="en-US" dirty="0"/>
              <a:t>，</a:t>
            </a:r>
            <a:r>
              <a:rPr lang="en-US" altLang="zh-CN" dirty="0"/>
              <a:t>8052</a:t>
            </a:r>
            <a:r>
              <a:rPr lang="zh-CN" altLang="en-US" dirty="0"/>
              <a:t>，</a:t>
            </a:r>
            <a:r>
              <a:rPr lang="en-US" altLang="zh-CN" dirty="0"/>
              <a:t>8752</a:t>
            </a:r>
            <a:r>
              <a:rPr lang="zh-CN" altLang="en-US" dirty="0"/>
              <a:t>等，其中</a:t>
            </a:r>
            <a:r>
              <a:rPr lang="en-US" altLang="zh-CN" dirty="0"/>
              <a:t>8051</a:t>
            </a:r>
            <a:r>
              <a:rPr lang="zh-CN" altLang="en-US" dirty="0"/>
              <a:t>是最早最典型的产品，该系列其它单片机都是在</a:t>
            </a:r>
            <a:r>
              <a:rPr lang="en-US" altLang="zh-CN" dirty="0"/>
              <a:t>8051</a:t>
            </a:r>
            <a:r>
              <a:rPr lang="zh-CN" altLang="en-US" dirty="0"/>
              <a:t>的基础上进行功能的增、减、改变而来的，所以人们习惯于用</a:t>
            </a:r>
            <a:r>
              <a:rPr lang="en-US" altLang="zh-CN" dirty="0"/>
              <a:t>8051</a:t>
            </a:r>
            <a:r>
              <a:rPr lang="zh-CN" altLang="en-US" dirty="0"/>
              <a:t>来称呼</a:t>
            </a:r>
            <a:r>
              <a:rPr lang="en-US" altLang="zh-CN" dirty="0"/>
              <a:t>MCS-51</a:t>
            </a:r>
            <a:r>
              <a:rPr lang="zh-CN" altLang="en-US" dirty="0"/>
              <a:t>系列单片机。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en-US" altLang="zh-CN" dirty="0"/>
              <a:t>MCS-51</a:t>
            </a:r>
            <a:r>
              <a:rPr lang="zh-CN" altLang="en-US" dirty="0"/>
              <a:t>单片机是一种集成的电路芯片，是采用</a:t>
            </a:r>
            <a:r>
              <a:rPr lang="zh-CN" altLang="en-US" dirty="0">
                <a:hlinkClick r:id="rId3"/>
              </a:rPr>
              <a:t>超大规模集成电路</a:t>
            </a:r>
            <a:r>
              <a:rPr lang="zh-CN" altLang="en-US" dirty="0"/>
              <a:t>技术把具有数据处理能力的</a:t>
            </a:r>
            <a:r>
              <a:rPr lang="zh-CN" altLang="en-US" dirty="0">
                <a:hlinkClick r:id="rId4"/>
              </a:rPr>
              <a:t>中央处理器</a:t>
            </a:r>
            <a:r>
              <a:rPr lang="en-US" altLang="zh-CN" dirty="0"/>
              <a:t>CPU</a:t>
            </a:r>
            <a:r>
              <a:rPr lang="zh-CN" altLang="en-US" dirty="0"/>
              <a:t>、</a:t>
            </a:r>
            <a:r>
              <a:rPr lang="zh-CN" altLang="en-US" dirty="0">
                <a:hlinkClick r:id="rId5"/>
              </a:rPr>
              <a:t>随机存储器</a:t>
            </a:r>
            <a:r>
              <a:rPr lang="en-US" altLang="zh-CN" dirty="0">
                <a:hlinkClick r:id="rId6"/>
              </a:rPr>
              <a:t>RAM</a:t>
            </a:r>
            <a:r>
              <a:rPr lang="zh-CN" altLang="en-US" dirty="0"/>
              <a:t>、</a:t>
            </a:r>
            <a:r>
              <a:rPr lang="zh-CN" altLang="en-US" dirty="0">
                <a:hlinkClick r:id="rId7"/>
              </a:rPr>
              <a:t>只读存储器</a:t>
            </a:r>
            <a:r>
              <a:rPr lang="en-US" altLang="zh-CN" dirty="0">
                <a:hlinkClick r:id="rId8"/>
              </a:rPr>
              <a:t>ROM</a:t>
            </a:r>
            <a:r>
              <a:rPr lang="zh-CN" altLang="en-US" dirty="0"/>
              <a:t>、多种</a:t>
            </a:r>
            <a:r>
              <a:rPr lang="en-US" altLang="zh-CN" dirty="0">
                <a:hlinkClick r:id="rId9"/>
              </a:rPr>
              <a:t>I/O</a:t>
            </a:r>
            <a:r>
              <a:rPr lang="zh-CN" altLang="en-US" dirty="0"/>
              <a:t>口和</a:t>
            </a:r>
            <a:r>
              <a:rPr lang="zh-CN" altLang="en-US" dirty="0">
                <a:hlinkClick r:id="rId10"/>
              </a:rPr>
              <a:t>中断系统</a:t>
            </a:r>
            <a:r>
              <a:rPr lang="zh-CN" altLang="en-US" dirty="0"/>
              <a:t>、定时器</a:t>
            </a:r>
            <a:r>
              <a:rPr lang="en-US" altLang="zh-CN" dirty="0"/>
              <a:t>/</a:t>
            </a:r>
            <a:r>
              <a:rPr lang="zh-CN" altLang="en-US" dirty="0"/>
              <a:t>计时器等功能（可能还包括显示驱动电路、脉宽调制电路、模拟多路转换器、</a:t>
            </a:r>
            <a:r>
              <a:rPr lang="en-US" altLang="zh-CN" dirty="0">
                <a:hlinkClick r:id="rId11"/>
              </a:rPr>
              <a:t>A/D</a:t>
            </a:r>
            <a:r>
              <a:rPr lang="zh-CN" altLang="en-US" dirty="0">
                <a:hlinkClick r:id="rId11"/>
              </a:rPr>
              <a:t>转换器</a:t>
            </a:r>
            <a:r>
              <a:rPr lang="zh-CN" altLang="en-US" dirty="0"/>
              <a:t>等电路）集成到一块硅片上构成的一个小而完善的计算机系统。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184E3E2-1609-67D8-0B7F-6A1AC525B95C}"/>
                  </a:ext>
                </a:extLst>
              </p14:cNvPr>
              <p14:cNvContentPartPr/>
              <p14:nvPr/>
            </p14:nvContentPartPr>
            <p14:xfrm>
              <a:off x="1000068" y="1134039"/>
              <a:ext cx="2044800" cy="820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184E3E2-1609-67D8-0B7F-6A1AC525B9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2068" y="1116399"/>
                <a:ext cx="208044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1A8570C-A84C-F932-DB3A-294565206B31}"/>
                  </a:ext>
                </a:extLst>
              </p14:cNvPr>
              <p14:cNvContentPartPr/>
              <p14:nvPr/>
            </p14:nvContentPartPr>
            <p14:xfrm>
              <a:off x="6063108" y="4406079"/>
              <a:ext cx="2013840" cy="374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1A8570C-A84C-F932-DB3A-294565206B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45108" y="4388439"/>
                <a:ext cx="204948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B85642AC-5A4B-BADC-FC9F-B5A44E987063}"/>
              </a:ext>
            </a:extLst>
          </p:cNvPr>
          <p:cNvGrpSpPr/>
          <p:nvPr/>
        </p:nvGrpSpPr>
        <p:grpSpPr>
          <a:xfrm>
            <a:off x="5019828" y="4793079"/>
            <a:ext cx="367920" cy="166680"/>
            <a:chOff x="5019828" y="4793079"/>
            <a:chExt cx="36792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7697FFD-737F-E255-4221-A44443293164}"/>
                    </a:ext>
                  </a:extLst>
                </p14:cNvPr>
                <p14:cNvContentPartPr/>
                <p14:nvPr/>
              </p14:nvContentPartPr>
              <p14:xfrm>
                <a:off x="5019828" y="4793079"/>
                <a:ext cx="367920" cy="612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7697FFD-737F-E255-4221-A444432931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02188" y="4775439"/>
                  <a:ext cx="403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7D487F7-37D5-2EF0-884B-AD32EACFD3EA}"/>
                    </a:ext>
                  </a:extLst>
                </p14:cNvPr>
                <p14:cNvContentPartPr/>
                <p14:nvPr/>
              </p14:nvContentPartPr>
              <p14:xfrm>
                <a:off x="5144388" y="4835919"/>
                <a:ext cx="150120" cy="1238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7D487F7-37D5-2EF0-884B-AD32EACFD3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26388" y="4817919"/>
                  <a:ext cx="185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121BB8C-7673-DA13-473A-AB423981D031}"/>
                    </a:ext>
                  </a:extLst>
                </p14:cNvPr>
                <p14:cNvContentPartPr/>
                <p14:nvPr/>
              </p14:nvContentPartPr>
              <p14:xfrm>
                <a:off x="5197668" y="4841679"/>
                <a:ext cx="100080" cy="1108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121BB8C-7673-DA13-473A-AB423981D03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80028" y="4824039"/>
                  <a:ext cx="1357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8E2EFF5-27D3-2510-5889-7B278BCED81F}"/>
              </a:ext>
            </a:extLst>
          </p:cNvPr>
          <p:cNvGrpSpPr/>
          <p:nvPr/>
        </p:nvGrpSpPr>
        <p:grpSpPr>
          <a:xfrm>
            <a:off x="895668" y="1116759"/>
            <a:ext cx="5077080" cy="160200"/>
            <a:chOff x="895668" y="1116759"/>
            <a:chExt cx="507708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3B40E27-C92F-410B-8E23-EC774E06B89B}"/>
                    </a:ext>
                  </a:extLst>
                </p14:cNvPr>
                <p14:cNvContentPartPr/>
                <p14:nvPr/>
              </p14:nvContentPartPr>
              <p14:xfrm>
                <a:off x="944988" y="1116759"/>
                <a:ext cx="4610160" cy="1047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3B40E27-C92F-410B-8E23-EC774E06B8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7348" y="1098759"/>
                  <a:ext cx="4645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0F6F6279-61D8-8DFA-CC49-7277E05F2A86}"/>
                    </a:ext>
                  </a:extLst>
                </p14:cNvPr>
                <p14:cNvContentPartPr/>
                <p14:nvPr/>
              </p14:nvContentPartPr>
              <p14:xfrm>
                <a:off x="1761108" y="1134399"/>
                <a:ext cx="4106520" cy="748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0F6F6279-61D8-8DFA-CC49-7277E05F2A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43468" y="1116399"/>
                  <a:ext cx="4142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0EA3912-B082-AE00-0B27-CA1E2C087898}"/>
                    </a:ext>
                  </a:extLst>
                </p14:cNvPr>
                <p14:cNvContentPartPr/>
                <p14:nvPr/>
              </p14:nvContentPartPr>
              <p14:xfrm>
                <a:off x="895668" y="1202439"/>
                <a:ext cx="307800" cy="248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0EA3912-B082-AE00-0B27-CA1E2C0878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7668" y="1184799"/>
                  <a:ext cx="3434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318E037-BC27-CFC0-D692-F49B2188EB98}"/>
                    </a:ext>
                  </a:extLst>
                </p14:cNvPr>
                <p14:cNvContentPartPr/>
                <p14:nvPr/>
              </p14:nvContentPartPr>
              <p14:xfrm>
                <a:off x="1227228" y="1166079"/>
                <a:ext cx="4745520" cy="1108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318E037-BC27-CFC0-D692-F49B2188EB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09228" y="1148439"/>
                  <a:ext cx="47811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F16E871-5D9C-203C-D83A-2453E96E9541}"/>
              </a:ext>
            </a:extLst>
          </p:cNvPr>
          <p:cNvGrpSpPr/>
          <p:nvPr/>
        </p:nvGrpSpPr>
        <p:grpSpPr>
          <a:xfrm>
            <a:off x="4308468" y="4191519"/>
            <a:ext cx="656280" cy="529200"/>
            <a:chOff x="4308468" y="4191519"/>
            <a:chExt cx="65628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E938DD0C-0852-C3EA-0AB0-50E3F93D0502}"/>
                    </a:ext>
                  </a:extLst>
                </p14:cNvPr>
                <p14:cNvContentPartPr/>
                <p14:nvPr/>
              </p14:nvContentPartPr>
              <p14:xfrm>
                <a:off x="4308468" y="4264599"/>
                <a:ext cx="186840" cy="2170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E938DD0C-0852-C3EA-0AB0-50E3F93D05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90468" y="4246599"/>
                  <a:ext cx="2224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6596235-7627-DDE1-575F-233CEE7AACBE}"/>
                    </a:ext>
                  </a:extLst>
                </p14:cNvPr>
                <p14:cNvContentPartPr/>
                <p14:nvPr/>
              </p14:nvContentPartPr>
              <p14:xfrm>
                <a:off x="4497828" y="4264959"/>
                <a:ext cx="37440" cy="4557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6596235-7627-DDE1-575F-233CEE7AAC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80188" y="4246959"/>
                  <a:ext cx="730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4A7AAAC-CFB6-641A-E12C-58F197A973BC}"/>
                    </a:ext>
                  </a:extLst>
                </p14:cNvPr>
                <p14:cNvContentPartPr/>
                <p14:nvPr/>
              </p14:nvContentPartPr>
              <p14:xfrm>
                <a:off x="4452108" y="4288719"/>
                <a:ext cx="221400" cy="2581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4A7AAAC-CFB6-641A-E12C-58F197A973B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34468" y="4271079"/>
                  <a:ext cx="257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90616DF8-90F4-C023-9190-47BAB8C50284}"/>
                    </a:ext>
                  </a:extLst>
                </p14:cNvPr>
                <p14:cNvContentPartPr/>
                <p14:nvPr/>
              </p14:nvContentPartPr>
              <p14:xfrm>
                <a:off x="4694748" y="4375479"/>
                <a:ext cx="260640" cy="1490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90616DF8-90F4-C023-9190-47BAB8C502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76748" y="4357839"/>
                  <a:ext cx="296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4B619B6-83C7-BD5B-634D-D5999C7CE2C9}"/>
                    </a:ext>
                  </a:extLst>
                </p14:cNvPr>
                <p14:cNvContentPartPr/>
                <p14:nvPr/>
              </p14:nvContentPartPr>
              <p14:xfrm>
                <a:off x="4913268" y="4240479"/>
                <a:ext cx="51480" cy="2617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4B619B6-83C7-BD5B-634D-D5999C7CE2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95628" y="4222839"/>
                  <a:ext cx="87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72E0F65-7649-F2D8-302D-D71C8DE5128F}"/>
                    </a:ext>
                  </a:extLst>
                </p14:cNvPr>
                <p14:cNvContentPartPr/>
                <p14:nvPr/>
              </p14:nvContentPartPr>
              <p14:xfrm>
                <a:off x="4723908" y="4209879"/>
                <a:ext cx="167400" cy="2592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72E0F65-7649-F2D8-302D-D71C8DE512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05908" y="4192239"/>
                  <a:ext cx="203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88FC67D-F789-0DAD-55FB-97CC670EBDA7}"/>
                    </a:ext>
                  </a:extLst>
                </p14:cNvPr>
                <p14:cNvContentPartPr/>
                <p14:nvPr/>
              </p14:nvContentPartPr>
              <p14:xfrm>
                <a:off x="4909308" y="4191519"/>
                <a:ext cx="360" cy="2948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88FC67D-F789-0DAD-55FB-97CC670EBD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91308" y="4173519"/>
                  <a:ext cx="36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F5E89626-66E2-DAB5-879A-3DD674CA7652}"/>
                    </a:ext>
                  </a:extLst>
                </p14:cNvPr>
                <p14:cNvContentPartPr/>
                <p14:nvPr/>
              </p14:nvContentPartPr>
              <p14:xfrm>
                <a:off x="4792668" y="4460799"/>
                <a:ext cx="129600" cy="5004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F5E89626-66E2-DAB5-879A-3DD674CA76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75028" y="4443159"/>
                  <a:ext cx="16524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AAF90D42-3348-B70B-9A65-B523ED5E2122}"/>
                  </a:ext>
                </a:extLst>
              </p14:cNvPr>
              <p14:cNvContentPartPr/>
              <p14:nvPr/>
            </p14:nvContentPartPr>
            <p14:xfrm>
              <a:off x="6940788" y="4874799"/>
              <a:ext cx="429120" cy="471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AAF90D42-3348-B70B-9A65-B523ED5E212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22788" y="4856799"/>
                <a:ext cx="46476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DB6D99FA-32DC-7E75-699D-F64482629BD7}"/>
              </a:ext>
            </a:extLst>
          </p:cNvPr>
          <p:cNvGrpSpPr/>
          <p:nvPr/>
        </p:nvGrpSpPr>
        <p:grpSpPr>
          <a:xfrm>
            <a:off x="6553788" y="3473319"/>
            <a:ext cx="1268640" cy="1209240"/>
            <a:chOff x="6553788" y="3473319"/>
            <a:chExt cx="1268640" cy="12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FC375B9A-FA1A-12CE-288A-B104C31E287B}"/>
                    </a:ext>
                  </a:extLst>
                </p14:cNvPr>
                <p14:cNvContentPartPr/>
                <p14:nvPr/>
              </p14:nvContentPartPr>
              <p14:xfrm>
                <a:off x="7112508" y="3909639"/>
                <a:ext cx="104400" cy="7729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FC375B9A-FA1A-12CE-288A-B104C31E28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4508" y="3891999"/>
                  <a:ext cx="140040" cy="8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2E5A9DD9-3793-4478-2994-8204D6D7963A}"/>
                    </a:ext>
                  </a:extLst>
                </p14:cNvPr>
                <p14:cNvContentPartPr/>
                <p14:nvPr/>
              </p14:nvContentPartPr>
              <p14:xfrm>
                <a:off x="6989748" y="3835479"/>
                <a:ext cx="92160" cy="1159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2E5A9DD9-3793-4478-2994-8204D6D796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72108" y="3817839"/>
                  <a:ext cx="127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6611CC0B-62FC-D1A8-CCD0-972FB03E6265}"/>
                    </a:ext>
                  </a:extLst>
                </p14:cNvPr>
                <p14:cNvContentPartPr/>
                <p14:nvPr/>
              </p14:nvContentPartPr>
              <p14:xfrm>
                <a:off x="7081548" y="3896679"/>
                <a:ext cx="209160" cy="604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6611CC0B-62FC-D1A8-CCD0-972FB03E62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63908" y="3879039"/>
                  <a:ext cx="244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4CB8927-074C-EB9E-9CE3-B088B8C26D9C}"/>
                    </a:ext>
                  </a:extLst>
                </p14:cNvPr>
                <p14:cNvContentPartPr/>
                <p14:nvPr/>
              </p14:nvContentPartPr>
              <p14:xfrm>
                <a:off x="6694908" y="3473319"/>
                <a:ext cx="19440" cy="3866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4CB8927-074C-EB9E-9CE3-B088B8C26D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77268" y="3455679"/>
                  <a:ext cx="550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6A300433-FCA4-9154-3F17-61A332520031}"/>
                    </a:ext>
                  </a:extLst>
                </p14:cNvPr>
                <p14:cNvContentPartPr/>
                <p14:nvPr/>
              </p14:nvContentPartPr>
              <p14:xfrm>
                <a:off x="6738468" y="3550359"/>
                <a:ext cx="261000" cy="3160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6A300433-FCA4-9154-3F17-61A3325200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20468" y="3532359"/>
                  <a:ext cx="2966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2B139009-0B10-C22E-A37C-E972685C524E}"/>
                    </a:ext>
                  </a:extLst>
                </p14:cNvPr>
                <p14:cNvContentPartPr/>
                <p14:nvPr/>
              </p14:nvContentPartPr>
              <p14:xfrm>
                <a:off x="6967068" y="3559359"/>
                <a:ext cx="53640" cy="2214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2B139009-0B10-C22E-A37C-E972685C52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49428" y="3541359"/>
                  <a:ext cx="89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C0BB3A89-F6A7-5A23-D7D5-0530A56EC182}"/>
                    </a:ext>
                  </a:extLst>
                </p14:cNvPr>
                <p14:cNvContentPartPr/>
                <p14:nvPr/>
              </p14:nvContentPartPr>
              <p14:xfrm>
                <a:off x="7026828" y="3563319"/>
                <a:ext cx="135360" cy="21636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C0BB3A89-F6A7-5A23-D7D5-0530A56EC1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08828" y="3545319"/>
                  <a:ext cx="171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7249E850-4D75-663B-E8B0-0C276AA575DA}"/>
                    </a:ext>
                  </a:extLst>
                </p14:cNvPr>
                <p14:cNvContentPartPr/>
                <p14:nvPr/>
              </p14:nvContentPartPr>
              <p14:xfrm>
                <a:off x="7050948" y="3700479"/>
                <a:ext cx="159480" cy="432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7249E850-4D75-663B-E8B0-0C276AA575D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33308" y="3682839"/>
                  <a:ext cx="195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32DE8001-8D3D-4784-4E0F-42BD141F97DD}"/>
                    </a:ext>
                  </a:extLst>
                </p14:cNvPr>
                <p14:cNvContentPartPr/>
                <p14:nvPr/>
              </p14:nvContentPartPr>
              <p14:xfrm>
                <a:off x="7333548" y="3577719"/>
                <a:ext cx="360" cy="1616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32DE8001-8D3D-4784-4E0F-42BD141F97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15908" y="3560079"/>
                  <a:ext cx="36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62245B5-694C-DCE3-8CAF-7AF046AA9472}"/>
                    </a:ext>
                  </a:extLst>
                </p14:cNvPr>
                <p14:cNvContentPartPr/>
                <p14:nvPr/>
              </p14:nvContentPartPr>
              <p14:xfrm>
                <a:off x="7401228" y="3542079"/>
                <a:ext cx="171720" cy="1425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62245B5-694C-DCE3-8CAF-7AF046AA947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83228" y="3524079"/>
                  <a:ext cx="207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18F5B25-3397-36CA-5EE0-A3062776434D}"/>
                    </a:ext>
                  </a:extLst>
                </p14:cNvPr>
                <p14:cNvContentPartPr/>
                <p14:nvPr/>
              </p14:nvContentPartPr>
              <p14:xfrm>
                <a:off x="6553788" y="3840519"/>
                <a:ext cx="1268640" cy="1605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18F5B25-3397-36CA-5EE0-A3062776434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36148" y="3822519"/>
                  <a:ext cx="130428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ED510817-2415-CD0C-297E-27151BAF4089}"/>
                  </a:ext>
                </a:extLst>
              </p14:cNvPr>
              <p14:cNvContentPartPr/>
              <p14:nvPr/>
            </p14:nvContentPartPr>
            <p14:xfrm>
              <a:off x="1547628" y="5318679"/>
              <a:ext cx="128160" cy="10188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ED510817-2415-CD0C-297E-27151BAF408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29988" y="5300679"/>
                <a:ext cx="16380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754BB057-991B-9052-F8BA-04A87CEBEAAD}"/>
              </a:ext>
            </a:extLst>
          </p:cNvPr>
          <p:cNvGrpSpPr/>
          <p:nvPr/>
        </p:nvGrpSpPr>
        <p:grpSpPr>
          <a:xfrm>
            <a:off x="2651028" y="5228679"/>
            <a:ext cx="3786120" cy="349920"/>
            <a:chOff x="2651028" y="5228679"/>
            <a:chExt cx="378612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C679B26-2950-7846-CD0A-4316522EC605}"/>
                    </a:ext>
                  </a:extLst>
                </p14:cNvPr>
                <p14:cNvContentPartPr/>
                <p14:nvPr/>
              </p14:nvContentPartPr>
              <p14:xfrm>
                <a:off x="2663268" y="5313279"/>
                <a:ext cx="1908360" cy="504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C679B26-2950-7846-CD0A-4316522EC6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45268" y="5295639"/>
                  <a:ext cx="1944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035C9E16-480C-314D-E971-2278412B1D08}"/>
                    </a:ext>
                  </a:extLst>
                </p14:cNvPr>
                <p14:cNvContentPartPr/>
                <p14:nvPr/>
              </p14:nvContentPartPr>
              <p14:xfrm>
                <a:off x="2770908" y="5382039"/>
                <a:ext cx="277560" cy="1965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035C9E16-480C-314D-E971-2278412B1D0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52908" y="5364399"/>
                  <a:ext cx="313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64A2AA8B-925E-3CDF-0092-062B7A6B906F}"/>
                    </a:ext>
                  </a:extLst>
                </p14:cNvPr>
                <p14:cNvContentPartPr/>
                <p14:nvPr/>
              </p14:nvContentPartPr>
              <p14:xfrm>
                <a:off x="2834988" y="5324799"/>
                <a:ext cx="155880" cy="1490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64A2AA8B-925E-3CDF-0092-062B7A6B90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16988" y="5306799"/>
                  <a:ext cx="191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98C41634-2A7D-3B94-E709-36CEECA9E8E0}"/>
                    </a:ext>
                  </a:extLst>
                </p14:cNvPr>
                <p14:cNvContentPartPr/>
                <p14:nvPr/>
              </p14:nvContentPartPr>
              <p14:xfrm>
                <a:off x="3939108" y="5276919"/>
                <a:ext cx="321840" cy="21780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98C41634-2A7D-3B94-E709-36CEECA9E8E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21468" y="5258919"/>
                  <a:ext cx="357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B30D230-6651-9EB5-CC53-A6A5728E408C}"/>
                    </a:ext>
                  </a:extLst>
                </p14:cNvPr>
                <p14:cNvContentPartPr/>
                <p14:nvPr/>
              </p14:nvContentPartPr>
              <p14:xfrm>
                <a:off x="4049988" y="5277639"/>
                <a:ext cx="80280" cy="1710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B30D230-6651-9EB5-CC53-A6A5728E408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31988" y="5259999"/>
                  <a:ext cx="1159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EB0C551D-F31E-5325-8C22-0A687AE6B5FF}"/>
                    </a:ext>
                  </a:extLst>
                </p14:cNvPr>
                <p14:cNvContentPartPr/>
                <p14:nvPr/>
              </p14:nvContentPartPr>
              <p14:xfrm>
                <a:off x="4173108" y="5283759"/>
                <a:ext cx="54360" cy="1407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EB0C551D-F31E-5325-8C22-0A687AE6B5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55108" y="5265759"/>
                  <a:ext cx="90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2CD9FB51-9F67-CEC1-D2CD-2C472B7D087C}"/>
                    </a:ext>
                  </a:extLst>
                </p14:cNvPr>
                <p14:cNvContentPartPr/>
                <p14:nvPr/>
              </p14:nvContentPartPr>
              <p14:xfrm>
                <a:off x="3917148" y="5259279"/>
                <a:ext cx="338040" cy="2415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2CD9FB51-9F67-CEC1-D2CD-2C472B7D08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99508" y="5241279"/>
                  <a:ext cx="373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D0E5E320-14C2-611D-FC1D-8284388612EA}"/>
                    </a:ext>
                  </a:extLst>
                </p14:cNvPr>
                <p14:cNvContentPartPr/>
                <p14:nvPr/>
              </p14:nvContentPartPr>
              <p14:xfrm>
                <a:off x="4068708" y="5253159"/>
                <a:ext cx="114480" cy="1566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D0E5E320-14C2-611D-FC1D-8284388612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50708" y="5235159"/>
                  <a:ext cx="150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664FA88-F959-CD35-6FBF-C07421C12D7B}"/>
                    </a:ext>
                  </a:extLst>
                </p14:cNvPr>
                <p14:cNvContentPartPr/>
                <p14:nvPr/>
              </p14:nvContentPartPr>
              <p14:xfrm>
                <a:off x="2651028" y="5289519"/>
                <a:ext cx="858960" cy="190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664FA88-F959-CD35-6FBF-C07421C12D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33028" y="5271879"/>
                  <a:ext cx="894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F1D8F1A1-A1D6-EE3E-B054-5FFAF8AA7F7F}"/>
                    </a:ext>
                  </a:extLst>
                </p14:cNvPr>
                <p14:cNvContentPartPr/>
                <p14:nvPr/>
              </p14:nvContentPartPr>
              <p14:xfrm>
                <a:off x="3479388" y="5277639"/>
                <a:ext cx="1060920" cy="370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F1D8F1A1-A1D6-EE3E-B054-5FFAF8AA7F7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61388" y="5259999"/>
                  <a:ext cx="1096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7E519490-4EFC-EB2C-55B8-F40E2117A5ED}"/>
                    </a:ext>
                  </a:extLst>
                </p14:cNvPr>
                <p14:cNvContentPartPr/>
                <p14:nvPr/>
              </p14:nvContentPartPr>
              <p14:xfrm>
                <a:off x="4473708" y="5344959"/>
                <a:ext cx="159480" cy="64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7E519490-4EFC-EB2C-55B8-F40E2117A5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55708" y="5326959"/>
                  <a:ext cx="195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290C39AC-36E0-842B-F31A-626F952D3D06}"/>
                    </a:ext>
                  </a:extLst>
                </p14:cNvPr>
                <p14:cNvContentPartPr/>
                <p14:nvPr/>
              </p14:nvContentPartPr>
              <p14:xfrm>
                <a:off x="4841628" y="5228679"/>
                <a:ext cx="1595520" cy="11052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290C39AC-36E0-842B-F31A-626F952D3D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23988" y="5211039"/>
                  <a:ext cx="1631160" cy="146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00108"/>
            <a:ext cx="8415644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CS-51单片机概述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857232"/>
            <a:ext cx="6715172" cy="51706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97</TotalTime>
  <Words>724</Words>
  <Application>Microsoft Office PowerPoint</Application>
  <PresentationFormat>全屏显示(4:3)</PresentationFormat>
  <Paragraphs>31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Franklin Gothic Book</vt:lpstr>
      <vt:lpstr>Franklin Gothic Medium</vt:lpstr>
      <vt:lpstr>Wingdings</vt:lpstr>
      <vt:lpstr>Wingdings 2</vt:lpstr>
      <vt:lpstr>暗香扑面</vt:lpstr>
      <vt:lpstr>第一章  概述</vt:lpstr>
      <vt:lpstr>一、什么是单片机</vt:lpstr>
      <vt:lpstr>PowerPoint 演示文稿</vt:lpstr>
      <vt:lpstr>1.单片机分类</vt:lpstr>
      <vt:lpstr>2.单片机特点</vt:lpstr>
      <vt:lpstr>3.单片机发展趋势</vt:lpstr>
      <vt:lpstr>PowerPoint 演示文稿</vt:lpstr>
      <vt:lpstr>PowerPoint 演示文稿</vt:lpstr>
      <vt:lpstr>PowerPoint 演示文稿</vt:lpstr>
      <vt:lpstr>4.MCS-51系列单片机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概述</dc:title>
  <dc:creator>asus</dc:creator>
  <cp:lastModifiedBy>宇佩 马</cp:lastModifiedBy>
  <cp:revision>11</cp:revision>
  <dcterms:created xsi:type="dcterms:W3CDTF">2022-08-25T10:52:48Z</dcterms:created>
  <dcterms:modified xsi:type="dcterms:W3CDTF">2025-12-23T06:37:27Z</dcterms:modified>
</cp:coreProperties>
</file>