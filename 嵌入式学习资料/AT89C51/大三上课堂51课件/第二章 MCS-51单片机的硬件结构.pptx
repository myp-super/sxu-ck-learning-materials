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3" r:id="rId4"/>
    <p:sldId id="258" r:id="rId5"/>
    <p:sldId id="259" r:id="rId6"/>
    <p:sldId id="260" r:id="rId7"/>
    <p:sldId id="261" r:id="rId8"/>
    <p:sldId id="262" r:id="rId9"/>
    <p:sldId id="264" r:id="rId10"/>
    <p:sldId id="265" r:id="rId11"/>
    <p:sldId id="266" r:id="rId12"/>
    <p:sldId id="267" r:id="rId13"/>
    <p:sldId id="268" r:id="rId14"/>
    <p:sldId id="269" r:id="rId15"/>
    <p:sldId id="270" r:id="rId16"/>
    <p:sldId id="273" r:id="rId17"/>
    <p:sldId id="272" r:id="rId18"/>
    <p:sldId id="271"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7" r:id="rId41"/>
    <p:sldId id="302" r:id="rId42"/>
    <p:sldId id="303" r:id="rId43"/>
    <p:sldId id="304" r:id="rId44"/>
    <p:sldId id="311" r:id="rId45"/>
    <p:sldId id="305" r:id="rId46"/>
    <p:sldId id="307" r:id="rId47"/>
    <p:sldId id="308" r:id="rId48"/>
    <p:sldId id="309" r:id="rId49"/>
    <p:sldId id="295" r:id="rId50"/>
    <p:sldId id="310" r:id="rId51"/>
    <p:sldId id="312" r:id="rId52"/>
    <p:sldId id="313" r:id="rId53"/>
    <p:sldId id="315" r:id="rId54"/>
    <p:sldId id="314" r:id="rId55"/>
    <p:sldId id="316" r:id="rId56"/>
    <p:sldId id="317" r:id="rId57"/>
    <p:sldId id="318" r:id="rId5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4" d="100"/>
          <a:sy n="104" d="100"/>
        </p:scale>
        <p:origin x="1824" y="11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2:56:20.906"/>
    </inkml:context>
    <inkml:brush xml:id="br0">
      <inkml:brushProperty name="width" value="0.1" units="cm"/>
      <inkml:brushProperty name="height" value="0.1" units="cm"/>
      <inkml:brushProperty name="color" value="#E71224"/>
    </inkml:brush>
  </inkml:definitions>
  <inkml:trace contextRef="#ctx0" brushRef="#br0">25 209 8192,'-2'37'3203,"-8"51"-1,5-55 1330,-2 66 1,7-95-4463,1 1 1,-1-1 0,1 1 0,0-1 0,0 1 0,1-1 0,-1 0 0,1 1 0,0-1 0,0 0 0,0 0 0,1 0 0,-1-1 0,1 1 0,0 0 0,0-1 0,0 0 0,1 0 0,-1 0 0,1 0 0,0 0 0,0-1 0,0 0 0,0 1-1,0-1 1,0-1 0,0 1 0,1-1 0,-1 0 0,1 0 0,8 1 0,-4 0-52,1-1 0,0-1-1,-1 0 1,1 0 0,-1-1 0,1 0-1,-1 0 1,1-1 0,-1-1 0,0 1 0,0-1-1,0-1 1,0 0 0,13-8 0,-8 1-19,-1-1 0,0 0 0,-1-1 0,0 0 0,-1-1 0,0 0 0,-1-1 0,-1 0 0,0-1 0,8-20 0,-6 10 0,-2-1 0,0 0 0,-2 0 0,-1-1 0,5-49 0,-10 71-74,-1 1 1,0 0-1,0 0 1,-1 0-1,1-1 1,-1 1-1,0 0 1,0 0 0,-1 0-1,0 0 1,0 0-1,0 1 1,0-1-1,-1 0 1,1 1-1,-1 0 1,-4-5-1,1 4-196,1 0-1,-1 0 1,0 1-1,0 0 1,0 0-1,-1 0 0,0 1 1,1 0-1,-1 0 1,-13-3-1,-12 0-724,0 2 0,0 0 0,0 3 0,-46 2 0,59 0 917,-3-1 78</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2:56:21.263"/>
    </inkml:context>
    <inkml:brush xml:id="br0">
      <inkml:brushProperty name="width" value="0.1" units="cm"/>
      <inkml:brushProperty name="height" value="0.1" units="cm"/>
      <inkml:brushProperty name="color" value="#E71224"/>
    </inkml:brush>
  </inkml:definitions>
  <inkml:trace contextRef="#ctx0" brushRef="#br0">0 1 8192,'30'10'18022,"-14"0"-18022,-3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2:56:21.574"/>
    </inkml:context>
    <inkml:brush xml:id="br0">
      <inkml:brushProperty name="width" value="0.1" units="cm"/>
      <inkml:brushProperty name="height" value="0.1" units="cm"/>
      <inkml:brushProperty name="color" value="#E71224"/>
    </inkml:brush>
  </inkml:definitions>
  <inkml:trace contextRef="#ctx0" brushRef="#br0">0 0 8192,'0'30'18022,"4"-10"-18022,2 3 0,4-2 0,0-4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2:56:21.993"/>
    </inkml:context>
    <inkml:brush xml:id="br0">
      <inkml:brushProperty name="width" value="0.1" units="cm"/>
      <inkml:brushProperty name="height" value="0.1" units="cm"/>
      <inkml:brushProperty name="color" value="#E71224"/>
    </inkml:brush>
  </inkml:definitions>
  <inkml:trace contextRef="#ctx0" brushRef="#br0">1 0 8192,'2'1'215,"-1"0"0,1-1 0,0 1 0,0 0 0,-1 0 0,1 0 0,0 0 0,-1 0 0,1 0 0,-1 0 0,0 0 0,1 1 0,-1-1 0,0 1 0,1-1 0,-1 1 0,0-1 0,0 1 0,-1 0 0,1 0 0,0-1 0,0 1 0,-1 0 0,1 2 0,12 46 3229,-7-3-933,0 48-1,4 31 1672,20 62-4182,-26-166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2:56:22.602"/>
    </inkml:context>
    <inkml:brush xml:id="br0">
      <inkml:brushProperty name="width" value="0.1" units="cm"/>
      <inkml:brushProperty name="height" value="0.1" units="cm"/>
      <inkml:brushProperty name="color" value="#E71224"/>
    </inkml:brush>
  </inkml:definitions>
  <inkml:trace contextRef="#ctx0" brushRef="#br0">1 28 8192,'15'-1'1462,"-1"-1"0,1 0 1,16-5-1,30-4 1528,4 6 1601,122 8 1,-185-3-4592,0 0 0,0 0 0,0 0 0,0 0 0,0 1 0,0-1 0,0 0 0,0 1 0,-1 0 0,1-1 0,0 1 0,0 0 0,0 0 0,-1 0 0,1 0 0,0 1 0,-1-1 0,1 0 0,-1 1 0,1-1 0,-1 1 0,0-1 0,0 1 0,2 2 0,-2-1 0,-1-1 0,0 1 0,0-1 0,1 1 0,-1 0 0,-1-1 0,1 1 0,0-1 0,-1 1 0,1-1 0,-1 1 0,0-1 0,0 1 0,0-1 0,0 1 0,-2 1 0,-5 10 0,0-1 0,-1 0 0,-1-1 0,-22 21 0,-9 6-2107,-65 65-11364,104-102 13361,0 0 0,1-1 0,-1 1 0,1 0 0,0 0-1,0 0 1,-1 0 0,1 0 0,0 0 0,1 0 0,-1 0 0,0 0 0,1 0 0,-1 0-1,1 1 1,-1-1 0,1 0 0,0 0 0,0 3 0,1-3 65,0 0 1,-1 0-1,1 0 1,0-1-1,0 1 1,0 0-1,0 0 0,1-1 1,-1 1-1,0-1 1,1 1-1,-1-1 1,1 0-1,-1 1 1,1-1-1,0 0 0,2 1 1,10 5 127,1-1-1,0-1 1,0-1 0,25 5 0,-9-2 63,31 7-146,-48-12 0,-1 0 0,1 1 0,-1 0 0,0 1 0,0 0 0,0 2 0,-1-1 0,0 1 0,0 1 0,15 11 0,-24-16 111,-1 0 0,0 1-1,1-1 1,-1 1 0,-1 0 0,1-1 0,0 1 0,-1 0 0,1 0 0,-1 0 0,0 0 0,0 1 0,0-1-1,0 0 1,-1 0 0,1 1 0,-1-1 0,0 0 0,0 0 0,0 1 0,0-1 0,-1 0 0,1 1 0,-1-1-1,0 0 1,0 0 0,0 0 0,0 0 0,-1 0 0,1 0 0,-1 0 0,1 0 0,-1 0 0,0-1 0,-1 1-1,-1 2 1,-6 6 738,-1 0 0,0 0-1,0-1 1,-1-1 0,0 0 0,-21 12-1,7-7 5077,-35 16-4181,42-21-1435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2:56:24.296"/>
    </inkml:context>
    <inkml:brush xml:id="br0">
      <inkml:brushProperty name="width" value="0.1" units="cm"/>
      <inkml:brushProperty name="height" value="0.1" units="cm"/>
      <inkml:brushProperty name="color" value="#E71224"/>
    </inkml:brush>
  </inkml:definitions>
  <inkml:trace contextRef="#ctx0" brushRef="#br0">79 1 8192,'-2'79'5454,"-4"0"0,-27 134 0,12-121-3794,16-67-1660,1 0 0,0 0 0,1 29 0,3-32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2:56:24.713"/>
    </inkml:context>
    <inkml:brush xml:id="br0">
      <inkml:brushProperty name="width" value="0.1" units="cm"/>
      <inkml:brushProperty name="height" value="0.1" units="cm"/>
      <inkml:brushProperty name="color" value="#E71224"/>
    </inkml:brush>
  </inkml:definitions>
  <inkml:trace contextRef="#ctx0" brushRef="#br0">0 1 8192,'5'0'18022,"0"4"-18022,1 6 0,-2 6 0,-1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2:56:25.038"/>
    </inkml:context>
    <inkml:brush xml:id="br0">
      <inkml:brushProperty name="width" value="0.1" units="cm"/>
      <inkml:brushProperty name="height" value="0.1" units="cm"/>
      <inkml:brushProperty name="color" value="#E71224"/>
    </inkml:brush>
  </inkml:definitions>
  <inkml:trace contextRef="#ctx0" brushRef="#br0">0 0 8192,'0'31'18022,"0"-16"-18022</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2:56:26.681"/>
    </inkml:context>
    <inkml:brush xml:id="br0">
      <inkml:brushProperty name="width" value="0.1" units="cm"/>
      <inkml:brushProperty name="height" value="0.1" units="cm"/>
      <inkml:brushProperty name="color" value="#E71224"/>
    </inkml:brush>
  </inkml:definitions>
  <inkml:trace contextRef="#ctx0" brushRef="#br0">57 1 8192,'36'2'1873,"19"8"5105,23 3 649,-76-13-7616,10 0 132,-1 0-1,1 1 1,0 1-1,0 0 1,-1 0-1,18 7 1,-26-7-124,0-1 0,0 1 0,-1 0 0,1 0 0,0 0 0,-1 1 1,1-1-1,-1 1 0,0-1 0,0 1 0,0 0 0,0-1 0,0 1 0,-1 0 0,1 1 0,-1-1 1,0 0-1,0 0 0,0 0 0,0 1 0,-1-1 0,1 0 0,-1 1 0,0-1 0,0 1 0,0-1 0,-1 5 1,0 1-118,0 0 0,-1-1 0,0 0 0,0 1 0,-1-1 0,0 0 0,0 0 0,-1 0 1,0-1-1,-6 9 0,-10 11-715,-29 33 1,19-25 543,-33 36-7153,-75 66 0,122-121 7215,15-16 224,-1 1 1,1 0-1,0 0 0,-1 1 1,1-1-1,0 0 1,0 0-1,0 0 0,0 1 1,0-1-1,1 1 1,-1-1-1,0 1 0,1-1 1,-1 1-1,1-1 0,-1 1 1,1-1-1,0 1 1,-1 0-1,1 2 0,1-3 23,0 0 0,-1 0 0,1 0 0,0 0 0,0 0 0,0 0 0,-1 0 0,1 0 0,0-1 0,0 1 0,0 0 0,1-1-1,-1 1 1,0 0 0,0-1 0,0 1 0,0-1 0,0 0 0,1 1 0,-1-1 0,2 0 0,13 2 366,0 0 0,0-1 1,22-2-1,-25 0-321,27-1 13,52-10 0,-51 5-3,46-1-1,-29 3-2570,-34-1 1981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2:56:27.430"/>
    </inkml:context>
    <inkml:brush xml:id="br0">
      <inkml:brushProperty name="width" value="0.1" units="cm"/>
      <inkml:brushProperty name="height" value="0.1" units="cm"/>
      <inkml:brushProperty name="color" value="#E71224"/>
    </inkml:brush>
  </inkml:definitions>
  <inkml:trace contextRef="#ctx0" brushRef="#br0">78 0 8192,'0'5'0,"0"5"0,0 10 0,0 10 0,0 5 0,-4 0 0,-2 3 0,0 0 3356,2-2-3356,-4 0 0,1 0 0,-4-3 5483,0-2-5483,3-2 0,2-2 7957,2 0-7957,2-6 1226</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2:56:27.993"/>
    </inkml:context>
    <inkml:brush xml:id="br0">
      <inkml:brushProperty name="width" value="0.1" units="cm"/>
      <inkml:brushProperty name="height" value="0.1" units="cm"/>
      <inkml:brushProperty name="color" value="#E71224"/>
    </inkml:brush>
  </inkml:definitions>
  <inkml:trace contextRef="#ctx0" brushRef="#br0">183 1 8192,'-2'19'0,"-1"0"0,0 0 0,-2 0 0,-13 36 0,8-23 0,-9 21 0,-29 54 0,-11 31 0,56-128 409,0 0-1,0 0 1,1 0 0,0 0 0,1 0 0,0 1-1,1-1 1,0 0 0,1 13 0,0-19-213,-1-1 0,1 0 0,0 1 0,0-1 0,1 0 0,-1 0 0,0 0 0,1 0 0,0 0 0,0 0 0,0 0 0,0-1 0,0 1 0,1-1 0,-1 1 0,1-1 0,-1 0 1,1 0-1,0 0 0,0 0 0,0-1 0,0 1 0,0-1 0,0 1 0,0-1 0,1 0 0,-1-1 0,0 1 0,1 0 0,5-1 0,5 1 218,0-2-1,-1 0 1,1 0-1,0-1 1,0-1-1,-1 0 1,0-1-1,1 0 1,-1-1-1,-1-1 1,1 0-1,-1-1 1,0 0-1,-1 0 1,1-2-1,-2 1 1,1-1-1,14-17 1,-23 24-414,0 0 0,-1 0 0,1 0 0,-1 0 0,0 0 0,1 0 0,-1 0 0,0 0 0,0-1 0,-1 1 0,1 0 0,0-1 0,-1 1 0,1-1 0,-1 1 0,0-5 0,0 5 0,-1 1 0,1-1 0,-1 0 0,1 1 0,-1-1 0,0 1 0,0-1 0,0 1 0,0 0 0,0-1 0,0 1 0,0 0 0,0 0 0,0-1 0,-1 1 0,1 0 0,0 0 0,-3-1 0,-7-3 0,1 1 0,-1 0 0,0 1 0,0 0 0,-20-2 0,6 1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2:56:28.548"/>
    </inkml:context>
    <inkml:brush xml:id="br0">
      <inkml:brushProperty name="width" value="0.1" units="cm"/>
      <inkml:brushProperty name="height" value="0.1" units="cm"/>
      <inkml:brushProperty name="color" value="#E71224"/>
    </inkml:brush>
  </inkml:definitions>
  <inkml:trace contextRef="#ctx0" brushRef="#br0">1 1 8192</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2:56:28.840"/>
    </inkml:context>
    <inkml:brush xml:id="br0">
      <inkml:brushProperty name="width" value="0.1" units="cm"/>
      <inkml:brushProperty name="height" value="0.1" units="cm"/>
      <inkml:brushProperty name="color" value="#E71224"/>
    </inkml:brush>
  </inkml:definitions>
  <inkml:trace contextRef="#ctx0" brushRef="#br0">1 0 8192,'0'5'3356,"0"5"-3356,0 6 5996,0 4 1463,4-1-6248,2-4-1211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2:56:29.677"/>
    </inkml:context>
    <inkml:brush xml:id="br0">
      <inkml:brushProperty name="width" value="0.1" units="cm"/>
      <inkml:brushProperty name="height" value="0.1" units="cm"/>
      <inkml:brushProperty name="color" value="#E71224"/>
    </inkml:brush>
  </inkml:definitions>
  <inkml:trace contextRef="#ctx0" brushRef="#br0">158 0 8192,'-55'6'1874,"49"-4"-1160,0 0-1,0 0 1,0 0 0,0 0-1,1 1 1,-1 0 0,1 1-1,0-1 1,-7 6 0,8-5-120,0-1 1,1 1 0,0 0 0,0 0-1,0 0 1,0 1 0,1-1-1,0 0 1,0 1 0,0 0 0,-2 9-1,2-7-281,1 0-1,0 0 0,1 1 1,-1-1-1,2 12 1,1-10-313,-1 1 0,2-1 0,-1 1 0,1-1 0,1 0 0,-1-1 0,1 1 0,1 0 0,0-1 0,0 0 0,1 0 0,0-1 0,8 9 0,11 9 0,1-2 0,39 26 0,-21-16 0,-23-17 0,-6-5 0,0 0 0,-1 0 0,-1 1 0,0 1 0,15 19 0,-26-29 0,0 0 0,-1-1 0,1 1 0,0 0 0,-1 1 0,0-1 0,1 0 0,-1 0 0,0 0 0,-1 1 0,1-1 0,-1 1 0,1-1 0,-1 0 0,0 1 0,0-1 0,-1 1 0,1-1 0,-1 0 0,1 1 0,-1-1 0,0 0 0,0 0 0,-1 1 0,1-1 0,-1 0 0,1 0 0,-1 0 0,0-1 0,0 1 0,0 0 0,-1-1 0,1 1 0,-6 3 0,0 1 0,-1 0 0,0-1 0,-1 0 0,1-1 0,-1 0 0,0 0 0,0-1 0,-1 0 0,-20 3 0,13-3 0,0-1 0,0-1 0,0-1 0,0-1 0,-22-1 0,37 0-59,0 0 1,0 0-1,0 1 1,0-2-1,0 1 1,1 0-1,-1-1 1,0 1 0,1-1-1,-1 0 1,1 1-1,0-1 1,-1-1-1,1 1 1,0 0-1,0 0 1,1-1-1,-1 1 1,0-1 0,1 0-1,-1 1 1,1-1-1,0 0 1,0 0-1,0 0 1,0 0-1,1 0 1,-1 0-1,1 0 1,0 0 0,0-4-1,-1-2-111,1 1 0,0 0 0,1 0 0,0-1 0,0 1 0,0 0 0,1 0 0,1 0 0,-1 0 0,8-14 0,40-47-1541,-10 28-3089,72-59 0,-39 38 2518,-6 0 1594,-41 36 688</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2:56:30.930"/>
    </inkml:context>
    <inkml:brush xml:id="br0">
      <inkml:brushProperty name="width" value="0.1" units="cm"/>
      <inkml:brushProperty name="height" value="0.1" units="cm"/>
      <inkml:brushProperty name="color" value="#E71224"/>
    </inkml:brush>
  </inkml:definitions>
  <inkml:trace contextRef="#ctx0" brushRef="#br0">80 1 8192,'-3'43'0,"-1"0"0,-2 0 0,-16 55 0,-8 49 0,21-72 165,4 0 0,7 148 0,-2-219 0,1-1 0,-1 1 0,1-1 0,0 0 0,0 1 0,0-1 0,0 0-1,0 1 1,1-1 0,0 0 0,-1 0 0,1 0 0,0 0 0,1-1 0,-1 1 0,0 0 0,1-1 0,-1 0 0,5 4 0,-1-3 418,-1-1 1,1 1-1,-1-1 1,1 0-1,0 0 0,0-1 1,0 1-1,0-1 1,0-1-1,9 1 1,2-1 1013,0-1 1,1-1 0,31-7-1,8-7-1215,0-7-36,0-1 0,94-57 0,-116 58-346</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2:56:31.476"/>
    </inkml:context>
    <inkml:brush xml:id="br0">
      <inkml:brushProperty name="width" value="0.1" units="cm"/>
      <inkml:brushProperty name="height" value="0.1" units="cm"/>
      <inkml:brushProperty name="color" value="#E71224"/>
    </inkml:brush>
  </inkml:definitions>
  <inkml:trace contextRef="#ctx0" brushRef="#br0">330 0 8192,'-2'6'499,"1"-1"1,-1 0 0,0 0-1,-1-1 1,1 1 0,-1 0-1,0-1 1,0 0 0,-1 1-1,1-1 1,-1-1 0,-5 6-1,-1 1 851,-14 13 103,-1-1 1,-1-1 0,-1-1 0,0-1 0,-2-2 0,-45 21 0,71-36-1480,-1 0 0,1 0 0,1 0 0,-1 0 0,0 0 0,0 0 0,1 1 0,-1-1 0,1 1 0,0 0 0,0 0 1,0 0-1,0 0 0,1 0 0,-1 0 0,1 0 0,-1 1 0,1-1 0,0 0 0,1 1 0,-1-1 0,0 5 0,1 6-235,0 0-1,1 0 0,1 0 1,4 20-1,3 24-630,4 97-1831,4 138-9577,-18-261 12047,1-20 279,0-16-1,0-11-25</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2:56:31.926"/>
    </inkml:context>
    <inkml:brush xml:id="br0">
      <inkml:brushProperty name="width" value="0.1" units="cm"/>
      <inkml:brushProperty name="height" value="0.1" units="cm"/>
      <inkml:brushProperty name="color" value="#E71224"/>
    </inkml:brush>
  </inkml:definitions>
  <inkml:trace contextRef="#ctx0" brushRef="#br0">1 128 8192,'10'-2'874,"0"0"0,0-1-1,0 0 1,0-1 0,0 1 0,0-2 0,9-5 0,14-6 954,14-4-805,-24 9 340,1 0 1,0 2-1,1 1 0,0 1 0,43-6 1,-66 13-1364,1 0 0,-1 0 0,1 0 0,-1 1 0,0-1 0,1 1 0,-1-1 0,0 1 0,1 0 0,-1 0 0,0 0 0,0 1 0,0-1 0,0 0 0,0 1 0,0-1 0,0 1 0,0 0 0,-1-1 0,1 1 0,-1 0 0,1 0 0,-1 0 0,0 0 0,1 0 0,-1 1 0,0-1 0,-1 0 0,1 0 0,0 1 0,-1-1 0,1 0 0,-1 1 0,1 4 0,1 12 0,-1 0 0,-1 0 0,-3 30 0,1-21 0,1 28-335,-2 64-3908,-27 172 1,-14-48-4651,31-209 8507,12-34 388,1-1 0,-1 1-1,1 0 1,-1 0 0,0-1 0,1 1 0,-1-1 0,0 1 0,1-1 0,-1 1 0,0-1 0,0 1 0,1-1 0,-1 0 0,0 1 0,0-1 0,0 0 0,0 0 0,0 1 0,1-1 0,-1 0 0,0 0 0,0 0 0,0 0 0,0 0 0,0 0 0,0-1 0,1 1 0,-1 0 0,0 0 0,0-1 0,0 1 0,0 0 0,1-1 0,-1 1 0,0-1 0,0 1 0,0-2 0,-13-8-2</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2:56:32.280"/>
    </inkml:context>
    <inkml:brush xml:id="br0">
      <inkml:brushProperty name="width" value="0.1" units="cm"/>
      <inkml:brushProperty name="height" value="0.1" units="cm"/>
      <inkml:brushProperty name="color" value="#E71224"/>
    </inkml:brush>
  </inkml:definitions>
  <inkml:trace contextRef="#ctx0" brushRef="#br0">0 78 8192,'5'0'11332,"1"-4"-11332,18-7 6690,-5 6-6690,3 2 0,3 1 0,1 1 0,-4-4 0,3-1 0,-3-3 0,0-1 0,-1 1 0,2 3 0,1 2 0,-4 2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2:56:32.711"/>
    </inkml:context>
    <inkml:brush xml:id="br0">
      <inkml:brushProperty name="width" value="0.1" units="cm"/>
      <inkml:brushProperty name="height" value="0.1" units="cm"/>
      <inkml:brushProperty name="color" value="#E71224"/>
    </inkml:brush>
  </inkml:definitions>
  <inkml:trace contextRef="#ctx0" brushRef="#br0">1 20 8192,'4'0'0,"6"0"0,6 0 0,4 0 2971,3-4 2877,3-2-5848,0 1 7957,-4 1-7957</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2:56:33.032"/>
    </inkml:context>
    <inkml:brush xml:id="br0">
      <inkml:brushProperty name="width" value="0.1" units="cm"/>
      <inkml:brushProperty name="height" value="0.1" units="cm"/>
      <inkml:brushProperty name="color" value="#E71224"/>
    </inkml:brush>
  </inkml:definitions>
  <inkml:trace contextRef="#ctx0" brushRef="#br0">0 130 8192,'23'-1'2334,"0"-1"0,0-1 0,0-1 0,0-2 0,-1 0 0,32-13-1,-7 0-648,-10 4-1685,-12 4 0,0 1 0,1 1 0,1 1 0,35-6 0,-42 12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2:56:33.545"/>
    </inkml:context>
    <inkml:brush xml:id="br0">
      <inkml:brushProperty name="width" value="0.1" units="cm"/>
      <inkml:brushProperty name="height" value="0.1" units="cm"/>
      <inkml:brushProperty name="color" value="#E71224"/>
    </inkml:brush>
  </inkml:definitions>
  <inkml:trace contextRef="#ctx0" brushRef="#br0">1 0 8192,'1'4'287,"1"0"0,0 0 0,-1-1-1,1 1 1,1-1 0,-1 1 0,1-1 0,-1 0 0,1 0 0,3 3 0,3 5-87,13 18 1749,-2 1 0,-2 1 0,0 1 0,-2 0 1,-2 2-1,12 37 0,-20-42-1847,-2 0 0,0 0 0,-2 1 1,-1-1-1,-2 0 0,0 1 0,-2-1 0,-2 0 0,-14 52 1,-9 3-103,-78 160 0,86-203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2:58:55.020"/>
    </inkml:context>
    <inkml:brush xml:id="br0">
      <inkml:brushProperty name="width" value="0.1" units="cm"/>
      <inkml:brushProperty name="height" value="0.1" units="cm"/>
      <inkml:brushProperty name="color" value="#E71224"/>
    </inkml:brush>
  </inkml:definitions>
  <inkml:trace contextRef="#ctx0" brushRef="#br0">0 27 8192,'45'0'13838,"-15"0"-9654,1621 0-4184,-1487 14 0,4-1 0,8-16-2036,200 6-6523,-276 9 4718,-60-6 2048,60 1 0,-48-7 1793,46-1 0,138 17 0,-126-6 0,195-8 0,-145-4 0,89 15 0,10 1 0,942-15 0,-1172-1 0,0 0 0,28-8 0,-27 5 0,54-3 0,63 9 0,-48 1 0,185-20 0,-188 9 0,1 3 0,101 9 0,-46-1 0,2644-2 0,-2635-13 0,-4 0 0,89 16 0,182-6 0,-301-9 0,56-2 0,137 17 0,226-6 0,-397-9 0,62-1 0,4447 14 0,-4351 12 0,-7 0 0,17 0 0,1 0 0,478-14 0,-615-13 0,1 1 0,-158 12 1398,46-7 0,-41 2-838</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2:58:55.805"/>
    </inkml:context>
    <inkml:brush xml:id="br0">
      <inkml:brushProperty name="width" value="0.1" units="cm"/>
      <inkml:brushProperty name="height" value="0.1" units="cm"/>
      <inkml:brushProperty name="color" value="#E71224"/>
    </inkml:brush>
  </inkml:definitions>
  <inkml:trace contextRef="#ctx0" brushRef="#br0">1 103 8192,'139'-5'2347,"69"-17"5808,44-3-2405,44 3-10715,42-2-3730,-113 19 6103,-167 5 5388,-35 1-2236</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2:58:56.894"/>
    </inkml:context>
    <inkml:brush xml:id="br0">
      <inkml:brushProperty name="width" value="0.1" units="cm"/>
      <inkml:brushProperty name="height" value="0.1" units="cm"/>
      <inkml:brushProperty name="color" value="#E71224"/>
    </inkml:brush>
  </inkml:definitions>
  <inkml:trace contextRef="#ctx0" brushRef="#br0">1 1 8192,'101'0'2616,"134"0"10915,-151 0-11656,269 0-3750,636 0-11656,-566 0 10915,-388 0 2616</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2:59:20.400"/>
    </inkml:context>
    <inkml:brush xml:id="br0">
      <inkml:brushProperty name="width" value="0.1" units="cm"/>
      <inkml:brushProperty name="height" value="0.1" units="cm"/>
      <inkml:brushProperty name="color" value="#E71224"/>
    </inkml:brush>
  </inkml:definitions>
  <inkml:trace contextRef="#ctx0" brushRef="#br0">426 5 8192,'-107'-2'9532,"-8"0"-3420,3 7-3734,110-6-2400,0 1 0,1 0 0,-1 0 1,0 0-1,0 0 0,0 1 0,1-1 1,-1 0-1,0 1 0,0-1 0,1 1 1,-1 0-1,0-1 0,1 1 0,-1 0 1,1 0-1,-1 0 0,1 0 0,-1 0 1,1 1-1,0-1 0,0 0 0,-1 1 1,1-1-1,0 1 0,0-1 0,0 1 1,1-1-1,-1 1 0,0 0 0,0-1 1,1 1-1,-1 0 0,1 0 0,0-1 1,-1 1-1,1 0 0,0 0 0,0-1 1,0 1-1,0 0 0,1 0 0,-1 0 1,1 2-1,1 3-180,1 1 0,0-1 0,0 0 0,1 0 0,0 0 0,0 0 0,1-1 0,8 11 0,0-1-1490,-1 0 1,-1 2-1,-1-1 0,0 1 1,-1 0-1,-1 1 0,-1 0 0,9 37 1,-2-12 1691,-8-28 0,-1-1 0,-1 1 0,0 0 0,-1 0 0,1 25 0,-1-8 0,9 49 0,-2-17 0,2 2 0,-7-42 0,-1 1 0,1 35 0,-5 29 2536,0 45 6258,-1 26-2662,3-62-7029,-5 109 1794,2-200-866,0-1-1,0 0 0,-1 0 1,0 1-1,-1-2 1,0 1-1,0 0 0,0 0 1,-1-1-1,0 0 1,0 0-1,-1 0 0,1 0 1,-1-1-1,0 1 1,-1-1-1,0 0 0,1-1 1,-1 0-1,-1 0 1,1 0-1,-8 3 0,-4 1-50,-1-1 0,0 0 1,0-2-1,0 0 0,0-1 0,-39 2 0,65 4-511,1-1 0,1-1 0,16 14 0,-20-17 179,27 27-8556,-5 2 3838,-20-23 4781,0 1-1,-1 0 1,10 25 0,-10-17 2565,-1 0 1,-1 0 0,-1 1-1,0-1 1,-2 1 0,-1 24-1,-3 70-3673,0 112-11139,8-133 10122,7-24 2414,-7-51 0,-2 1 0,2 26 0,8 64 0,-7-76 0,2 53 0,-6 20 0,-6 170 0,-9-208 4659,3-18-469,7-17-4155,2 22-2866,2-1 6029,-1 35 5488,-3-31-6992,-1-9-6651,-4-1-8602,4-23 13447,0 0 1,2 1-1,1-1 1,1 0-1,1 1 1,2-1-1,0 0 1,2 0-1,14 46 1,-8-32 1355,10 65-1,-17-79-434,0 0 0,2 0 0,1 0 0,1-1 0,1 0 0,18 35 0,-6-26 720,13 25-2049,-29-48-1158,0 0 0,0 1 0,4 18 1,3 8-212,-6-22 1330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00:50.606"/>
    </inkml:context>
    <inkml:brush xml:id="br0">
      <inkml:brushProperty name="width" value="0.1" units="cm"/>
      <inkml:brushProperty name="height" value="0.1" units="cm"/>
      <inkml:brushProperty name="color" value="#E71224"/>
    </inkml:brush>
  </inkml:definitions>
  <inkml:trace contextRef="#ctx0" brushRef="#br0">1 21 8192,'79'0'16362,"-59"0"-14702,3391 0-1660,-3389-2 0,0 0 0,37-8 0,-53 8 0,16-2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00:52"/>
    </inkml:context>
    <inkml:brush xml:id="br0">
      <inkml:brushProperty name="width" value="0.1" units="cm"/>
      <inkml:brushProperty name="height" value="0.1" units="cm"/>
      <inkml:brushProperty name="color" value="#E71224"/>
    </inkml:brush>
  </inkml:definitions>
  <inkml:trace contextRef="#ctx0" brushRef="#br0">0 0 8192,'72'0'2616,"92"0"10915,-104 0-11656,425 0-4716,647 0-9788,-749 14 10364,4-1 1978,-108 0 287,-8 0 0,-121-13 0,424 14 0,-195-2 0,22 2 0,40-5 0,-130-7 0,-125 10 0,67 2 0,11-14 2010,134-1 5346,19 0-744,-394 2-5110,-12 0-1394,0-1 1,0-1-1,0 0 0,18-3 1,-12-1-109</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00:53.476"/>
    </inkml:context>
    <inkml:brush xml:id="br0">
      <inkml:brushProperty name="width" value="0.1" units="cm"/>
      <inkml:brushProperty name="height" value="0.1" units="cm"/>
      <inkml:brushProperty name="color" value="#E71224"/>
    </inkml:brush>
  </inkml:definitions>
  <inkml:trace contextRef="#ctx0" brushRef="#br0">190 54 8192,'-2'1'187,"0"-1"1,1 1 0,-1 0-1,0-1 1,1 1 0,-1 0-1,0 0 1,1 0 0,-1 1-1,1-1 1,0 0 0,-1 0-1,1 1 1,0-1 0,0 1-1,0-1 1,-2 4 0,-19 35 4677,16-29-4269,-43 68 1965,33-55-1237,1 1 1,1 0-1,1 1 0,-10 29 1,22-53-1325,1-1 0,-1 1 0,1-1 0,-1 1 0,1-1 0,0 1 0,-1 0 0,1-1 0,0 1 0,0 0 0,0-1 0,1 1 0,-1-1 0,0 1 0,1 0 0,-1-1 0,1 1 0,-1-1 0,1 1 0,0-1 0,-1 1 0,1-1 0,0 0 0,0 1 0,0-1 0,0 0 0,0 0 0,0 0 0,1 0 0,-1 1 0,0-2 0,1 1 0,-1 0 0,0 0 0,1 0 0,-1-1 0,1 1 0,-1-1 0,1 1 0,0-1 0,-1 1 0,1-1 0,1 0 0,11 2 0,-1-1 0,1 0 0,0-1 0,17-2 0,-13 1 0,85 1 0,51-4 0,-152 4-19,0 0 0,0 0 1,0 0-1,0 0 1,1-1-1,-1 1 1,0-1-1,0 1 0,0-1 1,0 0-1,-1 0 1,1 0-1,0 0 1,0 0-1,0 0 1,-1-1-1,1 1 0,0 0 1,-1-1-1,0 1 1,1-1-1,-1 0 1,0 1-1,2-4 0,-2 2-49,0-1 0,-1 1 0,1 0 0,-1 0 0,0-1 0,0 1 0,0 0 0,-1-1 0,1 1 0,-1 0-1,1 0 1,-1 0 0,0-1 0,-2-2 0,-4-10-229,0 1 0,-2 0 0,0 0 0,-19-24 0,-3 3-2713,-2 1-1,-1 2 1,-2 2 0,-64-46 0,61 60 3010,21 13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6T12:08:42.787"/>
    </inkml:context>
    <inkml:brush xml:id="br0">
      <inkml:brushProperty name="width" value="0.1" units="cm"/>
      <inkml:brushProperty name="height" value="0.1" units="cm"/>
      <inkml:brushProperty name="color" value="#E71224"/>
    </inkml:brush>
  </inkml:definitions>
  <inkml:trace contextRef="#ctx0" brushRef="#br0">56 182 8192,'0'18'14145,"0"10"-11337,0-7-1944,0 61-551,0-74-870,0-55-6920,0 37 6140,0-37-6515,0 15 6100,0-19 17615,0 87-13064,0-1-5398,0-71-11089,0 17 11644,0-17 3385,0 23 224,0 38-3077,-2 21 1072,-14 81 0,16-244 1354,0 36-2057,0 73 1179,0 11 43,0 42 35,-3 13 2989,-9 28 6863,10-72-8512,5-69-1743,-6-86-12997,3 131 12338,1 88 1066,-14 102 13760,6-224-9852,7 42-4030,-1-58-2443,7-81-9563,10 56 11452,-6 61 4946,-5 34 88,-4 48 1433,-2-49-5663,1 189-3043,2-283-3225,10-44 7515,-11 107-2973,-1 18 1981,0 0 0,0 0 0,0 1-1,0-1 1,1 0 0,-1 0-1,1 0 1,0 1 0,0-1 0,1 1-1,2-7 1,-3 10-477,-1 0 0,1 0-1,-1 0 1,1 1 0,-1-1 0,0 0 0,1 1 0,-1-1-1,0 0 1,1 0 0,-1 1 0,0-1 0,1 1 0,-1-1-1,0 0 1,0 1 0,1-1 0,-1 1 0,0-1 0,0 1-1,0-1 1,0 1 0,0-1 0,1 0 0,-1 1-1,0-1 1,0 1 0,0-1 0,0 1 0,0-1 0,-1 1-1,1 0 1,3 20 1602,-2 28-4845,-1 26-6974,-1-17 5968,1-43 4225</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02.351"/>
    </inkml:context>
    <inkml:brush xml:id="br0">
      <inkml:brushProperty name="width" value="0.1" units="cm"/>
      <inkml:brushProperty name="height" value="0.1" units="cm"/>
      <inkml:brushProperty name="color" value="#E71224"/>
    </inkml:brush>
  </inkml:definitions>
  <inkml:trace contextRef="#ctx0" brushRef="#br0">157 1 8192,'-9'203'11560,"3"-162"-9509,-1 0 0,-23 75 0,17-79-1948,-3 0 0,-31 57 0,47-93-103,-1 0 0,1-1 0,0 1 0,-1 0 0,1 0 0,-1 0 0,1 0 0,-1-1 0,1 1 0,-1 0 0,0 0 0,1-1 0,-1 1 0,0-1 0,0 1 0,1 0 0,-1-1 0,0 1 0,0-1 0,0 0 0,0 1 0,1-1 0,-1 0 0,-2 1 0,2-2 0,0 0 0,1 1 0,-1-1 0,0 0 0,0 0 0,1 0 0,-1 0 0,1 0 0,-1 0 0,1 0 0,-1 0 0,1 0 0,0 0 0,-1 0 0,1 0 0,0 0 0,0-1 0,0 1 0,0 0 0,0-1 0,-2-20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02.823"/>
    </inkml:context>
    <inkml:brush xml:id="br0">
      <inkml:brushProperty name="width" value="0.1" units="cm"/>
      <inkml:brushProperty name="height" value="0.1" units="cm"/>
      <inkml:brushProperty name="color" value="#E71224"/>
    </inkml:brush>
  </inkml:definitions>
  <inkml:trace contextRef="#ctx0" brushRef="#br0">0 3 8192,'48'-2'3456,"44"1"8953,-58 9-10252,-31-6-2157,0 0 0,-1-1 0,1 1 0,0 1 0,-1-1 0,1 0 0,-1 1 0,0-1 0,0 1 0,0 0 0,0 0 0,0-1 0,-1 1 0,1 1 0,-1-1 0,0 0 0,0 0 0,0 0 0,0 1 0,0-1 0,-1 0 0,0 1 0,1-1 0,-1 0 0,-1 1 0,1-1 0,-1 5 0,0 6 0,-1-1 0,0 1 0,-1-1 0,0 0 0,-8 20 0,5-24-1477,-1 0 0,1-1 0,-2 1 1,1-1-1,-1-1 0,0 1 0,0-2 1,-1 1-1,-45 31 14768</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03.512"/>
    </inkml:context>
    <inkml:brush xml:id="br0">
      <inkml:brushProperty name="width" value="0.1" units="cm"/>
      <inkml:brushProperty name="height" value="0.1" units="cm"/>
      <inkml:brushProperty name="color" value="#E71224"/>
    </inkml:brush>
  </inkml:definitions>
  <inkml:trace contextRef="#ctx0" brushRef="#br0">1 1 8192,'154'0'13909,"-80"0"-9796,-68 0-4113,0 0 0,-1 0 0,1 1 0,-1 0 0,1 0 0,-1 1 0,1-1 0,-1 1 0,0 0 0,0 0 0,0 1 0,10 6 0,-14-8 0,1 1 0,0 0 0,0 0 0,0 0 0,-1 0 0,1 0 0,-1 0 0,0 1 0,0-1 0,0 0 0,0 1 0,0-1 0,0 1 0,0-1 0,-1 1 0,1-1 0,-1 1 0,0-1 0,0 1 0,0-1 0,0 1 0,0 0 0,-1-1 0,1 1 0,-1-1 0,1 1 0,-1-1 0,0 1 0,0-1 0,-2 3 0,-2 4 0,-1 0 0,0 0 0,0-1 0,-1 0 0,0 0 0,-1-1 0,1 0 0,-2 0 0,1-1 0,-14 9 0,7-5 0,0 1 0,-19 19 0,31-26 0,-1 0 0,1 0 0,0 0 0,0 0 0,0 1 0,1-1 0,-1 1 0,1 0 0,0 0 0,1 0 0,-1 0 0,-1 9 0,3-11-106,0 0 0,0 0 0,0 0 0,0-1 0,0 1 0,1 0 1,-1 0-1,1-1 0,0 1 0,0-1 0,0 1 0,0 0 0,0-1 0,1 0 1,-1 1-1,1-1 0,-1 0 0,1 0 0,0 1 0,0-1 0,0-1 1,0 1-1,0 0 0,1 0 0,-1-1 0,0 0 0,1 1 0,-1-1 0,1 0 1,0 0-1,-1 0 0,1 0 0,0-1 0,-1 1 0,5-1 0,13 4-1098,0-2 0,0-1 0,38-1-1,-41-1 994,143-2-7950,-136 3 7140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04.105"/>
    </inkml:context>
    <inkml:brush xml:id="br0">
      <inkml:brushProperty name="width" value="0.1" units="cm"/>
      <inkml:brushProperty name="height" value="0.1" units="cm"/>
      <inkml:brushProperty name="color" value="#E71224"/>
    </inkml:brush>
  </inkml:definitions>
  <inkml:trace contextRef="#ctx0" brushRef="#br0">358 1 8192,'-15'6'6715,"-12"17"-3805,14-12-1940,-88 61 2340,62-47-1938,1 3 0,-60 55 1,96-81-1370,-1 0 0,1 0 0,0 0 0,0 0 0,1 0 1,-1 0-1,0 1 0,1-1 0,-1 1 0,1-1 1,0 1-1,0-1 0,0 1 0,0 0 0,0 0 0,1-1 1,-1 1-1,1 0 0,-1 0 0,1 0 0,0 0 1,1 0-1,-1-1 0,0 1 0,1 0 0,-1 0 0,1 0 1,0-1-1,0 1 0,0 0 0,0-1 0,1 1 0,-1-1 1,1 1-1,-1-1 0,1 0 0,0 1 0,0-1 1,0 0-1,0 0 0,0-1 0,1 1 0,2 2 0,5 2-72,0 1-1,0-1 0,1-1 0,0 0 0,0-1 0,0 0 0,1 0 0,-1-1 0,15 2 0,65 2-4625,149-8-1,-97-2-2165,-100 4 6566,46-3-620,-88 2 915,-1 0 0,1 0 0,-1 0 0,0 0 0,1 0 0,-1 0 0,1 0 0,-1 0 0,0 0 0,1 0 0,-1 0 0,1 0 0,-1 0 0,0 0 0,1-1 0,-1 1 0,0 0 0,1 0 0,-1 0 0,0-1 0,1 1 0,-1 0 0,0 0 0,1-1 0,-1 1 0,0 0 0,0-1 0,1 1 0,-1 0 0,0-1 0,0 1 0,0 0 0,0-1 0,1 1 0,-1-1 0,0 1 0,0 0 0,0-1 0,0 1 0,0-1 0,0 1 0,0 0 0,0-1 0,0 1 0,0-1 0,0 1 0,0 0 0,-1-1 0,1 1 0,0-1 0,0 1 0,0 0 0,0-1 0,-1 1 0,1 0 0,0-1 0,-1 1 0,-19-22 0,14 16 0,-6-6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04.440"/>
    </inkml:context>
    <inkml:brush xml:id="br0">
      <inkml:brushProperty name="width" value="0.1" units="cm"/>
      <inkml:brushProperty name="height" value="0.1" units="cm"/>
      <inkml:brushProperty name="color" value="#E71224"/>
    </inkml:brush>
  </inkml:definitions>
  <inkml:trace contextRef="#ctx0" brushRef="#br0">234 1 8192,'-2'65'381,"-2"1"-1,-24 113 1,-54 121-609,66-252 357,-34 105 976,31-103 3857,-2-3 4505,21-47-9446,0 0 0,0-1 0,0 1 1,0 0-1,0 0 0,0 0 0,0 0 1,0 0-1,0 0 0,-1 0 0,1-1 1,0 1-1,0 0 0,0 0 0,0 0 1,0 0-1,0 0 0,-1 0 0,1 0 1,0 0-1,0 0 0,0 0 0,0 0 1,-1 0-1,1 0 0,0 0 0,0 0 1,0 0-1,0 0 0,-1 0 0,1 0 1,0 0-1,0 0 0,0 0 0,0 0 1,0 0-1,-1 0 0,1 0 0,0 0 1,0 0-1,0 0 0,0 1 0,0-1 1,0 0-1,-1 0 0,1 0 0,0 0 1,0 0-1,0 0 0,0 1 0,0-1 1,0 0-1,0 0 0,0 0 0,0 0 1,0 0-1,0 1 0,0-1 0,0 0 1,0 0-1,-1 0 0,1 0 0,0 1 1,1-1-1,-1 0 0,0 0 0,0 0 1,-4-20 339,2-29-722,3 14 361,-1 1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04.721"/>
    </inkml:context>
    <inkml:brush xml:id="br0">
      <inkml:brushProperty name="width" value="0.1" units="cm"/>
      <inkml:brushProperty name="height" value="0.1" units="cm"/>
      <inkml:brushProperty name="color" value="#E71224"/>
    </inkml:brush>
  </inkml:definitions>
  <inkml:trace contextRef="#ctx0" brushRef="#br0">198 0 8192,'-6'1'586,"0"0"0,0 1 1,0 0-1,0 0 1,0 0-1,0 0 0,0 1 1,1 0-1,-1 0 0,1 1 1,0-1-1,0 1 1,-7 7-1,-59 64 8888,66-69-9337,1-1 21,3-3-156,0-1 1,0 1-1,0 0 0,0-1 1,-1 1-1,1-1 1,-1 0-1,1 1 1,-1-1-1,1 0 1,-1 0-1,0 0 0,1 0 1,-1 0-1,0 0 1,0-1-1,-2 2 1,3-3-3,1 1 0,0-1 0,0 1 0,0-1 0,-1 1 0,1-1 0,0 1 0,0-1 0,0 1 0,0-1 0,0 0 0,0 1 0,0-1 0,0 1 0,0-1 0,0 1 0,0-1 0,0 1 0,0-1 0,1 0 0,-1 1 0,0-1 0,0 1 0,1-1 0,-1 1 0,0 0 0,1-1 0,-1 1 0,0-1 0,1 1 0,-1-1 0,0 1 0,1 0 0,-1-1 0,1 1 0,0-1 0,15-17 0,-1 4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04.978"/>
    </inkml:context>
    <inkml:brush xml:id="br0">
      <inkml:brushProperty name="width" value="0.1" units="cm"/>
      <inkml:brushProperty name="height" value="0.1" units="cm"/>
      <inkml:brushProperty name="color" value="#E71224"/>
    </inkml:brush>
  </inkml:definitions>
  <inkml:trace contextRef="#ctx0" brushRef="#br0">0 1 8192,'5'0'353,"0"1"1,-1-1 0,1 1-1,0 1 1,-1-1 0,1 1 0,-1-1-1,0 1 1,0 1 0,1-1-1,-1 1 1,-1-1 0,1 1-1,0 0 1,-1 0 0,1 1-1,4 5 1,6 10 2581,0 0 0,17 30 0,5 7-84,-25-41-2851,25 25 0,-34-39 0,0 1 0,0-1 0,0 0 0,0 1 0,0-1 0,1 0 0,-1-1 0,0 1 0,1 0 0,-1-1 0,1 1 0,-1-1 0,1 0 0,-1 1 0,1-1 0,-1-1 0,1 1 0,-1 0 0,3-1 0,11-3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05.251"/>
    </inkml:context>
    <inkml:brush xml:id="br0">
      <inkml:brushProperty name="width" value="0.1" units="cm"/>
      <inkml:brushProperty name="height" value="0.1" units="cm"/>
      <inkml:brushProperty name="color" value="#E71224"/>
    </inkml:brush>
  </inkml:definitions>
  <inkml:trace contextRef="#ctx0" brushRef="#br0">1 0 8192,'0'232'16337,"0"-203"-14652,0-128-1685,0 74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05.615"/>
    </inkml:context>
    <inkml:brush xml:id="br0">
      <inkml:brushProperty name="width" value="0.1" units="cm"/>
      <inkml:brushProperty name="height" value="0.1" units="cm"/>
      <inkml:brushProperty name="color" value="#E71224"/>
    </inkml:brush>
  </inkml:definitions>
  <inkml:trace contextRef="#ctx0" brushRef="#br0">289 1 8192,'52'1'1729,"-32"1"376,0 0 1,-1 1-1,1 1 1,-1 0 0,26 11-1,10 14 533,-50-25-2611,0 0 0,0 0 0,-1 1 0,0 0-1,0 0 1,0 0 0,0 0 0,-1 0 0,0 1 0,0 0 0,0 0 0,-1-1-1,0 1 1,0 1 0,-1-1 0,1 0 0,-1 0 0,-1 1 0,1-1 0,-1 0 0,0 1-1,0-1 1,-1 0 0,0 1 0,0-1 0,-1 0 0,1 0 0,-1 0 0,-1 0 0,1 0-1,-1 0 1,0-1 0,0 1 0,-1-1 0,1 0 0,-1 0 0,-8 8 0,-19 12-27,-1-2 0,-2-1 0,-66 33 0,-114 34 0,97-43 0,94-33 0,35-9 0,41-11 0,216-82-2476,-233 76 1981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06.061"/>
    </inkml:context>
    <inkml:brush xml:id="br0">
      <inkml:brushProperty name="width" value="0.1" units="cm"/>
      <inkml:brushProperty name="height" value="0.1" units="cm"/>
      <inkml:brushProperty name="color" value="#E71224"/>
    </inkml:brush>
  </inkml:definitions>
  <inkml:trace contextRef="#ctx0" brushRef="#br0">0 0 8192,'13'365'3695,"0"-40"-1984,-14-179-7666,0-48 6978,2-50 4049,0-1 4400,-2-92-6335,1-25-2736,1 16-935,-1 8 534</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06.440"/>
    </inkml:context>
    <inkml:brush xml:id="br0">
      <inkml:brushProperty name="width" value="0.1" units="cm"/>
      <inkml:brushProperty name="height" value="0.1" units="cm"/>
      <inkml:brushProperty name="color" value="#E71224"/>
    </inkml:brush>
  </inkml:definitions>
  <inkml:trace contextRef="#ctx0" brushRef="#br0">151 0 8192,'96'4'2616,"-61"-1"90,-1 1 0,1 2 1,-1 2-1,48 16 0,-10 9-831,-69-31-1875,0-1 0,-1 0 0,1 1 0,-1-1 0,1 1 0,-1 0 0,0 0 0,0 0 0,1 0 0,-1 0 0,-1 0 0,1 1 0,0-1 0,0 1 0,-1-1 0,0 1 0,1 0 0,-1-1 0,0 1 0,0 0 0,-1 0 0,1 0 0,0 0 0,-1 0 0,0 0 0,0 4 0,-1-3 0,0 1 0,0-1 0,-1 0 0,0 1 0,1-1 0,-2 0 0,1 0 0,0 0 0,-1 0 0,0-1 0,0 1 0,0-1 0,0 0 0,0 1 0,-1-1 0,-4 3 0,-36 24-693,-51 27 1,51-32-750,-58 42-1,-19 13-6767,15-12 2668,82-50 5542</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06.857"/>
    </inkml:context>
    <inkml:brush xml:id="br0">
      <inkml:brushProperty name="width" value="0.1" units="cm"/>
      <inkml:brushProperty name="height" value="0.1" units="cm"/>
      <inkml:brushProperty name="color" value="#E71224"/>
    </inkml:brush>
  </inkml:definitions>
  <inkml:trace contextRef="#ctx0" brushRef="#br0">1 31 8192,'-1'71'1976,"3"84"6643,-2-151-8375,1 0 1,0 0-1,0 1 1,0-1-1,0 0 1,1 0-1,-1 0 1,1 0-1,0 0 1,0 0-1,1-1 1,-1 1 0,1-1-1,0 1 1,0-1-1,0 0 1,0 0-1,6 3 1,-7-4-172,-1-1 0,2 0 0,-1 0 0,0-1 1,0 1-1,0 0 0,0-1 0,0 1 0,1-1 0,-1 0 1,0 0-1,0 0 0,1 0 0,-1 0 0,0 0 1,0 0-1,1-1 0,-1 1 0,0-1 0,0 0 0,0 0 1,0 0-1,0 0 0,0 0 0,0 0 0,0 0 1,0-1-1,0 1 0,-1 0 0,1-1 0,-1 0 0,1 1 1,-1-1-1,1 0 0,-1 0 0,0 0 0,1-2 1,9-11-74,0 0 0,-2-1 0,0-1 0,0 1 0,-2-1 0,0-1 0,-1 0 0,-1 1 0,0-2 0,-2 1 0,0 0 0,1-29 0,-4 45 0,0 0 0,-1-1 0,1 1 0,-1 0 0,1-1 0,-1 1 0,1 0 0,-1 0 0,0 0 0,0 0 0,0 0 0,-1 0 0,1 0 0,0 0 0,-1 0 0,1 0 0,-1 0 0,1 1 0,-1-1 0,0 1 0,0-1 0,0 1 0,0 0 0,0 0 0,0 0 0,0 0 0,0 0 0,0 0 0,-4 0 0,-5-1 0,1 0 0,-1 1 0,0 0 0,1 1 0,-13 1 0,16 0 0,-16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08.195"/>
    </inkml:context>
    <inkml:brush xml:id="br0">
      <inkml:brushProperty name="width" value="0.1" units="cm"/>
      <inkml:brushProperty name="height" value="0.1" units="cm"/>
      <inkml:brushProperty name="color" value="#E71224"/>
    </inkml:brush>
  </inkml:definitions>
  <inkml:trace contextRef="#ctx0" brushRef="#br0">28 0 8192,'1'144'4409,"1"39"5949,-6-62-7103,-22 92-3255,46-263 0,-9 17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08.662"/>
    </inkml:context>
    <inkml:brush xml:id="br0">
      <inkml:brushProperty name="width" value="0.1" units="cm"/>
      <inkml:brushProperty name="height" value="0.1" units="cm"/>
      <inkml:brushProperty name="color" value="#E71224"/>
    </inkml:brush>
  </inkml:definitions>
  <inkml:trace contextRef="#ctx0" brushRef="#br0">104 0 8192,'-2'90'0,"-4"-1"0,-32 163 0,18-161 112,4 2-1,5 0 1,3 1 0,6 145 0,2-237 226,0 1 0,0-1-1,0 1 1,0-1 0,1 1 0,-1-1 0,0 0-1,1 1 1,0-1 0,-1 0 0,1 1 0,0-1-1,0 0 1,1 0 0,-1 0 0,0 0-1,1 0 1,-1 0 0,1 0 0,0-1 0,-1 1-1,1 0 1,0-1 0,0 1 0,0-1 0,0 0-1,0 0 1,4 2 0,-3-3 44,-1 0 0,1 1 0,-1-2 0,1 1 0,-1 0 0,1 0 1,-1-1-1,0 1 0,1-1 0,-1 0 0,0 0 0,1 0 0,-1 0 0,3-2 0,22-18 328,-7-2-357,-1-1 0,17-28 1,-15 21-188,-19 28-166,1 0 0,-1 0 0,0-1 0,0 1 0,0-1 0,-1 0 0,1 1 0,-1-1 0,0 0 0,0 0 0,0 0 0,0 0 0,-1 0 0,0 0 0,0 0 0,0 0 0,-1-5 0,0 6 0,0 1 0,0-1 0,0 1 0,-1-1 0,1 1 0,-1-1 0,0 1 0,0 0 0,0 0 0,0 0 0,0 0 0,0 0 0,-1 0 0,1 0 0,0 1 0,-1-1 0,0 1 0,1 0 0,-1 0 0,0 0 0,1 0 0,-1 0 0,0 1 0,-4-1 0,-45-9 0,28 4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09.039"/>
    </inkml:context>
    <inkml:brush xml:id="br0">
      <inkml:brushProperty name="width" value="0.1" units="cm"/>
      <inkml:brushProperty name="height" value="0.1" units="cm"/>
      <inkml:brushProperty name="color" value="#E71224"/>
    </inkml:brush>
  </inkml:definitions>
  <inkml:trace contextRef="#ctx0" brushRef="#br0">149 1 8192,'-5'4'2971,"-5"6"-2971,-6 2 5848,-4 6-5848,-3 6 0,-3 2 7957,0 2-7957,4-5 1246</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09.411"/>
    </inkml:context>
    <inkml:brush xml:id="br0">
      <inkml:brushProperty name="width" value="0.1" units="cm"/>
      <inkml:brushProperty name="height" value="0.1" units="cm"/>
      <inkml:brushProperty name="color" value="#E71224"/>
    </inkml:brush>
  </inkml:definitions>
  <inkml:trace contextRef="#ctx0" brushRef="#br0">28 0 8192,'0'638'914,"-5"-567"-1250,-4 1 3309,-4 35 3829,21-162-4526,3 0 0,36-105 0,-17 62-1435,-16 51-841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09.681"/>
    </inkml:context>
    <inkml:brush xml:id="br0">
      <inkml:brushProperty name="width" value="0.1" units="cm"/>
      <inkml:brushProperty name="height" value="0.1" units="cm"/>
      <inkml:brushProperty name="color" value="#E71224"/>
    </inkml:brush>
  </inkml:definitions>
  <inkml:trace contextRef="#ctx0" brushRef="#br0">150 1 8192,'2'3'406,"1"1"0,0-1 0,-1 1 0,0 0 0,0 0 0,0 0 0,0 0 0,-1 0-1,1 1 1,-1-1 0,0 0 0,0 9 0,2 60 8131,-3-53-6881,2 23-116,-1-27-1396,0-1 1,-1 1-1,0 0 1,-1 0-1,-1-1 1,-6 24 0,7-36-145,-1 1 0,0-1 0,0 0 0,0 0 0,0 0 0,-1 0 0,1 0 0,-1 0 0,0-1 0,0 1 0,0-1 0,0 0 0,0 0 0,0 0 0,-1 0 0,1-1 0,0 1 0,-1-1 0,0 0 0,-4 1 0,-6 1 0,-1-1 0,1 0 0,-26 0 0,17-2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09.868"/>
    </inkml:context>
    <inkml:brush xml:id="br0">
      <inkml:brushProperty name="width" value="0.1" units="cm"/>
      <inkml:brushProperty name="height" value="0.1" units="cm"/>
      <inkml:brushProperty name="color" value="#E71224"/>
    </inkml:brush>
  </inkml:definitions>
  <inkml:trace contextRef="#ctx0" brushRef="#br0">1 1 8192,'12'6'731,"1"-1"1,0-1-1,1 0 1,-1-1 0,1 0-1,-1-1 1,16 0-1,103-2 8385,-69-2-7288,212 1-602,-251 1-1226</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10.254"/>
    </inkml:context>
    <inkml:brush xml:id="br0">
      <inkml:brushProperty name="width" value="0.1" units="cm"/>
      <inkml:brushProperty name="height" value="0.1" units="cm"/>
      <inkml:brushProperty name="color" value="#E71224"/>
    </inkml:brush>
  </inkml:definitions>
  <inkml:trace contextRef="#ctx0" brushRef="#br0">1 1 8192,'4'9'0,"2"7"0,0 9 3356,2 2-3356,1-1 0,-1 0 5996,-3 0-5996,-1 0 7459,2 0-6248,5-5-1211,1-9 0,-3-8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10.688"/>
    </inkml:context>
    <inkml:brush xml:id="br0">
      <inkml:brushProperty name="width" value="0.1" units="cm"/>
      <inkml:brushProperty name="height" value="0.1" units="cm"/>
      <inkml:brushProperty name="color" value="#E71224"/>
    </inkml:brush>
  </inkml:definitions>
  <inkml:trace contextRef="#ctx0" brushRef="#br0">506 0 8192,'0'3'853,"0"1"0,-1-1 0,1 0 0,-1 0 0,0 0 0,0 1 0,0-1 0,-1 0 0,-2 5 0,-25 28 4194,-36 20-1611,-39 17-2932,-150 77 1,245-145-505,-23 15 0,32-20 0,0 0 0,0 0 0,0 0 0,-1 0 0,1 0 0,0 0 0,0 1 0,0-1 0,0 0 0,0 0 0,0 0 0,0 0 0,0 1 0,-1-1 0,1 0 0,0 0 0,0 0 0,0 0 0,0 1 0,0-1 0,0 0 0,0 0 0,0 0 0,0 1 0,0-1 0,0 0 0,0 0 0,0 0 0,0 1 0,0-1 0,1 0 0,-1 0 0,0 0 0,0 0 0,0 1 0,0-1 0,0 0 0,0 0 0,0 0 0,0 0 0,1 0 0,-1 0 0,0 1 0,0-1 0,0 0 0,0 0 0,1 0 0,21 4 0,298-8-4270,-286 1 661,19-5 2689,-7 0-651,-21 5-6081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11.966"/>
    </inkml:context>
    <inkml:brush xml:id="br0">
      <inkml:brushProperty name="width" value="0.1" units="cm"/>
      <inkml:brushProperty name="height" value="0.1" units="cm"/>
      <inkml:brushProperty name="color" value="#E71224"/>
    </inkml:brush>
  </inkml:definitions>
  <inkml:trace contextRef="#ctx0" brushRef="#br0">37 0 8192,'0'395'15092,"0"-202"-12162,1-92-2930,-3 110 0,2-209 0,0 0 0,0 0 0,0-1 0,0 1 0,-1 0 0,1 0 0,0-1 0,-1 1 0,0 0 0,1 0 0,-1-1 0,0 1 0,0-1 0,0 1 0,0-1 0,0 1 0,0-1 0,0 1 0,0-1 0,0 0 0,-1 0 0,1 0 0,-1 0 0,1 0 0,-1 0 0,-2 2 0,-6-3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12.359"/>
    </inkml:context>
    <inkml:brush xml:id="br0">
      <inkml:brushProperty name="width" value="0.1" units="cm"/>
      <inkml:brushProperty name="height" value="0.1" units="cm"/>
      <inkml:brushProperty name="color" value="#E71224"/>
    </inkml:brush>
  </inkml:definitions>
  <inkml:trace contextRef="#ctx0" brushRef="#br0">1 3 8192,'65'-1'5227,"19"0"4611,-29 3-6881,-53-2-2978,1 0 1,-1 0-1,0 0 1,0 1-1,0-1 1,0 1-1,0-1 1,0 1 0,0-1-1,0 1 1,0 0-1,0 0 1,-1 0-1,1 0 1,0 0-1,0 1 1,-1-1 0,1 0-1,-1 1 1,1-1-1,-1 1 1,0 0-1,1-1 1,1 4-1,-3-2-54,1 0 0,-1 1-1,1-1 1,-1 0-1,0 0 1,0 0-1,-1 0 1,1 0 0,0 1-1,-1-1 1,0 0-1,0 0 1,0 0-1,-2 4 1,-6 11-353,-1 0 0,-1-1 0,-23 30 1,33-46 425,-45 56-3833,19-25-1478,-33 50-1,59-81 5306,0 0 0,1 0 0,-1 0-1,0 0 1,1 0 0,-1 0 0,1 0 0,0 0 0,-1 0-1,1 0 1,0 0 0,0 0 0,-1 0 0,1 0-1,0 0 1,0 1 0,0-1 0,0 0 0,1 0 0,-1 0-1,0 0 1,0 0 0,1 0 0,0 1 0,5 6 8</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12.742"/>
    </inkml:context>
    <inkml:brush xml:id="br0">
      <inkml:brushProperty name="width" value="0.1" units="cm"/>
      <inkml:brushProperty name="height" value="0.1" units="cm"/>
      <inkml:brushProperty name="color" value="#E71224"/>
    </inkml:brush>
  </inkml:definitions>
  <inkml:trace contextRef="#ctx0" brushRef="#br0">27 1 8192,'-13'234'15222,"7"-175"-13668,4-41-1522,-1-3 104,2 1 0,0 0-1,1 0 1,2 27 0,-2-41-123,1 0 0,-1 0-1,0 0 1,1 1 0,0-1 0,-1 0-1,1 0 1,0 0 0,0 0 0,0 0-1,0 0 1,0-1 0,1 1-1,-1 0 1,0 0 0,1-1 0,0 1-1,-1-1 1,1 1 0,0-1-1,0 0 1,-1 0 0,1 0 0,0 0-1,0 0 1,0 0 0,0 0 0,1-1-1,-1 1 1,0-1 0,0 1-1,0-1 1,0 0 0,1 0 0,-1 0-1,0 0 1,0 0 0,0-1-1,1 1 1,-1-1 0,2 0 0,4-2-13,-1 0 0,0 0 0,1-1 0,-1 0 0,-1 0 0,1 0 0,-1-1 0,0 0 0,0-1 0,0 1 0,-1-1 0,6-8 0,10-13 0,24-41 0,-42 64-62,0 1 0,-1-2 0,0 1 0,0 0 0,0 0 0,-1-1 0,1 1 0,-1 0 1,0-1-1,0 0 0,-1 1 0,0-1 0,1-6 0,-2 9 0,0-1 0,0 1 0,1-1 1,-1 1-1,-1 0 0,1-1 0,0 1 0,-1 0 0,1 0 0,-1 0 0,1 0 0,-1 0 0,0 0 1,0 0-1,0 1 0,0-1 0,0 1 0,0-1 0,-1 1 0,1 0 0,0 0 0,-1 0 1,1 0-1,-1 0 0,-2 0 0,-48-9-1158,18 8-2929,9 1 3174</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13.723"/>
    </inkml:context>
    <inkml:brush xml:id="br0">
      <inkml:brushProperty name="width" value="0.1" units="cm"/>
      <inkml:brushProperty name="height" value="0.1" units="cm"/>
      <inkml:brushProperty name="color" value="#E71224"/>
    </inkml:brush>
  </inkml:definitions>
  <inkml:trace contextRef="#ctx0" brushRef="#br0">367 2 8192,'-44'0'13838,"15"0"-9654,6-1-4184,14 1 0,-1 0 0,1 0 0,-1 0 0,1 1 0,-12 3 0,18-3 0,1-1 0,0 1 0,-1 0 0,1 0 0,0 0 0,0 1 0,0-1 0,0 1 0,0-1 0,0 1 0,0-1 0,1 1 0,-1 0 0,0 0 0,1 0 0,-1 0 0,1 0 0,0 0 0,0 0 0,0 1 0,0-1 0,0 0 0,0 1 0,1-1 0,-1 3 0,-2 8-519,2-1 1,-1 1-1,2-1 1,0 1-1,0 0 1,1-1-1,1 1 1,0 0-1,0-1 1,2 0-1,-1 0 1,7 15-1,-1-9-728,1 0 0,1 0 0,1-1 0,0-1 0,1 0 0,26 25 0,119 94-1236,-78-70 2414,-72-58 51,0 0 0,0 1 1,-1 1-1,0-1 0,0 1 1,10 19-1,-16-27 31,0 1-1,0 0 1,0-1-1,0 1 1,-1 0 0,1 0-1,0 0 1,-1-1 0,0 1-1,1 0 1,-1 0 0,0 0-1,0 0 1,0 0-1,0 0 1,0 0 0,-1 0-1,1 0 1,0-1 0,-1 1-1,0 0 1,1 0-1,-1 0 1,0-1 0,0 1-1,0 0 1,0-1 0,0 1-1,0-1 1,-1 1 0,1-1-1,0 0 1,-1 1-1,1-1 1,-1 0 0,1 0-1,-1 0 1,0 0 0,0 0-1,1 0 1,-1-1-1,0 1 1,0 0 0,0-1-1,0 0 1,1 1 0,-1-1-1,-3 0 1,-29 5 1640,-1-2 0,0-1-1,0-2 1,-40-4 0,-19 0 4532,42 5-4488,34 1-1467,0-1 0,1-1 0,-1-1 0,0-1 1,-24-5-1,38 6-230,1-1 0,-1 0 0,1 1 0,0-1 0,0-1 0,0 1 0,0 0 0,0-1 0,0 0 0,1 1 0,-1-1 0,1 0 0,-1 0 0,1-1 0,0 1 0,1 0 0,-1-1 0,1 1 0,-1-1 0,1 0 0,0 1 0,0-1 0,1 0 0,-1 0 0,1 1 0,0-1 0,-1 0 0,2 0 0,0-6 0,0-1 0,0 0 0,0 1 0,2-1 0,-1 1 0,1-1 0,1 1 0,0 0 0,0 0 0,9-14 0,5 0-724,1 1 0,1 0-1,0 2 1,2 0 0,1 2 0,0 0 0,45-26 0,194-88-7721,-221 115 7739,42-32-2063,-64 37 2460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14.176"/>
    </inkml:context>
    <inkml:brush xml:id="br0">
      <inkml:brushProperty name="width" value="0.1" units="cm"/>
      <inkml:brushProperty name="height" value="0.1" units="cm"/>
      <inkml:brushProperty name="color" value="#E71224"/>
    </inkml:brush>
  </inkml:definitions>
  <inkml:trace contextRef="#ctx0" brushRef="#br0">368 1 8192,'-4'2'187,"1"0"0,0 0 0,0 0 0,1 1 0,-1 0 0,0-1 1,1 1-1,-1 0 0,1 0 0,0 0 0,0 1 0,-2 3 0,-5 7 352,-3 0 209,0-1 0,-26 20 1,-69 40 6955,68-49-5153,-36 31 0,42-31-2551,27-20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14.435"/>
    </inkml:context>
    <inkml:brush xml:id="br0">
      <inkml:brushProperty name="width" value="0.1" units="cm"/>
      <inkml:brushProperty name="height" value="0.1" units="cm"/>
      <inkml:brushProperty name="color" value="#E71224"/>
    </inkml:brush>
  </inkml:definitions>
  <inkml:trace contextRef="#ctx0" brushRef="#br0">26 0 8192,'2'182'4304,"-1"52"6120,-4-79-7130,-22 92-3294,24-296 0,2 22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14.690"/>
    </inkml:context>
    <inkml:brush xml:id="br0">
      <inkml:brushProperty name="width" value="0.1" units="cm"/>
      <inkml:brushProperty name="height" value="0.1" units="cm"/>
      <inkml:brushProperty name="color" value="#E71224"/>
    </inkml:brush>
  </inkml:definitions>
  <inkml:trace contextRef="#ctx0" brushRef="#br0">330 1 8192,'0'22'3123,"-1"32"9551,-4-32-10449,2-13-2225,-1 0 0,0-1 0,-1 1 0,0-1 0,-1 0 0,1-1 0,-1 1 0,-1-1 0,1 0 0,-1-1 0,-1 1 0,1-1 0,-1-1 0,0 0 0,0 0 0,-1 0 0,-8 3 0,-11 4 0,1-2 0,-1 0 0,-1-2 0,-34 5 0,37-9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14.873"/>
    </inkml:context>
    <inkml:brush xml:id="br0">
      <inkml:brushProperty name="width" value="0.1" units="cm"/>
      <inkml:brushProperty name="height" value="0.1" units="cm"/>
      <inkml:brushProperty name="color" value="#E71224"/>
    </inkml:brush>
  </inkml:definitions>
  <inkml:trace contextRef="#ctx0" brushRef="#br0">0 34 8192,'4'0'0,"6"0"0,6 0 3356,4 0-3356,3 0 0,7 0 5483,2 0-5483,5 0 0,0 0 7957,-2 0-7957,2 0 0,-1 0 0,-2 0 1226,2-4-1226,-1-2 0,-2 1 0,-3-4 0,-5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15.237"/>
    </inkml:context>
    <inkml:brush xml:id="br0">
      <inkml:brushProperty name="width" value="0.1" units="cm"/>
      <inkml:brushProperty name="height" value="0.1" units="cm"/>
      <inkml:brushProperty name="color" value="#E71224"/>
    </inkml:brush>
  </inkml:definitions>
  <inkml:trace contextRef="#ctx0" brushRef="#br0">1 0 8192,'0'5'3356,"4"9"-3356,6 8 5996,2 3-5996,2 8 0,-1 1 0,3 0 0,-3-2 7459,-3-2-7459,1-1 0,-1-2 1211,2-1-1211,3 0 0,4-5 0,3-6 0,-3-5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15.713"/>
    </inkml:context>
    <inkml:brush xml:id="br0">
      <inkml:brushProperty name="width" value="0.1" units="cm"/>
      <inkml:brushProperty name="height" value="0.1" units="cm"/>
      <inkml:brushProperty name="color" value="#E71224"/>
    </inkml:brush>
  </inkml:definitions>
  <inkml:trace contextRef="#ctx0" brushRef="#br0">509 1 8192,'-2'8'932,"-1"0"0,0 0 1,0 0-1,-1 0 0,0 0 1,-1-1-1,-6 10 0,10-16-465,-16 22 428,0-2 1,-1 0-1,-1-1 0,-31 25 0,-96 64 4001,83-64-4171,9-9-725,34-23 0,0 0 0,-25 23 0,45-36 0,0 0 0,-1 0 0,1 1 0,0-1 0,0 0 0,0 0 0,0 0 0,-1 0 0,1 0 0,0 0 0,0 0 0,0 1 0,0-1 0,0 0 0,0 0 0,0 0 0,-1 0 0,1 1 0,0-1 0,0 0 0,0 0 0,0 0 0,0 0 0,0 1 0,0-1 0,0 0 0,0 0 0,0 0 0,0 1 0,0-1 0,0 0 0,0 0 0,0 0 0,0 0 0,0 1 0,0-1 0,0 0 0,0 0 0,0 0 0,0 1 0,1-1 0,-1 0 0,0 0 0,0 0 0,0 0 0,0 0 0,0 1 0,0-1 0,1 0 0,-1 0 0,0 0 0,0 0 0,0 0 0,1 0 0,15 3 0,20-7 0,69-16-1119,1 5 0,137-4 1,-63 15-2342,-2-9-5292,-95 6 6500,-62 7 2050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20.593"/>
    </inkml:context>
    <inkml:brush xml:id="br0">
      <inkml:brushProperty name="width" value="0.1" units="cm"/>
      <inkml:brushProperty name="height" value="0.1" units="cm"/>
      <inkml:brushProperty name="color" value="#E71224"/>
    </inkml:brush>
  </inkml:definitions>
  <inkml:trace contextRef="#ctx0" brushRef="#br0">155 1 8192,'-2'20'1817,"0"-1"0,-2 1 0,-7 26 0,2-10 267,-30 117 795,-18 94 2912,55-225-5791,2-17 0,0-1 0,0 0 0,0 0 0,-1 0 0,1 1 0,-1-1 0,0 0 0,0 0 0,-1 0 0,1 0 0,-1 0 0,-3 6 0,4-10 0,1 0 0,0 0 0,-1 0 0,1 0 0,0 0 0,-1 0 0,1 0 0,0 0 0,-1 0 0,1 0 0,0 0 0,-1-1 0,1 1 0,0 0 0,-1 0 0,1 0 0,0 0 0,-1-1 0,1 1 0,0 0 0,0 0 0,-1 0 0,1-1 0,0 1 0,0 0 0,0-1 0,-1 1 0,1 0 0,0 0 0,0-1 0,0 1 0,0 0 0,0-1 0,0 1 0,0 0 0,-1-1 0,1 1 0,0 0 0,0-1 0,0 1 0,0 0 0,0-1 0,0 1 0,1-1 0,-5-17 0,2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21.032"/>
    </inkml:context>
    <inkml:brush xml:id="br0">
      <inkml:brushProperty name="width" value="0.1" units="cm"/>
      <inkml:brushProperty name="height" value="0.1" units="cm"/>
      <inkml:brushProperty name="color" value="#E71224"/>
    </inkml:brush>
  </inkml:definitions>
  <inkml:trace contextRef="#ctx0" brushRef="#br0">1 4 8192,'124'-2'4428,"33"1"5917,-53 5-7096,-101-4-3249,0 0 0,0 0 0,0 1 0,0-1 0,0 1 0,0 0 0,0 0 0,0 0 0,0 0 0,0 0 0,0 1 0,0-1 0,-1 1 0,1 0 0,-1-1 0,1 1 0,-1 1 0,0-1 0,0 0 0,4 5 0,-5-4 0,0-1 0,-1 1 0,1 0 0,0 0 0,-1-1 0,1 1 0,-1 0 0,0 0 0,0 0 0,0 0 0,-1-1 0,1 1 0,-1 0 0,1 0 0,-1-1 0,0 1 0,0 0 0,0-1 0,0 1 0,-1-1 0,1 1 0,-1-1 0,-1 3 0,-5 5 0,0 0 0,0-1 0,0 0 0,-2 0 0,1-1 0,-1 0 0,0-1 0,0 0 0,-18 9 0,-13 3 0,-56 19 0,64-27 0,-22 4 0,-10 3 0,53-12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21.633"/>
    </inkml:context>
    <inkml:brush xml:id="br0">
      <inkml:brushProperty name="width" value="0.1" units="cm"/>
      <inkml:brushProperty name="height" value="0.1" units="cm"/>
      <inkml:brushProperty name="color" value="#E71224"/>
    </inkml:brush>
  </inkml:definitions>
  <inkml:trace contextRef="#ctx0" brushRef="#br0">1 0 8192,'26'5'2807,"36"25"10060,-59-29-12779,0 1 1,0 0-1,0 0 0,0 0 1,0 1-1,-1-1 0,1 0 1,-1 1-1,0 0 0,4 5 1,-5-7-50,0 1 1,-1 0 0,1-1 0,-1 1-1,1 0 1,-1-1 0,0 1 0,0 0-1,1-1 1,-1 1 0,0 0 0,0 0-1,-1-1 1,1 1 0,0 0 0,-1 2-1,-3 4 45,0-1-1,0 0 1,-1 0-1,0 0 1,0 0-1,0-1 1,-10 9-1,8-9-71,1 0 1,0 1-1,1-1 0,0 2 0,0-1 0,0 0 0,-5 13 0,9-18-14,1 0 0,0 1 0,-1-1 0,1 1 0,0-1 0,0 1 0,1-1 0,-1 1 0,0-1 0,1 1 0,0-1 0,-1 1 0,1-1 0,0 0 0,0 1 0,0-1 0,1 0 0,-1 0 0,0 0 0,1 0 0,-1 0 0,1 0 0,0 0 0,0-1 0,0 1 0,0 0 0,0-1 0,0 0 0,0 1 0,0-1 0,3 1 0,28 16-1923,1-1 0,1-1 0,46 13 0,-38-14-1960,69 34 0,-97-42 3063,31 17-529,-45-24 1396,-1 0-1,1 1 0,-1-1 1,1 1-1,0-1 0,-1 1 1,1-1-1,-1 1 0,1-1 1,-1 1-1,1-1 0,-1 1 0,0 0 1,1-1-1,-1 1 0,0 0 1,0-1-1,1 1 0,-1 0 1,0-1-1,0 1 0,0 0 0,0 0 1,0-1-1,0 1 0,0 0 1,0 0-1,0-1 0,0 1 1,0 0-1,0-1 0,0 1 1,-1 0-1,1-1 0,0 1 0,-1 0 1,1-1-1,0 1 0,-1 0 1,1-1-1,-1 1 0,1-1 1,-1 1-1,1-1 0,-1 1 0,1-1 1,-1 1-1,0-1 0,1 0 1,-1 1-1,0-1 0,1 0 1,-1 1-1,0-1 0,0 0 1,-37 16-2303,16-10 3358,-1-1-1,-36 3 0,25-5-3561,-44 0 1023,56-3 1439</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26.349"/>
    </inkml:context>
    <inkml:brush xml:id="br0">
      <inkml:brushProperty name="width" value="0.1" units="cm"/>
      <inkml:brushProperty name="height" value="0.1" units="cm"/>
      <inkml:brushProperty name="color" value="#E71224"/>
    </inkml:brush>
  </inkml:definitions>
  <inkml:trace contextRef="#ctx0" brushRef="#br0">0 165 8192,'16'-1'2767,"1"-1"1,-1 0 0,0-2 0,15-4-1,31-11 1417,286-86-4184,-310 90 0,-26 7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26.683"/>
    </inkml:context>
    <inkml:brush xml:id="br0">
      <inkml:brushProperty name="width" value="0.1" units="cm"/>
      <inkml:brushProperty name="height" value="0.1" units="cm"/>
      <inkml:brushProperty name="color" value="#E71224"/>
    </inkml:brush>
  </inkml:definitions>
  <inkml:trace contextRef="#ctx0" brushRef="#br0">0 0 8192,'0'18'71,"14"327"15042,-2-259-13486,10 69-2143,-13-83 822,33 134-1,-41-204-243,-1 0 0,1-1 0,-1 1 0,1 0 0,0-1 0,-1 1 0,1-1 0,0 1 0,0-1 0,0 1 0,0-1 0,0 0 0,0 0 0,1 1 0,-1-1 0,0 0 0,3 2 0,8 0-62</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27.354"/>
    </inkml:context>
    <inkml:brush xml:id="br0">
      <inkml:brushProperty name="width" value="0.1" units="cm"/>
      <inkml:brushProperty name="height" value="0.1" units="cm"/>
      <inkml:brushProperty name="color" value="#E71224"/>
    </inkml:brush>
  </inkml:definitions>
  <inkml:trace contextRef="#ctx0" brushRef="#br0">184 1 8192,'-16'15'735,"8"-9"681,1 1 0,0-1 0,0 2 0,1-1 0,0 1 0,-7 11 0,12-16-1161,0-1-1,0 1 0,0-1 0,1 1 1,-1 0-1,1-1 0,-1 1 1,1 0-1,0-1 0,0 1 0,0 0 1,0-1-1,1 1 0,-1 0 1,1-1-1,0 1 0,-1-1 0,1 1 1,0-1-1,1 1 0,-1-1 1,0 0-1,1 1 0,-1-1 0,1 0 1,-1 0-1,1 0 0,4 3 1,0 1-255,1-1 0,0-1 0,0 1 0,0-1 0,0 0 0,1 0 0,0-1 0,-1 0 0,1-1 0,0 0 0,1 0 0,-1 0 0,15 0 0,38 10 0,-60-11-21,1-1 1,0 1 0,-1-1-1,1 1 1,-1-1 0,1 1-1,-1 0 1,1 0 0,-1-1-1,0 1 1,1 0 0,-1 1-1,0-1 1,1 0 0,-1 0-1,0 0 1,0 1 0,0-1-1,0 1 1,-1-1 0,2 2-1,-2-1-33,0-1 1,0 1-1,0-1 0,0 1 1,0-1-1,0 1 0,-1 0 1,1-1-1,0 1 0,-1-1 1,1 1-1,-1-1 0,0 0 1,1 1-1,-1-1 0,0 0 1,0 1-1,-1 0 0,-7 8-310,-1 0 0,0-1-1,0 0 1,-14 9 0,14-11 297,-78 55-4214,0-1 1374,33-16-3550,53-43 6420,-1-1 1,1 1-1,0 1 0,0-1 0,0 0 0,0 0 0,1 1 0,-1-1 0,0 1 0,1-1 1,0 1-1,0 0 0,0-1 0,0 1 0,0 0 0,0 0 0,0 5 0,2-6 24,-1 0 0,1 0 0,0-1-1,-1 1 1,1 0 0,0 0 0,0 0-1,0 0 1,1-1 0,-1 1 0,0-1-1,0 1 1,1-1 0,-1 1 0,1-1-1,0 0 1,-1 1 0,1-1 0,0 0-1,0 0 1,0 0 0,-1-1 0,1 1-1,0 0 1,0-1 0,4 1 0,24 6 13,1-2 0,0-2 0,-1 0 0,1-2 0,58-6 0,-10 2 0,32 4 0,-41 0 0,94-10 0,-158 9 0,0-1 0,0 0 0,0 0 0,-1 0 0,1-1 0,-1 0 0,1 0 0,-1-1 0,0 0 0,0 1 0,6-5 0,-9 5 0,-1 0 0,1 0 0,-1 0 0,1 0 0,-1 0 0,0 0 0,0 0 0,0-1 0,0 1 0,0 0 0,-1 0 0,1-1 0,-1 1 0,1-1 0,-1 1 0,0-1 0,0 1 0,0 0 0,0-1 0,0 1 0,0-1 0,-1 1 0,0 0 0,1-1 0,-1 1 0,0 0 0,0-1 0,-2-2 0,-7-17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27.726"/>
    </inkml:context>
    <inkml:brush xml:id="br0">
      <inkml:brushProperty name="width" value="0.1" units="cm"/>
      <inkml:brushProperty name="height" value="0.1" units="cm"/>
      <inkml:brushProperty name="color" value="#E71224"/>
    </inkml:brush>
  </inkml:definitions>
  <inkml:trace contextRef="#ctx0" brushRef="#br0">1 1 8192,'0'867'975,"0"-346"-1950,1-538 1359,1 1 1,1-1 0,5-18 0,3-10 872,10-125-697,-17 114-560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27.972"/>
    </inkml:context>
    <inkml:brush xml:id="br0">
      <inkml:brushProperty name="width" value="0.1" units="cm"/>
      <inkml:brushProperty name="height" value="0.1" units="cm"/>
      <inkml:brushProperty name="color" value="#E71224"/>
    </inkml:brush>
  </inkml:definitions>
  <inkml:trace contextRef="#ctx0" brushRef="#br0">0 143 8192,'7'-6'345,"1"0"0,-1 0 0,1 1 0,0 0 0,0 0 0,0 0 0,1 1 0,0 1 0,9-3 0,13-3 3245,44-5 1,-56 12-2535,1-1 0,-1-1-1,0-1 1,-1-1 0,1 0 0,28-15 0,-28 10-1056,-3 1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28.247"/>
    </inkml:context>
    <inkml:brush xml:id="br0">
      <inkml:brushProperty name="width" value="0.1" units="cm"/>
      <inkml:brushProperty name="height" value="0.1" units="cm"/>
      <inkml:brushProperty name="color" value="#E71224"/>
    </inkml:brush>
  </inkml:definitions>
  <inkml:trace contextRef="#ctx0" brushRef="#br0">19 0 8192,'0'5'3356,"0"5"-3356,0 6 0,0 4 5483,0 3-5483,0 7 0,0 2 7957,0 5-7957,0 0 0,0-2 0,4-2 1226,2-3-1226,0-2 0,-2-1 0,-5-1 0,-7 0 0,-7-5 0,0-6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28.711"/>
    </inkml:context>
    <inkml:brush xml:id="br0">
      <inkml:brushProperty name="width" value="0.1" units="cm"/>
      <inkml:brushProperty name="height" value="0.1" units="cm"/>
      <inkml:brushProperty name="color" value="#E71224"/>
    </inkml:brush>
  </inkml:definitions>
  <inkml:trace contextRef="#ctx0" brushRef="#br0">444 3 8192,'23'-1'3162,"-14"0"-632,1 1 0,0 0 0,0 0 0,13 3 0,-3 6-320,-19-8-2210,-1-1 0,0 1 0,1-1 0,-1 1 0,0-1 0,1 0 0,-1 1 0,0-1 0,0 1 0,1-1 0,-1 1 0,0 0 0,0-1 0,0 1 0,0-1 0,0 1 0,0-1 0,0 1 0,0-1 0,0 1 0,0-1 0,0 1 0,0 0 0,0-1 0,0 1 0,-1-1 0,1 1 0,0-1 0,0 1 0,0-1 0,-1 1 0,1-1 0,0 1 0,-1-1 0,1 0 0,-1 1 0,1-1 0,0 1 0,-1-1 0,1 0 0,-1 0 0,1 1 0,-1-1 0,1 0 0,-1 0 0,1 1 0,-1-1 0,1 0 0,-1 0 0,0 0 0,-32 13 0,31-12 0,-46 16 0,-87 44 0,-5 3 0,80-46 0,47-15 0,-1 1 0,1 0 0,0 1 0,0 0 0,1 1 0,-1 0 0,-13 11 0,25-17 0,1 0 0,-1 0 0,1 0 0,0 1 0,-1-1 0,1 0 0,-1 1 0,1-1 0,0 1 0,-1-1 0,1 0 0,0 1 0,0-1 0,-1 1 0,1-1 0,0 0 0,0 1 0,0-1 0,-1 1 0,1-1 0,0 1 0,0-1 0,0 1 0,0-1 0,0 1 0,0-1 0,0 1 0,0-1 0,0 1 0,0-1 0,0 1 0,1-1 0,-1 1 0,0-1 0,0 1 0,1 0 0,18 12 0,29 0 0,16-5-608,1-2 0,-1-4 0,70-5 0,-12 0 69,189-11-6440,18 1-886,-303 14 7668,-19 0 196,0 0 0,0-1 1,-1 1-1,1-2 0,0 1 0,0-1 0,0 0 0,0 0 0,-1-1 0,1 1 1,10-6-1,-16 2 1,-6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29.048"/>
    </inkml:context>
    <inkml:brush xml:id="br0">
      <inkml:brushProperty name="width" value="0.1" units="cm"/>
      <inkml:brushProperty name="height" value="0.1" units="cm"/>
      <inkml:brushProperty name="color" value="#E71224"/>
    </inkml:brush>
  </inkml:definitions>
  <inkml:trace contextRef="#ctx0" brushRef="#br0">31 0 8192,'0'722'16362,"0"-542"-14702,0-176-1660,-3 26 0,3-29 0,0-1 0,0 1 0,0-1 0,0 1 0,0-1 0,0 0 0,0 1 0,0-1 0,0 1 0,0-1 0,-1 0 0,1 1 0,0-1 0,0 0 0,0 1 0,-1-1 0,1 0 0,0 1 0,0-1 0,-1 0 0,1 1 0,0-1 0,-1 0 0,1 0 0,0 1 0,-1-1 0,1 0 0,-1 0 0,1 0 0,0 0 0,-1 0 0,1 1 0,-1-1 0,1 0 0,0 0 0,-1 0 0,1 0 0,-1 0 0,1 0 0,-1 0 0,1 0 0,0-1 0,-1 1 0,1 0 0,-1 0 0,1 0 0,0 0 0,-1 0 0,1-1 0,0 1 0,-1 0 0,1 0 0,0-1 0,-1 1 0,1 0 0,0 0 0,-1-1 0,1 1 0,0-1 0,-11-9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29.251"/>
    </inkml:context>
    <inkml:brush xml:id="br0">
      <inkml:brushProperty name="width" value="0.1" units="cm"/>
      <inkml:brushProperty name="height" value="0.1" units="cm"/>
      <inkml:brushProperty name="color" value="#E71224"/>
    </inkml:brush>
  </inkml:definitions>
  <inkml:trace contextRef="#ctx0" brushRef="#br0">0 129 8192,'5'0'18022,"1"-5"-18022,4 0 0,4-1 0,5 1 0,3 2 0,-2-3 0,5-1 0,1-3 0,2-1 0,0-1 0,-1 0 0,1-2 0,-2-3 0,-4 1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29.809"/>
    </inkml:context>
    <inkml:brush xml:id="br0">
      <inkml:brushProperty name="width" value="0.1" units="cm"/>
      <inkml:brushProperty name="height" value="0.1" units="cm"/>
      <inkml:brushProperty name="color" value="#E71224"/>
    </inkml:brush>
  </inkml:definitions>
  <inkml:trace contextRef="#ctx0" brushRef="#br0">1 25 8192,'4'0'18022,"6"0"-18022,6 0 0,4 0 0,3 0 0,2-4 0,2-2 0,-1 1 0,1 1 0,0 0 0,-5 3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30.322"/>
    </inkml:context>
    <inkml:brush xml:id="br0">
      <inkml:brushProperty name="width" value="0.1" units="cm"/>
      <inkml:brushProperty name="height" value="0.1" units="cm"/>
      <inkml:brushProperty name="color" value="#E71224"/>
    </inkml:brush>
  </inkml:definitions>
  <inkml:trace contextRef="#ctx0" brushRef="#br0">155 0 8192,'-1'2'185,"1"0"1,0-1-1,-1 1 0,1 0 1,-1-1-1,1 1 1,-1-1-1,1 1 0,-1-1 1,0 1-1,0-1 1,0 0-1,0 1 0,-2 1 1,-37 29 8799,20-18-5281,-5 6-2006,16-14-1556,1 0 0,0 1 1,0 0-1,1 0 0,-11 13 1,18-19-143,1-1 0,-1 1 0,0 0 0,0-1 0,0 1 0,0 0 0,0-1 0,1 1 0,-1 0 0,0-1 0,1 1 0,-1-1 0,0 1 0,1 0 0,-1-1 0,1 1 0,-1-1 0,1 1 0,-1-1 0,1 0 0,-1 1 0,1-1 0,-1 1 0,1-1 0,0 0 0,-1 1 0,1-1 0,0 0 0,-1 0 0,1 0 0,0 0 0,-1 1 0,1-1 0,0 0 0,0 0 0,31 8 0,-31-8 0,49 8 0,88 1 0,-28-2 0,-61-3 0,142 20 0,-170-19 0,-1 0 0,0 1 0,0 1 0,0 0 0,-1 2 0,36 21 0,-52-28 0,0 0 0,0 1 0,0-1 0,0 1 0,-1-1 0,1 1 0,-1 0 0,0 0 0,0 0 0,0 0 0,0 0 0,0 0 0,0 1 0,-1-1 0,0 1 0,0-1 0,0 1 0,1 3 0,-2-1 0,0-1 0,0 1 0,0-1 0,-1 1 0,0-1 0,0 1 0,0-1 0,-1 0 0,0 1 0,-4 8 0,-2 1 0,-1 0 0,0-1 0,-1 0 0,-1 0 0,0-2 0,-22 21 0,7-12 20,-1-1 1,-1-1-1,-1-2 1,0-1-1,-47 19 1,-164 47-532,221-76 403,-77 18-3186,75-22-670,2-1-3796,17-1 7659,0 0 0,1 0 0,-1 0 0,1-1 0,-1 1-1,0 0 1,1-1 0,-1 1 0,1-1 0,-1 0 0,1 1-1,-1-1 1,1 0 0,-1 0 0,1 0 0,0 0 0,0 0 0,-1 0-1,1 0 1,0-1 0,0 1 0,0 0 0,0-1 0,0 1 0,0 0-1,1-1 1,-1 1 0,0-1 0,1 1 0,-1-4 0,0 0 179,0 0 0,1-1 1,-1 1-1,1-1 1,0 1-1,1 0 0,1-11 1,5-12-79</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30.551"/>
    </inkml:context>
    <inkml:brush xml:id="br0">
      <inkml:brushProperty name="width" value="0.1" units="cm"/>
      <inkml:brushProperty name="height" value="0.1" units="cm"/>
      <inkml:brushProperty name="color" value="#E71224"/>
    </inkml:brush>
  </inkml:definitions>
  <inkml:trace contextRef="#ctx0" brushRef="#br0">0 128 8192,'0'-5'18022,"5"0"-18022,5-1 0,6 2 0,4 1 0,3 1 0,-2-4 0,4 0 0,-2-4 0,3-5 0,2 1 0,1-2 0,3-3 0,-2 2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31.063"/>
    </inkml:context>
    <inkml:brush xml:id="br0">
      <inkml:brushProperty name="width" value="0.1" units="cm"/>
      <inkml:brushProperty name="height" value="0.1" units="cm"/>
      <inkml:brushProperty name="color" value="#E71224"/>
    </inkml:brush>
  </inkml:definitions>
  <inkml:trace contextRef="#ctx0" brushRef="#br0">34 0 8192,'-19'13'13013,"17"-10"-12290,-7 13 3563,9-15-4286,-1 1 0,1-1 0,-1 1 0,1-1 0,0 1 0,-1-1 0,1 1 0,0-1 0,0 1 0,0 0 0,0-1 0,0 1 0,0-1 0,1 1 0,-1 0 0,1-1 0,-1 1 0,1-1 0,-1 1 0,1-1 0,0 0 0,1 2 0,0 0 0,0 0 0,1-1 0,-1 1 0,1-1 0,0 0 0,-1 0 0,1 0 0,0 0 0,6 2 0,5 2 0,1-2 0,0 1 0,24 3 0,50 3-1047,110 0 0,-36-3 170,-104-6-58,-33-1-625,-1 0 0,1 2 0,48 11 0,-72-14 1448,0 0 0,0 1 0,0 0 0,0-1 0,0 1 1,0 0-1,0 0 0,0 0 0,0 0 0,0 0 0,0 1 0,-1-1 0,1 1 0,0-1 1,-1 1-1,1-1 0,-1 1 0,0 0 0,0 0 0,2 3 0,-2-3-17,-1 0 0,0 0 0,0 0 0,0 0-1,0-1 1,-1 1 0,1 0 0,0 0 0,-1 0 0,0 0 0,1-1-1,-1 1 1,0 0 0,0-1 0,1 1 0,-2-1 0,1 1-1,0-1 1,-1 2 0,-6 6-291,-1 0-1,0-1 1,0-1-1,-1 0 1,0 0-1,-11 6 1,-295 126 420,298-132 0,-50 15-704,45-15 1940,1 0 0,-23 11-1,44-18-1108,1 0-1,-1 0 0,1 0 0,-1 0 0,1 0 1,-1 1-1,1-1 0,-1 0 0,1 0 0,-1 0 1,1 1-1,-1-1 0,1 0 0,0 1 0,-1-1 0,1 0 1,-1 1-1,1-1 0,0 0 0,0 1 0,-1-1 1,1 1-1,0-1 0,-1 1 0,1-1 0,0 1 1,0-1-1,0 1 0,0-1 0,0 1 0,-1-1 1,1 1-1,0-1 0,0 2 0,18 5 3734,31-3-89,-8-9-3579,-1-1 0,78-22 0,-73 16-594,66-18 395,54-28-6258,-121 39 2871,67-40-1,-81 40 2926,33-28 0,-37 25 469</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31.449"/>
    </inkml:context>
    <inkml:brush xml:id="br0">
      <inkml:brushProperty name="width" value="0.1" units="cm"/>
      <inkml:brushProperty name="height" value="0.1" units="cm"/>
      <inkml:brushProperty name="color" value="#E71224"/>
    </inkml:brush>
  </inkml:definitions>
  <inkml:trace contextRef="#ctx0" brushRef="#br0">103 1 8192,'0'47'0,"-7"513"0,-46-3 0,45-499 3556,-1 26 7906,9-135-10639,-2 1 0,-8-51-1,-1-12-351,9 75-406</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31.716"/>
    </inkml:context>
    <inkml:brush xml:id="br0">
      <inkml:brushProperty name="width" value="0.1" units="cm"/>
      <inkml:brushProperty name="height" value="0.1" units="cm"/>
      <inkml:brushProperty name="color" value="#E71224"/>
    </inkml:brush>
  </inkml:definitions>
  <inkml:trace contextRef="#ctx0" brushRef="#br0">311 1 8192,'-4'1'229,"1"1"1,-1 0 0,1 1 0,-1-1-1,1 1 1,0 0 0,0-1-1,0 1 1,0 1 0,1-1 0,-1 0-1,1 1 1,-4 6 0,2-4 499,-60 89 3479,-20 30 3399,23-47-5345,56-72-2262,-24 24 0,28-30 0,1 0 0,0 0 0,-1 1 0,1-1 0,0 0 0,-1 0 0,1 0 0,0 0 0,-1 0 0,1 0 0,-1 1 0,1-1 0,0 0 0,-1 0 0,1 0 0,0 0 0,-1 0 0,1-1 0,-1 1 0,1 0 0,0 0 0,-1 0 0,1 0 0,0 0 0,-1 0 0,1-1 0,0 1 0,-1 0 0,1 0 0,0 0 0,-1-1 0,-4-21 0,5 8 0,1 1 0,1 0 0,0 0 0,5-14 0,-2 6 0,0-3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31.966"/>
    </inkml:context>
    <inkml:brush xml:id="br0">
      <inkml:brushProperty name="width" value="0.1" units="cm"/>
      <inkml:brushProperty name="height" value="0.1" units="cm"/>
      <inkml:brushProperty name="color" value="#E71224"/>
    </inkml:brush>
  </inkml:definitions>
  <inkml:trace contextRef="#ctx0" brushRef="#br0">1 1 8192,'225'206'16362,"-163"-160"-14702,32 13-1660,-84-54 0,0 0 0,1 0 0,0-1 0,0-1 0,0 0 0,0 0 0,18 1 0,-26-4 0,1-1 0,-2 1 0,1-1 0,0 0 0,0 0 0,0 0 0,0 0 0,0-1 0,-1 1 0,1-1 0,-1 1 0,1-1 0,-1 0 0,1 0 0,-1 0 0,0 0 0,0-1 0,0 1 0,0 0 0,-1-1 0,1 0 0,0 1 0,-1-1 0,0 0 0,0 0 0,1-3 0,8-16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32.880"/>
    </inkml:context>
    <inkml:brush xml:id="br0">
      <inkml:brushProperty name="width" value="0.1" units="cm"/>
      <inkml:brushProperty name="height" value="0.1" units="cm"/>
      <inkml:brushProperty name="color" value="#E71224"/>
    </inkml:brush>
  </inkml:definitions>
  <inkml:trace contextRef="#ctx0" brushRef="#br0">243 3 8192,'27'-1'5393,"-17"0"-3899,1 1 0,-1 0-1,1 0 1,-1 1 0,20 4 0,-28-4-1387,0 0 1,0 0 0,0 0 0,0 0 0,0 0 0,0 0-1,0 0 1,-1 1 0,1-1 0,0 0 0,-1 1-1,1 0 1,-1-1 0,0 1 0,1 0 0,-1 0 0,0 0-1,0 0 1,0 0 0,0 0 0,-1 0 0,1 0 0,0 0-1,-1 0 1,0 0 0,1 1 0,-1-1 0,0 0-1,0 0 1,0 0 0,0 1 0,-1-1 0,0 3 0,-1 4-108,0 1 0,0-1 0,-1 0 0,-1 0 0,1 0 0,-1 0 0,-1-1 0,0 1 0,0-1 0,-7 8 0,-11 12 0,-36 33 0,28-29 0,2-2 0,-121 117 0,105-104 0,45-43 0,0 0 0,0 0 0,-1 0 0,1 0 0,0 1 0,0-1 0,0 0 0,0 0 0,0 0 0,0 0 0,0 0 0,0 0 0,0 0 0,0 0 0,0 0 0,0 1 0,0-1 0,-1 0 0,1 0 0,0 0 0,0 0 0,0 0 0,0 0 0,0 0 0,0 1 0,0-1 0,0 0 0,0 0 0,0 0 0,0 0 0,0 0 0,0 0 0,1 0 0,-1 1 0,0-1 0,0 0 0,0 0 0,0 0 0,0 0 0,0 0 0,0 0 0,0 0 0,0 0 0,0 0 0,0 1 0,0-1 0,0 0 0,1 0 0,-1 0 0,0 0 0,0 0 0,0 0 0,0 0 0,0 0 0,0 0 0,0 0 0,1 0 0,-1 0 0,0 0 0,0 0 0,0 0 0,0 0 0,0 0 0,0 0 0,0 0 0,1 0 0,-1 0 0,0 0 0,0 0 0,17 0 0,19-5 0,36-14 0,110-13 0,-193 45 0,0 1 0,1 0 0,-15 30 0,23-37 6,1-1 1,-1 1 0,2 0-1,-1 0 1,1 0 0,0 0-1,0 0 1,1 0 0,0-1-1,1 1 1,-1 0-1,1 0 1,0-1 0,1 1-1,-1-1 1,1 0 0,1 0-1,-1 0 1,1 0 0,9 10-1,-1 0-122,1-1-1,1 0 1,1-1-1,0-1 1,33 23-1,12-3-2702,35 8 4029,3 1 381,-37-6-4195,-58-35 2736,-1 0-1,0 0 1,0 0-1,-1 1 1,1-1 0,0 1-1,0-1 1,-1 1 0,1 0-1,-1 0 1,1 0-1,-1 0 1,0 0 0,0 0-1,0 0 1,0 0 0,0 0-1,0 0 1,-1 1-1,1-1 1,-1 0 0,1 1-1,-1 2 1,-1-2-184,1-1 1,-1 1-1,0 0 1,0 0-1,-1-1 0,1 1 1,0 0-1,-1-1 1,0 1-1,1-1 0,-1 0 1,0 0-1,0 1 1,0-1-1,-5 2 1,-4 4-308,0 0 1,0-1 0,-1-1-1,0 0 1,0-1 0,-26 8 0,29-11 308,-134 28-7607,127-28 6663,-1 0 0,1-1-1,0-1 1,-1-1 0,1 0 0,-29-6 0,41 6 994,0 0 0,0-1 0,0 1 0,0-1 0,0 0 0,1 0 0,-1 0 0,1 0 0,-1-1 0,1 1 0,0-1 0,0 0 0,0 0 0,0 0 0,1 0 0,-1-1 0,1 1 0,0-1 0,0 1 0,-3-7 0,2-1 0,0 1 0,1-1 0,0 0 0,0 0 0,1 0 0,1-18 0,1 1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33.252"/>
    </inkml:context>
    <inkml:brush xml:id="br0">
      <inkml:brushProperty name="width" value="0.1" units="cm"/>
      <inkml:brushProperty name="height" value="0.1" units="cm"/>
      <inkml:brushProperty name="color" value="#E71224"/>
    </inkml:brush>
  </inkml:definitions>
  <inkml:trace contextRef="#ctx0" brushRef="#br0">1 1 8192,'0'720'5406,"0"-510"-11752,0-141 10494,0-1 7662,1-60-8996,2-12-3130,3-13-1975,-1-6 1732</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33.601"/>
    </inkml:context>
    <inkml:brush xml:id="br0">
      <inkml:brushProperty name="width" value="0.1" units="cm"/>
      <inkml:brushProperty name="height" value="0.1" units="cm"/>
      <inkml:brushProperty name="color" value="#E71224"/>
    </inkml:brush>
  </inkml:definitions>
  <inkml:trace contextRef="#ctx0" brushRef="#br0">1 1 8192,'1'15'0,"1"0"0,0-1 0,2 1 0,4 15 0,5 21 0,-2 18 1054,2 78 0,-13 183 6974,-3-150-3146,3-317-1790,0-212-6536,0 294 3444</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34.001"/>
    </inkml:context>
    <inkml:brush xml:id="br0">
      <inkml:brushProperty name="width" value="0.1" units="cm"/>
      <inkml:brushProperty name="height" value="0.1" units="cm"/>
      <inkml:brushProperty name="color" value="#E71224"/>
    </inkml:brush>
  </inkml:definitions>
  <inkml:trace contextRef="#ctx0" brushRef="#br0">0 4 8192,'75'-2'4670,"37"1"5541,-41 9-7070,-65-8-3141,-1 1 0,0 1 0,1-1 0,-1 1 0,0 0 0,0 0 0,0 0 0,0 1 0,-1 0 0,1-1 0,0 2 0,-1-1 0,0 1 0,0-1 0,4 6 0,-4-3 0,-1-1 0,0 1 0,0 0 0,-1 0 0,0 0 0,0 0 0,0 0 0,-1 1 0,0-1 0,0 0 0,0 1 0,-1 9 0,-1 450 103,-2-168-702,3-294 599,-3 94-3719,-5-49 3042,-6-8 4099,13-41-3378,1 1 1,0 0 0,-1 0-1,1-1 1,0 1 0,-1-1-1,1 1 1,-1 0 0,1-1-1,-1 1 1,1-1 0,-1 1 0,1-1-1,-1 1 1,0-1 0,1 0-1,-1 1 1,0-1 0,1 0-1,-1 1 1,0-1 0,1 0-1,-1 0 1,0 0 0,0 0-1,1 0 1,-1 1 0,0-1-1,0 0 1,1-1 0,-2 1-1,0-1-10,0 0 0,0 0 0,0 0 0,0 0-1,0 0 1,0-1 0,1 1 0,-1-1-1,1 1 1,-1-1 0,-1-2 0,-29-50-390,30 51 347,-86-199 9,71 160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34.277"/>
    </inkml:context>
    <inkml:brush xml:id="br0">
      <inkml:brushProperty name="width" value="0.1" units="cm"/>
      <inkml:brushProperty name="height" value="0.1" units="cm"/>
      <inkml:brushProperty name="color" value="#E71224"/>
    </inkml:brush>
  </inkml:definitions>
  <inkml:trace contextRef="#ctx0" brushRef="#br0">1 28 8192,'14'-16'16811,"2"11"-16811,4 2 1211,4 1-1211,1 1 0,1 0 0,1 1 0,0 0 0,-5 1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34.536"/>
    </inkml:context>
    <inkml:brush xml:id="br0">
      <inkml:brushProperty name="width" value="0.1" units="cm"/>
      <inkml:brushProperty name="height" value="0.1" units="cm"/>
      <inkml:brushProperty name="color" value="#E71224"/>
    </inkml:brush>
  </inkml:definitions>
  <inkml:trace contextRef="#ctx0" brushRef="#br0">0 184 8192,'14'-2'1299,"0"0"0,0-1 0,-1 0 0,0-1 0,1-1 0,-1 0-1,-1-1 1,1 0 0,-1-1 0,18-12 0,-14 8-552,1 1 0,-1 1-1,2 1 1,35-12 0,-21 11-747,-1-1 0,45-22 0,-48 19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34.871"/>
    </inkml:context>
    <inkml:brush xml:id="br0">
      <inkml:brushProperty name="width" value="0.1" units="cm"/>
      <inkml:brushProperty name="height" value="0.1" units="cm"/>
      <inkml:brushProperty name="color" value="#E71224"/>
    </inkml:brush>
  </inkml:definitions>
  <inkml:trace contextRef="#ctx0" brushRef="#br0">1 149 8192,'33'-1'6635,"45"-7"0,31-13-2921,57-25-2676,-162 46-1038,-1-1 0,1 1 0,0-1 0,-1 0 0,1 0 0,-1 0 0,0-1 0,1 1 0,-1-1 0,0 0 0,0 0 0,0 0 0,0 0 0,0 0 0,0-1 0,-1 1 0,1-1 0,-1 0 0,0 0 0,1 0 0,-1 0 0,-1 0 0,1 0 0,2-6 0,0-9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35.168"/>
    </inkml:context>
    <inkml:brush xml:id="br0">
      <inkml:brushProperty name="width" value="0.1" units="cm"/>
      <inkml:brushProperty name="height" value="0.1" units="cm"/>
      <inkml:brushProperty name="color" value="#E71224"/>
    </inkml:brush>
  </inkml:definitions>
  <inkml:trace contextRef="#ctx0" brushRef="#br0">1 0 8192,'3'111'8084,"30"191"1,-15-216-7728,-11-56-108,-1 0 1,-1 0-1,-2 0 0,0 0 0,-4 42 1,1-69-250,0-1 0,-1 1 0,1 0 0,-1-1 0,0 1 0,0-1 0,0 1 0,0-1 0,0 1 0,-1-1 0,1 0 0,-3 4 0,-8 5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35.428"/>
    </inkml:context>
    <inkml:brush xml:id="br0">
      <inkml:brushProperty name="width" value="0.1" units="cm"/>
      <inkml:brushProperty name="height" value="0.1" units="cm"/>
      <inkml:brushProperty name="color" value="#E71224"/>
    </inkml:brush>
  </inkml:definitions>
  <inkml:trace contextRef="#ctx0" brushRef="#br0">1 77 8192,'14'0'8839,"2"0"-8839,4-4 7957,4-2-7957,1-4 0,1 0 1226,1 1-1226,0 3 0,-5-3 0,-2 1 0,1 1 0,1 2 0,-4 2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35.956"/>
    </inkml:context>
    <inkml:brush xml:id="br0">
      <inkml:brushProperty name="width" value="0.1" units="cm"/>
      <inkml:brushProperty name="height" value="0.1" units="cm"/>
      <inkml:brushProperty name="color" value="#E71224"/>
    </inkml:brush>
  </inkml:definitions>
  <inkml:trace contextRef="#ctx0" brushRef="#br0">31 181 8192,'0'10'999,"-2"0"0,1 0 0,-1-1 0,-5 14 0,-4 28 2825,6 13-756,2 0-1,9 81 1,-6-144-3068,0 0 0,0-1 0,0 1 0,0 0 0,0 0 0,0 0 0,0 0 0,0 0 0,0 0 0,1-1 0,-1 1 0,0 0 0,1 0 0,-1 0 0,0 0 0,1-1 0,-1 1 0,1 0 0,-1-1 0,1 1 0,0 0 0,-1-1 0,1 1 0,0 0 0,1 0 0,-1-1 0,0 0 0,0-1 0,0 1 0,0 0 0,0-1 0,0 1 0,0 0 0,0-1 0,-1 1 0,1-1 0,0 0 0,0 1 0,0-1 0,-1 0 0,1 1 0,0-1 0,-1 0 0,2-1 0,30-49 0,-28 44 0,21-38-1437,-9 16-1551,25-38 0,-35 60 2924,0-1 1,0 1 0,1 1-1,0-1 1,10-7-1,-16 13 273,0 1-1,0-1 1,1 0-1,-1 0 1,0 1-1,0-1 1,0 0 0,1 1-1,-1-1 1,0 1-1,1 0 1,-1-1-1,1 1 1,-1 0-1,0 0 1,1 0-1,-1 0 1,0 0-1,1 0 1,-1 1-1,1-1 1,-1 0-1,0 1 1,1-1-1,-1 1 1,0-1-1,0 1 1,1-1-1,-1 1 1,0 0-1,0 0 1,0 0-1,0 0 1,0 0-1,0 0 1,0 0-1,0 0 1,0 0-1,-1 0 1,2 2-1,14 29-117,-4 4-3383,5 7-9776,-17-42 13016,0-1 0,0 0-1,0 1 1,0-1 0,0 0 0,0 0-1,0 1 1,1-1 0,-1 0 0,0 0-1,0 1 1,0-1 0,0 0 0,1 0-1,-1 0 1,0 1 0,0-1 0,1 0-1,-1 0 1,0 0 0,0 0 0,1 0-1,-1 1 1,0-1 0,0 0-1,1 0 1,-1 0 0,0 0 0,1 0-1,-1 0 1,0 0 0,0 0 0,1 0-1,-1 0 1,0 0 0,1 0 0,-1 0-1,0 0 1,0 0 0,1-1 0,-1 1-1,0 0 1,0 0 0,1 0 0,-1 0-1,0 0 1,1-1 0,5-17-575,-3-23 1254,-5-312-627,2 311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36.230"/>
    </inkml:context>
    <inkml:brush xml:id="br0">
      <inkml:brushProperty name="width" value="0.1" units="cm"/>
      <inkml:brushProperty name="height" value="0.1" units="cm"/>
      <inkml:brushProperty name="color" value="#E71224"/>
    </inkml:brush>
  </inkml:definitions>
  <inkml:trace contextRef="#ctx0" brushRef="#br0">1 0 8192,'84'3'1874,"-55"0"505,1 1 0,31 9 0,-41-8-595,1 2 0,-1 1 0,31 16 0,19 23 91,-67-45-1875,0 0 0,-1 0 0,1 0 0,-1 1 0,0-1 0,1 1 0,-1 0 0,0 0 0,0-1 0,-1 1 0,1 0 0,-1 0 0,1 1 0,-1-1 0,0 0 0,0 0 0,0 1 0,-1-1 0,1 1 0,-1-1 0,0 0 0,0 1 0,0-1 0,0 1 0,-1-1 0,0 5 0,-1-3 0,0-1 0,0 1 0,-1-1 0,1 1 0,-1-1 0,0 0 0,0 0 0,-1 0 0,1-1 0,-1 1 0,0-1 0,0 0 0,0 0 0,0 0 0,0 0 0,-1-1 0,-7 3 0,-14 5-1691,-1-2 0,0-1 0,0-2 0,0 0 0,-48 1 0,47-4-4940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0:36.563"/>
    </inkml:context>
    <inkml:brush xml:id="br0">
      <inkml:brushProperty name="width" value="0.1" units="cm"/>
      <inkml:brushProperty name="height" value="0.1" units="cm"/>
      <inkml:brushProperty name="color" value="#E71224"/>
    </inkml:brush>
  </inkml:definitions>
  <inkml:trace contextRef="#ctx0" brushRef="#br0">0 1 8192,'2'1'205,"0"1"1,0 0 0,0 0 0,-1 0-1,1 0 1,-1 0 0,1 0-1,-1 0 1,0 0 0,0 1-1,0-1 1,0 1 0,0-1-1,0 0 1,0 6 0,1 0 858,18 55-1215,-2 1-1,-4 1 1,-3 0-1,5 92 1,-13 271-2941,-6-250 2586,17 64 506,-3-109 0,-10-110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1:10.864"/>
    </inkml:context>
    <inkml:brush xml:id="br0">
      <inkml:brushProperty name="width" value="0.1" units="cm"/>
      <inkml:brushProperty name="height" value="0.1" units="cm"/>
      <inkml:brushProperty name="color" value="#E71224"/>
    </inkml:brush>
  </inkml:definitions>
  <inkml:trace contextRef="#ctx0" brushRef="#br0">1 29 8192,'277'0'16362,"-208"0"-14702,2774 0-1660,-2805-2 0,56-10 0,-55 6 0,52-1 0,284 5-2926,188 3-6806,-33 1 4368,743-2 5364,-1065 13 0,-15 0 0,-55-12 0,268 13 0,-12-2 0,6 1 0,230 0 0,-386-16 0,-107 3 0,442 16 0,-150-3 0,-10 0 0,-138 0 0,-13 0 0,424 0 0,-421-16 0,1930 3 10165,-2017 2-7034,198-5 1595,-273-9-4726,46-2 0,861 15-2971,-799-14 2767,-15 0 23,136 10-2320,171 5-5654,-65-1 4145,518-62 4010,-906 55 0,4 1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1:12.530"/>
    </inkml:context>
    <inkml:brush xml:id="br0">
      <inkml:brushProperty name="width" value="0.1" units="cm"/>
      <inkml:brushProperty name="height" value="0.1" units="cm"/>
      <inkml:brushProperty name="color" value="#E71224"/>
    </inkml:brush>
  </inkml:definitions>
  <inkml:trace contextRef="#ctx0" brushRef="#br0">1 1158 8192,'85'11'0,"-17"-1"0,643-1 0,-412-13 0,-106 5 0,761-20 0,-743 3 0,-2-9 0,314-79 0,-484 94 0,471-135 0,-371 98 0,211-102 0,-333 141-24,-1-1 1,0 0 0,0-1 0,-1-1-1,27-25 1,-39 33 46,0-1 1,0 1-1,0-1 0,0 0 0,-1 0 1,1 0-1,-1 0 0,0 0 1,0 0-1,-1-1 0,1 1 1,-1-1-1,0 1 0,0-1 0,-1 1 1,1-1-1,-1 0 0,0 1 1,0-1-1,-1 0 0,1 1 1,-1-1-1,0 1 0,0-1 1,-1 1-1,1-1 0,-1 1 0,0 0 1,-3-5-1,-3-4 341,-1 1 0,0 0 0,-1 1 0,0 0 0,-1 0 0,0 1 0,-1 0 0,0 1 1,0 0-1,-28-13 0,-14-5 2083,-80-26 0,104 41-1740,-91-26 2711,-225-41 0,167 43-2397,35 9-1021,-216-14 0,-151 30 0,104 12 0,-347 3 0,391 24-4420,299-18 3315,1 3 0,0 2 0,-96 39 0,132-43 532,1 2-1,1 0 0,0 2 0,1 1 0,1 0 0,0 2 0,-28 29 0,39-35 268,1 0 0,1 1 0,1 0 0,-1 1 0,2 0 0,0 0-1,1 1 1,0 0 0,1 0 0,1 1 0,0-1 0,2 1 0,-1 0 0,0 23 0,2-20 306,1 0 0,2 0 0,-1 0 0,2 0 0,1 0 0,0 0 0,2 0 0,0-1 0,1 0 0,0 0 0,2 0 0,0-1 0,1 0 0,0 0 0,2-1 0,0-1 0,1 0 0,17 18 0,-5-9 0,1-2 0,1-1 0,1-1 0,1-1 0,0-2 0,1 0 0,1-3 0,1 0 0,45 14 0,-21-13 0,1-3 0,0-2 0,1-2 0,97 0 0,285-13 0,-334 3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1:13.129"/>
    </inkml:context>
    <inkml:brush xml:id="br0">
      <inkml:brushProperty name="width" value="0.1" units="cm"/>
      <inkml:brushProperty name="height" value="0.1" units="cm"/>
      <inkml:brushProperty name="color" value="#E71224"/>
    </inkml:brush>
  </inkml:definitions>
  <inkml:trace contextRef="#ctx0" brushRef="#br0">1 78 8192,'771'-15'6042,"-304"-8"-7738,692-17-2650,-548 41 3622,181 0 19470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1:14.798"/>
    </inkml:context>
    <inkml:brush xml:id="br0">
      <inkml:brushProperty name="width" value="0.1" units="cm"/>
      <inkml:brushProperty name="height" value="0.1" units="cm"/>
      <inkml:brushProperty name="color" value="#E71224"/>
    </inkml:brush>
  </inkml:definitions>
  <inkml:trace contextRef="#ctx0" brushRef="#br0">1 0 8192,'364'14'807,"-25"-1"-1614,1513-12 2172,-888-3-254,-940 2-616</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1:27.846"/>
    </inkml:context>
    <inkml:brush xml:id="br0">
      <inkml:brushProperty name="width" value="0.1" units="cm"/>
      <inkml:brushProperty name="height" value="0.1" units="cm"/>
      <inkml:brushProperty name="color" value="#E71224"/>
    </inkml:brush>
  </inkml:definitions>
  <inkml:trace contextRef="#ctx0" brushRef="#br0">286 1 8192,'0'4'624,"0"0"0,-1 0 0,0-1 0,1 1 1,-2 0-1,1 0 0,0-1 0,-1 1 0,1 0 0,-1-1 1,0 0-1,0 1 0,-1-1 0,1 0 0,-5 4 0,-51 41 5361,7-7-3934,12-3-2051,25-25 0,0 0 0,1 1 0,-19 25 0,15-18 0,15-19 0,-1 0 0,1 1 0,0-1 0,0 1 0,0 0 0,0 0 0,0 0 0,-2 5 0,9 2 0,18-3 0,48-3-728,98-6 0,-46-1 203,-68 4 984,68-2 1063,-94-8-1522,-28 9 0,-1 0 0,1-1 0,-1 1 0,1-1 0,0 1 0,-1-1 0,0 1 0,1-1 0,-1 1 0,1-1 0,-1 0 0,0 1 0,1-1 0,-1 0 0,0 1 0,0-1 0,1 0 0,-1 1 0,0-1 0,0 0 0,0 1 0,0-1 0,0-1 0,-1 0 0,1 0 0,-1 0 0,0-1 0,-1 1 0,1 0 0,0 0 0,0 0 0,-1 0 0,0 0 0,1 1 0,-1-1 0,0 0 0,0 1 0,1-1 0,-1 1 0,0 0 0,-1 0 0,-2-2 0,-9-5 0,-26-13 0,2-1 0,-54-42 0,79 52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1:30.367"/>
    </inkml:context>
    <inkml:brush xml:id="br0">
      <inkml:brushProperty name="width" value="0.1" units="cm"/>
      <inkml:brushProperty name="height" value="0.1" units="cm"/>
      <inkml:brushProperty name="color" value="#E71224"/>
    </inkml:brush>
  </inkml:definitions>
  <inkml:trace contextRef="#ctx0" brushRef="#br0">293 1 8192,'-3'0'1373,"-1"0"1,1 1 0,-1-1-1,1 1 1,-1 0 0,1 0-1,0 0 1,-1 0 0,-5 3-1,-14 12 2913,9-2-4286,0 0 0,1 1 0,0 1 0,1 0 0,1 0 0,1 2 0,-17 35 0,14-26 0,-2 0 0,-25 34 0,25-44 0,12-14 0,-1 0 0,1 0 0,0 0 0,0 1 0,1 0 0,-1-1 0,1 1 0,-1 0 0,1 0 0,-3 8 0,6-11 0,-1 1 0,0-1 0,1 0 0,-1 0 0,1 0 0,-1 0 0,1 0 0,0-1 0,-1 1 0,1 0 0,0 0 0,0 0 0,0 0 0,-1-1 0,1 1 0,0 0 0,0-1 0,0 1 0,0-1 0,0 1 0,0-1 0,0 0 0,0 1 0,0-1 0,1 0 0,-1 0 0,0 1 0,0-1 0,0 0 0,0 0 0,2-1 0,44 3 0,-41-2 0,88 1-2488,127-6-10666,-216 4 13270,1 1 0,0-1 1,0-1-1,-1 1 0,1-1 1,-1 0-1,0 0 0,1-1 1,-1 1-1,7-6 0,-8 5 434,-1 0-1,0 0 0,0 0 1,0 0-1,0-1 0,0 1 0,-1-1 1,1 0-1,-1 0 0,0 0 1,0 0-1,0 0 0,-1 0 1,0 0-1,0 0 0,0-1 1,0 1-1,0 0 0,-1-1 1,0 1-1,0-9 0,-1 7-223,0 0-1,0-1 0,-1 1 1,0 0-1,0 0 0,-4-7 1,0-1-1520,-2 1 1,0 0 0,0 0 0,-1 1 0,-1 0-1,-20-20 1,15 19 194</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1:32.848"/>
    </inkml:context>
    <inkml:brush xml:id="br0">
      <inkml:brushProperty name="width" value="0.1" units="cm"/>
      <inkml:brushProperty name="height" value="0.1" units="cm"/>
      <inkml:brushProperty name="color" value="#E71224"/>
    </inkml:brush>
  </inkml:definitions>
  <inkml:trace contextRef="#ctx0" brushRef="#br0">1 1 8192,'4'0'18022,"2"4"-18022,4 2 0,0 4 0,-1 0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4:39.260"/>
    </inkml:context>
    <inkml:brush xml:id="br0">
      <inkml:brushProperty name="width" value="0.1" units="cm"/>
      <inkml:brushProperty name="height" value="0.1" units="cm"/>
      <inkml:brushProperty name="color" value="#E71224"/>
    </inkml:brush>
  </inkml:definitions>
  <inkml:trace contextRef="#ctx0" brushRef="#br0">1 32 8192,'15'-1'3418,"0"0"0,0-2 0,20-5-1,36-4 934,116 6-7557,94 8-7062,-53 1 5720,999-3 4548,-1064 14 0,-3-1 0,1175-12 0,-595-3 0,-550 15 0,-3 0 0,-117-12 0,93 13 0,-58-4 0,201-7 0,-150-5 0,1143 2 3009,648 0 6913,-1372 0-7340,-334 0-130,-1 0-3340,241 0-8333,-471 0 7304,-5 0 1440,0 0-1,0 0 0,-1 0 0,1 0 0,0-1 0,0 1 0,-1-1 0,1-1 0,-1 1 0,1 0 0,5-4 0,-4 0 274</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4:42.175"/>
    </inkml:context>
    <inkml:brush xml:id="br0">
      <inkml:brushProperty name="width" value="0.1" units="cm"/>
      <inkml:brushProperty name="height" value="0.1" units="cm"/>
      <inkml:brushProperty name="color" value="#E71224"/>
    </inkml:brush>
  </inkml:definitions>
  <inkml:trace contextRef="#ctx0" brushRef="#br0">1 130 8192,'39'0'7394,"13"1"1044,-17-3-6248,9-3-2190,49-13 0,-53 9 0,70-7 0,216-23 0,-209 21 0,182-6 0,1626 26-10146,-323-2 2270,-1425 13 7876,-10 1 0,56-14 0,277 14 0,-241 1 0,-40-3 0,-131-5 0,340 22 0,-261-18 0,121 3 0,115-15 2261,538 1 10481,-896 0-12232,-12 2 1056,57 9 0,23 3-2189,-86-14 623,-3 0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4:44.705"/>
    </inkml:context>
    <inkml:brush xml:id="br0">
      <inkml:brushProperty name="width" value="0.1" units="cm"/>
      <inkml:brushProperty name="height" value="0.1" units="cm"/>
      <inkml:brushProperty name="color" value="#E71224"/>
    </inkml:brush>
  </inkml:definitions>
  <inkml:trace contextRef="#ctx0" brushRef="#br0">1 233 8192,'25'-2'3613,"1"-1"0,0-1 0,33-10 0,0 1-43,18 2-3570,1 4 0,0 4 0,79 6 0,-25-1 0,199-1-3166,167-1-7029,-84-1 5534,-213-12 4661,-1 0 0,17 13 0,451-15 0,-341 1 0,-25 2 0,565 0 0,-524 15 0,1968-3 0,-1943-27 0,2 1 0,2864 27 0,-2991-14 0,-7-1 0,250 13 2898,244 2 6779,-33 0-4230,-496 13-6770,-13-1-1300,-70-12-2737,97 2-1923,0 8 6057,139-3 969,-84-5 307,-98 9-50,60 2 0,-39-12 0,363-6 0,-423-6 0,204-42 0,-328 50 0,54-12 0,0 4 0,117-6 0,32 17 2616,281 0 10915,-317-1-11656,-154 0-1875</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4:46.767"/>
    </inkml:context>
    <inkml:brush xml:id="br0">
      <inkml:brushProperty name="width" value="0.1" units="cm"/>
      <inkml:brushProperty name="height" value="0.1" units="cm"/>
      <inkml:brushProperty name="color" value="#E71224"/>
    </inkml:brush>
  </inkml:definitions>
  <inkml:trace contextRef="#ctx0" brushRef="#br0">1 54 8192,'53'-20'3945,"-8"14"-950,0 2-1,65 3 1,46-4 2098,548-13-12438,-455 21 5850,807 24-7687,-132 13 9182,-753-36 0,228 4 0,171 5 0,290 13 0,315-14 0,-716-14 0,958 2 0,-1088 13 0,-26 1 0,937-15 0,-948 14 0,-21 0 0,480-13 4517,-347-1 344,-348 1-2470,5 2-307,1-4 0,89-13 1,-127 10-2085</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4:55.620"/>
    </inkml:context>
    <inkml:brush xml:id="br0">
      <inkml:brushProperty name="width" value="0.1" units="cm"/>
      <inkml:brushProperty name="height" value="0.1" units="cm"/>
      <inkml:brushProperty name="color" value="#E71224"/>
    </inkml:brush>
  </inkml:definitions>
  <inkml:trace contextRef="#ctx0" brushRef="#br0">0 53 8192,'91'0'15088,"-47"0"-12154,336-14-4638,-6 1 52,1474 14-13014,-1479-14 14666,-10 0 0,500 14 9737,-684 11-5367,-11 1-455,188-13-3915,-323 0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5:01.526"/>
    </inkml:context>
    <inkml:brush xml:id="br0">
      <inkml:brushProperty name="width" value="0.1" units="cm"/>
      <inkml:brushProperty name="height" value="0.1" units="cm"/>
      <inkml:brushProperty name="color" value="#E71224"/>
    </inkml:brush>
  </inkml:definitions>
  <inkml:trace contextRef="#ctx0" brushRef="#br0">1 1802 8192,'111'0'2616,"151"0"10915,-169 0-11656,122 0-3750,389 0-11656,-345 0 10915,-49 13 2476,11 0 839,-142-12 222,116-5 123,-163 1-1579,0-1 0,0-2 1,62-18-1,-36 4 2083,192-74 4710,-130 36-5593,-6-13-3287,-21 2 5191,37-44-3191,-104 87 792,-1 0 1,-2-2 0,-1-1-1,-1 0 1,33-63-1,-25 29-1305,30-93-1,-45 109 1485,-2 0 1,-2-1 0,-3-1-1,-1 1 1,-1-59-1,-5 64-645,1 19 184,-1-1 0,-6-39-1,5 57 235,-1-1-1,0 1 0,0-1 1,-1 1-1,0 0 0,0 0 1,-1 1-1,0-1 0,0 1 1,0-1-1,-1 1 0,-9-9 1,-9-6 1606,-2 0 1,0 2 0,-37-22 0,24 20-1247,-74-29-1,-213-43-3719,290 85 3289,-31-6-1691,-1 3 0,-105-3 0,-139 16-6242,134 1 6018,148-3 1864,-260 10 0,243-5 0,-1 2 0,1 2 0,1 2 0,-54 20 0,-109 54 0,3 9 0,5 9 0,-282 193 0,457-279 0,1 1 0,1 1 0,1 1 0,1 1 0,-25 30 0,37-39 0,1 0 0,1 0 0,0 1 0,0 0 0,1 0 0,1 1 0,0 0 0,1 0 0,1 0 0,0 0 0,1 0 0,0 1 0,1 14 0,1-10-13,1 0 1,0 0 0,2 0-1,0 0 1,1 0-1,1-1 1,1 1 0,0-1-1,10 19 1,-9-25 56,0 0 0,1 0 1,0-1-1,1 0 0,0 0 0,1-1 0,0 0 1,1-1-1,0 0 0,0-1 0,1 0 0,0-1 1,16 8-1,6-1-30,0-2-1,1-1 1,0-2 0,1-1 0,0-2-1,0-2 1,0-1 0,68-3 0,-43-5-138,-1-2 0,0-2 0,0-3 1,85-29-1,-63 11 124</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2:28.949"/>
    </inkml:context>
    <inkml:brush xml:id="br0">
      <inkml:brushProperty name="width" value="0.1" units="cm"/>
      <inkml:brushProperty name="height" value="0.1" units="cm"/>
      <inkml:brushProperty name="color" value="#E71224"/>
    </inkml:brush>
  </inkml:definitions>
  <inkml:trace contextRef="#ctx0" brushRef="#br0">0 29 8192,'12'0'2710,"-1"-2"0,-1 1 0,1-2-1,12-3 1,38-6 1763,16 8-4473,105 8 0,-98 8 0,-50-6 0,57 1 0,1782-8 0,-1789 5-3359,108 19 0,-109-11-1007,111 2-1,3227-15 1796,-3394-1 2571,-1 0 0,29-7 0,41-4 0,313 14 0,45-3 0,-349-13 0,-78 11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2:30.289"/>
    </inkml:context>
    <inkml:brush xml:id="br0">
      <inkml:brushProperty name="width" value="0.1" units="cm"/>
      <inkml:brushProperty name="height" value="0.1" units="cm"/>
      <inkml:brushProperty name="color" value="#E71224"/>
    </inkml:brush>
  </inkml:definitions>
  <inkml:trace contextRef="#ctx0" brushRef="#br0">0 97 8192,'2'4'217,"-1"-1"1,1 1-1,0-1 1,0 0-1,0 1 1,0-1-1,0 0 1,1 0-1,0 0 1,2 2-1,9 11 1661,21 34 4998,65 73 0,-98-121-6876,0 0 0,0 0 0,0 0 0,0 0 0,0 0 0,1-1 0,-1 1 0,0-1 0,1 1 0,0-1 0,-1 0 0,1 0 0,0 0 0,-1-1 0,1 1 0,0 0 0,0-1 0,0 0 0,0 0 0,0 0 0,-1 0 0,1 0 0,0 0 0,0-1 0,0 1 0,0-1 0,-1 0 0,1 0 0,0 0 0,-1 0 0,1-1 0,-1 1 0,5-4 0,6-5 0,0-1 0,-1 0 0,0-1 0,19-24 0,-4 4 0,-20 25 0,171-165 0,-129 137 0,-35 28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2:31.063"/>
    </inkml:context>
    <inkml:brush xml:id="br0">
      <inkml:brushProperty name="width" value="0.1" units="cm"/>
      <inkml:brushProperty name="height" value="0.1" units="cm"/>
      <inkml:brushProperty name="color" value="#E71224"/>
    </inkml:brush>
  </inkml:definitions>
  <inkml:trace contextRef="#ctx0" brushRef="#br0">0 1 8192,'1'15'813,"1"-1"-1,0 1 1,1 0 0,1-1 0,0 0 0,1 0-1,0 0 1,2 0 0,-1-1 0,1 0 0,11 14-1,0-1 842,2-1 0,0 0-1,2-2 1,28 24 0,-50-46-1654,1 0 0,0 0 0,0-1 0,0 1 0,0 0 0,0 0 0,0-1 0,0 1 0,0-1 0,1 1 0,-1-1 0,0 1 0,0-1 0,0 1 0,1-1 0,-1 0 0,0 0 0,0 0 0,1 0 0,-1 0 0,0 0 0,0 0 0,1 0 0,-1 0 0,0-1 0,0 1 0,0 0 0,2-1 0,-1-1 0,0 0 0,1 0 0,-1 0 0,0 0 0,-1 0 0,1 0 0,0-1 0,-1 1 0,1 0 0,-1-1 0,0 1 0,2-4 0,3-11 0,-1-1 0,0 0 0,2-18 0,-7 30 0,12-53-3963,20-61 0,-24 95 3049</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2:54.032"/>
    </inkml:context>
    <inkml:brush xml:id="br0">
      <inkml:brushProperty name="width" value="0.1" units="cm"/>
      <inkml:brushProperty name="height" value="0.1" units="cm"/>
      <inkml:brushProperty name="color" value="#E71224"/>
    </inkml:brush>
  </inkml:definitions>
  <inkml:trace contextRef="#ctx0" brushRef="#br0">276 1 8192,'-10'1'1204,"1"0"1,-1 0 0,1 1 0,-1 1-1,1 0 1,0 0 0,-1 1 0,2 0-1,-17 9 1,-8 8 1640,-32 28 1,43-33-2562,18-13-284,0 0 0,0 0 0,1 0 0,-1 0 0,1 1 0,0 0 0,0-1 0,0 1 0,0 0 0,0 0 0,1 1 0,0-1 0,-2 7 0,3-8 0,1-1 0,0 1 0,0 0 0,0 0 0,0-1 0,1 1 0,-1 0 0,1-1 0,0 1 0,0 0 0,0-1 0,0 1 0,0-1 0,0 1 0,1-1 0,-1 0 0,1 0 0,-1 1 0,1-1 0,0 0 0,0 0 0,0-1 0,0 1 0,4 2 0,8 9 0,-2-2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2:54.812"/>
    </inkml:context>
    <inkml:brush xml:id="br0">
      <inkml:brushProperty name="width" value="0.1" units="cm"/>
      <inkml:brushProperty name="height" value="0.1" units="cm"/>
      <inkml:brushProperty name="color" value="#E71224"/>
    </inkml:brush>
  </inkml:definitions>
  <inkml:trace contextRef="#ctx0" brushRef="#br0">1 1 8192,'4'0'18022,"6"0"-18022,6 4 0,0 6 0,1 2 0,-1 2 0,0-1 0,2-2 0,-2 1 0,1-2 0,-3 2 0,0-1 0,-1 2 0,-4-1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2:55.502"/>
    </inkml:context>
    <inkml:brush xml:id="br0">
      <inkml:brushProperty name="width" value="0.1" units="cm"/>
      <inkml:brushProperty name="height" value="0.1" units="cm"/>
      <inkml:brushProperty name="color" value="#E71224"/>
    </inkml:brush>
  </inkml:definitions>
  <inkml:trace contextRef="#ctx0" brushRef="#br0">0 78 8192,'13'-1'3236,"-1"0"1,0-1-1,22-6 1,21-4 1839,-13 6-5076,52-14 0,32-6 0,-106 24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2:56.622"/>
    </inkml:context>
    <inkml:brush xml:id="br0">
      <inkml:brushProperty name="width" value="0.1" units="cm"/>
      <inkml:brushProperty name="height" value="0.1" units="cm"/>
      <inkml:brushProperty name="color" value="#E71224"/>
    </inkml:brush>
  </inkml:definitions>
  <inkml:trace contextRef="#ctx0" brushRef="#br0">1 99 8192,'52'-12'15043,"-20"3"-12064,50-8-2979,138-24 0,-142 26 0,-57 10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2:57.233"/>
    </inkml:context>
    <inkml:brush xml:id="br0">
      <inkml:brushProperty name="width" value="0.1" units="cm"/>
      <inkml:brushProperty name="height" value="0.1" units="cm"/>
      <inkml:brushProperty name="color" value="#E71224"/>
    </inkml:brush>
  </inkml:definitions>
  <inkml:trace contextRef="#ctx0" brushRef="#br0">1 53 8192,'59'0'5621,"100"-1"3187,-1-14-5215,109-15-3593,-166 24 0,-79 6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4:03.744"/>
    </inkml:context>
    <inkml:brush xml:id="br0">
      <inkml:brushProperty name="width" value="0.1" units="cm"/>
      <inkml:brushProperty name="height" value="0.1" units="cm"/>
      <inkml:brushProperty name="color" value="#E71224"/>
    </inkml:brush>
  </inkml:definitions>
  <inkml:trace contextRef="#ctx0" brushRef="#br0">0 28 8192,'25'0'16362,"-19"0"-14702,765 0-1660,-736-2-3477,57-10 1,-56 7-832,54-3 1,109 7 5704,100 2 7245,-4 0-3113,-273-1-5529</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4:04.520"/>
    </inkml:context>
    <inkml:brush xml:id="br0">
      <inkml:brushProperty name="width" value="0.1" units="cm"/>
      <inkml:brushProperty name="height" value="0.1" units="cm"/>
      <inkml:brushProperty name="color" value="#E71224"/>
    </inkml:brush>
  </inkml:definitions>
  <inkml:trace contextRef="#ctx0" brushRef="#br0">108 0 8192,'-2'12'250,"1"1"0,-2-1-1,0 0 1,0 0 0,-1 0 0,-1 0 0,-6 12 0,-15 46 2021,-16 147 5290,38-186-6529,1 0 0,2 0-1,1 1 1,2-1 0,5 32 0,-6-58-1032,0 1 0,0-1 0,1 0 0,0 1 0,-1-1 0,2 0 0,-1 0 0,0 0 0,1-1 0,0 1 0,0 0 0,1-1 0,-1 0 0,1 0 0,7 6 0,-5-6 0,0-1 0,0 0 0,1 0 0,-1 0 0,1-1 0,0 0 0,0 0 0,-1-1 0,1 0 0,0 0 0,14 0 0,134-4 0,-119 2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4:04.931"/>
    </inkml:context>
    <inkml:brush xml:id="br0">
      <inkml:brushProperty name="width" value="0.1" units="cm"/>
      <inkml:brushProperty name="height" value="0.1" units="cm"/>
      <inkml:brushProperty name="color" value="#E71224"/>
    </inkml:brush>
  </inkml:definitions>
  <inkml:trace contextRef="#ctx0" brushRef="#br0">228 0 8192,'-2'16'896,"0"0"0,0-1 0,-2 1 0,-5 17 0,-3 13 2549,-125 551 6652,131-554-10097,6-34 0,-1 0 0,0 1 0,-1-1 0,0 0 0,0 0 0,-1 0 0,0 0 0,-8 15 0,10-26 0,-1-1 0,1 1 0,0 0 0,-1 0 0,1-1 0,0 1 0,1-1 0,-1 1 0,0-1 0,1 1 0,-1-4 0,-11-62 0,7 34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4:05.574"/>
    </inkml:context>
    <inkml:brush xml:id="br0">
      <inkml:brushProperty name="width" value="0.1" units="cm"/>
      <inkml:brushProperty name="height" value="0.1" units="cm"/>
      <inkml:brushProperty name="color" value="#E71224"/>
    </inkml:brush>
  </inkml:definitions>
  <inkml:trace contextRef="#ctx0" brushRef="#br0">0 0 8192,'84'3'2616,"-44"1"1894,-1 1 1,68 18-1,-41-1-2635,-35-14-1875,-22-6 0,0 0 0,1 1 0,-1 0 0,0 0 0,14 8 0,-22-10 0,0-1 0,0 1 0,-1 0 0,1 0 0,0-1 0,0 1 0,0 0 0,0 0 0,-1 0 0,1 0 0,-1 0 0,1 0 0,0 0 0,-1 0 0,0 0 0,1 0 0,-1 0 0,0 0 0,1 1 0,-1 1 0,0-1 0,-1 0 0,1 0 0,-1 0 0,1 0 0,-1 0 0,0 0 0,0 0 0,0 0 0,0-1 0,0 1 0,0 0 0,-1 0 0,1-1 0,0 1 0,-3 1 0,-10 9-377,0 0-1,-1-1 1,-26 15 0,-7 4-911,-15 16-5176,-21 15 741,25-25 9494,58-35-3458,-1-1 0,0 1 0,1 0 1,-1 0-1,1 0 0,0-1 0,-1 2 0,1-1 1,0 0-1,0 0 0,-1 0 0,1 0 0,0 1 1,0-1-1,0 1 0,1-1 0,-1 1 0,0-1 1,0 1-1,1-1 0,-1 1 0,1 0 0,-1 1 1,1-1-354,1 0 0,-1 0 0,1 0 0,0 0 0,-1 0 0,1 0 0,0-1 0,0 1 0,0 0 0,0-1 0,1 1 0,-1-1 0,0 1 0,1-1 0,-1 0 0,1 1 0,1 0 0,11 7-1538,0 0 0,1 0 0,27 10 0,-29-14 2261,17 9-1935,-7-5 131,-1 1 0,0 1 0,-1 1 0,0 1 1,37 30-1,-46-32 1121,-2-4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4:05.991"/>
    </inkml:context>
    <inkml:brush xml:id="br0">
      <inkml:brushProperty name="width" value="0.1" units="cm"/>
      <inkml:brushProperty name="height" value="0.1" units="cm"/>
      <inkml:brushProperty name="color" value="#E71224"/>
    </inkml:brush>
  </inkml:definitions>
  <inkml:trace contextRef="#ctx0" brushRef="#br0">304 79 8192,'-3'3'83,"1"0"0,0 1 0,0-1 0,0 0 0,0 1 0,0-1 1,1 1-1,0 0 0,0-1 0,0 1 0,0 0 0,0 5 0,-3 52 2232,3-43-1440,-1 31 1438,-1-18-66,1 0 0,2-1 0,1 1-1,9 51 1,-9-79-2240,-1 0-1,1-1 1,-1 1-1,1-1 1,0 1 0,0-1-1,0 0 1,0 1-1,0-1 1,1 0-1,-1 0 1,1 0-1,-1 0 1,1 0 0,0 0-1,0 0 1,0 0-1,0-1 1,0 1-1,0-1 1,0 1-1,0-1 1,1 0-1,-1 0 1,1 0 0,-1 0-1,1 0 1,-1-1-1,1 1 1,-1-1-1,1 0 1,-1 0-1,1 1 1,0-2-1,-1 1 1,1 0 0,-1 0-1,5-2 1,-1 0-11,1 0 1,-1-1-1,0 0 1,0 0 0,0 0-1,-1-1 1,1 0-1,-1 0 1,0 0 0,0-1-1,0 1 1,0-1-1,-1 0 1,4-7 0,14-22 3,-1-1 0,27-62 0,-44 88 0,0-1 0,-1 1 0,0-1 0,0-1 0,-1 1 0,-1 0 0,1 0 0,-2-1 0,0 1 0,0 0 0,0-1 0,-1 1 0,-1 0 0,0 0 0,-6-20 0,4 24 0,0 0 0,0 0 0,0 0 0,-1 1 0,0 0 0,0-1 0,0 2 0,0-1 0,-1 0 0,0 1 0,0 0 0,0 1 0,0-1 0,-1 1 0,1 1 0,-1-1 0,-9-2 0,-8-1 0,1 1 0,0 0 0,-46-1 0,-120 6 0,109 1 0,52 0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4:06.434"/>
    </inkml:context>
    <inkml:brush xml:id="br0">
      <inkml:brushProperty name="width" value="0.1" units="cm"/>
      <inkml:brushProperty name="height" value="0.1" units="cm"/>
      <inkml:brushProperty name="color" value="#E71224"/>
    </inkml:brush>
  </inkml:definitions>
  <inkml:trace contextRef="#ctx0" brushRef="#br0">260 0 8192,'-8'12'1167,"-1"0"0,2 0 0,0 0-1,0 1 1,1 0 0,1 1 0,-5 17 0,-8 17-1683,-15 31 2070,-68 143 6095,97-215-7649,2-2 0,-1 0 0,1-1 0,-1 1 0,0-1 0,0 0 0,0 0 0,-1 0 0,-5 6 0,8-10 0,1 0 0,0 0 0,-1 0 0,1 0 0,0 0 0,-1 0 0,1 0 0,0 0 0,0 0 0,-1 0 0,1 0 0,0 0 0,-1 0 0,1 0 0,0 0 0,-1 0 0,1 0 0,0-1 0,0 1 0,-1 0 0,1 0 0,0 0 0,0 0 0,-1-1 0,1 1 0,0 0 0,0 0 0,-1-1 0,1 1 0,0 0 0,0 0 0,0-1 0,0 1 0,0 0 0,-1 0 0,1-1 0,0 1 0,0 0 0,0-1 0,0 1 0,0 0 0,0-1 0,0 1 0,0 0 0,0 0 0,0-1 0,-2-17 0,2 17 0,-1-17 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4:06.927"/>
    </inkml:context>
    <inkml:brush xml:id="br0">
      <inkml:brushProperty name="width" value="0.1" units="cm"/>
      <inkml:brushProperty name="height" value="0.1" units="cm"/>
      <inkml:brushProperty name="color" value="#E71224"/>
    </inkml:brush>
  </inkml:definitions>
  <inkml:trace contextRef="#ctx0" brushRef="#br0">0 0 8192,'1'6'571,"0"-1"-1,1 0 1,-1 1 0,1-1 0,0 0-1,0 0 1,5 9 0,6 14 2708,29 127 1699,15 41 221,-57-193-5199,1-1 0,0 1 0,0-1 0,0 0 0,1 1 0,-1-1 0,0 0 0,1 0 0,-1 0 0,1 0 0,3 3 0,-5-5 0,1 0 0,-1 1 0,1-1 0,0 0 0,-1 0 0,1 0 0,0 1 0,-1-1 0,1 0 0,-1 0 0,1 0 0,0 0 0,-1 0 0,1 0 0,0 0 0,-1 0 0,1 0 0,0 0 0,-1-1 0,1 1 0,-1 0 0,1 0 0,0-1 0,-1 1 0,1 0 0,-1-1 0,1 1 0,0-1 0,4-4 0,-1 0 0,0 0 0,0 0 0,0-1 0,-1 0 0,0 1 0,3-9 0,32-75-1658,-29 65 614,0 1-1,2 0 0,0 0 1,2 1-1,25-34 0,-27 42 1103,19-21-3282,4 9-3502,-34 26 6719,1 0 0,0-1 1,-1 1-1,1 0 0,0-1 0,-1 1 0,1 0 1,0 0-1,-1 0 0,1 0 0,0 0 0,-1 0 1,1 0-1,0 0 0,-1 0 0,1 0 0,0 0 1,0 0-1,-1 1 0,1-1 0,0 0 0,-1 0 1,1 1-1,-1-1 0,1 0 0,0 1 0,-1-1 1,2 2-1,8 21-51,-4 31 107,-6-50-47,1 20 1983,1-1 0,8 35 0,-8-49-916,0 0 1,1 0-1,1 0 0,-1 0 0,1 0 0,1-1 0,0 0 0,10 14 0,1-7 1376,-3-9-2445</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4:07.178"/>
    </inkml:context>
    <inkml:brush xml:id="br0">
      <inkml:brushProperty name="width" value="0.1" units="cm"/>
      <inkml:brushProperty name="height" value="0.1" units="cm"/>
      <inkml:brushProperty name="color" value="#E71224"/>
    </inkml:brush>
  </inkml:definitions>
  <inkml:trace contextRef="#ctx0" brushRef="#br0">1 1 8192,'9'12'277,"0"1"1,-1 0 0,0 0 0,-1 1-1,-1 0 1,0 0 0,-1 1-1,-1 0 1,0-1 0,2 17-1,5 15 939,29 107 3524,12 79-6451,4 21-105,-12-49-926,-39-169 2057,-1 1 0,-1 0-1,-5 63 1,1-89 685,-1 0 0,-1 0 0,0-1 0,0 1 0,-1-1 0,0 0 0,0 0 0,-1 0 0,0-1 0,-1 1 0,0-1 0,0-1 0,-1 1 0,0-1 0,0 0 0,0-1 0,-1 1 0,0-2 0,-1 1 0,-14 7 0,-23 11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4:09.110"/>
    </inkml:context>
    <inkml:brush xml:id="br0">
      <inkml:brushProperty name="width" value="0.1" units="cm"/>
      <inkml:brushProperty name="height" value="0.1" units="cm"/>
      <inkml:brushProperty name="color" value="#E71224"/>
    </inkml:brush>
  </inkml:definitions>
  <inkml:trace contextRef="#ctx0" brushRef="#br0">0 78 8192,'171'-7'14771,"-58"-6"-11520,-59 8-3251,0 3 0,62 4 0,71-3 0,-109-12 0,-53 8 0,48-3 0,61-5 0,13 0 0,-91 13 0,-33 1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4:09.597"/>
    </inkml:context>
    <inkml:brush xml:id="br0">
      <inkml:brushProperty name="width" value="0.1" units="cm"/>
      <inkml:brushProperty name="height" value="0.1" units="cm"/>
      <inkml:brushProperty name="color" value="#E71224"/>
    </inkml:brush>
  </inkml:definitions>
  <inkml:trace contextRef="#ctx0" brushRef="#br0">0 0 8192,'610'0'13440,"-483"0"-13890,904 15-12540,-97-4 12990,-628-12 0,-275 1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4:12.994"/>
    </inkml:context>
    <inkml:brush xml:id="br0">
      <inkml:brushProperty name="width" value="0.1" units="cm"/>
      <inkml:brushProperty name="height" value="0.1" units="cm"/>
      <inkml:brushProperty name="color" value="#E71224"/>
    </inkml:brush>
  </inkml:definitions>
  <inkml:trace contextRef="#ctx0" brushRef="#br0">0 87 8192,'24'-2'3466,"1"0"1,-1-2 0,37-11 0,24-3 688,21 8-4155,195 8 0,-144 5 0,-101-3 37,0 1-236,1-2 0,96-15 0,-60 3-2354,130 13-9262,-103 2 8721,-112-2 3330,20 0 4031,12-4 6248,-18-2-7511</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4:20.650"/>
    </inkml:context>
    <inkml:brush xml:id="br0">
      <inkml:brushProperty name="width" value="0.1" units="cm"/>
      <inkml:brushProperty name="height" value="0.1" units="cm"/>
      <inkml:brushProperty name="color" value="#E71224"/>
    </inkml:brush>
  </inkml:definitions>
  <inkml:trace contextRef="#ctx0" brushRef="#br0">0 28 8192,'83'2'9475,"5"-1"-3323,-1-4-3757,-18-9-2395,-49 7 0,-1 2 0,27-2 0,685 3 0,-357 4 0,-46-2-1874,164 0-5259,1 0-7,-165 0 5265,-280 0 1918,9-1 1093,1 2 0,87 14-1,-68-4 10171,2-7-7240,1-4-5538,-1-2-3840,42-1-6417,-41 5 11574,122 17 1,-127-12 154,0-3 0,83-7 0,-30 1 0,49 2 2251,88 0 5914,-91 0-3004,-149 0-2716,-3 0-2445</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4:22.041"/>
    </inkml:context>
    <inkml:brush xml:id="br0">
      <inkml:brushProperty name="width" value="0.1" units="cm"/>
      <inkml:brushProperty name="height" value="0.1" units="cm"/>
      <inkml:brushProperty name="color" value="#E71224"/>
    </inkml:brush>
  </inkml:definitions>
  <inkml:trace contextRef="#ctx0" brushRef="#br0">0 0 8192,'229'0'2616,"306"0"10915,-344 0-11656,2356 0-12041,-2329 0 2362,-73 0 6442,-24 0 6581,0 0 8692,365 0-13709,-464 0-202</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5:22.184"/>
    </inkml:context>
    <inkml:brush xml:id="br0">
      <inkml:brushProperty name="width" value="0.1" units="cm"/>
      <inkml:brushProperty name="height" value="0.1" units="cm"/>
      <inkml:brushProperty name="color" value="#E71224"/>
    </inkml:brush>
  </inkml:definitions>
  <inkml:trace contextRef="#ctx0" brushRef="#br0">1 0 8192,'667'0'14771,"-222"0"-11520,-405 2-3251,54 10 0,30 1 0,456-12-4849,-278-3 1853,-117 17-4500,-74-3 4815,-10 0 2681,57 2 0,154 0 0,-126-2 0,8 1 0,-57-2 0,183-9 0,-144-5 0,-157 4 20,0 1 1,35 8 0,-34-5 273,1-1 0,25 1 0,116-7 1723,62 4-4419,-139 10 5981,-14-1 1025,-22-8 2124,78-4-4176,-105 1-2552</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5:23.338"/>
    </inkml:context>
    <inkml:brush xml:id="br0">
      <inkml:brushProperty name="width" value="0.1" units="cm"/>
      <inkml:brushProperty name="height" value="0.1" units="cm"/>
      <inkml:brushProperty name="color" value="#E71224"/>
    </inkml:brush>
  </inkml:definitions>
  <inkml:trace contextRef="#ctx0" brushRef="#br0">0 121 8192,'23'1'1660,"1"1"-1,29 7 1,40 3 2713,119 1-6788,77 1-3990,1347-75 5873,-1115 13 532,-280 20 0,-102 9 0,-90 9 0,-32 4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15:25.470"/>
    </inkml:context>
    <inkml:brush xml:id="br0">
      <inkml:brushProperty name="width" value="0.1" units="cm"/>
      <inkml:brushProperty name="height" value="0.1" units="cm"/>
      <inkml:brushProperty name="color" value="#E71224"/>
    </inkml:brush>
  </inkml:definitions>
  <inkml:trace contextRef="#ctx0" brushRef="#br0">0 1 8192,'31'0'13736,"-11"0"-9450,2876 0-14452,-1416 0 2310,-1266 13 7856,-5 1 0,192 12 0,26-1 0,-276-26 1903,78 1 5365,-204 0-989,-3 0-4953</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26:38.697"/>
    </inkml:context>
    <inkml:brush xml:id="br0">
      <inkml:brushProperty name="width" value="0.1" units="cm"/>
      <inkml:brushProperty name="height" value="0.1" units="cm"/>
      <inkml:brushProperty name="color" value="#E71224"/>
    </inkml:brush>
  </inkml:definitions>
  <inkml:trace contextRef="#ctx0" brushRef="#br0">366 1 8192,'-7'18'7249,"-18"11"-3904,13-16 1531,-9 12-4422,2 0 0,0 2 0,2 0 0,-19 40 0,32-56-436,0 0-1,0 0 1,1 0 0,0 1-1,1-1 1,0 1-1,1-1 1,0 1-1,1 0 1,0 0 0,1-1-1,0 1 1,1 0-1,1-1 1,5 17 0,-1-9-18,1-1 0,1 0 0,1 0 0,0-1 0,1-1 0,18 20 0,88 84 0,-113-116 0,-1 0 0,1-1 0,-1 1 0,0 0 0,0 1 0,0-1 0,0 1 0,-1-1 0,0 1 0,0 0 0,0-1 0,-1 1 0,1 0 0,-1 0 0,0 1 0,-1-1 0,1 0 0,-1 0 0,0 0 0,0 0 0,-1 0 0,1 1 0,-1-1 0,0 0 0,-1 0 0,1 0 0,-1 0 0,0-1 0,0 1 0,-1 0 0,1-1 0,-1 0 0,0 1 0,0-1 0,0 0 0,-1 0 0,0-1 0,1 1 0,-1-1 0,0 0 0,-1 0 0,1 0 0,-1-1 0,1 1 0,-1-1 0,0 0 0,0 0 0,1-1 0,-1 1 0,-7 0 0,-17 0 46,-1 0 1,-57-6-1,73 3-133,-1-2 0,0 1-1,1-2 1,-1 0-1,1-1 1,0 0 0,-22-12-1,31 14-326,1 0 0,0-1 0,0 1 0,1-1 0,-1 0 0,1 1 0,-1-2 0,1 1 0,1 0 0,-1-1 0,1 1 0,-1-1 0,1 0 0,0 1 0,1-1 0,-1 0 0,1 0 0,0 0 0,0-7 0,-1-16 414</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26:39.048"/>
    </inkml:context>
    <inkml:brush xml:id="br0">
      <inkml:brushProperty name="width" value="0.1" units="cm"/>
      <inkml:brushProperty name="height" value="0.1" units="cm"/>
      <inkml:brushProperty name="color" value="#E71224"/>
    </inkml:brush>
  </inkml:definitions>
  <inkml:trace contextRef="#ctx0" brushRef="#br0">0 182 8192,'55'-20'7925,"-24"12"-6694,97-26 7500,-73 19-8801,115-21 326,-7 1-307,-129 26 51,1 1 0,0 2 0,0 1 0,61 0 0,-92 5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26:39.413"/>
    </inkml:context>
    <inkml:brush xml:id="br0">
      <inkml:brushProperty name="width" value="0.1" units="cm"/>
      <inkml:brushProperty name="height" value="0.1" units="cm"/>
      <inkml:brushProperty name="color" value="#E71224"/>
    </inkml:brush>
  </inkml:definitions>
  <inkml:trace contextRef="#ctx0" brushRef="#br0">0 0 8192,'4'62'1079,"2"-1"0,22 97 0,8 61 1167,-12 133-7729,-22-332 5483,0-3 0,0 0 0,-1 1 0,-3 24 0,2-42 0,0 0 0,0 0 0,0 0 0,1 0 0,-1 1 0,0-1 0,0 0 0,0 0 0,0 0 0,0 0 0,0 0 0,0 0 0,0 1 0,0-1 0,0 0 0,0 0 0,0 0 0,0 0 0,0 0 0,-1 0 0,1 1 0,0-1 0,0 0 0,0 0 0,0 0 0,0 0 0,0 0 0,0 0 0,0 0 0,0 0 0,0 1 0,0-1 0,-1 0 0,1 0 0,0 0 0,0 0 0,0 0 0,0 0 0,0 0 0,0 0 0,0 0 0,-1 0 0,1 0 0,0 0 0,0 0 0,0 0 0,0 0 0,0 0 0,0 0 0,-1 0 0,1 0 0,0 0 0,0 0 0,0 0 0,0 0 0,0 0 0,0 0 0,0 0 0,-1 0 0,1 0 0,0 0 0,0 0 0,0 0 0,0-1 0,0 1 0,0 0 0,-8-12 0,-4-16 0,3 1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26:39.716"/>
    </inkml:context>
    <inkml:brush xml:id="br0">
      <inkml:brushProperty name="width" value="0.1" units="cm"/>
      <inkml:brushProperty name="height" value="0.1" units="cm"/>
      <inkml:brushProperty name="color" value="#E71224"/>
    </inkml:brush>
  </inkml:definitions>
  <inkml:trace contextRef="#ctx0" brushRef="#br0">0 105 8192,'15'0'9352,"-4"-4"-9352,4-2 0,3 0 7459,2-3-7459,8 0 0,3-3 1211,0 1-1211,-1 2 0,0-2 0,-6-3 0,-7 0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26:40.130"/>
    </inkml:context>
    <inkml:brush xml:id="br0">
      <inkml:brushProperty name="width" value="0.1" units="cm"/>
      <inkml:brushProperty name="height" value="0.1" units="cm"/>
      <inkml:brushProperty name="color" value="#E71224"/>
    </inkml:brush>
  </inkml:definitions>
  <inkml:trace contextRef="#ctx0" brushRef="#br0">53 0 8192,'-1'19'2388,"-1"-1"0,-7 31 1,-2 22 592,2 50-867,-11 292 3648,21-325-5762,-1-108 0,0-2 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3:26:41.255"/>
    </inkml:context>
    <inkml:brush xml:id="br0">
      <inkml:brushProperty name="width" value="0.1" units="cm"/>
      <inkml:brushProperty name="height" value="0.1" units="cm"/>
      <inkml:brushProperty name="color" value="#E71224"/>
    </inkml:brush>
  </inkml:definitions>
  <inkml:trace contextRef="#ctx0" brushRef="#br0">40 1 8192,'27'6'15081,"-22"-2"-13825,3 2 429,2 2-1685,-2 0 0,1 1 0,-1 0 0,0 0 0,-1 1 0,0 0 0,-1 1 0,10 20 0,-13-24 0,0 0 0,-1 0 0,0 0 0,0 0 0,0 0 0,-1 0 0,0 0 0,-1 1 0,0-1 0,0 0 0,0 0 0,-1 1 0,0-1 0,0 0 0,-1 0 0,-3 10 0,2-13-242,0 0 1,0 0 0,0-1-1,0 1 1,0 0 0,-1-1-1,1 0 1,-1 0 0,0 0-1,0-1 1,0 1-1,-1-1 1,1 0 0,-1 0-1,1 0 1,-1-1 0,1 1-1,-1-1 1,0 0 0,-5 0-1,-24 8 2307,31-8-1926,1 0 0,0-1 1,-1 1-1,1 0 0,0 0 0,0 1 1,-1-1-1,1 0 0,0 1 0,0-1 1,0 1-1,1 0 0,-1 0 0,0-1 1,1 1-1,-1 0 0,1 0 0,-1 1 1,1-1-1,0 0 0,-2 5 0,3-4-144,0 0-1,0 0 0,0 0 1,0 0-1,1 0 0,-1 0 1,1 0-1,0-1 0,0 1 0,0 0 1,0 0-1,0 0 0,1-1 1,-1 1-1,4 3 0,7 10-620,2 0 0,0-1 0,1 0 0,20 15 0,-24-21 432,28 25-735,71 55-7149,-94-78 7135,0 0 0,0-2-1,1 0 1,0-1 0,25 8 0,-31-13 943</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p:nvSpPr>
        <p:spPr>
          <a:xfrm>
            <a:off x="685800" y="3196686"/>
            <a:ext cx="77724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ctrTitle"/>
          </p:nvPr>
        </p:nvSpPr>
        <p:spPr>
          <a:xfrm>
            <a:off x="685800" y="1676401"/>
            <a:ext cx="7772400" cy="1538286"/>
          </a:xfrm>
        </p:spPr>
        <p:txBody>
          <a:bodyPr anchor="b"/>
          <a:lstStyle/>
          <a:p>
            <a:r>
              <a:rPr kumimoji="0" lang="zh-CN" altLang="en-US"/>
              <a:t>单击此处编辑母版标题样式</a:t>
            </a:r>
            <a:endParaRPr kumimoji="0" lang="en-US"/>
          </a:p>
        </p:txBody>
      </p:sp>
      <p:sp>
        <p:nvSpPr>
          <p:cNvPr id="3" name="副标题 2"/>
          <p:cNvSpPr>
            <a:spLocks noGrp="1"/>
          </p:cNvSpPr>
          <p:nvPr>
            <p:ph type="subTitle" idx="1"/>
          </p:nvPr>
        </p:nvSpPr>
        <p:spPr>
          <a:xfrm>
            <a:off x="1371600" y="3214686"/>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a:t>单击此处编辑母版副标题样式</a:t>
            </a:r>
            <a:endParaRPr kumimoji="0" lang="en-US"/>
          </a:p>
        </p:txBody>
      </p:sp>
      <p:sp>
        <p:nvSpPr>
          <p:cNvPr id="4" name="日期占位符 3"/>
          <p:cNvSpPr>
            <a:spLocks noGrp="1"/>
          </p:cNvSpPr>
          <p:nvPr>
            <p:ph type="dt" sz="half" idx="10"/>
          </p:nvPr>
        </p:nvSpPr>
        <p:spPr/>
        <p:txBody>
          <a:bodyPr/>
          <a:lstStyle/>
          <a:p>
            <a:fld id="{4AD5277A-8F13-45FB-A8B5-7B200F36F963}" type="datetimeFigureOut">
              <a:rPr lang="zh-CN" altLang="en-US" smtClean="0"/>
              <a:pPr/>
              <a:t>2026/1/8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53CB7A7-3939-4F4C-BA20-2D76DF46107D}"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a:xfrm>
            <a:off x="73152" y="6400800"/>
            <a:ext cx="3200400" cy="283800"/>
          </a:xfrm>
        </p:spPr>
        <p:txBody>
          <a:bodyPr/>
          <a:lstStyle/>
          <a:p>
            <a:fld id="{4AD5277A-8F13-45FB-A8B5-7B200F36F963}" type="datetimeFigureOut">
              <a:rPr lang="zh-CN" altLang="en-US" smtClean="0"/>
              <a:pPr/>
              <a:t>2026/1/8</a:t>
            </a:fld>
            <a:endParaRPr lang="zh-CN" altLang="en-US"/>
          </a:p>
        </p:txBody>
      </p:sp>
      <p:sp>
        <p:nvSpPr>
          <p:cNvPr id="5" name="页脚占位符 4"/>
          <p:cNvSpPr>
            <a:spLocks noGrp="1"/>
          </p:cNvSpPr>
          <p:nvPr>
            <p:ph type="ftr" sz="quarter" idx="11"/>
          </p:nvPr>
        </p:nvSpPr>
        <p:spPr>
          <a:xfrm>
            <a:off x="5330952" y="6400800"/>
            <a:ext cx="3733800" cy="283800"/>
          </a:xfrm>
        </p:spPr>
        <p:txBody>
          <a:bodyPr/>
          <a:lstStyle/>
          <a:p>
            <a:endParaRPr lang="zh-CN" altLang="en-US"/>
          </a:p>
        </p:txBody>
      </p:sp>
      <p:sp>
        <p:nvSpPr>
          <p:cNvPr id="6" name="灯片编号占位符 5"/>
          <p:cNvSpPr>
            <a:spLocks noGrp="1"/>
          </p:cNvSpPr>
          <p:nvPr>
            <p:ph type="sldNum" sz="quarter" idx="12"/>
          </p:nvPr>
        </p:nvSpPr>
        <p:spPr/>
        <p:txBody>
          <a:bodyPr/>
          <a:lstStyle/>
          <a:p>
            <a:fld id="{153CB7A7-3939-4F4C-BA20-2D76DF46107D}"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685800" y="3143248"/>
            <a:ext cx="77724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a:xfrm>
            <a:off x="722313" y="3143248"/>
            <a:ext cx="7772400" cy="1362075"/>
          </a:xfrm>
        </p:spPr>
        <p:txBody>
          <a:bodyPr anchor="t"/>
          <a:lstStyle>
            <a:lvl1pPr algn="ctr">
              <a:defRPr sz="4000" b="0" cap="all"/>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722313" y="1643061"/>
            <a:ext cx="7772400" cy="1500187"/>
          </a:xfrm>
        </p:spPr>
        <p:txBody>
          <a:bodyPr anchor="b"/>
          <a:lstStyle>
            <a:lvl1pPr marL="0" indent="0" algn="ctr">
              <a:buNone/>
              <a:defRPr sz="2000">
                <a:solidFill>
                  <a:schemeClr val="tx1">
                    <a:tint val="75000"/>
                  </a:schemeClr>
                </a:solidFill>
              </a:defRPr>
            </a:lvl1pPr>
            <a:lvl2pPr marL="457200" indent="0" algn="ctr">
              <a:buNone/>
              <a:defRPr sz="1800">
                <a:solidFill>
                  <a:schemeClr val="tx1">
                    <a:tint val="75000"/>
                  </a:schemeClr>
                </a:solidFill>
              </a:defRPr>
            </a:lvl2pPr>
            <a:lvl3pPr marL="914400" indent="0" algn="ctr">
              <a:buNone/>
              <a:defRPr sz="1600">
                <a:solidFill>
                  <a:schemeClr val="tx1">
                    <a:tint val="75000"/>
                  </a:schemeClr>
                </a:solidFill>
              </a:defRPr>
            </a:lvl3pPr>
            <a:lvl4pPr marL="1371600" indent="0" algn="ctr">
              <a:buNone/>
              <a:defRPr sz="1400">
                <a:solidFill>
                  <a:schemeClr val="tx1">
                    <a:tint val="75000"/>
                  </a:schemeClr>
                </a:solidFill>
              </a:defRPr>
            </a:lvl4pPr>
            <a:lvl5pPr marL="1828800" indent="0" algn="ctr">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4AD5277A-8F13-45FB-A8B5-7B200F36F963}" type="datetimeFigureOut">
              <a:rPr lang="zh-CN" altLang="en-US" smtClean="0"/>
              <a:pPr/>
              <a:t>2026/1/8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53CB7A7-3939-4F4C-BA20-2D76DF46107D}"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4AD5277A-8F13-45FB-A8B5-7B200F36F963}" type="datetimeFigureOut">
              <a:rPr lang="zh-CN" altLang="en-US" smtClean="0"/>
              <a:pPr/>
              <a:t>2026/1/8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53CB7A7-3939-4F4C-BA20-2D76DF46107D}"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矩形 9"/>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lvl1pPr>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4AD5277A-8F13-45FB-A8B5-7B200F36F963}" type="datetimeFigureOut">
              <a:rPr lang="zh-CN" altLang="en-US" smtClean="0"/>
              <a:pPr/>
              <a:t>2026/1/8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53CB7A7-3939-4F4C-BA20-2D76DF46107D}"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矩形 5"/>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4AD5277A-8F13-45FB-A8B5-7B200F36F963}" type="datetimeFigureOut">
              <a:rPr lang="zh-CN" altLang="en-US" smtClean="0"/>
              <a:pPr/>
              <a:t>2026/1/8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53CB7A7-3939-4F4C-BA20-2D76DF46107D}"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Ref idx="1002">
        <a:schemeClr val="bg2"/>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AD5277A-8F13-45FB-A8B5-7B200F36F963}" type="datetimeFigureOut">
              <a:rPr lang="zh-CN" altLang="en-US" smtClean="0"/>
              <a:pPr/>
              <a:t>2026/1/8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53CB7A7-3939-4F4C-BA20-2D76DF46107D}" type="slidenum">
              <a:rPr lang="zh-CN" altLang="en-US" smtClean="0"/>
              <a:pPr/>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nvSpPr>
        <p:spPr>
          <a:xfrm>
            <a:off x="2786050" y="1053546"/>
            <a:ext cx="59040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a:xfrm>
            <a:off x="2786050" y="228600"/>
            <a:ext cx="5900752" cy="842946"/>
          </a:xfrm>
        </p:spPr>
        <p:txBody>
          <a:bodyPr anchor="b"/>
          <a:lstStyle>
            <a:lvl1pPr algn="ctr">
              <a:defRPr sz="2800" b="0"/>
            </a:lvl1pPr>
          </a:lstStyle>
          <a:p>
            <a:r>
              <a:rPr kumimoji="0" lang="zh-CN" altLang="en-US"/>
              <a:t>单击此处编辑母版标题样式</a:t>
            </a:r>
            <a:endParaRPr kumimoji="0" lang="en-US"/>
          </a:p>
        </p:txBody>
      </p:sp>
      <p:sp>
        <p:nvSpPr>
          <p:cNvPr id="3" name="内容占位符 2"/>
          <p:cNvSpPr>
            <a:spLocks noGrp="1"/>
          </p:cNvSpPr>
          <p:nvPr>
            <p:ph idx="1"/>
          </p:nvPr>
        </p:nvSpPr>
        <p:spPr>
          <a:xfrm>
            <a:off x="2786050" y="1142984"/>
            <a:ext cx="5900750" cy="514353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文本占位符 3"/>
          <p:cNvSpPr>
            <a:spLocks noGrp="1"/>
          </p:cNvSpPr>
          <p:nvPr>
            <p:ph type="body" sz="half" idx="2"/>
          </p:nvPr>
        </p:nvSpPr>
        <p:spPr>
          <a:xfrm>
            <a:off x="457205" y="1142984"/>
            <a:ext cx="2257408" cy="5143536"/>
          </a:xfrm>
        </p:spPr>
        <p:txBody>
          <a:bodyPr anchor="ct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4AD5277A-8F13-45FB-A8B5-7B200F36F963}" type="datetimeFigureOut">
              <a:rPr lang="zh-CN" altLang="en-US" smtClean="0"/>
              <a:pPr/>
              <a:t>2026/1/8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53CB7A7-3939-4F4C-BA20-2D76DF46107D}"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3400" y="304800"/>
            <a:ext cx="6400800" cy="685800"/>
          </a:xfrm>
        </p:spPr>
        <p:txBody>
          <a:bodyPr anchor="ctr"/>
          <a:lstStyle>
            <a:lvl1pPr algn="l">
              <a:defRPr sz="2400" b="0"/>
            </a:lvl1pPr>
          </a:lstStyle>
          <a:p>
            <a:r>
              <a:rPr kumimoji="0" lang="zh-CN" altLang="en-US"/>
              <a:t>单击此处编辑母版标题样式</a:t>
            </a:r>
            <a:endParaRPr kumimoji="0" lang="en-US"/>
          </a:p>
        </p:txBody>
      </p:sp>
      <p:sp>
        <p:nvSpPr>
          <p:cNvPr id="3" name="图片占位符 2"/>
          <p:cNvSpPr>
            <a:spLocks noGrp="1"/>
          </p:cNvSpPr>
          <p:nvPr>
            <p:ph type="pic" idx="1"/>
          </p:nvPr>
        </p:nvSpPr>
        <p:spPr>
          <a:xfrm>
            <a:off x="701552" y="1143000"/>
            <a:ext cx="7223248" cy="3980172"/>
          </a:xfrm>
          <a:prstGeom prst="roundRect">
            <a:avLst>
              <a:gd name="adj" fmla="val 18278"/>
            </a:avLst>
          </a:prstGeom>
          <a:solidFill>
            <a:schemeClr val="accent1">
              <a:tint val="40000"/>
            </a:schemeClr>
          </a:solidFill>
          <a:ln w="50800" cap="rnd">
            <a:gradFill flip="none" rotWithShape="1">
              <a:gsLst>
                <a:gs pos="0">
                  <a:schemeClr val="accent1">
                    <a:shade val="50000"/>
                  </a:schemeClr>
                </a:gs>
                <a:gs pos="20000">
                  <a:schemeClr val="accent2">
                    <a:shade val="50000"/>
                  </a:schemeClr>
                </a:gs>
                <a:gs pos="40000">
                  <a:schemeClr val="accent3">
                    <a:shade val="50000"/>
                  </a:schemeClr>
                </a:gs>
                <a:gs pos="60000">
                  <a:schemeClr val="accent4">
                    <a:shade val="50000"/>
                  </a:schemeClr>
                </a:gs>
                <a:gs pos="80000">
                  <a:schemeClr val="accent5">
                    <a:shade val="50000"/>
                  </a:schemeClr>
                </a:gs>
                <a:gs pos="100000">
                  <a:schemeClr val="accent6">
                    <a:shade val="50000"/>
                  </a:schemeClr>
                </a:gs>
              </a:gsLst>
              <a:path path="circle">
                <a:fillToRect l="50000" t="50000" r="50000" b="50000"/>
              </a:path>
              <a:tileRect/>
            </a:gradFill>
            <a:round/>
          </a:ln>
          <a:effectLst>
            <a:outerShdw blurRad="50800" dist="38100" dir="5400000" algn="tl" rotWithShape="0">
              <a:prstClr val="black">
                <a:alpha val="50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a:t>单击图标添加图片</a:t>
            </a:r>
            <a:endParaRPr kumimoji="0" lang="en-US"/>
          </a:p>
        </p:txBody>
      </p:sp>
      <p:sp>
        <p:nvSpPr>
          <p:cNvPr id="4" name="文本占位符 3"/>
          <p:cNvSpPr>
            <a:spLocks noGrp="1"/>
          </p:cNvSpPr>
          <p:nvPr>
            <p:ph type="body" sz="half" idx="2"/>
          </p:nvPr>
        </p:nvSpPr>
        <p:spPr>
          <a:xfrm>
            <a:off x="2362200" y="5410200"/>
            <a:ext cx="5657888" cy="804862"/>
          </a:xfrm>
        </p:spPr>
        <p:txBody>
          <a:bodyPr anchor="ctr"/>
          <a:lstStyle>
            <a:lvl1pPr marL="0" indent="0" algn="r">
              <a:buNone/>
              <a:defRPr sz="1200" b="0"/>
            </a:lvl1pPr>
            <a:lvl2pPr marL="457200" indent="0" algn="r">
              <a:buNone/>
              <a:defRPr sz="1200" b="0"/>
            </a:lvl2pPr>
            <a:lvl3pPr marL="914400" indent="0" algn="r">
              <a:buNone/>
              <a:defRPr sz="1200" b="0"/>
            </a:lvl3pPr>
            <a:lvl4pPr marL="1371600" indent="0" algn="r">
              <a:buNone/>
              <a:defRPr sz="1200" b="0"/>
            </a:lvl4pPr>
            <a:lvl5pPr marL="1828800" indent="0" algn="r">
              <a:buNone/>
              <a:defRPr sz="1200" b="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4AD5277A-8F13-45FB-A8B5-7B200F36F963}" type="datetimeFigureOut">
              <a:rPr lang="zh-CN" altLang="en-US" smtClean="0"/>
              <a:pPr/>
              <a:t>2026/1/8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53CB7A7-3939-4F4C-BA20-2D76DF46107D}" type="slidenum">
              <a:rPr lang="zh-CN" altLang="en-US" smtClean="0"/>
              <a:pPr/>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4AD5277A-8F13-45FB-A8B5-7B200F36F963}" type="datetimeFigureOut">
              <a:rPr lang="zh-CN" altLang="en-US" smtClean="0"/>
              <a:pPr/>
              <a:t>2026/1/8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53CB7A7-3939-4F4C-BA20-2D76DF46107D}" type="slidenum">
              <a:rPr lang="zh-CN" altLang="en-US" smtClean="0"/>
              <a:pPr/>
              <a:t>‹#›</a:t>
            </a:fld>
            <a:endParaRPr lang="zh-CN" altLang="en-US"/>
          </a:p>
        </p:txBody>
      </p:sp>
      <p:sp>
        <p:nvSpPr>
          <p:cNvPr id="7" name="矩形 6"/>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15206" y="274638"/>
            <a:ext cx="1471594" cy="6011882"/>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274638"/>
            <a:ext cx="6686568" cy="6011882"/>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4AD5277A-8F13-45FB-A8B5-7B200F36F963}" type="datetimeFigureOut">
              <a:rPr lang="zh-CN" altLang="en-US" smtClean="0"/>
              <a:pPr/>
              <a:t>2026/1/8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53CB7A7-3939-4F4C-BA20-2D76DF46107D}"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矩形 6"/>
          <p:cNvSpPr/>
          <p:nvPr/>
        </p:nvSpPr>
        <p:spPr>
          <a:xfrm>
            <a:off x="0" y="6678000"/>
            <a:ext cx="9144000" cy="18000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占位符 1"/>
          <p:cNvSpPr>
            <a:spLocks noGrp="1"/>
          </p:cNvSpPr>
          <p:nvPr>
            <p:ph type="title"/>
          </p:nvPr>
        </p:nvSpPr>
        <p:spPr>
          <a:xfrm>
            <a:off x="457200" y="274638"/>
            <a:ext cx="8229600" cy="1143000"/>
          </a:xfrm>
          <a:prstGeom prst="rect">
            <a:avLst/>
          </a:prstGeom>
        </p:spPr>
        <p:txBody>
          <a:bodyPr vert="horz" rtlCol="0" anchor="ctr">
            <a:normAutofit/>
          </a:body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600200"/>
            <a:ext cx="8229600" cy="4686320"/>
          </a:xfrm>
          <a:prstGeom prst="rect">
            <a:avLst/>
          </a:prstGeom>
        </p:spPr>
        <p:txBody>
          <a:bodyPr vert="horz" rtlCol="0">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4" name="日期占位符 3"/>
          <p:cNvSpPr>
            <a:spLocks noGrp="1"/>
          </p:cNvSpPr>
          <p:nvPr>
            <p:ph type="dt" sz="half" idx="2"/>
          </p:nvPr>
        </p:nvSpPr>
        <p:spPr>
          <a:xfrm>
            <a:off x="76200" y="6400800"/>
            <a:ext cx="3200400" cy="283800"/>
          </a:xfrm>
          <a:prstGeom prst="rect">
            <a:avLst/>
          </a:prstGeom>
        </p:spPr>
        <p:txBody>
          <a:bodyPr vert="horz" rtlCol="0" anchor="b"/>
          <a:lstStyle>
            <a:lvl1pPr algn="l" eaLnBrk="1" latinLnBrk="0" hangingPunct="1">
              <a:defRPr kumimoji="0" sz="1100">
                <a:solidFill>
                  <a:schemeClr val="tx2">
                    <a:lumMod val="75000"/>
                    <a:lumOff val="25000"/>
                  </a:schemeClr>
                </a:solidFill>
              </a:defRPr>
            </a:lvl1pPr>
          </a:lstStyle>
          <a:p>
            <a:fld id="{4AD5277A-8F13-45FB-A8B5-7B200F36F963}" type="datetimeFigureOut">
              <a:rPr lang="zh-CN" altLang="en-US" smtClean="0"/>
              <a:pPr/>
              <a:t>2026/1/8</a:t>
            </a:fld>
            <a:endParaRPr lang="zh-CN" altLang="en-US"/>
          </a:p>
        </p:txBody>
      </p:sp>
      <p:sp>
        <p:nvSpPr>
          <p:cNvPr id="5" name="页脚占位符 4"/>
          <p:cNvSpPr>
            <a:spLocks noGrp="1"/>
          </p:cNvSpPr>
          <p:nvPr>
            <p:ph type="ftr" sz="quarter" idx="3"/>
          </p:nvPr>
        </p:nvSpPr>
        <p:spPr>
          <a:xfrm>
            <a:off x="5334000" y="6400800"/>
            <a:ext cx="3733800" cy="283800"/>
          </a:xfrm>
          <a:prstGeom prst="rect">
            <a:avLst/>
          </a:prstGeom>
        </p:spPr>
        <p:txBody>
          <a:bodyPr vert="horz" rtlCol="0" anchor="ctr"/>
          <a:lstStyle>
            <a:lvl1pPr algn="r" eaLnBrk="1" latinLnBrk="0" hangingPunct="1">
              <a:defRPr kumimoji="0" sz="1100">
                <a:solidFill>
                  <a:schemeClr val="tx2">
                    <a:lumMod val="75000"/>
                    <a:lumOff val="25000"/>
                  </a:schemeClr>
                </a:solidFill>
              </a:defRPr>
            </a:lvl1pPr>
          </a:lstStyle>
          <a:p>
            <a:endParaRPr lang="zh-CN" altLang="en-US"/>
          </a:p>
        </p:txBody>
      </p:sp>
      <p:sp>
        <p:nvSpPr>
          <p:cNvPr id="6" name="灯片编号占位符 5"/>
          <p:cNvSpPr>
            <a:spLocks noGrp="1"/>
          </p:cNvSpPr>
          <p:nvPr>
            <p:ph type="sldNum" sz="quarter" idx="4"/>
          </p:nvPr>
        </p:nvSpPr>
        <p:spPr>
          <a:xfrm>
            <a:off x="4114800" y="6400800"/>
            <a:ext cx="914400" cy="283464"/>
          </a:xfrm>
          <a:prstGeom prst="rect">
            <a:avLst/>
          </a:prstGeom>
          <a:noFill/>
        </p:spPr>
        <p:txBody>
          <a:bodyPr vert="horz" lIns="45720" rIns="45720" rtlCol="0" anchor="ctr"/>
          <a:lstStyle>
            <a:lvl1pPr algn="ctr" eaLnBrk="1" latinLnBrk="0" hangingPunct="1">
              <a:defRPr kumimoji="0" sz="1100" b="0">
                <a:solidFill>
                  <a:schemeClr val="tx2">
                    <a:lumMod val="75000"/>
                    <a:lumOff val="25000"/>
                  </a:schemeClr>
                </a:solidFill>
              </a:defRPr>
            </a:lvl1pPr>
          </a:lstStyle>
          <a:p>
            <a:fld id="{153CB7A7-3939-4F4C-BA20-2D76DF46107D}" type="slidenum">
              <a:rPr lang="zh-CN" altLang="en-US" smtClean="0"/>
              <a:pPr/>
              <a:t>‹#›</a:t>
            </a:fld>
            <a:endParaRPr lang="zh-CN" altLang="en-US"/>
          </a:p>
        </p:txBody>
      </p:sp>
      <p:sp>
        <p:nvSpPr>
          <p:cNvPr id="8" name="矩形 7"/>
          <p:cNvSpPr/>
          <p:nvPr/>
        </p:nvSpPr>
        <p:spPr>
          <a:xfrm>
            <a:off x="0" y="0"/>
            <a:ext cx="9144000" cy="10800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tx2"/>
        </a:buClr>
        <a:buSzPct val="50000"/>
        <a:buFont typeface="Wingdings 2"/>
        <a:buChar char="ß"/>
        <a:defRPr kumimoji="0" sz="3200" kern="1200">
          <a:solidFill>
            <a:schemeClr val="tx1"/>
          </a:solidFill>
          <a:latin typeface="+mn-lt"/>
          <a:ea typeface="+mn-ea"/>
          <a:cs typeface="+mn-cs"/>
        </a:defRPr>
      </a:lvl1pPr>
      <a:lvl2pPr marL="742950" indent="-285750" algn="l" rtl="0" eaLnBrk="1" latinLnBrk="0" hangingPunct="1">
        <a:spcBef>
          <a:spcPct val="20000"/>
        </a:spcBef>
        <a:buClr>
          <a:schemeClr val="tx2"/>
        </a:buClr>
        <a:buSzPct val="50000"/>
        <a:buFont typeface="Wingdings 2"/>
        <a:buChar char="Þ"/>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tx2"/>
        </a:buClr>
        <a:buSzPct val="5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tx2"/>
        </a:buClr>
        <a:buSzPct val="50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tx2"/>
        </a:buClr>
        <a:buSzPct val="50000"/>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3" Type="http://schemas.openxmlformats.org/officeDocument/2006/relationships/image" Target="../media/image10.png"/><Relationship Id="rId18" Type="http://schemas.openxmlformats.org/officeDocument/2006/relationships/customXml" Target="../ink/ink9.xml"/><Relationship Id="rId26" Type="http://schemas.openxmlformats.org/officeDocument/2006/relationships/customXml" Target="../ink/ink13.xml"/><Relationship Id="rId39" Type="http://schemas.openxmlformats.org/officeDocument/2006/relationships/image" Target="../media/image23.png"/><Relationship Id="rId21" Type="http://schemas.openxmlformats.org/officeDocument/2006/relationships/image" Target="../media/image14.png"/><Relationship Id="rId34" Type="http://schemas.openxmlformats.org/officeDocument/2006/relationships/customXml" Target="../ink/ink17.xml"/><Relationship Id="rId42" Type="http://schemas.openxmlformats.org/officeDocument/2006/relationships/customXml" Target="../ink/ink21.xml"/><Relationship Id="rId7" Type="http://schemas.openxmlformats.org/officeDocument/2006/relationships/image" Target="../media/image7.png"/><Relationship Id="rId2" Type="http://schemas.openxmlformats.org/officeDocument/2006/relationships/customXml" Target="../ink/ink1.xml"/><Relationship Id="rId16" Type="http://schemas.openxmlformats.org/officeDocument/2006/relationships/customXml" Target="../ink/ink8.xml"/><Relationship Id="rId20" Type="http://schemas.openxmlformats.org/officeDocument/2006/relationships/customXml" Target="../ink/ink10.xml"/><Relationship Id="rId29" Type="http://schemas.openxmlformats.org/officeDocument/2006/relationships/image" Target="../media/image18.png"/><Relationship Id="rId41"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9.png"/><Relationship Id="rId24" Type="http://schemas.openxmlformats.org/officeDocument/2006/relationships/customXml" Target="../ink/ink12.xml"/><Relationship Id="rId32" Type="http://schemas.openxmlformats.org/officeDocument/2006/relationships/customXml" Target="../ink/ink16.xml"/><Relationship Id="rId37" Type="http://schemas.openxmlformats.org/officeDocument/2006/relationships/image" Target="../media/image22.png"/><Relationship Id="rId40" Type="http://schemas.openxmlformats.org/officeDocument/2006/relationships/customXml" Target="../ink/ink20.xml"/><Relationship Id="rId5" Type="http://schemas.openxmlformats.org/officeDocument/2006/relationships/image" Target="../media/image6.png"/><Relationship Id="rId15" Type="http://schemas.openxmlformats.org/officeDocument/2006/relationships/image" Target="../media/image11.png"/><Relationship Id="rId23" Type="http://schemas.openxmlformats.org/officeDocument/2006/relationships/image" Target="../media/image15.png"/><Relationship Id="rId28" Type="http://schemas.openxmlformats.org/officeDocument/2006/relationships/customXml" Target="../ink/ink14.xml"/><Relationship Id="rId36" Type="http://schemas.openxmlformats.org/officeDocument/2006/relationships/customXml" Target="../ink/ink18.xml"/><Relationship Id="rId10" Type="http://schemas.openxmlformats.org/officeDocument/2006/relationships/customXml" Target="../ink/ink5.xml"/><Relationship Id="rId19" Type="http://schemas.openxmlformats.org/officeDocument/2006/relationships/image" Target="../media/image13.png"/><Relationship Id="rId31" Type="http://schemas.openxmlformats.org/officeDocument/2006/relationships/image" Target="../media/image19.png"/><Relationship Id="rId4" Type="http://schemas.openxmlformats.org/officeDocument/2006/relationships/customXml" Target="../ink/ink2.xml"/><Relationship Id="rId9" Type="http://schemas.openxmlformats.org/officeDocument/2006/relationships/image" Target="../media/image8.png"/><Relationship Id="rId14" Type="http://schemas.openxmlformats.org/officeDocument/2006/relationships/customXml" Target="../ink/ink7.xml"/><Relationship Id="rId22" Type="http://schemas.openxmlformats.org/officeDocument/2006/relationships/customXml" Target="../ink/ink11.xml"/><Relationship Id="rId27" Type="http://schemas.openxmlformats.org/officeDocument/2006/relationships/image" Target="../media/image17.png"/><Relationship Id="rId30" Type="http://schemas.openxmlformats.org/officeDocument/2006/relationships/customXml" Target="../ink/ink15.xml"/><Relationship Id="rId35" Type="http://schemas.openxmlformats.org/officeDocument/2006/relationships/image" Target="../media/image21.png"/><Relationship Id="rId43" Type="http://schemas.openxmlformats.org/officeDocument/2006/relationships/image" Target="../media/image25.png"/><Relationship Id="rId8" Type="http://schemas.openxmlformats.org/officeDocument/2006/relationships/customXml" Target="../ink/ink4.xml"/><Relationship Id="rId3" Type="http://schemas.openxmlformats.org/officeDocument/2006/relationships/image" Target="../media/image5.png"/><Relationship Id="rId12" Type="http://schemas.openxmlformats.org/officeDocument/2006/relationships/customXml" Target="../ink/ink6.xml"/><Relationship Id="rId17" Type="http://schemas.openxmlformats.org/officeDocument/2006/relationships/image" Target="../media/image12.png"/><Relationship Id="rId25" Type="http://schemas.openxmlformats.org/officeDocument/2006/relationships/image" Target="../media/image16.png"/><Relationship Id="rId33" Type="http://schemas.openxmlformats.org/officeDocument/2006/relationships/image" Target="../media/image20.png"/><Relationship Id="rId38" Type="http://schemas.openxmlformats.org/officeDocument/2006/relationships/customXml" Target="../ink/ink19.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customXml" Target="../ink/ink22.xml"/><Relationship Id="rId7" Type="http://schemas.openxmlformats.org/officeDocument/2006/relationships/customXml" Target="../ink/ink24.xml"/><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customXml" Target="../ink/ink23.xml"/><Relationship Id="rId10" Type="http://schemas.openxmlformats.org/officeDocument/2006/relationships/image" Target="../media/image30.png"/><Relationship Id="rId4" Type="http://schemas.openxmlformats.org/officeDocument/2006/relationships/image" Target="../media/image27.png"/><Relationship Id="rId9" Type="http://schemas.openxmlformats.org/officeDocument/2006/relationships/customXml" Target="../ink/ink25.xml"/></Relationships>
</file>

<file path=ppt/slides/_rels/slide8.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customXml" Target="../ink/ink26.xml"/><Relationship Id="rId7" Type="http://schemas.openxmlformats.org/officeDocument/2006/relationships/customXml" Target="../ink/ink28.xml"/><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customXml" Target="../ink/ink27.xml"/><Relationship Id="rId10" Type="http://schemas.openxmlformats.org/officeDocument/2006/relationships/image" Target="../media/image35.png"/><Relationship Id="rId4" Type="http://schemas.openxmlformats.org/officeDocument/2006/relationships/image" Target="../media/image32.png"/><Relationship Id="rId9" Type="http://schemas.openxmlformats.org/officeDocument/2006/relationships/customXml" Target="../ink/ink2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6" Type="http://schemas.openxmlformats.org/officeDocument/2006/relationships/customXml" Target="../ink/ink42.xml"/><Relationship Id="rId117" Type="http://schemas.openxmlformats.org/officeDocument/2006/relationships/image" Target="../media/image93.png"/><Relationship Id="rId21" Type="http://schemas.openxmlformats.org/officeDocument/2006/relationships/image" Target="../media/image45.png"/><Relationship Id="rId42" Type="http://schemas.openxmlformats.org/officeDocument/2006/relationships/customXml" Target="../ink/ink50.xml"/><Relationship Id="rId47" Type="http://schemas.openxmlformats.org/officeDocument/2006/relationships/image" Target="../media/image58.png"/><Relationship Id="rId63" Type="http://schemas.openxmlformats.org/officeDocument/2006/relationships/image" Target="../media/image66.png"/><Relationship Id="rId68" Type="http://schemas.openxmlformats.org/officeDocument/2006/relationships/customXml" Target="../ink/ink63.xml"/><Relationship Id="rId84" Type="http://schemas.openxmlformats.org/officeDocument/2006/relationships/customXml" Target="../ink/ink71.xml"/><Relationship Id="rId89" Type="http://schemas.openxmlformats.org/officeDocument/2006/relationships/image" Target="../media/image79.png"/><Relationship Id="rId112" Type="http://schemas.openxmlformats.org/officeDocument/2006/relationships/customXml" Target="../ink/ink85.xml"/><Relationship Id="rId16" Type="http://schemas.openxmlformats.org/officeDocument/2006/relationships/customXml" Target="../ink/ink37.xml"/><Relationship Id="rId107" Type="http://schemas.openxmlformats.org/officeDocument/2006/relationships/image" Target="../media/image88.png"/><Relationship Id="rId11" Type="http://schemas.openxmlformats.org/officeDocument/2006/relationships/image" Target="../media/image40.png"/><Relationship Id="rId32" Type="http://schemas.openxmlformats.org/officeDocument/2006/relationships/customXml" Target="../ink/ink45.xml"/><Relationship Id="rId37" Type="http://schemas.openxmlformats.org/officeDocument/2006/relationships/image" Target="../media/image53.png"/><Relationship Id="rId53" Type="http://schemas.openxmlformats.org/officeDocument/2006/relationships/image" Target="../media/image61.png"/><Relationship Id="rId58" Type="http://schemas.openxmlformats.org/officeDocument/2006/relationships/customXml" Target="../ink/ink58.xml"/><Relationship Id="rId74" Type="http://schemas.openxmlformats.org/officeDocument/2006/relationships/customXml" Target="../ink/ink66.xml"/><Relationship Id="rId79" Type="http://schemas.openxmlformats.org/officeDocument/2006/relationships/image" Target="../media/image74.png"/><Relationship Id="rId102" Type="http://schemas.openxmlformats.org/officeDocument/2006/relationships/customXml" Target="../ink/ink80.xml"/><Relationship Id="rId123" Type="http://schemas.openxmlformats.org/officeDocument/2006/relationships/image" Target="../media/image96.png"/><Relationship Id="rId5" Type="http://schemas.openxmlformats.org/officeDocument/2006/relationships/image" Target="../media/image37.png"/><Relationship Id="rId90" Type="http://schemas.openxmlformats.org/officeDocument/2006/relationships/customXml" Target="../ink/ink74.xml"/><Relationship Id="rId95" Type="http://schemas.openxmlformats.org/officeDocument/2006/relationships/image" Target="../media/image82.png"/><Relationship Id="rId22" Type="http://schemas.openxmlformats.org/officeDocument/2006/relationships/customXml" Target="../ink/ink40.xml"/><Relationship Id="rId27" Type="http://schemas.openxmlformats.org/officeDocument/2006/relationships/image" Target="../media/image48.png"/><Relationship Id="rId43" Type="http://schemas.openxmlformats.org/officeDocument/2006/relationships/image" Target="../media/image56.png"/><Relationship Id="rId48" Type="http://schemas.openxmlformats.org/officeDocument/2006/relationships/customXml" Target="../ink/ink53.xml"/><Relationship Id="rId64" Type="http://schemas.openxmlformats.org/officeDocument/2006/relationships/customXml" Target="../ink/ink61.xml"/><Relationship Id="rId69" Type="http://schemas.openxmlformats.org/officeDocument/2006/relationships/image" Target="../media/image69.png"/><Relationship Id="rId113" Type="http://schemas.openxmlformats.org/officeDocument/2006/relationships/image" Target="../media/image91.png"/><Relationship Id="rId118" Type="http://schemas.openxmlformats.org/officeDocument/2006/relationships/customXml" Target="../ink/ink88.xml"/><Relationship Id="rId80" Type="http://schemas.openxmlformats.org/officeDocument/2006/relationships/customXml" Target="../ink/ink69.xml"/><Relationship Id="rId85" Type="http://schemas.openxmlformats.org/officeDocument/2006/relationships/image" Target="../media/image77.png"/><Relationship Id="rId12" Type="http://schemas.openxmlformats.org/officeDocument/2006/relationships/customXml" Target="../ink/ink35.xml"/><Relationship Id="rId17" Type="http://schemas.openxmlformats.org/officeDocument/2006/relationships/image" Target="../media/image43.png"/><Relationship Id="rId33" Type="http://schemas.openxmlformats.org/officeDocument/2006/relationships/image" Target="../media/image51.png"/><Relationship Id="rId38" Type="http://schemas.openxmlformats.org/officeDocument/2006/relationships/customXml" Target="../ink/ink48.xml"/><Relationship Id="rId59" Type="http://schemas.openxmlformats.org/officeDocument/2006/relationships/image" Target="../media/image64.png"/><Relationship Id="rId103" Type="http://schemas.openxmlformats.org/officeDocument/2006/relationships/image" Target="../media/image86.png"/><Relationship Id="rId108" Type="http://schemas.openxmlformats.org/officeDocument/2006/relationships/customXml" Target="../ink/ink83.xml"/><Relationship Id="rId54" Type="http://schemas.openxmlformats.org/officeDocument/2006/relationships/customXml" Target="../ink/ink56.xml"/><Relationship Id="rId70" Type="http://schemas.openxmlformats.org/officeDocument/2006/relationships/customXml" Target="../ink/ink64.xml"/><Relationship Id="rId75" Type="http://schemas.openxmlformats.org/officeDocument/2006/relationships/image" Target="../media/image72.png"/><Relationship Id="rId91" Type="http://schemas.openxmlformats.org/officeDocument/2006/relationships/image" Target="../media/image80.png"/><Relationship Id="rId96" Type="http://schemas.openxmlformats.org/officeDocument/2006/relationships/customXml" Target="../ink/ink77.xml"/><Relationship Id="rId1" Type="http://schemas.openxmlformats.org/officeDocument/2006/relationships/slideLayout" Target="../slideLayouts/slideLayout2.xml"/><Relationship Id="rId6" Type="http://schemas.openxmlformats.org/officeDocument/2006/relationships/customXml" Target="../ink/ink32.xml"/><Relationship Id="rId23" Type="http://schemas.openxmlformats.org/officeDocument/2006/relationships/image" Target="../media/image46.png"/><Relationship Id="rId28" Type="http://schemas.openxmlformats.org/officeDocument/2006/relationships/customXml" Target="../ink/ink43.xml"/><Relationship Id="rId49" Type="http://schemas.openxmlformats.org/officeDocument/2006/relationships/image" Target="../media/image59.png"/><Relationship Id="rId114" Type="http://schemas.openxmlformats.org/officeDocument/2006/relationships/customXml" Target="../ink/ink86.xml"/><Relationship Id="rId119" Type="http://schemas.openxmlformats.org/officeDocument/2006/relationships/image" Target="../media/image94.png"/><Relationship Id="rId44" Type="http://schemas.openxmlformats.org/officeDocument/2006/relationships/customXml" Target="../ink/ink51.xml"/><Relationship Id="rId60" Type="http://schemas.openxmlformats.org/officeDocument/2006/relationships/customXml" Target="../ink/ink59.xml"/><Relationship Id="rId65" Type="http://schemas.openxmlformats.org/officeDocument/2006/relationships/image" Target="../media/image67.png"/><Relationship Id="rId81" Type="http://schemas.openxmlformats.org/officeDocument/2006/relationships/image" Target="../media/image75.png"/><Relationship Id="rId86" Type="http://schemas.openxmlformats.org/officeDocument/2006/relationships/customXml" Target="../ink/ink72.xml"/><Relationship Id="rId4" Type="http://schemas.openxmlformats.org/officeDocument/2006/relationships/customXml" Target="../ink/ink31.xml"/><Relationship Id="rId9" Type="http://schemas.openxmlformats.org/officeDocument/2006/relationships/image" Target="../media/image39.png"/><Relationship Id="rId13" Type="http://schemas.openxmlformats.org/officeDocument/2006/relationships/image" Target="../media/image41.png"/><Relationship Id="rId18" Type="http://schemas.openxmlformats.org/officeDocument/2006/relationships/customXml" Target="../ink/ink38.xml"/><Relationship Id="rId39" Type="http://schemas.openxmlformats.org/officeDocument/2006/relationships/image" Target="../media/image54.png"/><Relationship Id="rId109" Type="http://schemas.openxmlformats.org/officeDocument/2006/relationships/image" Target="../media/image89.png"/><Relationship Id="rId34" Type="http://schemas.openxmlformats.org/officeDocument/2006/relationships/customXml" Target="../ink/ink46.xml"/><Relationship Id="rId50" Type="http://schemas.openxmlformats.org/officeDocument/2006/relationships/customXml" Target="../ink/ink54.xml"/><Relationship Id="rId55" Type="http://schemas.openxmlformats.org/officeDocument/2006/relationships/image" Target="../media/image62.png"/><Relationship Id="rId76" Type="http://schemas.openxmlformats.org/officeDocument/2006/relationships/customXml" Target="../ink/ink67.xml"/><Relationship Id="rId97" Type="http://schemas.openxmlformats.org/officeDocument/2006/relationships/image" Target="../media/image83.png"/><Relationship Id="rId104" Type="http://schemas.openxmlformats.org/officeDocument/2006/relationships/customXml" Target="../ink/ink81.xml"/><Relationship Id="rId120" Type="http://schemas.openxmlformats.org/officeDocument/2006/relationships/customXml" Target="../ink/ink89.xml"/><Relationship Id="rId7" Type="http://schemas.openxmlformats.org/officeDocument/2006/relationships/image" Target="../media/image38.png"/><Relationship Id="rId71" Type="http://schemas.openxmlformats.org/officeDocument/2006/relationships/image" Target="../media/image70.png"/><Relationship Id="rId92" Type="http://schemas.openxmlformats.org/officeDocument/2006/relationships/customXml" Target="../ink/ink75.xml"/><Relationship Id="rId2" Type="http://schemas.openxmlformats.org/officeDocument/2006/relationships/customXml" Target="../ink/ink30.xml"/><Relationship Id="rId29" Type="http://schemas.openxmlformats.org/officeDocument/2006/relationships/image" Target="../media/image49.png"/><Relationship Id="rId24" Type="http://schemas.openxmlformats.org/officeDocument/2006/relationships/customXml" Target="../ink/ink41.xml"/><Relationship Id="rId40" Type="http://schemas.openxmlformats.org/officeDocument/2006/relationships/customXml" Target="../ink/ink49.xml"/><Relationship Id="rId45" Type="http://schemas.openxmlformats.org/officeDocument/2006/relationships/image" Target="../media/image57.png"/><Relationship Id="rId66" Type="http://schemas.openxmlformats.org/officeDocument/2006/relationships/customXml" Target="../ink/ink62.xml"/><Relationship Id="rId87" Type="http://schemas.openxmlformats.org/officeDocument/2006/relationships/image" Target="../media/image78.png"/><Relationship Id="rId110" Type="http://schemas.openxmlformats.org/officeDocument/2006/relationships/customXml" Target="../ink/ink84.xml"/><Relationship Id="rId115" Type="http://schemas.openxmlformats.org/officeDocument/2006/relationships/image" Target="../media/image92.png"/><Relationship Id="rId61" Type="http://schemas.openxmlformats.org/officeDocument/2006/relationships/image" Target="../media/image65.png"/><Relationship Id="rId82" Type="http://schemas.openxmlformats.org/officeDocument/2006/relationships/customXml" Target="../ink/ink70.xml"/><Relationship Id="rId19" Type="http://schemas.openxmlformats.org/officeDocument/2006/relationships/image" Target="../media/image44.png"/><Relationship Id="rId14" Type="http://schemas.openxmlformats.org/officeDocument/2006/relationships/customXml" Target="../ink/ink36.xml"/><Relationship Id="rId30" Type="http://schemas.openxmlformats.org/officeDocument/2006/relationships/customXml" Target="../ink/ink44.xml"/><Relationship Id="rId35" Type="http://schemas.openxmlformats.org/officeDocument/2006/relationships/image" Target="../media/image52.png"/><Relationship Id="rId56" Type="http://schemas.openxmlformats.org/officeDocument/2006/relationships/customXml" Target="../ink/ink57.xml"/><Relationship Id="rId77" Type="http://schemas.openxmlformats.org/officeDocument/2006/relationships/image" Target="../media/image73.png"/><Relationship Id="rId100" Type="http://schemas.openxmlformats.org/officeDocument/2006/relationships/customXml" Target="../ink/ink79.xml"/><Relationship Id="rId105" Type="http://schemas.openxmlformats.org/officeDocument/2006/relationships/image" Target="../media/image87.png"/><Relationship Id="rId8" Type="http://schemas.openxmlformats.org/officeDocument/2006/relationships/customXml" Target="../ink/ink33.xml"/><Relationship Id="rId51" Type="http://schemas.openxmlformats.org/officeDocument/2006/relationships/image" Target="../media/image60.png"/><Relationship Id="rId72" Type="http://schemas.openxmlformats.org/officeDocument/2006/relationships/customXml" Target="../ink/ink65.xml"/><Relationship Id="rId93" Type="http://schemas.openxmlformats.org/officeDocument/2006/relationships/image" Target="../media/image81.png"/><Relationship Id="rId98" Type="http://schemas.openxmlformats.org/officeDocument/2006/relationships/customXml" Target="../ink/ink78.xml"/><Relationship Id="rId121" Type="http://schemas.openxmlformats.org/officeDocument/2006/relationships/image" Target="../media/image95.png"/><Relationship Id="rId3" Type="http://schemas.openxmlformats.org/officeDocument/2006/relationships/image" Target="../media/image360.png"/><Relationship Id="rId25" Type="http://schemas.openxmlformats.org/officeDocument/2006/relationships/image" Target="../media/image47.png"/><Relationship Id="rId46" Type="http://schemas.openxmlformats.org/officeDocument/2006/relationships/customXml" Target="../ink/ink52.xml"/><Relationship Id="rId67" Type="http://schemas.openxmlformats.org/officeDocument/2006/relationships/image" Target="../media/image68.png"/><Relationship Id="rId116" Type="http://schemas.openxmlformats.org/officeDocument/2006/relationships/customXml" Target="../ink/ink87.xml"/><Relationship Id="rId20" Type="http://schemas.openxmlformats.org/officeDocument/2006/relationships/customXml" Target="../ink/ink39.xml"/><Relationship Id="rId41" Type="http://schemas.openxmlformats.org/officeDocument/2006/relationships/image" Target="../media/image55.png"/><Relationship Id="rId62" Type="http://schemas.openxmlformats.org/officeDocument/2006/relationships/customXml" Target="../ink/ink60.xml"/><Relationship Id="rId83" Type="http://schemas.openxmlformats.org/officeDocument/2006/relationships/image" Target="../media/image76.png"/><Relationship Id="rId88" Type="http://schemas.openxmlformats.org/officeDocument/2006/relationships/customXml" Target="../ink/ink73.xml"/><Relationship Id="rId111" Type="http://schemas.openxmlformats.org/officeDocument/2006/relationships/image" Target="../media/image90.png"/><Relationship Id="rId15" Type="http://schemas.openxmlformats.org/officeDocument/2006/relationships/image" Target="../media/image42.png"/><Relationship Id="rId36" Type="http://schemas.openxmlformats.org/officeDocument/2006/relationships/customXml" Target="../ink/ink47.xml"/><Relationship Id="rId57" Type="http://schemas.openxmlformats.org/officeDocument/2006/relationships/image" Target="../media/image63.png"/><Relationship Id="rId106" Type="http://schemas.openxmlformats.org/officeDocument/2006/relationships/customXml" Target="../ink/ink82.xml"/><Relationship Id="rId10" Type="http://schemas.openxmlformats.org/officeDocument/2006/relationships/customXml" Target="../ink/ink34.xml"/><Relationship Id="rId31" Type="http://schemas.openxmlformats.org/officeDocument/2006/relationships/image" Target="../media/image50.png"/><Relationship Id="rId52" Type="http://schemas.openxmlformats.org/officeDocument/2006/relationships/customXml" Target="../ink/ink55.xml"/><Relationship Id="rId73" Type="http://schemas.openxmlformats.org/officeDocument/2006/relationships/image" Target="../media/image71.png"/><Relationship Id="rId78" Type="http://schemas.openxmlformats.org/officeDocument/2006/relationships/customXml" Target="../ink/ink68.xml"/><Relationship Id="rId94" Type="http://schemas.openxmlformats.org/officeDocument/2006/relationships/customXml" Target="../ink/ink76.xml"/><Relationship Id="rId99" Type="http://schemas.openxmlformats.org/officeDocument/2006/relationships/image" Target="../media/image84.png"/><Relationship Id="rId101" Type="http://schemas.openxmlformats.org/officeDocument/2006/relationships/image" Target="../media/image85.png"/><Relationship Id="rId122" Type="http://schemas.openxmlformats.org/officeDocument/2006/relationships/customXml" Target="../ink/ink90.xml"/></Relationships>
</file>

<file path=ppt/slides/_rels/slide17.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customXml" Target="../ink/ink94.xml"/><Relationship Id="rId3" Type="http://schemas.openxmlformats.org/officeDocument/2006/relationships/image" Target="../media/image98.png"/><Relationship Id="rId7" Type="http://schemas.openxmlformats.org/officeDocument/2006/relationships/image" Target="../media/image100.png"/><Relationship Id="rId2" Type="http://schemas.openxmlformats.org/officeDocument/2006/relationships/customXml" Target="../ink/ink91.xml"/><Relationship Id="rId1" Type="http://schemas.openxmlformats.org/officeDocument/2006/relationships/slideLayout" Target="../slideLayouts/slideLayout2.xml"/><Relationship Id="rId6" Type="http://schemas.openxmlformats.org/officeDocument/2006/relationships/customXml" Target="../ink/ink93.xml"/><Relationship Id="rId5" Type="http://schemas.openxmlformats.org/officeDocument/2006/relationships/image" Target="../media/image99.png"/><Relationship Id="rId4" Type="http://schemas.openxmlformats.org/officeDocument/2006/relationships/customXml" Target="../ink/ink92.xml"/><Relationship Id="rId9" Type="http://schemas.openxmlformats.org/officeDocument/2006/relationships/image" Target="../media/image10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customXml" Target="../ink/ink95.xml"/><Relationship Id="rId7" Type="http://schemas.openxmlformats.org/officeDocument/2006/relationships/customXml" Target="../ink/ink97.xml"/><Relationship Id="rId2" Type="http://schemas.openxmlformats.org/officeDocument/2006/relationships/image" Target="../media/image97.png"/><Relationship Id="rId1" Type="http://schemas.openxmlformats.org/officeDocument/2006/relationships/slideLayout" Target="../slideLayouts/slideLayout2.xml"/><Relationship Id="rId6" Type="http://schemas.openxmlformats.org/officeDocument/2006/relationships/image" Target="../media/image104.png"/><Relationship Id="rId5" Type="http://schemas.openxmlformats.org/officeDocument/2006/relationships/customXml" Target="../ink/ink96.xml"/><Relationship Id="rId4" Type="http://schemas.openxmlformats.org/officeDocument/2006/relationships/image" Target="../media/image10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8.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customXml" Target="../ink/ink101.xml"/><Relationship Id="rId13" Type="http://schemas.openxmlformats.org/officeDocument/2006/relationships/image" Target="../media/image112.png"/><Relationship Id="rId3" Type="http://schemas.openxmlformats.org/officeDocument/2006/relationships/image" Target="../media/image107.png"/><Relationship Id="rId7" Type="http://schemas.openxmlformats.org/officeDocument/2006/relationships/image" Target="../media/image109.png"/><Relationship Id="rId12" Type="http://schemas.openxmlformats.org/officeDocument/2006/relationships/customXml" Target="../ink/ink103.xml"/><Relationship Id="rId2" Type="http://schemas.openxmlformats.org/officeDocument/2006/relationships/customXml" Target="../ink/ink98.xml"/><Relationship Id="rId1" Type="http://schemas.openxmlformats.org/officeDocument/2006/relationships/slideLayout" Target="../slideLayouts/slideLayout2.xml"/><Relationship Id="rId6" Type="http://schemas.openxmlformats.org/officeDocument/2006/relationships/customXml" Target="../ink/ink100.xml"/><Relationship Id="rId11" Type="http://schemas.openxmlformats.org/officeDocument/2006/relationships/image" Target="../media/image111.png"/><Relationship Id="rId5" Type="http://schemas.openxmlformats.org/officeDocument/2006/relationships/image" Target="../media/image108.png"/><Relationship Id="rId10" Type="http://schemas.openxmlformats.org/officeDocument/2006/relationships/customXml" Target="../ink/ink102.xml"/><Relationship Id="rId4" Type="http://schemas.openxmlformats.org/officeDocument/2006/relationships/customXml" Target="../ink/ink99.xml"/><Relationship Id="rId9" Type="http://schemas.openxmlformats.org/officeDocument/2006/relationships/image" Target="../media/image1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117.png"/><Relationship Id="rId13" Type="http://schemas.openxmlformats.org/officeDocument/2006/relationships/customXml" Target="../ink/ink109.xml"/><Relationship Id="rId18" Type="http://schemas.openxmlformats.org/officeDocument/2006/relationships/image" Target="../media/image122.png"/><Relationship Id="rId3" Type="http://schemas.openxmlformats.org/officeDocument/2006/relationships/customXml" Target="../ink/ink104.xml"/><Relationship Id="rId7" Type="http://schemas.openxmlformats.org/officeDocument/2006/relationships/customXml" Target="../ink/ink106.xml"/><Relationship Id="rId12" Type="http://schemas.openxmlformats.org/officeDocument/2006/relationships/image" Target="../media/image119.png"/><Relationship Id="rId17" Type="http://schemas.openxmlformats.org/officeDocument/2006/relationships/customXml" Target="../ink/ink111.xml"/><Relationship Id="rId2" Type="http://schemas.openxmlformats.org/officeDocument/2006/relationships/image" Target="../media/image102.png"/><Relationship Id="rId16" Type="http://schemas.openxmlformats.org/officeDocument/2006/relationships/image" Target="../media/image121.png"/><Relationship Id="rId1" Type="http://schemas.openxmlformats.org/officeDocument/2006/relationships/slideLayout" Target="../slideLayouts/slideLayout2.xml"/><Relationship Id="rId6" Type="http://schemas.openxmlformats.org/officeDocument/2006/relationships/image" Target="../media/image116.png"/><Relationship Id="rId11" Type="http://schemas.openxmlformats.org/officeDocument/2006/relationships/customXml" Target="../ink/ink108.xml"/><Relationship Id="rId5" Type="http://schemas.openxmlformats.org/officeDocument/2006/relationships/customXml" Target="../ink/ink105.xml"/><Relationship Id="rId15" Type="http://schemas.openxmlformats.org/officeDocument/2006/relationships/customXml" Target="../ink/ink110.xml"/><Relationship Id="rId10" Type="http://schemas.openxmlformats.org/officeDocument/2006/relationships/image" Target="../media/image118.png"/><Relationship Id="rId4" Type="http://schemas.openxmlformats.org/officeDocument/2006/relationships/image" Target="../media/image115.png"/><Relationship Id="rId9" Type="http://schemas.openxmlformats.org/officeDocument/2006/relationships/customXml" Target="../ink/ink107.xml"/><Relationship Id="rId14" Type="http://schemas.openxmlformats.org/officeDocument/2006/relationships/image" Target="../media/image1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3" Type="http://schemas.openxmlformats.org/officeDocument/2006/relationships/image" Target="../media/image128.png"/><Relationship Id="rId18" Type="http://schemas.openxmlformats.org/officeDocument/2006/relationships/customXml" Target="../ink/ink120.xml"/><Relationship Id="rId26" Type="http://schemas.openxmlformats.org/officeDocument/2006/relationships/customXml" Target="../ink/ink124.xml"/><Relationship Id="rId3" Type="http://schemas.openxmlformats.org/officeDocument/2006/relationships/image" Target="../media/image123.png"/><Relationship Id="rId21" Type="http://schemas.openxmlformats.org/officeDocument/2006/relationships/image" Target="../media/image132.png"/><Relationship Id="rId7" Type="http://schemas.openxmlformats.org/officeDocument/2006/relationships/image" Target="../media/image125.png"/><Relationship Id="rId12" Type="http://schemas.openxmlformats.org/officeDocument/2006/relationships/customXml" Target="../ink/ink117.xml"/><Relationship Id="rId17" Type="http://schemas.openxmlformats.org/officeDocument/2006/relationships/image" Target="../media/image130.png"/><Relationship Id="rId25" Type="http://schemas.openxmlformats.org/officeDocument/2006/relationships/image" Target="../media/image134.png"/><Relationship Id="rId33" Type="http://schemas.openxmlformats.org/officeDocument/2006/relationships/image" Target="../media/image138.png"/><Relationship Id="rId2" Type="http://schemas.openxmlformats.org/officeDocument/2006/relationships/customXml" Target="../ink/ink112.xml"/><Relationship Id="rId16" Type="http://schemas.openxmlformats.org/officeDocument/2006/relationships/customXml" Target="../ink/ink119.xml"/><Relationship Id="rId20" Type="http://schemas.openxmlformats.org/officeDocument/2006/relationships/customXml" Target="../ink/ink121.xml"/><Relationship Id="rId29" Type="http://schemas.openxmlformats.org/officeDocument/2006/relationships/image" Target="../media/image136.png"/><Relationship Id="rId1" Type="http://schemas.openxmlformats.org/officeDocument/2006/relationships/slideLayout" Target="../slideLayouts/slideLayout2.xml"/><Relationship Id="rId6" Type="http://schemas.openxmlformats.org/officeDocument/2006/relationships/customXml" Target="../ink/ink114.xml"/><Relationship Id="rId11" Type="http://schemas.openxmlformats.org/officeDocument/2006/relationships/image" Target="../media/image127.png"/><Relationship Id="rId24" Type="http://schemas.openxmlformats.org/officeDocument/2006/relationships/customXml" Target="../ink/ink123.xml"/><Relationship Id="rId32" Type="http://schemas.openxmlformats.org/officeDocument/2006/relationships/customXml" Target="../ink/ink127.xml"/><Relationship Id="rId5" Type="http://schemas.openxmlformats.org/officeDocument/2006/relationships/image" Target="../media/image124.png"/><Relationship Id="rId15" Type="http://schemas.openxmlformats.org/officeDocument/2006/relationships/image" Target="../media/image129.png"/><Relationship Id="rId23" Type="http://schemas.openxmlformats.org/officeDocument/2006/relationships/image" Target="../media/image133.png"/><Relationship Id="rId28" Type="http://schemas.openxmlformats.org/officeDocument/2006/relationships/customXml" Target="../ink/ink125.xml"/><Relationship Id="rId10" Type="http://schemas.openxmlformats.org/officeDocument/2006/relationships/customXml" Target="../ink/ink116.xml"/><Relationship Id="rId19" Type="http://schemas.openxmlformats.org/officeDocument/2006/relationships/image" Target="../media/image131.png"/><Relationship Id="rId31" Type="http://schemas.openxmlformats.org/officeDocument/2006/relationships/image" Target="../media/image137.png"/><Relationship Id="rId4" Type="http://schemas.openxmlformats.org/officeDocument/2006/relationships/customXml" Target="../ink/ink113.xml"/><Relationship Id="rId9" Type="http://schemas.openxmlformats.org/officeDocument/2006/relationships/image" Target="../media/image126.png"/><Relationship Id="rId14" Type="http://schemas.openxmlformats.org/officeDocument/2006/relationships/customXml" Target="../ink/ink118.xml"/><Relationship Id="rId22" Type="http://schemas.openxmlformats.org/officeDocument/2006/relationships/customXml" Target="../ink/ink122.xml"/><Relationship Id="rId27" Type="http://schemas.openxmlformats.org/officeDocument/2006/relationships/image" Target="../media/image135.png"/><Relationship Id="rId30" Type="http://schemas.openxmlformats.org/officeDocument/2006/relationships/customXml" Target="../ink/ink126.xml"/><Relationship Id="rId8" Type="http://schemas.openxmlformats.org/officeDocument/2006/relationships/customXml" Target="../ink/ink115.xml"/></Relationships>
</file>

<file path=ppt/slides/_rels/slide34.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image" Target="../media/image145.png"/><Relationship Id="rId13" Type="http://schemas.openxmlformats.org/officeDocument/2006/relationships/customXml" Target="../ink/ink133.xml"/><Relationship Id="rId3" Type="http://schemas.openxmlformats.org/officeDocument/2006/relationships/customXml" Target="../ink/ink128.xml"/><Relationship Id="rId7" Type="http://schemas.openxmlformats.org/officeDocument/2006/relationships/customXml" Target="../ink/ink130.xml"/><Relationship Id="rId12" Type="http://schemas.openxmlformats.org/officeDocument/2006/relationships/image" Target="../media/image147.png"/><Relationship Id="rId2" Type="http://schemas.openxmlformats.org/officeDocument/2006/relationships/image" Target="../media/image115.jpeg"/><Relationship Id="rId1" Type="http://schemas.openxmlformats.org/officeDocument/2006/relationships/slideLayout" Target="../slideLayouts/slideLayout2.xml"/><Relationship Id="rId6" Type="http://schemas.openxmlformats.org/officeDocument/2006/relationships/image" Target="../media/image144.png"/><Relationship Id="rId11" Type="http://schemas.openxmlformats.org/officeDocument/2006/relationships/customXml" Target="../ink/ink132.xml"/><Relationship Id="rId5" Type="http://schemas.openxmlformats.org/officeDocument/2006/relationships/customXml" Target="../ink/ink129.xml"/><Relationship Id="rId10" Type="http://schemas.openxmlformats.org/officeDocument/2006/relationships/image" Target="../media/image146.png"/><Relationship Id="rId4" Type="http://schemas.openxmlformats.org/officeDocument/2006/relationships/image" Target="../media/image143.png"/><Relationship Id="rId9" Type="http://schemas.openxmlformats.org/officeDocument/2006/relationships/customXml" Target="../ink/ink131.xml"/><Relationship Id="rId14" Type="http://schemas.openxmlformats.org/officeDocument/2006/relationships/image" Target="../media/image14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16.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17.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b="1" dirty="0"/>
              <a:t>第二章 </a:t>
            </a:r>
            <a:r>
              <a:rPr lang="en-US" altLang="zh-CN" b="1" dirty="0"/>
              <a:t>MCS-51</a:t>
            </a:r>
            <a:r>
              <a:rPr lang="zh-CN" altLang="en-US" b="1" dirty="0"/>
              <a:t>单片机的硬件结构</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b="1" dirty="0">
                <a:solidFill>
                  <a:srgbClr val="C00000"/>
                </a:solidFill>
              </a:rPr>
              <a:t>一</a:t>
            </a:r>
            <a:r>
              <a:rPr lang="en-US" altLang="zh-CN" b="1" dirty="0">
                <a:solidFill>
                  <a:srgbClr val="C00000"/>
                </a:solidFill>
              </a:rPr>
              <a:t>.MCS-51</a:t>
            </a:r>
            <a:r>
              <a:rPr lang="zh-CN" altLang="en-US" b="1" dirty="0">
                <a:solidFill>
                  <a:srgbClr val="C00000"/>
                </a:solidFill>
              </a:rPr>
              <a:t>单片机的硬件结构</a:t>
            </a:r>
          </a:p>
        </p:txBody>
      </p:sp>
      <p:pic>
        <p:nvPicPr>
          <p:cNvPr id="1026" name="Picture 2"/>
          <p:cNvPicPr>
            <a:picLocks noChangeAspect="1" noChangeArrowheads="1"/>
          </p:cNvPicPr>
          <p:nvPr/>
        </p:nvPicPr>
        <p:blipFill>
          <a:blip r:embed="rId2"/>
          <a:srcRect/>
          <a:stretch>
            <a:fillRect/>
          </a:stretch>
        </p:blipFill>
        <p:spPr bwMode="auto">
          <a:xfrm>
            <a:off x="1857356" y="1571612"/>
            <a:ext cx="5357850" cy="3012488"/>
          </a:xfrm>
          <a:prstGeom prst="rect">
            <a:avLst/>
          </a:prstGeom>
          <a:noFill/>
          <a:ln w="9525">
            <a:noFill/>
            <a:miter lim="800000"/>
            <a:headEnd/>
            <a:tailEnd/>
          </a:ln>
          <a:effectLst/>
        </p:spPr>
      </p:pic>
      <p:sp>
        <p:nvSpPr>
          <p:cNvPr id="5" name="矩形 4"/>
          <p:cNvSpPr/>
          <p:nvPr/>
        </p:nvSpPr>
        <p:spPr>
          <a:xfrm>
            <a:off x="428596" y="4714884"/>
            <a:ext cx="8429684" cy="1938992"/>
          </a:xfrm>
          <a:prstGeom prst="rect">
            <a:avLst/>
          </a:prstGeom>
        </p:spPr>
        <p:txBody>
          <a:bodyPr wrap="square">
            <a:spAutoFit/>
          </a:bodyPr>
          <a:lstStyle/>
          <a:p>
            <a:r>
              <a:rPr lang="en-US" altLang="zh-CN" sz="2400" dirty="0"/>
              <a:t>        MCS-51</a:t>
            </a:r>
            <a:r>
              <a:rPr lang="zh-CN" altLang="en-US" sz="2400" dirty="0"/>
              <a:t>是</a:t>
            </a:r>
            <a:r>
              <a:rPr lang="en-US" altLang="zh-CN" sz="2400" dirty="0"/>
              <a:t>8</a:t>
            </a:r>
            <a:r>
              <a:rPr lang="zh-CN" altLang="en-US" sz="2400" dirty="0"/>
              <a:t>位单片机，有</a:t>
            </a:r>
            <a:r>
              <a:rPr lang="en-US" altLang="zh-CN" sz="2400" dirty="0">
                <a:highlight>
                  <a:srgbClr val="FFFF00"/>
                </a:highlight>
              </a:rPr>
              <a:t>40</a:t>
            </a:r>
            <a:r>
              <a:rPr lang="zh-CN" altLang="en-US" sz="2400" dirty="0">
                <a:highlight>
                  <a:srgbClr val="FFFF00"/>
                </a:highlight>
              </a:rPr>
              <a:t>个管脚，</a:t>
            </a:r>
            <a:r>
              <a:rPr lang="en-US" altLang="zh-CN" sz="2400" dirty="0">
                <a:highlight>
                  <a:srgbClr val="FFFF00"/>
                </a:highlight>
              </a:rPr>
              <a:t>8</a:t>
            </a:r>
            <a:r>
              <a:rPr lang="zh-CN" altLang="en-US" sz="2400" dirty="0">
                <a:highlight>
                  <a:srgbClr val="FFFF00"/>
                </a:highlight>
              </a:rPr>
              <a:t>根数据线，</a:t>
            </a:r>
            <a:r>
              <a:rPr lang="en-US" altLang="zh-CN" sz="2400" dirty="0">
                <a:highlight>
                  <a:srgbClr val="FFFF00"/>
                </a:highlight>
              </a:rPr>
              <a:t>16</a:t>
            </a:r>
            <a:r>
              <a:rPr lang="zh-CN" altLang="en-US" sz="2400" dirty="0">
                <a:highlight>
                  <a:srgbClr val="FFFF00"/>
                </a:highlight>
              </a:rPr>
              <a:t>根地址线。通常称为八大基本组成部分：</a:t>
            </a:r>
            <a:r>
              <a:rPr lang="en-US" altLang="zh-CN" sz="2400" dirty="0">
                <a:highlight>
                  <a:srgbClr val="FFFF00"/>
                </a:highlight>
              </a:rPr>
              <a:t>CPU </a:t>
            </a:r>
            <a:r>
              <a:rPr lang="zh-CN" altLang="en-US" sz="2400" dirty="0">
                <a:highlight>
                  <a:srgbClr val="FFFF00"/>
                </a:highlight>
              </a:rPr>
              <a:t>、</a:t>
            </a:r>
            <a:r>
              <a:rPr lang="en-US" altLang="zh-CN" sz="2400" dirty="0">
                <a:highlight>
                  <a:srgbClr val="FFFF00"/>
                </a:highlight>
              </a:rPr>
              <a:t>ROM</a:t>
            </a:r>
            <a:r>
              <a:rPr lang="zh-CN" altLang="en-US" sz="2400" dirty="0">
                <a:highlight>
                  <a:srgbClr val="FFFF00"/>
                </a:highlight>
              </a:rPr>
              <a:t>、</a:t>
            </a:r>
            <a:r>
              <a:rPr lang="en-US" altLang="zh-CN" sz="2400" dirty="0">
                <a:highlight>
                  <a:srgbClr val="FFFF00"/>
                </a:highlight>
              </a:rPr>
              <a:t>RAM</a:t>
            </a:r>
            <a:r>
              <a:rPr lang="zh-CN" altLang="en-US" sz="2400" dirty="0">
                <a:highlight>
                  <a:srgbClr val="FFFF00"/>
                </a:highlight>
              </a:rPr>
              <a:t>、</a:t>
            </a:r>
            <a:r>
              <a:rPr lang="en-US" altLang="zh-CN" sz="2400" dirty="0">
                <a:highlight>
                  <a:srgbClr val="FFFF00"/>
                </a:highlight>
              </a:rPr>
              <a:t>I/O </a:t>
            </a:r>
            <a:r>
              <a:rPr lang="zh-CN" altLang="en-US" sz="2400" dirty="0">
                <a:highlight>
                  <a:srgbClr val="FFFF00"/>
                </a:highlight>
              </a:rPr>
              <a:t>、定时</a:t>
            </a:r>
            <a:r>
              <a:rPr lang="en-US" altLang="zh-CN" sz="2400" dirty="0">
                <a:highlight>
                  <a:srgbClr val="FFFF00"/>
                </a:highlight>
              </a:rPr>
              <a:t>/</a:t>
            </a:r>
            <a:r>
              <a:rPr lang="zh-CN" altLang="en-US" sz="2400" dirty="0">
                <a:highlight>
                  <a:srgbClr val="FFFF00"/>
                </a:highlight>
              </a:rPr>
              <a:t>计数器、串口、</a:t>
            </a:r>
            <a:r>
              <a:rPr lang="en-US" altLang="zh-CN" sz="2400" dirty="0">
                <a:highlight>
                  <a:srgbClr val="FFFF00"/>
                </a:highlight>
              </a:rPr>
              <a:t>SFR</a:t>
            </a:r>
            <a:r>
              <a:rPr lang="zh-CN" altLang="en-US" sz="2400" dirty="0">
                <a:highlight>
                  <a:srgbClr val="FFFF00"/>
                </a:highlight>
              </a:rPr>
              <a:t>、中断服务系统。</a:t>
            </a:r>
            <a:endParaRPr lang="en-US" altLang="zh-CN" sz="2400" dirty="0">
              <a:highlight>
                <a:srgbClr val="FFFF00"/>
              </a:highlight>
            </a:endParaRPr>
          </a:p>
          <a:p>
            <a:r>
              <a:rPr lang="zh-CN" altLang="en-US" sz="2400" dirty="0"/>
              <a:t>备注：其中特殊功能寄存器（</a:t>
            </a:r>
            <a:r>
              <a:rPr lang="en-US" altLang="zh-CN" sz="2400" dirty="0"/>
              <a:t>SFR</a:t>
            </a:r>
            <a:r>
              <a:rPr lang="zh-CN" altLang="en-US" sz="2400" dirty="0"/>
              <a:t>）共有</a:t>
            </a:r>
            <a:r>
              <a:rPr lang="en-US" altLang="zh-CN" sz="2400" dirty="0"/>
              <a:t>21</a:t>
            </a:r>
            <a:r>
              <a:rPr lang="zh-CN" altLang="en-US" sz="2400" dirty="0"/>
              <a:t>个，是一个具有特殊功能的</a:t>
            </a:r>
            <a:r>
              <a:rPr lang="en-US" altLang="zh-CN" sz="2400" dirty="0"/>
              <a:t>RAM</a:t>
            </a:r>
            <a:r>
              <a:rPr lang="zh-CN" altLang="en-US" sz="2400" dirty="0"/>
              <a:t>区。</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3" name="Picture 3"/>
          <p:cNvPicPr>
            <a:picLocks noChangeAspect="1" noChangeArrowheads="1"/>
          </p:cNvPicPr>
          <p:nvPr/>
        </p:nvPicPr>
        <p:blipFill>
          <a:blip r:embed="rId2"/>
          <a:srcRect/>
          <a:stretch>
            <a:fillRect/>
          </a:stretch>
        </p:blipFill>
        <p:spPr bwMode="auto">
          <a:xfrm>
            <a:off x="423863" y="485775"/>
            <a:ext cx="8296275" cy="5886450"/>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4282" y="500042"/>
            <a:ext cx="8501122" cy="6072230"/>
          </a:xfrm>
        </p:spPr>
        <p:txBody>
          <a:bodyPr>
            <a:normAutofit fontScale="77500" lnSpcReduction="20000"/>
          </a:bodyPr>
          <a:lstStyle/>
          <a:p>
            <a:pPr>
              <a:lnSpc>
                <a:spcPct val="170000"/>
              </a:lnSpc>
              <a:buNone/>
            </a:pPr>
            <a:r>
              <a:rPr lang="en-US" altLang="zh-CN" b="1" dirty="0">
                <a:solidFill>
                  <a:srgbClr val="7030A0"/>
                </a:solidFill>
              </a:rPr>
              <a:t>1.8</a:t>
            </a:r>
            <a:r>
              <a:rPr lang="zh-CN" altLang="en-US" b="1" dirty="0">
                <a:solidFill>
                  <a:srgbClr val="7030A0"/>
                </a:solidFill>
              </a:rPr>
              <a:t>位</a:t>
            </a:r>
            <a:r>
              <a:rPr lang="en-US" altLang="zh-CN" b="1" dirty="0">
                <a:solidFill>
                  <a:srgbClr val="7030A0"/>
                </a:solidFill>
              </a:rPr>
              <a:t>CPU</a:t>
            </a:r>
            <a:r>
              <a:rPr lang="zh-CN" altLang="en-US" b="1" dirty="0">
                <a:solidFill>
                  <a:srgbClr val="7030A0"/>
                </a:solidFill>
              </a:rPr>
              <a:t>：</a:t>
            </a:r>
            <a:r>
              <a:rPr lang="zh-CN" altLang="en-US" dirty="0"/>
              <a:t>单片机的核心部分，是单片机的指挥和执行部件。 </a:t>
            </a:r>
            <a:r>
              <a:rPr lang="en-US" altLang="zh-CN" dirty="0">
                <a:highlight>
                  <a:srgbClr val="FFFF00"/>
                </a:highlight>
              </a:rPr>
              <a:t>CPU</a:t>
            </a:r>
            <a:r>
              <a:rPr lang="zh-CN" altLang="en-US" dirty="0">
                <a:highlight>
                  <a:srgbClr val="FFFF00"/>
                </a:highlight>
              </a:rPr>
              <a:t>的内部集成有运算器和控制器</a:t>
            </a:r>
            <a:r>
              <a:rPr lang="zh-CN" altLang="en-US" dirty="0"/>
              <a:t>，运算器完成运算操作（包括数据运算、逻辑运算等），控制器完成取指令、对指令译码以及执行指令。</a:t>
            </a:r>
            <a:endParaRPr lang="en-US" altLang="zh-CN" dirty="0"/>
          </a:p>
          <a:p>
            <a:pPr>
              <a:lnSpc>
                <a:spcPct val="170000"/>
              </a:lnSpc>
              <a:buNone/>
            </a:pPr>
            <a:r>
              <a:rPr lang="en-US" altLang="zh-CN" dirty="0">
                <a:solidFill>
                  <a:srgbClr val="7030A0"/>
                </a:solidFill>
              </a:rPr>
              <a:t>2.</a:t>
            </a:r>
            <a:r>
              <a:rPr lang="zh-CN" altLang="en-US" b="1" dirty="0">
                <a:solidFill>
                  <a:srgbClr val="7030A0"/>
                </a:solidFill>
              </a:rPr>
              <a:t>数据存储器</a:t>
            </a:r>
            <a:r>
              <a:rPr lang="en-US" altLang="zh-CN" b="1" dirty="0">
                <a:solidFill>
                  <a:srgbClr val="7030A0"/>
                </a:solidFill>
              </a:rPr>
              <a:t>(RAM)</a:t>
            </a:r>
            <a:r>
              <a:rPr lang="zh-CN" altLang="en-US" b="1" dirty="0">
                <a:solidFill>
                  <a:srgbClr val="7030A0"/>
                </a:solidFill>
              </a:rPr>
              <a:t>：</a:t>
            </a:r>
            <a:r>
              <a:rPr lang="en-US" altLang="zh-CN" dirty="0"/>
              <a:t>8051</a:t>
            </a:r>
            <a:r>
              <a:rPr lang="zh-CN" altLang="en-US" dirty="0"/>
              <a:t>内部有</a:t>
            </a:r>
            <a:r>
              <a:rPr lang="en-US" altLang="zh-CN" dirty="0"/>
              <a:t>128</a:t>
            </a:r>
            <a:r>
              <a:rPr lang="zh-CN" altLang="en-US" dirty="0"/>
              <a:t>字节数据存储器（</a:t>
            </a:r>
            <a:r>
              <a:rPr lang="en-US" altLang="zh-CN" dirty="0"/>
              <a:t>RAM</a:t>
            </a:r>
            <a:r>
              <a:rPr lang="zh-CN" altLang="en-US" dirty="0"/>
              <a:t>）和</a:t>
            </a:r>
            <a:r>
              <a:rPr lang="en-US" altLang="zh-CN" dirty="0"/>
              <a:t>21</a:t>
            </a:r>
            <a:r>
              <a:rPr lang="zh-CN" altLang="en-US" dirty="0"/>
              <a:t>个专用寄存器单元，它们是</a:t>
            </a:r>
            <a:r>
              <a:rPr lang="zh-CN" altLang="en-US" b="1" dirty="0">
                <a:solidFill>
                  <a:schemeClr val="accent2"/>
                </a:solidFill>
              </a:rPr>
              <a:t>统一编址的</a:t>
            </a:r>
            <a:r>
              <a:rPr lang="zh-CN" altLang="en-US" dirty="0"/>
              <a:t>，专用寄存器有专门的用途，通常用于</a:t>
            </a:r>
            <a:r>
              <a:rPr lang="zh-CN" altLang="en-US" dirty="0">
                <a:highlight>
                  <a:srgbClr val="FFFF00"/>
                </a:highlight>
              </a:rPr>
              <a:t>存放控制指令数据</a:t>
            </a:r>
            <a:r>
              <a:rPr lang="zh-CN" altLang="en-US" dirty="0"/>
              <a:t>，</a:t>
            </a:r>
            <a:r>
              <a:rPr lang="zh-CN" altLang="en-US" dirty="0">
                <a:highlight>
                  <a:srgbClr val="FFFF00"/>
                </a:highlight>
              </a:rPr>
              <a:t>不能用作用户数据的存放</a:t>
            </a:r>
            <a:r>
              <a:rPr lang="zh-CN" altLang="en-US" dirty="0"/>
              <a:t>，用户能使用的片上</a:t>
            </a:r>
            <a:r>
              <a:rPr lang="en-US" altLang="zh-CN" dirty="0"/>
              <a:t>RAM</a:t>
            </a:r>
            <a:r>
              <a:rPr lang="zh-CN" altLang="en-US" dirty="0"/>
              <a:t>只有</a:t>
            </a:r>
            <a:r>
              <a:rPr lang="en-US" altLang="zh-CN" dirty="0"/>
              <a:t>128</a:t>
            </a:r>
            <a:r>
              <a:rPr lang="zh-CN" altLang="en-US" dirty="0"/>
              <a:t>个字节，片外可扩展最多</a:t>
            </a:r>
            <a:r>
              <a:rPr lang="en-US" altLang="zh-CN" dirty="0">
                <a:highlight>
                  <a:srgbClr val="FFFF00"/>
                </a:highlight>
              </a:rPr>
              <a:t>64K</a:t>
            </a:r>
            <a:r>
              <a:rPr lang="zh-CN" altLang="en-US" dirty="0">
                <a:highlight>
                  <a:srgbClr val="FFFF00"/>
                </a:highlight>
              </a:rPr>
              <a:t>个字节</a:t>
            </a:r>
            <a:r>
              <a:rPr lang="zh-CN" altLang="en-US" dirty="0"/>
              <a:t>，可存放读写的数据，运算的中间结果或用户定义的字型表。</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85720" y="1000108"/>
            <a:ext cx="8572560" cy="5072098"/>
          </a:xfrm>
        </p:spPr>
        <p:txBody>
          <a:bodyPr>
            <a:normAutofit lnSpcReduction="10000"/>
          </a:bodyPr>
          <a:lstStyle/>
          <a:p>
            <a:pPr>
              <a:lnSpc>
                <a:spcPct val="150000"/>
              </a:lnSpc>
              <a:buNone/>
            </a:pPr>
            <a:r>
              <a:rPr lang="en-US" altLang="zh-CN" b="1" dirty="0">
                <a:solidFill>
                  <a:srgbClr val="7030A0"/>
                </a:solidFill>
              </a:rPr>
              <a:t>3.</a:t>
            </a:r>
            <a:r>
              <a:rPr lang="zh-CN" altLang="en-US" b="1" dirty="0">
                <a:solidFill>
                  <a:srgbClr val="7030A0"/>
                </a:solidFill>
              </a:rPr>
              <a:t>程序存储器</a:t>
            </a:r>
            <a:r>
              <a:rPr lang="en-US" altLang="zh-CN" b="1" dirty="0">
                <a:solidFill>
                  <a:srgbClr val="7030A0"/>
                </a:solidFill>
              </a:rPr>
              <a:t>ROM</a:t>
            </a:r>
            <a:r>
              <a:rPr lang="zh-CN" altLang="en-US" b="1" dirty="0">
                <a:solidFill>
                  <a:srgbClr val="7030A0"/>
                </a:solidFill>
              </a:rPr>
              <a:t>：</a:t>
            </a:r>
            <a:r>
              <a:rPr lang="en-US" altLang="zh-CN" dirty="0"/>
              <a:t>8051</a:t>
            </a:r>
            <a:r>
              <a:rPr lang="zh-CN" altLang="en-US" dirty="0"/>
              <a:t>片上有</a:t>
            </a:r>
            <a:r>
              <a:rPr lang="en-US" altLang="zh-CN" dirty="0">
                <a:highlight>
                  <a:srgbClr val="FFFF00"/>
                </a:highlight>
              </a:rPr>
              <a:t>4KBROM</a:t>
            </a:r>
            <a:r>
              <a:rPr lang="zh-CN" altLang="en-US" dirty="0"/>
              <a:t>作为程序存储器用来保存应用程序和表格之类的固定常数。片外可扩展最多</a:t>
            </a:r>
            <a:r>
              <a:rPr lang="en-US" altLang="zh-CN" dirty="0">
                <a:highlight>
                  <a:srgbClr val="FFFF00"/>
                </a:highlight>
              </a:rPr>
              <a:t>64K</a:t>
            </a:r>
            <a:r>
              <a:rPr lang="zh-CN" altLang="en-US" dirty="0">
                <a:highlight>
                  <a:srgbClr val="FFFF00"/>
                </a:highlight>
              </a:rPr>
              <a:t>个字节</a:t>
            </a:r>
            <a:r>
              <a:rPr lang="zh-CN" altLang="en-US" dirty="0"/>
              <a:t>。</a:t>
            </a:r>
            <a:endParaRPr lang="en-US" altLang="zh-CN" dirty="0"/>
          </a:p>
          <a:p>
            <a:pPr>
              <a:lnSpc>
                <a:spcPct val="150000"/>
              </a:lnSpc>
              <a:buNone/>
            </a:pPr>
            <a:r>
              <a:rPr lang="en-US" altLang="zh-CN" b="1" dirty="0">
                <a:solidFill>
                  <a:srgbClr val="7030A0"/>
                </a:solidFill>
              </a:rPr>
              <a:t>4.</a:t>
            </a:r>
            <a:r>
              <a:rPr lang="zh-CN" altLang="en-US" b="1" dirty="0">
                <a:solidFill>
                  <a:srgbClr val="7030A0"/>
                </a:solidFill>
              </a:rPr>
              <a:t>中断系统： </a:t>
            </a:r>
            <a:r>
              <a:rPr lang="en-US" altLang="zh-CN" dirty="0"/>
              <a:t>8051</a:t>
            </a:r>
            <a:r>
              <a:rPr lang="zh-CN" altLang="en-US" dirty="0"/>
              <a:t>具备较完善的中断功能，有</a:t>
            </a:r>
            <a:r>
              <a:rPr lang="zh-CN" altLang="en-US" dirty="0">
                <a:highlight>
                  <a:srgbClr val="FFFF00"/>
                </a:highlight>
              </a:rPr>
              <a:t>五个中断源（两个外中断、两个定时</a:t>
            </a:r>
            <a:r>
              <a:rPr lang="en-US" altLang="zh-CN" dirty="0">
                <a:highlight>
                  <a:srgbClr val="FFFF00"/>
                </a:highlight>
              </a:rPr>
              <a:t>/</a:t>
            </a:r>
            <a:r>
              <a:rPr lang="zh-CN" altLang="en-US" dirty="0">
                <a:highlight>
                  <a:srgbClr val="FFFF00"/>
                </a:highlight>
              </a:rPr>
              <a:t>计数器中断和一个串行中断）</a:t>
            </a:r>
            <a:r>
              <a:rPr lang="zh-CN" altLang="en-US" dirty="0"/>
              <a:t>，可基本满足不同的控制要求，并具有</a:t>
            </a:r>
            <a:r>
              <a:rPr lang="en-US" altLang="zh-CN" dirty="0">
                <a:highlight>
                  <a:srgbClr val="FFFF00"/>
                </a:highlight>
              </a:rPr>
              <a:t>2</a:t>
            </a:r>
            <a:r>
              <a:rPr lang="zh-CN" altLang="en-US" dirty="0">
                <a:highlight>
                  <a:srgbClr val="FFFF00"/>
                </a:highlight>
              </a:rPr>
              <a:t>级的优先级别选择</a:t>
            </a:r>
            <a:r>
              <a:rPr lang="zh-CN" altLang="en-US"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85720" y="500042"/>
            <a:ext cx="8572560" cy="6143668"/>
          </a:xfrm>
        </p:spPr>
        <p:txBody>
          <a:bodyPr>
            <a:normAutofit fontScale="92500" lnSpcReduction="20000"/>
          </a:bodyPr>
          <a:lstStyle/>
          <a:p>
            <a:pPr>
              <a:lnSpc>
                <a:spcPct val="160000"/>
              </a:lnSpc>
              <a:buNone/>
            </a:pPr>
            <a:r>
              <a:rPr lang="en-US" altLang="zh-CN" b="1" dirty="0">
                <a:solidFill>
                  <a:srgbClr val="7030A0"/>
                </a:solidFill>
              </a:rPr>
              <a:t>5.</a:t>
            </a:r>
            <a:r>
              <a:rPr lang="zh-CN" altLang="en-US" b="1" dirty="0">
                <a:solidFill>
                  <a:srgbClr val="7030A0"/>
                </a:solidFill>
              </a:rPr>
              <a:t>定时器</a:t>
            </a:r>
            <a:r>
              <a:rPr lang="en-US" altLang="zh-CN" b="1" dirty="0">
                <a:solidFill>
                  <a:srgbClr val="7030A0"/>
                </a:solidFill>
              </a:rPr>
              <a:t>/</a:t>
            </a:r>
            <a:r>
              <a:rPr lang="zh-CN" altLang="en-US" b="1" dirty="0">
                <a:solidFill>
                  <a:srgbClr val="7030A0"/>
                </a:solidFill>
              </a:rPr>
              <a:t>计数器：</a:t>
            </a:r>
            <a:r>
              <a:rPr lang="zh-CN" altLang="en-US" dirty="0"/>
              <a:t>两个可编程的</a:t>
            </a:r>
            <a:r>
              <a:rPr lang="en-US" altLang="zh-CN" dirty="0"/>
              <a:t>16</a:t>
            </a:r>
            <a:r>
              <a:rPr lang="zh-CN" altLang="en-US" dirty="0"/>
              <a:t>位定时器</a:t>
            </a:r>
            <a:r>
              <a:rPr lang="en-US" altLang="zh-CN" dirty="0"/>
              <a:t>/</a:t>
            </a:r>
            <a:r>
              <a:rPr lang="zh-CN" altLang="en-US" dirty="0"/>
              <a:t>计数器</a:t>
            </a:r>
            <a:r>
              <a:rPr lang="en-US" altLang="zh-CN" dirty="0"/>
              <a:t>T1</a:t>
            </a:r>
            <a:r>
              <a:rPr lang="zh-CN" altLang="en-US" dirty="0"/>
              <a:t>、</a:t>
            </a:r>
            <a:r>
              <a:rPr lang="en-US" altLang="zh-CN" dirty="0"/>
              <a:t>T0</a:t>
            </a:r>
            <a:r>
              <a:rPr lang="zh-CN" altLang="en-US" dirty="0"/>
              <a:t>。共有</a:t>
            </a:r>
            <a:r>
              <a:rPr lang="en-US" altLang="zh-CN" dirty="0">
                <a:highlight>
                  <a:srgbClr val="FFFF00"/>
                </a:highlight>
              </a:rPr>
              <a:t>4</a:t>
            </a:r>
            <a:r>
              <a:rPr lang="zh-CN" altLang="en-US" dirty="0">
                <a:highlight>
                  <a:srgbClr val="FFFF00"/>
                </a:highlight>
              </a:rPr>
              <a:t>种</a:t>
            </a:r>
            <a:r>
              <a:rPr lang="zh-CN" altLang="en-US" dirty="0"/>
              <a:t>工作方式。</a:t>
            </a:r>
            <a:endParaRPr lang="en-US" altLang="zh-CN" dirty="0"/>
          </a:p>
          <a:p>
            <a:pPr>
              <a:lnSpc>
                <a:spcPct val="160000"/>
              </a:lnSpc>
              <a:buNone/>
            </a:pPr>
            <a:r>
              <a:rPr lang="en-US" altLang="zh-CN" b="1" dirty="0">
                <a:solidFill>
                  <a:srgbClr val="7030A0"/>
                </a:solidFill>
              </a:rPr>
              <a:t>6.</a:t>
            </a:r>
            <a:r>
              <a:rPr lang="zh-CN" altLang="en-US" b="1" dirty="0">
                <a:solidFill>
                  <a:srgbClr val="7030A0"/>
                </a:solidFill>
              </a:rPr>
              <a:t>串口：</a:t>
            </a:r>
            <a:r>
              <a:rPr lang="zh-CN" altLang="en-US" dirty="0"/>
              <a:t>一个</a:t>
            </a:r>
            <a:r>
              <a:rPr lang="zh-CN" altLang="en-US" dirty="0">
                <a:highlight>
                  <a:srgbClr val="FFFF00"/>
                </a:highlight>
              </a:rPr>
              <a:t>全双工</a:t>
            </a:r>
            <a:r>
              <a:rPr lang="zh-CN" altLang="en-US" dirty="0"/>
              <a:t>的串行模块，该模块可以通过编程控制为异步工作方式或同步工作方式，是</a:t>
            </a:r>
            <a:r>
              <a:rPr lang="en-US" altLang="zh-CN" dirty="0"/>
              <a:t>51</a:t>
            </a:r>
            <a:r>
              <a:rPr lang="zh-CN" altLang="en-US" dirty="0"/>
              <a:t>单片机最常用于和外部设备交互的数据通道。</a:t>
            </a:r>
            <a:endParaRPr lang="en-US" altLang="zh-CN" dirty="0"/>
          </a:p>
          <a:p>
            <a:pPr>
              <a:lnSpc>
                <a:spcPct val="160000"/>
              </a:lnSpc>
              <a:buNone/>
            </a:pPr>
            <a:r>
              <a:rPr lang="en-US" altLang="zh-CN" b="1" dirty="0">
                <a:solidFill>
                  <a:srgbClr val="7030A0"/>
                </a:solidFill>
              </a:rPr>
              <a:t>7.</a:t>
            </a:r>
            <a:r>
              <a:rPr lang="zh-CN" altLang="en-US" b="1" dirty="0">
                <a:solidFill>
                  <a:srgbClr val="7030A0"/>
                </a:solidFill>
              </a:rPr>
              <a:t>并口：</a:t>
            </a:r>
            <a:r>
              <a:rPr lang="zh-CN" altLang="en-US" dirty="0"/>
              <a:t> </a:t>
            </a:r>
            <a:r>
              <a:rPr lang="en-US" altLang="zh-CN" dirty="0"/>
              <a:t>4</a:t>
            </a:r>
            <a:r>
              <a:rPr lang="zh-CN" altLang="en-US" dirty="0"/>
              <a:t>个并口，</a:t>
            </a:r>
            <a:r>
              <a:rPr lang="en-US" altLang="zh-CN" dirty="0"/>
              <a:t>P0</a:t>
            </a:r>
            <a:r>
              <a:rPr lang="zh-CN" altLang="en-US" dirty="0"/>
              <a:t>、</a:t>
            </a:r>
            <a:r>
              <a:rPr lang="en-US" altLang="zh-CN" dirty="0"/>
              <a:t>P1</a:t>
            </a:r>
            <a:r>
              <a:rPr lang="zh-CN" altLang="en-US" dirty="0"/>
              <a:t>，</a:t>
            </a:r>
            <a:r>
              <a:rPr lang="en-US" altLang="zh-CN" dirty="0"/>
              <a:t>P2</a:t>
            </a:r>
            <a:r>
              <a:rPr lang="zh-CN" altLang="en-US" dirty="0"/>
              <a:t>，</a:t>
            </a:r>
            <a:r>
              <a:rPr lang="en-US" altLang="zh-CN" dirty="0"/>
              <a:t>P3</a:t>
            </a:r>
            <a:r>
              <a:rPr lang="zh-CN" altLang="en-US" dirty="0"/>
              <a:t>，</a:t>
            </a:r>
            <a:r>
              <a:rPr lang="en-US" altLang="zh-CN" dirty="0"/>
              <a:t>P0</a:t>
            </a:r>
            <a:r>
              <a:rPr lang="zh-CN" altLang="en-US" dirty="0"/>
              <a:t>口可以做数据和地址总线。</a:t>
            </a:r>
            <a:r>
              <a:rPr lang="en-US" altLang="zh-CN" dirty="0"/>
              <a:t>P1</a:t>
            </a:r>
            <a:r>
              <a:rPr lang="zh-CN" altLang="en-US" dirty="0"/>
              <a:t>口是纯粹</a:t>
            </a:r>
            <a:r>
              <a:rPr lang="en-US" altLang="zh-CN" dirty="0"/>
              <a:t>IO</a:t>
            </a:r>
            <a:r>
              <a:rPr lang="zh-CN" altLang="en-US" dirty="0"/>
              <a:t>口，</a:t>
            </a:r>
            <a:r>
              <a:rPr lang="en-US" altLang="zh-CN" dirty="0"/>
              <a:t>P2</a:t>
            </a:r>
            <a:r>
              <a:rPr lang="zh-CN" altLang="en-US" dirty="0"/>
              <a:t>可以做地址总线，</a:t>
            </a:r>
            <a:r>
              <a:rPr lang="en-US" altLang="zh-CN" dirty="0"/>
              <a:t>P3</a:t>
            </a:r>
            <a:r>
              <a:rPr lang="zh-CN" altLang="en-US" dirty="0"/>
              <a:t>口是</a:t>
            </a:r>
            <a:r>
              <a:rPr lang="zh-CN" altLang="en-US" dirty="0">
                <a:highlight>
                  <a:srgbClr val="FFFF00"/>
                </a:highlight>
              </a:rPr>
              <a:t>控制总线或一些功能模块的输入输出口</a:t>
            </a: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EBB14A02-7CBC-0B9C-3C7B-7BB408994A2F}"/>
                  </a:ext>
                </a:extLst>
              </p14:cNvPr>
              <p14:cNvContentPartPr/>
              <p14:nvPr/>
            </p14:nvContentPartPr>
            <p14:xfrm>
              <a:off x="2854225" y="1772109"/>
              <a:ext cx="157320" cy="205920"/>
            </p14:xfrm>
          </p:contentPart>
        </mc:Choice>
        <mc:Fallback xmlns="">
          <p:pic>
            <p:nvPicPr>
              <p:cNvPr id="2" name="墨迹 1">
                <a:extLst>
                  <a:ext uri="{FF2B5EF4-FFF2-40B4-BE49-F238E27FC236}">
                    <a16:creationId xmlns:a16="http://schemas.microsoft.com/office/drawing/2014/main" id="{EBB14A02-7CBC-0B9C-3C7B-7BB408994A2F}"/>
                  </a:ext>
                </a:extLst>
              </p:cNvPr>
              <p:cNvPicPr/>
              <p:nvPr/>
            </p:nvPicPr>
            <p:blipFill>
              <a:blip r:embed="rId3"/>
              <a:stretch>
                <a:fillRect/>
              </a:stretch>
            </p:blipFill>
            <p:spPr>
              <a:xfrm>
                <a:off x="2836585" y="1754469"/>
                <a:ext cx="19296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墨迹 3">
                <a:extLst>
                  <a:ext uri="{FF2B5EF4-FFF2-40B4-BE49-F238E27FC236}">
                    <a16:creationId xmlns:a16="http://schemas.microsoft.com/office/drawing/2014/main" id="{AB66F5F4-F846-BEDA-86AD-E5C7281DD173}"/>
                  </a:ext>
                </a:extLst>
              </p14:cNvPr>
              <p14:cNvContentPartPr/>
              <p14:nvPr/>
            </p14:nvContentPartPr>
            <p14:xfrm>
              <a:off x="3343465" y="1782189"/>
              <a:ext cx="21600" cy="11520"/>
            </p14:xfrm>
          </p:contentPart>
        </mc:Choice>
        <mc:Fallback xmlns="">
          <p:pic>
            <p:nvPicPr>
              <p:cNvPr id="4" name="墨迹 3">
                <a:extLst>
                  <a:ext uri="{FF2B5EF4-FFF2-40B4-BE49-F238E27FC236}">
                    <a16:creationId xmlns:a16="http://schemas.microsoft.com/office/drawing/2014/main" id="{AB66F5F4-F846-BEDA-86AD-E5C7281DD173}"/>
                  </a:ext>
                </a:extLst>
              </p:cNvPr>
              <p:cNvPicPr/>
              <p:nvPr/>
            </p:nvPicPr>
            <p:blipFill>
              <a:blip r:embed="rId5"/>
              <a:stretch>
                <a:fillRect/>
              </a:stretch>
            </p:blipFill>
            <p:spPr>
              <a:xfrm>
                <a:off x="3325465" y="1764549"/>
                <a:ext cx="5724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墨迹 4">
                <a:extLst>
                  <a:ext uri="{FF2B5EF4-FFF2-40B4-BE49-F238E27FC236}">
                    <a16:creationId xmlns:a16="http://schemas.microsoft.com/office/drawing/2014/main" id="{BEA97FCB-AFD3-DB11-7A02-75952BAD5A4F}"/>
                  </a:ext>
                </a:extLst>
              </p14:cNvPr>
              <p14:cNvContentPartPr/>
              <p14:nvPr/>
            </p14:nvContentPartPr>
            <p14:xfrm>
              <a:off x="3380545" y="1930509"/>
              <a:ext cx="11160" cy="39960"/>
            </p14:xfrm>
          </p:contentPart>
        </mc:Choice>
        <mc:Fallback xmlns="">
          <p:pic>
            <p:nvPicPr>
              <p:cNvPr id="5" name="墨迹 4">
                <a:extLst>
                  <a:ext uri="{FF2B5EF4-FFF2-40B4-BE49-F238E27FC236}">
                    <a16:creationId xmlns:a16="http://schemas.microsoft.com/office/drawing/2014/main" id="{BEA97FCB-AFD3-DB11-7A02-75952BAD5A4F}"/>
                  </a:ext>
                </a:extLst>
              </p:cNvPr>
              <p:cNvPicPr/>
              <p:nvPr/>
            </p:nvPicPr>
            <p:blipFill>
              <a:blip r:embed="rId7"/>
              <a:stretch>
                <a:fillRect/>
              </a:stretch>
            </p:blipFill>
            <p:spPr>
              <a:xfrm>
                <a:off x="3362545" y="1912509"/>
                <a:ext cx="46800" cy="75600"/>
              </a:xfrm>
              <a:prstGeom prst="rect">
                <a:avLst/>
              </a:prstGeom>
            </p:spPr>
          </p:pic>
        </mc:Fallback>
      </mc:AlternateContent>
      <p:grpSp>
        <p:nvGrpSpPr>
          <p:cNvPr id="8" name="组合 7">
            <a:extLst>
              <a:ext uri="{FF2B5EF4-FFF2-40B4-BE49-F238E27FC236}">
                <a16:creationId xmlns:a16="http://schemas.microsoft.com/office/drawing/2014/main" id="{4D19F7D6-D07E-6136-16DD-6D320AA062D6}"/>
              </a:ext>
            </a:extLst>
          </p:cNvPr>
          <p:cNvGrpSpPr/>
          <p:nvPr/>
        </p:nvGrpSpPr>
        <p:grpSpPr>
          <a:xfrm>
            <a:off x="3546505" y="1763829"/>
            <a:ext cx="360720" cy="308880"/>
            <a:chOff x="3546505" y="1763829"/>
            <a:chExt cx="360720" cy="308880"/>
          </a:xfrm>
        </p:grpSpPr>
        <mc:AlternateContent xmlns:mc="http://schemas.openxmlformats.org/markup-compatibility/2006" xmlns:p14="http://schemas.microsoft.com/office/powerpoint/2010/main">
          <mc:Choice Requires="p14">
            <p:contentPart p14:bwMode="auto" r:id="rId8">
              <p14:nvContentPartPr>
                <p14:cNvPr id="6" name="墨迹 5">
                  <a:extLst>
                    <a:ext uri="{FF2B5EF4-FFF2-40B4-BE49-F238E27FC236}">
                      <a16:creationId xmlns:a16="http://schemas.microsoft.com/office/drawing/2014/main" id="{DB62FF00-1E0A-6ADC-0F34-1283D73B3F1B}"/>
                    </a:ext>
                  </a:extLst>
                </p14:cNvPr>
                <p14:cNvContentPartPr/>
                <p14:nvPr/>
              </p14:nvContentPartPr>
              <p14:xfrm>
                <a:off x="3546505" y="1763829"/>
                <a:ext cx="36720" cy="203040"/>
              </p14:xfrm>
            </p:contentPart>
          </mc:Choice>
          <mc:Fallback xmlns="">
            <p:pic>
              <p:nvPicPr>
                <p:cNvPr id="6" name="墨迹 5">
                  <a:extLst>
                    <a:ext uri="{FF2B5EF4-FFF2-40B4-BE49-F238E27FC236}">
                      <a16:creationId xmlns:a16="http://schemas.microsoft.com/office/drawing/2014/main" id="{DB62FF00-1E0A-6ADC-0F34-1283D73B3F1B}"/>
                    </a:ext>
                  </a:extLst>
                </p:cNvPr>
                <p:cNvPicPr/>
                <p:nvPr/>
              </p:nvPicPr>
              <p:blipFill>
                <a:blip r:embed="rId9"/>
                <a:stretch>
                  <a:fillRect/>
                </a:stretch>
              </p:blipFill>
              <p:spPr>
                <a:xfrm>
                  <a:off x="3528865" y="1745829"/>
                  <a:ext cx="7236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墨迹 6">
                  <a:extLst>
                    <a:ext uri="{FF2B5EF4-FFF2-40B4-BE49-F238E27FC236}">
                      <a16:creationId xmlns:a16="http://schemas.microsoft.com/office/drawing/2014/main" id="{9410C0F9-9A96-C2FE-719D-5B1EB0DB3DFF}"/>
                    </a:ext>
                  </a:extLst>
                </p14:cNvPr>
                <p14:cNvContentPartPr/>
                <p14:nvPr/>
              </p14:nvContentPartPr>
              <p14:xfrm>
                <a:off x="3694105" y="1809549"/>
                <a:ext cx="213120" cy="263160"/>
              </p14:xfrm>
            </p:contentPart>
          </mc:Choice>
          <mc:Fallback xmlns="">
            <p:pic>
              <p:nvPicPr>
                <p:cNvPr id="7" name="墨迹 6">
                  <a:extLst>
                    <a:ext uri="{FF2B5EF4-FFF2-40B4-BE49-F238E27FC236}">
                      <a16:creationId xmlns:a16="http://schemas.microsoft.com/office/drawing/2014/main" id="{9410C0F9-9A96-C2FE-719D-5B1EB0DB3DFF}"/>
                    </a:ext>
                  </a:extLst>
                </p:cNvPr>
                <p:cNvPicPr/>
                <p:nvPr/>
              </p:nvPicPr>
              <p:blipFill>
                <a:blip r:embed="rId11"/>
                <a:stretch>
                  <a:fillRect/>
                </a:stretch>
              </p:blipFill>
              <p:spPr>
                <a:xfrm>
                  <a:off x="3676465" y="1791549"/>
                  <a:ext cx="248760" cy="298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9" name="墨迹 8">
                <a:extLst>
                  <a:ext uri="{FF2B5EF4-FFF2-40B4-BE49-F238E27FC236}">
                    <a16:creationId xmlns:a16="http://schemas.microsoft.com/office/drawing/2014/main" id="{7DD39429-3F92-74D8-2941-0B6F940B474B}"/>
                  </a:ext>
                </a:extLst>
              </p14:cNvPr>
              <p14:cNvContentPartPr/>
              <p14:nvPr/>
            </p14:nvContentPartPr>
            <p14:xfrm>
              <a:off x="4469545" y="1782189"/>
              <a:ext cx="28440" cy="221400"/>
            </p14:xfrm>
          </p:contentPart>
        </mc:Choice>
        <mc:Fallback xmlns="">
          <p:pic>
            <p:nvPicPr>
              <p:cNvPr id="9" name="墨迹 8">
                <a:extLst>
                  <a:ext uri="{FF2B5EF4-FFF2-40B4-BE49-F238E27FC236}">
                    <a16:creationId xmlns:a16="http://schemas.microsoft.com/office/drawing/2014/main" id="{7DD39429-3F92-74D8-2941-0B6F940B474B}"/>
                  </a:ext>
                </a:extLst>
              </p:cNvPr>
              <p:cNvPicPr/>
              <p:nvPr/>
            </p:nvPicPr>
            <p:blipFill>
              <a:blip r:embed="rId13"/>
              <a:stretch>
                <a:fillRect/>
              </a:stretch>
            </p:blipFill>
            <p:spPr>
              <a:xfrm>
                <a:off x="4451905" y="1764549"/>
                <a:ext cx="64080" cy="2570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墨迹 9">
                <a:extLst>
                  <a:ext uri="{FF2B5EF4-FFF2-40B4-BE49-F238E27FC236}">
                    <a16:creationId xmlns:a16="http://schemas.microsoft.com/office/drawing/2014/main" id="{DD19C965-20DF-30AA-5A52-C40545CC0B5A}"/>
                  </a:ext>
                </a:extLst>
              </p14:cNvPr>
              <p14:cNvContentPartPr/>
              <p14:nvPr/>
            </p14:nvContentPartPr>
            <p14:xfrm>
              <a:off x="4876705" y="1865349"/>
              <a:ext cx="8640" cy="16920"/>
            </p14:xfrm>
          </p:contentPart>
        </mc:Choice>
        <mc:Fallback xmlns="">
          <p:pic>
            <p:nvPicPr>
              <p:cNvPr id="10" name="墨迹 9">
                <a:extLst>
                  <a:ext uri="{FF2B5EF4-FFF2-40B4-BE49-F238E27FC236}">
                    <a16:creationId xmlns:a16="http://schemas.microsoft.com/office/drawing/2014/main" id="{DD19C965-20DF-30AA-5A52-C40545CC0B5A}"/>
                  </a:ext>
                </a:extLst>
              </p:cNvPr>
              <p:cNvPicPr/>
              <p:nvPr/>
            </p:nvPicPr>
            <p:blipFill>
              <a:blip r:embed="rId15"/>
              <a:stretch>
                <a:fillRect/>
              </a:stretch>
            </p:blipFill>
            <p:spPr>
              <a:xfrm>
                <a:off x="4858705" y="1847709"/>
                <a:ext cx="4428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墨迹 10">
                <a:extLst>
                  <a:ext uri="{FF2B5EF4-FFF2-40B4-BE49-F238E27FC236}">
                    <a16:creationId xmlns:a16="http://schemas.microsoft.com/office/drawing/2014/main" id="{D35E9676-F550-7AF7-F5A2-A736BF607A2E}"/>
                  </a:ext>
                </a:extLst>
              </p14:cNvPr>
              <p14:cNvContentPartPr/>
              <p14:nvPr/>
            </p14:nvContentPartPr>
            <p14:xfrm>
              <a:off x="4885705" y="2022669"/>
              <a:ext cx="360" cy="16920"/>
            </p14:xfrm>
          </p:contentPart>
        </mc:Choice>
        <mc:Fallback xmlns="">
          <p:pic>
            <p:nvPicPr>
              <p:cNvPr id="11" name="墨迹 10">
                <a:extLst>
                  <a:ext uri="{FF2B5EF4-FFF2-40B4-BE49-F238E27FC236}">
                    <a16:creationId xmlns:a16="http://schemas.microsoft.com/office/drawing/2014/main" id="{D35E9676-F550-7AF7-F5A2-A736BF607A2E}"/>
                  </a:ext>
                </a:extLst>
              </p:cNvPr>
              <p:cNvPicPr/>
              <p:nvPr/>
            </p:nvPicPr>
            <p:blipFill>
              <a:blip r:embed="rId17"/>
              <a:stretch>
                <a:fillRect/>
              </a:stretch>
            </p:blipFill>
            <p:spPr>
              <a:xfrm>
                <a:off x="4867705" y="2004669"/>
                <a:ext cx="3600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墨迹 11">
                <a:extLst>
                  <a:ext uri="{FF2B5EF4-FFF2-40B4-BE49-F238E27FC236}">
                    <a16:creationId xmlns:a16="http://schemas.microsoft.com/office/drawing/2014/main" id="{48EEE39C-5A20-B7B1-FE59-F3FB52FB7108}"/>
                  </a:ext>
                </a:extLst>
              </p14:cNvPr>
              <p14:cNvContentPartPr/>
              <p14:nvPr/>
            </p14:nvContentPartPr>
            <p14:xfrm>
              <a:off x="6315625" y="1828629"/>
              <a:ext cx="167760" cy="223560"/>
            </p14:xfrm>
          </p:contentPart>
        </mc:Choice>
        <mc:Fallback xmlns="">
          <p:pic>
            <p:nvPicPr>
              <p:cNvPr id="12" name="墨迹 11">
                <a:extLst>
                  <a:ext uri="{FF2B5EF4-FFF2-40B4-BE49-F238E27FC236}">
                    <a16:creationId xmlns:a16="http://schemas.microsoft.com/office/drawing/2014/main" id="{48EEE39C-5A20-B7B1-FE59-F3FB52FB7108}"/>
                  </a:ext>
                </a:extLst>
              </p:cNvPr>
              <p:cNvPicPr/>
              <p:nvPr/>
            </p:nvPicPr>
            <p:blipFill>
              <a:blip r:embed="rId19"/>
              <a:stretch>
                <a:fillRect/>
              </a:stretch>
            </p:blipFill>
            <p:spPr>
              <a:xfrm>
                <a:off x="6297625" y="1810989"/>
                <a:ext cx="203400" cy="2592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墨迹 12">
                <a:extLst>
                  <a:ext uri="{FF2B5EF4-FFF2-40B4-BE49-F238E27FC236}">
                    <a16:creationId xmlns:a16="http://schemas.microsoft.com/office/drawing/2014/main" id="{55D22C10-9BB2-5396-E975-9961C68F40E0}"/>
                  </a:ext>
                </a:extLst>
              </p14:cNvPr>
              <p14:cNvContentPartPr/>
              <p14:nvPr/>
            </p14:nvContentPartPr>
            <p14:xfrm>
              <a:off x="5088745" y="1837989"/>
              <a:ext cx="28440" cy="175680"/>
            </p14:xfrm>
          </p:contentPart>
        </mc:Choice>
        <mc:Fallback xmlns="">
          <p:pic>
            <p:nvPicPr>
              <p:cNvPr id="13" name="墨迹 12">
                <a:extLst>
                  <a:ext uri="{FF2B5EF4-FFF2-40B4-BE49-F238E27FC236}">
                    <a16:creationId xmlns:a16="http://schemas.microsoft.com/office/drawing/2014/main" id="{55D22C10-9BB2-5396-E975-9961C68F40E0}"/>
                  </a:ext>
                </a:extLst>
              </p:cNvPr>
              <p:cNvPicPr/>
              <p:nvPr/>
            </p:nvPicPr>
            <p:blipFill>
              <a:blip r:embed="rId21"/>
              <a:stretch>
                <a:fillRect/>
              </a:stretch>
            </p:blipFill>
            <p:spPr>
              <a:xfrm>
                <a:off x="5071105" y="1819989"/>
                <a:ext cx="6408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墨迹 13">
                <a:extLst>
                  <a:ext uri="{FF2B5EF4-FFF2-40B4-BE49-F238E27FC236}">
                    <a16:creationId xmlns:a16="http://schemas.microsoft.com/office/drawing/2014/main" id="{25100113-3E0C-5C75-E852-9051AC375022}"/>
                  </a:ext>
                </a:extLst>
              </p14:cNvPr>
              <p14:cNvContentPartPr/>
              <p14:nvPr/>
            </p14:nvContentPartPr>
            <p14:xfrm>
              <a:off x="5309785" y="1828629"/>
              <a:ext cx="126360" cy="232200"/>
            </p14:xfrm>
          </p:contentPart>
        </mc:Choice>
        <mc:Fallback xmlns="">
          <p:pic>
            <p:nvPicPr>
              <p:cNvPr id="14" name="墨迹 13">
                <a:extLst>
                  <a:ext uri="{FF2B5EF4-FFF2-40B4-BE49-F238E27FC236}">
                    <a16:creationId xmlns:a16="http://schemas.microsoft.com/office/drawing/2014/main" id="{25100113-3E0C-5C75-E852-9051AC375022}"/>
                  </a:ext>
                </a:extLst>
              </p:cNvPr>
              <p:cNvPicPr/>
              <p:nvPr/>
            </p:nvPicPr>
            <p:blipFill>
              <a:blip r:embed="rId23"/>
              <a:stretch>
                <a:fillRect/>
              </a:stretch>
            </p:blipFill>
            <p:spPr>
              <a:xfrm>
                <a:off x="5292145" y="1810989"/>
                <a:ext cx="162000" cy="2678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墨迹 14">
                <a:extLst>
                  <a:ext uri="{FF2B5EF4-FFF2-40B4-BE49-F238E27FC236}">
                    <a16:creationId xmlns:a16="http://schemas.microsoft.com/office/drawing/2014/main" id="{62BAB545-6BCF-FA4A-0EE1-7C140EE5B82D}"/>
                  </a:ext>
                </a:extLst>
              </p14:cNvPr>
              <p14:cNvContentPartPr/>
              <p14:nvPr/>
            </p14:nvContentPartPr>
            <p14:xfrm>
              <a:off x="6723865" y="1819269"/>
              <a:ext cx="360" cy="360"/>
            </p14:xfrm>
          </p:contentPart>
        </mc:Choice>
        <mc:Fallback xmlns="">
          <p:pic>
            <p:nvPicPr>
              <p:cNvPr id="15" name="墨迹 14">
                <a:extLst>
                  <a:ext uri="{FF2B5EF4-FFF2-40B4-BE49-F238E27FC236}">
                    <a16:creationId xmlns:a16="http://schemas.microsoft.com/office/drawing/2014/main" id="{62BAB545-6BCF-FA4A-0EE1-7C140EE5B82D}"/>
                  </a:ext>
                </a:extLst>
              </p:cNvPr>
              <p:cNvPicPr/>
              <p:nvPr/>
            </p:nvPicPr>
            <p:blipFill>
              <a:blip r:embed="rId25"/>
              <a:stretch>
                <a:fillRect/>
              </a:stretch>
            </p:blipFill>
            <p:spPr>
              <a:xfrm>
                <a:off x="6706225" y="1801629"/>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墨迹 15">
                <a:extLst>
                  <a:ext uri="{FF2B5EF4-FFF2-40B4-BE49-F238E27FC236}">
                    <a16:creationId xmlns:a16="http://schemas.microsoft.com/office/drawing/2014/main" id="{3F2985F5-6426-4760-D796-D85AF74C855B}"/>
                  </a:ext>
                </a:extLst>
              </p14:cNvPr>
              <p14:cNvContentPartPr/>
              <p14:nvPr/>
            </p14:nvContentPartPr>
            <p14:xfrm>
              <a:off x="6668425" y="1985589"/>
              <a:ext cx="3960" cy="30960"/>
            </p14:xfrm>
          </p:contentPart>
        </mc:Choice>
        <mc:Fallback xmlns="">
          <p:pic>
            <p:nvPicPr>
              <p:cNvPr id="16" name="墨迹 15">
                <a:extLst>
                  <a:ext uri="{FF2B5EF4-FFF2-40B4-BE49-F238E27FC236}">
                    <a16:creationId xmlns:a16="http://schemas.microsoft.com/office/drawing/2014/main" id="{3F2985F5-6426-4760-D796-D85AF74C855B}"/>
                  </a:ext>
                </a:extLst>
              </p:cNvPr>
              <p:cNvPicPr/>
              <p:nvPr/>
            </p:nvPicPr>
            <p:blipFill>
              <a:blip r:embed="rId27"/>
              <a:stretch>
                <a:fillRect/>
              </a:stretch>
            </p:blipFill>
            <p:spPr>
              <a:xfrm>
                <a:off x="6650785" y="1967589"/>
                <a:ext cx="3960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 name="墨迹 16">
                <a:extLst>
                  <a:ext uri="{FF2B5EF4-FFF2-40B4-BE49-F238E27FC236}">
                    <a16:creationId xmlns:a16="http://schemas.microsoft.com/office/drawing/2014/main" id="{DE8550D4-251E-DDAB-FCEE-BFEFFCB4B638}"/>
                  </a:ext>
                </a:extLst>
              </p14:cNvPr>
              <p14:cNvContentPartPr/>
              <p14:nvPr/>
            </p14:nvContentPartPr>
            <p14:xfrm>
              <a:off x="6842665" y="1800909"/>
              <a:ext cx="148320" cy="250920"/>
            </p14:xfrm>
          </p:contentPart>
        </mc:Choice>
        <mc:Fallback xmlns="">
          <p:pic>
            <p:nvPicPr>
              <p:cNvPr id="17" name="墨迹 16">
                <a:extLst>
                  <a:ext uri="{FF2B5EF4-FFF2-40B4-BE49-F238E27FC236}">
                    <a16:creationId xmlns:a16="http://schemas.microsoft.com/office/drawing/2014/main" id="{DE8550D4-251E-DDAB-FCEE-BFEFFCB4B638}"/>
                  </a:ext>
                </a:extLst>
              </p:cNvPr>
              <p:cNvPicPr/>
              <p:nvPr/>
            </p:nvPicPr>
            <p:blipFill>
              <a:blip r:embed="rId29"/>
              <a:stretch>
                <a:fillRect/>
              </a:stretch>
            </p:blipFill>
            <p:spPr>
              <a:xfrm>
                <a:off x="6824665" y="1782909"/>
                <a:ext cx="183960" cy="286560"/>
              </a:xfrm>
              <a:prstGeom prst="rect">
                <a:avLst/>
              </a:prstGeom>
            </p:spPr>
          </p:pic>
        </mc:Fallback>
      </mc:AlternateContent>
      <p:grpSp>
        <p:nvGrpSpPr>
          <p:cNvPr id="25" name="组合 24">
            <a:extLst>
              <a:ext uri="{FF2B5EF4-FFF2-40B4-BE49-F238E27FC236}">
                <a16:creationId xmlns:a16="http://schemas.microsoft.com/office/drawing/2014/main" id="{4BF0370F-FFB5-25CF-5FF6-2FE0690DDA3D}"/>
              </a:ext>
            </a:extLst>
          </p:cNvPr>
          <p:cNvGrpSpPr/>
          <p:nvPr/>
        </p:nvGrpSpPr>
        <p:grpSpPr>
          <a:xfrm>
            <a:off x="7304905" y="1625589"/>
            <a:ext cx="447480" cy="455760"/>
            <a:chOff x="7304905" y="1625589"/>
            <a:chExt cx="447480" cy="455760"/>
          </a:xfrm>
        </p:grpSpPr>
        <mc:AlternateContent xmlns:mc="http://schemas.openxmlformats.org/markup-compatibility/2006" xmlns:p14="http://schemas.microsoft.com/office/powerpoint/2010/main">
          <mc:Choice Requires="p14">
            <p:contentPart p14:bwMode="auto" r:id="rId30">
              <p14:nvContentPartPr>
                <p14:cNvPr id="18" name="墨迹 17">
                  <a:extLst>
                    <a:ext uri="{FF2B5EF4-FFF2-40B4-BE49-F238E27FC236}">
                      <a16:creationId xmlns:a16="http://schemas.microsoft.com/office/drawing/2014/main" id="{766547EE-F3C9-70EF-9978-65B932C92256}"/>
                    </a:ext>
                  </a:extLst>
                </p14:cNvPr>
                <p14:cNvContentPartPr/>
                <p14:nvPr/>
              </p14:nvContentPartPr>
              <p14:xfrm>
                <a:off x="7304905" y="1782189"/>
                <a:ext cx="205200" cy="299160"/>
              </p14:xfrm>
            </p:contentPart>
          </mc:Choice>
          <mc:Fallback xmlns="">
            <p:pic>
              <p:nvPicPr>
                <p:cNvPr id="18" name="墨迹 17">
                  <a:extLst>
                    <a:ext uri="{FF2B5EF4-FFF2-40B4-BE49-F238E27FC236}">
                      <a16:creationId xmlns:a16="http://schemas.microsoft.com/office/drawing/2014/main" id="{766547EE-F3C9-70EF-9978-65B932C92256}"/>
                    </a:ext>
                  </a:extLst>
                </p:cNvPr>
                <p:cNvPicPr/>
                <p:nvPr/>
              </p:nvPicPr>
              <p:blipFill>
                <a:blip r:embed="rId31"/>
                <a:stretch>
                  <a:fillRect/>
                </a:stretch>
              </p:blipFill>
              <p:spPr>
                <a:xfrm>
                  <a:off x="7287265" y="1764549"/>
                  <a:ext cx="240840" cy="3348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9" name="墨迹 18">
                  <a:extLst>
                    <a:ext uri="{FF2B5EF4-FFF2-40B4-BE49-F238E27FC236}">
                      <a16:creationId xmlns:a16="http://schemas.microsoft.com/office/drawing/2014/main" id="{1B4D52FB-8AB9-D2AF-CDE2-54FA95B6899B}"/>
                    </a:ext>
                  </a:extLst>
                </p14:cNvPr>
                <p14:cNvContentPartPr/>
                <p14:nvPr/>
              </p14:nvContentPartPr>
              <p14:xfrm>
                <a:off x="7538185" y="1625589"/>
                <a:ext cx="118800" cy="339120"/>
              </p14:xfrm>
            </p:contentPart>
          </mc:Choice>
          <mc:Fallback xmlns="">
            <p:pic>
              <p:nvPicPr>
                <p:cNvPr id="19" name="墨迹 18">
                  <a:extLst>
                    <a:ext uri="{FF2B5EF4-FFF2-40B4-BE49-F238E27FC236}">
                      <a16:creationId xmlns:a16="http://schemas.microsoft.com/office/drawing/2014/main" id="{1B4D52FB-8AB9-D2AF-CDE2-54FA95B6899B}"/>
                    </a:ext>
                  </a:extLst>
                </p:cNvPr>
                <p:cNvPicPr/>
                <p:nvPr/>
              </p:nvPicPr>
              <p:blipFill>
                <a:blip r:embed="rId33"/>
                <a:stretch>
                  <a:fillRect/>
                </a:stretch>
              </p:blipFill>
              <p:spPr>
                <a:xfrm>
                  <a:off x="7520545" y="1607589"/>
                  <a:ext cx="154440" cy="3747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0" name="墨迹 19">
                  <a:extLst>
                    <a:ext uri="{FF2B5EF4-FFF2-40B4-BE49-F238E27FC236}">
                      <a16:creationId xmlns:a16="http://schemas.microsoft.com/office/drawing/2014/main" id="{BF3CABD3-65B0-C36E-A71B-812D9FF1B99B}"/>
                    </a:ext>
                  </a:extLst>
                </p14:cNvPr>
                <p14:cNvContentPartPr/>
                <p14:nvPr/>
              </p14:nvContentPartPr>
              <p14:xfrm>
                <a:off x="7601185" y="1681389"/>
                <a:ext cx="151200" cy="341280"/>
              </p14:xfrm>
            </p:contentPart>
          </mc:Choice>
          <mc:Fallback xmlns="">
            <p:pic>
              <p:nvPicPr>
                <p:cNvPr id="20" name="墨迹 19">
                  <a:extLst>
                    <a:ext uri="{FF2B5EF4-FFF2-40B4-BE49-F238E27FC236}">
                      <a16:creationId xmlns:a16="http://schemas.microsoft.com/office/drawing/2014/main" id="{BF3CABD3-65B0-C36E-A71B-812D9FF1B99B}"/>
                    </a:ext>
                  </a:extLst>
                </p:cNvPr>
                <p:cNvPicPr/>
                <p:nvPr/>
              </p:nvPicPr>
              <p:blipFill>
                <a:blip r:embed="rId35"/>
                <a:stretch>
                  <a:fillRect/>
                </a:stretch>
              </p:blipFill>
              <p:spPr>
                <a:xfrm>
                  <a:off x="7583545" y="1663749"/>
                  <a:ext cx="186840" cy="3769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1" name="墨迹 20">
                  <a:extLst>
                    <a:ext uri="{FF2B5EF4-FFF2-40B4-BE49-F238E27FC236}">
                      <a16:creationId xmlns:a16="http://schemas.microsoft.com/office/drawing/2014/main" id="{A3CE13A6-C88D-192F-E79C-B32EE94D8879}"/>
                    </a:ext>
                  </a:extLst>
                </p14:cNvPr>
                <p14:cNvContentPartPr/>
                <p14:nvPr/>
              </p14:nvContentPartPr>
              <p14:xfrm>
                <a:off x="7582825" y="1809909"/>
                <a:ext cx="110160" cy="28080"/>
              </p14:xfrm>
            </p:contentPart>
          </mc:Choice>
          <mc:Fallback xmlns="">
            <p:pic>
              <p:nvPicPr>
                <p:cNvPr id="21" name="墨迹 20">
                  <a:extLst>
                    <a:ext uri="{FF2B5EF4-FFF2-40B4-BE49-F238E27FC236}">
                      <a16:creationId xmlns:a16="http://schemas.microsoft.com/office/drawing/2014/main" id="{A3CE13A6-C88D-192F-E79C-B32EE94D8879}"/>
                    </a:ext>
                  </a:extLst>
                </p:cNvPr>
                <p:cNvPicPr/>
                <p:nvPr/>
              </p:nvPicPr>
              <p:blipFill>
                <a:blip r:embed="rId37"/>
                <a:stretch>
                  <a:fillRect/>
                </a:stretch>
              </p:blipFill>
              <p:spPr>
                <a:xfrm>
                  <a:off x="7564825" y="1792269"/>
                  <a:ext cx="14580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2" name="墨迹 21">
                  <a:extLst>
                    <a:ext uri="{FF2B5EF4-FFF2-40B4-BE49-F238E27FC236}">
                      <a16:creationId xmlns:a16="http://schemas.microsoft.com/office/drawing/2014/main" id="{42DEC124-216D-6FBE-81FB-856D50FD88B5}"/>
                    </a:ext>
                  </a:extLst>
                </p14:cNvPr>
                <p14:cNvContentPartPr/>
                <p14:nvPr/>
              </p14:nvContentPartPr>
              <p14:xfrm>
                <a:off x="7638265" y="1895229"/>
                <a:ext cx="53640" cy="7560"/>
              </p14:xfrm>
            </p:contentPart>
          </mc:Choice>
          <mc:Fallback xmlns="">
            <p:pic>
              <p:nvPicPr>
                <p:cNvPr id="22" name="墨迹 21">
                  <a:extLst>
                    <a:ext uri="{FF2B5EF4-FFF2-40B4-BE49-F238E27FC236}">
                      <a16:creationId xmlns:a16="http://schemas.microsoft.com/office/drawing/2014/main" id="{42DEC124-216D-6FBE-81FB-856D50FD88B5}"/>
                    </a:ext>
                  </a:extLst>
                </p:cNvPr>
                <p:cNvPicPr/>
                <p:nvPr/>
              </p:nvPicPr>
              <p:blipFill>
                <a:blip r:embed="rId39"/>
                <a:stretch>
                  <a:fillRect/>
                </a:stretch>
              </p:blipFill>
              <p:spPr>
                <a:xfrm>
                  <a:off x="7620625" y="1877589"/>
                  <a:ext cx="8928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3" name="墨迹 22">
                  <a:extLst>
                    <a:ext uri="{FF2B5EF4-FFF2-40B4-BE49-F238E27FC236}">
                      <a16:creationId xmlns:a16="http://schemas.microsoft.com/office/drawing/2014/main" id="{963A42E5-1ED8-C3D4-742C-7593B55FF9BC}"/>
                    </a:ext>
                  </a:extLst>
                </p14:cNvPr>
                <p14:cNvContentPartPr/>
                <p14:nvPr/>
              </p14:nvContentPartPr>
              <p14:xfrm>
                <a:off x="7527745" y="1994229"/>
                <a:ext cx="165960" cy="47160"/>
              </p14:xfrm>
            </p:contentPart>
          </mc:Choice>
          <mc:Fallback xmlns="">
            <p:pic>
              <p:nvPicPr>
                <p:cNvPr id="23" name="墨迹 22">
                  <a:extLst>
                    <a:ext uri="{FF2B5EF4-FFF2-40B4-BE49-F238E27FC236}">
                      <a16:creationId xmlns:a16="http://schemas.microsoft.com/office/drawing/2014/main" id="{963A42E5-1ED8-C3D4-742C-7593B55FF9BC}"/>
                    </a:ext>
                  </a:extLst>
                </p:cNvPr>
                <p:cNvPicPr/>
                <p:nvPr/>
              </p:nvPicPr>
              <p:blipFill>
                <a:blip r:embed="rId41"/>
                <a:stretch>
                  <a:fillRect/>
                </a:stretch>
              </p:blipFill>
              <p:spPr>
                <a:xfrm>
                  <a:off x="7509745" y="1976589"/>
                  <a:ext cx="201600" cy="82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2">
            <p14:nvContentPartPr>
              <p14:cNvPr id="24" name="墨迹 23">
                <a:extLst>
                  <a:ext uri="{FF2B5EF4-FFF2-40B4-BE49-F238E27FC236}">
                    <a16:creationId xmlns:a16="http://schemas.microsoft.com/office/drawing/2014/main" id="{D0BF5170-D065-FC57-72D5-D8E95A1810D1}"/>
                  </a:ext>
                </a:extLst>
              </p14:cNvPr>
              <p14:cNvContentPartPr/>
              <p14:nvPr/>
            </p14:nvContentPartPr>
            <p14:xfrm>
              <a:off x="7933825" y="1662309"/>
              <a:ext cx="67680" cy="369000"/>
            </p14:xfrm>
          </p:contentPart>
        </mc:Choice>
        <mc:Fallback xmlns="">
          <p:pic>
            <p:nvPicPr>
              <p:cNvPr id="24" name="墨迹 23">
                <a:extLst>
                  <a:ext uri="{FF2B5EF4-FFF2-40B4-BE49-F238E27FC236}">
                    <a16:creationId xmlns:a16="http://schemas.microsoft.com/office/drawing/2014/main" id="{D0BF5170-D065-FC57-72D5-D8E95A1810D1}"/>
                  </a:ext>
                </a:extLst>
              </p:cNvPr>
              <p:cNvPicPr/>
              <p:nvPr/>
            </p:nvPicPr>
            <p:blipFill>
              <a:blip r:embed="rId43"/>
              <a:stretch>
                <a:fillRect/>
              </a:stretch>
            </p:blipFill>
            <p:spPr>
              <a:xfrm>
                <a:off x="7916185" y="1644309"/>
                <a:ext cx="103320" cy="404640"/>
              </a:xfrm>
              <a:prstGeom prst="rect">
                <a:avLst/>
              </a:prstGeom>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4282" y="214290"/>
            <a:ext cx="8715436" cy="4686320"/>
          </a:xfrm>
        </p:spPr>
        <p:txBody>
          <a:bodyPr/>
          <a:lstStyle/>
          <a:p>
            <a:pPr>
              <a:buNone/>
            </a:pPr>
            <a:r>
              <a:rPr lang="en-US" altLang="zh-CN" b="1" dirty="0">
                <a:solidFill>
                  <a:srgbClr val="7030A0"/>
                </a:solidFill>
              </a:rPr>
              <a:t>8.</a:t>
            </a:r>
            <a:r>
              <a:rPr lang="zh-CN" altLang="en-US" b="1" dirty="0">
                <a:solidFill>
                  <a:srgbClr val="7030A0"/>
                </a:solidFill>
              </a:rPr>
              <a:t>特殊功能寄存器</a:t>
            </a:r>
            <a:r>
              <a:rPr lang="en-US" altLang="zh-CN" b="1" dirty="0">
                <a:solidFill>
                  <a:srgbClr val="7030A0"/>
                </a:solidFill>
              </a:rPr>
              <a:t>SFR</a:t>
            </a:r>
            <a:r>
              <a:rPr lang="zh-CN" altLang="en-US" b="1" dirty="0">
                <a:solidFill>
                  <a:srgbClr val="7030A0"/>
                </a:solidFill>
              </a:rPr>
              <a:t>： </a:t>
            </a:r>
            <a:r>
              <a:rPr lang="zh-CN" altLang="en-US" dirty="0"/>
              <a:t> 在</a:t>
            </a:r>
            <a:r>
              <a:rPr lang="en-US" altLang="zh-CN" dirty="0"/>
              <a:t>80C51</a:t>
            </a:r>
            <a:r>
              <a:rPr lang="zh-CN" altLang="en-US" dirty="0"/>
              <a:t>单片机中设置了与片内</a:t>
            </a:r>
            <a:r>
              <a:rPr lang="en-US" altLang="zh-CN" dirty="0"/>
              <a:t>RAM</a:t>
            </a:r>
            <a:r>
              <a:rPr lang="zh-CN" altLang="en-US" dirty="0"/>
              <a:t>统一编址的</a:t>
            </a:r>
            <a:r>
              <a:rPr lang="en-US" altLang="zh-CN" dirty="0"/>
              <a:t>21</a:t>
            </a:r>
            <a:r>
              <a:rPr lang="zh-CN" altLang="en-US" dirty="0"/>
              <a:t>个特殊功能寄存器（</a:t>
            </a:r>
            <a:r>
              <a:rPr lang="en-US" altLang="zh-CN" dirty="0"/>
              <a:t>SFR</a:t>
            </a:r>
            <a:r>
              <a:rPr lang="zh-CN" altLang="en-US" dirty="0"/>
              <a:t>）。特殊功能寄存器（</a:t>
            </a:r>
            <a:r>
              <a:rPr lang="en-US" altLang="zh-CN" dirty="0"/>
              <a:t>SFR</a:t>
            </a:r>
            <a:r>
              <a:rPr lang="zh-CN" altLang="en-US" dirty="0"/>
              <a:t>）每一位的定义和作用与单片机各部件直接相关。</a:t>
            </a:r>
          </a:p>
          <a:p>
            <a:pPr>
              <a:buNone/>
            </a:pPr>
            <a:br>
              <a:rPr lang="zh-CN" altLang="en-US" dirty="0"/>
            </a:br>
            <a:endParaRPr lang="zh-CN" altLang="en-US" dirty="0"/>
          </a:p>
        </p:txBody>
      </p:sp>
      <p:pic>
        <p:nvPicPr>
          <p:cNvPr id="2050" name="Picture 2" descr="https://img-blog.csdn.net/20161106212921215?watermark/2/text/aHR0cDovL2Jsb2cuY3Nkbi5uZXQv/font/5a6L5L2T/fontsize/400/fill/I0JBQkFCMA==/dissolve/70/gravity/Center"/>
          <p:cNvPicPr>
            <a:picLocks noChangeAspect="1" noChangeArrowheads="1"/>
          </p:cNvPicPr>
          <p:nvPr/>
        </p:nvPicPr>
        <p:blipFill>
          <a:blip r:embed="rId2"/>
          <a:srcRect/>
          <a:stretch>
            <a:fillRect/>
          </a:stretch>
        </p:blipFill>
        <p:spPr bwMode="auto">
          <a:xfrm>
            <a:off x="857224" y="2357430"/>
            <a:ext cx="7415203" cy="4259113"/>
          </a:xfrm>
          <a:prstGeom prst="rect">
            <a:avLst/>
          </a:prstGeom>
          <a:noFill/>
        </p:spPr>
      </p:pic>
      <p:grpSp>
        <p:nvGrpSpPr>
          <p:cNvPr id="5" name="组合 4">
            <a:extLst>
              <a:ext uri="{FF2B5EF4-FFF2-40B4-BE49-F238E27FC236}">
                <a16:creationId xmlns:a16="http://schemas.microsoft.com/office/drawing/2014/main" id="{74E13608-9468-199D-795A-8585564680F8}"/>
              </a:ext>
            </a:extLst>
          </p:cNvPr>
          <p:cNvGrpSpPr/>
          <p:nvPr/>
        </p:nvGrpSpPr>
        <p:grpSpPr>
          <a:xfrm>
            <a:off x="1477585" y="1255869"/>
            <a:ext cx="7287480" cy="56160"/>
            <a:chOff x="1477585" y="1255869"/>
            <a:chExt cx="7287480" cy="56160"/>
          </a:xfrm>
        </p:grpSpPr>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7F8B093B-6378-E2F1-6AEC-0501E154C10D}"/>
                    </a:ext>
                  </a:extLst>
                </p14:cNvPr>
                <p14:cNvContentPartPr/>
                <p14:nvPr/>
              </p14:nvContentPartPr>
              <p14:xfrm>
                <a:off x="1477585" y="1264869"/>
                <a:ext cx="6958080" cy="47160"/>
              </p14:xfrm>
            </p:contentPart>
          </mc:Choice>
          <mc:Fallback xmlns="">
            <p:pic>
              <p:nvPicPr>
                <p:cNvPr id="2" name="墨迹 1">
                  <a:extLst>
                    <a:ext uri="{FF2B5EF4-FFF2-40B4-BE49-F238E27FC236}">
                      <a16:creationId xmlns:a16="http://schemas.microsoft.com/office/drawing/2014/main" id="{7F8B093B-6378-E2F1-6AEC-0501E154C10D}"/>
                    </a:ext>
                  </a:extLst>
                </p:cNvPr>
                <p:cNvPicPr/>
                <p:nvPr/>
              </p:nvPicPr>
              <p:blipFill>
                <a:blip r:embed="rId4"/>
                <a:stretch>
                  <a:fillRect/>
                </a:stretch>
              </p:blipFill>
              <p:spPr>
                <a:xfrm>
                  <a:off x="1459585" y="1247229"/>
                  <a:ext cx="699372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墨迹 3">
                  <a:extLst>
                    <a:ext uri="{FF2B5EF4-FFF2-40B4-BE49-F238E27FC236}">
                      <a16:creationId xmlns:a16="http://schemas.microsoft.com/office/drawing/2014/main" id="{8A75C534-2C42-B118-4DB3-B32AF9DB3093}"/>
                    </a:ext>
                  </a:extLst>
                </p14:cNvPr>
                <p14:cNvContentPartPr/>
                <p14:nvPr/>
              </p14:nvContentPartPr>
              <p14:xfrm>
                <a:off x="8210665" y="1255869"/>
                <a:ext cx="554400" cy="37440"/>
              </p14:xfrm>
            </p:contentPart>
          </mc:Choice>
          <mc:Fallback xmlns="">
            <p:pic>
              <p:nvPicPr>
                <p:cNvPr id="4" name="墨迹 3">
                  <a:extLst>
                    <a:ext uri="{FF2B5EF4-FFF2-40B4-BE49-F238E27FC236}">
                      <a16:creationId xmlns:a16="http://schemas.microsoft.com/office/drawing/2014/main" id="{8A75C534-2C42-B118-4DB3-B32AF9DB3093}"/>
                    </a:ext>
                  </a:extLst>
                </p:cNvPr>
                <p:cNvPicPr/>
                <p:nvPr/>
              </p:nvPicPr>
              <p:blipFill>
                <a:blip r:embed="rId6"/>
                <a:stretch>
                  <a:fillRect/>
                </a:stretch>
              </p:blipFill>
              <p:spPr>
                <a:xfrm>
                  <a:off x="8193025" y="1237869"/>
                  <a:ext cx="590040" cy="73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
            <p14:nvContentPartPr>
              <p14:cNvPr id="6" name="墨迹 5">
                <a:extLst>
                  <a:ext uri="{FF2B5EF4-FFF2-40B4-BE49-F238E27FC236}">
                    <a16:creationId xmlns:a16="http://schemas.microsoft.com/office/drawing/2014/main" id="{FD5E0EDC-3044-1F12-DAD7-23DFE7E6A264}"/>
                  </a:ext>
                </a:extLst>
              </p14:cNvPr>
              <p14:cNvContentPartPr/>
              <p14:nvPr/>
            </p14:nvContentPartPr>
            <p14:xfrm>
              <a:off x="812305" y="1690029"/>
              <a:ext cx="799560" cy="360"/>
            </p14:xfrm>
          </p:contentPart>
        </mc:Choice>
        <mc:Fallback xmlns="">
          <p:pic>
            <p:nvPicPr>
              <p:cNvPr id="6" name="墨迹 5">
                <a:extLst>
                  <a:ext uri="{FF2B5EF4-FFF2-40B4-BE49-F238E27FC236}">
                    <a16:creationId xmlns:a16="http://schemas.microsoft.com/office/drawing/2014/main" id="{FD5E0EDC-3044-1F12-DAD7-23DFE7E6A264}"/>
                  </a:ext>
                </a:extLst>
              </p:cNvPr>
              <p:cNvPicPr/>
              <p:nvPr/>
            </p:nvPicPr>
            <p:blipFill>
              <a:blip r:embed="rId8"/>
              <a:stretch>
                <a:fillRect/>
              </a:stretch>
            </p:blipFill>
            <p:spPr>
              <a:xfrm>
                <a:off x="794665" y="1672389"/>
                <a:ext cx="8352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 name="墨迹 6">
                <a:extLst>
                  <a:ext uri="{FF2B5EF4-FFF2-40B4-BE49-F238E27FC236}">
                    <a16:creationId xmlns:a16="http://schemas.microsoft.com/office/drawing/2014/main" id="{3D5D19CC-77B1-BAF9-488B-553B863F8AB2}"/>
                  </a:ext>
                </a:extLst>
              </p14:cNvPr>
              <p14:cNvContentPartPr/>
              <p14:nvPr/>
            </p14:nvContentPartPr>
            <p14:xfrm>
              <a:off x="677665" y="2852109"/>
              <a:ext cx="153720" cy="1685160"/>
            </p14:xfrm>
          </p:contentPart>
        </mc:Choice>
        <mc:Fallback xmlns="">
          <p:pic>
            <p:nvPicPr>
              <p:cNvPr id="7" name="墨迹 6">
                <a:extLst>
                  <a:ext uri="{FF2B5EF4-FFF2-40B4-BE49-F238E27FC236}">
                    <a16:creationId xmlns:a16="http://schemas.microsoft.com/office/drawing/2014/main" id="{3D5D19CC-77B1-BAF9-488B-553B863F8AB2}"/>
                  </a:ext>
                </a:extLst>
              </p:cNvPr>
              <p:cNvPicPr/>
              <p:nvPr/>
            </p:nvPicPr>
            <p:blipFill>
              <a:blip r:embed="rId10"/>
              <a:stretch>
                <a:fillRect/>
              </a:stretch>
            </p:blipFill>
            <p:spPr>
              <a:xfrm>
                <a:off x="660025" y="2834469"/>
                <a:ext cx="189360" cy="1720800"/>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b="1" dirty="0">
                <a:solidFill>
                  <a:srgbClr val="C00000"/>
                </a:solidFill>
              </a:rPr>
              <a:t>二</a:t>
            </a:r>
            <a:r>
              <a:rPr lang="en-US" altLang="zh-CN" b="1" dirty="0">
                <a:solidFill>
                  <a:srgbClr val="C00000"/>
                </a:solidFill>
              </a:rPr>
              <a:t>.51</a:t>
            </a:r>
            <a:r>
              <a:rPr lang="zh-CN" altLang="en-US" b="1" dirty="0">
                <a:solidFill>
                  <a:srgbClr val="C00000"/>
                </a:solidFill>
              </a:rPr>
              <a:t>单片机引脚</a:t>
            </a:r>
          </a:p>
        </p:txBody>
      </p:sp>
      <p:pic>
        <p:nvPicPr>
          <p:cNvPr id="19459" name="Picture 3"/>
          <p:cNvPicPr>
            <a:picLocks noChangeAspect="1" noChangeArrowheads="1"/>
          </p:cNvPicPr>
          <p:nvPr/>
        </p:nvPicPr>
        <p:blipFill>
          <a:blip r:embed="rId2"/>
          <a:srcRect/>
          <a:stretch>
            <a:fillRect/>
          </a:stretch>
        </p:blipFill>
        <p:spPr bwMode="auto">
          <a:xfrm>
            <a:off x="428596" y="1428736"/>
            <a:ext cx="3371850" cy="4248150"/>
          </a:xfrm>
          <a:prstGeom prst="rect">
            <a:avLst/>
          </a:prstGeom>
          <a:noFill/>
          <a:ln w="9525">
            <a:noFill/>
            <a:miter lim="800000"/>
            <a:headEnd/>
            <a:tailEnd/>
          </a:ln>
          <a:effectLst/>
        </p:spPr>
      </p:pic>
      <p:sp>
        <p:nvSpPr>
          <p:cNvPr id="6" name="TextBox 5"/>
          <p:cNvSpPr txBox="1"/>
          <p:nvPr/>
        </p:nvSpPr>
        <p:spPr>
          <a:xfrm>
            <a:off x="3929058" y="1500174"/>
            <a:ext cx="4500594" cy="5632311"/>
          </a:xfrm>
          <a:prstGeom prst="rect">
            <a:avLst/>
          </a:prstGeom>
          <a:noFill/>
        </p:spPr>
        <p:txBody>
          <a:bodyPr wrap="square" rtlCol="0">
            <a:spAutoFit/>
          </a:bodyPr>
          <a:lstStyle/>
          <a:p>
            <a:pPr>
              <a:lnSpc>
                <a:spcPct val="150000"/>
              </a:lnSpc>
            </a:pPr>
            <a:r>
              <a:rPr lang="en-US" altLang="zh-CN" sz="2400" dirty="0"/>
              <a:t>MCS-51</a:t>
            </a:r>
            <a:r>
              <a:rPr lang="zh-CN" altLang="en-US" sz="2400" dirty="0"/>
              <a:t>采用</a:t>
            </a:r>
            <a:r>
              <a:rPr lang="en-US" altLang="zh-CN" sz="2400" dirty="0"/>
              <a:t>40</a:t>
            </a:r>
            <a:r>
              <a:rPr lang="zh-CN" altLang="en-US" sz="2400" dirty="0"/>
              <a:t>只引脚双列直插封装。</a:t>
            </a:r>
            <a:r>
              <a:rPr lang="en-US" altLang="zh-CN" sz="2400" dirty="0"/>
              <a:t>40</a:t>
            </a:r>
            <a:r>
              <a:rPr lang="zh-CN" altLang="en-US" sz="2400" dirty="0"/>
              <a:t>只引脚按其功能分类，可分为</a:t>
            </a:r>
            <a:r>
              <a:rPr lang="en-US" altLang="zh-CN" sz="2400" dirty="0"/>
              <a:t>3</a:t>
            </a:r>
            <a:r>
              <a:rPr lang="zh-CN" altLang="en-US" sz="2400" dirty="0"/>
              <a:t>类：</a:t>
            </a:r>
          </a:p>
          <a:p>
            <a:pPr>
              <a:lnSpc>
                <a:spcPct val="150000"/>
              </a:lnSpc>
            </a:pPr>
            <a:r>
              <a:rPr lang="zh-CN" altLang="en-US" sz="2400" b="1" dirty="0">
                <a:solidFill>
                  <a:srgbClr val="7030A0"/>
                </a:solidFill>
              </a:rPr>
              <a:t>（</a:t>
            </a:r>
            <a:r>
              <a:rPr lang="en-US" altLang="zh-CN" sz="2400" b="1" dirty="0">
                <a:solidFill>
                  <a:srgbClr val="7030A0"/>
                </a:solidFill>
              </a:rPr>
              <a:t>1</a:t>
            </a:r>
            <a:r>
              <a:rPr lang="zh-CN" altLang="en-US" sz="2400" b="1" dirty="0">
                <a:solidFill>
                  <a:srgbClr val="7030A0"/>
                </a:solidFill>
              </a:rPr>
              <a:t>）电源及时钟引脚：</a:t>
            </a:r>
            <a:r>
              <a:rPr lang="en-US" altLang="zh-CN" sz="2400" dirty="0" err="1"/>
              <a:t>Vcc</a:t>
            </a:r>
            <a:r>
              <a:rPr lang="zh-CN" altLang="en-US" sz="2400" dirty="0"/>
              <a:t>、</a:t>
            </a:r>
            <a:r>
              <a:rPr lang="en-US" altLang="zh-CN" sz="2400" dirty="0" err="1"/>
              <a:t>Vss</a:t>
            </a:r>
            <a:r>
              <a:rPr lang="zh-CN" altLang="en-US" sz="2400" dirty="0"/>
              <a:t>；</a:t>
            </a:r>
            <a:r>
              <a:rPr lang="en-US" altLang="zh-CN" sz="2400" dirty="0"/>
              <a:t>XTAL1</a:t>
            </a:r>
            <a:r>
              <a:rPr lang="zh-CN" altLang="en-US" sz="2400" dirty="0"/>
              <a:t>、</a:t>
            </a:r>
            <a:r>
              <a:rPr lang="en-US" altLang="zh-CN" sz="2400" dirty="0"/>
              <a:t>XTAL2</a:t>
            </a:r>
            <a:r>
              <a:rPr lang="zh-CN" altLang="en-US" sz="2400" dirty="0"/>
              <a:t>。</a:t>
            </a:r>
          </a:p>
          <a:p>
            <a:pPr>
              <a:lnSpc>
                <a:spcPct val="150000"/>
              </a:lnSpc>
            </a:pPr>
            <a:r>
              <a:rPr lang="zh-CN" altLang="en-US" sz="2400" b="1" dirty="0">
                <a:solidFill>
                  <a:srgbClr val="7030A0"/>
                </a:solidFill>
              </a:rPr>
              <a:t>（</a:t>
            </a:r>
            <a:r>
              <a:rPr lang="en-US" altLang="zh-CN" sz="2400" b="1" dirty="0">
                <a:solidFill>
                  <a:srgbClr val="7030A0"/>
                </a:solidFill>
              </a:rPr>
              <a:t>2</a:t>
            </a:r>
            <a:r>
              <a:rPr lang="zh-CN" altLang="en-US" sz="2400" b="1" dirty="0">
                <a:solidFill>
                  <a:srgbClr val="7030A0"/>
                </a:solidFill>
              </a:rPr>
              <a:t>）控制引脚：</a:t>
            </a:r>
            <a:r>
              <a:rPr lang="en-US" altLang="zh-CN" sz="2400" dirty="0"/>
              <a:t>PSEN</a:t>
            </a:r>
            <a:r>
              <a:rPr lang="zh-CN" altLang="en-US" sz="2400" b="1" dirty="0"/>
              <a:t>、</a:t>
            </a:r>
            <a:r>
              <a:rPr lang="en-US" altLang="zh-CN" sz="2400" b="1" dirty="0"/>
              <a:t>EA</a:t>
            </a:r>
            <a:r>
              <a:rPr lang="zh-CN" altLang="en-US" sz="2400" dirty="0"/>
              <a:t>*、</a:t>
            </a:r>
            <a:r>
              <a:rPr lang="en-US" altLang="zh-CN" sz="2400" dirty="0"/>
              <a:t>ALE</a:t>
            </a:r>
            <a:r>
              <a:rPr lang="zh-CN" altLang="en-US" sz="2400" dirty="0"/>
              <a:t>、</a:t>
            </a:r>
            <a:r>
              <a:rPr lang="en-US" altLang="zh-CN" sz="2400" dirty="0"/>
              <a:t>RESET</a:t>
            </a:r>
            <a:r>
              <a:rPr lang="zh-CN" altLang="en-US" sz="2400" dirty="0"/>
              <a:t>（</a:t>
            </a:r>
            <a:r>
              <a:rPr lang="en-US" altLang="zh-CN" sz="2400" dirty="0"/>
              <a:t>RST</a:t>
            </a:r>
            <a:r>
              <a:rPr lang="zh-CN" altLang="en-US" sz="2400" dirty="0"/>
              <a:t>）</a:t>
            </a:r>
          </a:p>
          <a:p>
            <a:pPr>
              <a:lnSpc>
                <a:spcPct val="150000"/>
              </a:lnSpc>
            </a:pPr>
            <a:r>
              <a:rPr lang="zh-CN" altLang="en-US" sz="2400" b="1" dirty="0">
                <a:solidFill>
                  <a:srgbClr val="7030A0"/>
                </a:solidFill>
              </a:rPr>
              <a:t>（</a:t>
            </a:r>
            <a:r>
              <a:rPr lang="en-US" altLang="zh-CN" sz="2400" b="1" dirty="0">
                <a:solidFill>
                  <a:srgbClr val="7030A0"/>
                </a:solidFill>
              </a:rPr>
              <a:t>3</a:t>
            </a:r>
            <a:r>
              <a:rPr lang="zh-CN" altLang="en-US" sz="2400" b="1" dirty="0">
                <a:solidFill>
                  <a:srgbClr val="7030A0"/>
                </a:solidFill>
              </a:rPr>
              <a:t>）</a:t>
            </a:r>
            <a:r>
              <a:rPr lang="en-US" altLang="zh-CN" sz="2400" b="1" dirty="0">
                <a:solidFill>
                  <a:srgbClr val="7030A0"/>
                </a:solidFill>
              </a:rPr>
              <a:t>I/O</a:t>
            </a:r>
            <a:r>
              <a:rPr lang="zh-CN" altLang="en-US" sz="2400" b="1" dirty="0">
                <a:solidFill>
                  <a:srgbClr val="7030A0"/>
                </a:solidFill>
              </a:rPr>
              <a:t>口引脚：</a:t>
            </a:r>
            <a:r>
              <a:rPr lang="en-US" altLang="zh-CN" sz="2400" dirty="0"/>
              <a:t>P0</a:t>
            </a:r>
            <a:r>
              <a:rPr lang="zh-CN" altLang="en-US" sz="2400" dirty="0"/>
              <a:t>、</a:t>
            </a:r>
            <a:r>
              <a:rPr lang="en-US" altLang="zh-CN" sz="2400" dirty="0"/>
              <a:t>P1</a:t>
            </a:r>
            <a:r>
              <a:rPr lang="zh-CN" altLang="en-US" sz="2400" dirty="0"/>
              <a:t>、</a:t>
            </a:r>
            <a:r>
              <a:rPr lang="en-US" altLang="zh-CN" sz="2400" dirty="0"/>
              <a:t>P2</a:t>
            </a:r>
            <a:r>
              <a:rPr lang="zh-CN" altLang="en-US" sz="2400" dirty="0"/>
              <a:t>、</a:t>
            </a:r>
            <a:r>
              <a:rPr lang="en-US" altLang="zh-CN" sz="2400" dirty="0"/>
              <a:t>P3</a:t>
            </a:r>
            <a:r>
              <a:rPr lang="zh-CN" altLang="en-US" sz="2400" dirty="0"/>
              <a:t>为</a:t>
            </a:r>
            <a:r>
              <a:rPr lang="en-US" altLang="zh-CN" sz="2400" dirty="0"/>
              <a:t>4</a:t>
            </a:r>
            <a:r>
              <a:rPr lang="zh-CN" altLang="en-US" sz="2400" dirty="0"/>
              <a:t>个</a:t>
            </a:r>
            <a:r>
              <a:rPr lang="en-US" altLang="zh-CN" sz="2400" dirty="0"/>
              <a:t>8</a:t>
            </a:r>
            <a:r>
              <a:rPr lang="zh-CN" altLang="en-US" sz="2400" dirty="0"/>
              <a:t>位</a:t>
            </a:r>
            <a:r>
              <a:rPr lang="en-US" altLang="zh-CN" sz="2400" dirty="0"/>
              <a:t>I/O</a:t>
            </a:r>
            <a:r>
              <a:rPr lang="zh-CN" altLang="en-US" sz="2400" dirty="0"/>
              <a:t>口的外部引脚。</a:t>
            </a:r>
          </a:p>
          <a:p>
            <a:pPr>
              <a:lnSpc>
                <a:spcPct val="150000"/>
              </a:lnSpc>
            </a:pPr>
            <a:endParaRPr lang="zh-CN" altLang="en-US" sz="2400" dirty="0"/>
          </a:p>
        </p:txBody>
      </p:sp>
      <mc:AlternateContent xmlns:mc="http://schemas.openxmlformats.org/markup-compatibility/2006" xmlns:p14="http://schemas.microsoft.com/office/powerpoint/2010/main">
        <mc:Choice Requires="p14">
          <p:contentPart p14:bwMode="auto" r:id="rId3">
            <p14:nvContentPartPr>
              <p14:cNvPr id="3" name="墨迹 2">
                <a:extLst>
                  <a:ext uri="{FF2B5EF4-FFF2-40B4-BE49-F238E27FC236}">
                    <a16:creationId xmlns:a16="http://schemas.microsoft.com/office/drawing/2014/main" id="{B0C462BA-68AF-9E04-5765-AC3F7D40A6BF}"/>
                  </a:ext>
                </a:extLst>
              </p14:cNvPr>
              <p14:cNvContentPartPr/>
              <p14:nvPr/>
            </p14:nvContentPartPr>
            <p14:xfrm>
              <a:off x="6289705" y="4804604"/>
              <a:ext cx="1311480" cy="7560"/>
            </p14:xfrm>
          </p:contentPart>
        </mc:Choice>
        <mc:Fallback xmlns="">
          <p:pic>
            <p:nvPicPr>
              <p:cNvPr id="3" name="墨迹 2">
                <a:extLst>
                  <a:ext uri="{FF2B5EF4-FFF2-40B4-BE49-F238E27FC236}">
                    <a16:creationId xmlns:a16="http://schemas.microsoft.com/office/drawing/2014/main" id="{B0C462BA-68AF-9E04-5765-AC3F7D40A6BF}"/>
                  </a:ext>
                </a:extLst>
              </p:cNvPr>
              <p:cNvPicPr/>
              <p:nvPr/>
            </p:nvPicPr>
            <p:blipFill>
              <a:blip r:embed="rId4"/>
              <a:stretch>
                <a:fillRect/>
              </a:stretch>
            </p:blipFill>
            <p:spPr>
              <a:xfrm>
                <a:off x="6272065" y="4786964"/>
                <a:ext cx="1347120" cy="43200"/>
              </a:xfrm>
              <a:prstGeom prst="rect">
                <a:avLst/>
              </a:prstGeom>
            </p:spPr>
          </p:pic>
        </mc:Fallback>
      </mc:AlternateContent>
      <p:grpSp>
        <p:nvGrpSpPr>
          <p:cNvPr id="7" name="组合 6">
            <a:extLst>
              <a:ext uri="{FF2B5EF4-FFF2-40B4-BE49-F238E27FC236}">
                <a16:creationId xmlns:a16="http://schemas.microsoft.com/office/drawing/2014/main" id="{BFB514FA-3CF9-8906-85A2-83F5D58A4604}"/>
              </a:ext>
            </a:extLst>
          </p:cNvPr>
          <p:cNvGrpSpPr/>
          <p:nvPr/>
        </p:nvGrpSpPr>
        <p:grpSpPr>
          <a:xfrm>
            <a:off x="3990025" y="5282324"/>
            <a:ext cx="2563200" cy="150840"/>
            <a:chOff x="3990025" y="5282324"/>
            <a:chExt cx="2563200" cy="150840"/>
          </a:xfrm>
        </p:grpSpPr>
        <mc:AlternateContent xmlns:mc="http://schemas.openxmlformats.org/markup-compatibility/2006" xmlns:p14="http://schemas.microsoft.com/office/powerpoint/2010/main">
          <mc:Choice Requires="p14">
            <p:contentPart p14:bwMode="auto" r:id="rId5">
              <p14:nvContentPartPr>
                <p14:cNvPr id="4" name="墨迹 3">
                  <a:extLst>
                    <a:ext uri="{FF2B5EF4-FFF2-40B4-BE49-F238E27FC236}">
                      <a16:creationId xmlns:a16="http://schemas.microsoft.com/office/drawing/2014/main" id="{C2D89AAF-877F-0C6B-E0D6-A5C89D35F89C}"/>
                    </a:ext>
                  </a:extLst>
                </p14:cNvPr>
                <p14:cNvContentPartPr/>
                <p14:nvPr/>
              </p14:nvContentPartPr>
              <p14:xfrm>
                <a:off x="3990025" y="5366204"/>
                <a:ext cx="2563200" cy="46800"/>
              </p14:xfrm>
            </p:contentPart>
          </mc:Choice>
          <mc:Fallback xmlns="">
            <p:pic>
              <p:nvPicPr>
                <p:cNvPr id="4" name="墨迹 3">
                  <a:extLst>
                    <a:ext uri="{FF2B5EF4-FFF2-40B4-BE49-F238E27FC236}">
                      <a16:creationId xmlns:a16="http://schemas.microsoft.com/office/drawing/2014/main" id="{C2D89AAF-877F-0C6B-E0D6-A5C89D35F89C}"/>
                    </a:ext>
                  </a:extLst>
                </p:cNvPr>
                <p:cNvPicPr/>
                <p:nvPr/>
              </p:nvPicPr>
              <p:blipFill>
                <a:blip r:embed="rId6"/>
                <a:stretch>
                  <a:fillRect/>
                </a:stretch>
              </p:blipFill>
              <p:spPr>
                <a:xfrm>
                  <a:off x="3972025" y="5348204"/>
                  <a:ext cx="259884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墨迹 4">
                  <a:extLst>
                    <a:ext uri="{FF2B5EF4-FFF2-40B4-BE49-F238E27FC236}">
                      <a16:creationId xmlns:a16="http://schemas.microsoft.com/office/drawing/2014/main" id="{FC193B92-8B7B-9C76-5FFE-0815CD8E064C}"/>
                    </a:ext>
                  </a:extLst>
                </p14:cNvPr>
                <p14:cNvContentPartPr/>
                <p14:nvPr/>
              </p14:nvContentPartPr>
              <p14:xfrm>
                <a:off x="5214745" y="5282324"/>
                <a:ext cx="160920" cy="150840"/>
              </p14:xfrm>
            </p:contentPart>
          </mc:Choice>
          <mc:Fallback xmlns="">
            <p:pic>
              <p:nvPicPr>
                <p:cNvPr id="5" name="墨迹 4">
                  <a:extLst>
                    <a:ext uri="{FF2B5EF4-FFF2-40B4-BE49-F238E27FC236}">
                      <a16:creationId xmlns:a16="http://schemas.microsoft.com/office/drawing/2014/main" id="{FC193B92-8B7B-9C76-5FFE-0815CD8E064C}"/>
                    </a:ext>
                  </a:extLst>
                </p:cNvPr>
                <p:cNvPicPr/>
                <p:nvPr/>
              </p:nvPicPr>
              <p:blipFill>
                <a:blip r:embed="rId8"/>
                <a:stretch>
                  <a:fillRect/>
                </a:stretch>
              </p:blipFill>
              <p:spPr>
                <a:xfrm>
                  <a:off x="5196745" y="5264684"/>
                  <a:ext cx="196560" cy="186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
            <p14:nvContentPartPr>
              <p14:cNvPr id="8" name="墨迹 7">
                <a:extLst>
                  <a:ext uri="{FF2B5EF4-FFF2-40B4-BE49-F238E27FC236}">
                    <a16:creationId xmlns:a16="http://schemas.microsoft.com/office/drawing/2014/main" id="{E1A81D22-468A-6A0A-6EC9-807E79CA3EB8}"/>
                  </a:ext>
                </a:extLst>
              </p14:cNvPr>
              <p14:cNvContentPartPr/>
              <p14:nvPr/>
            </p14:nvContentPartPr>
            <p14:xfrm>
              <a:off x="697510" y="3992380"/>
              <a:ext cx="27000" cy="132840"/>
            </p14:xfrm>
          </p:contentPart>
        </mc:Choice>
        <mc:Fallback xmlns="">
          <p:pic>
            <p:nvPicPr>
              <p:cNvPr id="8" name="墨迹 7">
                <a:extLst>
                  <a:ext uri="{FF2B5EF4-FFF2-40B4-BE49-F238E27FC236}">
                    <a16:creationId xmlns:a16="http://schemas.microsoft.com/office/drawing/2014/main" id="{E1A81D22-468A-6A0A-6EC9-807E79CA3EB8}"/>
                  </a:ext>
                </a:extLst>
              </p:cNvPr>
              <p:cNvPicPr/>
              <p:nvPr/>
            </p:nvPicPr>
            <p:blipFill>
              <a:blip r:embed="rId10"/>
              <a:stretch>
                <a:fillRect/>
              </a:stretch>
            </p:blipFill>
            <p:spPr>
              <a:xfrm>
                <a:off x="679870" y="3974740"/>
                <a:ext cx="62640" cy="168480"/>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zh-CN" altLang="en-US" sz="3200" b="1" dirty="0">
                <a:solidFill>
                  <a:srgbClr val="7030A0"/>
                </a:solidFill>
              </a:rPr>
              <a:t>时序的基本概念</a:t>
            </a:r>
            <a:endParaRPr lang="zh-CN" altLang="en-US" sz="3200" dirty="0">
              <a:solidFill>
                <a:srgbClr val="7030A0"/>
              </a:solidFill>
            </a:endParaRPr>
          </a:p>
        </p:txBody>
      </p:sp>
      <p:sp>
        <p:nvSpPr>
          <p:cNvPr id="3" name="内容占位符 2"/>
          <p:cNvSpPr>
            <a:spLocks noGrp="1"/>
          </p:cNvSpPr>
          <p:nvPr>
            <p:ph idx="1"/>
          </p:nvPr>
        </p:nvSpPr>
        <p:spPr/>
        <p:txBody>
          <a:bodyPr>
            <a:noAutofit/>
          </a:bodyPr>
          <a:lstStyle/>
          <a:p>
            <a:r>
              <a:rPr lang="zh-CN" altLang="en-US" sz="2800" dirty="0"/>
              <a:t>计算机的工作过程就是不断执行指令的过程。</a:t>
            </a:r>
            <a:r>
              <a:rPr lang="en-US" altLang="zh-CN" sz="2800" b="1" dirty="0">
                <a:solidFill>
                  <a:srgbClr val="FF0000"/>
                </a:solidFill>
              </a:rPr>
              <a:t>CPU</a:t>
            </a:r>
            <a:r>
              <a:rPr lang="zh-CN" altLang="en-US" sz="2800" b="1" dirty="0">
                <a:solidFill>
                  <a:srgbClr val="FF0000"/>
                </a:solidFill>
              </a:rPr>
              <a:t>每执行一条指令，都要进行取指令、译码、执行指令。</a:t>
            </a:r>
            <a:r>
              <a:rPr lang="zh-CN" altLang="en-US" sz="2800" dirty="0"/>
              <a:t>这些操作都必须按照时间节拍一步步地顺序完成。</a:t>
            </a:r>
            <a:endParaRPr lang="en-US" altLang="zh-CN" sz="2800" dirty="0"/>
          </a:p>
          <a:p>
            <a:r>
              <a:rPr lang="zh-CN" altLang="en-US" sz="2800" b="1" dirty="0">
                <a:solidFill>
                  <a:srgbClr val="FF0000"/>
                </a:solidFill>
              </a:rPr>
              <a:t>人们把</a:t>
            </a:r>
            <a:r>
              <a:rPr lang="en-US" altLang="zh-CN" sz="2800" b="1" dirty="0">
                <a:solidFill>
                  <a:srgbClr val="FF0000"/>
                </a:solidFill>
              </a:rPr>
              <a:t>CPU</a:t>
            </a:r>
            <a:r>
              <a:rPr lang="zh-CN" altLang="en-US" sz="2800" b="1" dirty="0">
                <a:solidFill>
                  <a:srgbClr val="FF0000"/>
                </a:solidFill>
              </a:rPr>
              <a:t>执行一条指令的各个操作所对应的脉冲信号遵循的时间顺序称为时序。</a:t>
            </a:r>
            <a:r>
              <a:rPr lang="zh-CN" altLang="en-US" sz="2800" dirty="0"/>
              <a:t>时序严格地规定了单片机内部以及与外部各功能部件相互配合协调工作的时空关系。</a:t>
            </a:r>
            <a:endParaRPr lang="en-US" altLang="zh-CN" sz="2800" dirty="0"/>
          </a:p>
          <a:p>
            <a:r>
              <a:rPr lang="zh-CN" altLang="en-US" sz="2800" b="1" dirty="0">
                <a:solidFill>
                  <a:srgbClr val="FF0000"/>
                </a:solidFill>
              </a:rPr>
              <a:t>时序图：</a:t>
            </a:r>
            <a:r>
              <a:rPr lang="zh-CN" altLang="en-US" sz="2800" dirty="0"/>
              <a:t>直观展现</a:t>
            </a:r>
            <a:r>
              <a:rPr lang="en-US" altLang="zh-CN" sz="2800" dirty="0"/>
              <a:t>CPU</a:t>
            </a:r>
            <a:r>
              <a:rPr lang="zh-CN" altLang="en-US" sz="2800" dirty="0"/>
              <a:t>的时序。把执行一条指令时对应信号线上有关信息的变化按时间序列以特定的波形表示出来。</a:t>
            </a:r>
            <a:endParaRPr lang="en-US" altLang="zh-CN" sz="2800" dirty="0"/>
          </a:p>
          <a:p>
            <a:endParaRPr lang="zh-CN" alt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4282" y="357166"/>
            <a:ext cx="8229600" cy="4686320"/>
          </a:xfrm>
        </p:spPr>
        <p:txBody>
          <a:bodyPr>
            <a:normAutofit/>
          </a:bodyPr>
          <a:lstStyle/>
          <a:p>
            <a:r>
              <a:rPr lang="zh-CN" altLang="en-US" sz="2800" b="1" dirty="0">
                <a:solidFill>
                  <a:srgbClr val="FF0000"/>
                </a:solidFill>
              </a:rPr>
              <a:t>按指令的执行过程，定义了四种周期：</a:t>
            </a:r>
            <a:endParaRPr lang="zh-CN" altLang="en-US" sz="2800" dirty="0">
              <a:solidFill>
                <a:srgbClr val="FF0000"/>
              </a:solidFill>
            </a:endParaRPr>
          </a:p>
          <a:p>
            <a:r>
              <a:rPr lang="zh-CN" altLang="en-US" sz="2800" b="1" dirty="0">
                <a:solidFill>
                  <a:srgbClr val="7030A0"/>
                </a:solidFill>
              </a:rPr>
              <a:t>振荡周期</a:t>
            </a:r>
            <a:r>
              <a:rPr lang="zh-CN" altLang="en-US" sz="2800" dirty="0">
                <a:solidFill>
                  <a:srgbClr val="7030A0"/>
                </a:solidFill>
              </a:rPr>
              <a:t>：</a:t>
            </a:r>
            <a:r>
              <a:rPr lang="zh-CN" altLang="en-US" sz="2800" dirty="0"/>
              <a:t>为</a:t>
            </a:r>
            <a:r>
              <a:rPr lang="zh-CN" altLang="en-US" sz="2800" dirty="0">
                <a:solidFill>
                  <a:srgbClr val="FF0000"/>
                </a:solidFill>
              </a:rPr>
              <a:t>单片机提供定时信号的振荡源的周期</a:t>
            </a:r>
            <a:r>
              <a:rPr lang="zh-CN" altLang="en-US" sz="2800" dirty="0"/>
              <a:t>；</a:t>
            </a:r>
          </a:p>
          <a:p>
            <a:r>
              <a:rPr lang="zh-CN" altLang="en-US" sz="2800" b="1" dirty="0">
                <a:solidFill>
                  <a:srgbClr val="7030A0"/>
                </a:solidFill>
              </a:rPr>
              <a:t>时钟周期</a:t>
            </a:r>
            <a:r>
              <a:rPr lang="zh-CN" altLang="en-US" sz="2800" dirty="0">
                <a:solidFill>
                  <a:srgbClr val="7030A0"/>
                </a:solidFill>
              </a:rPr>
              <a:t>：</a:t>
            </a:r>
            <a:r>
              <a:rPr lang="zh-CN" altLang="en-US" sz="2800" dirty="0">
                <a:solidFill>
                  <a:srgbClr val="FF0000"/>
                </a:solidFill>
              </a:rPr>
              <a:t>振荡脉冲二分频</a:t>
            </a:r>
            <a:r>
              <a:rPr lang="zh-CN" altLang="en-US" sz="2800" dirty="0"/>
              <a:t>，又称为状态周期</a:t>
            </a:r>
            <a:r>
              <a:rPr lang="en-US" altLang="zh-CN" sz="2800" dirty="0"/>
              <a:t>S</a:t>
            </a:r>
            <a:r>
              <a:rPr lang="zh-CN" altLang="en-US" sz="2800" dirty="0"/>
              <a:t>；</a:t>
            </a:r>
          </a:p>
          <a:p>
            <a:r>
              <a:rPr lang="zh-CN" altLang="en-US" sz="2800" b="1" dirty="0">
                <a:solidFill>
                  <a:srgbClr val="7030A0"/>
                </a:solidFill>
              </a:rPr>
              <a:t>机器周期</a:t>
            </a:r>
            <a:r>
              <a:rPr lang="zh-CN" altLang="en-US" sz="2800" dirty="0">
                <a:solidFill>
                  <a:srgbClr val="7030A0"/>
                </a:solidFill>
              </a:rPr>
              <a:t>：</a:t>
            </a:r>
            <a:r>
              <a:rPr lang="zh-CN" altLang="en-US" sz="2800" dirty="0">
                <a:solidFill>
                  <a:srgbClr val="FF0000"/>
                </a:solidFill>
              </a:rPr>
              <a:t>完成一个基本操作（如取指令、读存储器等）所需要的时间称为机器周期</a:t>
            </a:r>
            <a:r>
              <a:rPr lang="zh-CN" altLang="en-US" sz="2800" dirty="0"/>
              <a:t>。机器周期由</a:t>
            </a:r>
            <a:r>
              <a:rPr lang="en-US" altLang="zh-CN" sz="2800" dirty="0">
                <a:solidFill>
                  <a:srgbClr val="FF0000"/>
                </a:solidFill>
              </a:rPr>
              <a:t>6</a:t>
            </a:r>
            <a:r>
              <a:rPr lang="zh-CN" altLang="en-US" sz="2800" dirty="0">
                <a:solidFill>
                  <a:srgbClr val="FF0000"/>
                </a:solidFill>
              </a:rPr>
              <a:t>个状态周期（</a:t>
            </a:r>
            <a:r>
              <a:rPr lang="en-US" altLang="zh-CN" sz="2800" dirty="0">
                <a:solidFill>
                  <a:srgbClr val="FF0000"/>
                </a:solidFill>
              </a:rPr>
              <a:t>12</a:t>
            </a:r>
            <a:r>
              <a:rPr lang="zh-CN" altLang="en-US" sz="2800" dirty="0">
                <a:solidFill>
                  <a:srgbClr val="FF0000"/>
                </a:solidFill>
              </a:rPr>
              <a:t>个振荡周期）组成</a:t>
            </a:r>
            <a:r>
              <a:rPr lang="zh-CN" altLang="en-US" sz="2800" dirty="0"/>
              <a:t>。</a:t>
            </a:r>
          </a:p>
          <a:p>
            <a:r>
              <a:rPr lang="zh-CN" altLang="en-US" sz="2800" b="1" dirty="0">
                <a:solidFill>
                  <a:srgbClr val="7030A0"/>
                </a:solidFill>
              </a:rPr>
              <a:t>指令周期</a:t>
            </a:r>
            <a:r>
              <a:rPr lang="zh-CN" altLang="en-US" sz="2800" dirty="0">
                <a:solidFill>
                  <a:srgbClr val="7030A0"/>
                </a:solidFill>
              </a:rPr>
              <a:t>：</a:t>
            </a:r>
            <a:r>
              <a:rPr lang="en-US" altLang="zh-CN" sz="2800" dirty="0">
                <a:solidFill>
                  <a:srgbClr val="FF0000"/>
                </a:solidFill>
              </a:rPr>
              <a:t>CPU</a:t>
            </a:r>
            <a:r>
              <a:rPr lang="zh-CN" altLang="en-US" sz="2800" dirty="0">
                <a:solidFill>
                  <a:srgbClr val="FF0000"/>
                </a:solidFill>
              </a:rPr>
              <a:t>执行一条指令所需要的时间，可包含</a:t>
            </a:r>
            <a:r>
              <a:rPr lang="en-US" altLang="zh-CN" sz="2800" dirty="0">
                <a:solidFill>
                  <a:srgbClr val="FF0000"/>
                </a:solidFill>
              </a:rPr>
              <a:t>1~4</a:t>
            </a:r>
            <a:r>
              <a:rPr lang="zh-CN" altLang="en-US" sz="2800" dirty="0">
                <a:solidFill>
                  <a:srgbClr val="FF0000"/>
                </a:solidFill>
              </a:rPr>
              <a:t>个机器周期</a:t>
            </a:r>
            <a:r>
              <a:rPr lang="zh-CN" altLang="en-US" sz="2800" dirty="0"/>
              <a:t>。</a:t>
            </a:r>
          </a:p>
          <a:p>
            <a:endParaRPr lang="zh-CN" altLang="en-US" sz="2800" dirty="0"/>
          </a:p>
        </p:txBody>
      </p:sp>
      <p:pic>
        <p:nvPicPr>
          <p:cNvPr id="21506" name="Picture 2"/>
          <p:cNvPicPr>
            <a:picLocks noChangeAspect="1" noChangeArrowheads="1"/>
          </p:cNvPicPr>
          <p:nvPr/>
        </p:nvPicPr>
        <p:blipFill>
          <a:blip r:embed="rId2"/>
          <a:srcRect/>
          <a:stretch>
            <a:fillRect/>
          </a:stretch>
        </p:blipFill>
        <p:spPr bwMode="auto">
          <a:xfrm>
            <a:off x="785786" y="4643446"/>
            <a:ext cx="7268224" cy="2071702"/>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zh-CN" altLang="en-US" sz="3200" b="1" dirty="0">
                <a:solidFill>
                  <a:srgbClr val="7030A0"/>
                </a:solidFill>
              </a:rPr>
              <a:t> </a:t>
            </a:r>
            <a:r>
              <a:rPr lang="en-US" altLang="zh-CN" sz="3200" b="1" dirty="0">
                <a:solidFill>
                  <a:srgbClr val="7030A0"/>
                </a:solidFill>
              </a:rPr>
              <a:t>1.</a:t>
            </a:r>
            <a:r>
              <a:rPr lang="zh-CN" altLang="en-US" sz="3200" b="1" dirty="0">
                <a:solidFill>
                  <a:srgbClr val="7030A0"/>
                </a:solidFill>
              </a:rPr>
              <a:t>电源及时钟引脚</a:t>
            </a:r>
          </a:p>
        </p:txBody>
      </p:sp>
      <p:sp>
        <p:nvSpPr>
          <p:cNvPr id="3" name="内容占位符 2"/>
          <p:cNvSpPr>
            <a:spLocks noGrp="1"/>
          </p:cNvSpPr>
          <p:nvPr>
            <p:ph idx="1"/>
          </p:nvPr>
        </p:nvSpPr>
        <p:spPr/>
        <p:txBody>
          <a:bodyPr>
            <a:normAutofit fontScale="92500"/>
          </a:bodyPr>
          <a:lstStyle/>
          <a:p>
            <a:r>
              <a:rPr lang="zh-CN" altLang="en-US" b="1" dirty="0">
                <a:solidFill>
                  <a:schemeClr val="accent2"/>
                </a:solidFill>
              </a:rPr>
              <a:t>（</a:t>
            </a:r>
            <a:r>
              <a:rPr lang="en-US" altLang="zh-CN" b="1" dirty="0">
                <a:solidFill>
                  <a:schemeClr val="accent2"/>
                </a:solidFill>
              </a:rPr>
              <a:t>1</a:t>
            </a:r>
            <a:r>
              <a:rPr lang="zh-CN" altLang="en-US" b="1" dirty="0">
                <a:solidFill>
                  <a:schemeClr val="accent2"/>
                </a:solidFill>
              </a:rPr>
              <a:t>）</a:t>
            </a:r>
            <a:r>
              <a:rPr lang="en-US" altLang="zh-CN" b="1" dirty="0" err="1">
                <a:solidFill>
                  <a:schemeClr val="accent2"/>
                </a:solidFill>
              </a:rPr>
              <a:t>Vcc</a:t>
            </a:r>
            <a:r>
              <a:rPr lang="zh-CN" altLang="en-US" b="1" dirty="0">
                <a:solidFill>
                  <a:schemeClr val="accent2"/>
                </a:solidFill>
              </a:rPr>
              <a:t>（</a:t>
            </a:r>
            <a:r>
              <a:rPr lang="en-US" altLang="zh-CN" b="1" dirty="0">
                <a:solidFill>
                  <a:schemeClr val="accent2"/>
                </a:solidFill>
              </a:rPr>
              <a:t>40</a:t>
            </a:r>
            <a:r>
              <a:rPr lang="zh-CN" altLang="en-US" b="1" dirty="0">
                <a:solidFill>
                  <a:schemeClr val="accent2"/>
                </a:solidFill>
              </a:rPr>
              <a:t>脚）：</a:t>
            </a:r>
            <a:r>
              <a:rPr lang="en-US" altLang="zh-CN" dirty="0"/>
              <a:t>+5V</a:t>
            </a:r>
            <a:r>
              <a:rPr lang="zh-CN" altLang="en-US" dirty="0"/>
              <a:t>电源；</a:t>
            </a:r>
          </a:p>
          <a:p>
            <a:r>
              <a:rPr lang="zh-CN" altLang="en-US" dirty="0"/>
              <a:t>（</a:t>
            </a:r>
            <a:r>
              <a:rPr lang="en-US" altLang="zh-CN" b="1" dirty="0">
                <a:solidFill>
                  <a:schemeClr val="accent2"/>
                </a:solidFill>
              </a:rPr>
              <a:t>2</a:t>
            </a:r>
            <a:r>
              <a:rPr lang="zh-CN" altLang="en-US" b="1" dirty="0">
                <a:solidFill>
                  <a:schemeClr val="accent2"/>
                </a:solidFill>
              </a:rPr>
              <a:t>）</a:t>
            </a:r>
            <a:r>
              <a:rPr lang="en-US" altLang="zh-CN" b="1" dirty="0" err="1">
                <a:solidFill>
                  <a:schemeClr val="accent2"/>
                </a:solidFill>
              </a:rPr>
              <a:t>Vss</a:t>
            </a:r>
            <a:r>
              <a:rPr lang="zh-CN" altLang="en-US" b="1" dirty="0">
                <a:solidFill>
                  <a:schemeClr val="accent2"/>
                </a:solidFill>
              </a:rPr>
              <a:t>（</a:t>
            </a:r>
            <a:r>
              <a:rPr lang="en-US" altLang="zh-CN" b="1" dirty="0">
                <a:solidFill>
                  <a:schemeClr val="accent2"/>
                </a:solidFill>
              </a:rPr>
              <a:t>20</a:t>
            </a:r>
            <a:r>
              <a:rPr lang="zh-CN" altLang="en-US" b="1" dirty="0">
                <a:solidFill>
                  <a:schemeClr val="accent2"/>
                </a:solidFill>
              </a:rPr>
              <a:t>脚）：</a:t>
            </a:r>
            <a:r>
              <a:rPr lang="zh-CN" altLang="en-US" dirty="0"/>
              <a:t>接地。</a:t>
            </a:r>
          </a:p>
          <a:p>
            <a:r>
              <a:rPr lang="zh-CN" altLang="en-US" b="1" dirty="0">
                <a:solidFill>
                  <a:schemeClr val="accent2"/>
                </a:solidFill>
              </a:rPr>
              <a:t>（</a:t>
            </a:r>
            <a:r>
              <a:rPr lang="en-US" altLang="zh-CN" b="1" dirty="0">
                <a:solidFill>
                  <a:schemeClr val="accent2"/>
                </a:solidFill>
              </a:rPr>
              <a:t>3</a:t>
            </a:r>
            <a:r>
              <a:rPr lang="zh-CN" altLang="en-US" b="1" dirty="0">
                <a:solidFill>
                  <a:schemeClr val="accent2"/>
                </a:solidFill>
              </a:rPr>
              <a:t>）</a:t>
            </a:r>
            <a:r>
              <a:rPr lang="en-US" altLang="zh-CN" b="1" dirty="0">
                <a:solidFill>
                  <a:schemeClr val="accent2"/>
                </a:solidFill>
              </a:rPr>
              <a:t>XTAL1</a:t>
            </a:r>
            <a:r>
              <a:rPr lang="zh-CN" altLang="en-US" b="1" dirty="0">
                <a:solidFill>
                  <a:schemeClr val="accent2"/>
                </a:solidFill>
              </a:rPr>
              <a:t>（</a:t>
            </a:r>
            <a:r>
              <a:rPr lang="en-US" altLang="zh-CN" b="1" dirty="0">
                <a:solidFill>
                  <a:schemeClr val="accent2"/>
                </a:solidFill>
              </a:rPr>
              <a:t>19</a:t>
            </a:r>
            <a:r>
              <a:rPr lang="zh-CN" altLang="en-US" b="1" dirty="0">
                <a:solidFill>
                  <a:schemeClr val="accent2"/>
                </a:solidFill>
              </a:rPr>
              <a:t>脚）：</a:t>
            </a:r>
            <a:r>
              <a:rPr lang="zh-CN" altLang="en-US" dirty="0"/>
              <a:t>如果采用外接晶体振荡器时，此引脚应接地。使用片内振荡器，应接外部石英晶体和微调电容。使用片外振荡器，该脚接外部时钟振荡器输出的信号。</a:t>
            </a:r>
          </a:p>
          <a:p>
            <a:r>
              <a:rPr lang="zh-CN" altLang="en-US" b="1" dirty="0">
                <a:solidFill>
                  <a:schemeClr val="accent2"/>
                </a:solidFill>
              </a:rPr>
              <a:t>（</a:t>
            </a:r>
            <a:r>
              <a:rPr lang="en-US" altLang="zh-CN" b="1" dirty="0">
                <a:solidFill>
                  <a:schemeClr val="accent2"/>
                </a:solidFill>
              </a:rPr>
              <a:t>4</a:t>
            </a:r>
            <a:r>
              <a:rPr lang="zh-CN" altLang="en-US" b="1" dirty="0">
                <a:solidFill>
                  <a:schemeClr val="accent2"/>
                </a:solidFill>
              </a:rPr>
              <a:t>）</a:t>
            </a:r>
            <a:r>
              <a:rPr lang="en-US" altLang="zh-CN" b="1" dirty="0">
                <a:solidFill>
                  <a:schemeClr val="accent2"/>
                </a:solidFill>
              </a:rPr>
              <a:t>XTAL2</a:t>
            </a:r>
            <a:r>
              <a:rPr lang="zh-CN" altLang="en-US" b="1" dirty="0">
                <a:solidFill>
                  <a:schemeClr val="accent2"/>
                </a:solidFill>
              </a:rPr>
              <a:t>（</a:t>
            </a:r>
            <a:r>
              <a:rPr lang="en-US" altLang="zh-CN" b="1" dirty="0">
                <a:solidFill>
                  <a:schemeClr val="accent2"/>
                </a:solidFill>
              </a:rPr>
              <a:t>18</a:t>
            </a:r>
            <a:r>
              <a:rPr lang="zh-CN" altLang="en-US" b="1" dirty="0">
                <a:solidFill>
                  <a:schemeClr val="accent2"/>
                </a:solidFill>
              </a:rPr>
              <a:t>脚）：</a:t>
            </a:r>
            <a:r>
              <a:rPr lang="zh-CN" altLang="en-US" dirty="0"/>
              <a:t>片内振荡器反相放大器的输出端。使用片内振荡器，接外部石英晶体和微调电容。使用片外振荡器，悬空。</a:t>
            </a:r>
          </a:p>
          <a:p>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b="1" dirty="0">
                <a:solidFill>
                  <a:srgbClr val="7030A0"/>
                </a:solidFill>
              </a:rPr>
              <a:t>2.</a:t>
            </a:r>
            <a:r>
              <a:rPr lang="zh-CN" altLang="en-US" sz="3200" b="1" dirty="0">
                <a:solidFill>
                  <a:srgbClr val="7030A0"/>
                </a:solidFill>
              </a:rPr>
              <a:t>控制引脚</a:t>
            </a:r>
          </a:p>
        </p:txBody>
      </p:sp>
      <p:sp>
        <p:nvSpPr>
          <p:cNvPr id="3" name="内容占位符 2"/>
          <p:cNvSpPr>
            <a:spLocks noGrp="1"/>
          </p:cNvSpPr>
          <p:nvPr>
            <p:ph idx="1"/>
          </p:nvPr>
        </p:nvSpPr>
        <p:spPr/>
        <p:txBody>
          <a:bodyPr>
            <a:normAutofit fontScale="92500"/>
          </a:bodyPr>
          <a:lstStyle/>
          <a:p>
            <a:pPr>
              <a:lnSpc>
                <a:spcPct val="150000"/>
              </a:lnSpc>
            </a:pPr>
            <a:r>
              <a:rPr lang="zh-CN" altLang="en-US" sz="2800" dirty="0"/>
              <a:t>提供控制信号，有的引脚还具有复用功能。</a:t>
            </a:r>
            <a:endParaRPr lang="en-US" altLang="zh-CN" sz="2800" dirty="0"/>
          </a:p>
          <a:p>
            <a:pPr>
              <a:lnSpc>
                <a:spcPct val="150000"/>
              </a:lnSpc>
            </a:pPr>
            <a:r>
              <a:rPr lang="zh-CN" altLang="en-US" sz="2800" dirty="0"/>
              <a:t>计算机在启动运行时都需要复位，</a:t>
            </a:r>
            <a:r>
              <a:rPr lang="zh-CN" altLang="en-US" sz="2800" b="1" dirty="0">
                <a:solidFill>
                  <a:srgbClr val="C00000"/>
                </a:solidFill>
              </a:rPr>
              <a:t>使</a:t>
            </a:r>
            <a:r>
              <a:rPr lang="en-US" altLang="zh-CN" sz="2800" b="1" dirty="0">
                <a:solidFill>
                  <a:srgbClr val="C00000"/>
                </a:solidFill>
              </a:rPr>
              <a:t>CPU</a:t>
            </a:r>
            <a:r>
              <a:rPr lang="zh-CN" altLang="en-US" sz="2800" b="1" dirty="0">
                <a:solidFill>
                  <a:srgbClr val="C00000"/>
                </a:solidFill>
              </a:rPr>
              <a:t>和系统中的其他部件都处在一个确定的初始状态，</a:t>
            </a:r>
            <a:r>
              <a:rPr lang="zh-CN" altLang="en-US" sz="2800" dirty="0"/>
              <a:t>并从这个状态开始工作。只要在</a:t>
            </a:r>
            <a:r>
              <a:rPr lang="en-US" altLang="zh-CN" sz="2800" dirty="0"/>
              <a:t>MCS-51</a:t>
            </a:r>
            <a:r>
              <a:rPr lang="zh-CN" altLang="en-US" sz="2800" dirty="0"/>
              <a:t>单片机的</a:t>
            </a:r>
            <a:r>
              <a:rPr lang="en-US" altLang="zh-CN" sz="2800" dirty="0"/>
              <a:t>RST</a:t>
            </a:r>
            <a:r>
              <a:rPr lang="zh-CN" altLang="en-US" sz="2800" dirty="0"/>
              <a:t>引脚输入</a:t>
            </a:r>
            <a:r>
              <a:rPr lang="en-US" altLang="zh-CN" sz="2800" dirty="0"/>
              <a:t>24</a:t>
            </a:r>
            <a:r>
              <a:rPr lang="zh-CN" altLang="en-US" sz="2800" dirty="0"/>
              <a:t>个振荡周期（即</a:t>
            </a:r>
            <a:r>
              <a:rPr lang="en-US" altLang="zh-CN" sz="2800" dirty="0"/>
              <a:t>2</a:t>
            </a:r>
            <a:r>
              <a:rPr lang="zh-CN" altLang="en-US" sz="2800" dirty="0"/>
              <a:t>个机器周期）以上的高电平，单片机即被复位。</a:t>
            </a:r>
            <a:r>
              <a:rPr lang="zh-CN" altLang="en-US" sz="2800" b="1" dirty="0">
                <a:solidFill>
                  <a:srgbClr val="C00000"/>
                </a:solidFill>
              </a:rPr>
              <a:t>复位是单片机系统的初始化操作，</a:t>
            </a:r>
            <a:r>
              <a:rPr lang="zh-CN" altLang="en-US" sz="2800" dirty="0"/>
              <a:t>系统复位后会对专用寄存器和单片机的个别引脚信号有影响。</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142852"/>
            <a:ext cx="9001156" cy="6357982"/>
          </a:xfrm>
        </p:spPr>
        <p:txBody>
          <a:bodyPr>
            <a:noAutofit/>
          </a:bodyPr>
          <a:lstStyle/>
          <a:p>
            <a:pPr>
              <a:lnSpc>
                <a:spcPct val="170000"/>
              </a:lnSpc>
            </a:pPr>
            <a:r>
              <a:rPr lang="en-US" altLang="zh-CN" sz="2400" b="1" dirty="0">
                <a:solidFill>
                  <a:schemeClr val="accent2"/>
                </a:solidFill>
              </a:rPr>
              <a:t>(1)</a:t>
            </a:r>
            <a:r>
              <a:rPr lang="zh-CN" altLang="en-US" sz="2400" b="1" dirty="0">
                <a:solidFill>
                  <a:schemeClr val="accent2"/>
                </a:solidFill>
              </a:rPr>
              <a:t> </a:t>
            </a:r>
            <a:r>
              <a:rPr lang="en-US" altLang="zh-CN" sz="2400" b="1" dirty="0">
                <a:solidFill>
                  <a:schemeClr val="accent2"/>
                </a:solidFill>
              </a:rPr>
              <a:t>RST/VPD(9</a:t>
            </a:r>
            <a:r>
              <a:rPr lang="zh-CN" altLang="en-US" sz="2400" b="1" dirty="0">
                <a:solidFill>
                  <a:schemeClr val="accent2"/>
                </a:solidFill>
              </a:rPr>
              <a:t>脚</a:t>
            </a:r>
            <a:r>
              <a:rPr lang="en-US" altLang="zh-CN" sz="2400" b="1" dirty="0">
                <a:solidFill>
                  <a:schemeClr val="accent2"/>
                </a:solidFill>
              </a:rPr>
              <a:t>)</a:t>
            </a:r>
            <a:r>
              <a:rPr lang="zh-CN" altLang="en-US" sz="2400" b="1" dirty="0">
                <a:solidFill>
                  <a:schemeClr val="accent2"/>
                </a:solidFill>
              </a:rPr>
              <a:t>：</a:t>
            </a:r>
            <a:r>
              <a:rPr lang="zh-CN" altLang="en-US" sz="2400" dirty="0"/>
              <a:t>复位信号</a:t>
            </a:r>
            <a:r>
              <a:rPr lang="en-US" altLang="zh-CN" sz="2400" dirty="0"/>
              <a:t>/</a:t>
            </a:r>
            <a:r>
              <a:rPr lang="zh-CN" altLang="en-US" sz="2400" dirty="0"/>
              <a:t>备用电源的输入端。</a:t>
            </a:r>
            <a:r>
              <a:rPr lang="en-US" altLang="zh-CN" sz="2400" dirty="0"/>
              <a:t>RST</a:t>
            </a:r>
            <a:r>
              <a:rPr lang="zh-CN" altLang="en-US" sz="2400" dirty="0"/>
              <a:t>是复位信号输入端，高电平有效。</a:t>
            </a:r>
            <a:r>
              <a:rPr lang="zh-CN" altLang="en-US" sz="2400" dirty="0">
                <a:highlight>
                  <a:srgbClr val="FFFF00"/>
                </a:highlight>
              </a:rPr>
              <a:t>保持</a:t>
            </a:r>
            <a:r>
              <a:rPr lang="zh-CN" altLang="en-US" sz="2400" dirty="0">
                <a:solidFill>
                  <a:srgbClr val="FF0000"/>
                </a:solidFill>
                <a:highlight>
                  <a:srgbClr val="FFFF00"/>
                </a:highlight>
              </a:rPr>
              <a:t>两个机器周期</a:t>
            </a:r>
            <a:r>
              <a:rPr lang="zh-CN" altLang="en-US" sz="2400" dirty="0">
                <a:highlight>
                  <a:srgbClr val="FFFF00"/>
                </a:highlight>
              </a:rPr>
              <a:t>的高电平时，就可以完成复位操作。</a:t>
            </a:r>
            <a:r>
              <a:rPr lang="en-US" altLang="zh-CN" sz="2400" dirty="0"/>
              <a:t>RST</a:t>
            </a:r>
            <a:r>
              <a:rPr lang="zh-CN" altLang="en-US" sz="2400" dirty="0"/>
              <a:t>引脚的第二功能是</a:t>
            </a:r>
            <a:r>
              <a:rPr lang="en-US" altLang="zh-CN" sz="2400" dirty="0"/>
              <a:t>VPD</a:t>
            </a:r>
            <a:r>
              <a:rPr lang="zh-CN" altLang="en-US" sz="2400" dirty="0"/>
              <a:t>，即备用电源的输入端。</a:t>
            </a:r>
          </a:p>
          <a:p>
            <a:r>
              <a:rPr lang="en-US" altLang="zh-CN" sz="2400" b="1" dirty="0">
                <a:solidFill>
                  <a:schemeClr val="accent2"/>
                </a:solidFill>
              </a:rPr>
              <a:t>(2) ALE/PROG*</a:t>
            </a:r>
            <a:r>
              <a:rPr lang="zh-CN" altLang="en-US" sz="2400" b="1" dirty="0">
                <a:solidFill>
                  <a:schemeClr val="accent2"/>
                </a:solidFill>
              </a:rPr>
              <a:t>（</a:t>
            </a:r>
            <a:r>
              <a:rPr lang="en-US" altLang="zh-CN" sz="2400" b="1" dirty="0">
                <a:solidFill>
                  <a:schemeClr val="accent2"/>
                </a:solidFill>
              </a:rPr>
              <a:t>30</a:t>
            </a:r>
            <a:r>
              <a:rPr lang="zh-CN" altLang="en-US" sz="2400" b="1" dirty="0">
                <a:solidFill>
                  <a:schemeClr val="accent2"/>
                </a:solidFill>
              </a:rPr>
              <a:t>脚）：</a:t>
            </a:r>
            <a:r>
              <a:rPr lang="zh-CN" altLang="en-US" sz="2400" dirty="0"/>
              <a:t>第一功能</a:t>
            </a:r>
            <a:r>
              <a:rPr lang="en-US" altLang="zh-CN" sz="2400" dirty="0">
                <a:highlight>
                  <a:srgbClr val="FFFF00"/>
                </a:highlight>
              </a:rPr>
              <a:t>ALE</a:t>
            </a:r>
            <a:r>
              <a:rPr lang="zh-CN" altLang="en-US" sz="2400" dirty="0">
                <a:highlight>
                  <a:srgbClr val="FFFF00"/>
                </a:highlight>
              </a:rPr>
              <a:t>为地址锁存允许</a:t>
            </a:r>
            <a:r>
              <a:rPr lang="zh-CN" altLang="en-US" sz="2400" dirty="0"/>
              <a:t>，</a:t>
            </a:r>
            <a:r>
              <a:rPr lang="en-US" altLang="zh-CN" sz="2400" dirty="0"/>
              <a:t>PROG*</a:t>
            </a:r>
            <a:r>
              <a:rPr lang="zh-CN" altLang="en-US" sz="2400" dirty="0"/>
              <a:t>为本引脚的第二功能，为编程脉冲输入端。</a:t>
            </a:r>
            <a:endParaRPr lang="en-US" altLang="zh-CN" sz="2400" dirty="0"/>
          </a:p>
          <a:p>
            <a:pPr>
              <a:lnSpc>
                <a:spcPct val="170000"/>
              </a:lnSpc>
            </a:pPr>
            <a:r>
              <a:rPr lang="en-US" altLang="zh-CN" sz="2400" b="1" dirty="0">
                <a:solidFill>
                  <a:srgbClr val="FF0000"/>
                </a:solidFill>
              </a:rPr>
              <a:t>CPU</a:t>
            </a:r>
            <a:r>
              <a:rPr lang="zh-CN" altLang="en-US" sz="2400" b="1" dirty="0">
                <a:solidFill>
                  <a:srgbClr val="FF0000"/>
                </a:solidFill>
              </a:rPr>
              <a:t>访问片外存储器时，</a:t>
            </a:r>
            <a:r>
              <a:rPr lang="en-US" altLang="zh-CN" sz="2400" b="1" dirty="0">
                <a:solidFill>
                  <a:srgbClr val="FF0000"/>
                </a:solidFill>
              </a:rPr>
              <a:t>ALE</a:t>
            </a:r>
            <a:r>
              <a:rPr lang="zh-CN" altLang="en-US" sz="2400" b="1" dirty="0">
                <a:solidFill>
                  <a:srgbClr val="FF0000"/>
                </a:solidFill>
              </a:rPr>
              <a:t>输出信号作为锁存低</a:t>
            </a:r>
            <a:r>
              <a:rPr lang="en-US" altLang="zh-CN" sz="2400" b="1" dirty="0">
                <a:solidFill>
                  <a:srgbClr val="FF0000"/>
                </a:solidFill>
              </a:rPr>
              <a:t>8</a:t>
            </a:r>
            <a:r>
              <a:rPr lang="zh-CN" altLang="en-US" sz="2400" b="1" dirty="0">
                <a:solidFill>
                  <a:srgbClr val="FF0000"/>
                </a:solidFill>
              </a:rPr>
              <a:t>位地址的控制信号，以便空出</a:t>
            </a:r>
            <a:r>
              <a:rPr lang="en-US" altLang="zh-CN" sz="2400" b="1" dirty="0">
                <a:solidFill>
                  <a:srgbClr val="FF0000"/>
                </a:solidFill>
              </a:rPr>
              <a:t>P0</a:t>
            </a:r>
            <a:r>
              <a:rPr lang="zh-CN" altLang="en-US" sz="2400" b="1" dirty="0">
                <a:solidFill>
                  <a:srgbClr val="FF0000"/>
                </a:solidFill>
              </a:rPr>
              <a:t>口去传送片外存储器的读写数据。</a:t>
            </a:r>
            <a:endParaRPr lang="en-US" altLang="zh-CN" sz="2400" dirty="0"/>
          </a:p>
          <a:p>
            <a:pPr>
              <a:lnSpc>
                <a:spcPct val="170000"/>
              </a:lnSpc>
            </a:pPr>
            <a:r>
              <a:rPr lang="zh-CN" altLang="en-US" sz="2400" b="1" dirty="0"/>
              <a:t>注意</a:t>
            </a:r>
            <a:r>
              <a:rPr lang="zh-CN" altLang="en-US" sz="2400" dirty="0"/>
              <a:t>：</a:t>
            </a:r>
            <a:r>
              <a:rPr lang="zh-CN" altLang="en-US" sz="2400" dirty="0">
                <a:highlight>
                  <a:srgbClr val="FFFF00"/>
                </a:highlight>
              </a:rPr>
              <a:t>如果想确定</a:t>
            </a:r>
            <a:r>
              <a:rPr lang="en-US" altLang="zh-CN" sz="2400" dirty="0">
                <a:highlight>
                  <a:srgbClr val="FFFF00"/>
                </a:highlight>
              </a:rPr>
              <a:t>8051/8031</a:t>
            </a:r>
            <a:r>
              <a:rPr lang="zh-CN" altLang="en-US" sz="2400" dirty="0">
                <a:highlight>
                  <a:srgbClr val="FFFF00"/>
                </a:highlight>
              </a:rPr>
              <a:t>芯片的好坏，可用示波器查看</a:t>
            </a:r>
            <a:r>
              <a:rPr lang="en-US" altLang="zh-CN" sz="2400" dirty="0">
                <a:highlight>
                  <a:srgbClr val="FFFF00"/>
                </a:highlight>
              </a:rPr>
              <a:t>ALE</a:t>
            </a:r>
            <a:r>
              <a:rPr lang="zh-CN" altLang="en-US" sz="2400" dirty="0">
                <a:highlight>
                  <a:srgbClr val="FFFF00"/>
                </a:highlight>
              </a:rPr>
              <a:t>端是否有脉冲信号输出，如有脉冲信号输出，则</a:t>
            </a:r>
            <a:r>
              <a:rPr lang="en-US" altLang="zh-CN" sz="2400" dirty="0">
                <a:highlight>
                  <a:srgbClr val="FFFF00"/>
                </a:highlight>
              </a:rPr>
              <a:t>8051/8031</a:t>
            </a:r>
            <a:r>
              <a:rPr lang="zh-CN" altLang="en-US" sz="2400" dirty="0">
                <a:highlight>
                  <a:srgbClr val="FFFF00"/>
                </a:highlight>
              </a:rPr>
              <a:t>基本上是好的。</a:t>
            </a:r>
          </a:p>
          <a:p>
            <a:pPr>
              <a:lnSpc>
                <a:spcPct val="170000"/>
              </a:lnSpc>
            </a:pPr>
            <a:endParaRPr lang="zh-CN" alt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2844" y="142852"/>
            <a:ext cx="9001156" cy="6572296"/>
          </a:xfrm>
        </p:spPr>
        <p:txBody>
          <a:bodyPr>
            <a:normAutofit fontScale="92500" lnSpcReduction="20000"/>
          </a:bodyPr>
          <a:lstStyle/>
          <a:p>
            <a:r>
              <a:rPr lang="en-US" altLang="zh-CN" b="1" dirty="0">
                <a:solidFill>
                  <a:schemeClr val="accent2"/>
                </a:solidFill>
              </a:rPr>
              <a:t>(3)</a:t>
            </a:r>
            <a:r>
              <a:rPr lang="zh-CN" altLang="en-US" b="1" dirty="0">
                <a:solidFill>
                  <a:schemeClr val="accent2"/>
                </a:solidFill>
              </a:rPr>
              <a:t> </a:t>
            </a:r>
            <a:r>
              <a:rPr lang="en-US" altLang="zh-CN" b="1" dirty="0">
                <a:solidFill>
                  <a:schemeClr val="accent2"/>
                </a:solidFill>
              </a:rPr>
              <a:t>PSEN* </a:t>
            </a:r>
            <a:r>
              <a:rPr lang="zh-CN" altLang="en-US" b="1" dirty="0">
                <a:solidFill>
                  <a:schemeClr val="accent2"/>
                </a:solidFill>
              </a:rPr>
              <a:t>（</a:t>
            </a:r>
            <a:r>
              <a:rPr lang="en-US" altLang="zh-CN" b="1" dirty="0">
                <a:solidFill>
                  <a:schemeClr val="accent2"/>
                </a:solidFill>
              </a:rPr>
              <a:t>29</a:t>
            </a:r>
            <a:r>
              <a:rPr lang="zh-CN" altLang="en-US" b="1" dirty="0">
                <a:solidFill>
                  <a:schemeClr val="accent2"/>
                </a:solidFill>
              </a:rPr>
              <a:t>脚）：</a:t>
            </a:r>
            <a:r>
              <a:rPr lang="zh-CN" altLang="en-US" dirty="0">
                <a:highlight>
                  <a:srgbClr val="FFFF00"/>
                </a:highlight>
              </a:rPr>
              <a:t>程序存储允许输出信号端</a:t>
            </a:r>
            <a:r>
              <a:rPr lang="zh-CN" altLang="en-US" dirty="0"/>
              <a:t>（</a:t>
            </a:r>
            <a:r>
              <a:rPr lang="zh-CN" altLang="en-US" dirty="0">
                <a:highlight>
                  <a:srgbClr val="FFFF00"/>
                </a:highlight>
              </a:rPr>
              <a:t>片外</a:t>
            </a:r>
            <a:r>
              <a:rPr lang="en-US" altLang="zh-CN" dirty="0">
                <a:highlight>
                  <a:srgbClr val="FFFF00"/>
                </a:highlight>
              </a:rPr>
              <a:t>ROM</a:t>
            </a:r>
            <a:r>
              <a:rPr lang="zh-CN" altLang="en-US" dirty="0">
                <a:highlight>
                  <a:srgbClr val="FFFF00"/>
                </a:highlight>
              </a:rPr>
              <a:t>选通线</a:t>
            </a:r>
            <a:r>
              <a:rPr lang="zh-CN" altLang="en-US" dirty="0"/>
              <a:t>）。在访问片外程序存储器时，此端</a:t>
            </a:r>
            <a:r>
              <a:rPr lang="zh-CN" altLang="en-US" dirty="0">
                <a:highlight>
                  <a:srgbClr val="FFFF00"/>
                </a:highlight>
              </a:rPr>
              <a:t>定时输出负脉冲作为读片外存储器的选通信号</a:t>
            </a:r>
            <a:r>
              <a:rPr lang="zh-CN" altLang="en-US" dirty="0"/>
              <a:t>。此引脚接</a:t>
            </a:r>
            <a:r>
              <a:rPr lang="en-US" altLang="zh-CN" dirty="0"/>
              <a:t>EPROM</a:t>
            </a:r>
            <a:r>
              <a:rPr lang="zh-CN" altLang="en-US" dirty="0"/>
              <a:t>的</a:t>
            </a:r>
            <a:r>
              <a:rPr lang="en-US" altLang="zh-CN" dirty="0"/>
              <a:t>OE</a:t>
            </a:r>
            <a:r>
              <a:rPr lang="zh-CN" altLang="en-US" dirty="0"/>
              <a:t>端。</a:t>
            </a:r>
          </a:p>
          <a:p>
            <a:pPr>
              <a:lnSpc>
                <a:spcPct val="170000"/>
              </a:lnSpc>
            </a:pPr>
            <a:r>
              <a:rPr lang="en-US" altLang="zh-CN" dirty="0"/>
              <a:t>PSEN</a:t>
            </a:r>
            <a:r>
              <a:rPr lang="zh-CN" altLang="en-US" dirty="0"/>
              <a:t>端有效，即允许读出</a:t>
            </a:r>
            <a:r>
              <a:rPr lang="en-US" altLang="zh-CN" dirty="0"/>
              <a:t>EPROM/ROM</a:t>
            </a:r>
            <a:r>
              <a:rPr lang="zh-CN" altLang="en-US" dirty="0"/>
              <a:t>中的指令码。</a:t>
            </a:r>
          </a:p>
          <a:p>
            <a:r>
              <a:rPr lang="en-US" altLang="zh-CN" b="1" dirty="0">
                <a:solidFill>
                  <a:schemeClr val="accent2"/>
                </a:solidFill>
              </a:rPr>
              <a:t>(4)</a:t>
            </a:r>
            <a:r>
              <a:rPr lang="zh-CN" altLang="en-US" b="1" dirty="0">
                <a:solidFill>
                  <a:schemeClr val="accent2"/>
                </a:solidFill>
              </a:rPr>
              <a:t> </a:t>
            </a:r>
            <a:r>
              <a:rPr lang="en-US" altLang="zh-CN" b="1" dirty="0">
                <a:solidFill>
                  <a:schemeClr val="accent2"/>
                </a:solidFill>
              </a:rPr>
              <a:t>EA*/VPP</a:t>
            </a:r>
            <a:r>
              <a:rPr lang="zh-CN" altLang="en-US" dirty="0"/>
              <a:t> </a:t>
            </a:r>
            <a:r>
              <a:rPr lang="en-US" altLang="zh-CN" dirty="0"/>
              <a:t>(Enable Address/Voltage Pulse of </a:t>
            </a:r>
            <a:r>
              <a:rPr lang="en-US" altLang="zh-CN" dirty="0" err="1"/>
              <a:t>Programing</a:t>
            </a:r>
            <a:r>
              <a:rPr lang="zh-CN" altLang="en-US" dirty="0"/>
              <a:t>，</a:t>
            </a:r>
            <a:r>
              <a:rPr lang="en-US" altLang="zh-CN" dirty="0"/>
              <a:t>31</a:t>
            </a:r>
            <a:r>
              <a:rPr lang="zh-CN" altLang="en-US" dirty="0"/>
              <a:t>脚</a:t>
            </a:r>
            <a:r>
              <a:rPr lang="en-US" altLang="zh-CN" dirty="0"/>
              <a:t>) EA*</a:t>
            </a:r>
            <a:r>
              <a:rPr lang="zh-CN" altLang="en-US" dirty="0"/>
              <a:t>为内外程序存储器选择控制端。</a:t>
            </a:r>
          </a:p>
          <a:p>
            <a:r>
              <a:rPr lang="en-US" altLang="zh-CN" dirty="0">
                <a:highlight>
                  <a:srgbClr val="FFFF00"/>
                </a:highlight>
              </a:rPr>
              <a:t>EA*=1</a:t>
            </a:r>
            <a:r>
              <a:rPr lang="zh-CN" altLang="en-US" dirty="0">
                <a:highlight>
                  <a:srgbClr val="FFFF00"/>
                </a:highlight>
              </a:rPr>
              <a:t>，访问片内</a:t>
            </a:r>
            <a:r>
              <a:rPr lang="zh-CN" altLang="en-US" dirty="0"/>
              <a:t>程序存储器，但在</a:t>
            </a:r>
            <a:r>
              <a:rPr lang="en-US" altLang="zh-CN" dirty="0"/>
              <a:t>PC</a:t>
            </a:r>
            <a:r>
              <a:rPr lang="zh-CN" altLang="en-US" dirty="0"/>
              <a:t>（程序计数器）值超过</a:t>
            </a:r>
            <a:r>
              <a:rPr lang="en-US" altLang="zh-CN" dirty="0"/>
              <a:t>0FFFH</a:t>
            </a:r>
            <a:r>
              <a:rPr lang="zh-CN" altLang="en-US" dirty="0"/>
              <a:t>（对于</a:t>
            </a:r>
            <a:r>
              <a:rPr lang="en-US" altLang="zh-CN" dirty="0"/>
              <a:t>8051</a:t>
            </a:r>
            <a:r>
              <a:rPr lang="zh-CN" altLang="en-US" dirty="0"/>
              <a:t>、</a:t>
            </a:r>
            <a:r>
              <a:rPr lang="en-US" altLang="zh-CN" dirty="0"/>
              <a:t>8751</a:t>
            </a:r>
            <a:r>
              <a:rPr lang="zh-CN" altLang="en-US" dirty="0"/>
              <a:t>）时，即</a:t>
            </a:r>
            <a:r>
              <a:rPr lang="zh-CN" altLang="en-US" dirty="0">
                <a:highlight>
                  <a:srgbClr val="FFFF00"/>
                </a:highlight>
              </a:rPr>
              <a:t>超出片内</a:t>
            </a:r>
            <a:r>
              <a:rPr lang="zh-CN" altLang="en-US" dirty="0"/>
              <a:t>程序存储器的</a:t>
            </a:r>
            <a:r>
              <a:rPr lang="en-US" altLang="zh-CN" dirty="0"/>
              <a:t>4K</a:t>
            </a:r>
            <a:r>
              <a:rPr lang="zh-CN" altLang="en-US" dirty="0"/>
              <a:t>字节地址</a:t>
            </a:r>
            <a:r>
              <a:rPr lang="zh-CN" altLang="en-US" dirty="0">
                <a:highlight>
                  <a:srgbClr val="FFFF00"/>
                </a:highlight>
              </a:rPr>
              <a:t>范围</a:t>
            </a:r>
            <a:r>
              <a:rPr lang="zh-CN" altLang="en-US" dirty="0"/>
              <a:t>时，将</a:t>
            </a:r>
            <a:r>
              <a:rPr lang="zh-CN" altLang="en-US" dirty="0">
                <a:highlight>
                  <a:srgbClr val="FFFF00"/>
                </a:highlight>
              </a:rPr>
              <a:t>自动转向执行外部</a:t>
            </a:r>
            <a:r>
              <a:rPr lang="zh-CN" altLang="en-US" dirty="0"/>
              <a:t>程序存储器内的程序。</a:t>
            </a:r>
            <a:r>
              <a:rPr lang="en-US" altLang="zh-CN" dirty="0">
                <a:highlight>
                  <a:srgbClr val="FFFF00"/>
                </a:highlight>
              </a:rPr>
              <a:t>EA*=0</a:t>
            </a:r>
            <a:r>
              <a:rPr lang="zh-CN" altLang="en-US" dirty="0">
                <a:highlight>
                  <a:srgbClr val="FFFF00"/>
                </a:highlight>
              </a:rPr>
              <a:t>，单片机则只访问外部</a:t>
            </a:r>
            <a:r>
              <a:rPr lang="zh-CN" altLang="en-US" dirty="0"/>
              <a:t>程序存储器。 </a:t>
            </a:r>
            <a:r>
              <a:rPr lang="en-US" altLang="zh-CN" dirty="0"/>
              <a:t>VPP</a:t>
            </a:r>
            <a:r>
              <a:rPr lang="zh-CN" altLang="en-US" dirty="0"/>
              <a:t>为本引脚的第二功能，用于施加编程电压（例如</a:t>
            </a:r>
            <a:r>
              <a:rPr lang="en-US" altLang="zh-CN" dirty="0"/>
              <a:t>+21V</a:t>
            </a:r>
            <a:r>
              <a:rPr lang="zh-CN" altLang="en-US" dirty="0"/>
              <a:t>或</a:t>
            </a:r>
            <a:r>
              <a:rPr lang="en-US" altLang="zh-CN" dirty="0"/>
              <a:t>+12V</a:t>
            </a:r>
            <a:r>
              <a:rPr lang="zh-CN" altLang="en-US" dirty="0"/>
              <a:t>）。对</a:t>
            </a:r>
            <a:r>
              <a:rPr lang="en-US" altLang="zh-CN" dirty="0"/>
              <a:t>89C51</a:t>
            </a:r>
            <a:r>
              <a:rPr lang="zh-CN" altLang="en-US" dirty="0"/>
              <a:t>，加在</a:t>
            </a:r>
            <a:r>
              <a:rPr lang="en-US" altLang="zh-CN" dirty="0"/>
              <a:t>VPP</a:t>
            </a:r>
            <a:r>
              <a:rPr lang="zh-CN" altLang="en-US" dirty="0"/>
              <a:t>脚的编程电压为</a:t>
            </a:r>
            <a:r>
              <a:rPr lang="en-US" altLang="zh-CN" dirty="0"/>
              <a:t>+12V</a:t>
            </a:r>
            <a:r>
              <a:rPr lang="zh-CN" altLang="en-US" dirty="0"/>
              <a:t>或</a:t>
            </a:r>
            <a:r>
              <a:rPr lang="en-US" altLang="zh-CN" dirty="0"/>
              <a:t>+5V</a:t>
            </a:r>
            <a:r>
              <a:rPr lang="zh-CN" altLang="en-US" dirty="0"/>
              <a:t>。</a:t>
            </a:r>
          </a:p>
          <a:p>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b="1" dirty="0">
                <a:solidFill>
                  <a:srgbClr val="7030A0"/>
                </a:solidFill>
              </a:rPr>
              <a:t>3. </a:t>
            </a:r>
            <a:r>
              <a:rPr lang="en-US" sz="3200" b="1" dirty="0">
                <a:solidFill>
                  <a:srgbClr val="7030A0"/>
                </a:solidFill>
              </a:rPr>
              <a:t>I/O</a:t>
            </a:r>
            <a:r>
              <a:rPr lang="zh-CN" altLang="en-US" sz="3200" b="1" dirty="0">
                <a:solidFill>
                  <a:srgbClr val="7030A0"/>
                </a:solidFill>
              </a:rPr>
              <a:t>口引脚</a:t>
            </a:r>
          </a:p>
        </p:txBody>
      </p:sp>
      <p:sp>
        <p:nvSpPr>
          <p:cNvPr id="3" name="内容占位符 2"/>
          <p:cNvSpPr>
            <a:spLocks noGrp="1"/>
          </p:cNvSpPr>
          <p:nvPr>
            <p:ph idx="1"/>
          </p:nvPr>
        </p:nvSpPr>
        <p:spPr/>
        <p:txBody>
          <a:bodyPr>
            <a:normAutofit fontScale="62500" lnSpcReduction="20000"/>
          </a:bodyPr>
          <a:lstStyle/>
          <a:p>
            <a:pPr>
              <a:lnSpc>
                <a:spcPct val="150000"/>
              </a:lnSpc>
            </a:pPr>
            <a:r>
              <a:rPr lang="en-US" altLang="zh-CN" sz="4500" b="1" dirty="0">
                <a:solidFill>
                  <a:schemeClr val="accent2"/>
                </a:solidFill>
              </a:rPr>
              <a:t>(1) P0</a:t>
            </a:r>
            <a:r>
              <a:rPr lang="zh-CN" altLang="en-US" sz="4500" b="1" dirty="0">
                <a:solidFill>
                  <a:schemeClr val="accent2"/>
                </a:solidFill>
              </a:rPr>
              <a:t>口：</a:t>
            </a:r>
            <a:r>
              <a:rPr lang="zh-CN" altLang="en-US" sz="4500" dirty="0"/>
              <a:t>双向</a:t>
            </a:r>
            <a:r>
              <a:rPr lang="en-US" altLang="zh-CN" sz="4500" dirty="0"/>
              <a:t>8</a:t>
            </a:r>
            <a:r>
              <a:rPr lang="zh-CN" altLang="en-US" sz="4500" dirty="0"/>
              <a:t>位三态</a:t>
            </a:r>
            <a:r>
              <a:rPr lang="en-US" altLang="zh-CN" sz="4500" dirty="0"/>
              <a:t>I/O</a:t>
            </a:r>
            <a:r>
              <a:rPr lang="zh-CN" altLang="en-US" sz="4500" dirty="0"/>
              <a:t>口，此口为地址总线（低</a:t>
            </a:r>
            <a:r>
              <a:rPr lang="en-US" altLang="zh-CN" sz="4500" dirty="0"/>
              <a:t>8</a:t>
            </a:r>
            <a:r>
              <a:rPr lang="zh-CN" altLang="en-US" sz="4500" dirty="0"/>
              <a:t>位）及数据总线分时复用口。</a:t>
            </a:r>
          </a:p>
          <a:p>
            <a:pPr>
              <a:lnSpc>
                <a:spcPct val="150000"/>
              </a:lnSpc>
            </a:pPr>
            <a:r>
              <a:rPr lang="en-US" altLang="zh-CN" sz="4500" b="1" dirty="0">
                <a:solidFill>
                  <a:schemeClr val="accent2"/>
                </a:solidFill>
              </a:rPr>
              <a:t>(2) P1</a:t>
            </a:r>
            <a:r>
              <a:rPr lang="zh-CN" altLang="en-US" sz="4500" b="1" dirty="0">
                <a:solidFill>
                  <a:schemeClr val="accent2"/>
                </a:solidFill>
              </a:rPr>
              <a:t>口：</a:t>
            </a:r>
            <a:r>
              <a:rPr lang="en-US" altLang="zh-CN" sz="4500" dirty="0"/>
              <a:t>8</a:t>
            </a:r>
            <a:r>
              <a:rPr lang="zh-CN" altLang="en-US" sz="4500" dirty="0"/>
              <a:t>位准双向</a:t>
            </a:r>
            <a:r>
              <a:rPr lang="en-US" altLang="zh-CN" sz="4500" dirty="0"/>
              <a:t>I/O</a:t>
            </a:r>
            <a:r>
              <a:rPr lang="zh-CN" altLang="en-US" sz="4500" dirty="0"/>
              <a:t>口。</a:t>
            </a:r>
          </a:p>
          <a:p>
            <a:pPr>
              <a:lnSpc>
                <a:spcPct val="150000"/>
              </a:lnSpc>
            </a:pPr>
            <a:r>
              <a:rPr lang="en-US" altLang="zh-CN" sz="4500" b="1" dirty="0">
                <a:solidFill>
                  <a:schemeClr val="accent2"/>
                </a:solidFill>
              </a:rPr>
              <a:t>(3) P2</a:t>
            </a:r>
            <a:r>
              <a:rPr lang="zh-CN" altLang="en-US" sz="4500" b="1" dirty="0">
                <a:solidFill>
                  <a:schemeClr val="accent2"/>
                </a:solidFill>
              </a:rPr>
              <a:t>口：</a:t>
            </a:r>
            <a:r>
              <a:rPr lang="en-US" altLang="zh-CN" sz="4500" dirty="0"/>
              <a:t>8</a:t>
            </a:r>
            <a:r>
              <a:rPr lang="zh-CN" altLang="en-US" sz="4500" dirty="0"/>
              <a:t>位准双向</a:t>
            </a:r>
            <a:r>
              <a:rPr lang="en-US" altLang="zh-CN" sz="4500" dirty="0"/>
              <a:t>I/O</a:t>
            </a:r>
            <a:r>
              <a:rPr lang="zh-CN" altLang="en-US" sz="4500" dirty="0"/>
              <a:t>口，与地址总线（高</a:t>
            </a:r>
            <a:r>
              <a:rPr lang="en-US" altLang="zh-CN" sz="4500" dirty="0"/>
              <a:t>8</a:t>
            </a:r>
            <a:r>
              <a:rPr lang="zh-CN" altLang="en-US" sz="4500" dirty="0"/>
              <a:t>位）复用。</a:t>
            </a:r>
          </a:p>
          <a:p>
            <a:pPr>
              <a:lnSpc>
                <a:spcPct val="150000"/>
              </a:lnSpc>
            </a:pPr>
            <a:r>
              <a:rPr lang="en-US" altLang="zh-CN" sz="4500" b="1" dirty="0">
                <a:solidFill>
                  <a:schemeClr val="accent2"/>
                </a:solidFill>
              </a:rPr>
              <a:t>(4) P3</a:t>
            </a:r>
            <a:r>
              <a:rPr lang="zh-CN" altLang="en-US" sz="4500" b="1" dirty="0">
                <a:solidFill>
                  <a:schemeClr val="accent2"/>
                </a:solidFill>
              </a:rPr>
              <a:t>口：</a:t>
            </a:r>
            <a:r>
              <a:rPr lang="en-US" altLang="zh-CN" sz="4500" dirty="0"/>
              <a:t>8</a:t>
            </a:r>
            <a:r>
              <a:rPr lang="zh-CN" altLang="en-US" sz="4500" dirty="0"/>
              <a:t>位准双向</a:t>
            </a:r>
            <a:r>
              <a:rPr lang="en-US" altLang="zh-CN" sz="4500" dirty="0"/>
              <a:t>I/O</a:t>
            </a:r>
            <a:r>
              <a:rPr lang="zh-CN" altLang="en-US" sz="4500" dirty="0"/>
              <a:t>口，双功能复用口。</a:t>
            </a:r>
          </a:p>
          <a:p>
            <a:pPr>
              <a:lnSpc>
                <a:spcPct val="150000"/>
              </a:lnSpc>
              <a:buNone/>
            </a:pPr>
            <a:br>
              <a:rPr lang="zh-CN" altLang="en-US" dirty="0"/>
            </a:b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b="1" dirty="0">
                <a:solidFill>
                  <a:srgbClr val="7030A0"/>
                </a:solidFill>
              </a:rPr>
              <a:t>4.MCS-51</a:t>
            </a:r>
            <a:r>
              <a:rPr lang="zh-CN" altLang="en-US" sz="3200" b="1" dirty="0">
                <a:solidFill>
                  <a:srgbClr val="7030A0"/>
                </a:solidFill>
              </a:rPr>
              <a:t>的片外总线结构</a:t>
            </a:r>
          </a:p>
        </p:txBody>
      </p:sp>
      <p:sp>
        <p:nvSpPr>
          <p:cNvPr id="3" name="内容占位符 2"/>
          <p:cNvSpPr>
            <a:spLocks noGrp="1"/>
          </p:cNvSpPr>
          <p:nvPr>
            <p:ph idx="1"/>
          </p:nvPr>
        </p:nvSpPr>
        <p:spPr>
          <a:xfrm>
            <a:off x="142844" y="1357298"/>
            <a:ext cx="9001156" cy="5286412"/>
          </a:xfrm>
        </p:spPr>
        <p:txBody>
          <a:bodyPr>
            <a:normAutofit fontScale="70000" lnSpcReduction="20000"/>
          </a:bodyPr>
          <a:lstStyle/>
          <a:p>
            <a:pPr>
              <a:lnSpc>
                <a:spcPct val="170000"/>
              </a:lnSpc>
            </a:pPr>
            <a:r>
              <a:rPr lang="zh-CN" altLang="en-US" b="1" dirty="0">
                <a:solidFill>
                  <a:srgbClr val="FF0000"/>
                </a:solidFill>
              </a:rPr>
              <a:t>总线：</a:t>
            </a:r>
            <a:r>
              <a:rPr lang="zh-CN" altLang="en-US" dirty="0"/>
              <a:t>是用来传送信息的一组导线，它为</a:t>
            </a:r>
            <a:r>
              <a:rPr lang="en-US" altLang="zh-CN" dirty="0"/>
              <a:t>CPU</a:t>
            </a:r>
            <a:r>
              <a:rPr lang="zh-CN" altLang="en-US" dirty="0"/>
              <a:t>和其他部件之间提供数据、地址、和控制信息的传输通道。一般包括：</a:t>
            </a:r>
            <a:endParaRPr lang="en-US" altLang="zh-CN" dirty="0"/>
          </a:p>
          <a:p>
            <a:pPr>
              <a:lnSpc>
                <a:spcPct val="170000"/>
              </a:lnSpc>
            </a:pPr>
            <a:r>
              <a:rPr lang="zh-CN" altLang="en-US" b="1" dirty="0">
                <a:solidFill>
                  <a:schemeClr val="accent2"/>
                </a:solidFill>
              </a:rPr>
              <a:t>（</a:t>
            </a:r>
            <a:r>
              <a:rPr lang="en-US" altLang="zh-CN" b="1" dirty="0">
                <a:solidFill>
                  <a:schemeClr val="accent2"/>
                </a:solidFill>
              </a:rPr>
              <a:t>1</a:t>
            </a:r>
            <a:r>
              <a:rPr lang="zh-CN" altLang="en-US" b="1" dirty="0">
                <a:solidFill>
                  <a:schemeClr val="accent2"/>
                </a:solidFill>
              </a:rPr>
              <a:t>）</a:t>
            </a:r>
            <a:r>
              <a:rPr lang="zh-CN" altLang="en-US" dirty="0">
                <a:highlight>
                  <a:srgbClr val="FFFF00"/>
                </a:highlight>
              </a:rPr>
              <a:t>地址总线</a:t>
            </a:r>
            <a:r>
              <a:rPr lang="en-US" altLang="zh-CN" dirty="0">
                <a:highlight>
                  <a:srgbClr val="FFFF00"/>
                </a:highlight>
              </a:rPr>
              <a:t>AB</a:t>
            </a:r>
            <a:r>
              <a:rPr lang="zh-CN" altLang="en-US" dirty="0"/>
              <a:t>：用来传送地址信息。地址总线是由</a:t>
            </a:r>
            <a:r>
              <a:rPr lang="en-US" altLang="zh-CN" dirty="0"/>
              <a:t>CPU</a:t>
            </a:r>
            <a:r>
              <a:rPr lang="zh-CN" altLang="en-US" dirty="0"/>
              <a:t>出发的，因而是单向的。地址总线的位数决定了</a:t>
            </a:r>
            <a:r>
              <a:rPr lang="en-US" altLang="zh-CN" dirty="0"/>
              <a:t>CPU</a:t>
            </a:r>
            <a:r>
              <a:rPr lang="zh-CN" altLang="en-US" dirty="0"/>
              <a:t>可直接寻址的内存范围。</a:t>
            </a:r>
            <a:endParaRPr lang="en-US" altLang="zh-CN" dirty="0"/>
          </a:p>
          <a:p>
            <a:pPr>
              <a:lnSpc>
                <a:spcPct val="170000"/>
              </a:lnSpc>
            </a:pPr>
            <a:r>
              <a:rPr lang="zh-CN" altLang="en-US" b="1" dirty="0">
                <a:solidFill>
                  <a:schemeClr val="accent2"/>
                </a:solidFill>
              </a:rPr>
              <a:t>（</a:t>
            </a:r>
            <a:r>
              <a:rPr lang="en-US" altLang="zh-CN" b="1" dirty="0">
                <a:solidFill>
                  <a:schemeClr val="accent2"/>
                </a:solidFill>
              </a:rPr>
              <a:t>2</a:t>
            </a:r>
            <a:r>
              <a:rPr lang="zh-CN" altLang="en-US" b="1" dirty="0">
                <a:solidFill>
                  <a:schemeClr val="accent2"/>
                </a:solidFill>
              </a:rPr>
              <a:t>）</a:t>
            </a:r>
            <a:r>
              <a:rPr lang="zh-CN" altLang="en-US" dirty="0"/>
              <a:t> </a:t>
            </a:r>
            <a:r>
              <a:rPr lang="zh-CN" altLang="en-US" dirty="0">
                <a:highlight>
                  <a:srgbClr val="FFFF00"/>
                </a:highlight>
              </a:rPr>
              <a:t>数据总线</a:t>
            </a:r>
            <a:r>
              <a:rPr lang="en-US" altLang="zh-CN" dirty="0">
                <a:highlight>
                  <a:srgbClr val="FFFF00"/>
                </a:highlight>
              </a:rPr>
              <a:t>DB</a:t>
            </a:r>
            <a:r>
              <a:rPr lang="zh-CN" altLang="en-US" dirty="0"/>
              <a:t>：用于传送数据信息。数据既可以从</a:t>
            </a:r>
            <a:r>
              <a:rPr lang="en-US" altLang="zh-CN" dirty="0"/>
              <a:t>CPU</a:t>
            </a:r>
            <a:r>
              <a:rPr lang="zh-CN" altLang="en-US" dirty="0"/>
              <a:t>传送到存储器或输入输出接口，也可以从存储器或输入输出接口传送到</a:t>
            </a:r>
            <a:r>
              <a:rPr lang="en-US" altLang="zh-CN" dirty="0"/>
              <a:t>CPU</a:t>
            </a:r>
            <a:r>
              <a:rPr lang="zh-CN" altLang="en-US" dirty="0"/>
              <a:t>，因而是双向的。</a:t>
            </a:r>
            <a:endParaRPr lang="en-US" altLang="zh-CN" dirty="0"/>
          </a:p>
          <a:p>
            <a:pPr>
              <a:lnSpc>
                <a:spcPct val="170000"/>
              </a:lnSpc>
            </a:pPr>
            <a:r>
              <a:rPr lang="zh-CN" altLang="en-US" b="1" dirty="0">
                <a:solidFill>
                  <a:schemeClr val="accent2"/>
                </a:solidFill>
              </a:rPr>
              <a:t>（</a:t>
            </a:r>
            <a:r>
              <a:rPr lang="en-US" altLang="zh-CN" b="1" dirty="0">
                <a:solidFill>
                  <a:schemeClr val="accent2"/>
                </a:solidFill>
              </a:rPr>
              <a:t>3</a:t>
            </a:r>
            <a:r>
              <a:rPr lang="zh-CN" altLang="en-US" b="1" dirty="0">
                <a:solidFill>
                  <a:schemeClr val="accent2"/>
                </a:solidFill>
              </a:rPr>
              <a:t>）</a:t>
            </a:r>
            <a:r>
              <a:rPr lang="zh-CN" altLang="en-US" dirty="0">
                <a:highlight>
                  <a:srgbClr val="FFFF00"/>
                </a:highlight>
              </a:rPr>
              <a:t>控制总线</a:t>
            </a:r>
            <a:r>
              <a:rPr lang="en-US" altLang="zh-CN" dirty="0">
                <a:highlight>
                  <a:srgbClr val="FFFF00"/>
                </a:highlight>
              </a:rPr>
              <a:t>CB</a:t>
            </a:r>
            <a:r>
              <a:rPr lang="zh-CN" altLang="en-US" dirty="0"/>
              <a:t>：用于传送控制信号。一种是有</a:t>
            </a:r>
            <a:r>
              <a:rPr lang="en-US" altLang="zh-CN" dirty="0"/>
              <a:t>CPU</a:t>
            </a:r>
            <a:r>
              <a:rPr lang="zh-CN" altLang="en-US" dirty="0"/>
              <a:t>发出到存储器或输入输出接口，一种是有输入输出接口发送到</a:t>
            </a:r>
            <a:r>
              <a:rPr lang="en-US" altLang="zh-CN" dirty="0"/>
              <a:t>CPU</a:t>
            </a:r>
            <a:r>
              <a:rPr lang="zh-CN" altLang="en-US" dirty="0"/>
              <a:t>的控制信号。</a:t>
            </a:r>
          </a:p>
        </p:txBody>
      </p:sp>
      <p:grpSp>
        <p:nvGrpSpPr>
          <p:cNvPr id="16" name="组合 15">
            <a:extLst>
              <a:ext uri="{FF2B5EF4-FFF2-40B4-BE49-F238E27FC236}">
                <a16:creationId xmlns:a16="http://schemas.microsoft.com/office/drawing/2014/main" id="{68EE908D-4180-05AB-BFF0-BD48126B071A}"/>
              </a:ext>
            </a:extLst>
          </p:cNvPr>
          <p:cNvGrpSpPr/>
          <p:nvPr/>
        </p:nvGrpSpPr>
        <p:grpSpPr>
          <a:xfrm>
            <a:off x="1948105" y="2272149"/>
            <a:ext cx="1275840" cy="407520"/>
            <a:chOff x="1948105" y="2272149"/>
            <a:chExt cx="1275840" cy="407520"/>
          </a:xfrm>
        </p:grpSpPr>
        <mc:AlternateContent xmlns:mc="http://schemas.openxmlformats.org/markup-compatibility/2006" xmlns:p14="http://schemas.microsoft.com/office/powerpoint/2010/main">
          <mc:Choice Requires="p14">
            <p:contentPart p14:bwMode="auto" r:id="rId2">
              <p14:nvContentPartPr>
                <p14:cNvPr id="4" name="墨迹 3">
                  <a:extLst>
                    <a:ext uri="{FF2B5EF4-FFF2-40B4-BE49-F238E27FC236}">
                      <a16:creationId xmlns:a16="http://schemas.microsoft.com/office/drawing/2014/main" id="{6690FC04-DC4B-A03D-F96E-21B8A79C56C6}"/>
                    </a:ext>
                  </a:extLst>
                </p14:cNvPr>
                <p14:cNvContentPartPr/>
                <p14:nvPr/>
              </p14:nvContentPartPr>
              <p14:xfrm>
                <a:off x="1948105" y="2327229"/>
                <a:ext cx="56520" cy="210960"/>
              </p14:xfrm>
            </p:contentPart>
          </mc:Choice>
          <mc:Fallback xmlns="">
            <p:pic>
              <p:nvPicPr>
                <p:cNvPr id="4" name="墨迹 3">
                  <a:extLst>
                    <a:ext uri="{FF2B5EF4-FFF2-40B4-BE49-F238E27FC236}">
                      <a16:creationId xmlns:a16="http://schemas.microsoft.com/office/drawing/2014/main" id="{6690FC04-DC4B-A03D-F96E-21B8A79C56C6}"/>
                    </a:ext>
                  </a:extLst>
                </p:cNvPr>
                <p:cNvPicPr/>
                <p:nvPr/>
              </p:nvPicPr>
              <p:blipFill>
                <a:blip r:embed="rId3"/>
                <a:stretch>
                  <a:fillRect/>
                </a:stretch>
              </p:blipFill>
              <p:spPr>
                <a:xfrm>
                  <a:off x="1930105" y="2309589"/>
                  <a:ext cx="9216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墨迹 4">
                  <a:extLst>
                    <a:ext uri="{FF2B5EF4-FFF2-40B4-BE49-F238E27FC236}">
                      <a16:creationId xmlns:a16="http://schemas.microsoft.com/office/drawing/2014/main" id="{BD2E9C3D-49A1-EA50-68B8-BB6518F481C7}"/>
                    </a:ext>
                  </a:extLst>
                </p14:cNvPr>
                <p14:cNvContentPartPr/>
                <p14:nvPr/>
              </p14:nvContentPartPr>
              <p14:xfrm>
                <a:off x="2031985" y="2335869"/>
                <a:ext cx="77400" cy="108360"/>
              </p14:xfrm>
            </p:contentPart>
          </mc:Choice>
          <mc:Fallback xmlns="">
            <p:pic>
              <p:nvPicPr>
                <p:cNvPr id="5" name="墨迹 4">
                  <a:extLst>
                    <a:ext uri="{FF2B5EF4-FFF2-40B4-BE49-F238E27FC236}">
                      <a16:creationId xmlns:a16="http://schemas.microsoft.com/office/drawing/2014/main" id="{BD2E9C3D-49A1-EA50-68B8-BB6518F481C7}"/>
                    </a:ext>
                  </a:extLst>
                </p:cNvPr>
                <p:cNvPicPr/>
                <p:nvPr/>
              </p:nvPicPr>
              <p:blipFill>
                <a:blip r:embed="rId5"/>
                <a:stretch>
                  <a:fillRect/>
                </a:stretch>
              </p:blipFill>
              <p:spPr>
                <a:xfrm>
                  <a:off x="2013985" y="2317869"/>
                  <a:ext cx="11304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墨迹 5">
                  <a:extLst>
                    <a:ext uri="{FF2B5EF4-FFF2-40B4-BE49-F238E27FC236}">
                      <a16:creationId xmlns:a16="http://schemas.microsoft.com/office/drawing/2014/main" id="{49FF4C20-C3BA-4C72-0C6D-F069740177C8}"/>
                    </a:ext>
                  </a:extLst>
                </p14:cNvPr>
                <p14:cNvContentPartPr/>
                <p14:nvPr/>
              </p14:nvContentPartPr>
              <p14:xfrm>
                <a:off x="2160865" y="2438109"/>
                <a:ext cx="184680" cy="140400"/>
              </p14:xfrm>
            </p:contentPart>
          </mc:Choice>
          <mc:Fallback xmlns="">
            <p:pic>
              <p:nvPicPr>
                <p:cNvPr id="6" name="墨迹 5">
                  <a:extLst>
                    <a:ext uri="{FF2B5EF4-FFF2-40B4-BE49-F238E27FC236}">
                      <a16:creationId xmlns:a16="http://schemas.microsoft.com/office/drawing/2014/main" id="{49FF4C20-C3BA-4C72-0C6D-F069740177C8}"/>
                    </a:ext>
                  </a:extLst>
                </p:cNvPr>
                <p:cNvPicPr/>
                <p:nvPr/>
              </p:nvPicPr>
              <p:blipFill>
                <a:blip r:embed="rId7"/>
                <a:stretch>
                  <a:fillRect/>
                </a:stretch>
              </p:blipFill>
              <p:spPr>
                <a:xfrm>
                  <a:off x="2143225" y="2420469"/>
                  <a:ext cx="22032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墨迹 6">
                  <a:extLst>
                    <a:ext uri="{FF2B5EF4-FFF2-40B4-BE49-F238E27FC236}">
                      <a16:creationId xmlns:a16="http://schemas.microsoft.com/office/drawing/2014/main" id="{C54B4F28-C3FF-3853-08BF-963247BCD2FD}"/>
                    </a:ext>
                  </a:extLst>
                </p14:cNvPr>
                <p14:cNvContentPartPr/>
                <p14:nvPr/>
              </p14:nvContentPartPr>
              <p14:xfrm>
                <a:off x="2540665" y="2290509"/>
                <a:ext cx="279000" cy="149400"/>
              </p14:xfrm>
            </p:contentPart>
          </mc:Choice>
          <mc:Fallback xmlns="">
            <p:pic>
              <p:nvPicPr>
                <p:cNvPr id="7" name="墨迹 6">
                  <a:extLst>
                    <a:ext uri="{FF2B5EF4-FFF2-40B4-BE49-F238E27FC236}">
                      <a16:creationId xmlns:a16="http://schemas.microsoft.com/office/drawing/2014/main" id="{C54B4F28-C3FF-3853-08BF-963247BCD2FD}"/>
                    </a:ext>
                  </a:extLst>
                </p:cNvPr>
                <p:cNvPicPr/>
                <p:nvPr/>
              </p:nvPicPr>
              <p:blipFill>
                <a:blip r:embed="rId9"/>
                <a:stretch>
                  <a:fillRect/>
                </a:stretch>
              </p:blipFill>
              <p:spPr>
                <a:xfrm>
                  <a:off x="2522665" y="2272869"/>
                  <a:ext cx="31464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墨迹 7">
                  <a:extLst>
                    <a:ext uri="{FF2B5EF4-FFF2-40B4-BE49-F238E27FC236}">
                      <a16:creationId xmlns:a16="http://schemas.microsoft.com/office/drawing/2014/main" id="{6DCBFD52-1C18-8556-0C6E-B72682087710}"/>
                    </a:ext>
                  </a:extLst>
                </p14:cNvPr>
                <p14:cNvContentPartPr/>
                <p14:nvPr/>
              </p14:nvContentPartPr>
              <p14:xfrm>
                <a:off x="2566585" y="2345589"/>
                <a:ext cx="84600" cy="327960"/>
              </p14:xfrm>
            </p:contentPart>
          </mc:Choice>
          <mc:Fallback xmlns="">
            <p:pic>
              <p:nvPicPr>
                <p:cNvPr id="8" name="墨迹 7">
                  <a:extLst>
                    <a:ext uri="{FF2B5EF4-FFF2-40B4-BE49-F238E27FC236}">
                      <a16:creationId xmlns:a16="http://schemas.microsoft.com/office/drawing/2014/main" id="{6DCBFD52-1C18-8556-0C6E-B72682087710}"/>
                    </a:ext>
                  </a:extLst>
                </p:cNvPr>
                <p:cNvPicPr/>
                <p:nvPr/>
              </p:nvPicPr>
              <p:blipFill>
                <a:blip r:embed="rId11"/>
                <a:stretch>
                  <a:fillRect/>
                </a:stretch>
              </p:blipFill>
              <p:spPr>
                <a:xfrm>
                  <a:off x="2548585" y="2327949"/>
                  <a:ext cx="120240" cy="3636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墨迹 8">
                  <a:extLst>
                    <a:ext uri="{FF2B5EF4-FFF2-40B4-BE49-F238E27FC236}">
                      <a16:creationId xmlns:a16="http://schemas.microsoft.com/office/drawing/2014/main" id="{25A60E2B-0922-C1A6-CDE5-F36DF0AB879F}"/>
                    </a:ext>
                  </a:extLst>
                </p14:cNvPr>
                <p14:cNvContentPartPr/>
                <p14:nvPr/>
              </p14:nvContentPartPr>
              <p14:xfrm>
                <a:off x="2478025" y="2502909"/>
                <a:ext cx="71280" cy="54720"/>
              </p14:xfrm>
            </p:contentPart>
          </mc:Choice>
          <mc:Fallback xmlns="">
            <p:pic>
              <p:nvPicPr>
                <p:cNvPr id="9" name="墨迹 8">
                  <a:extLst>
                    <a:ext uri="{FF2B5EF4-FFF2-40B4-BE49-F238E27FC236}">
                      <a16:creationId xmlns:a16="http://schemas.microsoft.com/office/drawing/2014/main" id="{25A60E2B-0922-C1A6-CDE5-F36DF0AB879F}"/>
                    </a:ext>
                  </a:extLst>
                </p:cNvPr>
                <p:cNvPicPr/>
                <p:nvPr/>
              </p:nvPicPr>
              <p:blipFill>
                <a:blip r:embed="rId13"/>
                <a:stretch>
                  <a:fillRect/>
                </a:stretch>
              </p:blipFill>
              <p:spPr>
                <a:xfrm>
                  <a:off x="2460385" y="2484909"/>
                  <a:ext cx="10692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墨迹 9">
                  <a:extLst>
                    <a:ext uri="{FF2B5EF4-FFF2-40B4-BE49-F238E27FC236}">
                      <a16:creationId xmlns:a16="http://schemas.microsoft.com/office/drawing/2014/main" id="{F9F81F7B-6520-B1C9-81FF-9910D137707B}"/>
                    </a:ext>
                  </a:extLst>
                </p14:cNvPr>
                <p14:cNvContentPartPr/>
                <p14:nvPr/>
              </p14:nvContentPartPr>
              <p14:xfrm>
                <a:off x="2650825" y="2465829"/>
                <a:ext cx="103320" cy="91440"/>
              </p14:xfrm>
            </p:contentPart>
          </mc:Choice>
          <mc:Fallback xmlns="">
            <p:pic>
              <p:nvPicPr>
                <p:cNvPr id="10" name="墨迹 9">
                  <a:extLst>
                    <a:ext uri="{FF2B5EF4-FFF2-40B4-BE49-F238E27FC236}">
                      <a16:creationId xmlns:a16="http://schemas.microsoft.com/office/drawing/2014/main" id="{F9F81F7B-6520-B1C9-81FF-9910D137707B}"/>
                    </a:ext>
                  </a:extLst>
                </p:cNvPr>
                <p:cNvPicPr/>
                <p:nvPr/>
              </p:nvPicPr>
              <p:blipFill>
                <a:blip r:embed="rId15"/>
                <a:stretch>
                  <a:fillRect/>
                </a:stretch>
              </p:blipFill>
              <p:spPr>
                <a:xfrm>
                  <a:off x="2632825" y="2448189"/>
                  <a:ext cx="13896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墨迹 10">
                  <a:extLst>
                    <a:ext uri="{FF2B5EF4-FFF2-40B4-BE49-F238E27FC236}">
                      <a16:creationId xmlns:a16="http://schemas.microsoft.com/office/drawing/2014/main" id="{EF9CF19C-0C04-E1E4-9728-90289380226C}"/>
                    </a:ext>
                  </a:extLst>
                </p14:cNvPr>
                <p14:cNvContentPartPr/>
                <p14:nvPr/>
              </p14:nvContentPartPr>
              <p14:xfrm>
                <a:off x="2807425" y="2410389"/>
                <a:ext cx="360" cy="94320"/>
              </p14:xfrm>
            </p:contentPart>
          </mc:Choice>
          <mc:Fallback xmlns="">
            <p:pic>
              <p:nvPicPr>
                <p:cNvPr id="11" name="墨迹 10">
                  <a:extLst>
                    <a:ext uri="{FF2B5EF4-FFF2-40B4-BE49-F238E27FC236}">
                      <a16:creationId xmlns:a16="http://schemas.microsoft.com/office/drawing/2014/main" id="{EF9CF19C-0C04-E1E4-9728-90289380226C}"/>
                    </a:ext>
                  </a:extLst>
                </p:cNvPr>
                <p:cNvPicPr/>
                <p:nvPr/>
              </p:nvPicPr>
              <p:blipFill>
                <a:blip r:embed="rId17"/>
                <a:stretch>
                  <a:fillRect/>
                </a:stretch>
              </p:blipFill>
              <p:spPr>
                <a:xfrm>
                  <a:off x="2789785" y="2392389"/>
                  <a:ext cx="3600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墨迹 11">
                  <a:extLst>
                    <a:ext uri="{FF2B5EF4-FFF2-40B4-BE49-F238E27FC236}">
                      <a16:creationId xmlns:a16="http://schemas.microsoft.com/office/drawing/2014/main" id="{D68EFD2D-1BFB-EA74-7119-E91CF2EDF5D4}"/>
                    </a:ext>
                  </a:extLst>
                </p14:cNvPr>
                <p14:cNvContentPartPr/>
                <p14:nvPr/>
              </p14:nvContentPartPr>
              <p14:xfrm>
                <a:off x="2750185" y="2382669"/>
                <a:ext cx="214920" cy="201600"/>
              </p14:xfrm>
            </p:contentPart>
          </mc:Choice>
          <mc:Fallback xmlns="">
            <p:pic>
              <p:nvPicPr>
                <p:cNvPr id="12" name="墨迹 11">
                  <a:extLst>
                    <a:ext uri="{FF2B5EF4-FFF2-40B4-BE49-F238E27FC236}">
                      <a16:creationId xmlns:a16="http://schemas.microsoft.com/office/drawing/2014/main" id="{D68EFD2D-1BFB-EA74-7119-E91CF2EDF5D4}"/>
                    </a:ext>
                  </a:extLst>
                </p:cNvPr>
                <p:cNvPicPr/>
                <p:nvPr/>
              </p:nvPicPr>
              <p:blipFill>
                <a:blip r:embed="rId19"/>
                <a:stretch>
                  <a:fillRect/>
                </a:stretch>
              </p:blipFill>
              <p:spPr>
                <a:xfrm>
                  <a:off x="2732545" y="2365029"/>
                  <a:ext cx="25056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墨迹 12">
                  <a:extLst>
                    <a:ext uri="{FF2B5EF4-FFF2-40B4-BE49-F238E27FC236}">
                      <a16:creationId xmlns:a16="http://schemas.microsoft.com/office/drawing/2014/main" id="{81C13D73-5B94-A4E7-82F3-AAAB15D6C965}"/>
                    </a:ext>
                  </a:extLst>
                </p14:cNvPr>
                <p14:cNvContentPartPr/>
                <p14:nvPr/>
              </p14:nvContentPartPr>
              <p14:xfrm>
                <a:off x="3020185" y="2308869"/>
                <a:ext cx="9720" cy="370800"/>
              </p14:xfrm>
            </p:contentPart>
          </mc:Choice>
          <mc:Fallback xmlns="">
            <p:pic>
              <p:nvPicPr>
                <p:cNvPr id="13" name="墨迹 12">
                  <a:extLst>
                    <a:ext uri="{FF2B5EF4-FFF2-40B4-BE49-F238E27FC236}">
                      <a16:creationId xmlns:a16="http://schemas.microsoft.com/office/drawing/2014/main" id="{81C13D73-5B94-A4E7-82F3-AAAB15D6C965}"/>
                    </a:ext>
                  </a:extLst>
                </p:cNvPr>
                <p:cNvPicPr/>
                <p:nvPr/>
              </p:nvPicPr>
              <p:blipFill>
                <a:blip r:embed="rId21"/>
                <a:stretch>
                  <a:fillRect/>
                </a:stretch>
              </p:blipFill>
              <p:spPr>
                <a:xfrm>
                  <a:off x="3002185" y="2290869"/>
                  <a:ext cx="45360" cy="4064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墨迹 13">
                  <a:extLst>
                    <a:ext uri="{FF2B5EF4-FFF2-40B4-BE49-F238E27FC236}">
                      <a16:creationId xmlns:a16="http://schemas.microsoft.com/office/drawing/2014/main" id="{EBF971A8-39EC-0064-2D40-2832F874B23D}"/>
                    </a:ext>
                  </a:extLst>
                </p14:cNvPr>
                <p14:cNvContentPartPr/>
                <p14:nvPr/>
              </p14:nvContentPartPr>
              <p14:xfrm>
                <a:off x="2993545" y="2272149"/>
                <a:ext cx="209880" cy="202680"/>
              </p14:xfrm>
            </p:contentPart>
          </mc:Choice>
          <mc:Fallback xmlns="">
            <p:pic>
              <p:nvPicPr>
                <p:cNvPr id="14" name="墨迹 13">
                  <a:extLst>
                    <a:ext uri="{FF2B5EF4-FFF2-40B4-BE49-F238E27FC236}">
                      <a16:creationId xmlns:a16="http://schemas.microsoft.com/office/drawing/2014/main" id="{EBF971A8-39EC-0064-2D40-2832F874B23D}"/>
                    </a:ext>
                  </a:extLst>
                </p:cNvPr>
                <p:cNvPicPr/>
                <p:nvPr/>
              </p:nvPicPr>
              <p:blipFill>
                <a:blip r:embed="rId23"/>
                <a:stretch>
                  <a:fillRect/>
                </a:stretch>
              </p:blipFill>
              <p:spPr>
                <a:xfrm>
                  <a:off x="2975905" y="2254149"/>
                  <a:ext cx="245520" cy="2383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墨迹 14">
                  <a:extLst>
                    <a:ext uri="{FF2B5EF4-FFF2-40B4-BE49-F238E27FC236}">
                      <a16:creationId xmlns:a16="http://schemas.microsoft.com/office/drawing/2014/main" id="{D10B5048-5036-B1C0-F720-3417A194ACCF}"/>
                    </a:ext>
                  </a:extLst>
                </p14:cNvPr>
                <p14:cNvContentPartPr/>
                <p14:nvPr/>
              </p14:nvContentPartPr>
              <p14:xfrm>
                <a:off x="3149065" y="2491749"/>
                <a:ext cx="74880" cy="122400"/>
              </p14:xfrm>
            </p:contentPart>
          </mc:Choice>
          <mc:Fallback xmlns="">
            <p:pic>
              <p:nvPicPr>
                <p:cNvPr id="15" name="墨迹 14">
                  <a:extLst>
                    <a:ext uri="{FF2B5EF4-FFF2-40B4-BE49-F238E27FC236}">
                      <a16:creationId xmlns:a16="http://schemas.microsoft.com/office/drawing/2014/main" id="{D10B5048-5036-B1C0-F720-3417A194ACCF}"/>
                    </a:ext>
                  </a:extLst>
                </p:cNvPr>
                <p:cNvPicPr/>
                <p:nvPr/>
              </p:nvPicPr>
              <p:blipFill>
                <a:blip r:embed="rId25"/>
                <a:stretch>
                  <a:fillRect/>
                </a:stretch>
              </p:blipFill>
              <p:spPr>
                <a:xfrm>
                  <a:off x="3131065" y="2473749"/>
                  <a:ext cx="110520" cy="158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6">
            <p14:nvContentPartPr>
              <p14:cNvPr id="17" name="墨迹 16">
                <a:extLst>
                  <a:ext uri="{FF2B5EF4-FFF2-40B4-BE49-F238E27FC236}">
                    <a16:creationId xmlns:a16="http://schemas.microsoft.com/office/drawing/2014/main" id="{0A989488-D2ED-1F8F-1AB1-F8A5A24B549A}"/>
                  </a:ext>
                </a:extLst>
              </p14:cNvPr>
              <p14:cNvContentPartPr/>
              <p14:nvPr/>
            </p14:nvContentPartPr>
            <p14:xfrm>
              <a:off x="3675385" y="2364309"/>
              <a:ext cx="11520" cy="237960"/>
            </p14:xfrm>
          </p:contentPart>
        </mc:Choice>
        <mc:Fallback xmlns="">
          <p:pic>
            <p:nvPicPr>
              <p:cNvPr id="17" name="墨迹 16">
                <a:extLst>
                  <a:ext uri="{FF2B5EF4-FFF2-40B4-BE49-F238E27FC236}">
                    <a16:creationId xmlns:a16="http://schemas.microsoft.com/office/drawing/2014/main" id="{0A989488-D2ED-1F8F-1AB1-F8A5A24B549A}"/>
                  </a:ext>
                </a:extLst>
              </p:cNvPr>
              <p:cNvPicPr/>
              <p:nvPr/>
            </p:nvPicPr>
            <p:blipFill>
              <a:blip r:embed="rId27"/>
              <a:stretch>
                <a:fillRect/>
              </a:stretch>
            </p:blipFill>
            <p:spPr>
              <a:xfrm>
                <a:off x="3657745" y="2346309"/>
                <a:ext cx="47160" cy="273600"/>
              </a:xfrm>
              <a:prstGeom prst="rect">
                <a:avLst/>
              </a:prstGeom>
            </p:spPr>
          </p:pic>
        </mc:Fallback>
      </mc:AlternateContent>
      <p:grpSp>
        <p:nvGrpSpPr>
          <p:cNvPr id="25" name="组合 24">
            <a:extLst>
              <a:ext uri="{FF2B5EF4-FFF2-40B4-BE49-F238E27FC236}">
                <a16:creationId xmlns:a16="http://schemas.microsoft.com/office/drawing/2014/main" id="{C3CDE866-80B2-7417-3088-6C6DD92445C9}"/>
              </a:ext>
            </a:extLst>
          </p:cNvPr>
          <p:cNvGrpSpPr/>
          <p:nvPr/>
        </p:nvGrpSpPr>
        <p:grpSpPr>
          <a:xfrm>
            <a:off x="3860065" y="2197989"/>
            <a:ext cx="517680" cy="440280"/>
            <a:chOff x="3860065" y="2197989"/>
            <a:chExt cx="517680" cy="440280"/>
          </a:xfrm>
        </p:grpSpPr>
        <mc:AlternateContent xmlns:mc="http://schemas.openxmlformats.org/markup-compatibility/2006" xmlns:p14="http://schemas.microsoft.com/office/powerpoint/2010/main">
          <mc:Choice Requires="p14">
            <p:contentPart p14:bwMode="auto" r:id="rId28">
              <p14:nvContentPartPr>
                <p14:cNvPr id="18" name="墨迹 17">
                  <a:extLst>
                    <a:ext uri="{FF2B5EF4-FFF2-40B4-BE49-F238E27FC236}">
                      <a16:creationId xmlns:a16="http://schemas.microsoft.com/office/drawing/2014/main" id="{3CED3A40-ABD1-56A6-57E4-6A7CB571D35B}"/>
                    </a:ext>
                  </a:extLst>
                </p14:cNvPr>
                <p14:cNvContentPartPr/>
                <p14:nvPr/>
              </p14:nvContentPartPr>
              <p14:xfrm>
                <a:off x="3860065" y="2225709"/>
                <a:ext cx="79200" cy="396360"/>
              </p14:xfrm>
            </p:contentPart>
          </mc:Choice>
          <mc:Fallback xmlns="">
            <p:pic>
              <p:nvPicPr>
                <p:cNvPr id="18" name="墨迹 17">
                  <a:extLst>
                    <a:ext uri="{FF2B5EF4-FFF2-40B4-BE49-F238E27FC236}">
                      <a16:creationId xmlns:a16="http://schemas.microsoft.com/office/drawing/2014/main" id="{3CED3A40-ABD1-56A6-57E4-6A7CB571D35B}"/>
                    </a:ext>
                  </a:extLst>
                </p:cNvPr>
                <p:cNvPicPr/>
                <p:nvPr/>
              </p:nvPicPr>
              <p:blipFill>
                <a:blip r:embed="rId29"/>
                <a:stretch>
                  <a:fillRect/>
                </a:stretch>
              </p:blipFill>
              <p:spPr>
                <a:xfrm>
                  <a:off x="3842425" y="2207709"/>
                  <a:ext cx="114840" cy="432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墨迹 18">
                  <a:extLst>
                    <a:ext uri="{FF2B5EF4-FFF2-40B4-BE49-F238E27FC236}">
                      <a16:creationId xmlns:a16="http://schemas.microsoft.com/office/drawing/2014/main" id="{6A95C57F-2438-FE1C-C890-96B8C0678B8C}"/>
                    </a:ext>
                  </a:extLst>
                </p14:cNvPr>
                <p14:cNvContentPartPr/>
                <p14:nvPr/>
              </p14:nvContentPartPr>
              <p14:xfrm>
                <a:off x="4010545" y="2281149"/>
                <a:ext cx="53640" cy="52920"/>
              </p14:xfrm>
            </p:contentPart>
          </mc:Choice>
          <mc:Fallback xmlns="">
            <p:pic>
              <p:nvPicPr>
                <p:cNvPr id="19" name="墨迹 18">
                  <a:extLst>
                    <a:ext uri="{FF2B5EF4-FFF2-40B4-BE49-F238E27FC236}">
                      <a16:creationId xmlns:a16="http://schemas.microsoft.com/office/drawing/2014/main" id="{6A95C57F-2438-FE1C-C890-96B8C0678B8C}"/>
                    </a:ext>
                  </a:extLst>
                </p:cNvPr>
                <p:cNvPicPr/>
                <p:nvPr/>
              </p:nvPicPr>
              <p:blipFill>
                <a:blip r:embed="rId31"/>
                <a:stretch>
                  <a:fillRect/>
                </a:stretch>
              </p:blipFill>
              <p:spPr>
                <a:xfrm>
                  <a:off x="3992905" y="2263509"/>
                  <a:ext cx="8928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0" name="墨迹 19">
                  <a:extLst>
                    <a:ext uri="{FF2B5EF4-FFF2-40B4-BE49-F238E27FC236}">
                      <a16:creationId xmlns:a16="http://schemas.microsoft.com/office/drawing/2014/main" id="{04EB28F6-D371-E045-5061-7BBA0B56BDEE}"/>
                    </a:ext>
                  </a:extLst>
                </p14:cNvPr>
                <p14:cNvContentPartPr/>
                <p14:nvPr/>
              </p14:nvContentPartPr>
              <p14:xfrm>
                <a:off x="4054105" y="2318229"/>
                <a:ext cx="39960" cy="320040"/>
              </p14:xfrm>
            </p:contentPart>
          </mc:Choice>
          <mc:Fallback xmlns="">
            <p:pic>
              <p:nvPicPr>
                <p:cNvPr id="20" name="墨迹 19">
                  <a:extLst>
                    <a:ext uri="{FF2B5EF4-FFF2-40B4-BE49-F238E27FC236}">
                      <a16:creationId xmlns:a16="http://schemas.microsoft.com/office/drawing/2014/main" id="{04EB28F6-D371-E045-5061-7BBA0B56BDEE}"/>
                    </a:ext>
                  </a:extLst>
                </p:cNvPr>
                <p:cNvPicPr/>
                <p:nvPr/>
              </p:nvPicPr>
              <p:blipFill>
                <a:blip r:embed="rId33"/>
                <a:stretch>
                  <a:fillRect/>
                </a:stretch>
              </p:blipFill>
              <p:spPr>
                <a:xfrm>
                  <a:off x="4036465" y="2300229"/>
                  <a:ext cx="75600" cy="3556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1" name="墨迹 20">
                  <a:extLst>
                    <a:ext uri="{FF2B5EF4-FFF2-40B4-BE49-F238E27FC236}">
                      <a16:creationId xmlns:a16="http://schemas.microsoft.com/office/drawing/2014/main" id="{4BD757A5-EBE5-1295-5A82-DC28F3444945}"/>
                    </a:ext>
                  </a:extLst>
                </p14:cNvPr>
                <p14:cNvContentPartPr/>
                <p14:nvPr/>
              </p14:nvContentPartPr>
              <p14:xfrm>
                <a:off x="4139425" y="2197989"/>
                <a:ext cx="65520" cy="140040"/>
              </p14:xfrm>
            </p:contentPart>
          </mc:Choice>
          <mc:Fallback xmlns="">
            <p:pic>
              <p:nvPicPr>
                <p:cNvPr id="21" name="墨迹 20">
                  <a:extLst>
                    <a:ext uri="{FF2B5EF4-FFF2-40B4-BE49-F238E27FC236}">
                      <a16:creationId xmlns:a16="http://schemas.microsoft.com/office/drawing/2014/main" id="{4BD757A5-EBE5-1295-5A82-DC28F3444945}"/>
                    </a:ext>
                  </a:extLst>
                </p:cNvPr>
                <p:cNvPicPr/>
                <p:nvPr/>
              </p:nvPicPr>
              <p:blipFill>
                <a:blip r:embed="rId35"/>
                <a:stretch>
                  <a:fillRect/>
                </a:stretch>
              </p:blipFill>
              <p:spPr>
                <a:xfrm>
                  <a:off x="4121785" y="2180349"/>
                  <a:ext cx="101160" cy="1756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2" name="墨迹 21">
                  <a:extLst>
                    <a:ext uri="{FF2B5EF4-FFF2-40B4-BE49-F238E27FC236}">
                      <a16:creationId xmlns:a16="http://schemas.microsoft.com/office/drawing/2014/main" id="{64B4F9CA-4058-92EF-84BE-F61E872D09D4}"/>
                    </a:ext>
                  </a:extLst>
                </p14:cNvPr>
                <p14:cNvContentPartPr/>
                <p14:nvPr/>
              </p14:nvContentPartPr>
              <p14:xfrm>
                <a:off x="4155985" y="2345589"/>
                <a:ext cx="221760" cy="10800"/>
              </p14:xfrm>
            </p:contentPart>
          </mc:Choice>
          <mc:Fallback xmlns="">
            <p:pic>
              <p:nvPicPr>
                <p:cNvPr id="22" name="墨迹 21">
                  <a:extLst>
                    <a:ext uri="{FF2B5EF4-FFF2-40B4-BE49-F238E27FC236}">
                      <a16:creationId xmlns:a16="http://schemas.microsoft.com/office/drawing/2014/main" id="{64B4F9CA-4058-92EF-84BE-F61E872D09D4}"/>
                    </a:ext>
                  </a:extLst>
                </p:cNvPr>
                <p:cNvPicPr/>
                <p:nvPr/>
              </p:nvPicPr>
              <p:blipFill>
                <a:blip r:embed="rId37"/>
                <a:stretch>
                  <a:fillRect/>
                </a:stretch>
              </p:blipFill>
              <p:spPr>
                <a:xfrm>
                  <a:off x="4138345" y="2327949"/>
                  <a:ext cx="25740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3" name="墨迹 22">
                  <a:extLst>
                    <a:ext uri="{FF2B5EF4-FFF2-40B4-BE49-F238E27FC236}">
                      <a16:creationId xmlns:a16="http://schemas.microsoft.com/office/drawing/2014/main" id="{C49C63EA-13D2-2A0F-C728-0E8805A45C8B}"/>
                    </a:ext>
                  </a:extLst>
                </p14:cNvPr>
                <p14:cNvContentPartPr/>
                <p14:nvPr/>
              </p14:nvContentPartPr>
              <p14:xfrm>
                <a:off x="4193065" y="2428749"/>
                <a:ext cx="32400" cy="88200"/>
              </p14:xfrm>
            </p:contentPart>
          </mc:Choice>
          <mc:Fallback xmlns="">
            <p:pic>
              <p:nvPicPr>
                <p:cNvPr id="23" name="墨迹 22">
                  <a:extLst>
                    <a:ext uri="{FF2B5EF4-FFF2-40B4-BE49-F238E27FC236}">
                      <a16:creationId xmlns:a16="http://schemas.microsoft.com/office/drawing/2014/main" id="{C49C63EA-13D2-2A0F-C728-0E8805A45C8B}"/>
                    </a:ext>
                  </a:extLst>
                </p:cNvPr>
                <p:cNvPicPr/>
                <p:nvPr/>
              </p:nvPicPr>
              <p:blipFill>
                <a:blip r:embed="rId39"/>
                <a:stretch>
                  <a:fillRect/>
                </a:stretch>
              </p:blipFill>
              <p:spPr>
                <a:xfrm>
                  <a:off x="4175425" y="2411109"/>
                  <a:ext cx="6804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4" name="墨迹 23">
                  <a:extLst>
                    <a:ext uri="{FF2B5EF4-FFF2-40B4-BE49-F238E27FC236}">
                      <a16:creationId xmlns:a16="http://schemas.microsoft.com/office/drawing/2014/main" id="{6708B9D3-1BD1-BF23-26D1-0B2E4E35EF3A}"/>
                    </a:ext>
                  </a:extLst>
                </p14:cNvPr>
                <p14:cNvContentPartPr/>
                <p14:nvPr/>
              </p14:nvContentPartPr>
              <p14:xfrm>
                <a:off x="4140505" y="2447469"/>
                <a:ext cx="182520" cy="140040"/>
              </p14:xfrm>
            </p:contentPart>
          </mc:Choice>
          <mc:Fallback xmlns="">
            <p:pic>
              <p:nvPicPr>
                <p:cNvPr id="24" name="墨迹 23">
                  <a:extLst>
                    <a:ext uri="{FF2B5EF4-FFF2-40B4-BE49-F238E27FC236}">
                      <a16:creationId xmlns:a16="http://schemas.microsoft.com/office/drawing/2014/main" id="{6708B9D3-1BD1-BF23-26D1-0B2E4E35EF3A}"/>
                    </a:ext>
                  </a:extLst>
                </p:cNvPr>
                <p:cNvPicPr/>
                <p:nvPr/>
              </p:nvPicPr>
              <p:blipFill>
                <a:blip r:embed="rId41"/>
                <a:stretch>
                  <a:fillRect/>
                </a:stretch>
              </p:blipFill>
              <p:spPr>
                <a:xfrm>
                  <a:off x="4122505" y="2429469"/>
                  <a:ext cx="218160" cy="175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2">
            <p14:nvContentPartPr>
              <p14:cNvPr id="26" name="墨迹 25">
                <a:extLst>
                  <a:ext uri="{FF2B5EF4-FFF2-40B4-BE49-F238E27FC236}">
                    <a16:creationId xmlns:a16="http://schemas.microsoft.com/office/drawing/2014/main" id="{85EFD218-5EBA-D5BA-2FDA-5F22C216D560}"/>
                  </a:ext>
                </a:extLst>
              </p14:cNvPr>
              <p14:cNvContentPartPr/>
              <p14:nvPr/>
            </p14:nvContentPartPr>
            <p14:xfrm>
              <a:off x="2268145" y="3279069"/>
              <a:ext cx="14040" cy="339480"/>
            </p14:xfrm>
          </p:contentPart>
        </mc:Choice>
        <mc:Fallback xmlns="">
          <p:pic>
            <p:nvPicPr>
              <p:cNvPr id="26" name="墨迹 25">
                <a:extLst>
                  <a:ext uri="{FF2B5EF4-FFF2-40B4-BE49-F238E27FC236}">
                    <a16:creationId xmlns:a16="http://schemas.microsoft.com/office/drawing/2014/main" id="{85EFD218-5EBA-D5BA-2FDA-5F22C216D560}"/>
                  </a:ext>
                </a:extLst>
              </p:cNvPr>
              <p:cNvPicPr/>
              <p:nvPr/>
            </p:nvPicPr>
            <p:blipFill>
              <a:blip r:embed="rId43"/>
              <a:stretch>
                <a:fillRect/>
              </a:stretch>
            </p:blipFill>
            <p:spPr>
              <a:xfrm>
                <a:off x="2250505" y="3261069"/>
                <a:ext cx="49680" cy="3751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7" name="墨迹 26">
                <a:extLst>
                  <a:ext uri="{FF2B5EF4-FFF2-40B4-BE49-F238E27FC236}">
                    <a16:creationId xmlns:a16="http://schemas.microsoft.com/office/drawing/2014/main" id="{DE4A1F6D-6371-184C-C66F-A5E2D801F02D}"/>
                  </a:ext>
                </a:extLst>
              </p14:cNvPr>
              <p14:cNvContentPartPr/>
              <p14:nvPr/>
            </p14:nvContentPartPr>
            <p14:xfrm>
              <a:off x="2281105" y="3305709"/>
              <a:ext cx="91440" cy="139320"/>
            </p14:xfrm>
          </p:contentPart>
        </mc:Choice>
        <mc:Fallback xmlns="">
          <p:pic>
            <p:nvPicPr>
              <p:cNvPr id="27" name="墨迹 26">
                <a:extLst>
                  <a:ext uri="{FF2B5EF4-FFF2-40B4-BE49-F238E27FC236}">
                    <a16:creationId xmlns:a16="http://schemas.microsoft.com/office/drawing/2014/main" id="{DE4A1F6D-6371-184C-C66F-A5E2D801F02D}"/>
                  </a:ext>
                </a:extLst>
              </p:cNvPr>
              <p:cNvPicPr/>
              <p:nvPr/>
            </p:nvPicPr>
            <p:blipFill>
              <a:blip r:embed="rId45"/>
              <a:stretch>
                <a:fillRect/>
              </a:stretch>
            </p:blipFill>
            <p:spPr>
              <a:xfrm>
                <a:off x="2263465" y="3288069"/>
                <a:ext cx="12708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8" name="墨迹 27">
                <a:extLst>
                  <a:ext uri="{FF2B5EF4-FFF2-40B4-BE49-F238E27FC236}">
                    <a16:creationId xmlns:a16="http://schemas.microsoft.com/office/drawing/2014/main" id="{06D73116-1C7C-E7A6-CDE2-7A314301BFFB}"/>
                  </a:ext>
                </a:extLst>
              </p14:cNvPr>
              <p14:cNvContentPartPr/>
              <p14:nvPr/>
            </p14:nvContentPartPr>
            <p14:xfrm>
              <a:off x="2409985" y="3463389"/>
              <a:ext cx="89280" cy="167760"/>
            </p14:xfrm>
          </p:contentPart>
        </mc:Choice>
        <mc:Fallback xmlns="">
          <p:pic>
            <p:nvPicPr>
              <p:cNvPr id="28" name="墨迹 27">
                <a:extLst>
                  <a:ext uri="{FF2B5EF4-FFF2-40B4-BE49-F238E27FC236}">
                    <a16:creationId xmlns:a16="http://schemas.microsoft.com/office/drawing/2014/main" id="{06D73116-1C7C-E7A6-CDE2-7A314301BFFB}"/>
                  </a:ext>
                </a:extLst>
              </p:cNvPr>
              <p:cNvPicPr/>
              <p:nvPr/>
            </p:nvPicPr>
            <p:blipFill>
              <a:blip r:embed="rId47"/>
              <a:stretch>
                <a:fillRect/>
              </a:stretch>
            </p:blipFill>
            <p:spPr>
              <a:xfrm>
                <a:off x="2392345" y="3445749"/>
                <a:ext cx="12492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9" name="墨迹 28">
                <a:extLst>
                  <a:ext uri="{FF2B5EF4-FFF2-40B4-BE49-F238E27FC236}">
                    <a16:creationId xmlns:a16="http://schemas.microsoft.com/office/drawing/2014/main" id="{28DE5FEB-9C76-B62A-4E22-DC080089C031}"/>
                  </a:ext>
                </a:extLst>
              </p14:cNvPr>
              <p14:cNvContentPartPr/>
              <p14:nvPr/>
            </p14:nvContentPartPr>
            <p14:xfrm>
              <a:off x="2878705" y="3416589"/>
              <a:ext cx="236160" cy="262800"/>
            </p14:xfrm>
          </p:contentPart>
        </mc:Choice>
        <mc:Fallback xmlns="">
          <p:pic>
            <p:nvPicPr>
              <p:cNvPr id="29" name="墨迹 28">
                <a:extLst>
                  <a:ext uri="{FF2B5EF4-FFF2-40B4-BE49-F238E27FC236}">
                    <a16:creationId xmlns:a16="http://schemas.microsoft.com/office/drawing/2014/main" id="{28DE5FEB-9C76-B62A-4E22-DC080089C031}"/>
                  </a:ext>
                </a:extLst>
              </p:cNvPr>
              <p:cNvPicPr/>
              <p:nvPr/>
            </p:nvPicPr>
            <p:blipFill>
              <a:blip r:embed="rId49"/>
              <a:stretch>
                <a:fillRect/>
              </a:stretch>
            </p:blipFill>
            <p:spPr>
              <a:xfrm>
                <a:off x="2860705" y="3398949"/>
                <a:ext cx="271800"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0" name="墨迹 29">
                <a:extLst>
                  <a:ext uri="{FF2B5EF4-FFF2-40B4-BE49-F238E27FC236}">
                    <a16:creationId xmlns:a16="http://schemas.microsoft.com/office/drawing/2014/main" id="{6181FFF2-0670-5456-F069-FCEB471E2E4C}"/>
                  </a:ext>
                </a:extLst>
              </p14:cNvPr>
              <p14:cNvContentPartPr/>
              <p14:nvPr/>
            </p14:nvContentPartPr>
            <p14:xfrm>
              <a:off x="3137185" y="3260349"/>
              <a:ext cx="132480" cy="105840"/>
            </p14:xfrm>
          </p:contentPart>
        </mc:Choice>
        <mc:Fallback xmlns="">
          <p:pic>
            <p:nvPicPr>
              <p:cNvPr id="30" name="墨迹 29">
                <a:extLst>
                  <a:ext uri="{FF2B5EF4-FFF2-40B4-BE49-F238E27FC236}">
                    <a16:creationId xmlns:a16="http://schemas.microsoft.com/office/drawing/2014/main" id="{6181FFF2-0670-5456-F069-FCEB471E2E4C}"/>
                  </a:ext>
                </a:extLst>
              </p:cNvPr>
              <p:cNvPicPr/>
              <p:nvPr/>
            </p:nvPicPr>
            <p:blipFill>
              <a:blip r:embed="rId51"/>
              <a:stretch>
                <a:fillRect/>
              </a:stretch>
            </p:blipFill>
            <p:spPr>
              <a:xfrm>
                <a:off x="3119545" y="3242709"/>
                <a:ext cx="16812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1" name="墨迹 30">
                <a:extLst>
                  <a:ext uri="{FF2B5EF4-FFF2-40B4-BE49-F238E27FC236}">
                    <a16:creationId xmlns:a16="http://schemas.microsoft.com/office/drawing/2014/main" id="{05D362FE-68C0-1DD6-14C5-CCEBDD56EF94}"/>
                  </a:ext>
                </a:extLst>
              </p14:cNvPr>
              <p14:cNvContentPartPr/>
              <p14:nvPr/>
            </p14:nvContentPartPr>
            <p14:xfrm>
              <a:off x="3241585" y="3343509"/>
              <a:ext cx="10440" cy="294480"/>
            </p14:xfrm>
          </p:contentPart>
        </mc:Choice>
        <mc:Fallback xmlns="">
          <p:pic>
            <p:nvPicPr>
              <p:cNvPr id="31" name="墨迹 30">
                <a:extLst>
                  <a:ext uri="{FF2B5EF4-FFF2-40B4-BE49-F238E27FC236}">
                    <a16:creationId xmlns:a16="http://schemas.microsoft.com/office/drawing/2014/main" id="{05D362FE-68C0-1DD6-14C5-CCEBDD56EF94}"/>
                  </a:ext>
                </a:extLst>
              </p:cNvPr>
              <p:cNvPicPr/>
              <p:nvPr/>
            </p:nvPicPr>
            <p:blipFill>
              <a:blip r:embed="rId53"/>
              <a:stretch>
                <a:fillRect/>
              </a:stretch>
            </p:blipFill>
            <p:spPr>
              <a:xfrm>
                <a:off x="3223585" y="3325509"/>
                <a:ext cx="46080" cy="3301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2" name="墨迹 31">
                <a:extLst>
                  <a:ext uri="{FF2B5EF4-FFF2-40B4-BE49-F238E27FC236}">
                    <a16:creationId xmlns:a16="http://schemas.microsoft.com/office/drawing/2014/main" id="{9D4650F9-3895-A69B-5841-A7D8C5E5DDE0}"/>
                  </a:ext>
                </a:extLst>
              </p14:cNvPr>
              <p14:cNvContentPartPr/>
              <p14:nvPr/>
            </p14:nvContentPartPr>
            <p14:xfrm>
              <a:off x="3335545" y="3306429"/>
              <a:ext cx="119160" cy="101880"/>
            </p14:xfrm>
          </p:contentPart>
        </mc:Choice>
        <mc:Fallback xmlns="">
          <p:pic>
            <p:nvPicPr>
              <p:cNvPr id="32" name="墨迹 31">
                <a:extLst>
                  <a:ext uri="{FF2B5EF4-FFF2-40B4-BE49-F238E27FC236}">
                    <a16:creationId xmlns:a16="http://schemas.microsoft.com/office/drawing/2014/main" id="{9D4650F9-3895-A69B-5841-A7D8C5E5DDE0}"/>
                  </a:ext>
                </a:extLst>
              </p:cNvPr>
              <p:cNvPicPr/>
              <p:nvPr/>
            </p:nvPicPr>
            <p:blipFill>
              <a:blip r:embed="rId55"/>
              <a:stretch>
                <a:fillRect/>
              </a:stretch>
            </p:blipFill>
            <p:spPr>
              <a:xfrm>
                <a:off x="3317545" y="3288789"/>
                <a:ext cx="15480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3" name="墨迹 32">
                <a:extLst>
                  <a:ext uri="{FF2B5EF4-FFF2-40B4-BE49-F238E27FC236}">
                    <a16:creationId xmlns:a16="http://schemas.microsoft.com/office/drawing/2014/main" id="{F6660B78-C893-F9C3-F63C-0350C43E1542}"/>
                  </a:ext>
                </a:extLst>
              </p14:cNvPr>
              <p14:cNvContentPartPr/>
              <p14:nvPr/>
            </p14:nvContentPartPr>
            <p14:xfrm>
              <a:off x="3334465" y="3405069"/>
              <a:ext cx="183960" cy="12240"/>
            </p14:xfrm>
          </p:contentPart>
        </mc:Choice>
        <mc:Fallback xmlns="">
          <p:pic>
            <p:nvPicPr>
              <p:cNvPr id="33" name="墨迹 32">
                <a:extLst>
                  <a:ext uri="{FF2B5EF4-FFF2-40B4-BE49-F238E27FC236}">
                    <a16:creationId xmlns:a16="http://schemas.microsoft.com/office/drawing/2014/main" id="{F6660B78-C893-F9C3-F63C-0350C43E1542}"/>
                  </a:ext>
                </a:extLst>
              </p:cNvPr>
              <p:cNvPicPr/>
              <p:nvPr/>
            </p:nvPicPr>
            <p:blipFill>
              <a:blip r:embed="rId57"/>
              <a:stretch>
                <a:fillRect/>
              </a:stretch>
            </p:blipFill>
            <p:spPr>
              <a:xfrm>
                <a:off x="3316465" y="3387429"/>
                <a:ext cx="21960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4" name="墨迹 33">
                <a:extLst>
                  <a:ext uri="{FF2B5EF4-FFF2-40B4-BE49-F238E27FC236}">
                    <a16:creationId xmlns:a16="http://schemas.microsoft.com/office/drawing/2014/main" id="{EB5A1B5D-9A74-CDA2-15ED-75FED0885C36}"/>
                  </a:ext>
                </a:extLst>
              </p14:cNvPr>
              <p14:cNvContentPartPr/>
              <p14:nvPr/>
            </p14:nvContentPartPr>
            <p14:xfrm>
              <a:off x="3352465" y="3472749"/>
              <a:ext cx="72360" cy="138240"/>
            </p14:xfrm>
          </p:contentPart>
        </mc:Choice>
        <mc:Fallback xmlns="">
          <p:pic>
            <p:nvPicPr>
              <p:cNvPr id="34" name="墨迹 33">
                <a:extLst>
                  <a:ext uri="{FF2B5EF4-FFF2-40B4-BE49-F238E27FC236}">
                    <a16:creationId xmlns:a16="http://schemas.microsoft.com/office/drawing/2014/main" id="{EB5A1B5D-9A74-CDA2-15ED-75FED0885C36}"/>
                  </a:ext>
                </a:extLst>
              </p:cNvPr>
              <p:cNvPicPr/>
              <p:nvPr/>
            </p:nvPicPr>
            <p:blipFill>
              <a:blip r:embed="rId59"/>
              <a:stretch>
                <a:fillRect/>
              </a:stretch>
            </p:blipFill>
            <p:spPr>
              <a:xfrm>
                <a:off x="3334825" y="3454749"/>
                <a:ext cx="10800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5" name="墨迹 34">
                <a:extLst>
                  <a:ext uri="{FF2B5EF4-FFF2-40B4-BE49-F238E27FC236}">
                    <a16:creationId xmlns:a16="http://schemas.microsoft.com/office/drawing/2014/main" id="{C9574590-79A7-DCCE-F1B2-CD4E5F282A9F}"/>
                  </a:ext>
                </a:extLst>
              </p14:cNvPr>
              <p14:cNvContentPartPr/>
              <p14:nvPr/>
            </p14:nvContentPartPr>
            <p14:xfrm>
              <a:off x="3335905" y="3509469"/>
              <a:ext cx="349920" cy="168120"/>
            </p14:xfrm>
          </p:contentPart>
        </mc:Choice>
        <mc:Fallback xmlns="">
          <p:pic>
            <p:nvPicPr>
              <p:cNvPr id="35" name="墨迹 34">
                <a:extLst>
                  <a:ext uri="{FF2B5EF4-FFF2-40B4-BE49-F238E27FC236}">
                    <a16:creationId xmlns:a16="http://schemas.microsoft.com/office/drawing/2014/main" id="{C9574590-79A7-DCCE-F1B2-CD4E5F282A9F}"/>
                  </a:ext>
                </a:extLst>
              </p:cNvPr>
              <p:cNvPicPr/>
              <p:nvPr/>
            </p:nvPicPr>
            <p:blipFill>
              <a:blip r:embed="rId61"/>
              <a:stretch>
                <a:fillRect/>
              </a:stretch>
            </p:blipFill>
            <p:spPr>
              <a:xfrm>
                <a:off x="3318265" y="3491829"/>
                <a:ext cx="38556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6" name="墨迹 35">
                <a:extLst>
                  <a:ext uri="{FF2B5EF4-FFF2-40B4-BE49-F238E27FC236}">
                    <a16:creationId xmlns:a16="http://schemas.microsoft.com/office/drawing/2014/main" id="{2C29B827-3072-06E3-687A-9D7E0B4C3DE3}"/>
                  </a:ext>
                </a:extLst>
              </p14:cNvPr>
              <p14:cNvContentPartPr/>
              <p14:nvPr/>
            </p14:nvContentPartPr>
            <p14:xfrm>
              <a:off x="2789065" y="4858029"/>
              <a:ext cx="55800" cy="224640"/>
            </p14:xfrm>
          </p:contentPart>
        </mc:Choice>
        <mc:Fallback xmlns="">
          <p:pic>
            <p:nvPicPr>
              <p:cNvPr id="36" name="墨迹 35">
                <a:extLst>
                  <a:ext uri="{FF2B5EF4-FFF2-40B4-BE49-F238E27FC236}">
                    <a16:creationId xmlns:a16="http://schemas.microsoft.com/office/drawing/2014/main" id="{2C29B827-3072-06E3-687A-9D7E0B4C3DE3}"/>
                  </a:ext>
                </a:extLst>
              </p:cNvPr>
              <p:cNvPicPr/>
              <p:nvPr/>
            </p:nvPicPr>
            <p:blipFill>
              <a:blip r:embed="rId63"/>
              <a:stretch>
                <a:fillRect/>
              </a:stretch>
            </p:blipFill>
            <p:spPr>
              <a:xfrm>
                <a:off x="2771065" y="4840389"/>
                <a:ext cx="91440" cy="2602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7" name="墨迹 36">
                <a:extLst>
                  <a:ext uri="{FF2B5EF4-FFF2-40B4-BE49-F238E27FC236}">
                    <a16:creationId xmlns:a16="http://schemas.microsoft.com/office/drawing/2014/main" id="{38E683DB-63A4-38D3-1F00-5DBCFD14F764}"/>
                  </a:ext>
                </a:extLst>
              </p14:cNvPr>
              <p14:cNvContentPartPr/>
              <p14:nvPr/>
            </p14:nvContentPartPr>
            <p14:xfrm>
              <a:off x="2844505" y="4773789"/>
              <a:ext cx="162720" cy="109440"/>
            </p14:xfrm>
          </p:contentPart>
        </mc:Choice>
        <mc:Fallback xmlns="">
          <p:pic>
            <p:nvPicPr>
              <p:cNvPr id="37" name="墨迹 36">
                <a:extLst>
                  <a:ext uri="{FF2B5EF4-FFF2-40B4-BE49-F238E27FC236}">
                    <a16:creationId xmlns:a16="http://schemas.microsoft.com/office/drawing/2014/main" id="{38E683DB-63A4-38D3-1F00-5DBCFD14F764}"/>
                  </a:ext>
                </a:extLst>
              </p:cNvPr>
              <p:cNvPicPr/>
              <p:nvPr/>
            </p:nvPicPr>
            <p:blipFill>
              <a:blip r:embed="rId65"/>
              <a:stretch>
                <a:fillRect/>
              </a:stretch>
            </p:blipFill>
            <p:spPr>
              <a:xfrm>
                <a:off x="2826865" y="4756149"/>
                <a:ext cx="19836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8" name="墨迹 37">
                <a:extLst>
                  <a:ext uri="{FF2B5EF4-FFF2-40B4-BE49-F238E27FC236}">
                    <a16:creationId xmlns:a16="http://schemas.microsoft.com/office/drawing/2014/main" id="{196F2DA0-5846-8843-AEEC-40DCA1A4565E}"/>
                  </a:ext>
                </a:extLst>
              </p14:cNvPr>
              <p14:cNvContentPartPr/>
              <p14:nvPr/>
            </p14:nvContentPartPr>
            <p14:xfrm>
              <a:off x="2983105" y="4922829"/>
              <a:ext cx="170280" cy="194760"/>
            </p14:xfrm>
          </p:contentPart>
        </mc:Choice>
        <mc:Fallback xmlns="">
          <p:pic>
            <p:nvPicPr>
              <p:cNvPr id="38" name="墨迹 37">
                <a:extLst>
                  <a:ext uri="{FF2B5EF4-FFF2-40B4-BE49-F238E27FC236}">
                    <a16:creationId xmlns:a16="http://schemas.microsoft.com/office/drawing/2014/main" id="{196F2DA0-5846-8843-AEEC-40DCA1A4565E}"/>
                  </a:ext>
                </a:extLst>
              </p:cNvPr>
              <p:cNvPicPr/>
              <p:nvPr/>
            </p:nvPicPr>
            <p:blipFill>
              <a:blip r:embed="rId67"/>
              <a:stretch>
                <a:fillRect/>
              </a:stretch>
            </p:blipFill>
            <p:spPr>
              <a:xfrm>
                <a:off x="2965465" y="4904829"/>
                <a:ext cx="20592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9" name="墨迹 38">
                <a:extLst>
                  <a:ext uri="{FF2B5EF4-FFF2-40B4-BE49-F238E27FC236}">
                    <a16:creationId xmlns:a16="http://schemas.microsoft.com/office/drawing/2014/main" id="{6E51F02A-ACB1-7A85-BF64-2036E38736F5}"/>
                  </a:ext>
                </a:extLst>
              </p14:cNvPr>
              <p14:cNvContentPartPr/>
              <p14:nvPr/>
            </p14:nvContentPartPr>
            <p14:xfrm>
              <a:off x="3334465" y="4965309"/>
              <a:ext cx="200520" cy="59400"/>
            </p14:xfrm>
          </p:contentPart>
        </mc:Choice>
        <mc:Fallback xmlns="">
          <p:pic>
            <p:nvPicPr>
              <p:cNvPr id="39" name="墨迹 38">
                <a:extLst>
                  <a:ext uri="{FF2B5EF4-FFF2-40B4-BE49-F238E27FC236}">
                    <a16:creationId xmlns:a16="http://schemas.microsoft.com/office/drawing/2014/main" id="{6E51F02A-ACB1-7A85-BF64-2036E38736F5}"/>
                  </a:ext>
                </a:extLst>
              </p:cNvPr>
              <p:cNvPicPr/>
              <p:nvPr/>
            </p:nvPicPr>
            <p:blipFill>
              <a:blip r:embed="rId69"/>
              <a:stretch>
                <a:fillRect/>
              </a:stretch>
            </p:blipFill>
            <p:spPr>
              <a:xfrm>
                <a:off x="3316465" y="4947669"/>
                <a:ext cx="23616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0" name="墨迹 39">
                <a:extLst>
                  <a:ext uri="{FF2B5EF4-FFF2-40B4-BE49-F238E27FC236}">
                    <a16:creationId xmlns:a16="http://schemas.microsoft.com/office/drawing/2014/main" id="{D6764C72-9E20-D9B9-971A-E1D75297E67B}"/>
                  </a:ext>
                </a:extLst>
              </p14:cNvPr>
              <p14:cNvContentPartPr/>
              <p14:nvPr/>
            </p14:nvContentPartPr>
            <p14:xfrm>
              <a:off x="3398905" y="4821309"/>
              <a:ext cx="47160" cy="329040"/>
            </p14:xfrm>
          </p:contentPart>
        </mc:Choice>
        <mc:Fallback xmlns="">
          <p:pic>
            <p:nvPicPr>
              <p:cNvPr id="40" name="墨迹 39">
                <a:extLst>
                  <a:ext uri="{FF2B5EF4-FFF2-40B4-BE49-F238E27FC236}">
                    <a16:creationId xmlns:a16="http://schemas.microsoft.com/office/drawing/2014/main" id="{D6764C72-9E20-D9B9-971A-E1D75297E67B}"/>
                  </a:ext>
                </a:extLst>
              </p:cNvPr>
              <p:cNvPicPr/>
              <p:nvPr/>
            </p:nvPicPr>
            <p:blipFill>
              <a:blip r:embed="rId71"/>
              <a:stretch>
                <a:fillRect/>
              </a:stretch>
            </p:blipFill>
            <p:spPr>
              <a:xfrm>
                <a:off x="3380905" y="4803309"/>
                <a:ext cx="82800" cy="3646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1" name="墨迹 40">
                <a:extLst>
                  <a:ext uri="{FF2B5EF4-FFF2-40B4-BE49-F238E27FC236}">
                    <a16:creationId xmlns:a16="http://schemas.microsoft.com/office/drawing/2014/main" id="{4CB27C83-BFD7-E32C-222B-4198AB104984}"/>
                  </a:ext>
                </a:extLst>
              </p14:cNvPr>
              <p14:cNvContentPartPr/>
              <p14:nvPr/>
            </p14:nvContentPartPr>
            <p14:xfrm>
              <a:off x="3739105" y="4793589"/>
              <a:ext cx="286560" cy="216000"/>
            </p14:xfrm>
          </p:contentPart>
        </mc:Choice>
        <mc:Fallback xmlns="">
          <p:pic>
            <p:nvPicPr>
              <p:cNvPr id="41" name="墨迹 40">
                <a:extLst>
                  <a:ext uri="{FF2B5EF4-FFF2-40B4-BE49-F238E27FC236}">
                    <a16:creationId xmlns:a16="http://schemas.microsoft.com/office/drawing/2014/main" id="{4CB27C83-BFD7-E32C-222B-4198AB104984}"/>
                  </a:ext>
                </a:extLst>
              </p:cNvPr>
              <p:cNvPicPr/>
              <p:nvPr/>
            </p:nvPicPr>
            <p:blipFill>
              <a:blip r:embed="rId73"/>
              <a:stretch>
                <a:fillRect/>
              </a:stretch>
            </p:blipFill>
            <p:spPr>
              <a:xfrm>
                <a:off x="3721105" y="4775949"/>
                <a:ext cx="322200" cy="2516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2" name="墨迹 41">
                <a:extLst>
                  <a:ext uri="{FF2B5EF4-FFF2-40B4-BE49-F238E27FC236}">
                    <a16:creationId xmlns:a16="http://schemas.microsoft.com/office/drawing/2014/main" id="{DF213E80-C2D6-2881-7020-9914DF75D1B9}"/>
                  </a:ext>
                </a:extLst>
              </p14:cNvPr>
              <p14:cNvContentPartPr/>
              <p14:nvPr/>
            </p14:nvContentPartPr>
            <p14:xfrm>
              <a:off x="3832705" y="4710429"/>
              <a:ext cx="18360" cy="500040"/>
            </p14:xfrm>
          </p:contentPart>
        </mc:Choice>
        <mc:Fallback xmlns="">
          <p:pic>
            <p:nvPicPr>
              <p:cNvPr id="42" name="墨迹 41">
                <a:extLst>
                  <a:ext uri="{FF2B5EF4-FFF2-40B4-BE49-F238E27FC236}">
                    <a16:creationId xmlns:a16="http://schemas.microsoft.com/office/drawing/2014/main" id="{DF213E80-C2D6-2881-7020-9914DF75D1B9}"/>
                  </a:ext>
                </a:extLst>
              </p:cNvPr>
              <p:cNvPicPr/>
              <p:nvPr/>
            </p:nvPicPr>
            <p:blipFill>
              <a:blip r:embed="rId75"/>
              <a:stretch>
                <a:fillRect/>
              </a:stretch>
            </p:blipFill>
            <p:spPr>
              <a:xfrm>
                <a:off x="3815065" y="4692789"/>
                <a:ext cx="54000" cy="5356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3" name="墨迹 42">
                <a:extLst>
                  <a:ext uri="{FF2B5EF4-FFF2-40B4-BE49-F238E27FC236}">
                    <a16:creationId xmlns:a16="http://schemas.microsoft.com/office/drawing/2014/main" id="{A63C42E4-A74F-C0DA-49EC-AAA138A2373F}"/>
                  </a:ext>
                </a:extLst>
              </p14:cNvPr>
              <p14:cNvContentPartPr/>
              <p14:nvPr/>
            </p14:nvContentPartPr>
            <p14:xfrm>
              <a:off x="3906865" y="4732749"/>
              <a:ext cx="141480" cy="51840"/>
            </p14:xfrm>
          </p:contentPart>
        </mc:Choice>
        <mc:Fallback xmlns="">
          <p:pic>
            <p:nvPicPr>
              <p:cNvPr id="43" name="墨迹 42">
                <a:extLst>
                  <a:ext uri="{FF2B5EF4-FFF2-40B4-BE49-F238E27FC236}">
                    <a16:creationId xmlns:a16="http://schemas.microsoft.com/office/drawing/2014/main" id="{A63C42E4-A74F-C0DA-49EC-AAA138A2373F}"/>
                  </a:ext>
                </a:extLst>
              </p:cNvPr>
              <p:cNvPicPr/>
              <p:nvPr/>
            </p:nvPicPr>
            <p:blipFill>
              <a:blip r:embed="rId77"/>
              <a:stretch>
                <a:fillRect/>
              </a:stretch>
            </p:blipFill>
            <p:spPr>
              <a:xfrm>
                <a:off x="3888865" y="4715109"/>
                <a:ext cx="17712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4" name="墨迹 43">
                <a:extLst>
                  <a:ext uri="{FF2B5EF4-FFF2-40B4-BE49-F238E27FC236}">
                    <a16:creationId xmlns:a16="http://schemas.microsoft.com/office/drawing/2014/main" id="{30A79923-D3F7-763A-26E5-A3DEDE1D06CF}"/>
                  </a:ext>
                </a:extLst>
              </p14:cNvPr>
              <p14:cNvContentPartPr/>
              <p14:nvPr/>
            </p14:nvContentPartPr>
            <p14:xfrm>
              <a:off x="4010905" y="4728789"/>
              <a:ext cx="14400" cy="162360"/>
            </p14:xfrm>
          </p:contentPart>
        </mc:Choice>
        <mc:Fallback xmlns="">
          <p:pic>
            <p:nvPicPr>
              <p:cNvPr id="44" name="墨迹 43">
                <a:extLst>
                  <a:ext uri="{FF2B5EF4-FFF2-40B4-BE49-F238E27FC236}">
                    <a16:creationId xmlns:a16="http://schemas.microsoft.com/office/drawing/2014/main" id="{30A79923-D3F7-763A-26E5-A3DEDE1D06CF}"/>
                  </a:ext>
                </a:extLst>
              </p:cNvPr>
              <p:cNvPicPr/>
              <p:nvPr/>
            </p:nvPicPr>
            <p:blipFill>
              <a:blip r:embed="rId79"/>
              <a:stretch>
                <a:fillRect/>
              </a:stretch>
            </p:blipFill>
            <p:spPr>
              <a:xfrm>
                <a:off x="3992905" y="4710789"/>
                <a:ext cx="5004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5" name="墨迹 44">
                <a:extLst>
                  <a:ext uri="{FF2B5EF4-FFF2-40B4-BE49-F238E27FC236}">
                    <a16:creationId xmlns:a16="http://schemas.microsoft.com/office/drawing/2014/main" id="{F77998C8-106B-0C71-E7A1-D788EEF2C71B}"/>
                  </a:ext>
                </a:extLst>
              </p14:cNvPr>
              <p14:cNvContentPartPr/>
              <p14:nvPr/>
            </p14:nvContentPartPr>
            <p14:xfrm>
              <a:off x="3839545" y="4894389"/>
              <a:ext cx="460080" cy="114480"/>
            </p14:xfrm>
          </p:contentPart>
        </mc:Choice>
        <mc:Fallback xmlns="">
          <p:pic>
            <p:nvPicPr>
              <p:cNvPr id="45" name="墨迹 44">
                <a:extLst>
                  <a:ext uri="{FF2B5EF4-FFF2-40B4-BE49-F238E27FC236}">
                    <a16:creationId xmlns:a16="http://schemas.microsoft.com/office/drawing/2014/main" id="{F77998C8-106B-0C71-E7A1-D788EEF2C71B}"/>
                  </a:ext>
                </a:extLst>
              </p:cNvPr>
              <p:cNvPicPr/>
              <p:nvPr/>
            </p:nvPicPr>
            <p:blipFill>
              <a:blip r:embed="rId81"/>
              <a:stretch>
                <a:fillRect/>
              </a:stretch>
            </p:blipFill>
            <p:spPr>
              <a:xfrm>
                <a:off x="3821545" y="4876749"/>
                <a:ext cx="49572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6" name="墨迹 45">
                <a:extLst>
                  <a:ext uri="{FF2B5EF4-FFF2-40B4-BE49-F238E27FC236}">
                    <a16:creationId xmlns:a16="http://schemas.microsoft.com/office/drawing/2014/main" id="{1DBBE33C-407F-62FB-948C-592C0F5058EA}"/>
                  </a:ext>
                </a:extLst>
              </p14:cNvPr>
              <p14:cNvContentPartPr/>
              <p14:nvPr/>
            </p14:nvContentPartPr>
            <p14:xfrm>
              <a:off x="3997585" y="4876749"/>
              <a:ext cx="11160" cy="340920"/>
            </p14:xfrm>
          </p:contentPart>
        </mc:Choice>
        <mc:Fallback xmlns="">
          <p:pic>
            <p:nvPicPr>
              <p:cNvPr id="46" name="墨迹 45">
                <a:extLst>
                  <a:ext uri="{FF2B5EF4-FFF2-40B4-BE49-F238E27FC236}">
                    <a16:creationId xmlns:a16="http://schemas.microsoft.com/office/drawing/2014/main" id="{1DBBE33C-407F-62FB-948C-592C0F5058EA}"/>
                  </a:ext>
                </a:extLst>
              </p:cNvPr>
              <p:cNvPicPr/>
              <p:nvPr/>
            </p:nvPicPr>
            <p:blipFill>
              <a:blip r:embed="rId83"/>
              <a:stretch>
                <a:fillRect/>
              </a:stretch>
            </p:blipFill>
            <p:spPr>
              <a:xfrm>
                <a:off x="3979585" y="4858749"/>
                <a:ext cx="46800" cy="3765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7" name="墨迹 46">
                <a:extLst>
                  <a:ext uri="{FF2B5EF4-FFF2-40B4-BE49-F238E27FC236}">
                    <a16:creationId xmlns:a16="http://schemas.microsoft.com/office/drawing/2014/main" id="{2F49AA88-643A-10EA-8296-EC08BE8A1EF4}"/>
                  </a:ext>
                </a:extLst>
              </p14:cNvPr>
              <p14:cNvContentPartPr/>
              <p14:nvPr/>
            </p14:nvContentPartPr>
            <p14:xfrm>
              <a:off x="3897505" y="5089149"/>
              <a:ext cx="110520" cy="46440"/>
            </p14:xfrm>
          </p:contentPart>
        </mc:Choice>
        <mc:Fallback xmlns="">
          <p:pic>
            <p:nvPicPr>
              <p:cNvPr id="47" name="墨迹 46">
                <a:extLst>
                  <a:ext uri="{FF2B5EF4-FFF2-40B4-BE49-F238E27FC236}">
                    <a16:creationId xmlns:a16="http://schemas.microsoft.com/office/drawing/2014/main" id="{2F49AA88-643A-10EA-8296-EC08BE8A1EF4}"/>
                  </a:ext>
                </a:extLst>
              </p:cNvPr>
              <p:cNvPicPr/>
              <p:nvPr/>
            </p:nvPicPr>
            <p:blipFill>
              <a:blip r:embed="rId85"/>
              <a:stretch>
                <a:fillRect/>
              </a:stretch>
            </p:blipFill>
            <p:spPr>
              <a:xfrm>
                <a:off x="3879505" y="5071149"/>
                <a:ext cx="14616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48" name="墨迹 47">
                <a:extLst>
                  <a:ext uri="{FF2B5EF4-FFF2-40B4-BE49-F238E27FC236}">
                    <a16:creationId xmlns:a16="http://schemas.microsoft.com/office/drawing/2014/main" id="{DD3B12BF-5D50-97AA-0775-ACE26E7067D8}"/>
                  </a:ext>
                </a:extLst>
              </p14:cNvPr>
              <p14:cNvContentPartPr/>
              <p14:nvPr/>
            </p14:nvContentPartPr>
            <p14:xfrm>
              <a:off x="4285585" y="4775229"/>
              <a:ext cx="82080" cy="9360"/>
            </p14:xfrm>
          </p:contentPart>
        </mc:Choice>
        <mc:Fallback xmlns="">
          <p:pic>
            <p:nvPicPr>
              <p:cNvPr id="48" name="墨迹 47">
                <a:extLst>
                  <a:ext uri="{FF2B5EF4-FFF2-40B4-BE49-F238E27FC236}">
                    <a16:creationId xmlns:a16="http://schemas.microsoft.com/office/drawing/2014/main" id="{DD3B12BF-5D50-97AA-0775-ACE26E7067D8}"/>
                  </a:ext>
                </a:extLst>
              </p:cNvPr>
              <p:cNvPicPr/>
              <p:nvPr/>
            </p:nvPicPr>
            <p:blipFill>
              <a:blip r:embed="rId87"/>
              <a:stretch>
                <a:fillRect/>
              </a:stretch>
            </p:blipFill>
            <p:spPr>
              <a:xfrm>
                <a:off x="4267945" y="4757589"/>
                <a:ext cx="11772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49" name="墨迹 48">
                <a:extLst>
                  <a:ext uri="{FF2B5EF4-FFF2-40B4-BE49-F238E27FC236}">
                    <a16:creationId xmlns:a16="http://schemas.microsoft.com/office/drawing/2014/main" id="{43A7BB03-3D2E-C5AF-C6A4-969298258F7B}"/>
                  </a:ext>
                </a:extLst>
              </p14:cNvPr>
              <p14:cNvContentPartPr/>
              <p14:nvPr/>
            </p14:nvContentPartPr>
            <p14:xfrm>
              <a:off x="4230145" y="4830309"/>
              <a:ext cx="289440" cy="280440"/>
            </p14:xfrm>
          </p:contentPart>
        </mc:Choice>
        <mc:Fallback xmlns="">
          <p:pic>
            <p:nvPicPr>
              <p:cNvPr id="49" name="墨迹 48">
                <a:extLst>
                  <a:ext uri="{FF2B5EF4-FFF2-40B4-BE49-F238E27FC236}">
                    <a16:creationId xmlns:a16="http://schemas.microsoft.com/office/drawing/2014/main" id="{43A7BB03-3D2E-C5AF-C6A4-969298258F7B}"/>
                  </a:ext>
                </a:extLst>
              </p:cNvPr>
              <p:cNvPicPr/>
              <p:nvPr/>
            </p:nvPicPr>
            <p:blipFill>
              <a:blip r:embed="rId89"/>
              <a:stretch>
                <a:fillRect/>
              </a:stretch>
            </p:blipFill>
            <p:spPr>
              <a:xfrm>
                <a:off x="4212145" y="4812309"/>
                <a:ext cx="325080" cy="3160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0" name="墨迹 49">
                <a:extLst>
                  <a:ext uri="{FF2B5EF4-FFF2-40B4-BE49-F238E27FC236}">
                    <a16:creationId xmlns:a16="http://schemas.microsoft.com/office/drawing/2014/main" id="{B942F3ED-C0C4-79D4-C01A-495C0F893D2E}"/>
                  </a:ext>
                </a:extLst>
              </p14:cNvPr>
              <p14:cNvContentPartPr/>
              <p14:nvPr/>
            </p14:nvContentPartPr>
            <p14:xfrm>
              <a:off x="4276225" y="4978629"/>
              <a:ext cx="103680" cy="46080"/>
            </p14:xfrm>
          </p:contentPart>
        </mc:Choice>
        <mc:Fallback xmlns="">
          <p:pic>
            <p:nvPicPr>
              <p:cNvPr id="50" name="墨迹 49">
                <a:extLst>
                  <a:ext uri="{FF2B5EF4-FFF2-40B4-BE49-F238E27FC236}">
                    <a16:creationId xmlns:a16="http://schemas.microsoft.com/office/drawing/2014/main" id="{B942F3ED-C0C4-79D4-C01A-495C0F893D2E}"/>
                  </a:ext>
                </a:extLst>
              </p:cNvPr>
              <p:cNvPicPr/>
              <p:nvPr/>
            </p:nvPicPr>
            <p:blipFill>
              <a:blip r:embed="rId91"/>
              <a:stretch>
                <a:fillRect/>
              </a:stretch>
            </p:blipFill>
            <p:spPr>
              <a:xfrm>
                <a:off x="4258225" y="4960629"/>
                <a:ext cx="13932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1" name="墨迹 50">
                <a:extLst>
                  <a:ext uri="{FF2B5EF4-FFF2-40B4-BE49-F238E27FC236}">
                    <a16:creationId xmlns:a16="http://schemas.microsoft.com/office/drawing/2014/main" id="{5B298039-DFDD-0396-AA7B-8D6330BBAD15}"/>
                  </a:ext>
                </a:extLst>
              </p14:cNvPr>
              <p14:cNvContentPartPr/>
              <p14:nvPr/>
            </p14:nvContentPartPr>
            <p14:xfrm>
              <a:off x="4532185" y="4830309"/>
              <a:ext cx="393120" cy="185400"/>
            </p14:xfrm>
          </p:contentPart>
        </mc:Choice>
        <mc:Fallback xmlns="">
          <p:pic>
            <p:nvPicPr>
              <p:cNvPr id="51" name="墨迹 50">
                <a:extLst>
                  <a:ext uri="{FF2B5EF4-FFF2-40B4-BE49-F238E27FC236}">
                    <a16:creationId xmlns:a16="http://schemas.microsoft.com/office/drawing/2014/main" id="{5B298039-DFDD-0396-AA7B-8D6330BBAD15}"/>
                  </a:ext>
                </a:extLst>
              </p:cNvPr>
              <p:cNvPicPr/>
              <p:nvPr/>
            </p:nvPicPr>
            <p:blipFill>
              <a:blip r:embed="rId93"/>
              <a:stretch>
                <a:fillRect/>
              </a:stretch>
            </p:blipFill>
            <p:spPr>
              <a:xfrm>
                <a:off x="4514545" y="4812309"/>
                <a:ext cx="428760" cy="2210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2" name="墨迹 51">
                <a:extLst>
                  <a:ext uri="{FF2B5EF4-FFF2-40B4-BE49-F238E27FC236}">
                    <a16:creationId xmlns:a16="http://schemas.microsoft.com/office/drawing/2014/main" id="{B2E4FBB4-699B-E025-8433-C7C05F7137D9}"/>
                  </a:ext>
                </a:extLst>
              </p14:cNvPr>
              <p14:cNvContentPartPr/>
              <p14:nvPr/>
            </p14:nvContentPartPr>
            <p14:xfrm>
              <a:off x="4701025" y="4765509"/>
              <a:ext cx="37080" cy="470520"/>
            </p14:xfrm>
          </p:contentPart>
        </mc:Choice>
        <mc:Fallback xmlns="">
          <p:pic>
            <p:nvPicPr>
              <p:cNvPr id="52" name="墨迹 51">
                <a:extLst>
                  <a:ext uri="{FF2B5EF4-FFF2-40B4-BE49-F238E27FC236}">
                    <a16:creationId xmlns:a16="http://schemas.microsoft.com/office/drawing/2014/main" id="{B2E4FBB4-699B-E025-8433-C7C05F7137D9}"/>
                  </a:ext>
                </a:extLst>
              </p:cNvPr>
              <p:cNvPicPr/>
              <p:nvPr/>
            </p:nvPicPr>
            <p:blipFill>
              <a:blip r:embed="rId95"/>
              <a:stretch>
                <a:fillRect/>
              </a:stretch>
            </p:blipFill>
            <p:spPr>
              <a:xfrm>
                <a:off x="4683385" y="4747869"/>
                <a:ext cx="72720" cy="50616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3" name="墨迹 52">
                <a:extLst>
                  <a:ext uri="{FF2B5EF4-FFF2-40B4-BE49-F238E27FC236}">
                    <a16:creationId xmlns:a16="http://schemas.microsoft.com/office/drawing/2014/main" id="{97327007-C6DA-191A-1B01-26A9EB74A4B8}"/>
                  </a:ext>
                </a:extLst>
              </p14:cNvPr>
              <p14:cNvContentPartPr/>
              <p14:nvPr/>
            </p14:nvContentPartPr>
            <p14:xfrm>
              <a:off x="4570705" y="5024349"/>
              <a:ext cx="112320" cy="139680"/>
            </p14:xfrm>
          </p:contentPart>
        </mc:Choice>
        <mc:Fallback xmlns="">
          <p:pic>
            <p:nvPicPr>
              <p:cNvPr id="53" name="墨迹 52">
                <a:extLst>
                  <a:ext uri="{FF2B5EF4-FFF2-40B4-BE49-F238E27FC236}">
                    <a16:creationId xmlns:a16="http://schemas.microsoft.com/office/drawing/2014/main" id="{97327007-C6DA-191A-1B01-26A9EB74A4B8}"/>
                  </a:ext>
                </a:extLst>
              </p:cNvPr>
              <p:cNvPicPr/>
              <p:nvPr/>
            </p:nvPicPr>
            <p:blipFill>
              <a:blip r:embed="rId97"/>
              <a:stretch>
                <a:fillRect/>
              </a:stretch>
            </p:blipFill>
            <p:spPr>
              <a:xfrm>
                <a:off x="4553065" y="5006709"/>
                <a:ext cx="14796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4" name="墨迹 53">
                <a:extLst>
                  <a:ext uri="{FF2B5EF4-FFF2-40B4-BE49-F238E27FC236}">
                    <a16:creationId xmlns:a16="http://schemas.microsoft.com/office/drawing/2014/main" id="{3A25A630-F6B5-E194-A0D7-CCEE01AA3550}"/>
                  </a:ext>
                </a:extLst>
              </p14:cNvPr>
              <p14:cNvContentPartPr/>
              <p14:nvPr/>
            </p14:nvContentPartPr>
            <p14:xfrm>
              <a:off x="4664305" y="5033709"/>
              <a:ext cx="200880" cy="123840"/>
            </p14:xfrm>
          </p:contentPart>
        </mc:Choice>
        <mc:Fallback xmlns="">
          <p:pic>
            <p:nvPicPr>
              <p:cNvPr id="54" name="墨迹 53">
                <a:extLst>
                  <a:ext uri="{FF2B5EF4-FFF2-40B4-BE49-F238E27FC236}">
                    <a16:creationId xmlns:a16="http://schemas.microsoft.com/office/drawing/2014/main" id="{3A25A630-F6B5-E194-A0D7-CCEE01AA3550}"/>
                  </a:ext>
                </a:extLst>
              </p:cNvPr>
              <p:cNvPicPr/>
              <p:nvPr/>
            </p:nvPicPr>
            <p:blipFill>
              <a:blip r:embed="rId99"/>
              <a:stretch>
                <a:fillRect/>
              </a:stretch>
            </p:blipFill>
            <p:spPr>
              <a:xfrm>
                <a:off x="4646665" y="5016069"/>
                <a:ext cx="23652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5" name="墨迹 54">
                <a:extLst>
                  <a:ext uri="{FF2B5EF4-FFF2-40B4-BE49-F238E27FC236}">
                    <a16:creationId xmlns:a16="http://schemas.microsoft.com/office/drawing/2014/main" id="{7DCFC74A-9211-0F2E-3494-336E84CA61C6}"/>
                  </a:ext>
                </a:extLst>
              </p14:cNvPr>
              <p14:cNvContentPartPr/>
              <p14:nvPr/>
            </p14:nvContentPartPr>
            <p14:xfrm>
              <a:off x="4780225" y="4709709"/>
              <a:ext cx="270720" cy="409320"/>
            </p14:xfrm>
          </p:contentPart>
        </mc:Choice>
        <mc:Fallback xmlns="">
          <p:pic>
            <p:nvPicPr>
              <p:cNvPr id="55" name="墨迹 54">
                <a:extLst>
                  <a:ext uri="{FF2B5EF4-FFF2-40B4-BE49-F238E27FC236}">
                    <a16:creationId xmlns:a16="http://schemas.microsoft.com/office/drawing/2014/main" id="{7DCFC74A-9211-0F2E-3494-336E84CA61C6}"/>
                  </a:ext>
                </a:extLst>
              </p:cNvPr>
              <p:cNvPicPr/>
              <p:nvPr/>
            </p:nvPicPr>
            <p:blipFill>
              <a:blip r:embed="rId101"/>
              <a:stretch>
                <a:fillRect/>
              </a:stretch>
            </p:blipFill>
            <p:spPr>
              <a:xfrm>
                <a:off x="4762225" y="4692069"/>
                <a:ext cx="306360" cy="4449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56" name="墨迹 55">
                <a:extLst>
                  <a:ext uri="{FF2B5EF4-FFF2-40B4-BE49-F238E27FC236}">
                    <a16:creationId xmlns:a16="http://schemas.microsoft.com/office/drawing/2014/main" id="{50B744A5-31BA-DD64-2DF7-9C0030D03004}"/>
                  </a:ext>
                </a:extLst>
              </p14:cNvPr>
              <p14:cNvContentPartPr/>
              <p14:nvPr/>
            </p14:nvContentPartPr>
            <p14:xfrm>
              <a:off x="5135185" y="4701069"/>
              <a:ext cx="5760" cy="387720"/>
            </p14:xfrm>
          </p:contentPart>
        </mc:Choice>
        <mc:Fallback xmlns="">
          <p:pic>
            <p:nvPicPr>
              <p:cNvPr id="56" name="墨迹 55">
                <a:extLst>
                  <a:ext uri="{FF2B5EF4-FFF2-40B4-BE49-F238E27FC236}">
                    <a16:creationId xmlns:a16="http://schemas.microsoft.com/office/drawing/2014/main" id="{50B744A5-31BA-DD64-2DF7-9C0030D03004}"/>
                  </a:ext>
                </a:extLst>
              </p:cNvPr>
              <p:cNvPicPr/>
              <p:nvPr/>
            </p:nvPicPr>
            <p:blipFill>
              <a:blip r:embed="rId103"/>
              <a:stretch>
                <a:fillRect/>
              </a:stretch>
            </p:blipFill>
            <p:spPr>
              <a:xfrm>
                <a:off x="5117545" y="4683429"/>
                <a:ext cx="41400" cy="4233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57" name="墨迹 56">
                <a:extLst>
                  <a:ext uri="{FF2B5EF4-FFF2-40B4-BE49-F238E27FC236}">
                    <a16:creationId xmlns:a16="http://schemas.microsoft.com/office/drawing/2014/main" id="{DBC687CD-AD78-70E9-2D19-0557F241DBEB}"/>
                  </a:ext>
                </a:extLst>
              </p14:cNvPr>
              <p14:cNvContentPartPr/>
              <p14:nvPr/>
            </p14:nvContentPartPr>
            <p14:xfrm>
              <a:off x="5236705" y="4756509"/>
              <a:ext cx="19800" cy="312120"/>
            </p14:xfrm>
          </p:contentPart>
        </mc:Choice>
        <mc:Fallback xmlns="">
          <p:pic>
            <p:nvPicPr>
              <p:cNvPr id="57" name="墨迹 56">
                <a:extLst>
                  <a:ext uri="{FF2B5EF4-FFF2-40B4-BE49-F238E27FC236}">
                    <a16:creationId xmlns:a16="http://schemas.microsoft.com/office/drawing/2014/main" id="{DBC687CD-AD78-70E9-2D19-0557F241DBEB}"/>
                  </a:ext>
                </a:extLst>
              </p:cNvPr>
              <p:cNvPicPr/>
              <p:nvPr/>
            </p:nvPicPr>
            <p:blipFill>
              <a:blip r:embed="rId105"/>
              <a:stretch>
                <a:fillRect/>
              </a:stretch>
            </p:blipFill>
            <p:spPr>
              <a:xfrm>
                <a:off x="5219065" y="4738869"/>
                <a:ext cx="55440" cy="3477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58" name="墨迹 57">
                <a:extLst>
                  <a:ext uri="{FF2B5EF4-FFF2-40B4-BE49-F238E27FC236}">
                    <a16:creationId xmlns:a16="http://schemas.microsoft.com/office/drawing/2014/main" id="{FC16E995-9FA3-D524-5F5F-6AC790D3456C}"/>
                  </a:ext>
                </a:extLst>
              </p14:cNvPr>
              <p14:cNvContentPartPr/>
              <p14:nvPr/>
            </p14:nvContentPartPr>
            <p14:xfrm>
              <a:off x="5301505" y="4718349"/>
              <a:ext cx="131400" cy="399240"/>
            </p14:xfrm>
          </p:contentPart>
        </mc:Choice>
        <mc:Fallback xmlns="">
          <p:pic>
            <p:nvPicPr>
              <p:cNvPr id="58" name="墨迹 57">
                <a:extLst>
                  <a:ext uri="{FF2B5EF4-FFF2-40B4-BE49-F238E27FC236}">
                    <a16:creationId xmlns:a16="http://schemas.microsoft.com/office/drawing/2014/main" id="{FC16E995-9FA3-D524-5F5F-6AC790D3456C}"/>
                  </a:ext>
                </a:extLst>
              </p:cNvPr>
              <p:cNvPicPr/>
              <p:nvPr/>
            </p:nvPicPr>
            <p:blipFill>
              <a:blip r:embed="rId107"/>
              <a:stretch>
                <a:fillRect/>
              </a:stretch>
            </p:blipFill>
            <p:spPr>
              <a:xfrm>
                <a:off x="5283505" y="4700709"/>
                <a:ext cx="167040" cy="43488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59" name="墨迹 58">
                <a:extLst>
                  <a:ext uri="{FF2B5EF4-FFF2-40B4-BE49-F238E27FC236}">
                    <a16:creationId xmlns:a16="http://schemas.microsoft.com/office/drawing/2014/main" id="{7DF5AC17-F704-58E5-E678-39790DF7042D}"/>
                  </a:ext>
                </a:extLst>
              </p14:cNvPr>
              <p14:cNvContentPartPr/>
              <p14:nvPr/>
            </p14:nvContentPartPr>
            <p14:xfrm>
              <a:off x="5264425" y="4829949"/>
              <a:ext cx="72720" cy="10080"/>
            </p14:xfrm>
          </p:contentPart>
        </mc:Choice>
        <mc:Fallback xmlns="">
          <p:pic>
            <p:nvPicPr>
              <p:cNvPr id="59" name="墨迹 58">
                <a:extLst>
                  <a:ext uri="{FF2B5EF4-FFF2-40B4-BE49-F238E27FC236}">
                    <a16:creationId xmlns:a16="http://schemas.microsoft.com/office/drawing/2014/main" id="{7DF5AC17-F704-58E5-E678-39790DF7042D}"/>
                  </a:ext>
                </a:extLst>
              </p:cNvPr>
              <p:cNvPicPr/>
              <p:nvPr/>
            </p:nvPicPr>
            <p:blipFill>
              <a:blip r:embed="rId109"/>
              <a:stretch>
                <a:fillRect/>
              </a:stretch>
            </p:blipFill>
            <p:spPr>
              <a:xfrm>
                <a:off x="5246785" y="4811949"/>
                <a:ext cx="10836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0" name="墨迹 59">
                <a:extLst>
                  <a:ext uri="{FF2B5EF4-FFF2-40B4-BE49-F238E27FC236}">
                    <a16:creationId xmlns:a16="http://schemas.microsoft.com/office/drawing/2014/main" id="{4A78C327-847B-C0AD-5F42-C16EC754077E}"/>
                  </a:ext>
                </a:extLst>
              </p14:cNvPr>
              <p14:cNvContentPartPr/>
              <p14:nvPr/>
            </p14:nvContentPartPr>
            <p14:xfrm>
              <a:off x="5209345" y="4875309"/>
              <a:ext cx="161640" cy="66600"/>
            </p14:xfrm>
          </p:contentPart>
        </mc:Choice>
        <mc:Fallback xmlns="">
          <p:pic>
            <p:nvPicPr>
              <p:cNvPr id="60" name="墨迹 59">
                <a:extLst>
                  <a:ext uri="{FF2B5EF4-FFF2-40B4-BE49-F238E27FC236}">
                    <a16:creationId xmlns:a16="http://schemas.microsoft.com/office/drawing/2014/main" id="{4A78C327-847B-C0AD-5F42-C16EC754077E}"/>
                  </a:ext>
                </a:extLst>
              </p:cNvPr>
              <p:cNvPicPr/>
              <p:nvPr/>
            </p:nvPicPr>
            <p:blipFill>
              <a:blip r:embed="rId111"/>
              <a:stretch>
                <a:fillRect/>
              </a:stretch>
            </p:blipFill>
            <p:spPr>
              <a:xfrm>
                <a:off x="5191345" y="4857309"/>
                <a:ext cx="19728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1" name="墨迹 60">
                <a:extLst>
                  <a:ext uri="{FF2B5EF4-FFF2-40B4-BE49-F238E27FC236}">
                    <a16:creationId xmlns:a16="http://schemas.microsoft.com/office/drawing/2014/main" id="{B1622D46-AF1F-FA92-0483-19E5824E4DB5}"/>
                  </a:ext>
                </a:extLst>
              </p14:cNvPr>
              <p14:cNvContentPartPr/>
              <p14:nvPr/>
            </p14:nvContentPartPr>
            <p14:xfrm>
              <a:off x="5412385" y="4795389"/>
              <a:ext cx="167400" cy="54000"/>
            </p14:xfrm>
          </p:contentPart>
        </mc:Choice>
        <mc:Fallback xmlns="">
          <p:pic>
            <p:nvPicPr>
              <p:cNvPr id="61" name="墨迹 60">
                <a:extLst>
                  <a:ext uri="{FF2B5EF4-FFF2-40B4-BE49-F238E27FC236}">
                    <a16:creationId xmlns:a16="http://schemas.microsoft.com/office/drawing/2014/main" id="{B1622D46-AF1F-FA92-0483-19E5824E4DB5}"/>
                  </a:ext>
                </a:extLst>
              </p:cNvPr>
              <p:cNvPicPr/>
              <p:nvPr/>
            </p:nvPicPr>
            <p:blipFill>
              <a:blip r:embed="rId113"/>
              <a:stretch>
                <a:fillRect/>
              </a:stretch>
            </p:blipFill>
            <p:spPr>
              <a:xfrm>
                <a:off x="5394745" y="4777389"/>
                <a:ext cx="20304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2" name="墨迹 61">
                <a:extLst>
                  <a:ext uri="{FF2B5EF4-FFF2-40B4-BE49-F238E27FC236}">
                    <a16:creationId xmlns:a16="http://schemas.microsoft.com/office/drawing/2014/main" id="{20834272-4537-3472-D5FE-33692433D49E}"/>
                  </a:ext>
                </a:extLst>
              </p14:cNvPr>
              <p14:cNvContentPartPr/>
              <p14:nvPr/>
            </p14:nvContentPartPr>
            <p14:xfrm>
              <a:off x="5559985" y="4636629"/>
              <a:ext cx="28440" cy="276480"/>
            </p14:xfrm>
          </p:contentPart>
        </mc:Choice>
        <mc:Fallback xmlns="">
          <p:pic>
            <p:nvPicPr>
              <p:cNvPr id="62" name="墨迹 61">
                <a:extLst>
                  <a:ext uri="{FF2B5EF4-FFF2-40B4-BE49-F238E27FC236}">
                    <a16:creationId xmlns:a16="http://schemas.microsoft.com/office/drawing/2014/main" id="{20834272-4537-3472-D5FE-33692433D49E}"/>
                  </a:ext>
                </a:extLst>
              </p:cNvPr>
              <p:cNvPicPr/>
              <p:nvPr/>
            </p:nvPicPr>
            <p:blipFill>
              <a:blip r:embed="rId115"/>
              <a:stretch>
                <a:fillRect/>
              </a:stretch>
            </p:blipFill>
            <p:spPr>
              <a:xfrm>
                <a:off x="5542345" y="4618629"/>
                <a:ext cx="64080" cy="31212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3" name="墨迹 62">
                <a:extLst>
                  <a:ext uri="{FF2B5EF4-FFF2-40B4-BE49-F238E27FC236}">
                    <a16:creationId xmlns:a16="http://schemas.microsoft.com/office/drawing/2014/main" id="{7D493ACA-41BF-84F8-5F71-96717F6364B1}"/>
                  </a:ext>
                </a:extLst>
              </p14:cNvPr>
              <p14:cNvContentPartPr/>
              <p14:nvPr/>
            </p14:nvContentPartPr>
            <p14:xfrm>
              <a:off x="5504545" y="4886109"/>
              <a:ext cx="101880" cy="28080"/>
            </p14:xfrm>
          </p:contentPart>
        </mc:Choice>
        <mc:Fallback xmlns="">
          <p:pic>
            <p:nvPicPr>
              <p:cNvPr id="63" name="墨迹 62">
                <a:extLst>
                  <a:ext uri="{FF2B5EF4-FFF2-40B4-BE49-F238E27FC236}">
                    <a16:creationId xmlns:a16="http://schemas.microsoft.com/office/drawing/2014/main" id="{7D493ACA-41BF-84F8-5F71-96717F6364B1}"/>
                  </a:ext>
                </a:extLst>
              </p:cNvPr>
              <p:cNvPicPr/>
              <p:nvPr/>
            </p:nvPicPr>
            <p:blipFill>
              <a:blip r:embed="rId117"/>
              <a:stretch>
                <a:fillRect/>
              </a:stretch>
            </p:blipFill>
            <p:spPr>
              <a:xfrm>
                <a:off x="5486905" y="4868109"/>
                <a:ext cx="13752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64" name="墨迹 63">
                <a:extLst>
                  <a:ext uri="{FF2B5EF4-FFF2-40B4-BE49-F238E27FC236}">
                    <a16:creationId xmlns:a16="http://schemas.microsoft.com/office/drawing/2014/main" id="{26415369-8023-A5B0-2B69-BF36B90C1C94}"/>
                  </a:ext>
                </a:extLst>
              </p14:cNvPr>
              <p14:cNvContentPartPr/>
              <p14:nvPr/>
            </p14:nvContentPartPr>
            <p14:xfrm>
              <a:off x="5521465" y="4857669"/>
              <a:ext cx="113760" cy="212040"/>
            </p14:xfrm>
          </p:contentPart>
        </mc:Choice>
        <mc:Fallback xmlns="">
          <p:pic>
            <p:nvPicPr>
              <p:cNvPr id="64" name="墨迹 63">
                <a:extLst>
                  <a:ext uri="{FF2B5EF4-FFF2-40B4-BE49-F238E27FC236}">
                    <a16:creationId xmlns:a16="http://schemas.microsoft.com/office/drawing/2014/main" id="{26415369-8023-A5B0-2B69-BF36B90C1C94}"/>
                  </a:ext>
                </a:extLst>
              </p:cNvPr>
              <p:cNvPicPr/>
              <p:nvPr/>
            </p:nvPicPr>
            <p:blipFill>
              <a:blip r:embed="rId119"/>
              <a:stretch>
                <a:fillRect/>
              </a:stretch>
            </p:blipFill>
            <p:spPr>
              <a:xfrm>
                <a:off x="5503465" y="4839669"/>
                <a:ext cx="14940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65" name="墨迹 64">
                <a:extLst>
                  <a:ext uri="{FF2B5EF4-FFF2-40B4-BE49-F238E27FC236}">
                    <a16:creationId xmlns:a16="http://schemas.microsoft.com/office/drawing/2014/main" id="{519984D1-2615-F507-4162-D0855464488F}"/>
                  </a:ext>
                </a:extLst>
              </p14:cNvPr>
              <p14:cNvContentPartPr/>
              <p14:nvPr/>
            </p14:nvContentPartPr>
            <p14:xfrm>
              <a:off x="5652505" y="4728789"/>
              <a:ext cx="151920" cy="111600"/>
            </p14:xfrm>
          </p:contentPart>
        </mc:Choice>
        <mc:Fallback xmlns="">
          <p:pic>
            <p:nvPicPr>
              <p:cNvPr id="65" name="墨迹 64">
                <a:extLst>
                  <a:ext uri="{FF2B5EF4-FFF2-40B4-BE49-F238E27FC236}">
                    <a16:creationId xmlns:a16="http://schemas.microsoft.com/office/drawing/2014/main" id="{519984D1-2615-F507-4162-D0855464488F}"/>
                  </a:ext>
                </a:extLst>
              </p:cNvPr>
              <p:cNvPicPr/>
              <p:nvPr/>
            </p:nvPicPr>
            <p:blipFill>
              <a:blip r:embed="rId121"/>
              <a:stretch>
                <a:fillRect/>
              </a:stretch>
            </p:blipFill>
            <p:spPr>
              <a:xfrm>
                <a:off x="5634865" y="4710789"/>
                <a:ext cx="18756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66" name="墨迹 65">
                <a:extLst>
                  <a:ext uri="{FF2B5EF4-FFF2-40B4-BE49-F238E27FC236}">
                    <a16:creationId xmlns:a16="http://schemas.microsoft.com/office/drawing/2014/main" id="{7271F363-5013-33CB-63CD-7175CBA840B3}"/>
                  </a:ext>
                </a:extLst>
              </p14:cNvPr>
              <p14:cNvContentPartPr/>
              <p14:nvPr/>
            </p14:nvContentPartPr>
            <p14:xfrm>
              <a:off x="5661865" y="4793589"/>
              <a:ext cx="46800" cy="528120"/>
            </p14:xfrm>
          </p:contentPart>
        </mc:Choice>
        <mc:Fallback xmlns="">
          <p:pic>
            <p:nvPicPr>
              <p:cNvPr id="66" name="墨迹 65">
                <a:extLst>
                  <a:ext uri="{FF2B5EF4-FFF2-40B4-BE49-F238E27FC236}">
                    <a16:creationId xmlns:a16="http://schemas.microsoft.com/office/drawing/2014/main" id="{7271F363-5013-33CB-63CD-7175CBA840B3}"/>
                  </a:ext>
                </a:extLst>
              </p:cNvPr>
              <p:cNvPicPr/>
              <p:nvPr/>
            </p:nvPicPr>
            <p:blipFill>
              <a:blip r:embed="rId123"/>
              <a:stretch>
                <a:fillRect/>
              </a:stretch>
            </p:blipFill>
            <p:spPr>
              <a:xfrm>
                <a:off x="5643865" y="4775949"/>
                <a:ext cx="82440" cy="563760"/>
              </a:xfrm>
              <a:prstGeom prst="rect">
                <a:avLst/>
              </a:prstGeom>
            </p:spPr>
          </p:pic>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review"/>
          <p:cNvPicPr>
            <a:picLocks noChangeAspect="1" noChangeArrowheads="1"/>
          </p:cNvPicPr>
          <p:nvPr/>
        </p:nvPicPr>
        <p:blipFill>
          <a:blip r:embed="rId2"/>
          <a:srcRect/>
          <a:stretch>
            <a:fillRect/>
          </a:stretch>
        </p:blipFill>
        <p:spPr bwMode="auto">
          <a:xfrm>
            <a:off x="1428728" y="571480"/>
            <a:ext cx="6143668" cy="5849285"/>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b="1" dirty="0">
                <a:solidFill>
                  <a:srgbClr val="C00000"/>
                </a:solidFill>
              </a:rPr>
              <a:t>三、</a:t>
            </a:r>
            <a:r>
              <a:rPr lang="en-US" altLang="zh-CN" b="1" dirty="0">
                <a:solidFill>
                  <a:srgbClr val="C00000"/>
                </a:solidFill>
              </a:rPr>
              <a:t>MCS-51</a:t>
            </a:r>
            <a:r>
              <a:rPr lang="zh-CN" altLang="en-US" b="1" dirty="0">
                <a:solidFill>
                  <a:srgbClr val="C00000"/>
                </a:solidFill>
              </a:rPr>
              <a:t>微处理器</a:t>
            </a:r>
          </a:p>
        </p:txBody>
      </p:sp>
      <p:sp>
        <p:nvSpPr>
          <p:cNvPr id="3" name="内容占位符 2"/>
          <p:cNvSpPr>
            <a:spLocks noGrp="1"/>
          </p:cNvSpPr>
          <p:nvPr>
            <p:ph idx="1"/>
          </p:nvPr>
        </p:nvSpPr>
        <p:spPr/>
        <p:txBody>
          <a:bodyPr/>
          <a:lstStyle/>
          <a:p>
            <a:pPr>
              <a:lnSpc>
                <a:spcPct val="150000"/>
              </a:lnSpc>
            </a:pPr>
            <a:r>
              <a:rPr lang="en-US" altLang="zh-CN" dirty="0"/>
              <a:t>MCS-51</a:t>
            </a:r>
            <a:r>
              <a:rPr lang="zh-CN" altLang="en-US" dirty="0"/>
              <a:t>的微处理器由运算器和控制器构成。</a:t>
            </a:r>
            <a:r>
              <a:rPr lang="zh-CN" altLang="en-US" b="1" dirty="0"/>
              <a:t> </a:t>
            </a:r>
            <a:r>
              <a:rPr lang="en-US" altLang="zh-CN" b="1" dirty="0"/>
              <a:t>CPU</a:t>
            </a:r>
            <a:r>
              <a:rPr lang="zh-CN" altLang="en-US" dirty="0"/>
              <a:t>内部没有单独的存储器，而是设置了一些工作寄存器，暂存数据和状态等。</a:t>
            </a:r>
            <a:endParaRPr lang="en-US" altLang="zh-CN" dirty="0"/>
          </a:p>
          <a:p>
            <a:pPr>
              <a:lnSpc>
                <a:spcPct val="150000"/>
              </a:lnSpc>
            </a:pPr>
            <a:r>
              <a:rPr lang="en-US" altLang="zh-CN" b="1" dirty="0">
                <a:solidFill>
                  <a:srgbClr val="7030A0"/>
                </a:solidFill>
              </a:rPr>
              <a:t>1.</a:t>
            </a:r>
            <a:r>
              <a:rPr lang="zh-CN" altLang="en-US" b="1" dirty="0">
                <a:solidFill>
                  <a:srgbClr val="7030A0"/>
                </a:solidFill>
              </a:rPr>
              <a:t>运算器</a:t>
            </a:r>
            <a:endParaRPr lang="en-US" altLang="zh-CN" b="1" dirty="0">
              <a:solidFill>
                <a:srgbClr val="7030A0"/>
              </a:solidFill>
            </a:endParaRPr>
          </a:p>
          <a:p>
            <a:pPr>
              <a:lnSpc>
                <a:spcPct val="150000"/>
              </a:lnSpc>
              <a:buNone/>
            </a:pPr>
            <a:r>
              <a:rPr lang="zh-CN" altLang="en-US" dirty="0"/>
              <a:t>            运算器主要用来对操作数进行算数、逻辑运算和位操作的。主要包括以下内容：</a:t>
            </a:r>
          </a:p>
        </p:txBody>
      </p:sp>
      <p:grpSp>
        <p:nvGrpSpPr>
          <p:cNvPr id="7" name="组合 6">
            <a:extLst>
              <a:ext uri="{FF2B5EF4-FFF2-40B4-BE49-F238E27FC236}">
                <a16:creationId xmlns:a16="http://schemas.microsoft.com/office/drawing/2014/main" id="{CF7516F5-6F4D-BF68-2AC9-10EB3708EF20}"/>
              </a:ext>
            </a:extLst>
          </p:cNvPr>
          <p:cNvGrpSpPr/>
          <p:nvPr/>
        </p:nvGrpSpPr>
        <p:grpSpPr>
          <a:xfrm>
            <a:off x="950905" y="1891989"/>
            <a:ext cx="6738120" cy="446040"/>
            <a:chOff x="950905" y="1891989"/>
            <a:chExt cx="6738120" cy="446040"/>
          </a:xfrm>
        </p:grpSpPr>
        <mc:AlternateContent xmlns:mc="http://schemas.openxmlformats.org/markup-compatibility/2006" xmlns:p14="http://schemas.microsoft.com/office/powerpoint/2010/main">
          <mc:Choice Requires="p14">
            <p:contentPart p14:bwMode="auto" r:id="rId2">
              <p14:nvContentPartPr>
                <p14:cNvPr id="4" name="墨迹 3">
                  <a:extLst>
                    <a:ext uri="{FF2B5EF4-FFF2-40B4-BE49-F238E27FC236}">
                      <a16:creationId xmlns:a16="http://schemas.microsoft.com/office/drawing/2014/main" id="{84272E72-15F2-8228-8D6D-C371F02C22AD}"/>
                    </a:ext>
                  </a:extLst>
                </p14:cNvPr>
                <p14:cNvContentPartPr/>
                <p14:nvPr/>
              </p14:nvContentPartPr>
              <p14:xfrm>
                <a:off x="950905" y="2280429"/>
                <a:ext cx="6738120" cy="57600"/>
              </p14:xfrm>
            </p:contentPart>
          </mc:Choice>
          <mc:Fallback xmlns="">
            <p:pic>
              <p:nvPicPr>
                <p:cNvPr id="4" name="墨迹 3">
                  <a:extLst>
                    <a:ext uri="{FF2B5EF4-FFF2-40B4-BE49-F238E27FC236}">
                      <a16:creationId xmlns:a16="http://schemas.microsoft.com/office/drawing/2014/main" id="{84272E72-15F2-8228-8D6D-C371F02C22AD}"/>
                    </a:ext>
                  </a:extLst>
                </p:cNvPr>
                <p:cNvPicPr/>
                <p:nvPr/>
              </p:nvPicPr>
              <p:blipFill>
                <a:blip r:embed="rId3"/>
                <a:stretch>
                  <a:fillRect/>
                </a:stretch>
              </p:blipFill>
              <p:spPr>
                <a:xfrm>
                  <a:off x="933265" y="2262429"/>
                  <a:ext cx="677376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墨迹 4">
                  <a:extLst>
                    <a:ext uri="{FF2B5EF4-FFF2-40B4-BE49-F238E27FC236}">
                      <a16:creationId xmlns:a16="http://schemas.microsoft.com/office/drawing/2014/main" id="{B0CA31A5-187F-4ED4-0BB9-202FC1B0628A}"/>
                    </a:ext>
                  </a:extLst>
                </p14:cNvPr>
                <p14:cNvContentPartPr/>
                <p14:nvPr/>
              </p14:nvContentPartPr>
              <p14:xfrm>
                <a:off x="4627225" y="1891989"/>
                <a:ext cx="1600920" cy="428040"/>
              </p14:xfrm>
            </p:contentPart>
          </mc:Choice>
          <mc:Fallback xmlns="">
            <p:pic>
              <p:nvPicPr>
                <p:cNvPr id="5" name="墨迹 4">
                  <a:extLst>
                    <a:ext uri="{FF2B5EF4-FFF2-40B4-BE49-F238E27FC236}">
                      <a16:creationId xmlns:a16="http://schemas.microsoft.com/office/drawing/2014/main" id="{B0CA31A5-187F-4ED4-0BB9-202FC1B0628A}"/>
                    </a:ext>
                  </a:extLst>
                </p:cNvPr>
                <p:cNvPicPr/>
                <p:nvPr/>
              </p:nvPicPr>
              <p:blipFill>
                <a:blip r:embed="rId5"/>
                <a:stretch>
                  <a:fillRect/>
                </a:stretch>
              </p:blipFill>
              <p:spPr>
                <a:xfrm>
                  <a:off x="4609585" y="1873989"/>
                  <a:ext cx="1636560" cy="4636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墨迹 5">
                  <a:extLst>
                    <a:ext uri="{FF2B5EF4-FFF2-40B4-BE49-F238E27FC236}">
                      <a16:creationId xmlns:a16="http://schemas.microsoft.com/office/drawing/2014/main" id="{67D669D4-62DF-A41E-53FA-DB32075D3B10}"/>
                    </a:ext>
                  </a:extLst>
                </p14:cNvPr>
                <p14:cNvContentPartPr/>
                <p14:nvPr/>
              </p14:nvContentPartPr>
              <p14:xfrm>
                <a:off x="6123385" y="2197629"/>
                <a:ext cx="1368360" cy="28440"/>
              </p14:xfrm>
            </p:contentPart>
          </mc:Choice>
          <mc:Fallback xmlns="">
            <p:pic>
              <p:nvPicPr>
                <p:cNvPr id="6" name="墨迹 5">
                  <a:extLst>
                    <a:ext uri="{FF2B5EF4-FFF2-40B4-BE49-F238E27FC236}">
                      <a16:creationId xmlns:a16="http://schemas.microsoft.com/office/drawing/2014/main" id="{67D669D4-62DF-A41E-53FA-DB32075D3B10}"/>
                    </a:ext>
                  </a:extLst>
                </p:cNvPr>
                <p:cNvPicPr/>
                <p:nvPr/>
              </p:nvPicPr>
              <p:blipFill>
                <a:blip r:embed="rId7"/>
                <a:stretch>
                  <a:fillRect/>
                </a:stretch>
              </p:blipFill>
              <p:spPr>
                <a:xfrm>
                  <a:off x="6105745" y="2179629"/>
                  <a:ext cx="1404000" cy="64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
            <p14:nvContentPartPr>
              <p14:cNvPr id="8" name="墨迹 7">
                <a:extLst>
                  <a:ext uri="{FF2B5EF4-FFF2-40B4-BE49-F238E27FC236}">
                    <a16:creationId xmlns:a16="http://schemas.microsoft.com/office/drawing/2014/main" id="{29BA5428-F922-4A0B-E785-EC80674C60F2}"/>
                  </a:ext>
                </a:extLst>
              </p14:cNvPr>
              <p14:cNvContentPartPr/>
              <p14:nvPr/>
            </p14:nvContentPartPr>
            <p14:xfrm>
              <a:off x="4331665" y="3047949"/>
              <a:ext cx="1276200" cy="10440"/>
            </p14:xfrm>
          </p:contentPart>
        </mc:Choice>
        <mc:Fallback xmlns="">
          <p:pic>
            <p:nvPicPr>
              <p:cNvPr id="8" name="墨迹 7">
                <a:extLst>
                  <a:ext uri="{FF2B5EF4-FFF2-40B4-BE49-F238E27FC236}">
                    <a16:creationId xmlns:a16="http://schemas.microsoft.com/office/drawing/2014/main" id="{29BA5428-F922-4A0B-E785-EC80674C60F2}"/>
                  </a:ext>
                </a:extLst>
              </p:cNvPr>
              <p:cNvPicPr/>
              <p:nvPr/>
            </p:nvPicPr>
            <p:blipFill>
              <a:blip r:embed="rId9"/>
              <a:stretch>
                <a:fillRect/>
              </a:stretch>
            </p:blipFill>
            <p:spPr>
              <a:xfrm>
                <a:off x="4314025" y="3029949"/>
                <a:ext cx="1311840" cy="46080"/>
              </a:xfrm>
              <a:prstGeom prst="rect">
                <a:avLst/>
              </a:prstGeom>
            </p:spPr>
          </p:pic>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b="1" dirty="0">
                <a:solidFill>
                  <a:srgbClr val="0070C0"/>
                </a:solidFill>
              </a:rPr>
              <a:t>(1).</a:t>
            </a:r>
            <a:r>
              <a:rPr lang="zh-CN" altLang="en-US" sz="3200" b="1" dirty="0">
                <a:solidFill>
                  <a:srgbClr val="0070C0"/>
                </a:solidFill>
              </a:rPr>
              <a:t>算术逻辑运算单元</a:t>
            </a:r>
            <a:r>
              <a:rPr lang="en-US" altLang="zh-CN" sz="3200" b="1" dirty="0">
                <a:solidFill>
                  <a:srgbClr val="0070C0"/>
                </a:solidFill>
              </a:rPr>
              <a:t>ALU</a:t>
            </a:r>
            <a:endParaRPr lang="zh-CN" altLang="en-US" sz="3200" b="1" dirty="0">
              <a:solidFill>
                <a:srgbClr val="0070C0"/>
              </a:solidFill>
            </a:endParaRPr>
          </a:p>
        </p:txBody>
      </p:sp>
      <p:sp>
        <p:nvSpPr>
          <p:cNvPr id="3" name="内容占位符 2"/>
          <p:cNvSpPr>
            <a:spLocks noGrp="1"/>
          </p:cNvSpPr>
          <p:nvPr>
            <p:ph idx="1"/>
          </p:nvPr>
        </p:nvSpPr>
        <p:spPr/>
        <p:txBody>
          <a:bodyPr/>
          <a:lstStyle/>
          <a:p>
            <a:pPr>
              <a:lnSpc>
                <a:spcPct val="150000"/>
              </a:lnSpc>
            </a:pPr>
            <a:r>
              <a:rPr lang="zh-CN" altLang="en-US" dirty="0"/>
              <a:t>算术逻辑单元</a:t>
            </a:r>
            <a:r>
              <a:rPr lang="en-US" altLang="zh-CN" dirty="0"/>
              <a:t>(arithmetic and logic unit) </a:t>
            </a:r>
            <a:r>
              <a:rPr lang="zh-CN" altLang="en-US" dirty="0"/>
              <a:t>是能实现多组算术运算和逻辑运算的组合逻辑电路，简称</a:t>
            </a:r>
            <a:r>
              <a:rPr lang="en-US" altLang="zh-CN" dirty="0"/>
              <a:t>ALU</a:t>
            </a:r>
            <a:r>
              <a:rPr lang="zh-CN" altLang="en-US" dirty="0"/>
              <a:t>。</a:t>
            </a:r>
            <a:endParaRPr lang="en-US" altLang="zh-CN" dirty="0"/>
          </a:p>
          <a:p>
            <a:pPr>
              <a:lnSpc>
                <a:spcPct val="150000"/>
              </a:lnSpc>
            </a:pPr>
            <a:r>
              <a:rPr lang="zh-CN" altLang="en-US" dirty="0"/>
              <a:t>它不仅可对</a:t>
            </a:r>
            <a:r>
              <a:rPr lang="en-US" altLang="zh-CN" dirty="0"/>
              <a:t>8</a:t>
            </a:r>
            <a:r>
              <a:rPr lang="zh-CN" altLang="en-US" dirty="0"/>
              <a:t>位变量进行逻辑，算数运算，还可进行位处理，即对位</a:t>
            </a:r>
            <a:r>
              <a:rPr lang="en-US" altLang="zh-CN" dirty="0"/>
              <a:t>(bit)</a:t>
            </a:r>
            <a:r>
              <a:rPr lang="zh-CN" altLang="en-US" dirty="0"/>
              <a:t>变量进行置位、清零、逻辑“与”、“或”等操作。</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b="1" dirty="0">
                <a:solidFill>
                  <a:srgbClr val="0070C0"/>
                </a:solidFill>
              </a:rPr>
              <a:t>(2).</a:t>
            </a:r>
            <a:r>
              <a:rPr lang="zh-CN" altLang="en-US" sz="3200" b="1" dirty="0">
                <a:solidFill>
                  <a:srgbClr val="0070C0"/>
                </a:solidFill>
              </a:rPr>
              <a:t>累加器</a:t>
            </a:r>
            <a:r>
              <a:rPr lang="en-US" altLang="zh-CN" sz="3200" b="1" dirty="0">
                <a:solidFill>
                  <a:srgbClr val="0070C0"/>
                </a:solidFill>
              </a:rPr>
              <a:t>A</a:t>
            </a:r>
            <a:endParaRPr lang="zh-CN" altLang="en-US" sz="3200" b="1" dirty="0">
              <a:solidFill>
                <a:srgbClr val="0070C0"/>
              </a:solidFill>
            </a:endParaRPr>
          </a:p>
        </p:txBody>
      </p:sp>
      <p:sp>
        <p:nvSpPr>
          <p:cNvPr id="3" name="内容占位符 2"/>
          <p:cNvSpPr>
            <a:spLocks noGrp="1"/>
          </p:cNvSpPr>
          <p:nvPr>
            <p:ph idx="1"/>
          </p:nvPr>
        </p:nvSpPr>
        <p:spPr/>
        <p:txBody>
          <a:bodyPr>
            <a:normAutofit fontScale="92500"/>
          </a:bodyPr>
          <a:lstStyle/>
          <a:p>
            <a:r>
              <a:rPr lang="zh-CN" altLang="en-US" dirty="0"/>
              <a:t>使用最频繁的寄存器，可写为</a:t>
            </a:r>
            <a:r>
              <a:rPr lang="en-US" altLang="zh-CN" dirty="0"/>
              <a:t>Acc</a:t>
            </a:r>
            <a:r>
              <a:rPr lang="zh-CN" altLang="en-US" dirty="0"/>
              <a:t>。</a:t>
            </a:r>
            <a:endParaRPr lang="en-US" altLang="zh-CN" dirty="0"/>
          </a:p>
          <a:p>
            <a:r>
              <a:rPr lang="en-US" altLang="zh-CN" b="1" dirty="0">
                <a:solidFill>
                  <a:schemeClr val="accent2"/>
                </a:solidFill>
              </a:rPr>
              <a:t>A</a:t>
            </a:r>
            <a:r>
              <a:rPr lang="zh-CN" altLang="en-US" b="1" dirty="0">
                <a:solidFill>
                  <a:schemeClr val="accent2"/>
                </a:solidFill>
              </a:rPr>
              <a:t>的作用：</a:t>
            </a:r>
            <a:endParaRPr lang="en-US" altLang="zh-CN" b="1" dirty="0">
              <a:solidFill>
                <a:schemeClr val="accent2"/>
              </a:solidFill>
            </a:endParaRPr>
          </a:p>
          <a:p>
            <a:r>
              <a:rPr lang="zh-CN" altLang="en-US" b="1" dirty="0">
                <a:solidFill>
                  <a:schemeClr val="accent2"/>
                </a:solidFill>
              </a:rPr>
              <a:t>（</a:t>
            </a:r>
            <a:r>
              <a:rPr lang="en-US" altLang="zh-CN" b="1" dirty="0">
                <a:solidFill>
                  <a:schemeClr val="accent2"/>
                </a:solidFill>
              </a:rPr>
              <a:t>a</a:t>
            </a:r>
            <a:r>
              <a:rPr lang="zh-CN" altLang="en-US" b="1" dirty="0">
                <a:solidFill>
                  <a:schemeClr val="accent2"/>
                </a:solidFill>
              </a:rPr>
              <a:t>）</a:t>
            </a:r>
            <a:r>
              <a:rPr lang="zh-CN" altLang="en-US" dirty="0"/>
              <a:t>是</a:t>
            </a:r>
            <a:r>
              <a:rPr lang="en-US" altLang="zh-CN" dirty="0"/>
              <a:t>ALU</a:t>
            </a:r>
            <a:r>
              <a:rPr lang="zh-CN" altLang="en-US" dirty="0"/>
              <a:t>的输入之一，又是运算结果的存放单元。</a:t>
            </a:r>
            <a:endParaRPr lang="en-US" altLang="zh-CN" dirty="0"/>
          </a:p>
          <a:p>
            <a:r>
              <a:rPr lang="zh-CN" altLang="en-US" b="1" dirty="0">
                <a:solidFill>
                  <a:schemeClr val="accent2"/>
                </a:solidFill>
              </a:rPr>
              <a:t>（</a:t>
            </a:r>
            <a:r>
              <a:rPr lang="en-US" altLang="zh-CN" b="1" dirty="0">
                <a:solidFill>
                  <a:schemeClr val="accent2"/>
                </a:solidFill>
              </a:rPr>
              <a:t>b</a:t>
            </a:r>
            <a:r>
              <a:rPr lang="zh-CN" altLang="en-US" b="1" dirty="0">
                <a:solidFill>
                  <a:schemeClr val="accent2"/>
                </a:solidFill>
              </a:rPr>
              <a:t>）</a:t>
            </a:r>
            <a:r>
              <a:rPr lang="zh-CN" altLang="en-US" dirty="0"/>
              <a:t>数据传送大多都通过累加器</a:t>
            </a:r>
            <a:r>
              <a:rPr lang="en-US" altLang="zh-CN" dirty="0"/>
              <a:t>A</a:t>
            </a:r>
            <a:r>
              <a:rPr lang="zh-CN" altLang="en-US" dirty="0"/>
              <a:t>。</a:t>
            </a:r>
            <a:r>
              <a:rPr lang="en-US" altLang="zh-CN" dirty="0"/>
              <a:t>MCS-51</a:t>
            </a:r>
            <a:r>
              <a:rPr lang="zh-CN" altLang="en-US" dirty="0"/>
              <a:t>增加了一部分可以不经过累加器的传送指令，即可加快数据的传送速度，又减少</a:t>
            </a:r>
            <a:r>
              <a:rPr lang="en-US" altLang="zh-CN" dirty="0"/>
              <a:t>A</a:t>
            </a:r>
            <a:r>
              <a:rPr lang="zh-CN" altLang="en-US" dirty="0"/>
              <a:t>的“瓶颈堵塞”现象。</a:t>
            </a:r>
            <a:endParaRPr lang="en-US" altLang="zh-CN" dirty="0"/>
          </a:p>
          <a:p>
            <a:r>
              <a:rPr lang="en-US" altLang="zh-CN" b="1" dirty="0">
                <a:solidFill>
                  <a:srgbClr val="FF0000"/>
                </a:solidFill>
              </a:rPr>
              <a:t>A</a:t>
            </a:r>
            <a:r>
              <a:rPr lang="zh-CN" altLang="en-US" b="1" dirty="0">
                <a:solidFill>
                  <a:srgbClr val="FF0000"/>
                </a:solidFill>
              </a:rPr>
              <a:t>的进位标志</a:t>
            </a:r>
            <a:r>
              <a:rPr lang="en-US" altLang="zh-CN" b="1" dirty="0">
                <a:solidFill>
                  <a:srgbClr val="FF0000"/>
                </a:solidFill>
              </a:rPr>
              <a:t>Cy</a:t>
            </a:r>
            <a:r>
              <a:rPr lang="zh-CN" altLang="en-US" b="1" dirty="0">
                <a:solidFill>
                  <a:srgbClr val="FF0000"/>
                </a:solidFill>
              </a:rPr>
              <a:t>同时又是位处理机的位累加器。</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en-US" sz="3200" b="1" dirty="0">
                <a:solidFill>
                  <a:srgbClr val="0070C0"/>
                </a:solidFill>
              </a:rPr>
              <a:t>(3).B</a:t>
            </a:r>
            <a:r>
              <a:rPr lang="zh-CN" altLang="en-US" sz="3200" b="1" dirty="0">
                <a:solidFill>
                  <a:srgbClr val="0070C0"/>
                </a:solidFill>
              </a:rPr>
              <a:t>寄存器</a:t>
            </a:r>
          </a:p>
        </p:txBody>
      </p:sp>
      <p:sp>
        <p:nvSpPr>
          <p:cNvPr id="3" name="内容占位符 2"/>
          <p:cNvSpPr>
            <a:spLocks noGrp="1"/>
          </p:cNvSpPr>
          <p:nvPr>
            <p:ph idx="1"/>
          </p:nvPr>
        </p:nvSpPr>
        <p:spPr/>
        <p:txBody>
          <a:bodyPr/>
          <a:lstStyle/>
          <a:p>
            <a:pPr>
              <a:lnSpc>
                <a:spcPct val="150000"/>
              </a:lnSpc>
            </a:pPr>
            <a:r>
              <a:rPr lang="zh-CN" altLang="en-US" dirty="0"/>
              <a:t>在乘除指令中，用到了</a:t>
            </a:r>
            <a:r>
              <a:rPr lang="en-US" altLang="zh-CN" dirty="0"/>
              <a:t>B</a:t>
            </a:r>
            <a:r>
              <a:rPr lang="zh-CN" altLang="en-US" dirty="0"/>
              <a:t>寄存器。乘法指令的两个操作数分别取自</a:t>
            </a:r>
            <a:r>
              <a:rPr lang="en-US" altLang="zh-CN" dirty="0"/>
              <a:t>A </a:t>
            </a:r>
            <a:r>
              <a:rPr lang="zh-CN" altLang="en-US" dirty="0"/>
              <a:t>和</a:t>
            </a:r>
            <a:r>
              <a:rPr lang="en-US" altLang="zh-CN" dirty="0"/>
              <a:t>B </a:t>
            </a:r>
            <a:r>
              <a:rPr lang="zh-CN" altLang="en-US" dirty="0"/>
              <a:t>其结果存放在</a:t>
            </a:r>
            <a:r>
              <a:rPr lang="en-US" altLang="zh-CN" dirty="0"/>
              <a:t>AB</a:t>
            </a:r>
            <a:r>
              <a:rPr lang="zh-CN" altLang="en-US" dirty="0"/>
              <a:t>寄存器对中。除法指令中，被除数取自</a:t>
            </a:r>
            <a:r>
              <a:rPr lang="en-US" altLang="zh-CN" dirty="0"/>
              <a:t>A</a:t>
            </a:r>
            <a:r>
              <a:rPr lang="zh-CN" altLang="en-US" dirty="0"/>
              <a:t>，除数取自</a:t>
            </a:r>
            <a:r>
              <a:rPr lang="en-US" altLang="zh-CN" dirty="0"/>
              <a:t>B</a:t>
            </a:r>
            <a:r>
              <a:rPr lang="zh-CN" altLang="en-US" dirty="0"/>
              <a:t>，商数存放于</a:t>
            </a:r>
            <a:r>
              <a:rPr lang="en-US" altLang="zh-CN" dirty="0"/>
              <a:t>A</a:t>
            </a:r>
            <a:r>
              <a:rPr lang="zh-CN" altLang="en-US" dirty="0"/>
              <a:t>，余数存放于</a:t>
            </a:r>
            <a:r>
              <a:rPr lang="en-US" altLang="zh-CN" dirty="0"/>
              <a:t>B</a:t>
            </a:r>
            <a:r>
              <a:rPr lang="zh-CN" altLang="en-US" dirty="0"/>
              <a:t>。在其它指令中，</a:t>
            </a:r>
            <a:r>
              <a:rPr lang="en-US" altLang="zh-CN" dirty="0"/>
              <a:t>B</a:t>
            </a:r>
            <a:r>
              <a:rPr lang="zh-CN" altLang="en-US" dirty="0"/>
              <a:t>寄存器可作为</a:t>
            </a:r>
            <a:r>
              <a:rPr lang="en-US" altLang="zh-CN" dirty="0"/>
              <a:t>RAM</a:t>
            </a:r>
            <a:r>
              <a:rPr lang="zh-CN" altLang="en-US" dirty="0"/>
              <a:t>中的一个单元来使用。</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sz="3200" b="1" dirty="0">
                <a:solidFill>
                  <a:srgbClr val="0070C0"/>
                </a:solidFill>
              </a:rPr>
              <a:t>(4).</a:t>
            </a:r>
            <a:r>
              <a:rPr lang="zh-CN" altLang="en-US" sz="3200" b="1" dirty="0">
                <a:solidFill>
                  <a:srgbClr val="0070C0"/>
                </a:solidFill>
              </a:rPr>
              <a:t>程序状态字寄存器</a:t>
            </a:r>
            <a:r>
              <a:rPr lang="en-US" altLang="zh-CN" sz="3200" b="1" dirty="0">
                <a:solidFill>
                  <a:srgbClr val="0070C0"/>
                </a:solidFill>
              </a:rPr>
              <a:t>PSW</a:t>
            </a:r>
            <a:endParaRPr lang="zh-CN" altLang="en-US" sz="3200" b="1" dirty="0">
              <a:solidFill>
                <a:srgbClr val="0070C0"/>
              </a:solidFill>
            </a:endParaRPr>
          </a:p>
        </p:txBody>
      </p:sp>
      <p:sp>
        <p:nvSpPr>
          <p:cNvPr id="3" name="内容占位符 2"/>
          <p:cNvSpPr>
            <a:spLocks noGrp="1"/>
          </p:cNvSpPr>
          <p:nvPr>
            <p:ph idx="1"/>
          </p:nvPr>
        </p:nvSpPr>
        <p:spPr/>
        <p:txBody>
          <a:bodyPr/>
          <a:lstStyle/>
          <a:p>
            <a:r>
              <a:rPr lang="zh-CN" altLang="en-US" dirty="0"/>
              <a:t>程序状态字是一个</a:t>
            </a:r>
            <a:r>
              <a:rPr lang="en-US" altLang="zh-CN" dirty="0"/>
              <a:t>8</a:t>
            </a:r>
            <a:r>
              <a:rPr lang="zh-CN" altLang="en-US" dirty="0"/>
              <a:t>位寄存器，它</a:t>
            </a:r>
            <a:r>
              <a:rPr lang="zh-CN" altLang="en-US" dirty="0">
                <a:solidFill>
                  <a:srgbClr val="FF0000"/>
                </a:solidFill>
              </a:rPr>
              <a:t>包含了程序状态信息</a:t>
            </a:r>
            <a:r>
              <a:rPr lang="zh-CN" altLang="en-US" dirty="0"/>
              <a:t>。</a:t>
            </a:r>
          </a:p>
        </p:txBody>
      </p:sp>
      <p:pic>
        <p:nvPicPr>
          <p:cNvPr id="30722" name="Picture 2"/>
          <p:cNvPicPr>
            <a:picLocks noChangeAspect="1" noChangeArrowheads="1"/>
          </p:cNvPicPr>
          <p:nvPr/>
        </p:nvPicPr>
        <p:blipFill>
          <a:blip r:embed="rId2"/>
          <a:srcRect/>
          <a:stretch>
            <a:fillRect/>
          </a:stretch>
        </p:blipFill>
        <p:spPr bwMode="auto">
          <a:xfrm>
            <a:off x="1714480" y="2857496"/>
            <a:ext cx="5242840" cy="1857388"/>
          </a:xfrm>
          <a:prstGeom prst="rect">
            <a:avLst/>
          </a:prstGeom>
          <a:noFill/>
          <a:ln w="9525">
            <a:noFill/>
            <a:miter lim="800000"/>
            <a:headEnd/>
            <a:tailEnd/>
          </a:ln>
          <a:effectLst/>
        </p:spPr>
      </p:pic>
      <mc:AlternateContent xmlns:mc="http://schemas.openxmlformats.org/markup-compatibility/2006" xmlns:p14="http://schemas.microsoft.com/office/powerpoint/2010/main">
        <mc:Choice Requires="p14">
          <p:contentPart p14:bwMode="auto" r:id="rId3">
            <p14:nvContentPartPr>
              <p14:cNvPr id="4" name="墨迹 3">
                <a:extLst>
                  <a:ext uri="{FF2B5EF4-FFF2-40B4-BE49-F238E27FC236}">
                    <a16:creationId xmlns:a16="http://schemas.microsoft.com/office/drawing/2014/main" id="{68012440-8332-C098-7856-4A07AD37DF0E}"/>
                  </a:ext>
                </a:extLst>
              </p14:cNvPr>
              <p14:cNvContentPartPr/>
              <p14:nvPr/>
            </p14:nvContentPartPr>
            <p14:xfrm>
              <a:off x="2732545" y="3223269"/>
              <a:ext cx="218520" cy="122040"/>
            </p14:xfrm>
          </p:contentPart>
        </mc:Choice>
        <mc:Fallback xmlns="">
          <p:pic>
            <p:nvPicPr>
              <p:cNvPr id="4" name="墨迹 3">
                <a:extLst>
                  <a:ext uri="{FF2B5EF4-FFF2-40B4-BE49-F238E27FC236}">
                    <a16:creationId xmlns:a16="http://schemas.microsoft.com/office/drawing/2014/main" id="{68012440-8332-C098-7856-4A07AD37DF0E}"/>
                  </a:ext>
                </a:extLst>
              </p:cNvPr>
              <p:cNvPicPr/>
              <p:nvPr/>
            </p:nvPicPr>
            <p:blipFill>
              <a:blip r:embed="rId4"/>
              <a:stretch>
                <a:fillRect/>
              </a:stretch>
            </p:blipFill>
            <p:spPr>
              <a:xfrm>
                <a:off x="2714545" y="3205629"/>
                <a:ext cx="25416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墨迹 4">
                <a:extLst>
                  <a:ext uri="{FF2B5EF4-FFF2-40B4-BE49-F238E27FC236}">
                    <a16:creationId xmlns:a16="http://schemas.microsoft.com/office/drawing/2014/main" id="{7C2921B3-C9EB-D22E-7E3B-3EEC40D40763}"/>
                  </a:ext>
                </a:extLst>
              </p14:cNvPr>
              <p14:cNvContentPartPr/>
              <p14:nvPr/>
            </p14:nvContentPartPr>
            <p14:xfrm>
              <a:off x="5657905" y="3223269"/>
              <a:ext cx="182160" cy="140400"/>
            </p14:xfrm>
          </p:contentPart>
        </mc:Choice>
        <mc:Fallback xmlns="">
          <p:pic>
            <p:nvPicPr>
              <p:cNvPr id="5" name="墨迹 4">
                <a:extLst>
                  <a:ext uri="{FF2B5EF4-FFF2-40B4-BE49-F238E27FC236}">
                    <a16:creationId xmlns:a16="http://schemas.microsoft.com/office/drawing/2014/main" id="{7C2921B3-C9EB-D22E-7E3B-3EEC40D40763}"/>
                  </a:ext>
                </a:extLst>
              </p:cNvPr>
              <p:cNvPicPr/>
              <p:nvPr/>
            </p:nvPicPr>
            <p:blipFill>
              <a:blip r:embed="rId6"/>
              <a:stretch>
                <a:fillRect/>
              </a:stretch>
            </p:blipFill>
            <p:spPr>
              <a:xfrm>
                <a:off x="5639905" y="3205629"/>
                <a:ext cx="21780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墨迹 5">
                <a:extLst>
                  <a:ext uri="{FF2B5EF4-FFF2-40B4-BE49-F238E27FC236}">
                    <a16:creationId xmlns:a16="http://schemas.microsoft.com/office/drawing/2014/main" id="{50EF4BF8-9CDF-32DA-4045-F1408A63DAB3}"/>
                  </a:ext>
                </a:extLst>
              </p14:cNvPr>
              <p14:cNvContentPartPr/>
              <p14:nvPr/>
            </p14:nvContentPartPr>
            <p14:xfrm>
              <a:off x="2853865" y="3223269"/>
              <a:ext cx="14400" cy="11160"/>
            </p14:xfrm>
          </p:contentPart>
        </mc:Choice>
        <mc:Fallback xmlns="">
          <p:pic>
            <p:nvPicPr>
              <p:cNvPr id="6" name="墨迹 5">
                <a:extLst>
                  <a:ext uri="{FF2B5EF4-FFF2-40B4-BE49-F238E27FC236}">
                    <a16:creationId xmlns:a16="http://schemas.microsoft.com/office/drawing/2014/main" id="{50EF4BF8-9CDF-32DA-4045-F1408A63DAB3}"/>
                  </a:ext>
                </a:extLst>
              </p:cNvPr>
              <p:cNvPicPr/>
              <p:nvPr/>
            </p:nvPicPr>
            <p:blipFill>
              <a:blip r:embed="rId8"/>
              <a:stretch>
                <a:fillRect/>
              </a:stretch>
            </p:blipFill>
            <p:spPr>
              <a:xfrm>
                <a:off x="2836225" y="3205629"/>
                <a:ext cx="50040" cy="46800"/>
              </a:xfrm>
              <a:prstGeom prst="rect">
                <a:avLst/>
              </a:prstGeom>
            </p:spPr>
          </p:pic>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2844" y="357166"/>
            <a:ext cx="8786874" cy="5929354"/>
          </a:xfrm>
        </p:spPr>
        <p:txBody>
          <a:bodyPr>
            <a:normAutofit fontScale="70000" lnSpcReduction="20000"/>
          </a:bodyPr>
          <a:lstStyle/>
          <a:p>
            <a:pPr>
              <a:lnSpc>
                <a:spcPct val="160000"/>
              </a:lnSpc>
            </a:pPr>
            <a:r>
              <a:rPr lang="en-US" altLang="zh-CN" b="1" dirty="0">
                <a:solidFill>
                  <a:schemeClr val="accent1"/>
                </a:solidFill>
              </a:rPr>
              <a:t>·CY</a:t>
            </a:r>
            <a:r>
              <a:rPr lang="zh-CN" altLang="en-US" b="1" dirty="0">
                <a:solidFill>
                  <a:schemeClr val="accent1"/>
                </a:solidFill>
              </a:rPr>
              <a:t>（</a:t>
            </a:r>
            <a:r>
              <a:rPr lang="en-US" altLang="zh-CN" b="1" dirty="0">
                <a:solidFill>
                  <a:schemeClr val="accent1"/>
                </a:solidFill>
              </a:rPr>
              <a:t>PSW.7</a:t>
            </a:r>
            <a:r>
              <a:rPr lang="zh-CN" altLang="en-US" b="1" dirty="0">
                <a:solidFill>
                  <a:schemeClr val="accent1"/>
                </a:solidFill>
              </a:rPr>
              <a:t>）进位标志</a:t>
            </a:r>
          </a:p>
          <a:p>
            <a:pPr>
              <a:lnSpc>
                <a:spcPct val="160000"/>
              </a:lnSpc>
              <a:buNone/>
            </a:pPr>
            <a:r>
              <a:rPr lang="zh-CN" altLang="en-US" dirty="0"/>
              <a:t>     在执行某些算术和逻辑指令时，可以被硬件或软件置位或清零。在布尔处理机中它被认为是位累加器；其重要性相当于一般中央处理机中的累加器</a:t>
            </a:r>
            <a:r>
              <a:rPr lang="en-US" altLang="zh-CN" dirty="0"/>
              <a:t>A </a:t>
            </a:r>
            <a:r>
              <a:rPr lang="zh-CN" altLang="en-US" dirty="0"/>
              <a:t>。</a:t>
            </a:r>
          </a:p>
          <a:p>
            <a:pPr>
              <a:lnSpc>
                <a:spcPct val="160000"/>
              </a:lnSpc>
            </a:pPr>
            <a:r>
              <a:rPr lang="en-US" altLang="zh-CN" sz="3100" b="1" dirty="0">
                <a:solidFill>
                  <a:schemeClr val="accent1"/>
                </a:solidFill>
              </a:rPr>
              <a:t>· AC</a:t>
            </a:r>
            <a:r>
              <a:rPr lang="zh-CN" altLang="en-US" sz="3100" b="1" dirty="0">
                <a:solidFill>
                  <a:schemeClr val="accent1"/>
                </a:solidFill>
              </a:rPr>
              <a:t>（</a:t>
            </a:r>
            <a:r>
              <a:rPr lang="en-US" altLang="zh-CN" sz="3100" b="1" dirty="0">
                <a:solidFill>
                  <a:schemeClr val="accent1"/>
                </a:solidFill>
              </a:rPr>
              <a:t>PSW.6</a:t>
            </a:r>
            <a:r>
              <a:rPr lang="zh-CN" altLang="en-US" sz="3100" b="1" dirty="0">
                <a:solidFill>
                  <a:schemeClr val="accent1"/>
                </a:solidFill>
              </a:rPr>
              <a:t>）辅助进位标志</a:t>
            </a:r>
          </a:p>
          <a:p>
            <a:pPr>
              <a:lnSpc>
                <a:spcPct val="160000"/>
              </a:lnSpc>
              <a:buNone/>
            </a:pPr>
            <a:r>
              <a:rPr lang="zh-CN" altLang="en-US" dirty="0"/>
              <a:t>     当进行加法或减法操作而产生由低</a:t>
            </a:r>
            <a:r>
              <a:rPr lang="en-US" altLang="zh-CN" dirty="0"/>
              <a:t>4</a:t>
            </a:r>
            <a:r>
              <a:rPr lang="zh-CN" altLang="en-US" dirty="0"/>
              <a:t>位数（十进制的一个数引向高</a:t>
            </a:r>
            <a:r>
              <a:rPr lang="en-US" altLang="zh-CN" dirty="0"/>
              <a:t>4</a:t>
            </a:r>
            <a:r>
              <a:rPr lang="zh-CN" altLang="en-US" dirty="0"/>
              <a:t>位数进位或借位时，</a:t>
            </a:r>
            <a:r>
              <a:rPr lang="en-US" altLang="zh-CN" dirty="0"/>
              <a:t>AC</a:t>
            </a:r>
            <a:r>
              <a:rPr lang="zh-CN" altLang="en-US" dirty="0"/>
              <a:t>将被硬件置位，否则就被清零。</a:t>
            </a:r>
            <a:r>
              <a:rPr lang="en-US" altLang="zh-CN" dirty="0"/>
              <a:t>Ac</a:t>
            </a:r>
            <a:r>
              <a:rPr lang="zh-CN" altLang="en-US" dirty="0"/>
              <a:t>被用于十进制调整。详见</a:t>
            </a:r>
            <a:r>
              <a:rPr lang="en-US" altLang="zh-CN" dirty="0"/>
              <a:t>DAA</a:t>
            </a:r>
            <a:r>
              <a:rPr lang="zh-CN" altLang="en-US" dirty="0"/>
              <a:t>指令。</a:t>
            </a:r>
          </a:p>
          <a:p>
            <a:pPr>
              <a:lnSpc>
                <a:spcPct val="160000"/>
              </a:lnSpc>
            </a:pPr>
            <a:r>
              <a:rPr lang="en-US" altLang="zh-CN" b="1" dirty="0"/>
              <a:t>·</a:t>
            </a:r>
            <a:r>
              <a:rPr lang="en-US" altLang="zh-CN" sz="3100" b="1" dirty="0">
                <a:solidFill>
                  <a:schemeClr val="accent1"/>
                </a:solidFill>
              </a:rPr>
              <a:t>F0</a:t>
            </a:r>
            <a:r>
              <a:rPr lang="zh-CN" altLang="en-US" sz="3100" b="1" dirty="0">
                <a:solidFill>
                  <a:schemeClr val="accent1"/>
                </a:solidFill>
              </a:rPr>
              <a:t>（</a:t>
            </a:r>
            <a:r>
              <a:rPr lang="en-US" altLang="zh-CN" sz="3100" b="1" dirty="0">
                <a:solidFill>
                  <a:schemeClr val="accent1"/>
                </a:solidFill>
              </a:rPr>
              <a:t>PSW.5</a:t>
            </a:r>
            <a:r>
              <a:rPr lang="zh-CN" altLang="en-US" sz="3100" b="1" dirty="0">
                <a:solidFill>
                  <a:schemeClr val="accent1"/>
                </a:solidFill>
              </a:rPr>
              <a:t>）标志</a:t>
            </a:r>
            <a:r>
              <a:rPr lang="en-US" altLang="zh-CN" sz="3100" b="1" dirty="0">
                <a:solidFill>
                  <a:schemeClr val="accent1"/>
                </a:solidFill>
              </a:rPr>
              <a:t>O</a:t>
            </a:r>
          </a:p>
          <a:p>
            <a:pPr>
              <a:lnSpc>
                <a:spcPct val="160000"/>
              </a:lnSpc>
              <a:buNone/>
            </a:pPr>
            <a:r>
              <a:rPr lang="zh-CN" altLang="en-US" dirty="0"/>
              <a:t>     是用户定义的一个状态标记，可以用软件来使它置位或清零，也可以用软件测试</a:t>
            </a:r>
            <a:r>
              <a:rPr lang="en-US" altLang="zh-CN" dirty="0"/>
              <a:t>FO</a:t>
            </a:r>
            <a:r>
              <a:rPr lang="zh-CN" altLang="en-US" dirty="0"/>
              <a:t>以控制程序的流向。</a:t>
            </a:r>
          </a:p>
          <a:p>
            <a:pPr>
              <a:lnSpc>
                <a:spcPct val="160000"/>
              </a:lnSpc>
            </a:pP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85720" y="857232"/>
            <a:ext cx="8229600" cy="4686320"/>
          </a:xfrm>
        </p:spPr>
        <p:txBody>
          <a:bodyPr/>
          <a:lstStyle/>
          <a:p>
            <a:r>
              <a:rPr lang="en-US" altLang="zh-CN" sz="2800" b="1" dirty="0">
                <a:solidFill>
                  <a:schemeClr val="accent1"/>
                </a:solidFill>
              </a:rPr>
              <a:t>RS1</a:t>
            </a:r>
            <a:r>
              <a:rPr lang="zh-CN" altLang="en-US" sz="2800" b="1" dirty="0">
                <a:solidFill>
                  <a:schemeClr val="accent1"/>
                </a:solidFill>
              </a:rPr>
              <a:t>、</a:t>
            </a:r>
            <a:r>
              <a:rPr lang="en-US" altLang="zh-CN" sz="2800" b="1" dirty="0">
                <a:solidFill>
                  <a:schemeClr val="accent1"/>
                </a:solidFill>
              </a:rPr>
              <a:t>RS0</a:t>
            </a:r>
            <a:r>
              <a:rPr lang="zh-CN" altLang="en-US" sz="2800" b="1" dirty="0">
                <a:solidFill>
                  <a:schemeClr val="accent1"/>
                </a:solidFill>
              </a:rPr>
              <a:t>（</a:t>
            </a:r>
            <a:r>
              <a:rPr lang="en-US" altLang="zh-CN" sz="2800" b="1" dirty="0">
                <a:solidFill>
                  <a:schemeClr val="accent1"/>
                </a:solidFill>
              </a:rPr>
              <a:t>PSW.4</a:t>
            </a:r>
            <a:r>
              <a:rPr lang="zh-CN" altLang="en-US" sz="2800" b="1" dirty="0">
                <a:solidFill>
                  <a:schemeClr val="accent1"/>
                </a:solidFill>
              </a:rPr>
              <a:t>、</a:t>
            </a:r>
            <a:r>
              <a:rPr lang="en-US" altLang="zh-CN" sz="2800" b="1" dirty="0">
                <a:solidFill>
                  <a:schemeClr val="accent1"/>
                </a:solidFill>
              </a:rPr>
              <a:t>PSW.3</a:t>
            </a:r>
            <a:r>
              <a:rPr lang="zh-CN" altLang="en-US" sz="2800" b="1" dirty="0">
                <a:solidFill>
                  <a:schemeClr val="accent1"/>
                </a:solidFill>
              </a:rPr>
              <a:t>）</a:t>
            </a:r>
            <a:endParaRPr lang="en-US" altLang="zh-CN" sz="2800" b="1" dirty="0">
              <a:solidFill>
                <a:schemeClr val="accent1"/>
              </a:solidFill>
            </a:endParaRPr>
          </a:p>
          <a:p>
            <a:pPr>
              <a:buNone/>
            </a:pPr>
            <a:r>
              <a:rPr lang="zh-CN" altLang="en-US" dirty="0"/>
              <a:t>     </a:t>
            </a:r>
            <a:r>
              <a:rPr lang="en-US" altLang="zh-CN" sz="2800" dirty="0"/>
              <a:t>4</a:t>
            </a:r>
            <a:r>
              <a:rPr lang="zh-CN" altLang="en-US" sz="2800" dirty="0"/>
              <a:t>组工作寄存器区选择控制位</a:t>
            </a:r>
            <a:r>
              <a:rPr lang="en-US" altLang="zh-CN" sz="2800" dirty="0"/>
              <a:t>1</a:t>
            </a:r>
            <a:r>
              <a:rPr lang="zh-CN" altLang="en-US" sz="2800" dirty="0"/>
              <a:t>和位</a:t>
            </a:r>
            <a:r>
              <a:rPr lang="en-US" altLang="zh-CN" sz="2800" dirty="0"/>
              <a:t>0</a:t>
            </a:r>
            <a:r>
              <a:rPr lang="zh-CN" altLang="en-US" sz="2800" dirty="0"/>
              <a:t>。</a:t>
            </a:r>
          </a:p>
        </p:txBody>
      </p:sp>
      <p:pic>
        <p:nvPicPr>
          <p:cNvPr id="31746" name="Picture 2" descr="preview"/>
          <p:cNvPicPr>
            <a:picLocks noChangeAspect="1" noChangeArrowheads="1"/>
          </p:cNvPicPr>
          <p:nvPr/>
        </p:nvPicPr>
        <p:blipFill>
          <a:blip r:embed="rId2"/>
          <a:srcRect/>
          <a:stretch>
            <a:fillRect/>
          </a:stretch>
        </p:blipFill>
        <p:spPr bwMode="auto">
          <a:xfrm>
            <a:off x="1428728" y="2285992"/>
            <a:ext cx="6334125" cy="2647951"/>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2844" y="500042"/>
            <a:ext cx="8786874" cy="6000792"/>
          </a:xfrm>
        </p:spPr>
        <p:txBody>
          <a:bodyPr>
            <a:normAutofit fontScale="77500" lnSpcReduction="20000"/>
          </a:bodyPr>
          <a:lstStyle/>
          <a:p>
            <a:pPr>
              <a:lnSpc>
                <a:spcPct val="160000"/>
              </a:lnSpc>
            </a:pPr>
            <a:r>
              <a:rPr lang="en-US" altLang="zh-CN" sz="3300" b="1" dirty="0">
                <a:solidFill>
                  <a:schemeClr val="accent1"/>
                </a:solidFill>
              </a:rPr>
              <a:t>OV</a:t>
            </a:r>
            <a:r>
              <a:rPr lang="zh-CN" altLang="en-US" sz="3300" b="1" dirty="0">
                <a:solidFill>
                  <a:schemeClr val="accent1"/>
                </a:solidFill>
              </a:rPr>
              <a:t>（</a:t>
            </a:r>
            <a:r>
              <a:rPr lang="en-US" altLang="zh-CN" sz="3300" b="1" dirty="0">
                <a:solidFill>
                  <a:schemeClr val="accent1"/>
                </a:solidFill>
              </a:rPr>
              <a:t>PSW.2</a:t>
            </a:r>
            <a:r>
              <a:rPr lang="zh-CN" altLang="en-US" sz="3300" b="1" dirty="0">
                <a:solidFill>
                  <a:schemeClr val="accent1"/>
                </a:solidFill>
              </a:rPr>
              <a:t>）溢出标志位 </a:t>
            </a:r>
            <a:endParaRPr lang="en-US" altLang="zh-CN" sz="3300" b="1" dirty="0">
              <a:solidFill>
                <a:schemeClr val="accent1"/>
              </a:solidFill>
            </a:endParaRPr>
          </a:p>
          <a:p>
            <a:pPr>
              <a:lnSpc>
                <a:spcPct val="160000"/>
              </a:lnSpc>
              <a:buNone/>
            </a:pPr>
            <a:r>
              <a:rPr lang="zh-CN" altLang="en-US" dirty="0"/>
              <a:t>     指示运算是否产生溢出。</a:t>
            </a:r>
            <a:endParaRPr lang="en-US" altLang="zh-CN" dirty="0"/>
          </a:p>
          <a:p>
            <a:pPr>
              <a:lnSpc>
                <a:spcPct val="160000"/>
              </a:lnSpc>
            </a:pPr>
            <a:r>
              <a:rPr lang="en-US" altLang="zh-CN" sz="3300" b="1" dirty="0">
                <a:solidFill>
                  <a:schemeClr val="accent1"/>
                </a:solidFill>
              </a:rPr>
              <a:t>P</a:t>
            </a:r>
            <a:r>
              <a:rPr lang="zh-CN" altLang="en-US" sz="3300" b="1" dirty="0">
                <a:solidFill>
                  <a:schemeClr val="accent1"/>
                </a:solidFill>
              </a:rPr>
              <a:t>（</a:t>
            </a:r>
            <a:r>
              <a:rPr lang="en-US" altLang="zh-CN" sz="3300" b="1" dirty="0">
                <a:solidFill>
                  <a:schemeClr val="accent1"/>
                </a:solidFill>
              </a:rPr>
              <a:t>PSW.0</a:t>
            </a:r>
            <a:r>
              <a:rPr lang="zh-CN" altLang="en-US" sz="3300" b="1" dirty="0">
                <a:solidFill>
                  <a:schemeClr val="accent1"/>
                </a:solidFill>
              </a:rPr>
              <a:t>）奇偶标志</a:t>
            </a:r>
          </a:p>
          <a:p>
            <a:pPr>
              <a:lnSpc>
                <a:spcPct val="160000"/>
              </a:lnSpc>
              <a:buNone/>
            </a:pPr>
            <a:r>
              <a:rPr lang="zh-CN" altLang="en-US" dirty="0"/>
              <a:t>            每个指令周期都由硬件来置位或清</a:t>
            </a:r>
            <a:r>
              <a:rPr lang="en-US" altLang="zh-CN" dirty="0"/>
              <a:t>0</a:t>
            </a:r>
            <a:r>
              <a:rPr lang="zh-CN" altLang="en-US" dirty="0"/>
              <a:t>，以表示</a:t>
            </a:r>
            <a:r>
              <a:rPr lang="zh-CN" altLang="en-US" dirty="0">
                <a:solidFill>
                  <a:srgbClr val="FF0000"/>
                </a:solidFill>
              </a:rPr>
              <a:t>累加器</a:t>
            </a:r>
            <a:r>
              <a:rPr lang="en-US" altLang="zh-CN" dirty="0">
                <a:solidFill>
                  <a:srgbClr val="FF0000"/>
                </a:solidFill>
              </a:rPr>
              <a:t>A</a:t>
            </a:r>
            <a:r>
              <a:rPr lang="zh-CN" altLang="en-US" dirty="0">
                <a:solidFill>
                  <a:srgbClr val="FF0000"/>
                </a:solidFill>
              </a:rPr>
              <a:t>中</a:t>
            </a:r>
            <a:r>
              <a:rPr lang="en-US" altLang="zh-CN" dirty="0">
                <a:solidFill>
                  <a:srgbClr val="FF0000"/>
                </a:solidFill>
              </a:rPr>
              <a:t>1</a:t>
            </a:r>
            <a:r>
              <a:rPr lang="zh-CN" altLang="en-US" dirty="0">
                <a:solidFill>
                  <a:srgbClr val="FF0000"/>
                </a:solidFill>
              </a:rPr>
              <a:t>的位数的奇偶数。若</a:t>
            </a:r>
            <a:r>
              <a:rPr lang="en-US" altLang="zh-CN" dirty="0">
                <a:solidFill>
                  <a:srgbClr val="FF0000"/>
                </a:solidFill>
              </a:rPr>
              <a:t>1</a:t>
            </a:r>
            <a:r>
              <a:rPr lang="zh-CN" altLang="en-US" dirty="0">
                <a:solidFill>
                  <a:srgbClr val="FF0000"/>
                </a:solidFill>
              </a:rPr>
              <a:t>的位数为奇数，则</a:t>
            </a:r>
            <a:r>
              <a:rPr lang="en-US" altLang="zh-CN" dirty="0">
                <a:solidFill>
                  <a:srgbClr val="FF0000"/>
                </a:solidFill>
              </a:rPr>
              <a:t>P</a:t>
            </a:r>
            <a:r>
              <a:rPr lang="zh-CN" altLang="en-US" dirty="0">
                <a:solidFill>
                  <a:srgbClr val="FF0000"/>
                </a:solidFill>
              </a:rPr>
              <a:t>置位，否则清</a:t>
            </a:r>
            <a:r>
              <a:rPr lang="en-US" altLang="zh-CN" dirty="0">
                <a:solidFill>
                  <a:srgbClr val="FF0000"/>
                </a:solidFill>
              </a:rPr>
              <a:t>0</a:t>
            </a:r>
            <a:r>
              <a:rPr lang="zh-CN" altLang="en-US" dirty="0"/>
              <a:t>。此标志位对串行通信中的数据传输有重要的意义。在串行通信中常用奇偶校验的办法来检验数据传输的可靠性。在发送端可根据</a:t>
            </a:r>
            <a:r>
              <a:rPr lang="en-US" altLang="zh-CN" dirty="0"/>
              <a:t>P</a:t>
            </a:r>
            <a:r>
              <a:rPr lang="zh-CN" altLang="en-US" dirty="0"/>
              <a:t>的值对数据的奇偶位置位或清零。若通信协议中规定采用奇校验的办法，则</a:t>
            </a:r>
            <a:r>
              <a:rPr lang="en-US" altLang="zh-CN" dirty="0"/>
              <a:t>P=0</a:t>
            </a:r>
            <a:r>
              <a:rPr lang="zh-CN" altLang="en-US" dirty="0"/>
              <a:t>时，应对数据（假定由</a:t>
            </a:r>
            <a:r>
              <a:rPr lang="en-US" altLang="zh-CN" dirty="0"/>
              <a:t>A</a:t>
            </a:r>
            <a:r>
              <a:rPr lang="zh-CN" altLang="en-US" dirty="0"/>
              <a:t>取得）的奇偶位置位；否则就清</a:t>
            </a:r>
            <a:r>
              <a:rPr lang="en-US" altLang="zh-CN" dirty="0"/>
              <a:t>0</a:t>
            </a:r>
            <a:r>
              <a:rPr lang="zh-CN" altLang="en-US" dirty="0"/>
              <a:t>。</a:t>
            </a:r>
          </a:p>
          <a:p>
            <a:pPr>
              <a:lnSpc>
                <a:spcPct val="160000"/>
              </a:lnSpc>
              <a:buNone/>
            </a:pP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57158" y="142852"/>
            <a:ext cx="8229600" cy="1143000"/>
          </a:xfrm>
        </p:spPr>
        <p:txBody>
          <a:bodyPr>
            <a:normAutofit/>
          </a:bodyPr>
          <a:lstStyle/>
          <a:p>
            <a:pPr algn="l"/>
            <a:r>
              <a:rPr lang="en-US" altLang="zh-CN" sz="3200" b="1" dirty="0">
                <a:solidFill>
                  <a:srgbClr val="7030A0"/>
                </a:solidFill>
              </a:rPr>
              <a:t>2.</a:t>
            </a:r>
            <a:r>
              <a:rPr lang="zh-CN" altLang="en-US" sz="3200" b="1" dirty="0">
                <a:solidFill>
                  <a:srgbClr val="7030A0"/>
                </a:solidFill>
              </a:rPr>
              <a:t>控制器</a:t>
            </a:r>
          </a:p>
        </p:txBody>
      </p:sp>
      <p:sp>
        <p:nvSpPr>
          <p:cNvPr id="3" name="内容占位符 2"/>
          <p:cNvSpPr>
            <a:spLocks noGrp="1"/>
          </p:cNvSpPr>
          <p:nvPr>
            <p:ph idx="1"/>
          </p:nvPr>
        </p:nvSpPr>
        <p:spPr>
          <a:xfrm>
            <a:off x="142844" y="1000108"/>
            <a:ext cx="8786874" cy="4686320"/>
          </a:xfrm>
        </p:spPr>
        <p:txBody>
          <a:bodyPr>
            <a:noAutofit/>
          </a:bodyPr>
          <a:lstStyle/>
          <a:p>
            <a:pPr>
              <a:lnSpc>
                <a:spcPct val="170000"/>
              </a:lnSpc>
            </a:pPr>
            <a:r>
              <a:rPr lang="zh-CN" altLang="en-US" sz="2400" dirty="0"/>
              <a:t>控制计算机各部分协调工作。</a:t>
            </a:r>
            <a:endParaRPr lang="en-US" altLang="zh-CN" sz="2400" dirty="0"/>
          </a:p>
          <a:p>
            <a:pPr>
              <a:lnSpc>
                <a:spcPct val="170000"/>
              </a:lnSpc>
            </a:pPr>
            <a:r>
              <a:rPr lang="zh-CN" altLang="en-US" sz="2400" dirty="0"/>
              <a:t>控制器是单片机的指挥控制部件，控制器的主要任务是识别指令，根据指令的性质控制单片机各功能部件，从而保证单片机各部分能制动二协调地工作。</a:t>
            </a:r>
            <a:endParaRPr lang="en-US" altLang="zh-CN" sz="2400" dirty="0"/>
          </a:p>
          <a:p>
            <a:pPr>
              <a:lnSpc>
                <a:spcPct val="170000"/>
              </a:lnSpc>
            </a:pPr>
            <a:r>
              <a:rPr lang="zh-CN" altLang="en-US" sz="2400" dirty="0"/>
              <a:t>单片机执行指令是在控制器的控制下进行的。首先从程序存储器中读指令，送指令寄存器保存，然后送指令译码器进行译码，译码结果送定时控制逻辑电路，有定时逻辑产生各种定时信号和控制信号，再送到单片机各个部件进行相应的操作。执行程序就是不断重复这一过程。</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543956" cy="1143000"/>
          </a:xfrm>
        </p:spPr>
        <p:txBody>
          <a:bodyPr>
            <a:normAutofit/>
          </a:bodyPr>
          <a:lstStyle/>
          <a:p>
            <a:pPr algn="l"/>
            <a:r>
              <a:rPr lang="en-US" altLang="zh-CN" sz="3200" b="1" dirty="0">
                <a:solidFill>
                  <a:srgbClr val="0070C0"/>
                </a:solidFill>
              </a:rPr>
              <a:t>(1).</a:t>
            </a:r>
            <a:r>
              <a:rPr lang="zh-CN" altLang="en-US" sz="3200" b="1" dirty="0">
                <a:solidFill>
                  <a:srgbClr val="0070C0"/>
                </a:solidFill>
              </a:rPr>
              <a:t>程序计数器</a:t>
            </a:r>
            <a:r>
              <a:rPr lang="en-US" altLang="zh-CN" sz="3200" b="1" dirty="0">
                <a:solidFill>
                  <a:srgbClr val="0070C0"/>
                </a:solidFill>
              </a:rPr>
              <a:t>PC</a:t>
            </a:r>
            <a:r>
              <a:rPr lang="zh-CN" altLang="en-US" sz="3200" b="1" dirty="0">
                <a:solidFill>
                  <a:srgbClr val="0070C0"/>
                </a:solidFill>
              </a:rPr>
              <a:t>（</a:t>
            </a:r>
            <a:r>
              <a:rPr lang="en-US" altLang="zh-CN" sz="3200" b="1" dirty="0">
                <a:solidFill>
                  <a:srgbClr val="0070C0"/>
                </a:solidFill>
              </a:rPr>
              <a:t>Program Counter</a:t>
            </a:r>
            <a:r>
              <a:rPr lang="zh-CN" altLang="en-US" sz="3200" b="1" dirty="0">
                <a:solidFill>
                  <a:srgbClr val="0070C0"/>
                </a:solidFill>
              </a:rPr>
              <a:t>）：</a:t>
            </a:r>
          </a:p>
        </p:txBody>
      </p:sp>
      <p:sp>
        <p:nvSpPr>
          <p:cNvPr id="3" name="内容占位符 2"/>
          <p:cNvSpPr>
            <a:spLocks noGrp="1"/>
          </p:cNvSpPr>
          <p:nvPr>
            <p:ph idx="1"/>
          </p:nvPr>
        </p:nvSpPr>
        <p:spPr>
          <a:xfrm>
            <a:off x="457200" y="1600200"/>
            <a:ext cx="8472518" cy="4972072"/>
          </a:xfrm>
        </p:spPr>
        <p:txBody>
          <a:bodyPr>
            <a:normAutofit lnSpcReduction="10000"/>
          </a:bodyPr>
          <a:lstStyle/>
          <a:p>
            <a:pPr>
              <a:lnSpc>
                <a:spcPct val="150000"/>
              </a:lnSpc>
            </a:pPr>
            <a:r>
              <a:rPr lang="zh-CN" altLang="en-US" dirty="0"/>
              <a:t>存放</a:t>
            </a:r>
            <a:r>
              <a:rPr lang="zh-CN" altLang="en-US" b="1" dirty="0">
                <a:solidFill>
                  <a:srgbClr val="FF0000"/>
                </a:solidFill>
              </a:rPr>
              <a:t>下一条要执行的指令</a:t>
            </a:r>
            <a:r>
              <a:rPr lang="zh-CN" altLang="en-US" dirty="0"/>
              <a:t>在程序存储器中的地址。</a:t>
            </a:r>
            <a:endParaRPr lang="en-US" altLang="zh-CN" dirty="0"/>
          </a:p>
          <a:p>
            <a:pPr>
              <a:lnSpc>
                <a:spcPct val="150000"/>
              </a:lnSpc>
            </a:pPr>
            <a:r>
              <a:rPr lang="en-US" altLang="zh-CN" b="1" dirty="0"/>
              <a:t>PC</a:t>
            </a:r>
            <a:r>
              <a:rPr lang="zh-CN" altLang="en-US" b="1" dirty="0"/>
              <a:t>是一个</a:t>
            </a:r>
            <a:r>
              <a:rPr lang="en-US" altLang="zh-CN" b="1" dirty="0">
                <a:solidFill>
                  <a:srgbClr val="FF0000"/>
                </a:solidFill>
              </a:rPr>
              <a:t>16</a:t>
            </a:r>
            <a:r>
              <a:rPr lang="zh-CN" altLang="en-US" b="1" dirty="0">
                <a:solidFill>
                  <a:srgbClr val="FF0000"/>
                </a:solidFill>
              </a:rPr>
              <a:t>位</a:t>
            </a:r>
            <a:r>
              <a:rPr lang="zh-CN" altLang="en-US" b="1" dirty="0"/>
              <a:t>计数器，</a:t>
            </a:r>
            <a:r>
              <a:rPr lang="zh-CN" altLang="en-US" b="1" dirty="0">
                <a:solidFill>
                  <a:srgbClr val="FF0000"/>
                </a:solidFill>
              </a:rPr>
              <a:t>其内容为单片机将要执行的指令机器码所在存储单元的地址。</a:t>
            </a:r>
            <a:r>
              <a:rPr lang="zh-CN" altLang="en-US" dirty="0"/>
              <a:t>可以通过</a:t>
            </a:r>
            <a:r>
              <a:rPr lang="zh-CN" altLang="en-US" dirty="0">
                <a:highlight>
                  <a:srgbClr val="FFFF00"/>
                </a:highlight>
              </a:rPr>
              <a:t>顺序执行、转移、调用、返回等指令改变其内容，以实现程序的转移</a:t>
            </a:r>
            <a:r>
              <a:rPr lang="zh-CN" altLang="en-US" dirty="0"/>
              <a:t>。</a:t>
            </a:r>
            <a:r>
              <a:rPr lang="en-US" altLang="zh-CN" dirty="0"/>
              <a:t>PC</a:t>
            </a:r>
            <a:r>
              <a:rPr lang="zh-CN" altLang="en-US" dirty="0"/>
              <a:t>的寻址范围为</a:t>
            </a:r>
            <a:r>
              <a:rPr lang="en-US" altLang="zh-CN" dirty="0"/>
              <a:t>64KB</a:t>
            </a:r>
            <a:r>
              <a:rPr lang="zh-CN" altLang="en-US" dirty="0"/>
              <a:t>，即地址空间为</a:t>
            </a:r>
            <a:r>
              <a:rPr lang="en-US" altLang="zh-CN" dirty="0"/>
              <a:t>0000</a:t>
            </a:r>
            <a:r>
              <a:rPr lang="zh-CN" altLang="en-US" dirty="0"/>
              <a:t>～</a:t>
            </a:r>
            <a:r>
              <a:rPr lang="en-US" altLang="zh-CN" dirty="0"/>
              <a:t>0FFFFH</a:t>
            </a:r>
            <a:r>
              <a:rPr lang="zh-CN" altLang="en-US" dirty="0"/>
              <a:t>。</a:t>
            </a:r>
          </a:p>
        </p:txBody>
      </p:sp>
      <mc:AlternateContent xmlns:mc="http://schemas.openxmlformats.org/markup-compatibility/2006" xmlns:p14="http://schemas.microsoft.com/office/powerpoint/2010/main">
        <mc:Choice Requires="p14">
          <p:contentPart p14:bwMode="auto" r:id="rId2">
            <p14:nvContentPartPr>
              <p14:cNvPr id="4" name="墨迹 3">
                <a:extLst>
                  <a:ext uri="{FF2B5EF4-FFF2-40B4-BE49-F238E27FC236}">
                    <a16:creationId xmlns:a16="http://schemas.microsoft.com/office/drawing/2014/main" id="{08635C38-7041-1D83-2305-2883BB2A0C82}"/>
                  </a:ext>
                </a:extLst>
              </p14:cNvPr>
              <p14:cNvContentPartPr/>
              <p14:nvPr/>
            </p14:nvContentPartPr>
            <p14:xfrm>
              <a:off x="1865665" y="2343789"/>
              <a:ext cx="3783960" cy="30960"/>
            </p14:xfrm>
          </p:contentPart>
        </mc:Choice>
        <mc:Fallback xmlns="">
          <p:pic>
            <p:nvPicPr>
              <p:cNvPr id="4" name="墨迹 3">
                <a:extLst>
                  <a:ext uri="{FF2B5EF4-FFF2-40B4-BE49-F238E27FC236}">
                    <a16:creationId xmlns:a16="http://schemas.microsoft.com/office/drawing/2014/main" id="{08635C38-7041-1D83-2305-2883BB2A0C82}"/>
                  </a:ext>
                </a:extLst>
              </p:cNvPr>
              <p:cNvPicPr/>
              <p:nvPr/>
            </p:nvPicPr>
            <p:blipFill>
              <a:blip r:embed="rId3"/>
              <a:stretch>
                <a:fillRect/>
              </a:stretch>
            </p:blipFill>
            <p:spPr>
              <a:xfrm>
                <a:off x="1848025" y="2326149"/>
                <a:ext cx="381960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墨迹 4">
                <a:extLst>
                  <a:ext uri="{FF2B5EF4-FFF2-40B4-BE49-F238E27FC236}">
                    <a16:creationId xmlns:a16="http://schemas.microsoft.com/office/drawing/2014/main" id="{C813E684-B752-2AD7-DA83-5F439823109C}"/>
                  </a:ext>
                </a:extLst>
              </p14:cNvPr>
              <p14:cNvContentPartPr/>
              <p14:nvPr/>
            </p14:nvContentPartPr>
            <p14:xfrm>
              <a:off x="5227345" y="3693789"/>
              <a:ext cx="3195000" cy="56880"/>
            </p14:xfrm>
          </p:contentPart>
        </mc:Choice>
        <mc:Fallback xmlns="">
          <p:pic>
            <p:nvPicPr>
              <p:cNvPr id="5" name="墨迹 4">
                <a:extLst>
                  <a:ext uri="{FF2B5EF4-FFF2-40B4-BE49-F238E27FC236}">
                    <a16:creationId xmlns:a16="http://schemas.microsoft.com/office/drawing/2014/main" id="{C813E684-B752-2AD7-DA83-5F439823109C}"/>
                  </a:ext>
                </a:extLst>
              </p:cNvPr>
              <p:cNvPicPr/>
              <p:nvPr/>
            </p:nvPicPr>
            <p:blipFill>
              <a:blip r:embed="rId5"/>
              <a:stretch>
                <a:fillRect/>
              </a:stretch>
            </p:blipFill>
            <p:spPr>
              <a:xfrm>
                <a:off x="5209705" y="3675789"/>
                <a:ext cx="323064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墨迹 5">
                <a:extLst>
                  <a:ext uri="{FF2B5EF4-FFF2-40B4-BE49-F238E27FC236}">
                    <a16:creationId xmlns:a16="http://schemas.microsoft.com/office/drawing/2014/main" id="{B488D77A-01F1-EF13-0F4F-DEF4EC83C275}"/>
                  </a:ext>
                </a:extLst>
              </p14:cNvPr>
              <p14:cNvContentPartPr/>
              <p14:nvPr/>
            </p14:nvContentPartPr>
            <p14:xfrm>
              <a:off x="1025065" y="4395789"/>
              <a:ext cx="6538680" cy="84240"/>
            </p14:xfrm>
          </p:contentPart>
        </mc:Choice>
        <mc:Fallback xmlns="">
          <p:pic>
            <p:nvPicPr>
              <p:cNvPr id="6" name="墨迹 5">
                <a:extLst>
                  <a:ext uri="{FF2B5EF4-FFF2-40B4-BE49-F238E27FC236}">
                    <a16:creationId xmlns:a16="http://schemas.microsoft.com/office/drawing/2014/main" id="{B488D77A-01F1-EF13-0F4F-DEF4EC83C275}"/>
                  </a:ext>
                </a:extLst>
              </p:cNvPr>
              <p:cNvPicPr/>
              <p:nvPr/>
            </p:nvPicPr>
            <p:blipFill>
              <a:blip r:embed="rId7"/>
              <a:stretch>
                <a:fillRect/>
              </a:stretch>
            </p:blipFill>
            <p:spPr>
              <a:xfrm>
                <a:off x="1007425" y="4377789"/>
                <a:ext cx="657432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墨迹 6">
                <a:extLst>
                  <a:ext uri="{FF2B5EF4-FFF2-40B4-BE49-F238E27FC236}">
                    <a16:creationId xmlns:a16="http://schemas.microsoft.com/office/drawing/2014/main" id="{10AC7E02-5041-AEE8-F696-D7E30A02D792}"/>
                  </a:ext>
                </a:extLst>
              </p14:cNvPr>
              <p14:cNvContentPartPr/>
              <p14:nvPr/>
            </p14:nvContentPartPr>
            <p14:xfrm>
              <a:off x="895825" y="3730509"/>
              <a:ext cx="4441680" cy="66600"/>
            </p14:xfrm>
          </p:contentPart>
        </mc:Choice>
        <mc:Fallback xmlns="">
          <p:pic>
            <p:nvPicPr>
              <p:cNvPr id="7" name="墨迹 6">
                <a:extLst>
                  <a:ext uri="{FF2B5EF4-FFF2-40B4-BE49-F238E27FC236}">
                    <a16:creationId xmlns:a16="http://schemas.microsoft.com/office/drawing/2014/main" id="{10AC7E02-5041-AEE8-F696-D7E30A02D792}"/>
                  </a:ext>
                </a:extLst>
              </p:cNvPr>
              <p:cNvPicPr/>
              <p:nvPr/>
            </p:nvPicPr>
            <p:blipFill>
              <a:blip r:embed="rId9"/>
              <a:stretch>
                <a:fillRect/>
              </a:stretch>
            </p:blipFill>
            <p:spPr>
              <a:xfrm>
                <a:off x="878185" y="3712509"/>
                <a:ext cx="447732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墨迹 7">
                <a:extLst>
                  <a:ext uri="{FF2B5EF4-FFF2-40B4-BE49-F238E27FC236}">
                    <a16:creationId xmlns:a16="http://schemas.microsoft.com/office/drawing/2014/main" id="{131291E2-D7F0-D40A-002C-79D522179F61}"/>
                  </a:ext>
                </a:extLst>
              </p14:cNvPr>
              <p14:cNvContentPartPr/>
              <p14:nvPr/>
            </p14:nvContentPartPr>
            <p14:xfrm>
              <a:off x="1145305" y="1163349"/>
              <a:ext cx="1816200" cy="19080"/>
            </p14:xfrm>
          </p:contentPart>
        </mc:Choice>
        <mc:Fallback xmlns="">
          <p:pic>
            <p:nvPicPr>
              <p:cNvPr id="8" name="墨迹 7">
                <a:extLst>
                  <a:ext uri="{FF2B5EF4-FFF2-40B4-BE49-F238E27FC236}">
                    <a16:creationId xmlns:a16="http://schemas.microsoft.com/office/drawing/2014/main" id="{131291E2-D7F0-D40A-002C-79D522179F61}"/>
                  </a:ext>
                </a:extLst>
              </p:cNvPr>
              <p:cNvPicPr/>
              <p:nvPr/>
            </p:nvPicPr>
            <p:blipFill>
              <a:blip r:embed="rId11"/>
              <a:stretch>
                <a:fillRect/>
              </a:stretch>
            </p:blipFill>
            <p:spPr>
              <a:xfrm>
                <a:off x="1127305" y="1145709"/>
                <a:ext cx="185184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墨迹 8">
                <a:extLst>
                  <a:ext uri="{FF2B5EF4-FFF2-40B4-BE49-F238E27FC236}">
                    <a16:creationId xmlns:a16="http://schemas.microsoft.com/office/drawing/2014/main" id="{3CD629B2-02FB-4CEC-2BE5-5A2320745AAF}"/>
                  </a:ext>
                </a:extLst>
              </p14:cNvPr>
              <p14:cNvContentPartPr/>
              <p14:nvPr/>
            </p14:nvContentPartPr>
            <p14:xfrm>
              <a:off x="1957825" y="5899869"/>
              <a:ext cx="1267200" cy="658440"/>
            </p14:xfrm>
          </p:contentPart>
        </mc:Choice>
        <mc:Fallback xmlns="">
          <p:pic>
            <p:nvPicPr>
              <p:cNvPr id="9" name="墨迹 8">
                <a:extLst>
                  <a:ext uri="{FF2B5EF4-FFF2-40B4-BE49-F238E27FC236}">
                    <a16:creationId xmlns:a16="http://schemas.microsoft.com/office/drawing/2014/main" id="{3CD629B2-02FB-4CEC-2BE5-5A2320745AAF}"/>
                  </a:ext>
                </a:extLst>
              </p:cNvPr>
              <p:cNvPicPr/>
              <p:nvPr/>
            </p:nvPicPr>
            <p:blipFill>
              <a:blip r:embed="rId13"/>
              <a:stretch>
                <a:fillRect/>
              </a:stretch>
            </p:blipFill>
            <p:spPr>
              <a:xfrm>
                <a:off x="1940185" y="5882229"/>
                <a:ext cx="1302840" cy="694080"/>
              </a:xfrm>
              <a:prstGeom prst="rect">
                <a:avLst/>
              </a:prstGeom>
            </p:spPr>
          </p:pic>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2844" y="571480"/>
            <a:ext cx="8715436" cy="6000792"/>
          </a:xfrm>
        </p:spPr>
        <p:txBody>
          <a:bodyPr>
            <a:normAutofit fontScale="85000" lnSpcReduction="10000"/>
          </a:bodyPr>
          <a:lstStyle/>
          <a:p>
            <a:pPr>
              <a:lnSpc>
                <a:spcPct val="160000"/>
              </a:lnSpc>
              <a:buNone/>
            </a:pPr>
            <a:r>
              <a:rPr lang="zh-CN" altLang="en-US" b="1" dirty="0">
                <a:solidFill>
                  <a:srgbClr val="FF0000"/>
                </a:solidFill>
              </a:rPr>
              <a:t>基本工作方式有以下几种：</a:t>
            </a:r>
          </a:p>
          <a:p>
            <a:pPr>
              <a:lnSpc>
                <a:spcPct val="160000"/>
              </a:lnSpc>
              <a:buNone/>
            </a:pPr>
            <a:r>
              <a:rPr lang="zh-CN" altLang="en-US" dirty="0"/>
              <a:t>（</a:t>
            </a:r>
            <a:r>
              <a:rPr lang="en-US" altLang="zh-CN" dirty="0"/>
              <a:t>a</a:t>
            </a:r>
            <a:r>
              <a:rPr lang="zh-CN" altLang="en-US" dirty="0"/>
              <a:t>）</a:t>
            </a:r>
            <a:r>
              <a:rPr lang="zh-CN" altLang="en-US" dirty="0">
                <a:highlight>
                  <a:srgbClr val="FFFF00"/>
                </a:highlight>
              </a:rPr>
              <a:t>程序计数器自动加</a:t>
            </a:r>
            <a:r>
              <a:rPr lang="en-US" altLang="zh-CN" dirty="0">
                <a:highlight>
                  <a:srgbClr val="FFFF00"/>
                </a:highlight>
              </a:rPr>
              <a:t>1 </a:t>
            </a:r>
            <a:r>
              <a:rPr lang="zh-CN" altLang="en-US" dirty="0">
                <a:highlight>
                  <a:srgbClr val="FFFF00"/>
                </a:highlight>
              </a:rPr>
              <a:t>，从而实现程序的顺序执行</a:t>
            </a:r>
            <a:r>
              <a:rPr lang="zh-CN" altLang="en-US" dirty="0"/>
              <a:t>。</a:t>
            </a:r>
          </a:p>
          <a:p>
            <a:pPr>
              <a:lnSpc>
                <a:spcPct val="160000"/>
              </a:lnSpc>
              <a:buNone/>
            </a:pPr>
            <a:r>
              <a:rPr lang="zh-CN" altLang="en-US" dirty="0"/>
              <a:t>（</a:t>
            </a:r>
            <a:r>
              <a:rPr lang="en-US" altLang="zh-CN" dirty="0"/>
              <a:t>b</a:t>
            </a:r>
            <a:r>
              <a:rPr lang="zh-CN" altLang="en-US" dirty="0"/>
              <a:t>）</a:t>
            </a:r>
            <a:r>
              <a:rPr lang="zh-CN" altLang="en-US" dirty="0">
                <a:highlight>
                  <a:srgbClr val="FFFF00"/>
                </a:highlight>
              </a:rPr>
              <a:t>执行有条件转移或无条件转移指令时，程序计数器将被置入新的数值，从而使程序的流向发生变化。</a:t>
            </a:r>
          </a:p>
          <a:p>
            <a:pPr>
              <a:lnSpc>
                <a:spcPct val="160000"/>
              </a:lnSpc>
              <a:buNone/>
            </a:pPr>
            <a:r>
              <a:rPr lang="zh-CN" altLang="en-US" dirty="0"/>
              <a:t>（</a:t>
            </a:r>
            <a:r>
              <a:rPr lang="en-US" altLang="zh-CN" dirty="0"/>
              <a:t>c</a:t>
            </a:r>
            <a:r>
              <a:rPr lang="zh-CN" altLang="en-US" dirty="0"/>
              <a:t>）在执行调用子程序调用或中断调用，完成下列操作：① </a:t>
            </a:r>
            <a:r>
              <a:rPr lang="en-US" altLang="zh-CN" dirty="0">
                <a:solidFill>
                  <a:srgbClr val="FF0000"/>
                </a:solidFill>
                <a:highlight>
                  <a:srgbClr val="FFFF00"/>
                </a:highlight>
              </a:rPr>
              <a:t>PC</a:t>
            </a:r>
            <a:r>
              <a:rPr lang="zh-CN" altLang="en-US" dirty="0">
                <a:solidFill>
                  <a:srgbClr val="FF0000"/>
                </a:solidFill>
                <a:highlight>
                  <a:srgbClr val="FFFF00"/>
                </a:highlight>
              </a:rPr>
              <a:t>的现行值保护</a:t>
            </a:r>
            <a:r>
              <a:rPr lang="zh-CN" altLang="en-US" dirty="0">
                <a:highlight>
                  <a:srgbClr val="FFFF00"/>
                </a:highlight>
              </a:rPr>
              <a:t>② 将子程序入口地址或中断向量的地址送入</a:t>
            </a:r>
            <a:r>
              <a:rPr lang="en-US" altLang="zh-CN" dirty="0">
                <a:highlight>
                  <a:srgbClr val="FFFF00"/>
                </a:highlight>
              </a:rPr>
              <a:t>PC</a:t>
            </a:r>
            <a:r>
              <a:rPr lang="zh-CN" altLang="en-US" dirty="0">
                <a:highlight>
                  <a:srgbClr val="FFFF00"/>
                </a:highlight>
              </a:rPr>
              <a:t>。</a:t>
            </a:r>
          </a:p>
          <a:p>
            <a:pPr>
              <a:lnSpc>
                <a:spcPct val="160000"/>
              </a:lnSpc>
            </a:pPr>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sz="3200" b="1" dirty="0">
                <a:solidFill>
                  <a:srgbClr val="0070C0"/>
                </a:solidFill>
              </a:rPr>
              <a:t>(2).</a:t>
            </a:r>
            <a:r>
              <a:rPr lang="zh-CN" altLang="en-US" sz="3200" b="1" dirty="0">
                <a:solidFill>
                  <a:srgbClr val="0070C0"/>
                </a:solidFill>
              </a:rPr>
              <a:t>指令寄存器、译码器、定时</a:t>
            </a:r>
          </a:p>
        </p:txBody>
      </p:sp>
      <p:sp>
        <p:nvSpPr>
          <p:cNvPr id="3" name="内容占位符 2"/>
          <p:cNvSpPr>
            <a:spLocks noGrp="1"/>
          </p:cNvSpPr>
          <p:nvPr>
            <p:ph idx="1"/>
          </p:nvPr>
        </p:nvSpPr>
        <p:spPr/>
        <p:txBody>
          <a:bodyPr/>
          <a:lstStyle/>
          <a:p>
            <a:r>
              <a:rPr lang="zh-CN" altLang="en-US" dirty="0"/>
              <a:t>指令寄存器（</a:t>
            </a:r>
            <a:r>
              <a:rPr lang="en-US" altLang="zh-CN" dirty="0"/>
              <a:t>IR</a:t>
            </a:r>
            <a:r>
              <a:rPr lang="zh-CN" altLang="en-US" dirty="0"/>
              <a:t>）：存放所取出的指令；</a:t>
            </a:r>
            <a:endParaRPr lang="en-US" altLang="zh-CN" dirty="0"/>
          </a:p>
          <a:p>
            <a:r>
              <a:rPr lang="zh-CN" altLang="en-US" dirty="0"/>
              <a:t>指令译码器（</a:t>
            </a:r>
            <a:r>
              <a:rPr lang="en-US" altLang="zh-CN" dirty="0"/>
              <a:t>ID</a:t>
            </a:r>
            <a:r>
              <a:rPr lang="zh-CN" altLang="en-US" dirty="0"/>
              <a:t>）：对指令进行译码；</a:t>
            </a:r>
            <a:endParaRPr lang="en-US" altLang="zh-CN" dirty="0"/>
          </a:p>
          <a:p>
            <a:r>
              <a:rPr lang="zh-CN" altLang="en-US" dirty="0"/>
              <a:t>定时和控制电路：根据指令发出时序控制信号。</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zh-CN" altLang="en-US" sz="3200" b="1" dirty="0">
                <a:solidFill>
                  <a:srgbClr val="FF0000"/>
                </a:solidFill>
              </a:rPr>
              <a:t>指令执行过程的基本概念</a:t>
            </a:r>
            <a:endParaRPr lang="zh-CN" altLang="en-US" sz="3200" dirty="0">
              <a:solidFill>
                <a:srgbClr val="FF0000"/>
              </a:solidFill>
            </a:endParaRPr>
          </a:p>
        </p:txBody>
      </p:sp>
      <p:sp>
        <p:nvSpPr>
          <p:cNvPr id="3" name="内容占位符 2"/>
          <p:cNvSpPr>
            <a:spLocks noGrp="1"/>
          </p:cNvSpPr>
          <p:nvPr>
            <p:ph idx="1"/>
          </p:nvPr>
        </p:nvSpPr>
        <p:spPr/>
        <p:txBody>
          <a:bodyPr/>
          <a:lstStyle/>
          <a:p>
            <a:r>
              <a:rPr lang="zh-CN" altLang="en-US" b="1" dirty="0"/>
              <a:t>指令</a:t>
            </a:r>
            <a:r>
              <a:rPr lang="zh-CN" altLang="en-US" dirty="0"/>
              <a:t>：是计算机执行某种操作的命令。指令通常由操作码和操作数两部分组成。</a:t>
            </a:r>
            <a:endParaRPr lang="en-US" altLang="zh-CN" dirty="0"/>
          </a:p>
          <a:p>
            <a:r>
              <a:rPr lang="zh-CN" altLang="en-US" b="1" dirty="0"/>
              <a:t>操作码</a:t>
            </a:r>
            <a:r>
              <a:rPr lang="zh-CN" altLang="en-US" dirty="0"/>
              <a:t>：表示计算机执行什么具体操作。</a:t>
            </a:r>
            <a:r>
              <a:rPr lang="zh-CN" altLang="en-US" b="1" dirty="0"/>
              <a:t>操作数</a:t>
            </a:r>
            <a:r>
              <a:rPr lang="zh-CN" altLang="en-US" dirty="0"/>
              <a:t>：表示参加操作的数或操作数所在的地址。</a:t>
            </a:r>
            <a:endParaRPr lang="en-US" altLang="zh-CN" dirty="0"/>
          </a:p>
          <a:p>
            <a:r>
              <a:rPr lang="zh-CN" altLang="en-US" b="1" dirty="0"/>
              <a:t>程序</a:t>
            </a:r>
            <a:r>
              <a:rPr lang="zh-CN" altLang="en-US" dirty="0"/>
              <a:t>：为完成某项工作，将一系列指令有序地组合。</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zh-CN" altLang="en-US" b="1" dirty="0">
                <a:solidFill>
                  <a:srgbClr val="C00000"/>
                </a:solidFill>
              </a:rPr>
              <a:t>四、</a:t>
            </a:r>
            <a:r>
              <a:rPr lang="en-US" altLang="zh-CN" b="1" dirty="0">
                <a:solidFill>
                  <a:srgbClr val="C00000"/>
                </a:solidFill>
              </a:rPr>
              <a:t>MCS-51</a:t>
            </a:r>
            <a:r>
              <a:rPr lang="zh-CN" altLang="en-US" b="1" dirty="0">
                <a:solidFill>
                  <a:srgbClr val="C00000"/>
                </a:solidFill>
              </a:rPr>
              <a:t>存储器结构</a:t>
            </a:r>
          </a:p>
        </p:txBody>
      </p:sp>
      <p:pic>
        <p:nvPicPr>
          <p:cNvPr id="1026" name="Picture 2" descr="preview"/>
          <p:cNvPicPr>
            <a:picLocks noChangeAspect="1" noChangeArrowheads="1"/>
          </p:cNvPicPr>
          <p:nvPr/>
        </p:nvPicPr>
        <p:blipFill>
          <a:blip r:embed="rId2"/>
          <a:srcRect/>
          <a:stretch>
            <a:fillRect/>
          </a:stretch>
        </p:blipFill>
        <p:spPr bwMode="auto">
          <a:xfrm>
            <a:off x="214282" y="1500174"/>
            <a:ext cx="8815416" cy="4643470"/>
          </a:xfrm>
          <a:prstGeom prst="rect">
            <a:avLst/>
          </a:prstGeom>
          <a:noFill/>
        </p:spPr>
      </p:pic>
      <mc:AlternateContent xmlns:mc="http://schemas.openxmlformats.org/markup-compatibility/2006" xmlns:p14="http://schemas.microsoft.com/office/powerpoint/2010/main">
        <mc:Choice Requires="p14">
          <p:contentPart p14:bwMode="auto" r:id="rId3">
            <p14:nvContentPartPr>
              <p14:cNvPr id="3" name="墨迹 2">
                <a:extLst>
                  <a:ext uri="{FF2B5EF4-FFF2-40B4-BE49-F238E27FC236}">
                    <a16:creationId xmlns:a16="http://schemas.microsoft.com/office/drawing/2014/main" id="{39ABBFA8-4A3A-836D-D95D-8A5ACCF6C07D}"/>
                  </a:ext>
                </a:extLst>
              </p14:cNvPr>
              <p14:cNvContentPartPr/>
              <p14:nvPr/>
            </p14:nvContentPartPr>
            <p14:xfrm>
              <a:off x="5726305" y="5475789"/>
              <a:ext cx="2751480" cy="29520"/>
            </p14:xfrm>
          </p:contentPart>
        </mc:Choice>
        <mc:Fallback xmlns="">
          <p:pic>
            <p:nvPicPr>
              <p:cNvPr id="3" name="墨迹 2">
                <a:extLst>
                  <a:ext uri="{FF2B5EF4-FFF2-40B4-BE49-F238E27FC236}">
                    <a16:creationId xmlns:a16="http://schemas.microsoft.com/office/drawing/2014/main" id="{39ABBFA8-4A3A-836D-D95D-8A5ACCF6C07D}"/>
                  </a:ext>
                </a:extLst>
              </p:cNvPr>
              <p:cNvPicPr/>
              <p:nvPr/>
            </p:nvPicPr>
            <p:blipFill>
              <a:blip r:embed="rId4"/>
              <a:stretch>
                <a:fillRect/>
              </a:stretch>
            </p:blipFill>
            <p:spPr>
              <a:xfrm>
                <a:off x="5708305" y="5458149"/>
                <a:ext cx="278712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墨迹 3">
                <a:extLst>
                  <a:ext uri="{FF2B5EF4-FFF2-40B4-BE49-F238E27FC236}">
                    <a16:creationId xmlns:a16="http://schemas.microsoft.com/office/drawing/2014/main" id="{CBFC66F7-5224-D7D7-D55C-A81AE39832F8}"/>
                  </a:ext>
                </a:extLst>
              </p14:cNvPr>
              <p14:cNvContentPartPr/>
              <p14:nvPr/>
            </p14:nvContentPartPr>
            <p14:xfrm>
              <a:off x="2133505" y="5377509"/>
              <a:ext cx="224640" cy="125640"/>
            </p14:xfrm>
          </p:contentPart>
        </mc:Choice>
        <mc:Fallback xmlns="">
          <p:pic>
            <p:nvPicPr>
              <p:cNvPr id="4" name="墨迹 3">
                <a:extLst>
                  <a:ext uri="{FF2B5EF4-FFF2-40B4-BE49-F238E27FC236}">
                    <a16:creationId xmlns:a16="http://schemas.microsoft.com/office/drawing/2014/main" id="{CBFC66F7-5224-D7D7-D55C-A81AE39832F8}"/>
                  </a:ext>
                </a:extLst>
              </p:cNvPr>
              <p:cNvPicPr/>
              <p:nvPr/>
            </p:nvPicPr>
            <p:blipFill>
              <a:blip r:embed="rId6"/>
              <a:stretch>
                <a:fillRect/>
              </a:stretch>
            </p:blipFill>
            <p:spPr>
              <a:xfrm>
                <a:off x="2115505" y="5359869"/>
                <a:ext cx="26028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墨迹 4">
                <a:extLst>
                  <a:ext uri="{FF2B5EF4-FFF2-40B4-BE49-F238E27FC236}">
                    <a16:creationId xmlns:a16="http://schemas.microsoft.com/office/drawing/2014/main" id="{4D2DE4FB-9562-CB98-D444-8AE99754D7F0}"/>
                  </a:ext>
                </a:extLst>
              </p14:cNvPr>
              <p14:cNvContentPartPr/>
              <p14:nvPr/>
            </p14:nvContentPartPr>
            <p14:xfrm>
              <a:off x="4036105" y="5449149"/>
              <a:ext cx="118080" cy="122400"/>
            </p14:xfrm>
          </p:contentPart>
        </mc:Choice>
        <mc:Fallback xmlns="">
          <p:pic>
            <p:nvPicPr>
              <p:cNvPr id="5" name="墨迹 4">
                <a:extLst>
                  <a:ext uri="{FF2B5EF4-FFF2-40B4-BE49-F238E27FC236}">
                    <a16:creationId xmlns:a16="http://schemas.microsoft.com/office/drawing/2014/main" id="{4D2DE4FB-9562-CB98-D444-8AE99754D7F0}"/>
                  </a:ext>
                </a:extLst>
              </p:cNvPr>
              <p:cNvPicPr/>
              <p:nvPr/>
            </p:nvPicPr>
            <p:blipFill>
              <a:blip r:embed="rId8"/>
              <a:stretch>
                <a:fillRect/>
              </a:stretch>
            </p:blipFill>
            <p:spPr>
              <a:xfrm>
                <a:off x="4018105" y="5431509"/>
                <a:ext cx="153720" cy="158040"/>
              </a:xfrm>
              <a:prstGeom prst="rect">
                <a:avLst/>
              </a:prstGeom>
            </p:spPr>
          </p:pic>
        </mc:Fallback>
      </mc:AlternateContent>
      <p:grpSp>
        <p:nvGrpSpPr>
          <p:cNvPr id="13" name="组合 12">
            <a:extLst>
              <a:ext uri="{FF2B5EF4-FFF2-40B4-BE49-F238E27FC236}">
                <a16:creationId xmlns:a16="http://schemas.microsoft.com/office/drawing/2014/main" id="{9DCBCCA6-B0B4-B2D5-0A70-65DF45BD7E2D}"/>
              </a:ext>
            </a:extLst>
          </p:cNvPr>
          <p:cNvGrpSpPr/>
          <p:nvPr/>
        </p:nvGrpSpPr>
        <p:grpSpPr>
          <a:xfrm>
            <a:off x="4811905" y="4156029"/>
            <a:ext cx="359640" cy="141120"/>
            <a:chOff x="4811905" y="4156029"/>
            <a:chExt cx="359640" cy="141120"/>
          </a:xfrm>
        </p:grpSpPr>
        <mc:AlternateContent xmlns:mc="http://schemas.openxmlformats.org/markup-compatibility/2006" xmlns:p14="http://schemas.microsoft.com/office/powerpoint/2010/main">
          <mc:Choice Requires="p14">
            <p:contentPart p14:bwMode="auto" r:id="rId9">
              <p14:nvContentPartPr>
                <p14:cNvPr id="6" name="墨迹 5">
                  <a:extLst>
                    <a:ext uri="{FF2B5EF4-FFF2-40B4-BE49-F238E27FC236}">
                      <a16:creationId xmlns:a16="http://schemas.microsoft.com/office/drawing/2014/main" id="{79FDBDC9-604B-983D-EA33-CE37E4C2A75F}"/>
                    </a:ext>
                  </a:extLst>
                </p14:cNvPr>
                <p14:cNvContentPartPr/>
                <p14:nvPr/>
              </p14:nvContentPartPr>
              <p14:xfrm>
                <a:off x="4823425" y="4156029"/>
                <a:ext cx="99360" cy="95760"/>
              </p14:xfrm>
            </p:contentPart>
          </mc:Choice>
          <mc:Fallback xmlns="">
            <p:pic>
              <p:nvPicPr>
                <p:cNvPr id="6" name="墨迹 5">
                  <a:extLst>
                    <a:ext uri="{FF2B5EF4-FFF2-40B4-BE49-F238E27FC236}">
                      <a16:creationId xmlns:a16="http://schemas.microsoft.com/office/drawing/2014/main" id="{79FDBDC9-604B-983D-EA33-CE37E4C2A75F}"/>
                    </a:ext>
                  </a:extLst>
                </p:cNvPr>
                <p:cNvPicPr/>
                <p:nvPr/>
              </p:nvPicPr>
              <p:blipFill>
                <a:blip r:embed="rId10"/>
                <a:stretch>
                  <a:fillRect/>
                </a:stretch>
              </p:blipFill>
              <p:spPr>
                <a:xfrm>
                  <a:off x="4805785" y="4138389"/>
                  <a:ext cx="13500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7" name="墨迹 6">
                  <a:extLst>
                    <a:ext uri="{FF2B5EF4-FFF2-40B4-BE49-F238E27FC236}">
                      <a16:creationId xmlns:a16="http://schemas.microsoft.com/office/drawing/2014/main" id="{D5073A0B-C859-7AA0-AC9E-CB90325C756F}"/>
                    </a:ext>
                  </a:extLst>
                </p14:cNvPr>
                <p14:cNvContentPartPr/>
                <p14:nvPr/>
              </p14:nvContentPartPr>
              <p14:xfrm>
                <a:off x="4811905" y="4248549"/>
                <a:ext cx="70920" cy="48600"/>
              </p14:xfrm>
            </p:contentPart>
          </mc:Choice>
          <mc:Fallback xmlns="">
            <p:pic>
              <p:nvPicPr>
                <p:cNvPr id="7" name="墨迹 6">
                  <a:extLst>
                    <a:ext uri="{FF2B5EF4-FFF2-40B4-BE49-F238E27FC236}">
                      <a16:creationId xmlns:a16="http://schemas.microsoft.com/office/drawing/2014/main" id="{D5073A0B-C859-7AA0-AC9E-CB90325C756F}"/>
                    </a:ext>
                  </a:extLst>
                </p:cNvPr>
                <p:cNvPicPr/>
                <p:nvPr/>
              </p:nvPicPr>
              <p:blipFill>
                <a:blip r:embed="rId12"/>
                <a:stretch>
                  <a:fillRect/>
                </a:stretch>
              </p:blipFill>
              <p:spPr>
                <a:xfrm>
                  <a:off x="4794265" y="4230909"/>
                  <a:ext cx="10656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9" name="墨迹 8">
                  <a:extLst>
                    <a:ext uri="{FF2B5EF4-FFF2-40B4-BE49-F238E27FC236}">
                      <a16:creationId xmlns:a16="http://schemas.microsoft.com/office/drawing/2014/main" id="{3D1A7018-CEFC-EBD6-B97C-B9B03DF6E723}"/>
                    </a:ext>
                  </a:extLst>
                </p14:cNvPr>
                <p14:cNvContentPartPr/>
                <p14:nvPr/>
              </p14:nvContentPartPr>
              <p14:xfrm>
                <a:off x="4885705" y="4220829"/>
                <a:ext cx="147240" cy="28440"/>
              </p14:xfrm>
            </p:contentPart>
          </mc:Choice>
          <mc:Fallback xmlns="">
            <p:pic>
              <p:nvPicPr>
                <p:cNvPr id="9" name="墨迹 8">
                  <a:extLst>
                    <a:ext uri="{FF2B5EF4-FFF2-40B4-BE49-F238E27FC236}">
                      <a16:creationId xmlns:a16="http://schemas.microsoft.com/office/drawing/2014/main" id="{3D1A7018-CEFC-EBD6-B97C-B9B03DF6E723}"/>
                    </a:ext>
                  </a:extLst>
                </p:cNvPr>
                <p:cNvPicPr/>
                <p:nvPr/>
              </p:nvPicPr>
              <p:blipFill>
                <a:blip r:embed="rId14"/>
                <a:stretch>
                  <a:fillRect/>
                </a:stretch>
              </p:blipFill>
              <p:spPr>
                <a:xfrm>
                  <a:off x="4867705" y="4202829"/>
                  <a:ext cx="18288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1" name="墨迹 10">
                  <a:extLst>
                    <a:ext uri="{FF2B5EF4-FFF2-40B4-BE49-F238E27FC236}">
                      <a16:creationId xmlns:a16="http://schemas.microsoft.com/office/drawing/2014/main" id="{B0FCEF62-F8DB-EBCA-B86E-4F889C74DDE3}"/>
                    </a:ext>
                  </a:extLst>
                </p14:cNvPr>
                <p14:cNvContentPartPr/>
                <p14:nvPr/>
              </p14:nvContentPartPr>
              <p14:xfrm>
                <a:off x="4857985" y="4213269"/>
                <a:ext cx="175320" cy="35640"/>
              </p14:xfrm>
            </p:contentPart>
          </mc:Choice>
          <mc:Fallback xmlns="">
            <p:pic>
              <p:nvPicPr>
                <p:cNvPr id="11" name="墨迹 10">
                  <a:extLst>
                    <a:ext uri="{FF2B5EF4-FFF2-40B4-BE49-F238E27FC236}">
                      <a16:creationId xmlns:a16="http://schemas.microsoft.com/office/drawing/2014/main" id="{B0FCEF62-F8DB-EBCA-B86E-4F889C74DDE3}"/>
                    </a:ext>
                  </a:extLst>
                </p:cNvPr>
                <p:cNvPicPr/>
                <p:nvPr/>
              </p:nvPicPr>
              <p:blipFill>
                <a:blip r:embed="rId16"/>
                <a:stretch>
                  <a:fillRect/>
                </a:stretch>
              </p:blipFill>
              <p:spPr>
                <a:xfrm>
                  <a:off x="4840345" y="4195269"/>
                  <a:ext cx="21096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2" name="墨迹 11">
                  <a:extLst>
                    <a:ext uri="{FF2B5EF4-FFF2-40B4-BE49-F238E27FC236}">
                      <a16:creationId xmlns:a16="http://schemas.microsoft.com/office/drawing/2014/main" id="{2A15E81C-C370-1623-4543-FC6B79E08287}"/>
                    </a:ext>
                  </a:extLst>
                </p14:cNvPr>
                <p14:cNvContentPartPr/>
                <p14:nvPr/>
              </p14:nvContentPartPr>
              <p14:xfrm>
                <a:off x="4895065" y="4192749"/>
                <a:ext cx="276480" cy="19440"/>
              </p14:xfrm>
            </p:contentPart>
          </mc:Choice>
          <mc:Fallback xmlns="">
            <p:pic>
              <p:nvPicPr>
                <p:cNvPr id="12" name="墨迹 11">
                  <a:extLst>
                    <a:ext uri="{FF2B5EF4-FFF2-40B4-BE49-F238E27FC236}">
                      <a16:creationId xmlns:a16="http://schemas.microsoft.com/office/drawing/2014/main" id="{2A15E81C-C370-1623-4543-FC6B79E08287}"/>
                    </a:ext>
                  </a:extLst>
                </p:cNvPr>
                <p:cNvPicPr/>
                <p:nvPr/>
              </p:nvPicPr>
              <p:blipFill>
                <a:blip r:embed="rId18"/>
                <a:stretch>
                  <a:fillRect/>
                </a:stretch>
              </p:blipFill>
              <p:spPr>
                <a:xfrm>
                  <a:off x="4877425" y="4175109"/>
                  <a:ext cx="312120" cy="55080"/>
                </a:xfrm>
                <a:prstGeom prst="rect">
                  <a:avLst/>
                </a:prstGeom>
              </p:spPr>
            </p:pic>
          </mc:Fallback>
        </mc:AlternateContent>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b="1" dirty="0">
                <a:solidFill>
                  <a:srgbClr val="7030A0"/>
                </a:solidFill>
              </a:rPr>
              <a:t>1.</a:t>
            </a:r>
            <a:r>
              <a:rPr lang="zh-CN" altLang="en-US" sz="3200" b="1" dirty="0">
                <a:solidFill>
                  <a:srgbClr val="7030A0"/>
                </a:solidFill>
              </a:rPr>
              <a:t>存储器结构</a:t>
            </a:r>
          </a:p>
        </p:txBody>
      </p:sp>
      <p:sp>
        <p:nvSpPr>
          <p:cNvPr id="3" name="内容占位符 2"/>
          <p:cNvSpPr>
            <a:spLocks noGrp="1"/>
          </p:cNvSpPr>
          <p:nvPr>
            <p:ph idx="1"/>
          </p:nvPr>
        </p:nvSpPr>
        <p:spPr/>
        <p:txBody>
          <a:bodyPr/>
          <a:lstStyle/>
          <a:p>
            <a:r>
              <a:rPr lang="zh-CN" altLang="en-US" dirty="0"/>
              <a:t>单片机结构有两种类型：一种是程序存储器与数据存储器分开的形式，即</a:t>
            </a:r>
            <a:r>
              <a:rPr lang="zh-CN" altLang="en-US" b="1" dirty="0">
                <a:solidFill>
                  <a:srgbClr val="FF0000"/>
                </a:solidFill>
              </a:rPr>
              <a:t>哈弗结构</a:t>
            </a:r>
            <a:r>
              <a:rPr lang="zh-CN" altLang="en-US" dirty="0"/>
              <a:t>； 另一种是通用计算机广泛使用的程序存储器和数据存储器合二为一的结构，</a:t>
            </a:r>
            <a:r>
              <a:rPr lang="zh-CN" altLang="en-US" b="1" dirty="0">
                <a:solidFill>
                  <a:srgbClr val="FF0000"/>
                </a:solidFill>
              </a:rPr>
              <a:t>冯诺依曼结构</a:t>
            </a:r>
            <a:r>
              <a:rPr lang="zh-CN" altLang="en-US" dirty="0"/>
              <a:t>。冯诺依曼结构是在哈佛结构之后提出的，冯诺依曼提出“代码本身也是一种数据”，解决了哈佛结构的一个问题</a:t>
            </a:r>
            <a:r>
              <a:rPr lang="en-US" altLang="zh-CN" dirty="0"/>
              <a:t>——</a:t>
            </a:r>
            <a:r>
              <a:rPr lang="zh-CN" altLang="en-US" dirty="0"/>
              <a:t>总线暂用资源太多。</a:t>
            </a:r>
            <a:r>
              <a:rPr lang="en-US" altLang="zh-CN" b="1" dirty="0">
                <a:solidFill>
                  <a:srgbClr val="FF0000"/>
                </a:solidFill>
              </a:rPr>
              <a:t>MCS-51</a:t>
            </a:r>
            <a:r>
              <a:rPr lang="zh-CN" altLang="en-US" b="1" dirty="0">
                <a:solidFill>
                  <a:srgbClr val="FF0000"/>
                </a:solidFill>
              </a:rPr>
              <a:t>存储器的结构：哈佛（</a:t>
            </a:r>
            <a:r>
              <a:rPr lang="en-US" altLang="zh-CN" b="1" dirty="0" err="1">
                <a:solidFill>
                  <a:srgbClr val="FF0000"/>
                </a:solidFill>
              </a:rPr>
              <a:t>Har-vard</a:t>
            </a:r>
            <a:r>
              <a:rPr lang="zh-CN" altLang="en-US" b="1" dirty="0">
                <a:solidFill>
                  <a:srgbClr val="FF0000"/>
                </a:solidFill>
              </a:rPr>
              <a:t>）结构 </a:t>
            </a:r>
            <a:r>
              <a:rPr lang="zh-CN" altLang="en-US" dirty="0"/>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sz="3200" b="1" dirty="0">
                <a:solidFill>
                  <a:srgbClr val="7030A0"/>
                </a:solidFill>
              </a:rPr>
              <a:t>2.</a:t>
            </a:r>
            <a:r>
              <a:rPr lang="zh-CN" altLang="en-US" sz="3200" b="1" dirty="0">
                <a:solidFill>
                  <a:srgbClr val="7030A0"/>
                </a:solidFill>
              </a:rPr>
              <a:t>程序存储器</a:t>
            </a:r>
            <a:r>
              <a:rPr lang="zh-CN" altLang="en-US" dirty="0"/>
              <a:t> </a:t>
            </a:r>
          </a:p>
        </p:txBody>
      </p:sp>
      <p:sp>
        <p:nvSpPr>
          <p:cNvPr id="3" name="内容占位符 2"/>
          <p:cNvSpPr>
            <a:spLocks noGrp="1"/>
          </p:cNvSpPr>
          <p:nvPr>
            <p:ph idx="1"/>
          </p:nvPr>
        </p:nvSpPr>
        <p:spPr/>
        <p:txBody>
          <a:bodyPr>
            <a:normAutofit fontScale="62500" lnSpcReduction="20000"/>
          </a:bodyPr>
          <a:lstStyle/>
          <a:p>
            <a:pPr>
              <a:lnSpc>
                <a:spcPct val="160000"/>
              </a:lnSpc>
            </a:pPr>
            <a:r>
              <a:rPr lang="zh-CN" altLang="en-US" dirty="0"/>
              <a:t>存放应用程序和表格之类的固定常数。分为片内和片外两部分，由</a:t>
            </a:r>
            <a:r>
              <a:rPr lang="en-US" altLang="zh-CN" dirty="0"/>
              <a:t>EA*</a:t>
            </a:r>
            <a:r>
              <a:rPr lang="zh-CN" altLang="en-US" dirty="0"/>
              <a:t>引脚上所接的电平确定。程序存储器中的</a:t>
            </a:r>
            <a:r>
              <a:rPr lang="en-US" altLang="zh-CN" dirty="0"/>
              <a:t>0000H</a:t>
            </a:r>
            <a:r>
              <a:rPr lang="zh-CN" altLang="en-US" dirty="0"/>
              <a:t>地址是系统程序的启动地址。</a:t>
            </a:r>
            <a:endParaRPr lang="en-US" altLang="zh-CN" dirty="0"/>
          </a:p>
          <a:p>
            <a:pPr>
              <a:lnSpc>
                <a:spcPct val="160000"/>
              </a:lnSpc>
            </a:pPr>
            <a:r>
              <a:rPr lang="zh-CN" altLang="en-US" b="1" dirty="0">
                <a:solidFill>
                  <a:srgbClr val="FF0000"/>
                </a:solidFill>
              </a:rPr>
              <a:t>当单片机的</a:t>
            </a:r>
            <a:r>
              <a:rPr lang="en-US" altLang="zh-CN" b="1" dirty="0">
                <a:solidFill>
                  <a:srgbClr val="FF0000"/>
                </a:solidFill>
              </a:rPr>
              <a:t>EA</a:t>
            </a:r>
            <a:r>
              <a:rPr lang="zh-CN" altLang="en-US" b="1" dirty="0">
                <a:solidFill>
                  <a:srgbClr val="FF0000"/>
                </a:solidFill>
              </a:rPr>
              <a:t>引脚为</a:t>
            </a:r>
            <a:r>
              <a:rPr lang="en-US" altLang="zh-CN" b="1" dirty="0">
                <a:solidFill>
                  <a:srgbClr val="FF0000"/>
                </a:solidFill>
              </a:rPr>
              <a:t>1: </a:t>
            </a:r>
            <a:r>
              <a:rPr lang="zh-CN" altLang="en-US" b="1" dirty="0">
                <a:solidFill>
                  <a:srgbClr val="FF0000"/>
                </a:solidFill>
              </a:rPr>
              <a:t>同时使用片内外的</a:t>
            </a:r>
            <a:r>
              <a:rPr lang="en-US" altLang="zh-CN" b="1" dirty="0">
                <a:solidFill>
                  <a:srgbClr val="FF0000"/>
                </a:solidFill>
              </a:rPr>
              <a:t>ROM</a:t>
            </a:r>
            <a:r>
              <a:rPr lang="zh-CN" altLang="en-US" b="1" dirty="0">
                <a:solidFill>
                  <a:srgbClr val="FF0000"/>
                </a:solidFill>
              </a:rPr>
              <a:t>。</a:t>
            </a:r>
            <a:r>
              <a:rPr lang="zh-CN" altLang="en-US" dirty="0"/>
              <a:t>若程序计数器</a:t>
            </a:r>
            <a:r>
              <a:rPr lang="en-US" altLang="zh-CN" dirty="0"/>
              <a:t>PC</a:t>
            </a:r>
            <a:r>
              <a:rPr lang="zh-CN" altLang="en-US" dirty="0"/>
              <a:t>的值在</a:t>
            </a:r>
            <a:r>
              <a:rPr lang="en-US" altLang="zh-CN" dirty="0"/>
              <a:t>4KB</a:t>
            </a:r>
            <a:r>
              <a:rPr lang="zh-CN" altLang="en-US" dirty="0"/>
              <a:t>（</a:t>
            </a:r>
            <a:r>
              <a:rPr lang="en-US" altLang="zh-CN" dirty="0"/>
              <a:t>0000H</a:t>
            </a:r>
            <a:r>
              <a:rPr lang="zh-CN" altLang="en-US" dirty="0"/>
              <a:t>～</a:t>
            </a:r>
            <a:r>
              <a:rPr lang="en-US" altLang="zh-CN" dirty="0"/>
              <a:t>0FFFH</a:t>
            </a:r>
            <a:r>
              <a:rPr lang="zh-CN" altLang="en-US" dirty="0"/>
              <a:t>）范围内，</a:t>
            </a:r>
            <a:r>
              <a:rPr lang="en-US" altLang="zh-CN" dirty="0"/>
              <a:t>CPU</a:t>
            </a:r>
            <a:r>
              <a:rPr lang="zh-CN" altLang="en-US" dirty="0"/>
              <a:t>访问片内</a:t>
            </a:r>
            <a:r>
              <a:rPr lang="en-US" altLang="zh-CN" dirty="0"/>
              <a:t>ROM</a:t>
            </a:r>
            <a:r>
              <a:rPr lang="zh-CN" altLang="en-US" dirty="0"/>
              <a:t>，执行片内</a:t>
            </a:r>
            <a:r>
              <a:rPr lang="en-US" altLang="zh-CN" dirty="0"/>
              <a:t>ROM</a:t>
            </a:r>
            <a:r>
              <a:rPr lang="zh-CN" altLang="en-US" dirty="0"/>
              <a:t>中的程序；若</a:t>
            </a:r>
            <a:r>
              <a:rPr lang="en-US" altLang="zh-CN" dirty="0"/>
              <a:t>PC</a:t>
            </a:r>
            <a:r>
              <a:rPr lang="zh-CN" altLang="en-US" dirty="0"/>
              <a:t>的值大于</a:t>
            </a:r>
            <a:r>
              <a:rPr lang="en-US" altLang="zh-CN" dirty="0"/>
              <a:t>0FFFH</a:t>
            </a:r>
            <a:r>
              <a:rPr lang="zh-CN" altLang="en-US" dirty="0"/>
              <a:t>（</a:t>
            </a:r>
            <a:r>
              <a:rPr lang="en-US" altLang="zh-CN" dirty="0"/>
              <a:t>0FFFH</a:t>
            </a:r>
            <a:r>
              <a:rPr lang="zh-CN" altLang="en-US" dirty="0"/>
              <a:t>～</a:t>
            </a:r>
            <a:r>
              <a:rPr lang="en-US" altLang="zh-CN" dirty="0"/>
              <a:t>FFEFH</a:t>
            </a:r>
            <a:r>
              <a:rPr lang="zh-CN" altLang="en-US" dirty="0"/>
              <a:t>），</a:t>
            </a:r>
            <a:r>
              <a:rPr lang="en-US" altLang="zh-CN" dirty="0"/>
              <a:t>CPU</a:t>
            </a:r>
            <a:r>
              <a:rPr lang="zh-CN" altLang="en-US" dirty="0"/>
              <a:t>将自动访问片外</a:t>
            </a:r>
            <a:r>
              <a:rPr lang="en-US" altLang="zh-CN" dirty="0"/>
              <a:t>ROM</a:t>
            </a:r>
            <a:r>
              <a:rPr lang="zh-CN" altLang="en-US" dirty="0"/>
              <a:t>。</a:t>
            </a:r>
            <a:endParaRPr lang="en-US" altLang="zh-CN" dirty="0"/>
          </a:p>
          <a:p>
            <a:pPr>
              <a:lnSpc>
                <a:spcPct val="160000"/>
              </a:lnSpc>
            </a:pPr>
            <a:r>
              <a:rPr lang="zh-CN" altLang="en-US" b="1" dirty="0">
                <a:solidFill>
                  <a:srgbClr val="FF0000"/>
                </a:solidFill>
              </a:rPr>
              <a:t>单片机的</a:t>
            </a:r>
            <a:r>
              <a:rPr lang="en-US" altLang="zh-CN" b="1" dirty="0">
                <a:solidFill>
                  <a:srgbClr val="FF0000"/>
                </a:solidFill>
              </a:rPr>
              <a:t>EA</a:t>
            </a:r>
            <a:r>
              <a:rPr lang="zh-CN" altLang="en-US" b="1" dirty="0">
                <a:solidFill>
                  <a:srgbClr val="FF0000"/>
                </a:solidFill>
              </a:rPr>
              <a:t>引脚为</a:t>
            </a:r>
            <a:r>
              <a:rPr lang="en-US" altLang="zh-CN" b="1" dirty="0">
                <a:solidFill>
                  <a:srgbClr val="FF0000"/>
                </a:solidFill>
              </a:rPr>
              <a:t>0: </a:t>
            </a:r>
            <a:r>
              <a:rPr lang="zh-CN" altLang="en-US" b="1" dirty="0">
                <a:solidFill>
                  <a:srgbClr val="FF0000"/>
                </a:solidFill>
              </a:rPr>
              <a:t>只使用片外</a:t>
            </a:r>
            <a:r>
              <a:rPr lang="en-US" altLang="zh-CN" b="1" dirty="0">
                <a:solidFill>
                  <a:srgbClr val="FF0000"/>
                </a:solidFill>
              </a:rPr>
              <a:t>ROM</a:t>
            </a:r>
            <a:r>
              <a:rPr lang="zh-CN" altLang="en-US" b="1" dirty="0">
                <a:solidFill>
                  <a:srgbClr val="FF0000"/>
                </a:solidFill>
              </a:rPr>
              <a:t>，丢弃片内</a:t>
            </a:r>
            <a:r>
              <a:rPr lang="en-US" altLang="zh-CN" b="1" dirty="0">
                <a:solidFill>
                  <a:srgbClr val="FF0000"/>
                </a:solidFill>
              </a:rPr>
              <a:t>ROM</a:t>
            </a:r>
            <a:r>
              <a:rPr lang="zh-CN" altLang="en-US" b="1" dirty="0">
                <a:solidFill>
                  <a:srgbClr val="FF0000"/>
                </a:solidFill>
              </a:rPr>
              <a:t>。</a:t>
            </a:r>
            <a:r>
              <a:rPr lang="en-US" altLang="zh-CN" dirty="0"/>
              <a:t>CPU</a:t>
            </a:r>
            <a:r>
              <a:rPr lang="zh-CN" altLang="en-US" dirty="0"/>
              <a:t>的所有取指令操作均访问片外</a:t>
            </a:r>
            <a:r>
              <a:rPr lang="en-US" altLang="zh-CN" dirty="0"/>
              <a:t>ROM</a:t>
            </a:r>
            <a:r>
              <a:rPr lang="zh-CN" altLang="en-US" dirty="0"/>
              <a:t>，这时片外</a:t>
            </a:r>
            <a:r>
              <a:rPr lang="en-US" altLang="zh-CN" dirty="0"/>
              <a:t>ROM</a:t>
            </a:r>
            <a:r>
              <a:rPr lang="zh-CN" altLang="en-US" dirty="0"/>
              <a:t>从</a:t>
            </a:r>
            <a:r>
              <a:rPr lang="en-US" altLang="zh-CN" dirty="0"/>
              <a:t>0000H</a:t>
            </a:r>
            <a:r>
              <a:rPr lang="zh-CN" altLang="en-US" dirty="0"/>
              <a:t>开始编址。</a:t>
            </a:r>
          </a:p>
        </p:txBody>
      </p:sp>
      <mc:AlternateContent xmlns:mc="http://schemas.openxmlformats.org/markup-compatibility/2006" xmlns:p14="http://schemas.microsoft.com/office/powerpoint/2010/main">
        <mc:Choice Requires="p14">
          <p:contentPart p14:bwMode="auto" r:id="rId2">
            <p14:nvContentPartPr>
              <p14:cNvPr id="4" name="墨迹 3">
                <a:extLst>
                  <a:ext uri="{FF2B5EF4-FFF2-40B4-BE49-F238E27FC236}">
                    <a16:creationId xmlns:a16="http://schemas.microsoft.com/office/drawing/2014/main" id="{B641B5E6-158B-EB89-6501-BB3427C84622}"/>
                  </a:ext>
                </a:extLst>
              </p14:cNvPr>
              <p14:cNvContentPartPr/>
              <p14:nvPr/>
            </p14:nvContentPartPr>
            <p14:xfrm>
              <a:off x="1486945" y="2059029"/>
              <a:ext cx="673560" cy="10440"/>
            </p14:xfrm>
          </p:contentPart>
        </mc:Choice>
        <mc:Fallback xmlns="">
          <p:pic>
            <p:nvPicPr>
              <p:cNvPr id="4" name="墨迹 3">
                <a:extLst>
                  <a:ext uri="{FF2B5EF4-FFF2-40B4-BE49-F238E27FC236}">
                    <a16:creationId xmlns:a16="http://schemas.microsoft.com/office/drawing/2014/main" id="{B641B5E6-158B-EB89-6501-BB3427C84622}"/>
                  </a:ext>
                </a:extLst>
              </p:cNvPr>
              <p:cNvPicPr/>
              <p:nvPr/>
            </p:nvPicPr>
            <p:blipFill>
              <a:blip r:embed="rId3"/>
              <a:stretch>
                <a:fillRect/>
              </a:stretch>
            </p:blipFill>
            <p:spPr>
              <a:xfrm>
                <a:off x="1468945" y="2041029"/>
                <a:ext cx="709200" cy="46080"/>
              </a:xfrm>
              <a:prstGeom prst="rect">
                <a:avLst/>
              </a:prstGeom>
            </p:spPr>
          </p:pic>
        </mc:Fallback>
      </mc:AlternateContent>
      <p:grpSp>
        <p:nvGrpSpPr>
          <p:cNvPr id="12" name="组合 11">
            <a:extLst>
              <a:ext uri="{FF2B5EF4-FFF2-40B4-BE49-F238E27FC236}">
                <a16:creationId xmlns:a16="http://schemas.microsoft.com/office/drawing/2014/main" id="{20DB0EFA-79D4-5838-8642-1E35D0CFA57E}"/>
              </a:ext>
            </a:extLst>
          </p:cNvPr>
          <p:cNvGrpSpPr/>
          <p:nvPr/>
        </p:nvGrpSpPr>
        <p:grpSpPr>
          <a:xfrm>
            <a:off x="3092185" y="729549"/>
            <a:ext cx="1038240" cy="600480"/>
            <a:chOff x="3092185" y="729549"/>
            <a:chExt cx="1038240" cy="600480"/>
          </a:xfrm>
        </p:grpSpPr>
        <mc:AlternateContent xmlns:mc="http://schemas.openxmlformats.org/markup-compatibility/2006" xmlns:p14="http://schemas.microsoft.com/office/powerpoint/2010/main">
          <mc:Choice Requires="p14">
            <p:contentPart p14:bwMode="auto" r:id="rId4">
              <p14:nvContentPartPr>
                <p14:cNvPr id="5" name="墨迹 4">
                  <a:extLst>
                    <a:ext uri="{FF2B5EF4-FFF2-40B4-BE49-F238E27FC236}">
                      <a16:creationId xmlns:a16="http://schemas.microsoft.com/office/drawing/2014/main" id="{A0B5E9AD-238A-AD2E-BDA0-05F9888A8EB1}"/>
                    </a:ext>
                  </a:extLst>
                </p14:cNvPr>
                <p14:cNvContentPartPr/>
                <p14:nvPr/>
              </p14:nvContentPartPr>
              <p14:xfrm>
                <a:off x="3092185" y="766629"/>
                <a:ext cx="122400" cy="261000"/>
              </p14:xfrm>
            </p:contentPart>
          </mc:Choice>
          <mc:Fallback xmlns="">
            <p:pic>
              <p:nvPicPr>
                <p:cNvPr id="5" name="墨迹 4">
                  <a:extLst>
                    <a:ext uri="{FF2B5EF4-FFF2-40B4-BE49-F238E27FC236}">
                      <a16:creationId xmlns:a16="http://schemas.microsoft.com/office/drawing/2014/main" id="{A0B5E9AD-238A-AD2E-BDA0-05F9888A8EB1}"/>
                    </a:ext>
                  </a:extLst>
                </p:cNvPr>
                <p:cNvPicPr/>
                <p:nvPr/>
              </p:nvPicPr>
              <p:blipFill>
                <a:blip r:embed="rId5"/>
                <a:stretch>
                  <a:fillRect/>
                </a:stretch>
              </p:blipFill>
              <p:spPr>
                <a:xfrm>
                  <a:off x="3074185" y="748629"/>
                  <a:ext cx="158040" cy="2966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墨迹 5">
                  <a:extLst>
                    <a:ext uri="{FF2B5EF4-FFF2-40B4-BE49-F238E27FC236}">
                      <a16:creationId xmlns:a16="http://schemas.microsoft.com/office/drawing/2014/main" id="{F6E88800-6A78-97B2-6CD9-293F2BAF7C58}"/>
                    </a:ext>
                  </a:extLst>
                </p14:cNvPr>
                <p14:cNvContentPartPr/>
                <p14:nvPr/>
              </p14:nvContentPartPr>
              <p14:xfrm>
                <a:off x="3234025" y="729549"/>
                <a:ext cx="82080" cy="316440"/>
              </p14:xfrm>
            </p:contentPart>
          </mc:Choice>
          <mc:Fallback xmlns="">
            <p:pic>
              <p:nvPicPr>
                <p:cNvPr id="6" name="墨迹 5">
                  <a:extLst>
                    <a:ext uri="{FF2B5EF4-FFF2-40B4-BE49-F238E27FC236}">
                      <a16:creationId xmlns:a16="http://schemas.microsoft.com/office/drawing/2014/main" id="{F6E88800-6A78-97B2-6CD9-293F2BAF7C58}"/>
                    </a:ext>
                  </a:extLst>
                </p:cNvPr>
                <p:cNvPicPr/>
                <p:nvPr/>
              </p:nvPicPr>
              <p:blipFill>
                <a:blip r:embed="rId7"/>
                <a:stretch>
                  <a:fillRect/>
                </a:stretch>
              </p:blipFill>
              <p:spPr>
                <a:xfrm>
                  <a:off x="3216025" y="711549"/>
                  <a:ext cx="117720" cy="352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墨迹 6">
                  <a:extLst>
                    <a:ext uri="{FF2B5EF4-FFF2-40B4-BE49-F238E27FC236}">
                      <a16:creationId xmlns:a16="http://schemas.microsoft.com/office/drawing/2014/main" id="{6418D805-3803-925B-F0EC-AE32D84810B7}"/>
                    </a:ext>
                  </a:extLst>
                </p14:cNvPr>
                <p14:cNvContentPartPr/>
                <p14:nvPr/>
              </p14:nvContentPartPr>
              <p14:xfrm>
                <a:off x="3250945" y="775629"/>
                <a:ext cx="162000" cy="222840"/>
              </p14:xfrm>
            </p:contentPart>
          </mc:Choice>
          <mc:Fallback xmlns="">
            <p:pic>
              <p:nvPicPr>
                <p:cNvPr id="7" name="墨迹 6">
                  <a:extLst>
                    <a:ext uri="{FF2B5EF4-FFF2-40B4-BE49-F238E27FC236}">
                      <a16:creationId xmlns:a16="http://schemas.microsoft.com/office/drawing/2014/main" id="{6418D805-3803-925B-F0EC-AE32D84810B7}"/>
                    </a:ext>
                  </a:extLst>
                </p:cNvPr>
                <p:cNvPicPr/>
                <p:nvPr/>
              </p:nvPicPr>
              <p:blipFill>
                <a:blip r:embed="rId9"/>
                <a:stretch>
                  <a:fillRect/>
                </a:stretch>
              </p:blipFill>
              <p:spPr>
                <a:xfrm>
                  <a:off x="3232945" y="757629"/>
                  <a:ext cx="19764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墨迹 7">
                  <a:extLst>
                    <a:ext uri="{FF2B5EF4-FFF2-40B4-BE49-F238E27FC236}">
                      <a16:creationId xmlns:a16="http://schemas.microsoft.com/office/drawing/2014/main" id="{64765A70-AA7B-65DA-4E63-36F10D18DFE1}"/>
                    </a:ext>
                  </a:extLst>
                </p14:cNvPr>
                <p14:cNvContentPartPr/>
                <p14:nvPr/>
              </p14:nvContentPartPr>
              <p14:xfrm>
                <a:off x="3354265" y="839709"/>
                <a:ext cx="200880" cy="186480"/>
              </p14:xfrm>
            </p:contentPart>
          </mc:Choice>
          <mc:Fallback xmlns="">
            <p:pic>
              <p:nvPicPr>
                <p:cNvPr id="8" name="墨迹 7">
                  <a:extLst>
                    <a:ext uri="{FF2B5EF4-FFF2-40B4-BE49-F238E27FC236}">
                      <a16:creationId xmlns:a16="http://schemas.microsoft.com/office/drawing/2014/main" id="{64765A70-AA7B-65DA-4E63-36F10D18DFE1}"/>
                    </a:ext>
                  </a:extLst>
                </p:cNvPr>
                <p:cNvPicPr/>
                <p:nvPr/>
              </p:nvPicPr>
              <p:blipFill>
                <a:blip r:embed="rId11"/>
                <a:stretch>
                  <a:fillRect/>
                </a:stretch>
              </p:blipFill>
              <p:spPr>
                <a:xfrm>
                  <a:off x="3336625" y="822069"/>
                  <a:ext cx="23652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墨迹 8">
                  <a:extLst>
                    <a:ext uri="{FF2B5EF4-FFF2-40B4-BE49-F238E27FC236}">
                      <a16:creationId xmlns:a16="http://schemas.microsoft.com/office/drawing/2014/main" id="{FC477670-D587-2A97-C2A9-D3F4CA73B02F}"/>
                    </a:ext>
                  </a:extLst>
                </p14:cNvPr>
                <p14:cNvContentPartPr/>
                <p14:nvPr/>
              </p14:nvContentPartPr>
              <p14:xfrm>
                <a:off x="3573145" y="831069"/>
                <a:ext cx="93960" cy="187560"/>
              </p14:xfrm>
            </p:contentPart>
          </mc:Choice>
          <mc:Fallback xmlns="">
            <p:pic>
              <p:nvPicPr>
                <p:cNvPr id="9" name="墨迹 8">
                  <a:extLst>
                    <a:ext uri="{FF2B5EF4-FFF2-40B4-BE49-F238E27FC236}">
                      <a16:creationId xmlns:a16="http://schemas.microsoft.com/office/drawing/2014/main" id="{FC477670-D587-2A97-C2A9-D3F4CA73B02F}"/>
                    </a:ext>
                  </a:extLst>
                </p:cNvPr>
                <p:cNvPicPr/>
                <p:nvPr/>
              </p:nvPicPr>
              <p:blipFill>
                <a:blip r:embed="rId13"/>
                <a:stretch>
                  <a:fillRect/>
                </a:stretch>
              </p:blipFill>
              <p:spPr>
                <a:xfrm>
                  <a:off x="3555145" y="813069"/>
                  <a:ext cx="129600" cy="2232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墨迹 9">
                  <a:extLst>
                    <a:ext uri="{FF2B5EF4-FFF2-40B4-BE49-F238E27FC236}">
                      <a16:creationId xmlns:a16="http://schemas.microsoft.com/office/drawing/2014/main" id="{884C561F-1E42-A43C-7271-8DF35DD72F8E}"/>
                    </a:ext>
                  </a:extLst>
                </p14:cNvPr>
                <p14:cNvContentPartPr/>
                <p14:nvPr/>
              </p14:nvContentPartPr>
              <p14:xfrm>
                <a:off x="3629665" y="858789"/>
                <a:ext cx="189000" cy="166680"/>
              </p14:xfrm>
            </p:contentPart>
          </mc:Choice>
          <mc:Fallback xmlns="">
            <p:pic>
              <p:nvPicPr>
                <p:cNvPr id="10" name="墨迹 9">
                  <a:extLst>
                    <a:ext uri="{FF2B5EF4-FFF2-40B4-BE49-F238E27FC236}">
                      <a16:creationId xmlns:a16="http://schemas.microsoft.com/office/drawing/2014/main" id="{884C561F-1E42-A43C-7271-8DF35DD72F8E}"/>
                    </a:ext>
                  </a:extLst>
                </p:cNvPr>
                <p:cNvPicPr/>
                <p:nvPr/>
              </p:nvPicPr>
              <p:blipFill>
                <a:blip r:embed="rId15"/>
                <a:stretch>
                  <a:fillRect/>
                </a:stretch>
              </p:blipFill>
              <p:spPr>
                <a:xfrm>
                  <a:off x="3611665" y="840789"/>
                  <a:ext cx="22464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墨迹 10">
                  <a:extLst>
                    <a:ext uri="{FF2B5EF4-FFF2-40B4-BE49-F238E27FC236}">
                      <a16:creationId xmlns:a16="http://schemas.microsoft.com/office/drawing/2014/main" id="{76B10D73-B199-02B3-671F-7B050337F11C}"/>
                    </a:ext>
                  </a:extLst>
                </p14:cNvPr>
                <p14:cNvContentPartPr/>
                <p14:nvPr/>
              </p14:nvContentPartPr>
              <p14:xfrm>
                <a:off x="4026745" y="803349"/>
                <a:ext cx="103680" cy="526680"/>
              </p14:xfrm>
            </p:contentPart>
          </mc:Choice>
          <mc:Fallback xmlns="">
            <p:pic>
              <p:nvPicPr>
                <p:cNvPr id="11" name="墨迹 10">
                  <a:extLst>
                    <a:ext uri="{FF2B5EF4-FFF2-40B4-BE49-F238E27FC236}">
                      <a16:creationId xmlns:a16="http://schemas.microsoft.com/office/drawing/2014/main" id="{76B10D73-B199-02B3-671F-7B050337F11C}"/>
                    </a:ext>
                  </a:extLst>
                </p:cNvPr>
                <p:cNvPicPr/>
                <p:nvPr/>
              </p:nvPicPr>
              <p:blipFill>
                <a:blip r:embed="rId17"/>
                <a:stretch>
                  <a:fillRect/>
                </a:stretch>
              </p:blipFill>
              <p:spPr>
                <a:xfrm>
                  <a:off x="4009105" y="785709"/>
                  <a:ext cx="139320" cy="562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
            <p14:nvContentPartPr>
              <p14:cNvPr id="13" name="墨迹 12">
                <a:extLst>
                  <a:ext uri="{FF2B5EF4-FFF2-40B4-BE49-F238E27FC236}">
                    <a16:creationId xmlns:a16="http://schemas.microsoft.com/office/drawing/2014/main" id="{DEE278E2-B154-40DC-0664-990B894DFFC8}"/>
                  </a:ext>
                </a:extLst>
              </p14:cNvPr>
              <p14:cNvContentPartPr/>
              <p14:nvPr/>
            </p14:nvContentPartPr>
            <p14:xfrm>
              <a:off x="2687545" y="2031669"/>
              <a:ext cx="443160" cy="28440"/>
            </p14:xfrm>
          </p:contentPart>
        </mc:Choice>
        <mc:Fallback xmlns="">
          <p:pic>
            <p:nvPicPr>
              <p:cNvPr id="13" name="墨迹 12">
                <a:extLst>
                  <a:ext uri="{FF2B5EF4-FFF2-40B4-BE49-F238E27FC236}">
                    <a16:creationId xmlns:a16="http://schemas.microsoft.com/office/drawing/2014/main" id="{DEE278E2-B154-40DC-0664-990B894DFFC8}"/>
                  </a:ext>
                </a:extLst>
              </p:cNvPr>
              <p:cNvPicPr/>
              <p:nvPr/>
            </p:nvPicPr>
            <p:blipFill>
              <a:blip r:embed="rId19"/>
              <a:stretch>
                <a:fillRect/>
              </a:stretch>
            </p:blipFill>
            <p:spPr>
              <a:xfrm>
                <a:off x="2669545" y="2013669"/>
                <a:ext cx="47880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墨迹 13">
                <a:extLst>
                  <a:ext uri="{FF2B5EF4-FFF2-40B4-BE49-F238E27FC236}">
                    <a16:creationId xmlns:a16="http://schemas.microsoft.com/office/drawing/2014/main" id="{6390F75B-AD51-1557-4635-DE692E712D12}"/>
                  </a:ext>
                </a:extLst>
              </p14:cNvPr>
              <p14:cNvContentPartPr/>
              <p14:nvPr/>
            </p14:nvContentPartPr>
            <p14:xfrm>
              <a:off x="3990025" y="2078109"/>
              <a:ext cx="1094400" cy="9720"/>
            </p14:xfrm>
          </p:contentPart>
        </mc:Choice>
        <mc:Fallback xmlns="">
          <p:pic>
            <p:nvPicPr>
              <p:cNvPr id="14" name="墨迹 13">
                <a:extLst>
                  <a:ext uri="{FF2B5EF4-FFF2-40B4-BE49-F238E27FC236}">
                    <a16:creationId xmlns:a16="http://schemas.microsoft.com/office/drawing/2014/main" id="{6390F75B-AD51-1557-4635-DE692E712D12}"/>
                  </a:ext>
                </a:extLst>
              </p:cNvPr>
              <p:cNvPicPr/>
              <p:nvPr/>
            </p:nvPicPr>
            <p:blipFill>
              <a:blip r:embed="rId21"/>
              <a:stretch>
                <a:fillRect/>
              </a:stretch>
            </p:blipFill>
            <p:spPr>
              <a:xfrm>
                <a:off x="3972025" y="2060109"/>
                <a:ext cx="113004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墨迹 14">
                <a:extLst>
                  <a:ext uri="{FF2B5EF4-FFF2-40B4-BE49-F238E27FC236}">
                    <a16:creationId xmlns:a16="http://schemas.microsoft.com/office/drawing/2014/main" id="{01636DAC-017F-3A4D-3EBF-A25BBE8C2466}"/>
                  </a:ext>
                </a:extLst>
              </p14:cNvPr>
              <p14:cNvContentPartPr/>
              <p14:nvPr/>
            </p14:nvContentPartPr>
            <p14:xfrm>
              <a:off x="868105" y="2499309"/>
              <a:ext cx="590400" cy="31680"/>
            </p14:xfrm>
          </p:contentPart>
        </mc:Choice>
        <mc:Fallback xmlns="">
          <p:pic>
            <p:nvPicPr>
              <p:cNvPr id="15" name="墨迹 14">
                <a:extLst>
                  <a:ext uri="{FF2B5EF4-FFF2-40B4-BE49-F238E27FC236}">
                    <a16:creationId xmlns:a16="http://schemas.microsoft.com/office/drawing/2014/main" id="{01636DAC-017F-3A4D-3EBF-A25BBE8C2466}"/>
                  </a:ext>
                </a:extLst>
              </p:cNvPr>
              <p:cNvPicPr/>
              <p:nvPr/>
            </p:nvPicPr>
            <p:blipFill>
              <a:blip r:embed="rId23"/>
              <a:stretch>
                <a:fillRect/>
              </a:stretch>
            </p:blipFill>
            <p:spPr>
              <a:xfrm>
                <a:off x="850105" y="2481309"/>
                <a:ext cx="62604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墨迹 15">
                <a:extLst>
                  <a:ext uri="{FF2B5EF4-FFF2-40B4-BE49-F238E27FC236}">
                    <a16:creationId xmlns:a16="http://schemas.microsoft.com/office/drawing/2014/main" id="{436BE539-C37C-1CE0-6FB3-01FB3797535C}"/>
                  </a:ext>
                </a:extLst>
              </p14:cNvPr>
              <p14:cNvContentPartPr/>
              <p14:nvPr/>
            </p14:nvContentPartPr>
            <p14:xfrm>
              <a:off x="1237465" y="3425589"/>
              <a:ext cx="1902240" cy="21600"/>
            </p14:xfrm>
          </p:contentPart>
        </mc:Choice>
        <mc:Fallback xmlns="">
          <p:pic>
            <p:nvPicPr>
              <p:cNvPr id="16" name="墨迹 15">
                <a:extLst>
                  <a:ext uri="{FF2B5EF4-FFF2-40B4-BE49-F238E27FC236}">
                    <a16:creationId xmlns:a16="http://schemas.microsoft.com/office/drawing/2014/main" id="{436BE539-C37C-1CE0-6FB3-01FB3797535C}"/>
                  </a:ext>
                </a:extLst>
              </p:cNvPr>
              <p:cNvPicPr/>
              <p:nvPr/>
            </p:nvPicPr>
            <p:blipFill>
              <a:blip r:embed="rId25"/>
              <a:stretch>
                <a:fillRect/>
              </a:stretch>
            </p:blipFill>
            <p:spPr>
              <a:xfrm>
                <a:off x="1219465" y="3407949"/>
                <a:ext cx="193788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 name="墨迹 16">
                <a:extLst>
                  <a:ext uri="{FF2B5EF4-FFF2-40B4-BE49-F238E27FC236}">
                    <a16:creationId xmlns:a16="http://schemas.microsoft.com/office/drawing/2014/main" id="{0D008A83-202A-6074-FAA7-98FCAB4D1E98}"/>
                  </a:ext>
                </a:extLst>
              </p14:cNvPr>
              <p14:cNvContentPartPr/>
              <p14:nvPr/>
            </p14:nvContentPartPr>
            <p14:xfrm>
              <a:off x="4221145" y="3417309"/>
              <a:ext cx="1661760" cy="360"/>
            </p14:xfrm>
          </p:contentPart>
        </mc:Choice>
        <mc:Fallback xmlns="">
          <p:pic>
            <p:nvPicPr>
              <p:cNvPr id="17" name="墨迹 16">
                <a:extLst>
                  <a:ext uri="{FF2B5EF4-FFF2-40B4-BE49-F238E27FC236}">
                    <a16:creationId xmlns:a16="http://schemas.microsoft.com/office/drawing/2014/main" id="{0D008A83-202A-6074-FAA7-98FCAB4D1E98}"/>
                  </a:ext>
                </a:extLst>
              </p:cNvPr>
              <p:cNvPicPr/>
              <p:nvPr/>
            </p:nvPicPr>
            <p:blipFill>
              <a:blip r:embed="rId27"/>
              <a:stretch>
                <a:fillRect/>
              </a:stretch>
            </p:blipFill>
            <p:spPr>
              <a:xfrm>
                <a:off x="4203145" y="3399309"/>
                <a:ext cx="1697400" cy="36000"/>
              </a:xfrm>
              <a:prstGeom prst="rect">
                <a:avLst/>
              </a:prstGeom>
            </p:spPr>
          </p:pic>
        </mc:Fallback>
      </mc:AlternateContent>
      <p:grpSp>
        <p:nvGrpSpPr>
          <p:cNvPr id="20" name="组合 19">
            <a:extLst>
              <a:ext uri="{FF2B5EF4-FFF2-40B4-BE49-F238E27FC236}">
                <a16:creationId xmlns:a16="http://schemas.microsoft.com/office/drawing/2014/main" id="{630367B7-53B3-021D-1BC0-B5ECE12F9B67}"/>
              </a:ext>
            </a:extLst>
          </p:cNvPr>
          <p:cNvGrpSpPr/>
          <p:nvPr/>
        </p:nvGrpSpPr>
        <p:grpSpPr>
          <a:xfrm>
            <a:off x="5125825" y="3780549"/>
            <a:ext cx="3302640" cy="80640"/>
            <a:chOff x="5125825" y="3780549"/>
            <a:chExt cx="3302640" cy="80640"/>
          </a:xfrm>
        </p:grpSpPr>
        <mc:AlternateContent xmlns:mc="http://schemas.openxmlformats.org/markup-compatibility/2006" xmlns:p14="http://schemas.microsoft.com/office/powerpoint/2010/main">
          <mc:Choice Requires="p14">
            <p:contentPart p14:bwMode="auto" r:id="rId28">
              <p14:nvContentPartPr>
                <p14:cNvPr id="18" name="墨迹 17">
                  <a:extLst>
                    <a:ext uri="{FF2B5EF4-FFF2-40B4-BE49-F238E27FC236}">
                      <a16:creationId xmlns:a16="http://schemas.microsoft.com/office/drawing/2014/main" id="{150DEF73-ED88-D5EC-8868-B427A9EEC903}"/>
                    </a:ext>
                  </a:extLst>
                </p14:cNvPr>
                <p14:cNvContentPartPr/>
                <p14:nvPr/>
              </p14:nvContentPartPr>
              <p14:xfrm>
                <a:off x="5125825" y="3796029"/>
                <a:ext cx="1819080" cy="65160"/>
              </p14:xfrm>
            </p:contentPart>
          </mc:Choice>
          <mc:Fallback xmlns="">
            <p:pic>
              <p:nvPicPr>
                <p:cNvPr id="18" name="墨迹 17">
                  <a:extLst>
                    <a:ext uri="{FF2B5EF4-FFF2-40B4-BE49-F238E27FC236}">
                      <a16:creationId xmlns:a16="http://schemas.microsoft.com/office/drawing/2014/main" id="{150DEF73-ED88-D5EC-8868-B427A9EEC903}"/>
                    </a:ext>
                  </a:extLst>
                </p:cNvPr>
                <p:cNvPicPr/>
                <p:nvPr/>
              </p:nvPicPr>
              <p:blipFill>
                <a:blip r:embed="rId29"/>
                <a:stretch>
                  <a:fillRect/>
                </a:stretch>
              </p:blipFill>
              <p:spPr>
                <a:xfrm>
                  <a:off x="5108185" y="3778029"/>
                  <a:ext cx="1854720"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墨迹 18">
                  <a:extLst>
                    <a:ext uri="{FF2B5EF4-FFF2-40B4-BE49-F238E27FC236}">
                      <a16:creationId xmlns:a16="http://schemas.microsoft.com/office/drawing/2014/main" id="{83B743C1-1ED6-4824-8FB1-A85841F2FC80}"/>
                    </a:ext>
                  </a:extLst>
                </p14:cNvPr>
                <p14:cNvContentPartPr/>
                <p14:nvPr/>
              </p14:nvContentPartPr>
              <p14:xfrm>
                <a:off x="7241185" y="3780549"/>
                <a:ext cx="1187280" cy="62280"/>
              </p14:xfrm>
            </p:contentPart>
          </mc:Choice>
          <mc:Fallback xmlns="">
            <p:pic>
              <p:nvPicPr>
                <p:cNvPr id="19" name="墨迹 18">
                  <a:extLst>
                    <a:ext uri="{FF2B5EF4-FFF2-40B4-BE49-F238E27FC236}">
                      <a16:creationId xmlns:a16="http://schemas.microsoft.com/office/drawing/2014/main" id="{83B743C1-1ED6-4824-8FB1-A85841F2FC80}"/>
                    </a:ext>
                  </a:extLst>
                </p:cNvPr>
                <p:cNvPicPr/>
                <p:nvPr/>
              </p:nvPicPr>
              <p:blipFill>
                <a:blip r:embed="rId31"/>
                <a:stretch>
                  <a:fillRect/>
                </a:stretch>
              </p:blipFill>
              <p:spPr>
                <a:xfrm>
                  <a:off x="7223185" y="3762549"/>
                  <a:ext cx="1222920" cy="97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2">
            <p14:nvContentPartPr>
              <p14:cNvPr id="21" name="墨迹 20">
                <a:extLst>
                  <a:ext uri="{FF2B5EF4-FFF2-40B4-BE49-F238E27FC236}">
                    <a16:creationId xmlns:a16="http://schemas.microsoft.com/office/drawing/2014/main" id="{FA8ED730-3ABD-0B63-7842-02EB207E2FB6}"/>
                  </a:ext>
                </a:extLst>
              </p14:cNvPr>
              <p14:cNvContentPartPr/>
              <p14:nvPr/>
            </p14:nvContentPartPr>
            <p14:xfrm>
              <a:off x="2558305" y="4239189"/>
              <a:ext cx="2197800" cy="28440"/>
            </p14:xfrm>
          </p:contentPart>
        </mc:Choice>
        <mc:Fallback xmlns="">
          <p:pic>
            <p:nvPicPr>
              <p:cNvPr id="21" name="墨迹 20">
                <a:extLst>
                  <a:ext uri="{FF2B5EF4-FFF2-40B4-BE49-F238E27FC236}">
                    <a16:creationId xmlns:a16="http://schemas.microsoft.com/office/drawing/2014/main" id="{FA8ED730-3ABD-0B63-7842-02EB207E2FB6}"/>
                  </a:ext>
                </a:extLst>
              </p:cNvPr>
              <p:cNvPicPr/>
              <p:nvPr/>
            </p:nvPicPr>
            <p:blipFill>
              <a:blip r:embed="rId33"/>
              <a:stretch>
                <a:fillRect/>
              </a:stretch>
            </p:blipFill>
            <p:spPr>
              <a:xfrm>
                <a:off x="2540305" y="4221549"/>
                <a:ext cx="2233440" cy="64080"/>
              </a:xfrm>
              <a:prstGeom prst="rect">
                <a:avLst/>
              </a:prstGeom>
            </p:spPr>
          </p:pic>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00034" y="1428736"/>
            <a:ext cx="8229600" cy="1214446"/>
          </a:xfrm>
        </p:spPr>
        <p:txBody>
          <a:bodyPr>
            <a:noAutofit/>
          </a:bodyPr>
          <a:lstStyle/>
          <a:p>
            <a:r>
              <a:rPr lang="zh-CN" altLang="en-US" sz="2800" b="1" dirty="0"/>
              <a:t>在程序存储器中，有</a:t>
            </a:r>
            <a:r>
              <a:rPr lang="en-US" altLang="zh-CN" sz="2800" b="1" dirty="0"/>
              <a:t>6</a:t>
            </a:r>
            <a:r>
              <a:rPr lang="zh-CN" altLang="en-US" sz="2800" b="1" dirty="0"/>
              <a:t>个地址单元被保留用于某些特定地址</a:t>
            </a:r>
            <a:endParaRPr lang="zh-CN" altLang="en-US" sz="2800" dirty="0"/>
          </a:p>
          <a:p>
            <a:pPr>
              <a:buNone/>
            </a:pPr>
            <a:br>
              <a:rPr lang="zh-CN" altLang="en-US" sz="2800" dirty="0"/>
            </a:br>
            <a:endParaRPr lang="zh-CN" altLang="en-US" sz="2800" dirty="0"/>
          </a:p>
        </p:txBody>
      </p:sp>
      <p:pic>
        <p:nvPicPr>
          <p:cNvPr id="45059" name="Picture 3"/>
          <p:cNvPicPr>
            <a:picLocks noChangeAspect="1" noChangeArrowheads="1"/>
          </p:cNvPicPr>
          <p:nvPr/>
        </p:nvPicPr>
        <p:blipFill>
          <a:blip r:embed="rId2"/>
          <a:srcRect/>
          <a:stretch>
            <a:fillRect/>
          </a:stretch>
        </p:blipFill>
        <p:spPr bwMode="auto">
          <a:xfrm>
            <a:off x="1785918" y="2428868"/>
            <a:ext cx="5537034" cy="3929090"/>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b="1" dirty="0">
                <a:solidFill>
                  <a:srgbClr val="7030A0"/>
                </a:solidFill>
              </a:rPr>
              <a:t>3.</a:t>
            </a:r>
            <a:r>
              <a:rPr lang="zh-CN" altLang="en-US" sz="3200" b="1" dirty="0">
                <a:solidFill>
                  <a:srgbClr val="7030A0"/>
                </a:solidFill>
              </a:rPr>
              <a:t>数据存储器 （</a:t>
            </a:r>
            <a:r>
              <a:rPr lang="en-US" altLang="zh-CN" sz="3200" b="1" dirty="0">
                <a:solidFill>
                  <a:srgbClr val="7030A0"/>
                </a:solidFill>
              </a:rPr>
              <a:t>RAM</a:t>
            </a:r>
            <a:r>
              <a:rPr lang="zh-CN" altLang="en-US" sz="3200" b="1" dirty="0">
                <a:solidFill>
                  <a:srgbClr val="7030A0"/>
                </a:solidFill>
              </a:rPr>
              <a:t>）</a:t>
            </a:r>
          </a:p>
        </p:txBody>
      </p:sp>
      <p:sp>
        <p:nvSpPr>
          <p:cNvPr id="3" name="内容占位符 2"/>
          <p:cNvSpPr>
            <a:spLocks noGrp="1"/>
          </p:cNvSpPr>
          <p:nvPr>
            <p:ph idx="1"/>
          </p:nvPr>
        </p:nvSpPr>
        <p:spPr/>
        <p:txBody>
          <a:bodyPr>
            <a:normAutofit/>
          </a:bodyPr>
          <a:lstStyle/>
          <a:p>
            <a:r>
              <a:rPr lang="zh-CN" altLang="en-US" sz="2800" dirty="0"/>
              <a:t>用于</a:t>
            </a:r>
            <a:r>
              <a:rPr lang="zh-CN" altLang="en-US" sz="2800" dirty="0">
                <a:solidFill>
                  <a:srgbClr val="FF0000"/>
                </a:solidFill>
                <a:highlight>
                  <a:srgbClr val="FFFF00"/>
                </a:highlight>
              </a:rPr>
              <a:t>存放数据、运算的中间结果和标志</a:t>
            </a:r>
            <a:r>
              <a:rPr lang="zh-CN" altLang="en-US" sz="2800" dirty="0"/>
              <a:t>等。</a:t>
            </a:r>
            <a:endParaRPr lang="en-US" altLang="zh-CN" sz="2800" dirty="0"/>
          </a:p>
          <a:p>
            <a:r>
              <a:rPr lang="zh-CN" altLang="en-US" sz="2800" b="1" dirty="0"/>
              <a:t>片内数据存储器</a:t>
            </a:r>
            <a:r>
              <a:rPr lang="zh-CN" altLang="en-US" sz="2800" dirty="0"/>
              <a:t>：</a:t>
            </a:r>
            <a:r>
              <a:rPr lang="en-US" altLang="zh-CN" sz="2800" dirty="0">
                <a:highlight>
                  <a:srgbClr val="FFFF00"/>
                </a:highlight>
              </a:rPr>
              <a:t>8</a:t>
            </a:r>
            <a:r>
              <a:rPr lang="zh-CN" altLang="en-US" sz="2800" dirty="0">
                <a:highlight>
                  <a:srgbClr val="FFFF00"/>
                </a:highlight>
              </a:rPr>
              <a:t>位地址，共</a:t>
            </a:r>
            <a:r>
              <a:rPr lang="en-US" altLang="zh-CN" sz="2800" dirty="0">
                <a:highlight>
                  <a:srgbClr val="FFFF00"/>
                </a:highlight>
              </a:rPr>
              <a:t>256</a:t>
            </a:r>
            <a:r>
              <a:rPr lang="zh-CN" altLang="en-US" sz="2800" dirty="0">
                <a:highlight>
                  <a:srgbClr val="FFFF00"/>
                </a:highlight>
              </a:rPr>
              <a:t>个字节存储单元</a:t>
            </a:r>
            <a:r>
              <a:rPr lang="zh-CN" altLang="en-US" sz="2800" dirty="0"/>
              <a:t>。</a:t>
            </a:r>
            <a:endParaRPr lang="en-US" altLang="zh-CN" sz="2800" dirty="0"/>
          </a:p>
          <a:p>
            <a:r>
              <a:rPr lang="zh-CN" altLang="en-US" sz="2800" b="1" dirty="0"/>
              <a:t>片外数据存储器</a:t>
            </a:r>
            <a:r>
              <a:rPr lang="zh-CN" altLang="en-US" sz="2800" dirty="0"/>
              <a:t>：</a:t>
            </a:r>
            <a:r>
              <a:rPr lang="en-US" altLang="zh-CN" sz="2800" dirty="0"/>
              <a:t>16</a:t>
            </a:r>
            <a:r>
              <a:rPr lang="zh-CN" altLang="en-US" sz="2800" dirty="0"/>
              <a:t>位地址，最大可扩展至</a:t>
            </a:r>
            <a:r>
              <a:rPr lang="en-US" altLang="zh-CN" sz="2800" dirty="0"/>
              <a:t>64K</a:t>
            </a:r>
            <a:r>
              <a:rPr lang="zh-CN" altLang="en-US" sz="2800" dirty="0"/>
              <a:t>字节</a:t>
            </a:r>
          </a:p>
        </p:txBody>
      </p:sp>
      <p:pic>
        <p:nvPicPr>
          <p:cNvPr id="46082" name="Picture 2"/>
          <p:cNvPicPr>
            <a:picLocks noChangeAspect="1" noChangeArrowheads="1"/>
          </p:cNvPicPr>
          <p:nvPr/>
        </p:nvPicPr>
        <p:blipFill>
          <a:blip r:embed="rId2"/>
          <a:srcRect/>
          <a:stretch>
            <a:fillRect/>
          </a:stretch>
        </p:blipFill>
        <p:spPr bwMode="auto">
          <a:xfrm>
            <a:off x="2928926" y="3571876"/>
            <a:ext cx="3429024" cy="3151479"/>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p:cNvPicPr>
            <a:picLocks noChangeAspect="1" noChangeArrowheads="1"/>
          </p:cNvPicPr>
          <p:nvPr/>
        </p:nvPicPr>
        <p:blipFill>
          <a:blip r:embed="rId2"/>
          <a:srcRect/>
          <a:stretch>
            <a:fillRect/>
          </a:stretch>
        </p:blipFill>
        <p:spPr bwMode="auto">
          <a:xfrm>
            <a:off x="928662" y="1500174"/>
            <a:ext cx="6904842" cy="4857784"/>
          </a:xfrm>
          <a:prstGeom prst="rect">
            <a:avLst/>
          </a:prstGeom>
          <a:noFill/>
          <a:ln w="9525">
            <a:noFill/>
            <a:miter lim="800000"/>
            <a:headEnd/>
            <a:tailEnd/>
          </a:ln>
          <a:effectLst/>
        </p:spPr>
      </p:pic>
      <p:sp>
        <p:nvSpPr>
          <p:cNvPr id="6" name="TextBox 5"/>
          <p:cNvSpPr txBox="1"/>
          <p:nvPr/>
        </p:nvSpPr>
        <p:spPr>
          <a:xfrm>
            <a:off x="714348" y="571480"/>
            <a:ext cx="6215106" cy="584775"/>
          </a:xfrm>
          <a:prstGeom prst="rect">
            <a:avLst/>
          </a:prstGeom>
          <a:noFill/>
        </p:spPr>
        <p:txBody>
          <a:bodyPr wrap="square" rtlCol="0">
            <a:spAutoFit/>
          </a:bodyPr>
          <a:lstStyle/>
          <a:p>
            <a:r>
              <a:rPr lang="en-US" altLang="zh-CN" sz="3200" b="1" dirty="0">
                <a:solidFill>
                  <a:schemeClr val="accent1">
                    <a:lumMod val="50000"/>
                  </a:schemeClr>
                </a:solidFill>
                <a:latin typeface="+mj-lt"/>
                <a:ea typeface="+mj-ea"/>
                <a:cs typeface="+mj-cs"/>
              </a:rPr>
              <a:t>(1).</a:t>
            </a:r>
            <a:r>
              <a:rPr lang="zh-CN" altLang="en-US" sz="3200" b="1" dirty="0">
                <a:solidFill>
                  <a:schemeClr val="accent1">
                    <a:lumMod val="50000"/>
                  </a:schemeClr>
                </a:solidFill>
                <a:latin typeface="+mj-lt"/>
                <a:ea typeface="+mj-ea"/>
                <a:cs typeface="+mj-cs"/>
              </a:rPr>
              <a:t>内部数据存储器</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500042"/>
            <a:ext cx="9144000" cy="6143644"/>
          </a:xfrm>
        </p:spPr>
        <p:txBody>
          <a:bodyPr>
            <a:normAutofit fontScale="92500" lnSpcReduction="20000"/>
          </a:bodyPr>
          <a:lstStyle/>
          <a:p>
            <a:pPr>
              <a:lnSpc>
                <a:spcPct val="150000"/>
              </a:lnSpc>
            </a:pPr>
            <a:r>
              <a:rPr lang="en-US" altLang="zh-CN" b="1" dirty="0">
                <a:solidFill>
                  <a:srgbClr val="FF0000"/>
                </a:solidFill>
              </a:rPr>
              <a:t>00H</a:t>
            </a:r>
            <a:r>
              <a:rPr lang="zh-CN" altLang="en-US" b="1" dirty="0">
                <a:solidFill>
                  <a:srgbClr val="FF0000"/>
                </a:solidFill>
              </a:rPr>
              <a:t>～</a:t>
            </a:r>
            <a:r>
              <a:rPr lang="en-US" altLang="zh-CN" b="1" dirty="0">
                <a:solidFill>
                  <a:srgbClr val="FF0000"/>
                </a:solidFill>
              </a:rPr>
              <a:t>1FH</a:t>
            </a:r>
            <a:r>
              <a:rPr lang="zh-CN" altLang="en-US" b="1" dirty="0">
                <a:solidFill>
                  <a:srgbClr val="FF0000"/>
                </a:solidFill>
              </a:rPr>
              <a:t>为通用工作寄存器区</a:t>
            </a:r>
            <a:r>
              <a:rPr lang="zh-CN" altLang="en-US" dirty="0"/>
              <a:t>，</a:t>
            </a:r>
            <a:r>
              <a:rPr lang="zh-CN" altLang="en-US" b="1" dirty="0"/>
              <a:t>分为</a:t>
            </a:r>
            <a:r>
              <a:rPr lang="en-US" altLang="zh-CN" b="1" dirty="0">
                <a:highlight>
                  <a:srgbClr val="FFFF00"/>
                </a:highlight>
              </a:rPr>
              <a:t>4</a:t>
            </a:r>
            <a:r>
              <a:rPr lang="zh-CN" altLang="en-US" b="1" dirty="0">
                <a:highlight>
                  <a:srgbClr val="FFFF00"/>
                </a:highlight>
              </a:rPr>
              <a:t>组</a:t>
            </a:r>
            <a:r>
              <a:rPr lang="zh-CN" altLang="en-US" dirty="0">
                <a:highlight>
                  <a:srgbClr val="FFFF00"/>
                </a:highlight>
              </a:rPr>
              <a:t>，每组</a:t>
            </a:r>
            <a:r>
              <a:rPr lang="en-US" altLang="zh-CN" dirty="0">
                <a:highlight>
                  <a:srgbClr val="FFFF00"/>
                </a:highlight>
              </a:rPr>
              <a:t>8</a:t>
            </a:r>
            <a:r>
              <a:rPr lang="zh-CN" altLang="en-US" dirty="0">
                <a:highlight>
                  <a:srgbClr val="FFFF00"/>
                </a:highlight>
              </a:rPr>
              <a:t>个工作寄存器</a:t>
            </a:r>
            <a:r>
              <a:rPr lang="en-US" altLang="zh-CN" dirty="0">
                <a:highlight>
                  <a:srgbClr val="FFFF00"/>
                </a:highlight>
              </a:rPr>
              <a:t>R0</a:t>
            </a:r>
            <a:r>
              <a:rPr lang="zh-CN" altLang="en-US" dirty="0">
                <a:highlight>
                  <a:srgbClr val="FFFF00"/>
                </a:highlight>
              </a:rPr>
              <a:t>～</a:t>
            </a:r>
            <a:r>
              <a:rPr lang="en-US" altLang="zh-CN" dirty="0">
                <a:highlight>
                  <a:srgbClr val="FFFF00"/>
                </a:highlight>
              </a:rPr>
              <a:t>R7</a:t>
            </a:r>
            <a:r>
              <a:rPr lang="zh-CN" altLang="en-US" dirty="0">
                <a:highlight>
                  <a:srgbClr val="FFFF00"/>
                </a:highlight>
              </a:rPr>
              <a:t>，每个寄存器一个字节。</a:t>
            </a:r>
            <a:r>
              <a:rPr lang="zh-CN" altLang="en-US" b="1" dirty="0">
                <a:solidFill>
                  <a:schemeClr val="accent2"/>
                </a:solidFill>
                <a:highlight>
                  <a:srgbClr val="FFFF00"/>
                </a:highlight>
              </a:rPr>
              <a:t>在任一时刻，</a:t>
            </a:r>
            <a:r>
              <a:rPr lang="en-US" altLang="zh-CN" b="1" dirty="0">
                <a:solidFill>
                  <a:schemeClr val="accent2"/>
                </a:solidFill>
                <a:highlight>
                  <a:srgbClr val="FFFF00"/>
                </a:highlight>
              </a:rPr>
              <a:t>CPU</a:t>
            </a:r>
            <a:r>
              <a:rPr lang="zh-CN" altLang="en-US" b="1" dirty="0">
                <a:solidFill>
                  <a:schemeClr val="accent2"/>
                </a:solidFill>
                <a:highlight>
                  <a:srgbClr val="FFFF00"/>
                </a:highlight>
              </a:rPr>
              <a:t>只能使用其中一组通用寄存器，称为当前通用寄存器组</a:t>
            </a:r>
            <a:r>
              <a:rPr lang="zh-CN" altLang="en-US" b="1" dirty="0">
                <a:solidFill>
                  <a:schemeClr val="accent2"/>
                </a:solidFill>
              </a:rPr>
              <a:t>。</a:t>
            </a:r>
            <a:r>
              <a:rPr lang="zh-CN" altLang="en-US" dirty="0"/>
              <a:t>由程序状态寄存器</a:t>
            </a:r>
            <a:r>
              <a:rPr lang="en-US" altLang="zh-CN" dirty="0"/>
              <a:t>PSW</a:t>
            </a:r>
            <a:r>
              <a:rPr lang="zh-CN" altLang="en-US" dirty="0"/>
              <a:t>中</a:t>
            </a:r>
            <a:r>
              <a:rPr lang="en-US" altLang="zh-CN" dirty="0"/>
              <a:t>RS1</a:t>
            </a:r>
            <a:r>
              <a:rPr lang="zh-CN" altLang="en-US" dirty="0"/>
              <a:t>，</a:t>
            </a:r>
            <a:r>
              <a:rPr lang="en-US" altLang="zh-CN" dirty="0"/>
              <a:t>RS0</a:t>
            </a:r>
            <a:r>
              <a:rPr lang="zh-CN" altLang="en-US" dirty="0"/>
              <a:t>位的状态组合来确定。</a:t>
            </a:r>
          </a:p>
          <a:p>
            <a:pPr>
              <a:lnSpc>
                <a:spcPct val="150000"/>
              </a:lnSpc>
            </a:pPr>
            <a:r>
              <a:rPr lang="en-US" altLang="zh-CN" b="1" dirty="0">
                <a:solidFill>
                  <a:srgbClr val="FF0000"/>
                </a:solidFill>
              </a:rPr>
              <a:t>20H</a:t>
            </a:r>
            <a:r>
              <a:rPr lang="zh-CN" altLang="en-US" b="1" dirty="0">
                <a:solidFill>
                  <a:srgbClr val="FF0000"/>
                </a:solidFill>
              </a:rPr>
              <a:t>～</a:t>
            </a:r>
            <a:r>
              <a:rPr lang="en-US" altLang="zh-CN" b="1" dirty="0">
                <a:solidFill>
                  <a:srgbClr val="FF0000"/>
                </a:solidFill>
              </a:rPr>
              <a:t>2FH</a:t>
            </a:r>
            <a:r>
              <a:rPr lang="zh-CN" altLang="en-US" b="1" dirty="0">
                <a:solidFill>
                  <a:srgbClr val="FF0000"/>
                </a:solidFill>
              </a:rPr>
              <a:t>为位寻址区</a:t>
            </a:r>
            <a:r>
              <a:rPr lang="zh-CN" altLang="en-US" dirty="0"/>
              <a:t>。</a:t>
            </a:r>
            <a:r>
              <a:rPr lang="en-US" altLang="zh-CN" dirty="0"/>
              <a:t>16</a:t>
            </a:r>
            <a:r>
              <a:rPr lang="zh-CN" altLang="en-US" dirty="0"/>
              <a:t>个字节共</a:t>
            </a:r>
            <a:r>
              <a:rPr lang="en-US" altLang="zh-CN" dirty="0"/>
              <a:t>128</a:t>
            </a:r>
            <a:r>
              <a:rPr lang="zh-CN" altLang="en-US" dirty="0"/>
              <a:t>位，</a:t>
            </a:r>
            <a:r>
              <a:rPr lang="zh-CN" altLang="en-US" b="1" dirty="0"/>
              <a:t>每一位都分配一个</a:t>
            </a:r>
            <a:r>
              <a:rPr lang="en-US" altLang="zh-CN" b="1" dirty="0"/>
              <a:t>8</a:t>
            </a:r>
            <a:r>
              <a:rPr lang="zh-CN" altLang="en-US" b="1" dirty="0"/>
              <a:t>位地址，称为位地址</a:t>
            </a:r>
            <a:r>
              <a:rPr lang="zh-CN" altLang="en-US" dirty="0"/>
              <a:t>，其范围是</a:t>
            </a:r>
            <a:r>
              <a:rPr lang="en-US" altLang="zh-CN" dirty="0"/>
              <a:t>00H</a:t>
            </a:r>
            <a:r>
              <a:rPr lang="zh-CN" altLang="en-US" dirty="0"/>
              <a:t>～</a:t>
            </a:r>
            <a:r>
              <a:rPr lang="en-US" altLang="zh-CN" dirty="0"/>
              <a:t>7FH</a:t>
            </a:r>
            <a:r>
              <a:rPr lang="zh-CN" altLang="en-US" dirty="0"/>
              <a:t>。位寻址区既可作为一般的</a:t>
            </a:r>
            <a:r>
              <a:rPr lang="en-US" altLang="zh-CN" dirty="0"/>
              <a:t>RAM</a:t>
            </a:r>
            <a:r>
              <a:rPr lang="zh-CN" altLang="en-US" dirty="0"/>
              <a:t>区进行字节操作；也可对单元的每一位进行位操作，因此称为位寻址区，是存储空间的一部分。</a:t>
            </a:r>
            <a:endParaRPr lang="en-US" altLang="zh-CN" dirty="0"/>
          </a:p>
          <a:p>
            <a:pPr>
              <a:lnSpc>
                <a:spcPct val="150000"/>
              </a:lnSpc>
            </a:pPr>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500042"/>
            <a:ext cx="8229600" cy="5786478"/>
          </a:xfrm>
        </p:spPr>
        <p:txBody>
          <a:bodyPr>
            <a:normAutofit fontScale="85000" lnSpcReduction="10000"/>
          </a:bodyPr>
          <a:lstStyle/>
          <a:p>
            <a:pPr>
              <a:lnSpc>
                <a:spcPct val="160000"/>
              </a:lnSpc>
            </a:pPr>
            <a:r>
              <a:rPr lang="en-US" altLang="zh-CN" b="1" dirty="0">
                <a:solidFill>
                  <a:srgbClr val="FF0000"/>
                </a:solidFill>
              </a:rPr>
              <a:t>30H</a:t>
            </a:r>
            <a:r>
              <a:rPr lang="zh-CN" altLang="en-US" b="1" dirty="0">
                <a:solidFill>
                  <a:srgbClr val="FF0000"/>
                </a:solidFill>
              </a:rPr>
              <a:t>～</a:t>
            </a:r>
            <a:r>
              <a:rPr lang="en-US" altLang="zh-CN" b="1" dirty="0">
                <a:solidFill>
                  <a:srgbClr val="FF0000"/>
                </a:solidFill>
              </a:rPr>
              <a:t>7FH</a:t>
            </a:r>
            <a:r>
              <a:rPr lang="zh-CN" altLang="en-US" b="1" dirty="0">
                <a:solidFill>
                  <a:srgbClr val="FF0000"/>
                </a:solidFill>
              </a:rPr>
              <a:t>为数据缓冲区</a:t>
            </a:r>
            <a:r>
              <a:rPr lang="zh-CN" altLang="en-US" b="1" dirty="0"/>
              <a:t>，用来存放数据。用户堆栈一般设在这个区间。</a:t>
            </a:r>
            <a:endParaRPr lang="en-US" altLang="zh-CN" b="1" dirty="0"/>
          </a:p>
          <a:p>
            <a:pPr>
              <a:lnSpc>
                <a:spcPct val="160000"/>
              </a:lnSpc>
            </a:pPr>
            <a:r>
              <a:rPr lang="zh-CN" altLang="en-US" b="1" dirty="0">
                <a:solidFill>
                  <a:srgbClr val="FF0000"/>
                </a:solidFill>
              </a:rPr>
              <a:t>特殊功能寄存器（</a:t>
            </a:r>
            <a:r>
              <a:rPr lang="en-US" altLang="zh-CN" b="1" dirty="0">
                <a:solidFill>
                  <a:srgbClr val="FF0000"/>
                </a:solidFill>
              </a:rPr>
              <a:t>SFR</a:t>
            </a:r>
            <a:r>
              <a:rPr lang="zh-CN" altLang="en-US" b="1" dirty="0">
                <a:solidFill>
                  <a:srgbClr val="FF0000"/>
                </a:solidFill>
              </a:rPr>
              <a:t>）</a:t>
            </a:r>
            <a:r>
              <a:rPr lang="zh-CN" altLang="en-US" dirty="0"/>
              <a:t>：片内数据存储器的</a:t>
            </a:r>
            <a:r>
              <a:rPr lang="zh-CN" altLang="en-US" b="1" dirty="0"/>
              <a:t>高</a:t>
            </a:r>
            <a:r>
              <a:rPr lang="en-US" altLang="zh-CN" b="1" dirty="0"/>
              <a:t>128</a:t>
            </a:r>
            <a:r>
              <a:rPr lang="zh-CN" altLang="en-US" b="1" dirty="0"/>
              <a:t>字节，</a:t>
            </a:r>
            <a:r>
              <a:rPr lang="zh-CN" altLang="en-US" dirty="0"/>
              <a:t>内部</a:t>
            </a:r>
            <a:r>
              <a:rPr lang="en-US" altLang="zh-CN" dirty="0"/>
              <a:t>RAM</a:t>
            </a:r>
            <a:r>
              <a:rPr lang="zh-CN" altLang="en-US" dirty="0"/>
              <a:t>高</a:t>
            </a:r>
            <a:r>
              <a:rPr lang="en-US" altLang="zh-CN" dirty="0"/>
              <a:t>128</a:t>
            </a:r>
            <a:r>
              <a:rPr lang="zh-CN" altLang="en-US" dirty="0"/>
              <a:t>单元是供给专用寄存器使用的，因此称之为专用寄存器区（也称为特殊功能寄存器区（</a:t>
            </a:r>
            <a:r>
              <a:rPr lang="en-US" altLang="zh-CN" dirty="0"/>
              <a:t>SFR</a:t>
            </a:r>
            <a:r>
              <a:rPr lang="zh-CN" altLang="en-US" dirty="0"/>
              <a:t>）区），单元地址为</a:t>
            </a:r>
            <a:r>
              <a:rPr lang="en-US" altLang="zh-CN" dirty="0"/>
              <a:t>80H~0FFH</a:t>
            </a:r>
            <a:r>
              <a:rPr lang="zh-CN" altLang="en-US" dirty="0"/>
              <a:t>。其实就是</a:t>
            </a:r>
            <a:r>
              <a:rPr lang="en-US" altLang="zh-CN" dirty="0"/>
              <a:t>CPU</a:t>
            </a:r>
            <a:r>
              <a:rPr lang="zh-CN" altLang="en-US" dirty="0"/>
              <a:t>对各种功能部件的控制采用特殊功能寄存器集中控制方式，共</a:t>
            </a:r>
            <a:r>
              <a:rPr lang="en-US" altLang="zh-CN" dirty="0"/>
              <a:t>21</a:t>
            </a:r>
            <a:r>
              <a:rPr lang="zh-CN" altLang="en-US" dirty="0"/>
              <a:t>个，有的</a:t>
            </a:r>
            <a:r>
              <a:rPr lang="en-US" altLang="zh-CN" dirty="0"/>
              <a:t>SFR</a:t>
            </a:r>
            <a:r>
              <a:rPr lang="zh-CN" altLang="en-US" dirty="0"/>
              <a:t>可进行位寻址。</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2" descr="preview"/>
          <p:cNvPicPr>
            <a:picLocks noChangeAspect="1" noChangeArrowheads="1"/>
          </p:cNvPicPr>
          <p:nvPr/>
        </p:nvPicPr>
        <p:blipFill>
          <a:blip r:embed="rId2"/>
          <a:srcRect/>
          <a:stretch>
            <a:fillRect/>
          </a:stretch>
        </p:blipFill>
        <p:spPr bwMode="auto">
          <a:xfrm>
            <a:off x="1357290" y="142852"/>
            <a:ext cx="5643602" cy="6556884"/>
          </a:xfrm>
          <a:prstGeom prst="rect">
            <a:avLst/>
          </a:prstGeom>
          <a:noFill/>
        </p:spPr>
      </p:pic>
      <p:grpSp>
        <p:nvGrpSpPr>
          <p:cNvPr id="8" name="组合 7">
            <a:extLst>
              <a:ext uri="{FF2B5EF4-FFF2-40B4-BE49-F238E27FC236}">
                <a16:creationId xmlns:a16="http://schemas.microsoft.com/office/drawing/2014/main" id="{6131E735-326E-3C12-A9A0-2ED9346C250A}"/>
              </a:ext>
            </a:extLst>
          </p:cNvPr>
          <p:cNvGrpSpPr/>
          <p:nvPr/>
        </p:nvGrpSpPr>
        <p:grpSpPr>
          <a:xfrm>
            <a:off x="126865" y="193869"/>
            <a:ext cx="705240" cy="414360"/>
            <a:chOff x="126865" y="193869"/>
            <a:chExt cx="705240" cy="414360"/>
          </a:xfrm>
        </p:grpSpPr>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EC89ED14-7D2D-5F7B-B3FB-6862B20ACE64}"/>
                    </a:ext>
                  </a:extLst>
                </p14:cNvPr>
                <p14:cNvContentPartPr/>
                <p14:nvPr/>
              </p14:nvContentPartPr>
              <p14:xfrm>
                <a:off x="126865" y="193869"/>
                <a:ext cx="159480" cy="325800"/>
              </p14:xfrm>
            </p:contentPart>
          </mc:Choice>
          <mc:Fallback xmlns="">
            <p:pic>
              <p:nvPicPr>
                <p:cNvPr id="2" name="墨迹 1">
                  <a:extLst>
                    <a:ext uri="{FF2B5EF4-FFF2-40B4-BE49-F238E27FC236}">
                      <a16:creationId xmlns:a16="http://schemas.microsoft.com/office/drawing/2014/main" id="{EC89ED14-7D2D-5F7B-B3FB-6862B20ACE64}"/>
                    </a:ext>
                  </a:extLst>
                </p:cNvPr>
                <p:cNvPicPr/>
                <p:nvPr/>
              </p:nvPicPr>
              <p:blipFill>
                <a:blip r:embed="rId4"/>
                <a:stretch>
                  <a:fillRect/>
                </a:stretch>
              </p:blipFill>
              <p:spPr>
                <a:xfrm>
                  <a:off x="109225" y="176229"/>
                  <a:ext cx="195120" cy="3614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墨迹 2">
                  <a:extLst>
                    <a:ext uri="{FF2B5EF4-FFF2-40B4-BE49-F238E27FC236}">
                      <a16:creationId xmlns:a16="http://schemas.microsoft.com/office/drawing/2014/main" id="{1087C5BF-420D-B372-5288-F20F22761ABC}"/>
                    </a:ext>
                  </a:extLst>
                </p14:cNvPr>
                <p14:cNvContentPartPr/>
                <p14:nvPr/>
              </p14:nvContentPartPr>
              <p14:xfrm>
                <a:off x="258625" y="202149"/>
                <a:ext cx="303120" cy="65880"/>
              </p14:xfrm>
            </p:contentPart>
          </mc:Choice>
          <mc:Fallback xmlns="">
            <p:pic>
              <p:nvPicPr>
                <p:cNvPr id="3" name="墨迹 2">
                  <a:extLst>
                    <a:ext uri="{FF2B5EF4-FFF2-40B4-BE49-F238E27FC236}">
                      <a16:creationId xmlns:a16="http://schemas.microsoft.com/office/drawing/2014/main" id="{1087C5BF-420D-B372-5288-F20F22761ABC}"/>
                    </a:ext>
                  </a:extLst>
                </p:cNvPr>
                <p:cNvPicPr/>
                <p:nvPr/>
              </p:nvPicPr>
              <p:blipFill>
                <a:blip r:embed="rId6"/>
                <a:stretch>
                  <a:fillRect/>
                </a:stretch>
              </p:blipFill>
              <p:spPr>
                <a:xfrm>
                  <a:off x="240625" y="184509"/>
                  <a:ext cx="33876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墨迹 3">
                  <a:extLst>
                    <a:ext uri="{FF2B5EF4-FFF2-40B4-BE49-F238E27FC236}">
                      <a16:creationId xmlns:a16="http://schemas.microsoft.com/office/drawing/2014/main" id="{7AA1313C-4E23-75E0-BECA-AB51AAD8616E}"/>
                    </a:ext>
                  </a:extLst>
                </p14:cNvPr>
                <p14:cNvContentPartPr/>
                <p14:nvPr/>
              </p14:nvContentPartPr>
              <p14:xfrm>
                <a:off x="406225" y="258669"/>
                <a:ext cx="37800" cy="349560"/>
              </p14:xfrm>
            </p:contentPart>
          </mc:Choice>
          <mc:Fallback xmlns="">
            <p:pic>
              <p:nvPicPr>
                <p:cNvPr id="4" name="墨迹 3">
                  <a:extLst>
                    <a:ext uri="{FF2B5EF4-FFF2-40B4-BE49-F238E27FC236}">
                      <a16:creationId xmlns:a16="http://schemas.microsoft.com/office/drawing/2014/main" id="{7AA1313C-4E23-75E0-BECA-AB51AAD8616E}"/>
                    </a:ext>
                  </a:extLst>
                </p:cNvPr>
                <p:cNvPicPr/>
                <p:nvPr/>
              </p:nvPicPr>
              <p:blipFill>
                <a:blip r:embed="rId8"/>
                <a:stretch>
                  <a:fillRect/>
                </a:stretch>
              </p:blipFill>
              <p:spPr>
                <a:xfrm>
                  <a:off x="388225" y="240669"/>
                  <a:ext cx="73440" cy="3852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 name="墨迹 4">
                  <a:extLst>
                    <a:ext uri="{FF2B5EF4-FFF2-40B4-BE49-F238E27FC236}">
                      <a16:creationId xmlns:a16="http://schemas.microsoft.com/office/drawing/2014/main" id="{A519EA17-1507-EE5F-B16D-555E62F9F321}"/>
                    </a:ext>
                  </a:extLst>
                </p14:cNvPr>
                <p14:cNvContentPartPr/>
                <p14:nvPr/>
              </p14:nvContentPartPr>
              <p14:xfrm>
                <a:off x="406225" y="359469"/>
                <a:ext cx="97200" cy="38160"/>
              </p14:xfrm>
            </p:contentPart>
          </mc:Choice>
          <mc:Fallback xmlns="">
            <p:pic>
              <p:nvPicPr>
                <p:cNvPr id="5" name="墨迹 4">
                  <a:extLst>
                    <a:ext uri="{FF2B5EF4-FFF2-40B4-BE49-F238E27FC236}">
                      <a16:creationId xmlns:a16="http://schemas.microsoft.com/office/drawing/2014/main" id="{A519EA17-1507-EE5F-B16D-555E62F9F321}"/>
                    </a:ext>
                  </a:extLst>
                </p:cNvPr>
                <p:cNvPicPr/>
                <p:nvPr/>
              </p:nvPicPr>
              <p:blipFill>
                <a:blip r:embed="rId10"/>
                <a:stretch>
                  <a:fillRect/>
                </a:stretch>
              </p:blipFill>
              <p:spPr>
                <a:xfrm>
                  <a:off x="388225" y="341469"/>
                  <a:ext cx="13284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6" name="墨迹 5">
                  <a:extLst>
                    <a:ext uri="{FF2B5EF4-FFF2-40B4-BE49-F238E27FC236}">
                      <a16:creationId xmlns:a16="http://schemas.microsoft.com/office/drawing/2014/main" id="{EEBCB63A-9658-7CEC-F680-20CF892A8801}"/>
                    </a:ext>
                  </a:extLst>
                </p14:cNvPr>
                <p14:cNvContentPartPr/>
                <p14:nvPr/>
              </p14:nvContentPartPr>
              <p14:xfrm>
                <a:off x="618265" y="221589"/>
                <a:ext cx="19080" cy="280440"/>
              </p14:xfrm>
            </p:contentPart>
          </mc:Choice>
          <mc:Fallback xmlns="">
            <p:pic>
              <p:nvPicPr>
                <p:cNvPr id="6" name="墨迹 5">
                  <a:extLst>
                    <a:ext uri="{FF2B5EF4-FFF2-40B4-BE49-F238E27FC236}">
                      <a16:creationId xmlns:a16="http://schemas.microsoft.com/office/drawing/2014/main" id="{EEBCB63A-9658-7CEC-F680-20CF892A8801}"/>
                    </a:ext>
                  </a:extLst>
                </p:cNvPr>
                <p:cNvPicPr/>
                <p:nvPr/>
              </p:nvPicPr>
              <p:blipFill>
                <a:blip r:embed="rId12"/>
                <a:stretch>
                  <a:fillRect/>
                </a:stretch>
              </p:blipFill>
              <p:spPr>
                <a:xfrm>
                  <a:off x="600625" y="203589"/>
                  <a:ext cx="54720" cy="3160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7" name="墨迹 6">
                  <a:extLst>
                    <a:ext uri="{FF2B5EF4-FFF2-40B4-BE49-F238E27FC236}">
                      <a16:creationId xmlns:a16="http://schemas.microsoft.com/office/drawing/2014/main" id="{50A414B4-F2B6-3669-DE58-86F163482111}"/>
                    </a:ext>
                  </a:extLst>
                </p14:cNvPr>
                <p14:cNvContentPartPr/>
                <p14:nvPr/>
              </p14:nvContentPartPr>
              <p14:xfrm>
                <a:off x="687745" y="248949"/>
                <a:ext cx="144360" cy="250200"/>
              </p14:xfrm>
            </p:contentPart>
          </mc:Choice>
          <mc:Fallback xmlns="">
            <p:pic>
              <p:nvPicPr>
                <p:cNvPr id="7" name="墨迹 6">
                  <a:extLst>
                    <a:ext uri="{FF2B5EF4-FFF2-40B4-BE49-F238E27FC236}">
                      <a16:creationId xmlns:a16="http://schemas.microsoft.com/office/drawing/2014/main" id="{50A414B4-F2B6-3669-DE58-86F163482111}"/>
                    </a:ext>
                  </a:extLst>
                </p:cNvPr>
                <p:cNvPicPr/>
                <p:nvPr/>
              </p:nvPicPr>
              <p:blipFill>
                <a:blip r:embed="rId14"/>
                <a:stretch>
                  <a:fillRect/>
                </a:stretch>
              </p:blipFill>
              <p:spPr>
                <a:xfrm>
                  <a:off x="669745" y="231309"/>
                  <a:ext cx="180000" cy="285840"/>
                </a:xfrm>
                <a:prstGeom prst="rect">
                  <a:avLst/>
                </a:prstGeom>
              </p:spPr>
            </p:pic>
          </mc:Fallback>
        </mc:AlternateContent>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b="1" dirty="0">
                <a:solidFill>
                  <a:schemeClr val="accent6"/>
                </a:solidFill>
              </a:rPr>
              <a:t>(a)</a:t>
            </a:r>
            <a:r>
              <a:rPr lang="zh-CN" altLang="en-US" sz="3200" b="1" dirty="0">
                <a:solidFill>
                  <a:schemeClr val="accent6"/>
                </a:solidFill>
              </a:rPr>
              <a:t>堆栈指针</a:t>
            </a:r>
            <a:r>
              <a:rPr lang="en-US" altLang="en-US" sz="3200" b="1" dirty="0">
                <a:solidFill>
                  <a:schemeClr val="accent6"/>
                </a:solidFill>
              </a:rPr>
              <a:t>SP</a:t>
            </a:r>
            <a:endParaRPr lang="zh-CN" altLang="en-US" sz="3200" b="1" dirty="0">
              <a:solidFill>
                <a:schemeClr val="accent6"/>
              </a:solidFill>
            </a:endParaRPr>
          </a:p>
        </p:txBody>
      </p:sp>
      <p:sp>
        <p:nvSpPr>
          <p:cNvPr id="3" name="内容占位符 2"/>
          <p:cNvSpPr>
            <a:spLocks noGrp="1"/>
          </p:cNvSpPr>
          <p:nvPr>
            <p:ph idx="1"/>
          </p:nvPr>
        </p:nvSpPr>
        <p:spPr/>
        <p:txBody>
          <a:bodyPr/>
          <a:lstStyle/>
          <a:p>
            <a:r>
              <a:rPr lang="en-US" altLang="zh-CN" dirty="0"/>
              <a:t>SP</a:t>
            </a:r>
            <a:r>
              <a:rPr lang="zh-CN" altLang="en-US" dirty="0"/>
              <a:t>为</a:t>
            </a:r>
            <a:r>
              <a:rPr lang="en-US" altLang="zh-CN" dirty="0"/>
              <a:t>8</a:t>
            </a:r>
            <a:r>
              <a:rPr lang="zh-CN" altLang="en-US" dirty="0"/>
              <a:t>位寄存器，</a:t>
            </a:r>
            <a:r>
              <a:rPr lang="zh-CN" altLang="en-US" b="1" dirty="0">
                <a:solidFill>
                  <a:srgbClr val="FF0000"/>
                </a:solidFill>
              </a:rPr>
              <a:t>用于指示栈顶单元地址。</a:t>
            </a:r>
            <a:r>
              <a:rPr lang="zh-CN" altLang="en-US" dirty="0"/>
              <a:t>堆栈是一种数据结构，只允许在其一端进行数据删除和数据插入操作的线性表。数据写入堆栈叫入栈（</a:t>
            </a:r>
            <a:r>
              <a:rPr lang="en-US" altLang="zh-CN" dirty="0"/>
              <a:t>PUSH</a:t>
            </a:r>
            <a:r>
              <a:rPr lang="zh-CN" altLang="en-US" dirty="0"/>
              <a:t>），数据读出堆栈叫出栈（</a:t>
            </a:r>
            <a:r>
              <a:rPr lang="en-US" altLang="zh-CN" dirty="0"/>
              <a:t>POP</a:t>
            </a:r>
            <a:r>
              <a:rPr lang="zh-CN" altLang="en-US" dirty="0"/>
              <a:t>）。堆栈的最大特点是</a:t>
            </a:r>
            <a:r>
              <a:rPr lang="zh-CN" altLang="en-US" b="1" dirty="0">
                <a:solidFill>
                  <a:srgbClr val="FF0000"/>
                </a:solidFill>
              </a:rPr>
              <a:t>“后进先出”</a:t>
            </a:r>
            <a:r>
              <a:rPr lang="zh-CN" altLang="en-US" dirty="0"/>
              <a:t>的数据操作原则。</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b="1" dirty="0">
                <a:solidFill>
                  <a:schemeClr val="bg2">
                    <a:lumMod val="25000"/>
                  </a:schemeClr>
                </a:solidFill>
              </a:rPr>
              <a:t>基本操作：</a:t>
            </a:r>
          </a:p>
        </p:txBody>
      </p:sp>
      <p:sp>
        <p:nvSpPr>
          <p:cNvPr id="3" name="内容占位符 2"/>
          <p:cNvSpPr>
            <a:spLocks noGrp="1"/>
          </p:cNvSpPr>
          <p:nvPr>
            <p:ph idx="1"/>
          </p:nvPr>
        </p:nvSpPr>
        <p:spPr/>
        <p:txBody>
          <a:bodyPr/>
          <a:lstStyle/>
          <a:p>
            <a:r>
              <a:rPr lang="zh-CN" altLang="en-US" dirty="0">
                <a:highlight>
                  <a:srgbClr val="FFFF00"/>
                </a:highlight>
              </a:rPr>
              <a:t>（</a:t>
            </a:r>
            <a:r>
              <a:rPr lang="en-US" altLang="zh-CN" dirty="0">
                <a:highlight>
                  <a:srgbClr val="FFFF00"/>
                </a:highlight>
              </a:rPr>
              <a:t>1</a:t>
            </a:r>
            <a:r>
              <a:rPr lang="zh-CN" altLang="en-US" dirty="0">
                <a:highlight>
                  <a:srgbClr val="FFFF00"/>
                </a:highlight>
              </a:rPr>
              <a:t>）进栈：使</a:t>
            </a:r>
            <a:r>
              <a:rPr lang="en-US" altLang="zh-CN" dirty="0">
                <a:highlight>
                  <a:srgbClr val="FFFF00"/>
                </a:highlight>
              </a:rPr>
              <a:t>SP</a:t>
            </a:r>
            <a:r>
              <a:rPr lang="zh-CN" altLang="en-US" dirty="0">
                <a:highlight>
                  <a:srgbClr val="FFFF00"/>
                </a:highlight>
              </a:rPr>
              <a:t>的内容增</a:t>
            </a:r>
            <a:r>
              <a:rPr lang="en-US" altLang="zh-CN" dirty="0">
                <a:highlight>
                  <a:srgbClr val="FFFF00"/>
                </a:highlight>
              </a:rPr>
              <a:t>1</a:t>
            </a:r>
            <a:r>
              <a:rPr lang="zh-CN" altLang="en-US" dirty="0">
                <a:highlight>
                  <a:srgbClr val="FFFF00"/>
                </a:highlight>
              </a:rPr>
              <a:t>后作数据压入操作；</a:t>
            </a:r>
            <a:endParaRPr lang="en-US" altLang="zh-CN" dirty="0">
              <a:highlight>
                <a:srgbClr val="FFFF00"/>
              </a:highlight>
            </a:endParaRPr>
          </a:p>
          <a:p>
            <a:r>
              <a:rPr lang="zh-CN" altLang="en-US" dirty="0">
                <a:highlight>
                  <a:srgbClr val="FFFF00"/>
                </a:highlight>
              </a:rPr>
              <a:t>（</a:t>
            </a:r>
            <a:r>
              <a:rPr lang="en-US" altLang="zh-CN" dirty="0">
                <a:highlight>
                  <a:srgbClr val="FFFF00"/>
                </a:highlight>
              </a:rPr>
              <a:t>2</a:t>
            </a:r>
            <a:r>
              <a:rPr lang="zh-CN" altLang="en-US" dirty="0">
                <a:highlight>
                  <a:srgbClr val="FFFF00"/>
                </a:highlight>
              </a:rPr>
              <a:t>）出栈：先把栈顶的数据弹出，然后使</a:t>
            </a:r>
            <a:r>
              <a:rPr lang="en-US" altLang="zh-CN" dirty="0">
                <a:highlight>
                  <a:srgbClr val="FFFF00"/>
                </a:highlight>
              </a:rPr>
              <a:t>SP</a:t>
            </a:r>
            <a:r>
              <a:rPr lang="zh-CN" altLang="en-US" dirty="0">
                <a:highlight>
                  <a:srgbClr val="FFFF00"/>
                </a:highlight>
              </a:rPr>
              <a:t>的内容减</a:t>
            </a:r>
            <a:r>
              <a:rPr lang="en-US" altLang="zh-CN" dirty="0">
                <a:highlight>
                  <a:srgbClr val="FFFF00"/>
                </a:highlight>
              </a:rPr>
              <a:t>1</a:t>
            </a:r>
            <a:r>
              <a:rPr lang="zh-CN" altLang="en-US" dirty="0">
                <a:highlight>
                  <a:srgbClr val="FFFF00"/>
                </a:highlight>
              </a:rPr>
              <a:t>。 （先进后出）</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zh-CN" altLang="en-US" b="1" dirty="0">
                <a:solidFill>
                  <a:schemeClr val="bg2">
                    <a:lumMod val="25000"/>
                  </a:schemeClr>
                </a:solidFill>
              </a:rPr>
              <a:t>堆栈的功用</a:t>
            </a:r>
            <a:r>
              <a:rPr lang="en-US" altLang="zh-CN" b="1" dirty="0">
                <a:solidFill>
                  <a:schemeClr val="bg2">
                    <a:lumMod val="25000"/>
                  </a:schemeClr>
                </a:solidFill>
              </a:rPr>
              <a:t>:</a:t>
            </a:r>
            <a:endParaRPr lang="zh-CN" altLang="en-US" b="1" dirty="0">
              <a:solidFill>
                <a:schemeClr val="bg2">
                  <a:lumMod val="25000"/>
                </a:schemeClr>
              </a:solidFill>
            </a:endParaRPr>
          </a:p>
        </p:txBody>
      </p:sp>
      <p:sp>
        <p:nvSpPr>
          <p:cNvPr id="3" name="内容占位符 2"/>
          <p:cNvSpPr>
            <a:spLocks noGrp="1"/>
          </p:cNvSpPr>
          <p:nvPr>
            <p:ph idx="1"/>
          </p:nvPr>
        </p:nvSpPr>
        <p:spPr/>
        <p:txBody>
          <a:bodyPr>
            <a:normAutofit fontScale="92500" lnSpcReduction="10000"/>
          </a:bodyPr>
          <a:lstStyle/>
          <a:p>
            <a:pPr>
              <a:lnSpc>
                <a:spcPct val="150000"/>
              </a:lnSpc>
            </a:pPr>
            <a:r>
              <a:rPr lang="zh-CN" altLang="en-US" dirty="0"/>
              <a:t>堆栈的主要功用是</a:t>
            </a:r>
            <a:r>
              <a:rPr lang="zh-CN" altLang="en-US" b="1" dirty="0">
                <a:solidFill>
                  <a:srgbClr val="FF0000"/>
                </a:solidFill>
              </a:rPr>
              <a:t>保护断点和保护现场。</a:t>
            </a:r>
            <a:r>
              <a:rPr lang="zh-CN" altLang="en-US" dirty="0"/>
              <a:t>因为计算机无论是执行中断程序还是子程序，最终要返回主程序，在转去执行中断或子程序时，要把主程序的断点保护起来，以便能正确的返回。同时，在执行中断或子程序时，可能要用到一些寄存器，需把这些寄存器的内容保护起来，即保护现场。</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zh-CN" altLang="en-US" b="1" dirty="0">
                <a:solidFill>
                  <a:schemeClr val="bg2">
                    <a:lumMod val="25000"/>
                  </a:schemeClr>
                </a:solidFill>
              </a:rPr>
              <a:t>堆栈的设置：</a:t>
            </a:r>
          </a:p>
        </p:txBody>
      </p:sp>
      <p:sp>
        <p:nvSpPr>
          <p:cNvPr id="3" name="内容占位符 2"/>
          <p:cNvSpPr>
            <a:spLocks noGrp="1"/>
          </p:cNvSpPr>
          <p:nvPr>
            <p:ph idx="1"/>
          </p:nvPr>
        </p:nvSpPr>
        <p:spPr/>
        <p:txBody>
          <a:bodyPr>
            <a:normAutofit fontScale="92500"/>
          </a:bodyPr>
          <a:lstStyle/>
          <a:p>
            <a:pPr>
              <a:lnSpc>
                <a:spcPct val="150000"/>
              </a:lnSpc>
            </a:pPr>
            <a:r>
              <a:rPr lang="en-US" altLang="zh-CN" dirty="0"/>
              <a:t>MCS—51</a:t>
            </a:r>
            <a:r>
              <a:rPr lang="zh-CN" altLang="en-US" dirty="0"/>
              <a:t>系列单片机的堆栈通常设置在</a:t>
            </a:r>
            <a:r>
              <a:rPr lang="zh-CN" altLang="en-US" b="1" dirty="0"/>
              <a:t>内部</a:t>
            </a:r>
            <a:r>
              <a:rPr lang="en-US" altLang="zh-CN" b="1" dirty="0"/>
              <a:t>RAM</a:t>
            </a:r>
            <a:r>
              <a:rPr lang="zh-CN" altLang="en-US" b="1" dirty="0"/>
              <a:t>的</a:t>
            </a:r>
            <a:r>
              <a:rPr lang="en-US" altLang="zh-CN" b="1" dirty="0"/>
              <a:t>30H~7FH</a:t>
            </a:r>
            <a:r>
              <a:rPr lang="zh-CN" altLang="en-US" dirty="0"/>
              <a:t>之间。</a:t>
            </a:r>
            <a:endParaRPr lang="en-US" altLang="zh-CN" dirty="0"/>
          </a:p>
          <a:p>
            <a:pPr>
              <a:lnSpc>
                <a:spcPct val="150000"/>
              </a:lnSpc>
            </a:pPr>
            <a:r>
              <a:rPr lang="zh-CN" altLang="en-US" dirty="0"/>
              <a:t>当系统复位后，</a:t>
            </a:r>
            <a:r>
              <a:rPr lang="en-US" altLang="zh-CN" dirty="0"/>
              <a:t>SP</a:t>
            </a:r>
            <a:r>
              <a:rPr lang="zh-CN" altLang="en-US" dirty="0"/>
              <a:t>的内容为</a:t>
            </a:r>
            <a:r>
              <a:rPr lang="en-US" altLang="zh-CN" dirty="0"/>
              <a:t>07H</a:t>
            </a:r>
            <a:r>
              <a:rPr lang="zh-CN" altLang="en-US" dirty="0"/>
              <a:t>，而</a:t>
            </a:r>
            <a:r>
              <a:rPr lang="en-US" altLang="zh-CN" dirty="0"/>
              <a:t>08H~1FH</a:t>
            </a:r>
            <a:r>
              <a:rPr lang="zh-CN" altLang="en-US" dirty="0"/>
              <a:t>为</a:t>
            </a:r>
            <a:r>
              <a:rPr lang="en-US" altLang="zh-CN" dirty="0"/>
              <a:t>1~3</a:t>
            </a:r>
            <a:r>
              <a:rPr lang="zh-CN" altLang="en-US" dirty="0"/>
              <a:t>组工作组寄存器的地址，但为防止数据冲突现象发生，堆栈最好设置在内部</a:t>
            </a:r>
            <a:r>
              <a:rPr lang="en-US" altLang="zh-CN" dirty="0"/>
              <a:t>RAM</a:t>
            </a:r>
            <a:r>
              <a:rPr lang="zh-CN" altLang="en-US" dirty="0"/>
              <a:t>的</a:t>
            </a:r>
            <a:r>
              <a:rPr lang="en-US" altLang="zh-CN" dirty="0"/>
              <a:t>30H~7FH</a:t>
            </a:r>
            <a:r>
              <a:rPr lang="zh-CN" altLang="en-US" dirty="0"/>
              <a:t>单元之间，例如使（</a:t>
            </a:r>
            <a:r>
              <a:rPr lang="en-US" altLang="zh-CN" dirty="0"/>
              <a:t>SP</a:t>
            </a:r>
            <a:r>
              <a:rPr lang="zh-CN" altLang="en-US" dirty="0"/>
              <a:t>）</a:t>
            </a:r>
            <a:r>
              <a:rPr lang="en-US" altLang="zh-CN" dirty="0"/>
              <a:t>=30H</a:t>
            </a:r>
            <a:r>
              <a:rPr lang="zh-CN" altLang="en-US" dirty="0"/>
              <a: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zh-CN" altLang="en-US" b="1" dirty="0">
                <a:solidFill>
                  <a:schemeClr val="bg2">
                    <a:lumMod val="25000"/>
                  </a:schemeClr>
                </a:solidFill>
              </a:rPr>
              <a:t>堆栈的操作方式：</a:t>
            </a:r>
          </a:p>
        </p:txBody>
      </p:sp>
      <p:sp>
        <p:nvSpPr>
          <p:cNvPr id="3" name="内容占位符 2"/>
          <p:cNvSpPr>
            <a:spLocks noGrp="1"/>
          </p:cNvSpPr>
          <p:nvPr>
            <p:ph idx="1"/>
          </p:nvPr>
        </p:nvSpPr>
        <p:spPr/>
        <p:txBody>
          <a:bodyPr/>
          <a:lstStyle/>
          <a:p>
            <a:pPr>
              <a:lnSpc>
                <a:spcPct val="150000"/>
              </a:lnSpc>
            </a:pPr>
            <a:r>
              <a:rPr lang="zh-CN" altLang="en-US" dirty="0"/>
              <a:t>自动方式。调用子程序或产生中断时，</a:t>
            </a:r>
            <a:r>
              <a:rPr lang="en-US" altLang="zh-CN" dirty="0"/>
              <a:t>CPU</a:t>
            </a:r>
            <a:r>
              <a:rPr lang="zh-CN" altLang="en-US" dirty="0"/>
              <a:t>会自动将现场进行保护，即压入堆栈，程序返回时，自动返回现场。</a:t>
            </a:r>
            <a:endParaRPr lang="en-US" altLang="zh-CN" dirty="0"/>
          </a:p>
          <a:p>
            <a:pPr>
              <a:lnSpc>
                <a:spcPct val="150000"/>
              </a:lnSpc>
            </a:pPr>
            <a:r>
              <a:rPr lang="zh-CN" altLang="en-US" dirty="0"/>
              <a:t>指令方式：用入栈和出栈指令完成，一般采用指令方式保护的是数据。</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b="1" dirty="0">
                <a:solidFill>
                  <a:schemeClr val="accent6"/>
                </a:solidFill>
              </a:rPr>
              <a:t>(b)</a:t>
            </a:r>
            <a:r>
              <a:rPr lang="zh-CN" altLang="en-US" sz="3200" b="1" dirty="0">
                <a:solidFill>
                  <a:schemeClr val="accent6"/>
                </a:solidFill>
              </a:rPr>
              <a:t>数据指针</a:t>
            </a:r>
            <a:r>
              <a:rPr lang="en-US" altLang="en-US" sz="3200" b="1" dirty="0">
                <a:solidFill>
                  <a:schemeClr val="accent6"/>
                </a:solidFill>
              </a:rPr>
              <a:t>DPTR：</a:t>
            </a:r>
            <a:endParaRPr lang="zh-CN" altLang="en-US" sz="3200" b="1" dirty="0">
              <a:solidFill>
                <a:schemeClr val="accent6"/>
              </a:solidFill>
            </a:endParaRPr>
          </a:p>
        </p:txBody>
      </p:sp>
      <p:sp>
        <p:nvSpPr>
          <p:cNvPr id="3" name="内容占位符 2"/>
          <p:cNvSpPr>
            <a:spLocks noGrp="1"/>
          </p:cNvSpPr>
          <p:nvPr>
            <p:ph idx="1"/>
          </p:nvPr>
        </p:nvSpPr>
        <p:spPr/>
        <p:txBody>
          <a:bodyPr>
            <a:normAutofit fontScale="92500" lnSpcReduction="10000"/>
          </a:bodyPr>
          <a:lstStyle/>
          <a:p>
            <a:pPr>
              <a:lnSpc>
                <a:spcPct val="150000"/>
              </a:lnSpc>
            </a:pPr>
            <a:r>
              <a:rPr lang="zh-CN" altLang="en-US" dirty="0"/>
              <a:t>数据指针</a:t>
            </a:r>
            <a:r>
              <a:rPr lang="en-US" altLang="zh-CN" dirty="0"/>
              <a:t>DPTR</a:t>
            </a:r>
            <a:r>
              <a:rPr lang="zh-CN" altLang="en-US" dirty="0"/>
              <a:t>为</a:t>
            </a:r>
            <a:r>
              <a:rPr lang="en-US" altLang="zh-CN" b="1" dirty="0"/>
              <a:t>16</a:t>
            </a:r>
            <a:r>
              <a:rPr lang="zh-CN" altLang="en-US" b="1" dirty="0"/>
              <a:t>位寄存器</a:t>
            </a:r>
            <a:r>
              <a:rPr lang="zh-CN" altLang="en-US" dirty="0"/>
              <a:t>，</a:t>
            </a:r>
            <a:r>
              <a:rPr lang="zh-CN" altLang="en-US" b="1" dirty="0">
                <a:solidFill>
                  <a:srgbClr val="FF0000"/>
                </a:solidFill>
                <a:highlight>
                  <a:srgbClr val="FFFF00"/>
                </a:highlight>
              </a:rPr>
              <a:t>它是</a:t>
            </a:r>
            <a:r>
              <a:rPr lang="en-US" altLang="zh-CN" b="1" dirty="0">
                <a:solidFill>
                  <a:srgbClr val="FF0000"/>
                </a:solidFill>
                <a:highlight>
                  <a:srgbClr val="FFFF00"/>
                </a:highlight>
              </a:rPr>
              <a:t>MCS—51</a:t>
            </a:r>
            <a:r>
              <a:rPr lang="zh-CN" altLang="en-US" b="1" dirty="0">
                <a:solidFill>
                  <a:srgbClr val="FF0000"/>
                </a:solidFill>
                <a:highlight>
                  <a:srgbClr val="FFFF00"/>
                </a:highlight>
              </a:rPr>
              <a:t>中唯一的一个</a:t>
            </a:r>
            <a:r>
              <a:rPr lang="en-US" altLang="zh-CN" b="1" dirty="0">
                <a:solidFill>
                  <a:srgbClr val="FF0000"/>
                </a:solidFill>
                <a:highlight>
                  <a:srgbClr val="FFFF00"/>
                </a:highlight>
              </a:rPr>
              <a:t>16</a:t>
            </a:r>
            <a:r>
              <a:rPr lang="zh-CN" altLang="en-US" b="1" dirty="0">
                <a:solidFill>
                  <a:srgbClr val="FF0000"/>
                </a:solidFill>
                <a:highlight>
                  <a:srgbClr val="FFFF00"/>
                </a:highlight>
              </a:rPr>
              <a:t>位寄存器</a:t>
            </a:r>
            <a:r>
              <a:rPr lang="zh-CN" altLang="en-US" b="1" dirty="0">
                <a:solidFill>
                  <a:srgbClr val="FF0000"/>
                </a:solidFill>
              </a:rPr>
              <a:t>。</a:t>
            </a:r>
            <a:r>
              <a:rPr lang="en-US" altLang="zh-CN" b="1" dirty="0"/>
              <a:t>DPTR</a:t>
            </a:r>
            <a:r>
              <a:rPr lang="zh-CN" altLang="en-US" b="1" dirty="0"/>
              <a:t>通常在</a:t>
            </a:r>
            <a:r>
              <a:rPr lang="zh-CN" altLang="en-US" b="1" dirty="0">
                <a:highlight>
                  <a:srgbClr val="FFFF00"/>
                </a:highlight>
              </a:rPr>
              <a:t>访问外部数据存储器时作为地址指针使用，寻址范围为</a:t>
            </a:r>
            <a:r>
              <a:rPr lang="en-US" altLang="zh-CN" b="1" dirty="0">
                <a:highlight>
                  <a:srgbClr val="FFFF00"/>
                </a:highlight>
              </a:rPr>
              <a:t>64KB</a:t>
            </a:r>
            <a:r>
              <a:rPr lang="zh-CN" altLang="en-US" dirty="0"/>
              <a:t>。编程时，既可按</a:t>
            </a:r>
            <a:r>
              <a:rPr lang="en-US" altLang="zh-CN" dirty="0"/>
              <a:t>16</a:t>
            </a:r>
            <a:r>
              <a:rPr lang="zh-CN" altLang="en-US" dirty="0"/>
              <a:t>位寄存器使用，也可作为两个</a:t>
            </a:r>
            <a:r>
              <a:rPr lang="en-US" altLang="zh-CN" dirty="0"/>
              <a:t>8</a:t>
            </a:r>
            <a:r>
              <a:rPr lang="zh-CN" altLang="en-US" dirty="0"/>
              <a:t>位寄存器分开使用。</a:t>
            </a:r>
            <a:r>
              <a:rPr lang="en-US" altLang="zh-CN" dirty="0"/>
              <a:t>DPH </a:t>
            </a:r>
            <a:r>
              <a:rPr lang="zh-CN" altLang="en-US" dirty="0"/>
              <a:t>为</a:t>
            </a:r>
            <a:r>
              <a:rPr lang="en-US" altLang="zh-CN" dirty="0"/>
              <a:t>DPTR</a:t>
            </a:r>
            <a:r>
              <a:rPr lang="zh-CN" altLang="en-US" dirty="0"/>
              <a:t>的高八位寄存器，</a:t>
            </a:r>
            <a:r>
              <a:rPr lang="en-US" altLang="zh-CN" dirty="0"/>
              <a:t>DPL </a:t>
            </a:r>
            <a:r>
              <a:rPr lang="zh-CN" altLang="en-US" dirty="0"/>
              <a:t>为</a:t>
            </a:r>
            <a:r>
              <a:rPr lang="en-US" altLang="zh-CN" dirty="0"/>
              <a:t>DPTR</a:t>
            </a:r>
            <a:r>
              <a:rPr lang="zh-CN" altLang="en-US" dirty="0"/>
              <a:t>的低八位寄存器。</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en-US" sz="3200" b="1" dirty="0">
                <a:solidFill>
                  <a:schemeClr val="accent6"/>
                </a:solidFill>
              </a:rPr>
              <a:t>(</a:t>
            </a:r>
            <a:r>
              <a:rPr lang="en-US" altLang="zh-CN" sz="3200" b="1" dirty="0">
                <a:solidFill>
                  <a:schemeClr val="accent6"/>
                </a:solidFill>
              </a:rPr>
              <a:t>c).</a:t>
            </a:r>
            <a:r>
              <a:rPr lang="en-US" altLang="en-US" sz="3200" b="1" dirty="0">
                <a:solidFill>
                  <a:schemeClr val="accent6"/>
                </a:solidFill>
              </a:rPr>
              <a:t>I/O</a:t>
            </a:r>
            <a:r>
              <a:rPr lang="zh-CN" altLang="en-US" sz="3200" b="1" dirty="0">
                <a:solidFill>
                  <a:schemeClr val="accent6"/>
                </a:solidFill>
              </a:rPr>
              <a:t>口</a:t>
            </a:r>
            <a:r>
              <a:rPr lang="en-US" altLang="zh-CN" sz="3200" b="1" dirty="0">
                <a:solidFill>
                  <a:schemeClr val="accent6"/>
                </a:solidFill>
              </a:rPr>
              <a:t>(</a:t>
            </a:r>
            <a:r>
              <a:rPr lang="zh-CN" altLang="en-US" sz="3200" b="1" dirty="0">
                <a:solidFill>
                  <a:schemeClr val="accent6"/>
                </a:solidFill>
              </a:rPr>
              <a:t>端口</a:t>
            </a:r>
            <a:r>
              <a:rPr lang="en-US" altLang="zh-CN" sz="3200" b="1" dirty="0">
                <a:solidFill>
                  <a:schemeClr val="accent6"/>
                </a:solidFill>
              </a:rPr>
              <a:t>P0~P3)</a:t>
            </a:r>
            <a:endParaRPr lang="zh-CN" altLang="en-US" sz="3200" b="1" dirty="0">
              <a:solidFill>
                <a:schemeClr val="accent6"/>
              </a:solidFill>
            </a:endParaRPr>
          </a:p>
        </p:txBody>
      </p:sp>
      <p:sp>
        <p:nvSpPr>
          <p:cNvPr id="3" name="内容占位符 2"/>
          <p:cNvSpPr>
            <a:spLocks noGrp="1"/>
          </p:cNvSpPr>
          <p:nvPr>
            <p:ph idx="1"/>
          </p:nvPr>
        </p:nvSpPr>
        <p:spPr/>
        <p:txBody>
          <a:bodyPr>
            <a:normAutofit/>
          </a:bodyPr>
          <a:lstStyle/>
          <a:p>
            <a:pPr>
              <a:lnSpc>
                <a:spcPct val="150000"/>
              </a:lnSpc>
            </a:pPr>
            <a:r>
              <a:rPr lang="en-US" altLang="zh-CN" dirty="0"/>
              <a:t>4</a:t>
            </a:r>
            <a:r>
              <a:rPr lang="zh-CN" altLang="en-US" dirty="0"/>
              <a:t>个双向的</a:t>
            </a:r>
            <a:r>
              <a:rPr lang="en-US" altLang="zh-CN" dirty="0"/>
              <a:t>8</a:t>
            </a:r>
            <a:r>
              <a:rPr lang="zh-CN" altLang="en-US" dirty="0"/>
              <a:t>位并行</a:t>
            </a:r>
            <a:r>
              <a:rPr lang="en-US" altLang="zh-CN" dirty="0"/>
              <a:t>I/O</a:t>
            </a:r>
            <a:r>
              <a:rPr lang="zh-CN" altLang="en-US" dirty="0"/>
              <a:t>端口</a:t>
            </a:r>
            <a:r>
              <a:rPr lang="en-US" altLang="zh-CN" dirty="0"/>
              <a:t>(Port) </a:t>
            </a:r>
            <a:r>
              <a:rPr lang="zh-CN" altLang="en-US" dirty="0"/>
              <a:t>，记作</a:t>
            </a:r>
            <a:r>
              <a:rPr lang="en-US" altLang="zh-CN" dirty="0"/>
              <a:t>P0</a:t>
            </a:r>
            <a:r>
              <a:rPr lang="zh-CN" altLang="en-US" dirty="0"/>
              <a:t>～</a:t>
            </a:r>
            <a:r>
              <a:rPr lang="en-US" altLang="zh-CN" dirty="0"/>
              <a:t>P3</a:t>
            </a:r>
          </a:p>
          <a:p>
            <a:pPr>
              <a:lnSpc>
                <a:spcPct val="150000"/>
              </a:lnSpc>
            </a:pPr>
            <a:r>
              <a:rPr lang="zh-CN" altLang="en-US" dirty="0">
                <a:solidFill>
                  <a:srgbClr val="FF0000"/>
                </a:solidFill>
              </a:rPr>
              <a:t>属于特殊功能寄存器，</a:t>
            </a:r>
            <a:r>
              <a:rPr lang="zh-CN" altLang="en-US" b="1" dirty="0">
                <a:solidFill>
                  <a:srgbClr val="FF0000"/>
                </a:solidFill>
              </a:rPr>
              <a:t>还可位寻址</a:t>
            </a:r>
            <a:r>
              <a:rPr lang="zh-CN" altLang="en-US" dirty="0"/>
              <a:t>。</a:t>
            </a:r>
          </a:p>
          <a:p>
            <a:pPr>
              <a:lnSpc>
                <a:spcPct val="150000"/>
              </a:lnSpc>
            </a:pPr>
            <a:r>
              <a:rPr lang="zh-CN" altLang="en-US" dirty="0"/>
              <a:t>每一个</a:t>
            </a:r>
            <a:r>
              <a:rPr lang="en-US" altLang="zh-CN" dirty="0"/>
              <a:t>I/O</a:t>
            </a:r>
            <a:r>
              <a:rPr lang="zh-CN" altLang="en-US" dirty="0"/>
              <a:t>口都为</a:t>
            </a:r>
            <a:r>
              <a:rPr lang="en-US" altLang="zh-CN" dirty="0"/>
              <a:t>RAM</a:t>
            </a:r>
            <a:r>
              <a:rPr lang="zh-CN" altLang="en-US" dirty="0"/>
              <a:t>的一个单元</a:t>
            </a:r>
            <a:r>
              <a:rPr lang="en-US" altLang="zh-CN" dirty="0"/>
              <a:t>(8</a:t>
            </a:r>
            <a:r>
              <a:rPr lang="zh-CN" altLang="en-US" dirty="0"/>
              <a:t>位</a:t>
            </a:r>
            <a:r>
              <a:rPr lang="en-US" altLang="zh-CN" dirty="0"/>
              <a:t>)</a:t>
            </a:r>
            <a:r>
              <a:rPr lang="zh-CN" altLang="en-US" dirty="0"/>
              <a:t>。</a:t>
            </a:r>
            <a:endParaRPr lang="en-US" altLang="zh-CN" dirty="0"/>
          </a:p>
          <a:p>
            <a:pPr>
              <a:lnSpc>
                <a:spcPct val="150000"/>
              </a:lnSpc>
            </a:pPr>
            <a:r>
              <a:rPr lang="zh-CN" altLang="en-US" dirty="0"/>
              <a:t>在</a:t>
            </a:r>
            <a:r>
              <a:rPr lang="en-US" altLang="zh-CN" dirty="0"/>
              <a:t>MCS-51</a:t>
            </a:r>
            <a:r>
              <a:rPr lang="zh-CN" altLang="en-US" dirty="0"/>
              <a:t>单片机中，</a:t>
            </a:r>
            <a:r>
              <a:rPr lang="en-US" altLang="zh-CN" dirty="0"/>
              <a:t>I/O</a:t>
            </a:r>
            <a:r>
              <a:rPr lang="zh-CN" altLang="en-US" dirty="0"/>
              <a:t>口和</a:t>
            </a:r>
            <a:r>
              <a:rPr lang="en-US" altLang="zh-CN" dirty="0"/>
              <a:t>RAM</a:t>
            </a:r>
            <a:r>
              <a:rPr lang="zh-CN" altLang="en-US" dirty="0"/>
              <a:t>统一编址，</a:t>
            </a:r>
            <a:r>
              <a:rPr lang="zh-CN" altLang="en-US" b="1" dirty="0">
                <a:solidFill>
                  <a:srgbClr val="FF0000"/>
                </a:solidFill>
                <a:highlight>
                  <a:srgbClr val="FFFF00"/>
                </a:highlight>
              </a:rPr>
              <a:t>所有访问</a:t>
            </a:r>
            <a:r>
              <a:rPr lang="en-US" altLang="zh-CN" b="1" dirty="0">
                <a:solidFill>
                  <a:srgbClr val="FF0000"/>
                </a:solidFill>
                <a:highlight>
                  <a:srgbClr val="FFFF00"/>
                </a:highlight>
              </a:rPr>
              <a:t>RAM</a:t>
            </a:r>
            <a:r>
              <a:rPr lang="zh-CN" altLang="en-US" b="1" dirty="0">
                <a:solidFill>
                  <a:srgbClr val="FF0000"/>
                </a:solidFill>
                <a:highlight>
                  <a:srgbClr val="FFFF00"/>
                </a:highlight>
              </a:rPr>
              <a:t>的指令都可用来访问</a:t>
            </a:r>
            <a:r>
              <a:rPr lang="en-US" altLang="zh-CN" b="1" dirty="0">
                <a:solidFill>
                  <a:srgbClr val="FF0000"/>
                </a:solidFill>
                <a:highlight>
                  <a:srgbClr val="FFFF00"/>
                </a:highlight>
              </a:rPr>
              <a:t>I/O</a:t>
            </a:r>
            <a:r>
              <a:rPr lang="zh-CN" altLang="en-US" b="1" dirty="0">
                <a:solidFill>
                  <a:srgbClr val="FF0000"/>
                </a:solidFill>
                <a:highlight>
                  <a:srgbClr val="FFFF00"/>
                </a:highlight>
              </a:rPr>
              <a:t>口</a:t>
            </a:r>
            <a:r>
              <a:rPr lang="zh-CN" altLang="en-US" b="1" dirty="0">
                <a:solidFill>
                  <a:srgbClr val="FF0000"/>
                </a:solidFill>
              </a:rPr>
              <a: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sz="3200" b="1" dirty="0">
                <a:solidFill>
                  <a:schemeClr val="accent6"/>
                </a:solidFill>
              </a:rPr>
              <a:t>(d)</a:t>
            </a:r>
            <a:r>
              <a:rPr lang="zh-CN" altLang="en-US" sz="3200" b="1" dirty="0">
                <a:solidFill>
                  <a:schemeClr val="accent6"/>
                </a:solidFill>
              </a:rPr>
              <a:t>串行数据缓冲器</a:t>
            </a:r>
            <a:r>
              <a:rPr lang="en-US" altLang="zh-CN" sz="3200" b="1" dirty="0">
                <a:solidFill>
                  <a:schemeClr val="accent6"/>
                </a:solidFill>
              </a:rPr>
              <a:t>SBUF</a:t>
            </a:r>
            <a:endParaRPr lang="zh-CN" altLang="en-US" sz="3200" b="1" dirty="0">
              <a:solidFill>
                <a:schemeClr val="accent6"/>
              </a:solidFill>
            </a:endParaRPr>
          </a:p>
        </p:txBody>
      </p:sp>
      <p:sp>
        <p:nvSpPr>
          <p:cNvPr id="3" name="内容占位符 2"/>
          <p:cNvSpPr>
            <a:spLocks noGrp="1"/>
          </p:cNvSpPr>
          <p:nvPr>
            <p:ph idx="1"/>
          </p:nvPr>
        </p:nvSpPr>
        <p:spPr/>
        <p:txBody>
          <a:bodyPr>
            <a:normAutofit fontScale="92500"/>
          </a:bodyPr>
          <a:lstStyle/>
          <a:p>
            <a:pPr>
              <a:lnSpc>
                <a:spcPct val="150000"/>
              </a:lnSpc>
            </a:pPr>
            <a:r>
              <a:rPr lang="en-US" altLang="zh-CN" b="1" dirty="0"/>
              <a:t>serial data buffer</a:t>
            </a:r>
            <a:r>
              <a:rPr lang="zh-CN" altLang="en-US" dirty="0"/>
              <a:t>，中文名为串行 数据缓冲器 。 </a:t>
            </a:r>
            <a:endParaRPr lang="en-US" altLang="zh-CN" dirty="0"/>
          </a:p>
          <a:p>
            <a:pPr>
              <a:lnSpc>
                <a:spcPct val="150000"/>
              </a:lnSpc>
            </a:pPr>
            <a:r>
              <a:rPr lang="zh-CN" altLang="en-US" b="1" dirty="0">
                <a:solidFill>
                  <a:srgbClr val="FF0000"/>
                </a:solidFill>
                <a:highlight>
                  <a:srgbClr val="FFFF00"/>
                </a:highlight>
              </a:rPr>
              <a:t>这个重叠的地址靠读</a:t>
            </a:r>
            <a:r>
              <a:rPr lang="en-US" altLang="zh-CN" b="1" dirty="0">
                <a:solidFill>
                  <a:srgbClr val="FF0000"/>
                </a:solidFill>
                <a:highlight>
                  <a:srgbClr val="FFFF00"/>
                </a:highlight>
              </a:rPr>
              <a:t>/</a:t>
            </a:r>
            <a:r>
              <a:rPr lang="zh-CN" altLang="en-US" b="1" dirty="0">
                <a:solidFill>
                  <a:srgbClr val="FF0000"/>
                </a:solidFill>
                <a:highlight>
                  <a:srgbClr val="FFFF00"/>
                </a:highlight>
              </a:rPr>
              <a:t>写指令区分</a:t>
            </a:r>
            <a:r>
              <a:rPr lang="zh-CN" altLang="en-US" dirty="0">
                <a:solidFill>
                  <a:srgbClr val="FF0000"/>
                </a:solidFill>
              </a:rPr>
              <a:t>：</a:t>
            </a:r>
            <a:r>
              <a:rPr lang="zh-CN" altLang="en-US" dirty="0"/>
              <a:t>串行发送数据时， </a:t>
            </a:r>
            <a:r>
              <a:rPr lang="en-US" altLang="zh-CN" dirty="0"/>
              <a:t>CPU </a:t>
            </a:r>
            <a:r>
              <a:rPr lang="zh-CN" altLang="en-US" dirty="0"/>
              <a:t>向</a:t>
            </a:r>
            <a:r>
              <a:rPr lang="en-US" altLang="zh-CN" dirty="0"/>
              <a:t>SBUF</a:t>
            </a:r>
            <a:r>
              <a:rPr lang="zh-CN" altLang="en-US" dirty="0"/>
              <a:t>写入数据，此时</a:t>
            </a:r>
            <a:r>
              <a:rPr lang="en-US" altLang="zh-CN" dirty="0"/>
              <a:t>99H</a:t>
            </a:r>
            <a:r>
              <a:rPr lang="zh-CN" altLang="en-US" dirty="0"/>
              <a:t>表示串行口的发送缓冲寄存器；串行接收数据时，</a:t>
            </a:r>
            <a:r>
              <a:rPr lang="en-US" altLang="zh-CN" dirty="0"/>
              <a:t>CPU</a:t>
            </a:r>
            <a:r>
              <a:rPr lang="zh-CN" altLang="en-US" dirty="0"/>
              <a:t>从</a:t>
            </a:r>
            <a:r>
              <a:rPr lang="en-US" altLang="zh-CN" dirty="0"/>
              <a:t>SBUF</a:t>
            </a:r>
            <a:r>
              <a:rPr lang="zh-CN" altLang="en-US" dirty="0"/>
              <a:t>读出数据，此时</a:t>
            </a:r>
            <a:r>
              <a:rPr lang="en-US" altLang="zh-CN" dirty="0"/>
              <a:t>99H</a:t>
            </a:r>
            <a:r>
              <a:rPr lang="zh-CN" altLang="en-US" dirty="0"/>
              <a:t>表示串行口的接收缓冲寄存器。</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sz="3200" b="1" dirty="0">
                <a:solidFill>
                  <a:schemeClr val="accent6"/>
                </a:solidFill>
              </a:rPr>
              <a:t>(e)</a:t>
            </a:r>
            <a:r>
              <a:rPr lang="zh-CN" altLang="en-US" sz="3200" b="1" dirty="0">
                <a:solidFill>
                  <a:schemeClr val="accent6"/>
                </a:solidFill>
              </a:rPr>
              <a:t>定时器和计数器</a:t>
            </a:r>
          </a:p>
        </p:txBody>
      </p:sp>
      <p:sp>
        <p:nvSpPr>
          <p:cNvPr id="3" name="内容占位符 2"/>
          <p:cNvSpPr>
            <a:spLocks noGrp="1"/>
          </p:cNvSpPr>
          <p:nvPr>
            <p:ph idx="1"/>
          </p:nvPr>
        </p:nvSpPr>
        <p:spPr/>
        <p:txBody>
          <a:bodyPr>
            <a:normAutofit fontScale="85000" lnSpcReduction="10000"/>
          </a:bodyPr>
          <a:lstStyle/>
          <a:p>
            <a:pPr>
              <a:lnSpc>
                <a:spcPct val="150000"/>
              </a:lnSpc>
            </a:pPr>
            <a:r>
              <a:rPr lang="en-US" altLang="zh-CN" dirty="0"/>
              <a:t>51</a:t>
            </a:r>
            <a:r>
              <a:rPr lang="zh-CN" altLang="en-US" dirty="0"/>
              <a:t>单片机内部设有两个</a:t>
            </a:r>
            <a:r>
              <a:rPr lang="en-US" altLang="zh-CN" dirty="0"/>
              <a:t>16</a:t>
            </a:r>
            <a:r>
              <a:rPr lang="zh-CN" altLang="en-US" dirty="0"/>
              <a:t>位的可编程定时器</a:t>
            </a:r>
            <a:r>
              <a:rPr lang="en-US" altLang="zh-CN" dirty="0"/>
              <a:t>/</a:t>
            </a:r>
            <a:r>
              <a:rPr lang="zh-CN" altLang="en-US" dirty="0"/>
              <a:t>计数器。</a:t>
            </a:r>
            <a:endParaRPr lang="en-US" altLang="zh-CN" dirty="0"/>
          </a:p>
          <a:p>
            <a:pPr>
              <a:lnSpc>
                <a:spcPct val="150000"/>
              </a:lnSpc>
            </a:pPr>
            <a:r>
              <a:rPr lang="zh-CN" altLang="en-US" dirty="0"/>
              <a:t>可编程的意思是指其功能（如工作方式、定时时间、量程、启动方式等）均可由指令来确定和改变。</a:t>
            </a:r>
            <a:endParaRPr lang="en-US" altLang="zh-CN" dirty="0"/>
          </a:p>
          <a:p>
            <a:pPr>
              <a:lnSpc>
                <a:spcPct val="150000"/>
              </a:lnSpc>
            </a:pPr>
            <a:r>
              <a:rPr lang="zh-CN" altLang="en-US" dirty="0"/>
              <a:t>在定时器</a:t>
            </a:r>
            <a:r>
              <a:rPr lang="en-US" altLang="zh-CN" dirty="0"/>
              <a:t>/</a:t>
            </a:r>
            <a:r>
              <a:rPr lang="zh-CN" altLang="en-US" dirty="0"/>
              <a:t>计数器中除了有两个</a:t>
            </a:r>
            <a:r>
              <a:rPr lang="en-US" altLang="zh-CN" dirty="0"/>
              <a:t>16</a:t>
            </a:r>
            <a:r>
              <a:rPr lang="zh-CN" altLang="en-US" dirty="0"/>
              <a:t>位的计数器之外，还有两个特殊功能寄存器（控制寄存器和方式寄存器）。</a:t>
            </a:r>
          </a:p>
          <a:p>
            <a:pPr>
              <a:lnSpc>
                <a:spcPct val="150000"/>
              </a:lnSpc>
            </a:pPr>
            <a:endParaRPr lang="zh-CN"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b="1" dirty="0">
                <a:solidFill>
                  <a:schemeClr val="accent1">
                    <a:lumMod val="50000"/>
                  </a:schemeClr>
                </a:solidFill>
              </a:rPr>
              <a:t>(2).</a:t>
            </a:r>
            <a:r>
              <a:rPr lang="zh-CN" altLang="en-US" sz="3200" b="1" dirty="0">
                <a:solidFill>
                  <a:schemeClr val="accent1">
                    <a:lumMod val="50000"/>
                  </a:schemeClr>
                </a:solidFill>
              </a:rPr>
              <a:t>外部数据存储器</a:t>
            </a:r>
            <a:endParaRPr lang="zh-CN" altLang="en-US" sz="3200" dirty="0"/>
          </a:p>
        </p:txBody>
      </p:sp>
      <p:sp>
        <p:nvSpPr>
          <p:cNvPr id="3" name="内容占位符 2"/>
          <p:cNvSpPr>
            <a:spLocks noGrp="1"/>
          </p:cNvSpPr>
          <p:nvPr>
            <p:ph idx="1"/>
          </p:nvPr>
        </p:nvSpPr>
        <p:spPr/>
        <p:txBody>
          <a:bodyPr>
            <a:normAutofit fontScale="85000" lnSpcReduction="10000"/>
          </a:bodyPr>
          <a:lstStyle/>
          <a:p>
            <a:r>
              <a:rPr lang="zh-CN" altLang="en-US" dirty="0"/>
              <a:t>最多可外扩</a:t>
            </a:r>
            <a:r>
              <a:rPr lang="en-US" altLang="zh-CN" dirty="0"/>
              <a:t>64K</a:t>
            </a:r>
            <a:r>
              <a:rPr lang="zh-CN" altLang="en-US" dirty="0"/>
              <a:t>字节的</a:t>
            </a:r>
            <a:r>
              <a:rPr lang="en-US" altLang="zh-CN" dirty="0"/>
              <a:t>RAM</a:t>
            </a:r>
            <a:r>
              <a:rPr lang="zh-CN" altLang="en-US" dirty="0"/>
              <a:t>或</a:t>
            </a:r>
            <a:r>
              <a:rPr lang="en-US" altLang="zh-CN" dirty="0"/>
              <a:t>I/O </a:t>
            </a:r>
            <a:r>
              <a:rPr lang="zh-CN" altLang="en-US" dirty="0"/>
              <a:t>。 使用各类存储器，注意几点：</a:t>
            </a:r>
            <a:endParaRPr lang="en-US" altLang="zh-CN" dirty="0"/>
          </a:p>
          <a:p>
            <a:r>
              <a:rPr lang="en-US" altLang="zh-CN" b="1" dirty="0">
                <a:solidFill>
                  <a:srgbClr val="FF0000"/>
                </a:solidFill>
              </a:rPr>
              <a:t>(a) </a:t>
            </a:r>
            <a:r>
              <a:rPr lang="zh-CN" altLang="en-US" b="1" dirty="0">
                <a:solidFill>
                  <a:srgbClr val="FF0000"/>
                </a:solidFill>
              </a:rPr>
              <a:t>地址的重叠性</a:t>
            </a:r>
          </a:p>
          <a:p>
            <a:r>
              <a:rPr lang="zh-CN" altLang="en-US" dirty="0"/>
              <a:t>程序存储器（</a:t>
            </a:r>
            <a:r>
              <a:rPr lang="en-US" altLang="zh-CN" dirty="0"/>
              <a:t>ROM</a:t>
            </a:r>
            <a:r>
              <a:rPr lang="zh-CN" altLang="en-US" dirty="0"/>
              <a:t>）与数据存储器（</a:t>
            </a:r>
            <a:r>
              <a:rPr lang="en-US" altLang="zh-CN" dirty="0"/>
              <a:t>RAM</a:t>
            </a:r>
            <a:r>
              <a:rPr lang="zh-CN" altLang="en-US" dirty="0"/>
              <a:t>）全部</a:t>
            </a:r>
            <a:r>
              <a:rPr lang="en-US" altLang="zh-CN" dirty="0"/>
              <a:t>64K</a:t>
            </a:r>
            <a:r>
              <a:rPr lang="zh-CN" altLang="en-US" dirty="0"/>
              <a:t>字节地址空间重叠</a:t>
            </a:r>
            <a:r>
              <a:rPr lang="en-US" altLang="zh-CN" dirty="0"/>
              <a:t>)</a:t>
            </a:r>
            <a:r>
              <a:rPr lang="zh-CN" altLang="en-US" dirty="0"/>
              <a:t>。</a:t>
            </a:r>
          </a:p>
          <a:p>
            <a:r>
              <a:rPr lang="zh-CN" altLang="en-US" dirty="0"/>
              <a:t>程序存储器（</a:t>
            </a:r>
            <a:r>
              <a:rPr lang="en-US" altLang="zh-CN" dirty="0"/>
              <a:t>ROM</a:t>
            </a:r>
            <a:r>
              <a:rPr lang="zh-CN" altLang="en-US" dirty="0"/>
              <a:t>）与数据存储器（</a:t>
            </a:r>
            <a:r>
              <a:rPr lang="en-US" altLang="zh-CN" dirty="0"/>
              <a:t>RAM</a:t>
            </a:r>
            <a:r>
              <a:rPr lang="zh-CN" altLang="en-US" dirty="0"/>
              <a:t>）在使用上是严格区分的 。</a:t>
            </a:r>
          </a:p>
          <a:p>
            <a:r>
              <a:rPr lang="en-US" altLang="zh-CN" b="1" dirty="0">
                <a:solidFill>
                  <a:srgbClr val="FF0000"/>
                </a:solidFill>
              </a:rPr>
              <a:t>(b)</a:t>
            </a:r>
            <a:r>
              <a:rPr lang="zh-CN" altLang="en-US" b="1" dirty="0">
                <a:solidFill>
                  <a:srgbClr val="FF0000"/>
                </a:solidFill>
              </a:rPr>
              <a:t>位地址空间共有两个区域。</a:t>
            </a:r>
          </a:p>
          <a:p>
            <a:r>
              <a:rPr lang="en-US" altLang="zh-CN" b="1" dirty="0">
                <a:solidFill>
                  <a:srgbClr val="FF0000"/>
                </a:solidFill>
              </a:rPr>
              <a:t>(c)</a:t>
            </a:r>
            <a:r>
              <a:rPr lang="zh-CN" altLang="en-US" b="1" dirty="0">
                <a:solidFill>
                  <a:srgbClr val="FF0000"/>
                </a:solidFill>
              </a:rPr>
              <a:t>片外数据存储区中，</a:t>
            </a:r>
            <a:r>
              <a:rPr lang="en-US" altLang="zh-CN" b="1" dirty="0">
                <a:solidFill>
                  <a:srgbClr val="FF0000"/>
                </a:solidFill>
              </a:rPr>
              <a:t>RAM</a:t>
            </a:r>
            <a:r>
              <a:rPr lang="zh-CN" altLang="en-US" b="1" dirty="0">
                <a:solidFill>
                  <a:srgbClr val="FF0000"/>
                </a:solidFill>
              </a:rPr>
              <a:t>与</a:t>
            </a:r>
            <a:r>
              <a:rPr lang="en-US" altLang="zh-CN" b="1" dirty="0">
                <a:solidFill>
                  <a:srgbClr val="FF0000"/>
                </a:solidFill>
              </a:rPr>
              <a:t>I/O</a:t>
            </a:r>
            <a:r>
              <a:rPr lang="zh-CN" altLang="en-US" b="1" dirty="0">
                <a:solidFill>
                  <a:srgbClr val="FF0000"/>
                </a:solidFill>
              </a:rPr>
              <a:t>端口统一编址。</a:t>
            </a:r>
          </a:p>
          <a:p>
            <a:r>
              <a:rPr lang="en-US" altLang="zh-CN" b="1" dirty="0">
                <a:solidFill>
                  <a:srgbClr val="FF0000"/>
                </a:solidFill>
              </a:rPr>
              <a:t>(d)</a:t>
            </a:r>
            <a:r>
              <a:rPr lang="zh-CN" altLang="en-US" b="1" dirty="0">
                <a:solidFill>
                  <a:srgbClr val="FF0000"/>
                </a:solidFill>
              </a:rPr>
              <a:t>所有外围</a:t>
            </a:r>
            <a:r>
              <a:rPr lang="en-US" altLang="zh-CN" b="1" dirty="0">
                <a:solidFill>
                  <a:srgbClr val="FF0000"/>
                </a:solidFill>
              </a:rPr>
              <a:t>I/O</a:t>
            </a:r>
            <a:r>
              <a:rPr lang="zh-CN" altLang="en-US" b="1" dirty="0">
                <a:solidFill>
                  <a:srgbClr val="FF0000"/>
                </a:solidFill>
              </a:rPr>
              <a:t>端口的地址均占用</a:t>
            </a:r>
            <a:r>
              <a:rPr lang="en-US" altLang="zh-CN" b="1" dirty="0">
                <a:solidFill>
                  <a:srgbClr val="FF0000"/>
                </a:solidFill>
              </a:rPr>
              <a:t>RAM</a:t>
            </a:r>
            <a:r>
              <a:rPr lang="zh-CN" altLang="en-US" b="1" dirty="0">
                <a:solidFill>
                  <a:srgbClr val="FF0000"/>
                </a:solidFill>
              </a:rPr>
              <a:t>单元地址，使用与访问外部数据存储器相同的传送指令。</a:t>
            </a:r>
          </a:p>
          <a:p>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sz="3200" b="1" dirty="0">
                <a:solidFill>
                  <a:srgbClr val="7030A0"/>
                </a:solidFill>
              </a:rPr>
              <a:t>4.</a:t>
            </a:r>
            <a:r>
              <a:rPr lang="zh-CN" altLang="en-US" sz="3200" b="1" dirty="0">
                <a:solidFill>
                  <a:srgbClr val="7030A0"/>
                </a:solidFill>
              </a:rPr>
              <a:t>位地址空间</a:t>
            </a:r>
          </a:p>
        </p:txBody>
      </p:sp>
      <p:sp>
        <p:nvSpPr>
          <p:cNvPr id="3" name="内容占位符 2"/>
          <p:cNvSpPr>
            <a:spLocks noGrp="1"/>
          </p:cNvSpPr>
          <p:nvPr>
            <p:ph idx="1"/>
          </p:nvPr>
        </p:nvSpPr>
        <p:spPr>
          <a:xfrm>
            <a:off x="428596" y="1500174"/>
            <a:ext cx="8229600" cy="4686320"/>
          </a:xfrm>
        </p:spPr>
        <p:txBody>
          <a:bodyPr>
            <a:normAutofit/>
          </a:bodyPr>
          <a:lstStyle/>
          <a:p>
            <a:r>
              <a:rPr lang="zh-CN" altLang="en-US" sz="2400" dirty="0"/>
              <a:t>片内</a:t>
            </a:r>
            <a:r>
              <a:rPr lang="en-US" altLang="zh-CN" sz="2400" dirty="0"/>
              <a:t>RAM</a:t>
            </a:r>
            <a:r>
              <a:rPr lang="zh-CN" altLang="en-US" sz="2400" dirty="0"/>
              <a:t>的</a:t>
            </a:r>
            <a:r>
              <a:rPr lang="en-US" altLang="zh-CN" sz="2400" dirty="0"/>
              <a:t>20H~2FH</a:t>
            </a:r>
            <a:r>
              <a:rPr lang="zh-CN" altLang="en-US" sz="2400" dirty="0"/>
              <a:t>为位寻址区域，每字节有</a:t>
            </a:r>
            <a:r>
              <a:rPr lang="en-US" altLang="zh-CN" sz="2400" dirty="0"/>
              <a:t>8</a:t>
            </a:r>
            <a:r>
              <a:rPr lang="zh-CN" altLang="en-US" sz="2400" dirty="0"/>
              <a:t>位共</a:t>
            </a:r>
            <a:r>
              <a:rPr lang="en-US" altLang="zh-CN" sz="2400" dirty="0"/>
              <a:t>128</a:t>
            </a:r>
            <a:r>
              <a:rPr lang="zh-CN" altLang="en-US" sz="2400" dirty="0"/>
              <a:t>位，这</a:t>
            </a:r>
            <a:r>
              <a:rPr lang="en-US" altLang="zh-CN" sz="2400" dirty="0"/>
              <a:t>16</a:t>
            </a:r>
            <a:r>
              <a:rPr lang="zh-CN" altLang="en-US" sz="2400" dirty="0"/>
              <a:t>个字节的每位有个编号称为位地址，位地址范围为</a:t>
            </a:r>
            <a:r>
              <a:rPr lang="en-US" altLang="zh-CN" sz="2400" dirty="0"/>
              <a:t>00H~7FH</a:t>
            </a:r>
            <a:r>
              <a:rPr lang="zh-CN" altLang="en-US" sz="2400" dirty="0"/>
              <a:t>。</a:t>
            </a:r>
          </a:p>
        </p:txBody>
      </p:sp>
      <p:pic>
        <p:nvPicPr>
          <p:cNvPr id="2050" name="Picture 2" descr="preview"/>
          <p:cNvPicPr>
            <a:picLocks noChangeAspect="1" noChangeArrowheads="1"/>
          </p:cNvPicPr>
          <p:nvPr/>
        </p:nvPicPr>
        <p:blipFill>
          <a:blip r:embed="rId2"/>
          <a:srcRect/>
          <a:stretch>
            <a:fillRect/>
          </a:stretch>
        </p:blipFill>
        <p:spPr bwMode="auto">
          <a:xfrm>
            <a:off x="2627784" y="2276872"/>
            <a:ext cx="4915570" cy="4214818"/>
          </a:xfrm>
          <a:prstGeom prst="rect">
            <a:avLst/>
          </a:prstGeom>
          <a:noFill/>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zh-CN" altLang="en-US" b="1" dirty="0">
                <a:solidFill>
                  <a:srgbClr val="C00000"/>
                </a:solidFill>
              </a:rPr>
              <a:t>五、并行</a:t>
            </a:r>
            <a:r>
              <a:rPr lang="en-US" altLang="zh-CN" b="1" dirty="0">
                <a:solidFill>
                  <a:srgbClr val="C00000"/>
                </a:solidFill>
              </a:rPr>
              <a:t>I/O</a:t>
            </a:r>
            <a:r>
              <a:rPr lang="zh-CN" altLang="en-US" b="1" dirty="0">
                <a:solidFill>
                  <a:srgbClr val="C00000"/>
                </a:solidFill>
              </a:rPr>
              <a:t>口</a:t>
            </a:r>
            <a:r>
              <a:rPr lang="en-US" altLang="zh-CN" b="1" dirty="0">
                <a:solidFill>
                  <a:srgbClr val="C00000"/>
                </a:solidFill>
              </a:rPr>
              <a:t>P0~P3</a:t>
            </a:r>
            <a:r>
              <a:rPr lang="zh-CN" altLang="en-US" b="1" dirty="0">
                <a:solidFill>
                  <a:srgbClr val="C00000"/>
                </a:solidFill>
              </a:rPr>
              <a:t>的结构</a:t>
            </a:r>
          </a:p>
        </p:txBody>
      </p:sp>
      <p:sp>
        <p:nvSpPr>
          <p:cNvPr id="3" name="内容占位符 2"/>
          <p:cNvSpPr>
            <a:spLocks noGrp="1"/>
          </p:cNvSpPr>
          <p:nvPr>
            <p:ph idx="1"/>
          </p:nvPr>
        </p:nvSpPr>
        <p:spPr/>
        <p:txBody>
          <a:bodyPr/>
          <a:lstStyle/>
          <a:p>
            <a:pPr>
              <a:lnSpc>
                <a:spcPct val="150000"/>
              </a:lnSpc>
            </a:pPr>
            <a:r>
              <a:rPr lang="en-US" altLang="zh-CN" dirty="0"/>
              <a:t>MCS-51</a:t>
            </a:r>
            <a:r>
              <a:rPr lang="zh-CN" altLang="en-US" dirty="0"/>
              <a:t>单片机有</a:t>
            </a:r>
            <a:r>
              <a:rPr lang="en-US" altLang="zh-CN" dirty="0"/>
              <a:t>4</a:t>
            </a:r>
            <a:r>
              <a:rPr lang="zh-CN" altLang="en-US" dirty="0"/>
              <a:t>个</a:t>
            </a:r>
            <a:r>
              <a:rPr lang="en-US" altLang="zh-CN" dirty="0"/>
              <a:t>8</a:t>
            </a:r>
            <a:r>
              <a:rPr lang="zh-CN" altLang="en-US" dirty="0"/>
              <a:t>位的并行</a:t>
            </a:r>
            <a:r>
              <a:rPr lang="en-US" altLang="zh-CN" dirty="0"/>
              <a:t>I/O</a:t>
            </a:r>
            <a:r>
              <a:rPr lang="zh-CN" altLang="en-US" dirty="0"/>
              <a:t>口，这四个</a:t>
            </a:r>
            <a:r>
              <a:rPr lang="en-US" altLang="zh-CN" dirty="0"/>
              <a:t>I/O</a:t>
            </a:r>
            <a:r>
              <a:rPr lang="zh-CN" altLang="en-US" dirty="0"/>
              <a:t>口的第一功能都是数据的输入输出功能，第二功能各不相同。</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b="1" dirty="0">
                <a:solidFill>
                  <a:srgbClr val="7030A0"/>
                </a:solidFill>
              </a:rPr>
              <a:t>1.P0</a:t>
            </a:r>
            <a:r>
              <a:rPr lang="zh-CN" altLang="en-US" b="1" dirty="0">
                <a:solidFill>
                  <a:srgbClr val="7030A0"/>
                </a:solidFill>
              </a:rPr>
              <a:t>口</a:t>
            </a:r>
          </a:p>
        </p:txBody>
      </p:sp>
      <p:sp>
        <p:nvSpPr>
          <p:cNvPr id="3" name="内容占位符 2"/>
          <p:cNvSpPr>
            <a:spLocks noGrp="1"/>
          </p:cNvSpPr>
          <p:nvPr>
            <p:ph idx="1"/>
          </p:nvPr>
        </p:nvSpPr>
        <p:spPr>
          <a:xfrm>
            <a:off x="457200" y="1600200"/>
            <a:ext cx="8472518" cy="4686320"/>
          </a:xfrm>
        </p:spPr>
        <p:txBody>
          <a:bodyPr>
            <a:normAutofit lnSpcReduction="10000"/>
          </a:bodyPr>
          <a:lstStyle/>
          <a:p>
            <a:pPr>
              <a:lnSpc>
                <a:spcPct val="150000"/>
              </a:lnSpc>
            </a:pPr>
            <a:r>
              <a:rPr lang="en-US" altLang="zh-CN" dirty="0"/>
              <a:t>P0</a:t>
            </a:r>
            <a:r>
              <a:rPr lang="zh-CN" altLang="en-US" dirty="0"/>
              <a:t>口的字节地址为</a:t>
            </a:r>
            <a:r>
              <a:rPr lang="en-US" altLang="zh-CN" dirty="0"/>
              <a:t>80H</a:t>
            </a:r>
            <a:r>
              <a:rPr lang="zh-CN" altLang="en-US" dirty="0"/>
              <a:t>，位地址为</a:t>
            </a:r>
            <a:r>
              <a:rPr lang="en-US" altLang="zh-CN" dirty="0"/>
              <a:t>80H~87H</a:t>
            </a:r>
            <a:r>
              <a:rPr lang="zh-CN" altLang="en-US" dirty="0"/>
              <a:t>。</a:t>
            </a:r>
            <a:endParaRPr lang="en-US" altLang="zh-CN" dirty="0"/>
          </a:p>
          <a:p>
            <a:pPr>
              <a:lnSpc>
                <a:spcPct val="150000"/>
              </a:lnSpc>
            </a:pPr>
            <a:r>
              <a:rPr lang="zh-CN" altLang="en-US" dirty="0"/>
              <a:t>逻辑电路包括：</a:t>
            </a:r>
            <a:endParaRPr lang="en-US" altLang="zh-CN" dirty="0"/>
          </a:p>
          <a:p>
            <a:pPr>
              <a:lnSpc>
                <a:spcPct val="150000"/>
              </a:lnSpc>
              <a:buNone/>
            </a:pPr>
            <a:r>
              <a:rPr lang="zh-CN" altLang="en-US" dirty="0"/>
              <a:t>一个数据输出锁存器；</a:t>
            </a:r>
            <a:endParaRPr lang="en-US" altLang="zh-CN" dirty="0"/>
          </a:p>
          <a:p>
            <a:pPr>
              <a:lnSpc>
                <a:spcPct val="150000"/>
              </a:lnSpc>
              <a:buNone/>
            </a:pPr>
            <a:r>
              <a:rPr lang="zh-CN" altLang="en-US" dirty="0"/>
              <a:t>两个三态输入缓冲器；</a:t>
            </a:r>
            <a:endParaRPr lang="en-US" altLang="zh-CN" dirty="0"/>
          </a:p>
          <a:p>
            <a:pPr>
              <a:lnSpc>
                <a:spcPct val="150000"/>
              </a:lnSpc>
              <a:buNone/>
            </a:pPr>
            <a:r>
              <a:rPr lang="zh-CN" altLang="en-US" dirty="0"/>
              <a:t>一个多路转换开关；</a:t>
            </a:r>
            <a:endParaRPr lang="en-US" altLang="zh-CN" dirty="0"/>
          </a:p>
          <a:p>
            <a:pPr>
              <a:lnSpc>
                <a:spcPct val="150000"/>
              </a:lnSpc>
              <a:buNone/>
            </a:pPr>
            <a:r>
              <a:rPr lang="zh-CN" altLang="en-US" dirty="0"/>
              <a:t>数据输出的驱动和控制电路。</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4" name="Picture 2" descr="http://hiphotos.baidu.com/tzzwxz/pic/item/9f3df8dce353219fcd1166f5.jpg"/>
          <p:cNvPicPr>
            <a:picLocks noChangeAspect="1" noChangeArrowheads="1"/>
          </p:cNvPicPr>
          <p:nvPr/>
        </p:nvPicPr>
        <p:blipFill>
          <a:blip r:embed="rId2"/>
          <a:srcRect/>
          <a:stretch>
            <a:fillRect/>
          </a:stretch>
        </p:blipFill>
        <p:spPr bwMode="auto">
          <a:xfrm>
            <a:off x="1000100" y="1571612"/>
            <a:ext cx="7074886" cy="4000528"/>
          </a:xfrm>
          <a:prstGeom prst="rect">
            <a:avLst/>
          </a:prstGeom>
          <a:noFill/>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b="1" dirty="0">
                <a:solidFill>
                  <a:srgbClr val="7030A0"/>
                </a:solidFill>
              </a:rPr>
              <a:t>2.P1</a:t>
            </a:r>
            <a:r>
              <a:rPr lang="zh-CN" altLang="en-US" b="1" dirty="0">
                <a:solidFill>
                  <a:srgbClr val="7030A0"/>
                </a:solidFill>
              </a:rPr>
              <a:t>口</a:t>
            </a:r>
          </a:p>
        </p:txBody>
      </p:sp>
      <p:sp>
        <p:nvSpPr>
          <p:cNvPr id="3" name="内容占位符 2"/>
          <p:cNvSpPr>
            <a:spLocks noGrp="1"/>
          </p:cNvSpPr>
          <p:nvPr>
            <p:ph idx="1"/>
          </p:nvPr>
        </p:nvSpPr>
        <p:spPr/>
        <p:txBody>
          <a:bodyPr/>
          <a:lstStyle/>
          <a:p>
            <a:r>
              <a:rPr lang="en-US" altLang="zh-CN" dirty="0"/>
              <a:t>PI</a:t>
            </a:r>
            <a:r>
              <a:rPr lang="zh-CN" altLang="en-US" dirty="0"/>
              <a:t>口字节地址为</a:t>
            </a:r>
            <a:r>
              <a:rPr lang="en-US" altLang="zh-CN" dirty="0"/>
              <a:t>90H</a:t>
            </a:r>
            <a:r>
              <a:rPr lang="zh-CN" altLang="en-US" dirty="0"/>
              <a:t>，位地址为</a:t>
            </a:r>
            <a:r>
              <a:rPr lang="en-US" altLang="zh-CN" dirty="0"/>
              <a:t>90H~97H</a:t>
            </a:r>
            <a:r>
              <a:rPr lang="zh-CN" altLang="en-US" dirty="0"/>
              <a:t>。</a:t>
            </a:r>
            <a:r>
              <a:rPr lang="en-US" altLang="zh-CN" dirty="0"/>
              <a:t>P1</a:t>
            </a:r>
            <a:r>
              <a:rPr lang="zh-CN" altLang="en-US" dirty="0"/>
              <a:t>口只作为通用的</a:t>
            </a:r>
            <a:r>
              <a:rPr lang="en-US" altLang="zh-CN" dirty="0"/>
              <a:t>I/O</a:t>
            </a:r>
            <a:r>
              <a:rPr lang="zh-CN" altLang="en-US" dirty="0"/>
              <a:t>口使用。</a:t>
            </a:r>
          </a:p>
        </p:txBody>
      </p:sp>
      <p:pic>
        <p:nvPicPr>
          <p:cNvPr id="65540" name="Picture 4" descr="https://img-blog.csdn.net/20150412192628792?watermark/2/text/aHR0cDovL2Jsb2cuY3Nkbi5uZXQvd2x5bTEyMw==/font/5a6L5L2T/fontsize/400/fill/I0JBQkFCMA==/dissolve/70/gravity/Center"/>
          <p:cNvPicPr>
            <a:picLocks noChangeAspect="1" noChangeArrowheads="1"/>
          </p:cNvPicPr>
          <p:nvPr/>
        </p:nvPicPr>
        <p:blipFill>
          <a:blip r:embed="rId2"/>
          <a:srcRect/>
          <a:stretch>
            <a:fillRect/>
          </a:stretch>
        </p:blipFill>
        <p:spPr bwMode="auto">
          <a:xfrm>
            <a:off x="1857356" y="2857495"/>
            <a:ext cx="4786346" cy="3347095"/>
          </a:xfrm>
          <a:prstGeom prst="rect">
            <a:avLst/>
          </a:prstGeom>
          <a:noFill/>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b="1" dirty="0">
                <a:solidFill>
                  <a:srgbClr val="7030A0"/>
                </a:solidFill>
              </a:rPr>
              <a:t>3.P2</a:t>
            </a:r>
            <a:r>
              <a:rPr lang="zh-CN" altLang="en-US" b="1" dirty="0">
                <a:solidFill>
                  <a:srgbClr val="7030A0"/>
                </a:solidFill>
              </a:rPr>
              <a:t>口</a:t>
            </a:r>
          </a:p>
        </p:txBody>
      </p:sp>
      <p:sp>
        <p:nvSpPr>
          <p:cNvPr id="3" name="内容占位符 2"/>
          <p:cNvSpPr>
            <a:spLocks noGrp="1"/>
          </p:cNvSpPr>
          <p:nvPr>
            <p:ph idx="1"/>
          </p:nvPr>
        </p:nvSpPr>
        <p:spPr>
          <a:xfrm>
            <a:off x="0" y="1600200"/>
            <a:ext cx="8929718" cy="4686320"/>
          </a:xfrm>
        </p:spPr>
        <p:txBody>
          <a:bodyPr/>
          <a:lstStyle/>
          <a:p>
            <a:r>
              <a:rPr lang="en-US" altLang="zh-CN" dirty="0"/>
              <a:t>P2</a:t>
            </a:r>
            <a:r>
              <a:rPr lang="zh-CN" altLang="en-US" dirty="0"/>
              <a:t>口字节地址为</a:t>
            </a:r>
            <a:r>
              <a:rPr lang="en-US" altLang="zh-CN" dirty="0"/>
              <a:t>0A0H</a:t>
            </a:r>
            <a:r>
              <a:rPr lang="zh-CN" altLang="en-US" dirty="0"/>
              <a:t>，位地址为</a:t>
            </a:r>
            <a:r>
              <a:rPr lang="en-US" altLang="zh-CN" dirty="0"/>
              <a:t>0A0H~0A7H</a:t>
            </a:r>
            <a:r>
              <a:rPr lang="zh-CN" altLang="en-US" dirty="0"/>
              <a:t>。</a:t>
            </a:r>
            <a:r>
              <a:rPr lang="zh-CN" altLang="en-US" dirty="0">
                <a:solidFill>
                  <a:srgbClr val="FF0000"/>
                </a:solidFill>
              </a:rPr>
              <a:t>具有输出高</a:t>
            </a:r>
            <a:r>
              <a:rPr lang="en-US" altLang="zh-CN" dirty="0">
                <a:solidFill>
                  <a:srgbClr val="FF0000"/>
                </a:solidFill>
              </a:rPr>
              <a:t>8</a:t>
            </a:r>
            <a:r>
              <a:rPr lang="zh-CN" altLang="en-US" dirty="0">
                <a:solidFill>
                  <a:srgbClr val="FF0000"/>
                </a:solidFill>
              </a:rPr>
              <a:t>位地址的第二功能</a:t>
            </a:r>
            <a:r>
              <a:rPr lang="zh-CN" altLang="en-US" dirty="0"/>
              <a:t>。</a:t>
            </a:r>
            <a:endParaRPr lang="en-US" altLang="zh-CN" dirty="0"/>
          </a:p>
        </p:txBody>
      </p:sp>
      <p:pic>
        <p:nvPicPr>
          <p:cNvPr id="68610" name="Picture 2" descr="https://img-blog.csdn.net/20150412192653409?watermark/2/text/aHR0cDovL2Jsb2cuY3Nkbi5uZXQvd2x5bTEyMw==/font/5a6L5L2T/fontsize/400/fill/I0JBQkFCMA==/dissolve/70/gravity/Center"/>
          <p:cNvPicPr>
            <a:picLocks noChangeAspect="1" noChangeArrowheads="1"/>
          </p:cNvPicPr>
          <p:nvPr/>
        </p:nvPicPr>
        <p:blipFill>
          <a:blip r:embed="rId2"/>
          <a:srcRect/>
          <a:stretch>
            <a:fillRect/>
          </a:stretch>
        </p:blipFill>
        <p:spPr bwMode="auto">
          <a:xfrm>
            <a:off x="1285853" y="2643182"/>
            <a:ext cx="5214974" cy="2867238"/>
          </a:xfrm>
          <a:prstGeom prst="rect">
            <a:avLst/>
          </a:prstGeom>
          <a:noFill/>
        </p:spPr>
      </p:pic>
      <p:sp>
        <p:nvSpPr>
          <p:cNvPr id="5" name="TextBox 4"/>
          <p:cNvSpPr txBox="1"/>
          <p:nvPr/>
        </p:nvSpPr>
        <p:spPr>
          <a:xfrm>
            <a:off x="142844" y="5572140"/>
            <a:ext cx="8501122" cy="954107"/>
          </a:xfrm>
          <a:prstGeom prst="rect">
            <a:avLst/>
          </a:prstGeom>
          <a:noFill/>
        </p:spPr>
        <p:txBody>
          <a:bodyPr wrap="square" rtlCol="0">
            <a:spAutoFit/>
          </a:bodyPr>
          <a:lstStyle/>
          <a:p>
            <a:r>
              <a:rPr lang="zh-CN" altLang="en-US" sz="2800" b="1" dirty="0">
                <a:solidFill>
                  <a:srgbClr val="FF0000"/>
                </a:solidFill>
              </a:rPr>
              <a:t>当控制信号为</a:t>
            </a:r>
            <a:r>
              <a:rPr lang="en-US" altLang="zh-CN" sz="2800" b="1" dirty="0">
                <a:solidFill>
                  <a:srgbClr val="FF0000"/>
                </a:solidFill>
              </a:rPr>
              <a:t>0</a:t>
            </a:r>
            <a:r>
              <a:rPr lang="zh-CN" altLang="en-US" sz="2800" b="1" dirty="0">
                <a:solidFill>
                  <a:srgbClr val="FF0000"/>
                </a:solidFill>
              </a:rPr>
              <a:t>时，与</a:t>
            </a:r>
            <a:r>
              <a:rPr lang="en-US" altLang="zh-CN" sz="2800" b="1" dirty="0">
                <a:solidFill>
                  <a:srgbClr val="FF0000"/>
                </a:solidFill>
              </a:rPr>
              <a:t>P1</a:t>
            </a:r>
            <a:r>
              <a:rPr lang="zh-CN" altLang="en-US" sz="2800" b="1" dirty="0">
                <a:solidFill>
                  <a:srgbClr val="FF0000"/>
                </a:solidFill>
              </a:rPr>
              <a:t>口完全一样，当控制信号为</a:t>
            </a:r>
            <a:r>
              <a:rPr lang="en-US" altLang="zh-CN" sz="2800" b="1" dirty="0">
                <a:solidFill>
                  <a:srgbClr val="FF0000"/>
                </a:solidFill>
              </a:rPr>
              <a:t>1</a:t>
            </a:r>
            <a:r>
              <a:rPr lang="zh-CN" altLang="en-US" sz="2800" b="1" dirty="0">
                <a:solidFill>
                  <a:srgbClr val="FF0000"/>
                </a:solidFill>
              </a:rPr>
              <a:t>时，与</a:t>
            </a:r>
            <a:r>
              <a:rPr lang="en-US" altLang="zh-CN" sz="2800" b="1" dirty="0">
                <a:solidFill>
                  <a:srgbClr val="FF0000"/>
                </a:solidFill>
              </a:rPr>
              <a:t>P0</a:t>
            </a:r>
            <a:r>
              <a:rPr lang="zh-CN" altLang="en-US" sz="2800" b="1" dirty="0">
                <a:solidFill>
                  <a:srgbClr val="FF0000"/>
                </a:solidFill>
              </a:rPr>
              <a:t>口的分析一致</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b="1" dirty="0">
                <a:solidFill>
                  <a:srgbClr val="7030A0"/>
                </a:solidFill>
              </a:rPr>
              <a:t>3.P3</a:t>
            </a:r>
            <a:r>
              <a:rPr lang="zh-CN" altLang="en-US" b="1" dirty="0">
                <a:solidFill>
                  <a:srgbClr val="7030A0"/>
                </a:solidFill>
              </a:rPr>
              <a:t>口</a:t>
            </a:r>
          </a:p>
        </p:txBody>
      </p:sp>
      <p:sp>
        <p:nvSpPr>
          <p:cNvPr id="3" name="内容占位符 2"/>
          <p:cNvSpPr>
            <a:spLocks noGrp="1"/>
          </p:cNvSpPr>
          <p:nvPr>
            <p:ph idx="1"/>
          </p:nvPr>
        </p:nvSpPr>
        <p:spPr>
          <a:xfrm>
            <a:off x="142844" y="1600200"/>
            <a:ext cx="8858312" cy="4686320"/>
          </a:xfrm>
        </p:spPr>
        <p:txBody>
          <a:bodyPr/>
          <a:lstStyle/>
          <a:p>
            <a:r>
              <a:rPr lang="en-US" altLang="zh-CN" dirty="0"/>
              <a:t>P3</a:t>
            </a:r>
            <a:r>
              <a:rPr lang="zh-CN" altLang="en-US" dirty="0"/>
              <a:t>口的字节地址为</a:t>
            </a:r>
            <a:r>
              <a:rPr lang="en-US" altLang="zh-CN" dirty="0"/>
              <a:t>0B0H,</a:t>
            </a:r>
            <a:r>
              <a:rPr lang="zh-CN" altLang="en-US" dirty="0"/>
              <a:t>位地址为</a:t>
            </a:r>
            <a:r>
              <a:rPr lang="en-US" altLang="zh-CN" dirty="0"/>
              <a:t>0B0H~0B7H</a:t>
            </a:r>
            <a:r>
              <a:rPr lang="zh-CN" altLang="en-US" dirty="0"/>
              <a:t>，</a:t>
            </a:r>
            <a:r>
              <a:rPr lang="en-US" altLang="zh-CN" dirty="0">
                <a:solidFill>
                  <a:srgbClr val="FF0000"/>
                </a:solidFill>
              </a:rPr>
              <a:t>P3</a:t>
            </a:r>
            <a:r>
              <a:rPr lang="zh-CN" altLang="en-US" dirty="0">
                <a:solidFill>
                  <a:srgbClr val="FF0000"/>
                </a:solidFill>
              </a:rPr>
              <a:t>口有很重要的第二功能</a:t>
            </a:r>
            <a:r>
              <a:rPr lang="zh-CN" altLang="en-US" dirty="0"/>
              <a:t>。</a:t>
            </a:r>
          </a:p>
        </p:txBody>
      </p:sp>
      <p:pic>
        <p:nvPicPr>
          <p:cNvPr id="69634" name="Picture 2" descr="https://img-blog.csdn.net/20150412192647188?watermark/2/text/aHR0cDovL2Jsb2cuY3Nkbi5uZXQvd2x5bTEyMw==/font/5a6L5L2T/fontsize/400/fill/I0JBQkFCMA==/dissolve/70/gravity/Center"/>
          <p:cNvPicPr>
            <a:picLocks noChangeAspect="1" noChangeArrowheads="1"/>
          </p:cNvPicPr>
          <p:nvPr/>
        </p:nvPicPr>
        <p:blipFill>
          <a:blip r:embed="rId2"/>
          <a:srcRect/>
          <a:stretch>
            <a:fillRect/>
          </a:stretch>
        </p:blipFill>
        <p:spPr bwMode="auto">
          <a:xfrm>
            <a:off x="1428728" y="2857496"/>
            <a:ext cx="5639558" cy="3429024"/>
          </a:xfrm>
          <a:prstGeom prst="rect">
            <a:avLst/>
          </a:prstGeom>
          <a:noFill/>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7158" y="571480"/>
            <a:ext cx="8501122" cy="5857916"/>
          </a:xfrm>
        </p:spPr>
        <p:txBody>
          <a:bodyPr>
            <a:normAutofit lnSpcReduction="10000"/>
          </a:bodyPr>
          <a:lstStyle/>
          <a:p>
            <a:pPr>
              <a:buNone/>
            </a:pPr>
            <a:r>
              <a:rPr lang="en-US" altLang="zh-CN" sz="3900" b="1" dirty="0">
                <a:solidFill>
                  <a:srgbClr val="FF0000"/>
                </a:solidFill>
              </a:rPr>
              <a:t>P3</a:t>
            </a:r>
            <a:r>
              <a:rPr lang="zh-CN" altLang="en-US" sz="3900" b="1" dirty="0">
                <a:solidFill>
                  <a:srgbClr val="FF0000"/>
                </a:solidFill>
              </a:rPr>
              <a:t>口的第二功能：</a:t>
            </a:r>
            <a:endParaRPr lang="en-US" altLang="zh-CN" sz="3900" b="1" dirty="0">
              <a:solidFill>
                <a:srgbClr val="FF0000"/>
              </a:solidFill>
            </a:endParaRPr>
          </a:p>
          <a:p>
            <a:r>
              <a:rPr lang="en-US" altLang="zh-CN" dirty="0"/>
              <a:t>P3.0</a:t>
            </a:r>
            <a:r>
              <a:rPr lang="zh-CN" altLang="en-US" dirty="0"/>
              <a:t>：</a:t>
            </a:r>
            <a:r>
              <a:rPr lang="en-US" altLang="zh-CN" dirty="0"/>
              <a:t>RXD </a:t>
            </a:r>
            <a:r>
              <a:rPr lang="zh-CN" altLang="en-US" dirty="0"/>
              <a:t>串行通信数据接收引脚</a:t>
            </a:r>
            <a:endParaRPr lang="en-US" altLang="zh-CN" dirty="0"/>
          </a:p>
          <a:p>
            <a:r>
              <a:rPr lang="en-US" altLang="zh-CN" dirty="0"/>
              <a:t>P3.1</a:t>
            </a:r>
            <a:r>
              <a:rPr lang="zh-CN" altLang="en-US" dirty="0"/>
              <a:t>：</a:t>
            </a:r>
            <a:r>
              <a:rPr lang="en-US" altLang="zh-CN" dirty="0"/>
              <a:t>TXD </a:t>
            </a:r>
            <a:r>
              <a:rPr lang="zh-CN" altLang="en-US" dirty="0"/>
              <a:t>串行通信数据发送引脚</a:t>
            </a:r>
            <a:endParaRPr lang="en-US" altLang="zh-CN" dirty="0"/>
          </a:p>
          <a:p>
            <a:r>
              <a:rPr lang="en-US" altLang="zh-CN" dirty="0"/>
              <a:t>P3.2</a:t>
            </a:r>
            <a:r>
              <a:rPr lang="zh-CN" altLang="en-US" dirty="0"/>
              <a:t>：</a:t>
            </a:r>
            <a:r>
              <a:rPr lang="en-US" altLang="zh-CN" dirty="0"/>
              <a:t>/INT0 </a:t>
            </a:r>
            <a:r>
              <a:rPr lang="zh-CN" altLang="en-US" dirty="0"/>
              <a:t>外部中断</a:t>
            </a:r>
            <a:r>
              <a:rPr lang="en-US" altLang="zh-CN" dirty="0"/>
              <a:t>0</a:t>
            </a:r>
            <a:r>
              <a:rPr lang="zh-CN" altLang="en-US" dirty="0"/>
              <a:t>输入引脚</a:t>
            </a:r>
            <a:endParaRPr lang="en-US" altLang="zh-CN" dirty="0"/>
          </a:p>
          <a:p>
            <a:r>
              <a:rPr lang="en-US" altLang="zh-CN" dirty="0"/>
              <a:t>P3.3</a:t>
            </a:r>
            <a:r>
              <a:rPr lang="zh-CN" altLang="en-US" dirty="0"/>
              <a:t>：</a:t>
            </a:r>
            <a:r>
              <a:rPr lang="en-US" altLang="zh-CN" dirty="0"/>
              <a:t>/INT1 </a:t>
            </a:r>
            <a:r>
              <a:rPr lang="zh-CN" altLang="en-US" dirty="0"/>
              <a:t>外部中断</a:t>
            </a:r>
            <a:r>
              <a:rPr lang="en-US" altLang="zh-CN" dirty="0"/>
              <a:t>1</a:t>
            </a:r>
            <a:r>
              <a:rPr lang="zh-CN" altLang="en-US" dirty="0"/>
              <a:t>输入引脚</a:t>
            </a:r>
            <a:endParaRPr lang="en-US" altLang="zh-CN" dirty="0"/>
          </a:p>
          <a:p>
            <a:r>
              <a:rPr lang="en-US" altLang="zh-CN" dirty="0"/>
              <a:t>P3.4</a:t>
            </a:r>
            <a:r>
              <a:rPr lang="zh-CN" altLang="en-US" dirty="0"/>
              <a:t>：</a:t>
            </a:r>
            <a:r>
              <a:rPr lang="en-US" altLang="zh-CN" dirty="0"/>
              <a:t>T0 </a:t>
            </a:r>
            <a:r>
              <a:rPr lang="zh-CN" altLang="en-US" dirty="0"/>
              <a:t>定时</a:t>
            </a:r>
            <a:r>
              <a:rPr lang="en-US" altLang="zh-CN" dirty="0"/>
              <a:t>/</a:t>
            </a:r>
            <a:r>
              <a:rPr lang="zh-CN" altLang="en-US" dirty="0"/>
              <a:t>计数器</a:t>
            </a:r>
            <a:r>
              <a:rPr lang="en-US" altLang="zh-CN" dirty="0"/>
              <a:t>0</a:t>
            </a:r>
            <a:r>
              <a:rPr lang="zh-CN" altLang="en-US" dirty="0"/>
              <a:t>外部事件计数输入引脚</a:t>
            </a:r>
            <a:endParaRPr lang="en-US" altLang="zh-CN" dirty="0"/>
          </a:p>
          <a:p>
            <a:r>
              <a:rPr lang="en-US" altLang="zh-CN" dirty="0"/>
              <a:t>P3.5</a:t>
            </a:r>
            <a:r>
              <a:rPr lang="zh-CN" altLang="en-US" dirty="0"/>
              <a:t>：</a:t>
            </a:r>
            <a:r>
              <a:rPr lang="en-US" altLang="zh-CN" dirty="0"/>
              <a:t>T1 </a:t>
            </a:r>
            <a:r>
              <a:rPr lang="zh-CN" altLang="en-US" dirty="0"/>
              <a:t>定时</a:t>
            </a:r>
            <a:r>
              <a:rPr lang="en-US" altLang="zh-CN" dirty="0"/>
              <a:t>/</a:t>
            </a:r>
            <a:r>
              <a:rPr lang="zh-CN" altLang="en-US" dirty="0"/>
              <a:t>计数器</a:t>
            </a:r>
            <a:r>
              <a:rPr lang="en-US" altLang="zh-CN" dirty="0"/>
              <a:t>1 </a:t>
            </a:r>
            <a:r>
              <a:rPr lang="zh-CN" altLang="en-US" dirty="0"/>
              <a:t>外部事件计数输入引脚</a:t>
            </a:r>
            <a:endParaRPr lang="en-US" altLang="zh-CN" dirty="0"/>
          </a:p>
          <a:p>
            <a:r>
              <a:rPr lang="en-US" altLang="zh-CN" dirty="0"/>
              <a:t>P3.6</a:t>
            </a:r>
            <a:r>
              <a:rPr lang="zh-CN" altLang="en-US" dirty="0"/>
              <a:t>：</a:t>
            </a:r>
            <a:r>
              <a:rPr lang="en-US" altLang="zh-CN" dirty="0"/>
              <a:t>/WR </a:t>
            </a:r>
            <a:r>
              <a:rPr lang="zh-CN" altLang="en-US" dirty="0"/>
              <a:t>外部数据存储单元写选通信</a:t>
            </a:r>
            <a:endParaRPr lang="en-US" altLang="zh-CN" dirty="0"/>
          </a:p>
          <a:p>
            <a:r>
              <a:rPr lang="en-US" altLang="zh-CN" dirty="0"/>
              <a:t>P3.7</a:t>
            </a:r>
            <a:r>
              <a:rPr lang="zh-CN" altLang="en-US" dirty="0"/>
              <a:t>：</a:t>
            </a:r>
            <a:r>
              <a:rPr lang="en-US" altLang="zh-CN" dirty="0"/>
              <a:t>/RD </a:t>
            </a:r>
            <a:r>
              <a:rPr lang="zh-CN" altLang="en-US" dirty="0"/>
              <a:t>外部数据存储单元读选信号</a:t>
            </a: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暗香扑面">
  <a:themeElements>
    <a:clrScheme name="暗香扑面">
      <a:dk1>
        <a:sysClr val="windowText" lastClr="000000"/>
      </a:dk1>
      <a:lt1>
        <a:sysClr val="window" lastClr="FFFFFF"/>
      </a:lt1>
      <a:dk2>
        <a:srgbClr val="2F2F2F"/>
      </a:dk2>
      <a:lt2>
        <a:srgbClr val="FFFFF4"/>
      </a:lt2>
      <a:accent1>
        <a:srgbClr val="918415"/>
      </a:accent1>
      <a:accent2>
        <a:srgbClr val="C47546"/>
      </a:accent2>
      <a:accent3>
        <a:srgbClr val="AFB591"/>
      </a:accent3>
      <a:accent4>
        <a:srgbClr val="B9945B"/>
      </a:accent4>
      <a:accent5>
        <a:srgbClr val="85ADBC"/>
      </a:accent5>
      <a:accent6>
        <a:srgbClr val="E5B440"/>
      </a:accent6>
      <a:hlink>
        <a:srgbClr val="00D5D5"/>
      </a:hlink>
      <a:folHlink>
        <a:srgbClr val="DD00DD"/>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暗香扑面">
      <a:fillStyleLst>
        <a:solidFill>
          <a:schemeClr val="phClr"/>
        </a:solidFill>
        <a:gradFill rotWithShape="1">
          <a:gsLst>
            <a:gs pos="0">
              <a:schemeClr val="phClr">
                <a:tint val="98000"/>
                <a:satMod val="220000"/>
              </a:schemeClr>
            </a:gs>
            <a:gs pos="31000">
              <a:schemeClr val="phClr">
                <a:tint val="30000"/>
                <a:satMod val="150000"/>
              </a:schemeClr>
            </a:gs>
            <a:gs pos="91000">
              <a:schemeClr val="phClr">
                <a:tint val="96000"/>
              </a:schemeClr>
            </a:gs>
          </a:gsLst>
          <a:path path="circle">
            <a:fillToRect l="50000" t="150000" r="50000"/>
          </a:path>
        </a:gradFill>
        <a:blipFill>
          <a:blip xmlns:r="http://schemas.openxmlformats.org/officeDocument/2006/relationships" r:embed="rId1">
            <a:duotone>
              <a:schemeClr val="phClr">
                <a:shade val="28000"/>
                <a:satMod val="100000"/>
              </a:schemeClr>
              <a:schemeClr val="phClr">
                <a:tint val="100000"/>
                <a:satMod val="200000"/>
              </a:schemeClr>
            </a:duotone>
          </a:blip>
          <a:tile tx="0" ty="0" sx="80000" sy="80000" flip="none" algn="tl"/>
        </a:blip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63500">
              <a:schemeClr val="phClr">
                <a:alpha val="45000"/>
                <a:satMod val="110000"/>
              </a:schemeClr>
            </a:glow>
          </a:effectLst>
        </a:effectStyle>
        <a:effectStyle>
          <a:effectLst>
            <a:outerShdw blurRad="34925" dist="31750" dir="5400000" algn="tl" rotWithShape="0">
              <a:srgbClr val="000000">
                <a:alpha val="50000"/>
              </a:srgbClr>
            </a:outerShdw>
          </a:effectLst>
          <a:scene3d>
            <a:camera prst="orthographicFront">
              <a:rot lat="0" lon="0" rev="0"/>
            </a:camera>
            <a:lightRig rig="flood" dir="t">
              <a:rot lat="0" lon="0" rev="5400000"/>
            </a:lightRig>
          </a:scene3d>
          <a:sp3d contourW="9525" prstMaterial="dkEdge">
            <a:bevelT w="12000" h="24150"/>
            <a:contourClr>
              <a:schemeClr val="phClr">
                <a:satMod val="110000"/>
              </a:schemeClr>
            </a:contourClr>
          </a:sp3d>
        </a:effectStyle>
        <a:effectStyle>
          <a:effectLst>
            <a:outerShdw blurRad="50800" dist="31750" dir="5400000" algn="tl" rotWithShape="0">
              <a:srgbClr val="000000">
                <a:alpha val="50000"/>
              </a:srgbClr>
            </a:outerShdw>
          </a:effectLst>
          <a:scene3d>
            <a:camera prst="orthographicFront">
              <a:rot lat="0" lon="0" rev="0"/>
            </a:camera>
            <a:lightRig rig="flood" dir="t">
              <a:rot lat="0" lon="0" rev="5400000"/>
            </a:lightRig>
          </a:scene3d>
          <a:sp3d contourW="18700" prstMaterial="dkEdge">
            <a:bevelT w="44450" h="80600"/>
            <a:contourClr>
              <a:schemeClr val="phClr">
                <a:satMod val="110000"/>
              </a:schemeClr>
            </a:contourClr>
          </a:sp3d>
        </a:effectStyle>
      </a:effectStyleLst>
      <a:bgFillStyleLst>
        <a:solidFill>
          <a:schemeClr val="phClr"/>
        </a:solidFill>
        <a:gradFill rotWithShape="1">
          <a:gsLst>
            <a:gs pos="0">
              <a:schemeClr val="phClr">
                <a:shade val="70000"/>
                <a:satMod val="1000000"/>
              </a:schemeClr>
            </a:gs>
            <a:gs pos="31000">
              <a:schemeClr val="phClr">
                <a:shade val="85000"/>
                <a:satMod val="450000"/>
              </a:schemeClr>
            </a:gs>
            <a:gs pos="100000">
              <a:schemeClr val="phClr">
                <a:tint val="70000"/>
                <a:satMod val="300000"/>
              </a:schemeClr>
            </a:gs>
          </a:gsLst>
          <a:path path="circle">
            <a:fillToRect l="50000" t="150000" r="50000"/>
          </a:path>
        </a:gradFill>
        <a:blipFill>
          <a:blip xmlns:r="http://schemas.openxmlformats.org/officeDocument/2006/relationships" r:embed="rId2">
            <a:duotone>
              <a:schemeClr val="phClr">
                <a:tint val="100000"/>
                <a:shade val="70000"/>
                <a:hueMod val="100000"/>
                <a:satMod val="100000"/>
              </a:schemeClr>
              <a:schemeClr val="phClr">
                <a:tint val="90000"/>
                <a:shade val="100000"/>
                <a:hueMod val="100000"/>
                <a:satMod val="100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Fan</Template>
  <TotalTime>896</TotalTime>
  <Words>4262</Words>
  <Application>Microsoft Office PowerPoint</Application>
  <PresentationFormat>全屏显示(4:3)</PresentationFormat>
  <Paragraphs>182</Paragraphs>
  <Slides>57</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57</vt:i4>
      </vt:variant>
    </vt:vector>
  </HeadingPairs>
  <TitlesOfParts>
    <vt:vector size="62" baseType="lpstr">
      <vt:lpstr>Arial</vt:lpstr>
      <vt:lpstr>Franklin Gothic Book</vt:lpstr>
      <vt:lpstr>Franklin Gothic Medium</vt:lpstr>
      <vt:lpstr>Wingdings 2</vt:lpstr>
      <vt:lpstr>暗香扑面</vt:lpstr>
      <vt:lpstr>第二章 MCS-51单片机的硬件结构</vt:lpstr>
      <vt:lpstr>一.MCS-51单片机的硬件结构</vt:lpstr>
      <vt:lpstr>PowerPoint 演示文稿</vt:lpstr>
      <vt:lpstr>PowerPoint 演示文稿</vt:lpstr>
      <vt:lpstr>PowerPoint 演示文稿</vt:lpstr>
      <vt:lpstr>PowerPoint 演示文稿</vt:lpstr>
      <vt:lpstr>PowerPoint 演示文稿</vt:lpstr>
      <vt:lpstr>二.51单片机引脚</vt:lpstr>
      <vt:lpstr>时序的基本概念</vt:lpstr>
      <vt:lpstr>PowerPoint 演示文稿</vt:lpstr>
      <vt:lpstr> 1.电源及时钟引脚</vt:lpstr>
      <vt:lpstr>2.控制引脚</vt:lpstr>
      <vt:lpstr>PowerPoint 演示文稿</vt:lpstr>
      <vt:lpstr>PowerPoint 演示文稿</vt:lpstr>
      <vt:lpstr>3. I/O口引脚</vt:lpstr>
      <vt:lpstr>4.MCS-51的片外总线结构</vt:lpstr>
      <vt:lpstr>PowerPoint 演示文稿</vt:lpstr>
      <vt:lpstr>三、MCS-51微处理器</vt:lpstr>
      <vt:lpstr>(1).算术逻辑运算单元ALU</vt:lpstr>
      <vt:lpstr>(2).累加器A</vt:lpstr>
      <vt:lpstr>(3).B寄存器</vt:lpstr>
      <vt:lpstr>(4).程序状态字寄存器PSW</vt:lpstr>
      <vt:lpstr>PowerPoint 演示文稿</vt:lpstr>
      <vt:lpstr>PowerPoint 演示文稿</vt:lpstr>
      <vt:lpstr>PowerPoint 演示文稿</vt:lpstr>
      <vt:lpstr>2.控制器</vt:lpstr>
      <vt:lpstr>(1).程序计数器PC（Program Counter）：</vt:lpstr>
      <vt:lpstr>PowerPoint 演示文稿</vt:lpstr>
      <vt:lpstr>(2).指令寄存器、译码器、定时</vt:lpstr>
      <vt:lpstr>指令执行过程的基本概念</vt:lpstr>
      <vt:lpstr>四、MCS-51存储器结构</vt:lpstr>
      <vt:lpstr>1.存储器结构</vt:lpstr>
      <vt:lpstr>2.程序存储器 </vt:lpstr>
      <vt:lpstr>PowerPoint 演示文稿</vt:lpstr>
      <vt:lpstr>3.数据存储器 （RAM）</vt:lpstr>
      <vt:lpstr>PowerPoint 演示文稿</vt:lpstr>
      <vt:lpstr>PowerPoint 演示文稿</vt:lpstr>
      <vt:lpstr>PowerPoint 演示文稿</vt:lpstr>
      <vt:lpstr>PowerPoint 演示文稿</vt:lpstr>
      <vt:lpstr>(a)堆栈指针SP</vt:lpstr>
      <vt:lpstr>基本操作：</vt:lpstr>
      <vt:lpstr>堆栈的功用:</vt:lpstr>
      <vt:lpstr>堆栈的设置：</vt:lpstr>
      <vt:lpstr>堆栈的操作方式：</vt:lpstr>
      <vt:lpstr>(b)数据指针DPTR：</vt:lpstr>
      <vt:lpstr>(c).I/O口(端口P0~P3)</vt:lpstr>
      <vt:lpstr>(d)串行数据缓冲器SBUF</vt:lpstr>
      <vt:lpstr>(e)定时器和计数器</vt:lpstr>
      <vt:lpstr>(2).外部数据存储器</vt:lpstr>
      <vt:lpstr>4.位地址空间</vt:lpstr>
      <vt:lpstr>五、并行I/O口P0~P3的结构</vt:lpstr>
      <vt:lpstr>1.P0口</vt:lpstr>
      <vt:lpstr>PowerPoint 演示文稿</vt:lpstr>
      <vt:lpstr>2.P1口</vt:lpstr>
      <vt:lpstr>3.P2口</vt:lpstr>
      <vt:lpstr>3.P3口</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第二章 MCS-51单片机的硬件结构</dc:title>
  <dc:creator>asus</dc:creator>
  <cp:lastModifiedBy>宇佩 马</cp:lastModifiedBy>
  <cp:revision>50</cp:revision>
  <dcterms:created xsi:type="dcterms:W3CDTF">2022-08-25T12:56:24Z</dcterms:created>
  <dcterms:modified xsi:type="dcterms:W3CDTF">2026-01-08T04:19:50Z</dcterms:modified>
</cp:coreProperties>
</file>