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handoutMasterIdLst>
    <p:handoutMasterId r:id="rId18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280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1" d="100"/>
          <a:sy n="51" d="100"/>
        </p:scale>
        <p:origin x="-2744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DD6EAF-4E52-4A92-A49A-B6BE8FD9D4E1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88B386-C275-4654-B8B8-803DE09840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9:36:35.9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1 140 8192,'73'-6'8915,"-8"-1"-6362,684 1-6130,-422 8 3611,7768-2-7959,-7560-17 7925,-38-1 0,-414 17 1941,1-3 0,-1-4-1,-1-4 1,142-39 0,-190 40-177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9:36:37.7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0 317 8192,'15'0'2971,"21"0"-2971,29 0 5848,32 0-5848,40 0-3356,43-12 3356,43-6-5463,33-13 5463,19-8 0,10-8 0,-7-3 0,-21 6 0,-31 10 0,-37 12 0,-44 9 0,-47 7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9:36:39.6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8192,'23'0'0,"31"0"0,35 0 0,37 0 0,33 0 0,35 0 0,36 0 0,32 0 0,24 0 0,8 0 0,-3 0 0,-18 0 0,-26 0 0,-37 0 0,-47 0 0,-41 0 0,-39 0 0,-33 0 3356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9:36:46.9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87 8192,'46'-1'4232,"47"-7"1,42-15-1230,-69 10-3003,2-1 0,0 2 0,108-3 0,129 24-6006,-19 1 544,3794-11 7694,-4053 3-505,0 0-1,0 3 1,44 11 0,36 6 602,-28-16-2329,-61-6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9:36:49.1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0 231 8192,'316'-13'8465,"-4"-25"-5462,234-15-14033,-179 38 10592,-210-2 5225,15 0 1453,155 13-5729,-2 6-4205,4 0-3709,-32-2 8147,390 0 9785,-477 0-13038,1 0-6258,-61 1 8371,40 0 533,-64-3 4039,31-16 33,7 1-1305,-131 14-2904,-1-1 0,0-1 0,58-18 0,-64 16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9:37:12.2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1 120 8192,'66'1'4871,"-26"1"-3221,0-3-1,1-1 0,44-8 0,37-9-1649,-71 12 0,93-25 0,-117 26-908,0 1 0,0 1 0,1 1 0,53 1 0,32-2-2397,-34-8 1342,-44 6 1133,69-4 0,220 11 8755,-309-1-7011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9:37:25.9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0 312 8192,'228'2'3918,"232"-4"3632,-307-6-7550,62-2 0,-145 11-775,2 0-2059,0-3 0,87-14 0,-78 6 2275,0 3 0,98 5 0,47-3 45,-142 0 514,-20 2 0,-1-3 0,0-2 0,69-19 0,-35-3 0,96-24 0,-161 47 0,-2-3 0,1 0 0,-1-2 0,35-19 0,-7 4 0,-46 22 531,0 1 0,1 0 0,0 1 0,-1 0 0,1 1 0,18-1 0,79 5 5567,-42 1-4445,116-4-1653,117 3 0,-187 6-3923,63 1-3622,-133-9 7545,13-1 0,0 3 0,111 17 0,-102-4 0,276 68 0,-79-8 0,-191-59 0,124 12 0,22-25 1553,11 2-630,384 6-3123,-392-12 1924,2327 1 276,-2376 9 0,-12-1 0,1091-6 0,-609-4 0,-228 3 0,483-3 0,-401-14 0,79-2 0,-159 20 1214,172-3 48,-524-2-3286,-45 1 2530,-1-1 0,0 0 0,18-6 0,-18 3-2982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9:37:28.5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62 8192,'0'1'359,"1"0"0,-1 0 0,8 10 4307,-7-11-4307,0 1 0,-1-1 0,1 1 0,0-1 0,1 1 0,24 10 3106,-23-10-3359,15 5-106,-1-2 0,1 0 0,0-1 0,23 2 0,77-3 0,-78-2 0,2164-2-8287,-1444 2 4018,-458 0 7178,2 0 6297,297 0-12930,1066 0-3862,-555 0 6942,-185 0 4253,0 0 4824,-919 0-8361,26 1-16,-1-2 1,1-1-1,0-1 0,44-12 0,-43 7-56,0 1 0,58-4 0,72 7 0,-105 4 0,-1-2 0,106-17 0,-33 0 0,-13 1 0,-96 14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9:37:31.4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643 0 8192,'-1'11'350,"0"1"0,0-1 0,-1 0 0,0 0 0,-1 0 0,-1 0 1,0-1-1,0 1 0,-9 15 0,-6 6 2633,-38 46 0,1-1-982,-100 145-2001,19-30 0,-19 18 0,152-206 0,-16 26 0,20-30 0,-1 1 0,1-1 0,0 1 0,0-1 0,-1 1 0,1-1 0,0 1 0,0 0 0,0-1 0,0 1 0,-1-1 0,1 1 0,0 0 0,0-1 0,0 1 0,1-1 0,-1 1 0,0 0 0,0-1 0,0 1 0,0-1 0,0 1 0,1-1 0,-1 1 0,0 0 0,0-1 0,1 1 0,-1-1 0,1 1 0,-1-1 0,0 0 0,1 1 0,-1-1 0,1 1 0,-1-1 0,1 0 0,-1 1 0,1-1 0,-1 0 0,1 1 0,-1-1 0,1 0 0,0 0 0,-1 0 0,1 0 0,-1 1 0,1-1 0,0 0 0,0 0 0,21 1 0,-1-1 0,1 0 0,0-1 0,29-7 0,2 1 0,525-15-9300,-353 20 7132,-172 1 2168,1-4 0,0-1 0,-1-3 0,76-23 0,-128 32 1,7-2 826,-1-1 0,1 1 0,-1-2 1,0 1-1,12-8 0,-17 10-619,0-1 1,-1 1-1,1-1 0,-1 1 1,1-1-1,-1 0 0,0 1 0,0-1 1,0 0-1,0 0 0,0 0 1,0 0-1,0 0 0,-1 0 1,1 0-1,-1 0 0,1 0 0,-1 0 1,0 0-1,0 0 0,0-1 1,0 1-1,0 0 0,0 0 0,-1 0 1,0-3-1,-7-20-31,-1 1 0,-1 1-1,-1 0 1,-15-23 0,9 16-181,-7-12 4,-2 2 0,-2 0 0,-49-53 0,22 36 0,-83-67 0,122 111 0,5 3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9:37:32.2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8192,'17'29'1638,"2"-1"0,1 0 1,1-2-1,1 0 0,1-2 1,43 36-1,0-10-1638,-43-33 0,42 38 0,-60-50 0,79 85 0,-71-75 0,-2 1 0,0 0 0,-1 0 0,11 25 0,-13-24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9:38:19.7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1 105 8192,'143'0'8422,"0"0"-4901,449-1-4555,-527 0 1174,-1-3 0,0-2-1,113-27 1,-94 14-140,1 3 0,1 4 0,0 4 0,104 4 0,2311 7-7323,-1354-5 5654,-1117 2 2164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9:38:21.3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8192,'4890'0'1888,"-4835"0"7556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9:38:28.6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37 8192,'174'0'8477,"-1"1"-4826,107 1-4460,139-6-8319,-253-12 7642,-15 1 781,436 11 9480,-316 6-6082,-253-2-2693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9:38:29.2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8192,'273'0'10133,"0"0"-7969,539 0-14020,199 0 14596,-991 0-2180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9:38:29.7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 8192,'452'0'7113,"-188"-1"-9764,289 2-1811,-404 7 9033,27 1 1888,263-8-14077,-322-1 4644,-13 0 2536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9:38:31.1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8192,'3'0'11468,"7"0"-11468,4 0 0,9 0 0,6 0 0,7 0 0,6 0 0,10 0 0,14 3 0,13 1 0,7 2 0,-1 4 0,-16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9:38:39.4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8192,'5'0'1427,"-1"1"1,1-1-1,-1 2 1,0-1-1,1 0 1,6 4-1,8 2 49,38 7-1476,1-2 0,111 7 0,123-13 0,-227-6 0,1977-1-1764,-567 1 3986,-844 0-5130,-35 0-5886,-493 0 8570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9:38:40.3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8192,'2'3'11332,"11"4"-11196,14 1-136,14-2 0,23-1 0,24-2 0,20-1-3356,15-1 3356,10 0-5996,6-1 5996,4-1-2116,-9 1 2116,-14 0 0,-27-1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9:38:51.6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38 8192,'3'-3'655,"-1"1"0,1 0 0,0 0 0,0 0 1,0 0-1,0 0 0,1 1 0,-1-1 0,0 1 0,1 0 1,4-1-1,44-5 2820,-40 6-3344,468-7-6237,-311 10 3860,1143-1-1137,1-1 3858,-355 0 1228,-922 0 7854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9:38:53.2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7 8192,'222'0'7671,"-2"0"-3880,110 0-3005,-1 0-4028,214 0-5326,1536 0 8130,-1967-3 3234,-80-1-2236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9:38:54.8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 36 8192,'-4'-7'11468,"13"1"-11468,9-1 0,11 1 0,11 2 0,13 1 0,16 1 0,13 2 0,-2-1 0,-5 2 0,-13-1 0,-14 0 0,-12 0 0,-12 1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9:38:55.5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52 8192,'3'0'11468,"6"-3"-11468,11-4 0,8 0 0,13 0 0,18 2 0,26 2 0,30-2 0,23 0 0,11 1 0,7 1 0,-6 1 0,-28 1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9:38:56.4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8192,'8'0'11468,"10"0"-11468,9 0 0,15 0 0,13 0 0,10 0 0,3 0 0,-3 0 0,-8 0 0,-11 0 0,-12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9:38:59.4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24 8192,'673'0'11936,"-2"0"-11991,14 0-11473,-316 0 20730,-2 0-6104,73 0-5331,221 0-7899,-378-10 9844,187 1 288,-304 11 0,3299-2 1980,-3384-3 5483,-59-1-5574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9:39:07.1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0 344 8192,'12'-2'7163,"4"-6"-5569,-5 1-1074,39-16-523,1 2-1,79-22 1,113-14-4791,-189 45 3864,446-87-1527,8 37 1371,202 52 1049,-430 13 633,-239-2 2335,-1 2 0,74 13 0,-69-5-2931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9:41:10.6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8192,'30'7'9259,"-7"0"-7050,47 3-2532,90 2 0,75-12-1065,-109-1 626,2917 0-7910,5538 1 8672,-8560 0-23,75 0 990,105-13 0,-159 6 8590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9:41:13.5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8192,'3489'0'-528,"-2619"0"3743,-2 0 4214,-850 0-6077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9:41:34.3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8192,'7'0'1408,"1"1"0,-1 1 1,0-1-1,1 1 0,-1 0 1,10 5-1,17 5 202,19-2-1610,1-2 0,0-3 0,101-2 0,-89-3 0,404 0-493,448 8-1810,328 1-4927,-768-11 5788,-442 2 1507,26 2 1096,-1-4-1,0-2 1,71-14 0,-111 13 5599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9:41:41.6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445 0 8192,'-7'1'530,"0"-1"1,0 1 0,0 1-1,0 0 1,1 0-1,-1 0 1,0 0 0,-10 7-1,-52 34 5018,36-21-4403,17-12-1145,-6 3 0,-31 25 0,47-32 0,-1 0 0,1 0 0,0 0 0,1 1 0,0 0 0,0 0 0,0 0 0,-5 12 0,-15 41-2135,-35 122 0,49-140 696,2 1-1,1 0 0,3 0 0,-1 63 1,6-90 1439,1 0 0,1 0 0,0 0 0,1 0 0,1-1 0,8 20 0,-8-25 0,1 0 0,0 0 0,0-1 0,1 1 0,1-2 0,-1 1 0,2-1 0,-1 0 0,1 0 0,10 7 0,1 0 0,2-1 0,0-1 0,1 0 0,0-2 0,41 15 0,-26-15 0,0-1 0,0-2 0,40 3 0,210 34 0,-208-29 0,0-4 0,84 2 0,161-10 0,-232-5 0,-53 0 0,0-2 0,-1-1 0,63-15 0,-55 9 0,-1 3 0,71-4 0,94 11 0,-12 0 0,636-14 0,197 14 0,-975 0 0,0-2 0,0-2 0,0-3 0,-1-3 0,77-23 0,-86 20 0,59-9 0,-20 6 0,-32 5 0,109-6 0,54 14 0,40-2 0,398-22 0,311 27 11468,-957-1-11468,0 1 0,-1-2 0,1 1 0,12-5 0,-17 5 0,7-2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9:42:18.9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0 139 8192,'74'-4'3317,"0"-4"0,87-19 0,3-1-1800,-19 16-1517,193 8 0,-19 1 0,-291 0 0,-1-1 0,47-13 0,-44 9 0,57-8 0,276 11-8280,-209 7 5533,358-2 2295,-298 0 2695,-189 0 6993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9:42:20.5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8192,'131'8'8917,"-20"-1"-6366,227-4-3439,217 9-2494,35 10-3815,-586-22 7196,353 15 2238,43-5-1762,-131-2-216,-230-7-259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9:42:21.4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42 8192,'353'-23'0,"-128"4"0,506 20 944,219 8-1592,-643-10 352,-207 0 296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9:42:23.8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0 217 8192,'6'0'3356,"7"0"-3356,17 0 5483,20 0-5483,24-3-3356,27-9 3356,13-6-5483,7-3 5483,-2-6 0,-13-2 0,-18-2 0,-22 3 0,-18 1 0,-19 7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9:44:07.3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146 0 8192,'-1'15'1010,"0"0"0,-1 0 0,-1 0 0,-1-1 0,-8 25 0,-34 67 4321,41-95-5254,-11 22-77,-27 40 0,41-71 0,1 0 0,-1 0 0,1 0 0,0 0 0,0 0 0,0 1 0,0-1 0,0 0 0,1 1 0,-1 2 0,1-5 0,0 1 0,0 0 0,1 0 0,-1 0 0,0 0 0,1-1 0,-1 1 0,1 0 0,-1-1 0,1 1 0,-1 0 0,1-1 0,-1 1 0,1 0 0,0-1 0,-1 1 0,1-1 0,0 1 0,-1-1 0,1 0 0,0 1 0,0-1 0,0 0 0,-1 1 0,1-1 0,0 0 0,0 0 0,0 0 0,0 0 0,-1 0 0,3 0 0,18 3-573,0 0-1,0-2 1,0-1 0,0 0-1,1-2 1,-1 0-1,0-2 1,0 0-1,27-10 1,-20 4-246,0-1 0,-1-1-1,0-2 1,-1 0 0,0-2 0,25-21 0,-49 36 819,0-1 0,0 1 0,0-1 0,0 0 0,0 0 0,0 0 0,-1 0 0,1 0 0,-1-1 0,1 1 0,-1 0 0,0-1 0,0 1 0,0 0 0,0-1 0,-1 0 0,1 1 0,0-4 0,-1 2 0,-1 0 0,1 0 0,-1 0 0,0 0 0,0 0 0,0 1 0,0-1 0,-1 0 0,1 1 0,-1-1 0,-4-5 0,-5-7 0,-1 0 0,-22-21 0,5 8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9:42:33.9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 1 8192,'0'2564'0,"0"-2509"532,-1 70 3329,0-104-2598,-1 0-1,-1-1 1,-10 35-1,2-28 627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9:42:35.2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0 100 8192,'9'-1'1602,"-1"0"-1,1 0 1,-1-1 0,1 0 0,10-5-1,19-3 257,24 2-1858,-1 3 0,101 4 0,-80 3 0,692-1-11027,-741-2 10920,-1-1-1,1-2 0,39-9 1,37-18 4804,-103 30-4298,1-2 299,1 1 0,-1 0 0,1 0 0,0 1 0,10-1 0,-16 2-607,1 0-1,-1 0 1,0 1-1,0-1 1,1 1-1,-1-1 1,0 1-1,0 0 1,0 0-1,0 0 1,0 0 0,0 0-1,0 0 1,0 1-1,-1-1 1,1 1-1,0-1 1,-1 1-1,1 0 1,-1-1 0,0 1-1,1 0 1,0 3-1,5 8-156,-1 1-1,0 0 1,-1 1-1,-1 0 0,0-1 1,-1 1-1,2 18 1,1 112-141,-6-111 451,-2 518-2740,2 96 832,7-392-1612,2 115-261,-8-243 3169,-3 113 2647,0-208 5367,-2-9-5735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9:42:36.3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80 8192,'8'-12'7314,"-6"11"-6929,15-7 3178,-13 6-3357,8-3-206,0 0 0,0 2 0,0-1 0,1 1 0,19-1 0,66-1 0,-67 5 0,470 1-5174,71-2-1120,-499-1 11807,113-20 1,-167 19-5073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9:42:37.1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 1 8192,'0'776'1901,"0"386"-3849,0 65 3883,0-1205-566,-1 0-1,0-1 1,-2 1 0,-1 0-1,0-1 1,-8 21-1,3-21-1368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9:42:38.1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1 228 8192,'116'0'7691,"66"0"-3452,0-3-5775,184-22-5315,205-65 4610,136-14 939,-691 103 1302,-6-1 0,-1 1 0,1 0 0,0 1 0,0 0 0,0 0 0,0 1 0,-1 1 0,14 3 0,-21-4 0,1 0 0,-1 0 0,0 0 0,0 1 0,0-1 0,0 1 0,0-1 0,0 1 0,0 0 0,-1 0 0,1 0 0,0 0 0,-1 0 0,0 0 0,1 0 0,-1 0 0,0 1 0,0-1 0,1 5 0,0 3 0,0 1 0,0-1 0,0 17 0,-2-14 0,33 867 0,-31 5 0,-2-594 0,-2 2049 11468,2-2313-11468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9:42:38.7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70 8192,'77'0'0,"691"-17"0,301-20 0,-866 39-348,208-2 2607,-307-9 4652,-26 1-4265,-61 7-2646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9:42:42.4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0 223 8192,'44'-2'3000,"-1"-2"1,58-14 0,-9 2-535,-8 1-3749,97-30 1,76-39-1016,-203 66 2608,-37 13 104,1 0 0,-1 1 0,1 2 0,0-1 0,0 2 0,1 0 0,-1 2-1,0 0 1,0 0 0,29 8 0,294 54-414,-310-57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9:42:45.5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37 8192,'68'-7'7355,"-11"0"-3242,471 2-10049,-327 6 3520,703 8 122,21 1 1472,7175-11 12290,-7901 9-11468,-9 1 0,1731-8-8405,-934-3 5342,4512 2 10261,-5266-12-13610,-78-4 5594,-1-1 4795,14 10 3546,-141 7-7523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9:42:47.0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8192,'1945'0'0,"-1068"25"0,-137 0 0,-270-23 0,406 11 0,378 7 0,-858-19 0,218 7 0,165 1 0,3875-10 3450,-4633 1-1445,-1 1-1,1 1 1,22 5-1,-12 0-2004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9:42:48.1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8192,'352'0'0,"579"2"0,-4 30 0,229 79 0,-1114-106 0,1317 146 0,-83-90 0,-1213-61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9:42:50.8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8192,'217'9'6569,"-6"0"-1670,2010-9-13094,-1011-1 4922,-655 10 3273,-16-1 0,5618-8 0,-5655 18 0,-48-1 0,849-16 3375,-614-3-3207,-547 2-736,1083 10-2407,335-1 2975,-947-11 0,1315 2 11468,-1915 0-11468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9:44:24.2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8192,'8907'0'11468,"-8874"0"-11468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9:44:27.0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 71 8192,'-10'-12'8295,"10"12"-8125,0-2 6,1 1 1,-1 0 0,1 0-1,-1 0 1,1 0 0,-1 0-1,1 0 1,0 1 0,0-1-1,-1 0 1,1 0 0,0 0-1,0 1 1,0-1 0,0 0 0,1 0-1,17-4-176,0 0 0,0 2 0,0 0 0,30 0 0,-32 2 0,211-4 0,39-4 0,185 1 0,-282 10 0,-155-2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9:44:40.8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8192,'198'0'9716,"0"0"-7191,393 0-14325,-108 0 11837,649 0 12549,-786 0-15208,-2 0-7382,2774 0 9566,-3064 0 438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9:44:42.9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8192,'151'0'8821,"2"0"-5364,151 0-6531,-4 0-5689,8419 0 8322,-8262 18 441,-73-2 0,830-13 0,-623-5 0,-409 2 2476,-151 0-1981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9:44:43.4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8192,'3581'0'0,"-3548"0"0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9:44:54.1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19 8192,'11'10'7396,"-10"-10"-7132,19 3 3332,-15-3-3384,43 2-212,1-3 0,95-14 0,25-1 0,455 14-5056,-312 4 2187,2728-2-1887,-1737 0 5616,-292 0 2964,0 0 3820,-548 14-7291,-430-12-353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9:44:55.3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1 185 8192,'3'0'11468,"3"0"-11468,10-5 0,8-6 0,9-3 0,4-6 0,7-1 0,6-1 0,2 1 0,-1 4 0,-4 1 0,-2 5 0,-2 3 0,-2 0 0,-6 2 0,-9 1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9:45:06.3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0 138 8192,'197'-9'8678,"-15"1"-5888,1336 6-11196,-740 4 5344,2489-2 3062,-2759 0 7522,-320 2-10266,199-4-2034,-280-7 4778,40 0 0,461 10 0,-486-11 0,-50 2 0,147-9 0,-82 1 0,13-2 0,275 16 0,-209 4 0,-3-1 0,222-2 0,-274-7 0,76-1 0,-19 11 0,179-4 0,-262-6-134,41-1 827,17 8 7686,0 2-6690,-84-1-4911,0 0-3742,9467 0 6523,-9489 0 441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9:49:42.2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1 309 8192,'3'0'713,"1"-1"1,-1 0-1,0 0 1,0-1-1,1 1 1,-1-1-1,0 0 1,0 0-1,4-3 1,7-4 1855,18-6-2319,0 1 0,49-14 0,73-10 434,10-4-354,-82 20-330,0 3 0,102-10 0,171 5 0,-96-1-1891,-76 4-488,210 15-3587,-221 8 4734,2329-2 1232,-2255 9 0,-36-1 0,1050-6 0,-645-3 0,1127 1 0,-1679 3 189,1 2-1,-1 4 1,0 2 0,63 21 0,115 23 618,-137-36 5672,218 52-3525,-200-41-2670,-44-9-284,-50-13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9:49:44.1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 8192,'3'2'731,"-1"-1"1,1 1 0,0-1 0,0 1-1,0-1 1,0 0 0,0 0 0,0 0-1,0 0 1,0-1 0,6 1 0,4 1-236,26 6 818,71 4 1,-61-11-2932,53-5 0,5-11-2663,21-3-112,244 16 4392,-190 4 0,25 7 0,-13-1 0,689-7 0,-423-2 0,-429 1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9:49:46.0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0 123 8192,'364'0'7968,"-2"0"-3865,360 0-4927,-18 0-10070,-677 0 10871,271-4 5715,-1-22-246,-4 2-8649,2 24-2003,-147 1 3911,1342 1-1397,-850-2 4550,-3 0 5498,-597-3-6663,0-1 0,-1-1 0,54-16 0,-44 9-488,79-8 0,296 14-183,-269 8-603,57-2-2216,-122 1 2797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9:49:47.0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8192,'156'0'8032,"0"0"-4537,32 0-3690,92 0-4983,115 0-538,870 0 5278,-1166 0 438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9:49:47.9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89 8192,'34'0'0,"65"0"0,66 0 0,64-6 0,51-7 0,30-5 0,8 1 0,9 3 0,3 4 0,4 4 0,3 3 0,-4 1 0,-18 2 0,-33 1 0,-65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9:50:05.5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9 8192,'17'10'10656,"-14"-10"-10193,1 1-114,36 7-349,1-1 0,51 0 0,84-6 0,44 3 0,-191-1 0,29 8 0,-31-5 0,39 4 0,331-7 67,-216-5-693,283 10-5058,26 1 459,-222-33 5130,-125 6 749,-73 14 1496,41-5 3438,-99 7-5135,1 0 0,-1-1 0,0-1 0,0 0 0,-1 0 0,19-10 0,-20 7-453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9:50:12.6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 8192,'122'9'8878,"-18"-1"-6288,201-16-2590,-44-1 0,-190 8 0,-19 0 0,97 10 0,-127-5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9:50:16.7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70 8192,'1366'0'10529,"-850"0"-9590,-491-2-939,0 0 0,49-12 0,-49 8 0,0 2 0,50-3 0,-41 7 0,20 0 0,-1-1 0,57-10 0,-37 0 0,90 0 0,76 11 0,-101 1 0,-76 2-1423,-1 2 0,80 17-1,161 17-5774,-246-31 9809,65 17-1,-73-14-692,0-2-1,62 5 0,236-12-3256,-184-4 2293,-49-7-6850,-6 0 1204,-8 10 4580,48-2 719,-134 0 371,-1-1 0,1-1 0,-1 0 0,1-1 0,18-9 0,-19 8-127,0 1 0,0-1 0,0 2-1,1 0 1,19-2 0,18 3-851,55-5 0,-84 4 0,-3 1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9:50:18.1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8192,'6'10'7472,"-4"-9"-7057,12 8 3056,-11-8-3361,21 10-110,0-2 0,1 0 0,0-1 0,0-2 0,53 7 0,135-3 0,-151-9 0,547 34-9277,-29-17 6110,-332-20 4741,45 0 7089,1327 2-6456,-1594 0-2207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9:50:23.8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 8192,'11'1'1150,"0"1"1,-1 0-1,0 1 1,1 0-1,-1 1 1,0 0-1,0 1 1,11 7-1,4 0-36,-5-2-1114,1-1 0,0-1 0,1-1 0,0-1 0,0-1 0,0 0 0,1-2 0,39 1 0,-51-4 0,0 0 0,0 0 0,0-1 0,0 0 0,0-1 0,0 0 0,0-1 0,-1 0 0,1-1 0,-1 0 0,12-6 0,-8 3-489,1 0 0,0 1 0,0 1-1,1 0 1,0 1 0,0 1 0,22-2 0,119 2-5548,-98 4 4957,1203 1 642,-1184-5 685,107-19 1,-104 14 4311,158 6 0,-119 4-2704,-27-2-1855,116 17 0,129 32 0,-214-24 0,-79-14 0,46 4 0,272 5-3856,3-20-2311,-159-1 4722,367 1 1445,-526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9:50:28.0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1 167 8192,'5'0'1213,"0"1"0,0 0 0,0 1 0,0-1 0,0 1 0,7 4 0,11 3 1764,96 24-2977,-94-27 0,1-2 0,0 0 0,27-1 0,81-4 0,-55-1 0,337 11 0,-299-4 0,0-5 0,156-20 0,305-10 0,-476 28 0,0-5 0,115-23 0,-64 8-2287,176-2 0,159 21-4031,-336 5 5742,85 0 576,306-3 0,-504-1 572,-1-2 0,0-2 0,0-1 0,48-16 1,169-40-831,-232 58 451,-1 1-2989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9:50:28.7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8192,'9'6'3356,"14"7"-3356,15 8 5483,27 3-5483,26 3-3356,29 0 3356,23 1-5483,11-1 5483,8-5 0,2-4 0,-8-5 0,-18-4 0,-19-4 0,-26-3 0,-24-1 0,-25-2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9:50:29.7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11 8192,'1453'0'3270,"730"0"-4948,-375 0 86,-1625-7 11035,-149 3-7554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09:50:35.3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1 104 8192,'55'7'9027,"-10"-1"-6586,378 0-2441,-256-7 0,818 0 0,-766-16-1763,-27 1 1050,42 4 2300,-168 5-3277,100-23-1,-123 19 2545,0 1 0,0 3 0,1 2 0,64-1 0,282 8-1976,-220-3 1364,-144 1 253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685800" y="3196686"/>
            <a:ext cx="77724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676401"/>
            <a:ext cx="7772400" cy="1538286"/>
          </a:xfrm>
        </p:spPr>
        <p:txBody>
          <a:bodyPr anchor="b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14686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zh-CN" altLang="en-US"/>
              <a:t>单击此处编辑母版副标题样式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04EE1-6BA2-4432-B4A4-8EE150C804F7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FD051-5747-472B-816D-203349609AC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73152" y="6400800"/>
            <a:ext cx="3200400" cy="283800"/>
          </a:xfrm>
        </p:spPr>
        <p:txBody>
          <a:bodyPr/>
          <a:lstStyle/>
          <a:p>
            <a:fld id="{88904EE1-6BA2-4432-B4A4-8EE150C804F7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330952" y="6400800"/>
            <a:ext cx="3733800" cy="283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FD051-5747-472B-816D-203349609AC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685800" y="3143248"/>
            <a:ext cx="77724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143248"/>
            <a:ext cx="7772400" cy="1362075"/>
          </a:xfrm>
        </p:spPr>
        <p:txBody>
          <a:bodyPr anchor="t"/>
          <a:lstStyle>
            <a:lvl1pPr algn="ctr">
              <a:defRPr sz="4000" b="0" cap="all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1643061"/>
            <a:ext cx="7772400" cy="1500187"/>
          </a:xfrm>
        </p:spPr>
        <p:txBody>
          <a:bodyPr anchor="b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04EE1-6BA2-4432-B4A4-8EE150C804F7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FD051-5747-472B-816D-203349609AC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04EE1-6BA2-4432-B4A4-8EE150C804F7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FD051-5747-472B-816D-203349609AC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sz="20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2pPr>
            <a:lvl3pPr marL="914400" indent="0">
              <a:buNone/>
              <a:defRPr sz="18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3pPr>
            <a:lvl4pPr marL="13716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4pPr>
            <a:lvl5pPr marL="18288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sz="20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2pPr>
            <a:lvl3pPr marL="914400" indent="0">
              <a:buNone/>
              <a:defRPr sz="18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3pPr>
            <a:lvl4pPr marL="13716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4pPr>
            <a:lvl5pPr marL="18288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04EE1-6BA2-4432-B4A4-8EE150C804F7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FD051-5747-472B-816D-203349609AC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04EE1-6BA2-4432-B4A4-8EE150C804F7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FD051-5747-472B-816D-203349609AC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04EE1-6BA2-4432-B4A4-8EE150C804F7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FD051-5747-472B-816D-203349609AC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2786050" y="1053546"/>
            <a:ext cx="59040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86050" y="228600"/>
            <a:ext cx="5900752" cy="842946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86050" y="1142984"/>
            <a:ext cx="5900750" cy="514353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5" y="1142984"/>
            <a:ext cx="2257408" cy="5143536"/>
          </a:xfrm>
        </p:spPr>
        <p:txBody>
          <a:bodyPr anchor="ctr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04EE1-6BA2-4432-B4A4-8EE150C804F7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FD051-5747-472B-816D-203349609AC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3400" y="304800"/>
            <a:ext cx="6400800" cy="685800"/>
          </a:xfrm>
        </p:spPr>
        <p:txBody>
          <a:bodyPr anchor="ctr"/>
          <a:lstStyle>
            <a:lvl1pPr algn="l">
              <a:defRPr sz="2400" b="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701552" y="1143000"/>
            <a:ext cx="7223248" cy="3980172"/>
          </a:xfrm>
          <a:prstGeom prst="roundRect">
            <a:avLst>
              <a:gd name="adj" fmla="val 18278"/>
            </a:avLst>
          </a:prstGeom>
          <a:solidFill>
            <a:schemeClr val="accent1">
              <a:tint val="40000"/>
            </a:schemeClr>
          </a:solidFill>
          <a:ln w="50800" cap="rnd">
            <a:gradFill flip="none" rotWithShape="1">
              <a:gsLst>
                <a:gs pos="0">
                  <a:schemeClr val="accent1">
                    <a:shade val="50000"/>
                  </a:schemeClr>
                </a:gs>
                <a:gs pos="20000">
                  <a:schemeClr val="accent2">
                    <a:shade val="50000"/>
                  </a:schemeClr>
                </a:gs>
                <a:gs pos="40000">
                  <a:schemeClr val="accent3">
                    <a:shade val="50000"/>
                  </a:schemeClr>
                </a:gs>
                <a:gs pos="60000">
                  <a:schemeClr val="accent4">
                    <a:shade val="50000"/>
                  </a:schemeClr>
                </a:gs>
                <a:gs pos="80000">
                  <a:schemeClr val="accent5">
                    <a:shade val="50000"/>
                  </a:schemeClr>
                </a:gs>
                <a:gs pos="100000">
                  <a:schemeClr val="accent6">
                    <a:shade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  <a:effectLst>
            <a:outerShdw blurRad="50800" dist="38100" dir="5400000" algn="tl" rotWithShape="0">
              <a:prstClr val="black">
                <a:alpha val="50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zh-CN" altLang="en-US"/>
              <a:t>单击图标添加图片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62200" y="5410200"/>
            <a:ext cx="5657888" cy="804862"/>
          </a:xfrm>
        </p:spPr>
        <p:txBody>
          <a:bodyPr anchor="ctr"/>
          <a:lstStyle>
            <a:lvl1pPr marL="0" indent="0" algn="r">
              <a:buNone/>
              <a:defRPr sz="1200" b="0"/>
            </a:lvl1pPr>
            <a:lvl2pPr marL="457200" indent="0" algn="r">
              <a:buNone/>
              <a:defRPr sz="1200" b="0"/>
            </a:lvl2pPr>
            <a:lvl3pPr marL="914400" indent="0" algn="r">
              <a:buNone/>
              <a:defRPr sz="1200" b="0"/>
            </a:lvl3pPr>
            <a:lvl4pPr marL="1371600" indent="0" algn="r">
              <a:buNone/>
              <a:defRPr sz="1200" b="0"/>
            </a:lvl4pPr>
            <a:lvl5pPr marL="1828800" indent="0" algn="r">
              <a:buNone/>
              <a:defRPr sz="1200" b="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04EE1-6BA2-4432-B4A4-8EE150C804F7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FD051-5747-472B-816D-203349609AC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04EE1-6BA2-4432-B4A4-8EE150C804F7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FD051-5747-472B-816D-203349609AC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215206" y="274638"/>
            <a:ext cx="1471594" cy="6011882"/>
          </a:xfrm>
        </p:spPr>
        <p:txBody>
          <a:bodyPr vert="eaVert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686568" cy="6011882"/>
          </a:xfrm>
        </p:spPr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04EE1-6BA2-4432-B4A4-8EE150C804F7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FD051-5747-472B-816D-203349609AC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6678000"/>
            <a:ext cx="9144000" cy="180000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68632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  <a:p>
            <a:pPr lvl="1" eaLnBrk="1" latinLnBrk="0" hangingPunct="1"/>
            <a:r>
              <a:rPr kumimoji="0" lang="zh-CN" altLang="en-US"/>
              <a:t>第二级</a:t>
            </a:r>
          </a:p>
          <a:p>
            <a:pPr lvl="2" eaLnBrk="1" latinLnBrk="0" hangingPunct="1"/>
            <a:r>
              <a:rPr kumimoji="0" lang="zh-CN" altLang="en-US"/>
              <a:t>第三级</a:t>
            </a:r>
          </a:p>
          <a:p>
            <a:pPr lvl="3" eaLnBrk="1" latinLnBrk="0" hangingPunct="1"/>
            <a:r>
              <a:rPr kumimoji="0" lang="zh-CN" altLang="en-US"/>
              <a:t>第四级</a:t>
            </a:r>
          </a:p>
          <a:p>
            <a:pPr lvl="4" eaLnBrk="1" latinLnBrk="0" hangingPunct="1"/>
            <a:r>
              <a:rPr kumimoji="0"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6200" y="6400800"/>
            <a:ext cx="3200400" cy="283800"/>
          </a:xfrm>
          <a:prstGeom prst="rect">
            <a:avLst/>
          </a:prstGeom>
        </p:spPr>
        <p:txBody>
          <a:bodyPr vert="horz" rtlCol="0" anchor="b"/>
          <a:lstStyle>
            <a:lvl1pPr algn="l" eaLnBrk="1" latinLnBrk="0" hangingPunct="1">
              <a:defRPr kumimoji="0" sz="11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fld id="{88904EE1-6BA2-4432-B4A4-8EE150C804F7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5334000" y="6400800"/>
            <a:ext cx="3733800" cy="283800"/>
          </a:xfrm>
          <a:prstGeom prst="rect">
            <a:avLst/>
          </a:prstGeom>
        </p:spPr>
        <p:txBody>
          <a:bodyPr vert="horz" rtlCol="0" anchor="ctr"/>
          <a:lstStyle>
            <a:lvl1pPr algn="r" eaLnBrk="1" latinLnBrk="0" hangingPunct="1">
              <a:defRPr kumimoji="0" sz="11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3464"/>
          </a:xfrm>
          <a:prstGeom prst="rect">
            <a:avLst/>
          </a:prstGeom>
          <a:noFill/>
        </p:spPr>
        <p:txBody>
          <a:bodyPr vert="horz" lIns="45720" rIns="45720" rtlCol="0" anchor="ctr"/>
          <a:lstStyle>
            <a:lvl1pPr algn="ctr" eaLnBrk="1" latinLnBrk="0" hangingPunct="1">
              <a:defRPr kumimoji="0" sz="1100" b="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fld id="{AEBFD051-5747-472B-816D-203349609AC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9144000" cy="108000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ß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Þ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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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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.xml"/><Relationship Id="rId5" Type="http://schemas.openxmlformats.org/officeDocument/2006/relationships/image" Target="../media/image4.png"/><Relationship Id="rId4" Type="http://schemas.openxmlformats.org/officeDocument/2006/relationships/customXml" Target="../ink/ink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customXml" Target="../ink/ink9.xml"/><Relationship Id="rId3" Type="http://schemas.openxmlformats.org/officeDocument/2006/relationships/customXml" Target="../ink/ink4.xml"/><Relationship Id="rId7" Type="http://schemas.openxmlformats.org/officeDocument/2006/relationships/customXml" Target="../ink/ink6.xml"/><Relationship Id="rId12" Type="http://schemas.openxmlformats.org/officeDocument/2006/relationships/image" Target="../media/image11.png"/><Relationship Id="rId2" Type="http://schemas.openxmlformats.org/officeDocument/2006/relationships/image" Target="../media/image6.png"/><Relationship Id="rId16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customXml" Target="../ink/ink8.xml"/><Relationship Id="rId5" Type="http://schemas.openxmlformats.org/officeDocument/2006/relationships/customXml" Target="../ink/ink5.xml"/><Relationship Id="rId15" Type="http://schemas.openxmlformats.org/officeDocument/2006/relationships/customXml" Target="../ink/ink10.xml"/><Relationship Id="rId10" Type="http://schemas.openxmlformats.org/officeDocument/2006/relationships/image" Target="../media/image10.png"/><Relationship Id="rId4" Type="http://schemas.openxmlformats.org/officeDocument/2006/relationships/image" Target="../media/image7.png"/><Relationship Id="rId9" Type="http://schemas.openxmlformats.org/officeDocument/2006/relationships/customXml" Target="../ink/ink7.xml"/><Relationship Id="rId1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customXml" Target="../ink/ink16.xml"/><Relationship Id="rId18" Type="http://schemas.openxmlformats.org/officeDocument/2006/relationships/image" Target="../media/image22.png"/><Relationship Id="rId26" Type="http://schemas.openxmlformats.org/officeDocument/2006/relationships/image" Target="../media/image26.png"/><Relationship Id="rId3" Type="http://schemas.openxmlformats.org/officeDocument/2006/relationships/customXml" Target="../ink/ink11.xml"/><Relationship Id="rId21" Type="http://schemas.openxmlformats.org/officeDocument/2006/relationships/customXml" Target="../ink/ink20.xml"/><Relationship Id="rId7" Type="http://schemas.openxmlformats.org/officeDocument/2006/relationships/customXml" Target="../ink/ink13.xml"/><Relationship Id="rId12" Type="http://schemas.openxmlformats.org/officeDocument/2006/relationships/image" Target="../media/image19.png"/><Relationship Id="rId17" Type="http://schemas.openxmlformats.org/officeDocument/2006/relationships/customXml" Target="../ink/ink18.xml"/><Relationship Id="rId25" Type="http://schemas.openxmlformats.org/officeDocument/2006/relationships/customXml" Target="../ink/ink22.xml"/><Relationship Id="rId2" Type="http://schemas.openxmlformats.org/officeDocument/2006/relationships/image" Target="../media/image14.png"/><Relationship Id="rId16" Type="http://schemas.openxmlformats.org/officeDocument/2006/relationships/image" Target="../media/image21.png"/><Relationship Id="rId20" Type="http://schemas.openxmlformats.org/officeDocument/2006/relationships/image" Target="../media/image23.png"/><Relationship Id="rId29" Type="http://schemas.openxmlformats.org/officeDocument/2006/relationships/customXml" Target="../ink/ink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customXml" Target="../ink/ink15.xml"/><Relationship Id="rId24" Type="http://schemas.openxmlformats.org/officeDocument/2006/relationships/image" Target="../media/image25.png"/><Relationship Id="rId5" Type="http://schemas.openxmlformats.org/officeDocument/2006/relationships/customXml" Target="../ink/ink12.xml"/><Relationship Id="rId15" Type="http://schemas.openxmlformats.org/officeDocument/2006/relationships/customXml" Target="../ink/ink17.xml"/><Relationship Id="rId23" Type="http://schemas.openxmlformats.org/officeDocument/2006/relationships/customXml" Target="../ink/ink21.xml"/><Relationship Id="rId28" Type="http://schemas.openxmlformats.org/officeDocument/2006/relationships/image" Target="../media/image27.png"/><Relationship Id="rId10" Type="http://schemas.openxmlformats.org/officeDocument/2006/relationships/image" Target="../media/image18.png"/><Relationship Id="rId19" Type="http://schemas.openxmlformats.org/officeDocument/2006/relationships/customXml" Target="../ink/ink19.xml"/><Relationship Id="rId4" Type="http://schemas.openxmlformats.org/officeDocument/2006/relationships/image" Target="../media/image15.png"/><Relationship Id="rId9" Type="http://schemas.openxmlformats.org/officeDocument/2006/relationships/customXml" Target="../ink/ink14.xml"/><Relationship Id="rId14" Type="http://schemas.openxmlformats.org/officeDocument/2006/relationships/image" Target="../media/image20.png"/><Relationship Id="rId22" Type="http://schemas.openxmlformats.org/officeDocument/2006/relationships/image" Target="../media/image24.png"/><Relationship Id="rId27" Type="http://schemas.openxmlformats.org/officeDocument/2006/relationships/customXml" Target="../ink/ink23.xml"/><Relationship Id="rId30" Type="http://schemas.openxmlformats.org/officeDocument/2006/relationships/image" Target="../media/image2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customXml" Target="../ink/ink25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customXml" Target="../ink/ink31.xml"/><Relationship Id="rId18" Type="http://schemas.openxmlformats.org/officeDocument/2006/relationships/image" Target="../media/image39.png"/><Relationship Id="rId3" Type="http://schemas.openxmlformats.org/officeDocument/2006/relationships/customXml" Target="../ink/ink26.xml"/><Relationship Id="rId7" Type="http://schemas.openxmlformats.org/officeDocument/2006/relationships/customXml" Target="../ink/ink28.xml"/><Relationship Id="rId12" Type="http://schemas.openxmlformats.org/officeDocument/2006/relationships/image" Target="../media/image36.png"/><Relationship Id="rId17" Type="http://schemas.openxmlformats.org/officeDocument/2006/relationships/customXml" Target="../ink/ink33.xml"/><Relationship Id="rId2" Type="http://schemas.openxmlformats.org/officeDocument/2006/relationships/image" Target="../media/image31.png"/><Relationship Id="rId16" Type="http://schemas.openxmlformats.org/officeDocument/2006/relationships/image" Target="../media/image38.png"/><Relationship Id="rId20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11" Type="http://schemas.openxmlformats.org/officeDocument/2006/relationships/customXml" Target="../ink/ink30.xml"/><Relationship Id="rId5" Type="http://schemas.openxmlformats.org/officeDocument/2006/relationships/customXml" Target="../ink/ink27.xml"/><Relationship Id="rId15" Type="http://schemas.openxmlformats.org/officeDocument/2006/relationships/customXml" Target="../ink/ink32.xml"/><Relationship Id="rId10" Type="http://schemas.openxmlformats.org/officeDocument/2006/relationships/image" Target="../media/image35.png"/><Relationship Id="rId19" Type="http://schemas.openxmlformats.org/officeDocument/2006/relationships/customXml" Target="../ink/ink34.xml"/><Relationship Id="rId4" Type="http://schemas.openxmlformats.org/officeDocument/2006/relationships/image" Target="../media/image32.png"/><Relationship Id="rId9" Type="http://schemas.openxmlformats.org/officeDocument/2006/relationships/customXml" Target="../ink/ink29.xml"/><Relationship Id="rId14" Type="http://schemas.openxmlformats.org/officeDocument/2006/relationships/image" Target="../media/image3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customXml" Target="../ink/ink40.xml"/><Relationship Id="rId18" Type="http://schemas.openxmlformats.org/officeDocument/2006/relationships/image" Target="../media/image49.png"/><Relationship Id="rId3" Type="http://schemas.openxmlformats.org/officeDocument/2006/relationships/customXml" Target="../ink/ink35.xml"/><Relationship Id="rId21" Type="http://schemas.openxmlformats.org/officeDocument/2006/relationships/customXml" Target="../ink/ink44.xml"/><Relationship Id="rId7" Type="http://schemas.openxmlformats.org/officeDocument/2006/relationships/customXml" Target="../ink/ink37.xml"/><Relationship Id="rId12" Type="http://schemas.openxmlformats.org/officeDocument/2006/relationships/image" Target="../media/image46.png"/><Relationship Id="rId17" Type="http://schemas.openxmlformats.org/officeDocument/2006/relationships/customXml" Target="../ink/ink42.xml"/><Relationship Id="rId2" Type="http://schemas.openxmlformats.org/officeDocument/2006/relationships/image" Target="../media/image41.png"/><Relationship Id="rId16" Type="http://schemas.openxmlformats.org/officeDocument/2006/relationships/image" Target="../media/image48.png"/><Relationship Id="rId20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openxmlformats.org/officeDocument/2006/relationships/customXml" Target="../ink/ink39.xml"/><Relationship Id="rId24" Type="http://schemas.openxmlformats.org/officeDocument/2006/relationships/image" Target="../media/image52.png"/><Relationship Id="rId5" Type="http://schemas.openxmlformats.org/officeDocument/2006/relationships/customXml" Target="../ink/ink36.xml"/><Relationship Id="rId15" Type="http://schemas.openxmlformats.org/officeDocument/2006/relationships/customXml" Target="../ink/ink41.xml"/><Relationship Id="rId23" Type="http://schemas.openxmlformats.org/officeDocument/2006/relationships/customXml" Target="../ink/ink45.xml"/><Relationship Id="rId10" Type="http://schemas.openxmlformats.org/officeDocument/2006/relationships/image" Target="../media/image45.png"/><Relationship Id="rId19" Type="http://schemas.openxmlformats.org/officeDocument/2006/relationships/customXml" Target="../ink/ink43.xml"/><Relationship Id="rId4" Type="http://schemas.openxmlformats.org/officeDocument/2006/relationships/image" Target="../media/image42.png"/><Relationship Id="rId9" Type="http://schemas.openxmlformats.org/officeDocument/2006/relationships/customXml" Target="../ink/ink38.xml"/><Relationship Id="rId14" Type="http://schemas.openxmlformats.org/officeDocument/2006/relationships/image" Target="../media/image47.png"/><Relationship Id="rId22" Type="http://schemas.openxmlformats.org/officeDocument/2006/relationships/image" Target="../media/image5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49.xml"/><Relationship Id="rId13" Type="http://schemas.openxmlformats.org/officeDocument/2006/relationships/image" Target="../media/image58.png"/><Relationship Id="rId18" Type="http://schemas.openxmlformats.org/officeDocument/2006/relationships/customXml" Target="../ink/ink54.xml"/><Relationship Id="rId26" Type="http://schemas.openxmlformats.org/officeDocument/2006/relationships/customXml" Target="../ink/ink58.xml"/><Relationship Id="rId3" Type="http://schemas.openxmlformats.org/officeDocument/2006/relationships/image" Target="../media/image53.png"/><Relationship Id="rId21" Type="http://schemas.openxmlformats.org/officeDocument/2006/relationships/image" Target="../media/image62.png"/><Relationship Id="rId7" Type="http://schemas.openxmlformats.org/officeDocument/2006/relationships/image" Target="../media/image55.png"/><Relationship Id="rId12" Type="http://schemas.openxmlformats.org/officeDocument/2006/relationships/customXml" Target="../ink/ink51.xml"/><Relationship Id="rId17" Type="http://schemas.openxmlformats.org/officeDocument/2006/relationships/image" Target="../media/image60.png"/><Relationship Id="rId25" Type="http://schemas.openxmlformats.org/officeDocument/2006/relationships/image" Target="../media/image64.png"/><Relationship Id="rId2" Type="http://schemas.openxmlformats.org/officeDocument/2006/relationships/customXml" Target="../ink/ink46.xml"/><Relationship Id="rId16" Type="http://schemas.openxmlformats.org/officeDocument/2006/relationships/customXml" Target="../ink/ink53.xml"/><Relationship Id="rId20" Type="http://schemas.openxmlformats.org/officeDocument/2006/relationships/customXml" Target="../ink/ink5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8.xml"/><Relationship Id="rId11" Type="http://schemas.openxmlformats.org/officeDocument/2006/relationships/image" Target="../media/image57.png"/><Relationship Id="rId24" Type="http://schemas.openxmlformats.org/officeDocument/2006/relationships/customXml" Target="../ink/ink57.xml"/><Relationship Id="rId5" Type="http://schemas.openxmlformats.org/officeDocument/2006/relationships/image" Target="../media/image54.png"/><Relationship Id="rId15" Type="http://schemas.openxmlformats.org/officeDocument/2006/relationships/image" Target="../media/image59.png"/><Relationship Id="rId23" Type="http://schemas.openxmlformats.org/officeDocument/2006/relationships/image" Target="../media/image63.png"/><Relationship Id="rId10" Type="http://schemas.openxmlformats.org/officeDocument/2006/relationships/customXml" Target="../ink/ink50.xml"/><Relationship Id="rId19" Type="http://schemas.openxmlformats.org/officeDocument/2006/relationships/image" Target="../media/image61.png"/><Relationship Id="rId4" Type="http://schemas.openxmlformats.org/officeDocument/2006/relationships/customXml" Target="../ink/ink47.xml"/><Relationship Id="rId9" Type="http://schemas.openxmlformats.org/officeDocument/2006/relationships/image" Target="../media/image56.png"/><Relationship Id="rId14" Type="http://schemas.openxmlformats.org/officeDocument/2006/relationships/customXml" Target="../ink/ink52.xml"/><Relationship Id="rId22" Type="http://schemas.openxmlformats.org/officeDocument/2006/relationships/customXml" Target="../ink/ink56.xml"/><Relationship Id="rId27" Type="http://schemas.openxmlformats.org/officeDocument/2006/relationships/image" Target="../media/image6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customXml" Target="../ink/ink64.xml"/><Relationship Id="rId18" Type="http://schemas.openxmlformats.org/officeDocument/2006/relationships/image" Target="../media/image75.png"/><Relationship Id="rId3" Type="http://schemas.openxmlformats.org/officeDocument/2006/relationships/customXml" Target="../ink/ink59.xml"/><Relationship Id="rId7" Type="http://schemas.openxmlformats.org/officeDocument/2006/relationships/customXml" Target="../ink/ink61.xml"/><Relationship Id="rId12" Type="http://schemas.openxmlformats.org/officeDocument/2006/relationships/image" Target="../media/image72.png"/><Relationship Id="rId17" Type="http://schemas.openxmlformats.org/officeDocument/2006/relationships/customXml" Target="../ink/ink66.xml"/><Relationship Id="rId2" Type="http://schemas.openxmlformats.org/officeDocument/2006/relationships/image" Target="../media/image67.png"/><Relationship Id="rId16" Type="http://schemas.openxmlformats.org/officeDocument/2006/relationships/image" Target="../media/image74.png"/><Relationship Id="rId20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11" Type="http://schemas.openxmlformats.org/officeDocument/2006/relationships/customXml" Target="../ink/ink63.xml"/><Relationship Id="rId5" Type="http://schemas.openxmlformats.org/officeDocument/2006/relationships/customXml" Target="../ink/ink60.xml"/><Relationship Id="rId15" Type="http://schemas.openxmlformats.org/officeDocument/2006/relationships/customXml" Target="../ink/ink65.xml"/><Relationship Id="rId10" Type="http://schemas.openxmlformats.org/officeDocument/2006/relationships/image" Target="../media/image71.png"/><Relationship Id="rId19" Type="http://schemas.openxmlformats.org/officeDocument/2006/relationships/customXml" Target="../ink/ink67.xml"/><Relationship Id="rId4" Type="http://schemas.openxmlformats.org/officeDocument/2006/relationships/image" Target="../media/image68.png"/><Relationship Id="rId9" Type="http://schemas.openxmlformats.org/officeDocument/2006/relationships/customXml" Target="../ink/ink62.xml"/><Relationship Id="rId14" Type="http://schemas.openxmlformats.org/officeDocument/2006/relationships/image" Target="../media/image7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单片机原理与应用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第一章 嵌入式系统概述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1F999633-E9AB-4F4F-5B87-7D558EF753FE}"/>
                  </a:ext>
                </a:extLst>
              </p14:cNvPr>
              <p14:cNvContentPartPr/>
              <p14:nvPr/>
            </p14:nvContentPartPr>
            <p14:xfrm>
              <a:off x="2478948" y="3165159"/>
              <a:ext cx="3935520" cy="50760"/>
            </p14:xfrm>
          </p:contentPart>
        </mc:Choice>
        <mc:Fallback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1F999633-E9AB-4F4F-5B87-7D558EF753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61308" y="3147519"/>
                <a:ext cx="3971160" cy="86400"/>
              </a:xfrm>
              <a:prstGeom prst="rect">
                <a:avLst/>
              </a:prstGeom>
            </p:spPr>
          </p:pic>
        </mc:Fallback>
      </mc:AlternateContent>
      <p:grpSp>
        <p:nvGrpSpPr>
          <p:cNvPr id="7" name="组合 6">
            <a:extLst>
              <a:ext uri="{FF2B5EF4-FFF2-40B4-BE49-F238E27FC236}">
                <a16:creationId xmlns:a16="http://schemas.microsoft.com/office/drawing/2014/main" id="{7685CE0F-D897-EF90-11A4-7697C3571777}"/>
              </a:ext>
            </a:extLst>
          </p:cNvPr>
          <p:cNvGrpSpPr/>
          <p:nvPr/>
        </p:nvGrpSpPr>
        <p:grpSpPr>
          <a:xfrm>
            <a:off x="3835428" y="3733959"/>
            <a:ext cx="2468160" cy="114120"/>
            <a:chOff x="3835428" y="3733959"/>
            <a:chExt cx="2468160" cy="114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" name="墨迹 4">
                  <a:extLst>
                    <a:ext uri="{FF2B5EF4-FFF2-40B4-BE49-F238E27FC236}">
                      <a16:creationId xmlns:a16="http://schemas.microsoft.com/office/drawing/2014/main" id="{11B026CB-EF31-4D96-01A8-422850D84A49}"/>
                    </a:ext>
                  </a:extLst>
                </p14:cNvPr>
                <p14:cNvContentPartPr/>
                <p14:nvPr/>
              </p14:nvContentPartPr>
              <p14:xfrm>
                <a:off x="3835428" y="3733959"/>
                <a:ext cx="994320" cy="114120"/>
              </p14:xfrm>
            </p:contentPart>
          </mc:Choice>
          <mc:Fallback>
            <p:pic>
              <p:nvPicPr>
                <p:cNvPr id="5" name="墨迹 4">
                  <a:extLst>
                    <a:ext uri="{FF2B5EF4-FFF2-40B4-BE49-F238E27FC236}">
                      <a16:creationId xmlns:a16="http://schemas.microsoft.com/office/drawing/2014/main" id="{11B026CB-EF31-4D96-01A8-422850D84A4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817428" y="3716319"/>
                  <a:ext cx="102996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" name="墨迹 5">
                  <a:extLst>
                    <a:ext uri="{FF2B5EF4-FFF2-40B4-BE49-F238E27FC236}">
                      <a16:creationId xmlns:a16="http://schemas.microsoft.com/office/drawing/2014/main" id="{5A6A2627-31A3-2E26-ECCC-5AC633F0F028}"/>
                    </a:ext>
                  </a:extLst>
                </p14:cNvPr>
                <p14:cNvContentPartPr/>
                <p14:nvPr/>
              </p14:nvContentPartPr>
              <p14:xfrm>
                <a:off x="5167068" y="3761679"/>
                <a:ext cx="1136520" cy="360"/>
              </p14:xfrm>
            </p:contentPart>
          </mc:Choice>
          <mc:Fallback>
            <p:pic>
              <p:nvPicPr>
                <p:cNvPr id="6" name="墨迹 5">
                  <a:extLst>
                    <a:ext uri="{FF2B5EF4-FFF2-40B4-BE49-F238E27FC236}">
                      <a16:creationId xmlns:a16="http://schemas.microsoft.com/office/drawing/2014/main" id="{5A6A2627-31A3-2E26-ECCC-5AC633F0F02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149428" y="3744039"/>
                  <a:ext cx="1172160" cy="360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b="1" dirty="0"/>
              <a:t>1.1 </a:t>
            </a:r>
            <a:r>
              <a:rPr lang="zh-CN" altLang="en-US" sz="3200" b="1" dirty="0"/>
              <a:t>嵌入式系统简介</a:t>
            </a:r>
            <a:br>
              <a:rPr lang="en-US" altLang="zh-CN" sz="3200" b="1" dirty="0"/>
            </a:br>
            <a:r>
              <a:rPr lang="en-US" altLang="zh-CN" sz="3200" b="1" dirty="0"/>
              <a:t>1.</a:t>
            </a:r>
            <a:r>
              <a:rPr lang="zh-CN" altLang="en-US" sz="3200" b="1" dirty="0"/>
              <a:t>定义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sz="1800" b="1" dirty="0"/>
              <a:t>        嵌入式系统通常定义为以应用为中心，以计算机技术为基础，软件、硬件可裁剪，对功能、可靠性、成本、体积、功耗严格要求的专用计算机系统。他主要有嵌入式微处理器、外围硬件车陂、嵌入式操作系统以及用户应用软件等部分组成，勇于实现对其他设备的控制、监视和管理等功能，嵌入式系统通常嵌入在主要设备中。</a:t>
            </a:r>
            <a:endParaRPr lang="en-US" altLang="zh-CN" sz="1800" b="1" dirty="0"/>
          </a:p>
          <a:p>
            <a:endParaRPr lang="en-US" altLang="zh-CN" sz="1800" b="1" dirty="0"/>
          </a:p>
          <a:p>
            <a:endParaRPr lang="en-US" altLang="zh-CN" sz="1800" b="1" dirty="0"/>
          </a:p>
          <a:p>
            <a:endParaRPr lang="en-US" altLang="zh-CN" sz="1800" b="1" dirty="0"/>
          </a:p>
          <a:p>
            <a:endParaRPr lang="en-US" altLang="zh-CN" sz="1800" b="1" dirty="0"/>
          </a:p>
          <a:p>
            <a:endParaRPr lang="en-US" altLang="zh-CN" sz="1800" b="1" dirty="0"/>
          </a:p>
          <a:p>
            <a:endParaRPr lang="en-US" altLang="zh-CN" sz="1800" b="1" dirty="0"/>
          </a:p>
          <a:p>
            <a:endParaRPr lang="en-US" altLang="zh-CN" sz="1800" b="1" dirty="0"/>
          </a:p>
          <a:p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        嵌入式系统是一个针对特定的应用而量身定做的专用计算机系统，它具有嵌入性、专业性、计算机系统的特点。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71736" y="2928934"/>
            <a:ext cx="3857652" cy="26189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6" name="组合 5">
            <a:extLst>
              <a:ext uri="{FF2B5EF4-FFF2-40B4-BE49-F238E27FC236}">
                <a16:creationId xmlns:a16="http://schemas.microsoft.com/office/drawing/2014/main" id="{E072CAB0-8EF0-963B-7883-342D7B795DF7}"/>
              </a:ext>
            </a:extLst>
          </p:cNvPr>
          <p:cNvGrpSpPr/>
          <p:nvPr/>
        </p:nvGrpSpPr>
        <p:grpSpPr>
          <a:xfrm>
            <a:off x="2982228" y="1819119"/>
            <a:ext cx="4267440" cy="83160"/>
            <a:chOff x="2982228" y="1819119"/>
            <a:chExt cx="4267440" cy="8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4" name="墨迹 3">
                  <a:extLst>
                    <a:ext uri="{FF2B5EF4-FFF2-40B4-BE49-F238E27FC236}">
                      <a16:creationId xmlns:a16="http://schemas.microsoft.com/office/drawing/2014/main" id="{3DB94155-17FE-B016-7B20-9564DD05F546}"/>
                    </a:ext>
                  </a:extLst>
                </p14:cNvPr>
                <p14:cNvContentPartPr/>
                <p14:nvPr/>
              </p14:nvContentPartPr>
              <p14:xfrm>
                <a:off x="2982228" y="1846479"/>
                <a:ext cx="2044440" cy="31680"/>
              </p14:xfrm>
            </p:contentPart>
          </mc:Choice>
          <mc:Fallback>
            <p:pic>
              <p:nvPicPr>
                <p:cNvPr id="4" name="墨迹 3">
                  <a:extLst>
                    <a:ext uri="{FF2B5EF4-FFF2-40B4-BE49-F238E27FC236}">
                      <a16:creationId xmlns:a16="http://schemas.microsoft.com/office/drawing/2014/main" id="{3DB94155-17FE-B016-7B20-9564DD05F546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964228" y="1828839"/>
                  <a:ext cx="208008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墨迹 4">
                  <a:extLst>
                    <a:ext uri="{FF2B5EF4-FFF2-40B4-BE49-F238E27FC236}">
                      <a16:creationId xmlns:a16="http://schemas.microsoft.com/office/drawing/2014/main" id="{36CB48D3-8229-38D7-32DA-32C1F31EE9D6}"/>
                    </a:ext>
                  </a:extLst>
                </p14:cNvPr>
                <p14:cNvContentPartPr/>
                <p14:nvPr/>
              </p14:nvContentPartPr>
              <p14:xfrm>
                <a:off x="5357508" y="1819119"/>
                <a:ext cx="1892160" cy="83160"/>
              </p14:xfrm>
            </p:contentPart>
          </mc:Choice>
          <mc:Fallback>
            <p:pic>
              <p:nvPicPr>
                <p:cNvPr id="5" name="墨迹 4">
                  <a:extLst>
                    <a:ext uri="{FF2B5EF4-FFF2-40B4-BE49-F238E27FC236}">
                      <a16:creationId xmlns:a16="http://schemas.microsoft.com/office/drawing/2014/main" id="{36CB48D3-8229-38D7-32DA-32C1F31EE9D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339508" y="1801479"/>
                  <a:ext cx="1927800" cy="118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D3E0B33E-C764-05B5-5B28-F5967F916369}"/>
                  </a:ext>
                </a:extLst>
              </p14:cNvPr>
              <p14:cNvContentPartPr/>
              <p14:nvPr/>
            </p14:nvContentPartPr>
            <p14:xfrm>
              <a:off x="4492068" y="4939959"/>
              <a:ext cx="522000" cy="44280"/>
            </p14:xfrm>
          </p:contentPart>
        </mc:Choice>
        <mc:Fallback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D3E0B33E-C764-05B5-5B28-F5967F91636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474428" y="4921959"/>
                <a:ext cx="557640" cy="7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3898B5B6-FA1C-42EC-993D-A17E953F0B27}"/>
                  </a:ext>
                </a:extLst>
              </p14:cNvPr>
              <p14:cNvContentPartPr/>
              <p14:nvPr/>
            </p14:nvContentPartPr>
            <p14:xfrm>
              <a:off x="3037668" y="5779119"/>
              <a:ext cx="5355720" cy="113400"/>
            </p14:xfrm>
          </p:contentPart>
        </mc:Choice>
        <mc:Fallback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3898B5B6-FA1C-42EC-993D-A17E953F0B2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019668" y="5761119"/>
                <a:ext cx="5391360" cy="149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组合 11">
            <a:extLst>
              <a:ext uri="{FF2B5EF4-FFF2-40B4-BE49-F238E27FC236}">
                <a16:creationId xmlns:a16="http://schemas.microsoft.com/office/drawing/2014/main" id="{9579907A-A33C-218A-CD78-A425D81A3B1D}"/>
              </a:ext>
            </a:extLst>
          </p:cNvPr>
          <p:cNvGrpSpPr/>
          <p:nvPr/>
        </p:nvGrpSpPr>
        <p:grpSpPr>
          <a:xfrm>
            <a:off x="1190508" y="6175839"/>
            <a:ext cx="3681360" cy="502920"/>
            <a:chOff x="1190508" y="6175839"/>
            <a:chExt cx="3681360" cy="502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9" name="墨迹 8">
                  <a:extLst>
                    <a:ext uri="{FF2B5EF4-FFF2-40B4-BE49-F238E27FC236}">
                      <a16:creationId xmlns:a16="http://schemas.microsoft.com/office/drawing/2014/main" id="{6A4102E9-A452-B375-8E62-BAB51F6BDE2B}"/>
                    </a:ext>
                  </a:extLst>
                </p14:cNvPr>
                <p14:cNvContentPartPr/>
                <p14:nvPr/>
              </p14:nvContentPartPr>
              <p14:xfrm>
                <a:off x="1190508" y="6175839"/>
                <a:ext cx="3681360" cy="41400"/>
              </p14:xfrm>
            </p:contentPart>
          </mc:Choice>
          <mc:Fallback>
            <p:pic>
              <p:nvPicPr>
                <p:cNvPr id="9" name="墨迹 8">
                  <a:extLst>
                    <a:ext uri="{FF2B5EF4-FFF2-40B4-BE49-F238E27FC236}">
                      <a16:creationId xmlns:a16="http://schemas.microsoft.com/office/drawing/2014/main" id="{6A4102E9-A452-B375-8E62-BAB51F6BDE2B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172508" y="6158199"/>
                  <a:ext cx="371700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0" name="墨迹 9">
                  <a:extLst>
                    <a:ext uri="{FF2B5EF4-FFF2-40B4-BE49-F238E27FC236}">
                      <a16:creationId xmlns:a16="http://schemas.microsoft.com/office/drawing/2014/main" id="{FAFC790D-1135-3EA7-0F0B-125553C0D3D1}"/>
                    </a:ext>
                  </a:extLst>
                </p14:cNvPr>
                <p14:cNvContentPartPr/>
                <p14:nvPr/>
              </p14:nvContentPartPr>
              <p14:xfrm>
                <a:off x="3358788" y="6320919"/>
                <a:ext cx="514800" cy="357840"/>
              </p14:xfrm>
            </p:contentPart>
          </mc:Choice>
          <mc:Fallback>
            <p:pic>
              <p:nvPicPr>
                <p:cNvPr id="10" name="墨迹 9">
                  <a:extLst>
                    <a:ext uri="{FF2B5EF4-FFF2-40B4-BE49-F238E27FC236}">
                      <a16:creationId xmlns:a16="http://schemas.microsoft.com/office/drawing/2014/main" id="{FAFC790D-1135-3EA7-0F0B-125553C0D3D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340788" y="6302919"/>
                  <a:ext cx="550440" cy="39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1" name="墨迹 10">
                  <a:extLst>
                    <a:ext uri="{FF2B5EF4-FFF2-40B4-BE49-F238E27FC236}">
                      <a16:creationId xmlns:a16="http://schemas.microsoft.com/office/drawing/2014/main" id="{6D911859-FC3F-D2B4-90F4-5728E2D1441D}"/>
                    </a:ext>
                  </a:extLst>
                </p14:cNvPr>
                <p14:cNvContentPartPr/>
                <p14:nvPr/>
              </p14:nvContentPartPr>
              <p14:xfrm>
                <a:off x="3577668" y="6308679"/>
                <a:ext cx="182160" cy="201600"/>
              </p14:xfrm>
            </p:contentPart>
          </mc:Choice>
          <mc:Fallback>
            <p:pic>
              <p:nvPicPr>
                <p:cNvPr id="11" name="墨迹 10">
                  <a:extLst>
                    <a:ext uri="{FF2B5EF4-FFF2-40B4-BE49-F238E27FC236}">
                      <a16:creationId xmlns:a16="http://schemas.microsoft.com/office/drawing/2014/main" id="{6D911859-FC3F-D2B4-90F4-5728E2D1441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559668" y="6290679"/>
                  <a:ext cx="217800" cy="2372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b="1" dirty="0"/>
              <a:t>2.</a:t>
            </a:r>
            <a:r>
              <a:rPr lang="zh-CN" altLang="en-US" sz="3200" b="1" dirty="0"/>
              <a:t>特点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19" y="1428736"/>
            <a:ext cx="8685551" cy="48577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F8F4152E-FB18-D3BE-DF0C-E9E19C4A5E6D}"/>
                  </a:ext>
                </a:extLst>
              </p14:cNvPr>
              <p14:cNvContentPartPr/>
              <p14:nvPr/>
            </p14:nvContentPartPr>
            <p14:xfrm>
              <a:off x="2810508" y="2263719"/>
              <a:ext cx="1962000" cy="38160"/>
            </p14:xfrm>
          </p:contentPart>
        </mc:Choice>
        <mc:Fallback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F8F4152E-FB18-D3BE-DF0C-E9E19C4A5E6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92868" y="2246079"/>
                <a:ext cx="1997640" cy="7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5D778F47-CAB2-659A-28B0-2D28A9ADFE1E}"/>
                  </a:ext>
                </a:extLst>
              </p14:cNvPr>
              <p14:cNvContentPartPr/>
              <p14:nvPr/>
            </p14:nvContentPartPr>
            <p14:xfrm>
              <a:off x="1392828" y="2515719"/>
              <a:ext cx="1780560" cy="360"/>
            </p14:xfrm>
          </p:contentPart>
        </mc:Choice>
        <mc:Fallback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5D778F47-CAB2-659A-28B0-2D28A9ADFE1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75188" y="2498079"/>
                <a:ext cx="18162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9" name="组合 8">
            <a:extLst>
              <a:ext uri="{FF2B5EF4-FFF2-40B4-BE49-F238E27FC236}">
                <a16:creationId xmlns:a16="http://schemas.microsoft.com/office/drawing/2014/main" id="{912F3457-7B98-0EB2-5A43-FA0860693487}"/>
              </a:ext>
            </a:extLst>
          </p:cNvPr>
          <p:cNvGrpSpPr/>
          <p:nvPr/>
        </p:nvGrpSpPr>
        <p:grpSpPr>
          <a:xfrm>
            <a:off x="1521708" y="2785359"/>
            <a:ext cx="3272760" cy="26640"/>
            <a:chOff x="1521708" y="2785359"/>
            <a:chExt cx="3272760" cy="26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6" name="墨迹 5">
                  <a:extLst>
                    <a:ext uri="{FF2B5EF4-FFF2-40B4-BE49-F238E27FC236}">
                      <a16:creationId xmlns:a16="http://schemas.microsoft.com/office/drawing/2014/main" id="{42979DF2-FB9D-D3EB-DB71-46C65827770A}"/>
                    </a:ext>
                  </a:extLst>
                </p14:cNvPr>
                <p14:cNvContentPartPr/>
                <p14:nvPr/>
              </p14:nvContentPartPr>
              <p14:xfrm>
                <a:off x="1521708" y="2797599"/>
                <a:ext cx="806040" cy="14400"/>
              </p14:xfrm>
            </p:contentPart>
          </mc:Choice>
          <mc:Fallback>
            <p:pic>
              <p:nvPicPr>
                <p:cNvPr id="6" name="墨迹 5">
                  <a:extLst>
                    <a:ext uri="{FF2B5EF4-FFF2-40B4-BE49-F238E27FC236}">
                      <a16:creationId xmlns:a16="http://schemas.microsoft.com/office/drawing/2014/main" id="{42979DF2-FB9D-D3EB-DB71-46C65827770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503708" y="2779959"/>
                  <a:ext cx="84168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7" name="墨迹 6">
                  <a:extLst>
                    <a:ext uri="{FF2B5EF4-FFF2-40B4-BE49-F238E27FC236}">
                      <a16:creationId xmlns:a16="http://schemas.microsoft.com/office/drawing/2014/main" id="{EA7667E6-0713-7F67-0AE6-343ADEB47F31}"/>
                    </a:ext>
                  </a:extLst>
                </p14:cNvPr>
                <p14:cNvContentPartPr/>
                <p14:nvPr/>
              </p14:nvContentPartPr>
              <p14:xfrm>
                <a:off x="2693868" y="2792199"/>
                <a:ext cx="860400" cy="360"/>
              </p14:xfrm>
            </p:contentPart>
          </mc:Choice>
          <mc:Fallback>
            <p:pic>
              <p:nvPicPr>
                <p:cNvPr id="7" name="墨迹 6">
                  <a:extLst>
                    <a:ext uri="{FF2B5EF4-FFF2-40B4-BE49-F238E27FC236}">
                      <a16:creationId xmlns:a16="http://schemas.microsoft.com/office/drawing/2014/main" id="{EA7667E6-0713-7F67-0AE6-343ADEB47F3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675868" y="2774199"/>
                  <a:ext cx="8960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8" name="墨迹 7">
                  <a:extLst>
                    <a:ext uri="{FF2B5EF4-FFF2-40B4-BE49-F238E27FC236}">
                      <a16:creationId xmlns:a16="http://schemas.microsoft.com/office/drawing/2014/main" id="{FCD82C27-9EB6-9263-7E8E-3151A5048EAD}"/>
                    </a:ext>
                  </a:extLst>
                </p14:cNvPr>
                <p14:cNvContentPartPr/>
                <p14:nvPr/>
              </p14:nvContentPartPr>
              <p14:xfrm>
                <a:off x="3982668" y="2785359"/>
                <a:ext cx="811800" cy="7560"/>
              </p14:xfrm>
            </p:contentPart>
          </mc:Choice>
          <mc:Fallback>
            <p:pic>
              <p:nvPicPr>
                <p:cNvPr id="8" name="墨迹 7">
                  <a:extLst>
                    <a:ext uri="{FF2B5EF4-FFF2-40B4-BE49-F238E27FC236}">
                      <a16:creationId xmlns:a16="http://schemas.microsoft.com/office/drawing/2014/main" id="{FCD82C27-9EB6-9263-7E8E-3151A5048EA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965028" y="2767719"/>
                  <a:ext cx="847440" cy="43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0" name="墨迹 9">
                <a:extLst>
                  <a:ext uri="{FF2B5EF4-FFF2-40B4-BE49-F238E27FC236}">
                    <a16:creationId xmlns:a16="http://schemas.microsoft.com/office/drawing/2014/main" id="{935316DA-DD96-7601-A3DA-FA55737BC7A4}"/>
                  </a:ext>
                </a:extLst>
              </p14:cNvPr>
              <p14:cNvContentPartPr/>
              <p14:nvPr/>
            </p14:nvContentPartPr>
            <p14:xfrm>
              <a:off x="1448268" y="3006759"/>
              <a:ext cx="213840" cy="12240"/>
            </p14:xfrm>
          </p:contentPart>
        </mc:Choice>
        <mc:Fallback>
          <p:pic>
            <p:nvPicPr>
              <p:cNvPr id="10" name="墨迹 9">
                <a:extLst>
                  <a:ext uri="{FF2B5EF4-FFF2-40B4-BE49-F238E27FC236}">
                    <a16:creationId xmlns:a16="http://schemas.microsoft.com/office/drawing/2014/main" id="{935316DA-DD96-7601-A3DA-FA55737BC7A4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430268" y="2989119"/>
                <a:ext cx="249480" cy="47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组合 12">
            <a:extLst>
              <a:ext uri="{FF2B5EF4-FFF2-40B4-BE49-F238E27FC236}">
                <a16:creationId xmlns:a16="http://schemas.microsoft.com/office/drawing/2014/main" id="{87F81CA0-602A-15DF-3235-8979D28E693B}"/>
              </a:ext>
            </a:extLst>
          </p:cNvPr>
          <p:cNvGrpSpPr/>
          <p:nvPr/>
        </p:nvGrpSpPr>
        <p:grpSpPr>
          <a:xfrm>
            <a:off x="1638708" y="3442719"/>
            <a:ext cx="2344680" cy="25200"/>
            <a:chOff x="1638708" y="3442719"/>
            <a:chExt cx="2344680" cy="25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1" name="墨迹 10">
                  <a:extLst>
                    <a:ext uri="{FF2B5EF4-FFF2-40B4-BE49-F238E27FC236}">
                      <a16:creationId xmlns:a16="http://schemas.microsoft.com/office/drawing/2014/main" id="{DDE041A8-8DC6-8EF7-0C48-BACAAA5439C7}"/>
                    </a:ext>
                  </a:extLst>
                </p14:cNvPr>
                <p14:cNvContentPartPr/>
                <p14:nvPr/>
              </p14:nvContentPartPr>
              <p14:xfrm>
                <a:off x="1638708" y="3442719"/>
                <a:ext cx="1996560" cy="25200"/>
              </p14:xfrm>
            </p:contentPart>
          </mc:Choice>
          <mc:Fallback>
            <p:pic>
              <p:nvPicPr>
                <p:cNvPr id="11" name="墨迹 10">
                  <a:extLst>
                    <a:ext uri="{FF2B5EF4-FFF2-40B4-BE49-F238E27FC236}">
                      <a16:creationId xmlns:a16="http://schemas.microsoft.com/office/drawing/2014/main" id="{DDE041A8-8DC6-8EF7-0C48-BACAAA5439C7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620708" y="3425079"/>
                  <a:ext cx="203220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2" name="墨迹 11">
                  <a:extLst>
                    <a:ext uri="{FF2B5EF4-FFF2-40B4-BE49-F238E27FC236}">
                      <a16:creationId xmlns:a16="http://schemas.microsoft.com/office/drawing/2014/main" id="{F1ECBA69-063C-6CE6-C706-99C77DF43B1C}"/>
                    </a:ext>
                  </a:extLst>
                </p14:cNvPr>
                <p14:cNvContentPartPr/>
                <p14:nvPr/>
              </p14:nvContentPartPr>
              <p14:xfrm>
                <a:off x="3540948" y="3454959"/>
                <a:ext cx="442440" cy="12960"/>
              </p14:xfrm>
            </p:contentPart>
          </mc:Choice>
          <mc:Fallback>
            <p:pic>
              <p:nvPicPr>
                <p:cNvPr id="12" name="墨迹 11">
                  <a:extLst>
                    <a:ext uri="{FF2B5EF4-FFF2-40B4-BE49-F238E27FC236}">
                      <a16:creationId xmlns:a16="http://schemas.microsoft.com/office/drawing/2014/main" id="{F1ECBA69-063C-6CE6-C706-99C77DF43B1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523308" y="3436959"/>
                  <a:ext cx="478080" cy="48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4" name="墨迹 13">
                <a:extLst>
                  <a:ext uri="{FF2B5EF4-FFF2-40B4-BE49-F238E27FC236}">
                    <a16:creationId xmlns:a16="http://schemas.microsoft.com/office/drawing/2014/main" id="{D65375DF-EB8A-4C85-8929-0138E9506820}"/>
                  </a:ext>
                </a:extLst>
              </p14:cNvPr>
              <p14:cNvContentPartPr/>
              <p14:nvPr/>
            </p14:nvContentPartPr>
            <p14:xfrm>
              <a:off x="6222948" y="4092159"/>
              <a:ext cx="1574640" cy="14040"/>
            </p14:xfrm>
          </p:contentPart>
        </mc:Choice>
        <mc:Fallback>
          <p:pic>
            <p:nvPicPr>
              <p:cNvPr id="14" name="墨迹 13">
                <a:extLst>
                  <a:ext uri="{FF2B5EF4-FFF2-40B4-BE49-F238E27FC236}">
                    <a16:creationId xmlns:a16="http://schemas.microsoft.com/office/drawing/2014/main" id="{D65375DF-EB8A-4C85-8929-0138E9506820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204948" y="4074159"/>
                <a:ext cx="161028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5" name="墨迹 14">
                <a:extLst>
                  <a:ext uri="{FF2B5EF4-FFF2-40B4-BE49-F238E27FC236}">
                    <a16:creationId xmlns:a16="http://schemas.microsoft.com/office/drawing/2014/main" id="{36010F08-8ED1-6529-E6FA-E8C5F55A5C96}"/>
                  </a:ext>
                </a:extLst>
              </p14:cNvPr>
              <p14:cNvContentPartPr/>
              <p14:nvPr/>
            </p14:nvContentPartPr>
            <p14:xfrm>
              <a:off x="5320428" y="4446759"/>
              <a:ext cx="1392480" cy="2880"/>
            </p14:xfrm>
          </p:contentPart>
        </mc:Choice>
        <mc:Fallback>
          <p:pic>
            <p:nvPicPr>
              <p:cNvPr id="15" name="墨迹 14">
                <a:extLst>
                  <a:ext uri="{FF2B5EF4-FFF2-40B4-BE49-F238E27FC236}">
                    <a16:creationId xmlns:a16="http://schemas.microsoft.com/office/drawing/2014/main" id="{36010F08-8ED1-6529-E6FA-E8C5F55A5C96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5302788" y="4428759"/>
                <a:ext cx="142812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16" name="墨迹 15">
                <a:extLst>
                  <a:ext uri="{FF2B5EF4-FFF2-40B4-BE49-F238E27FC236}">
                    <a16:creationId xmlns:a16="http://schemas.microsoft.com/office/drawing/2014/main" id="{F3EA4693-DA3D-4D08-685D-83166F29EACF}"/>
                  </a:ext>
                </a:extLst>
              </p14:cNvPr>
              <p14:cNvContentPartPr/>
              <p14:nvPr/>
            </p14:nvContentPartPr>
            <p14:xfrm>
              <a:off x="1551228" y="4436319"/>
              <a:ext cx="225000" cy="12960"/>
            </p14:xfrm>
          </p:contentPart>
        </mc:Choice>
        <mc:Fallback>
          <p:pic>
            <p:nvPicPr>
              <p:cNvPr id="16" name="墨迹 15">
                <a:extLst>
                  <a:ext uri="{FF2B5EF4-FFF2-40B4-BE49-F238E27FC236}">
                    <a16:creationId xmlns:a16="http://schemas.microsoft.com/office/drawing/2014/main" id="{F3EA4693-DA3D-4D08-685D-83166F29EACF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533228" y="4418319"/>
                <a:ext cx="260640" cy="4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17" name="墨迹 16">
                <a:extLst>
                  <a:ext uri="{FF2B5EF4-FFF2-40B4-BE49-F238E27FC236}">
                    <a16:creationId xmlns:a16="http://schemas.microsoft.com/office/drawing/2014/main" id="{CC4335C7-776D-CCBA-14F0-786C359DC3F9}"/>
                  </a:ext>
                </a:extLst>
              </p14:cNvPr>
              <p14:cNvContentPartPr/>
              <p14:nvPr/>
            </p14:nvContentPartPr>
            <p14:xfrm>
              <a:off x="1632228" y="4737279"/>
              <a:ext cx="387360" cy="19080"/>
            </p14:xfrm>
          </p:contentPart>
        </mc:Choice>
        <mc:Fallback>
          <p:pic>
            <p:nvPicPr>
              <p:cNvPr id="17" name="墨迹 16">
                <a:extLst>
                  <a:ext uri="{FF2B5EF4-FFF2-40B4-BE49-F238E27FC236}">
                    <a16:creationId xmlns:a16="http://schemas.microsoft.com/office/drawing/2014/main" id="{CC4335C7-776D-CCBA-14F0-786C359DC3F9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614588" y="4719279"/>
                <a:ext cx="42300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18" name="墨迹 17">
                <a:extLst>
                  <a:ext uri="{FF2B5EF4-FFF2-40B4-BE49-F238E27FC236}">
                    <a16:creationId xmlns:a16="http://schemas.microsoft.com/office/drawing/2014/main" id="{F8E7CD88-46FD-07E0-CD07-6467907049A5}"/>
                  </a:ext>
                </a:extLst>
              </p14:cNvPr>
              <p14:cNvContentPartPr/>
              <p14:nvPr/>
            </p14:nvContentPartPr>
            <p14:xfrm>
              <a:off x="5302068" y="4713159"/>
              <a:ext cx="174960" cy="360"/>
            </p14:xfrm>
          </p:contentPart>
        </mc:Choice>
        <mc:Fallback>
          <p:pic>
            <p:nvPicPr>
              <p:cNvPr id="18" name="墨迹 17">
                <a:extLst>
                  <a:ext uri="{FF2B5EF4-FFF2-40B4-BE49-F238E27FC236}">
                    <a16:creationId xmlns:a16="http://schemas.microsoft.com/office/drawing/2014/main" id="{F8E7CD88-46FD-07E0-CD07-6467907049A5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5284428" y="4695159"/>
                <a:ext cx="2106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19" name="墨迹 18">
                <a:extLst>
                  <a:ext uri="{FF2B5EF4-FFF2-40B4-BE49-F238E27FC236}">
                    <a16:creationId xmlns:a16="http://schemas.microsoft.com/office/drawing/2014/main" id="{98DEC0BD-E808-15DC-1E9A-F209A433330B}"/>
                  </a:ext>
                </a:extLst>
              </p14:cNvPr>
              <p14:cNvContentPartPr/>
              <p14:nvPr/>
            </p14:nvContentPartPr>
            <p14:xfrm>
              <a:off x="5320428" y="5023479"/>
              <a:ext cx="3007440" cy="9000"/>
            </p14:xfrm>
          </p:contentPart>
        </mc:Choice>
        <mc:Fallback>
          <p:pic>
            <p:nvPicPr>
              <p:cNvPr id="19" name="墨迹 18">
                <a:extLst>
                  <a:ext uri="{FF2B5EF4-FFF2-40B4-BE49-F238E27FC236}">
                    <a16:creationId xmlns:a16="http://schemas.microsoft.com/office/drawing/2014/main" id="{98DEC0BD-E808-15DC-1E9A-F209A433330B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5302788" y="5005479"/>
                <a:ext cx="3043080" cy="44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b="1" dirty="0"/>
              <a:t>三个基本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b="1" dirty="0"/>
              <a:t>“嵌入性”的特点：由于是嵌入到对象系统中，必须满足对象系统的环境要求，如物理环境</a:t>
            </a:r>
            <a:r>
              <a:rPr lang="en-US" b="1" dirty="0"/>
              <a:t>(</a:t>
            </a:r>
            <a:r>
              <a:rPr lang="zh-CN" altLang="en-US" b="1" dirty="0"/>
              <a:t>小型</a:t>
            </a:r>
            <a:r>
              <a:rPr lang="en-US" b="1" dirty="0"/>
              <a:t>)</a:t>
            </a:r>
            <a:r>
              <a:rPr lang="zh-CN" altLang="en-US" b="1" dirty="0"/>
              <a:t>、电气环境</a:t>
            </a:r>
            <a:r>
              <a:rPr lang="en-US" b="1" dirty="0"/>
              <a:t>(</a:t>
            </a:r>
            <a:r>
              <a:rPr lang="zh-CN" altLang="en-US" b="1" dirty="0"/>
              <a:t>可靠</a:t>
            </a:r>
            <a:r>
              <a:rPr lang="en-US" b="1" dirty="0"/>
              <a:t>)</a:t>
            </a:r>
            <a:r>
              <a:rPr lang="zh-CN" altLang="en-US" b="1" dirty="0"/>
              <a:t>、成本</a:t>
            </a:r>
            <a:r>
              <a:rPr lang="en-US" b="1" dirty="0"/>
              <a:t>(</a:t>
            </a:r>
            <a:r>
              <a:rPr lang="zh-CN" altLang="en-US" b="1" dirty="0"/>
              <a:t>低廉</a:t>
            </a:r>
            <a:r>
              <a:rPr lang="en-US" b="1" dirty="0"/>
              <a:t>)</a:t>
            </a:r>
            <a:r>
              <a:rPr lang="zh-CN" altLang="en-US" b="1" dirty="0"/>
              <a:t>等要求。</a:t>
            </a:r>
          </a:p>
          <a:p>
            <a:r>
              <a:rPr lang="zh-CN" altLang="en-US" b="1" dirty="0"/>
              <a:t>“专用型”的特点：软硬件的裁剪性，满足对象要求的最小软、硬件配置等。</a:t>
            </a:r>
          </a:p>
          <a:p>
            <a:r>
              <a:rPr lang="zh-CN" altLang="en-US" b="1" dirty="0"/>
              <a:t>“计算机系统”的特点：嵌入式系统必须是能满足对象系统控制要求的计算机系统。与上两个特点相呼应，这样的计算机必须配置有与对象相适应的接口电路。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7F28B96D-DB4B-313F-EA62-23306B15EAB2}"/>
                  </a:ext>
                </a:extLst>
              </p14:cNvPr>
              <p14:cNvContentPartPr/>
              <p14:nvPr/>
            </p14:nvContentPartPr>
            <p14:xfrm>
              <a:off x="1251708" y="1974999"/>
              <a:ext cx="1009800" cy="124200"/>
            </p14:xfrm>
          </p:contentPart>
        </mc:Choice>
        <mc:Fallback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7F28B96D-DB4B-313F-EA62-23306B15EAB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33708" y="1956999"/>
                <a:ext cx="1045440" cy="159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600" b="1" dirty="0"/>
              <a:t>从用户和开发方的角度看嵌入式系统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b="1" dirty="0"/>
              <a:t>用户的要求：功能简单；专门完成一个或几个任务；要考虑体积、功耗、价格和开发周期等因素；实时与环境交互，安全可靠，软硬件的错误不能使系统崩溃。</a:t>
            </a:r>
            <a:endParaRPr lang="en-US" altLang="zh-CN" sz="2400" b="1" dirty="0"/>
          </a:p>
          <a:p>
            <a:endParaRPr lang="en-US" altLang="zh-CN" sz="2400" b="1" dirty="0"/>
          </a:p>
          <a:p>
            <a:endParaRPr lang="en-US" altLang="zh-CN" sz="2400" b="1" dirty="0"/>
          </a:p>
          <a:p>
            <a:endParaRPr lang="en-US" altLang="zh-CN" sz="2400" b="1" dirty="0"/>
          </a:p>
          <a:p>
            <a:endParaRPr lang="zh-CN" altLang="en-US" sz="2400" b="1" dirty="0"/>
          </a:p>
          <a:p>
            <a:r>
              <a:rPr lang="zh-CN" altLang="en-US" sz="2400" b="1" dirty="0"/>
              <a:t>开发方的要求：软硬件协同并行开发；多种多样的微处理器；实时操作系统的多样性</a:t>
            </a:r>
            <a:r>
              <a:rPr lang="en-US" sz="2400" b="1" dirty="0"/>
              <a:t>(RTOS)</a:t>
            </a:r>
            <a:r>
              <a:rPr lang="zh-CN" altLang="en-US" sz="2400" b="1" dirty="0"/>
              <a:t>；与台式机相比，克利用的系统组员很少；应用支持很少；要求特殊的开发工具；调试容易；软件、硬件都应很健壮。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71604" y="2753276"/>
            <a:ext cx="5572164" cy="1761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00050"/>
            <a:ext cx="82296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US" sz="3600" dirty="0"/>
              <a:t>3.</a:t>
            </a:r>
            <a:r>
              <a:rPr lang="zh-CN" altLang="en-US" sz="3600" dirty="0"/>
              <a:t>嵌入式系统分类</a:t>
            </a:r>
            <a:br>
              <a:rPr lang="en-US" altLang="zh-CN" sz="3600" dirty="0"/>
            </a:br>
            <a:r>
              <a:rPr lang="en-US" sz="3600" b="1" dirty="0">
                <a:solidFill>
                  <a:srgbClr val="C00000"/>
                </a:solidFill>
              </a:rPr>
              <a:t>(1).</a:t>
            </a:r>
            <a:r>
              <a:rPr lang="zh-CN" altLang="en-US" sz="3600" b="1" dirty="0">
                <a:solidFill>
                  <a:srgbClr val="C00000"/>
                </a:solidFill>
              </a:rPr>
              <a:t>冯诺依曼结构和哈佛结构</a:t>
            </a:r>
            <a:br>
              <a:rPr lang="en-US" altLang="zh-CN" sz="3600" dirty="0">
                <a:solidFill>
                  <a:srgbClr val="C00000"/>
                </a:solidFill>
              </a:rPr>
            </a:br>
            <a:endParaRPr lang="zh-CN" alt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u"/>
            </a:pPr>
            <a:r>
              <a:rPr lang="zh-CN" altLang="en-US" sz="2000" b="1" dirty="0">
                <a:solidFill>
                  <a:srgbClr val="7030A0"/>
                </a:solidFill>
              </a:rPr>
              <a:t>普林斯顿结构</a:t>
            </a:r>
            <a:r>
              <a:rPr lang="zh-CN" altLang="en-US" sz="2000" dirty="0"/>
              <a:t>是由一个</a:t>
            </a:r>
            <a:r>
              <a:rPr lang="en-US" sz="2000" dirty="0"/>
              <a:t>CPU</a:t>
            </a:r>
            <a:r>
              <a:rPr lang="zh-CN" altLang="en-US" sz="2000" dirty="0"/>
              <a:t>和单存储空间组成的，也称为冯诺依曼结构。这样由于在取指令和取数据时都是通过一条总线分时进行的，所以要根据所给的地址对其进行读</a:t>
            </a:r>
            <a:r>
              <a:rPr lang="en-US" sz="2000" dirty="0"/>
              <a:t>\</a:t>
            </a:r>
            <a:r>
              <a:rPr lang="zh-CN" altLang="en-US" sz="2000" dirty="0"/>
              <a:t>写操作。</a:t>
            </a:r>
          </a:p>
          <a:p>
            <a:pPr>
              <a:buNone/>
            </a:pPr>
            <a:r>
              <a:rPr lang="zh-CN" altLang="en-US" sz="2000" dirty="0"/>
              <a:t>            当进行高速运算时，普林斯顿结构计算机不仅不能同时进行取指令和取数据，而且还会造成数据传输通道的瓶颈现象，其工作速度较慢。通常使用的</a:t>
            </a:r>
            <a:r>
              <a:rPr lang="en-US" sz="2000" dirty="0"/>
              <a:t>ARM7</a:t>
            </a:r>
            <a:r>
              <a:rPr lang="zh-CN" altLang="en-US" sz="2000" dirty="0"/>
              <a:t>就是属于普林斯顿结构。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71670" y="4000504"/>
            <a:ext cx="4857784" cy="24144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385CB856-4958-5C9C-9F9C-85774421FB7B}"/>
                  </a:ext>
                </a:extLst>
              </p14:cNvPr>
              <p14:cNvContentPartPr/>
              <p14:nvPr/>
            </p14:nvContentPartPr>
            <p14:xfrm>
              <a:off x="1171788" y="1362279"/>
              <a:ext cx="4546440" cy="13320"/>
            </p14:xfrm>
          </p:contentPart>
        </mc:Choice>
        <mc:Fallback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385CB856-4958-5C9C-9F9C-85774421FB7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54148" y="1344279"/>
                <a:ext cx="4582080" cy="4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843B9403-0986-153E-747F-9609B31AF6D9}"/>
                  </a:ext>
                </a:extLst>
              </p14:cNvPr>
              <p14:cNvContentPartPr/>
              <p14:nvPr/>
            </p14:nvContentPartPr>
            <p14:xfrm>
              <a:off x="3356628" y="1963839"/>
              <a:ext cx="1888200" cy="360"/>
            </p14:xfrm>
          </p:contentPart>
        </mc:Choice>
        <mc:Fallback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843B9403-0986-153E-747F-9609B31AF6D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338628" y="1945839"/>
                <a:ext cx="19238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39EA56CF-B78A-6650-9054-5EB7286A7394}"/>
                  </a:ext>
                </a:extLst>
              </p14:cNvPr>
              <p14:cNvContentPartPr/>
              <p14:nvPr/>
            </p14:nvContentPartPr>
            <p14:xfrm>
              <a:off x="6652068" y="1957359"/>
              <a:ext cx="1426680" cy="25560"/>
            </p14:xfrm>
          </p:contentPart>
        </mc:Choice>
        <mc:Fallback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39EA56CF-B78A-6650-9054-5EB7286A739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634428" y="1939719"/>
                <a:ext cx="1462320" cy="6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F3149E3A-1C80-8E71-97C1-F2AD77EDBB64}"/>
                  </a:ext>
                </a:extLst>
              </p14:cNvPr>
              <p14:cNvContentPartPr/>
              <p14:nvPr/>
            </p14:nvContentPartPr>
            <p14:xfrm>
              <a:off x="2895828" y="1601679"/>
              <a:ext cx="2591640" cy="430200"/>
            </p14:xfrm>
          </p:contentPart>
        </mc:Choice>
        <mc:Fallback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F3149E3A-1C80-8E71-97C1-F2AD77EDBB6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878188" y="1583679"/>
                <a:ext cx="2627280" cy="46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FB4B44C6-F7D6-04DC-FE09-0C0D9D4D6A6C}"/>
                  </a:ext>
                </a:extLst>
              </p14:cNvPr>
              <p14:cNvContentPartPr/>
              <p14:nvPr/>
            </p14:nvContentPartPr>
            <p14:xfrm>
              <a:off x="6449748" y="2852679"/>
              <a:ext cx="1004040" cy="50400"/>
            </p14:xfrm>
          </p:contentPart>
        </mc:Choice>
        <mc:Fallback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FB4B44C6-F7D6-04DC-FE09-0C0D9D4D6A6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431748" y="2834679"/>
                <a:ext cx="1039680" cy="86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组合 10">
            <a:extLst>
              <a:ext uri="{FF2B5EF4-FFF2-40B4-BE49-F238E27FC236}">
                <a16:creationId xmlns:a16="http://schemas.microsoft.com/office/drawing/2014/main" id="{3EBBCF88-8E5A-6BE4-D7BA-BEDEFEC4D45F}"/>
              </a:ext>
            </a:extLst>
          </p:cNvPr>
          <p:cNvGrpSpPr/>
          <p:nvPr/>
        </p:nvGrpSpPr>
        <p:grpSpPr>
          <a:xfrm>
            <a:off x="951108" y="3182079"/>
            <a:ext cx="3955320" cy="89640"/>
            <a:chOff x="951108" y="3182079"/>
            <a:chExt cx="3955320" cy="89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9" name="墨迹 8">
                  <a:extLst>
                    <a:ext uri="{FF2B5EF4-FFF2-40B4-BE49-F238E27FC236}">
                      <a16:creationId xmlns:a16="http://schemas.microsoft.com/office/drawing/2014/main" id="{F861B211-E486-732C-999F-76C35FCC5D36}"/>
                    </a:ext>
                  </a:extLst>
                </p14:cNvPr>
                <p14:cNvContentPartPr/>
                <p14:nvPr/>
              </p14:nvContentPartPr>
              <p14:xfrm>
                <a:off x="951108" y="3240399"/>
                <a:ext cx="1006200" cy="31320"/>
              </p14:xfrm>
            </p:contentPart>
          </mc:Choice>
          <mc:Fallback>
            <p:pic>
              <p:nvPicPr>
                <p:cNvPr id="9" name="墨迹 8">
                  <a:extLst>
                    <a:ext uri="{FF2B5EF4-FFF2-40B4-BE49-F238E27FC236}">
                      <a16:creationId xmlns:a16="http://schemas.microsoft.com/office/drawing/2014/main" id="{F861B211-E486-732C-999F-76C35FCC5D36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33108" y="3222399"/>
                  <a:ext cx="104184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0" name="墨迹 9">
                  <a:extLst>
                    <a:ext uri="{FF2B5EF4-FFF2-40B4-BE49-F238E27FC236}">
                      <a16:creationId xmlns:a16="http://schemas.microsoft.com/office/drawing/2014/main" id="{68A91126-0B80-DD63-EB2E-F3E6B6D4FE8C}"/>
                    </a:ext>
                  </a:extLst>
                </p14:cNvPr>
                <p14:cNvContentPartPr/>
                <p14:nvPr/>
              </p14:nvContentPartPr>
              <p14:xfrm>
                <a:off x="3945948" y="3182079"/>
                <a:ext cx="960480" cy="15480"/>
              </p14:xfrm>
            </p:contentPart>
          </mc:Choice>
          <mc:Fallback>
            <p:pic>
              <p:nvPicPr>
                <p:cNvPr id="10" name="墨迹 9">
                  <a:extLst>
                    <a:ext uri="{FF2B5EF4-FFF2-40B4-BE49-F238E27FC236}">
                      <a16:creationId xmlns:a16="http://schemas.microsoft.com/office/drawing/2014/main" id="{68A91126-0B80-DD63-EB2E-F3E6B6D4FE8C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928308" y="3164079"/>
                  <a:ext cx="996120" cy="51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2" name="墨迹 11">
                <a:extLst>
                  <a:ext uri="{FF2B5EF4-FFF2-40B4-BE49-F238E27FC236}">
                    <a16:creationId xmlns:a16="http://schemas.microsoft.com/office/drawing/2014/main" id="{D58E47B3-9A63-795B-E1E4-3D5431FB1063}"/>
                  </a:ext>
                </a:extLst>
              </p14:cNvPr>
              <p14:cNvContentPartPr/>
              <p14:nvPr/>
            </p14:nvContentPartPr>
            <p14:xfrm>
              <a:off x="2724828" y="3493479"/>
              <a:ext cx="347760" cy="78120"/>
            </p14:xfrm>
          </p:contentPart>
        </mc:Choice>
        <mc:Fallback>
          <p:pic>
            <p:nvPicPr>
              <p:cNvPr id="12" name="墨迹 11">
                <a:extLst>
                  <a:ext uri="{FF2B5EF4-FFF2-40B4-BE49-F238E27FC236}">
                    <a16:creationId xmlns:a16="http://schemas.microsoft.com/office/drawing/2014/main" id="{D58E47B3-9A63-795B-E1E4-3D5431FB1063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706828" y="3475839"/>
                <a:ext cx="383400" cy="113760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文本框 12">
            <a:extLst>
              <a:ext uri="{FF2B5EF4-FFF2-40B4-BE49-F238E27FC236}">
                <a16:creationId xmlns:a16="http://schemas.microsoft.com/office/drawing/2014/main" id="{1A60D0B2-D19B-6DF8-2DC9-DF609A02D025}"/>
              </a:ext>
            </a:extLst>
          </p:cNvPr>
          <p:cNvSpPr txBox="1"/>
          <p:nvPr/>
        </p:nvSpPr>
        <p:spPr>
          <a:xfrm>
            <a:off x="251520" y="4000504"/>
            <a:ext cx="129614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二者的区别就是程序空间和数据空间是否是一体的。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4" name="墨迹 13">
                <a:extLst>
                  <a:ext uri="{FF2B5EF4-FFF2-40B4-BE49-F238E27FC236}">
                    <a16:creationId xmlns:a16="http://schemas.microsoft.com/office/drawing/2014/main" id="{FACFA602-9E5A-0F89-3C5F-78B4BE3FFCCC}"/>
                  </a:ext>
                </a:extLst>
              </p14:cNvPr>
              <p14:cNvContentPartPr/>
              <p14:nvPr/>
            </p14:nvContentPartPr>
            <p14:xfrm>
              <a:off x="714588" y="5964879"/>
              <a:ext cx="180000" cy="138960"/>
            </p14:xfrm>
          </p:contentPart>
        </mc:Choice>
        <mc:Fallback>
          <p:pic>
            <p:nvPicPr>
              <p:cNvPr id="14" name="墨迹 13">
                <a:extLst>
                  <a:ext uri="{FF2B5EF4-FFF2-40B4-BE49-F238E27FC236}">
                    <a16:creationId xmlns:a16="http://schemas.microsoft.com/office/drawing/2014/main" id="{FACFA602-9E5A-0F89-3C5F-78B4BE3FFCCC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96948" y="5946879"/>
                <a:ext cx="215640" cy="174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8596" y="785794"/>
            <a:ext cx="8229600" cy="4686320"/>
          </a:xfrm>
        </p:spPr>
        <p:txBody>
          <a:bodyPr/>
          <a:lstStyle/>
          <a:p>
            <a:pPr>
              <a:buFont typeface="Wingdings" pitchFamily="2" charset="2"/>
              <a:buChar char="u"/>
            </a:pPr>
            <a:r>
              <a:rPr lang="zh-CN" altLang="en-US" b="1" dirty="0">
                <a:solidFill>
                  <a:srgbClr val="7030A0"/>
                </a:solidFill>
              </a:rPr>
              <a:t>哈佛体系结构</a:t>
            </a:r>
            <a:r>
              <a:rPr lang="en-US" altLang="zh-CN" dirty="0">
                <a:solidFill>
                  <a:srgbClr val="C00000"/>
                </a:solidFill>
              </a:rPr>
              <a:t>.</a:t>
            </a:r>
            <a:r>
              <a:rPr lang="zh-CN" altLang="en-US" dirty="0"/>
              <a:t>存储器分为数据和程序两个存储空间，有各自独立的程序总线和数据总线，可进行独立编址和独立访问。程序和数据可以并行完成。数据的吞吐量比普林斯顿结构提高了大约</a:t>
            </a:r>
            <a:r>
              <a:rPr lang="en-US" dirty="0"/>
              <a:t>1</a:t>
            </a:r>
            <a:r>
              <a:rPr lang="zh-CN" altLang="en-US" dirty="0"/>
              <a:t>倍。目前大部分</a:t>
            </a:r>
            <a:r>
              <a:rPr lang="en-US" dirty="0"/>
              <a:t>DSP</a:t>
            </a:r>
            <a:r>
              <a:rPr lang="zh-CN" altLang="en-US" dirty="0"/>
              <a:t>和</a:t>
            </a:r>
            <a:r>
              <a:rPr lang="en-US" dirty="0"/>
              <a:t>ARM9</a:t>
            </a:r>
            <a:r>
              <a:rPr lang="zh-CN" altLang="en-US" dirty="0"/>
              <a:t>微处理器都是采用哈佛结构。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71670" y="3714752"/>
            <a:ext cx="4286280" cy="3027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8F1152A2-0172-3D9E-B7B0-4E13DB84083B}"/>
              </a:ext>
            </a:extLst>
          </p:cNvPr>
          <p:cNvGrpSpPr/>
          <p:nvPr/>
        </p:nvGrpSpPr>
        <p:grpSpPr>
          <a:xfrm>
            <a:off x="6494028" y="3857799"/>
            <a:ext cx="2011680" cy="1635480"/>
            <a:chOff x="6494028" y="3857799"/>
            <a:chExt cx="2011680" cy="163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" name="墨迹 1">
                  <a:extLst>
                    <a:ext uri="{FF2B5EF4-FFF2-40B4-BE49-F238E27FC236}">
                      <a16:creationId xmlns:a16="http://schemas.microsoft.com/office/drawing/2014/main" id="{20C25587-E32D-9B7F-B2E5-97B85301F578}"/>
                    </a:ext>
                  </a:extLst>
                </p14:cNvPr>
                <p14:cNvContentPartPr/>
                <p14:nvPr/>
              </p14:nvContentPartPr>
              <p14:xfrm>
                <a:off x="6494028" y="4062279"/>
                <a:ext cx="11520" cy="1040040"/>
              </p14:xfrm>
            </p:contentPart>
          </mc:Choice>
          <mc:Fallback>
            <p:pic>
              <p:nvPicPr>
                <p:cNvPr id="2" name="墨迹 1">
                  <a:extLst>
                    <a:ext uri="{FF2B5EF4-FFF2-40B4-BE49-F238E27FC236}">
                      <a16:creationId xmlns:a16="http://schemas.microsoft.com/office/drawing/2014/main" id="{20C25587-E32D-9B7F-B2E5-97B85301F578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476028" y="4044639"/>
                  <a:ext cx="47160" cy="10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" name="墨迹 3">
                  <a:extLst>
                    <a:ext uri="{FF2B5EF4-FFF2-40B4-BE49-F238E27FC236}">
                      <a16:creationId xmlns:a16="http://schemas.microsoft.com/office/drawing/2014/main" id="{2057EFD5-582B-28B4-A27E-F4D1C3EB3A51}"/>
                    </a:ext>
                  </a:extLst>
                </p14:cNvPr>
                <p14:cNvContentPartPr/>
                <p14:nvPr/>
              </p14:nvContentPartPr>
              <p14:xfrm>
                <a:off x="6554148" y="4069839"/>
                <a:ext cx="608040" cy="934200"/>
              </p14:xfrm>
            </p:contentPart>
          </mc:Choice>
          <mc:Fallback>
            <p:pic>
              <p:nvPicPr>
                <p:cNvPr id="4" name="墨迹 3">
                  <a:extLst>
                    <a:ext uri="{FF2B5EF4-FFF2-40B4-BE49-F238E27FC236}">
                      <a16:creationId xmlns:a16="http://schemas.microsoft.com/office/drawing/2014/main" id="{2057EFD5-582B-28B4-A27E-F4D1C3EB3A5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536148" y="4052199"/>
                  <a:ext cx="643680" cy="9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6" name="墨迹 5">
                  <a:extLst>
                    <a:ext uri="{FF2B5EF4-FFF2-40B4-BE49-F238E27FC236}">
                      <a16:creationId xmlns:a16="http://schemas.microsoft.com/office/drawing/2014/main" id="{31FC5283-7087-F81B-8339-B6929900D515}"/>
                    </a:ext>
                  </a:extLst>
                </p14:cNvPr>
                <p14:cNvContentPartPr/>
                <p14:nvPr/>
              </p14:nvContentPartPr>
              <p14:xfrm>
                <a:off x="6535428" y="5058759"/>
                <a:ext cx="577800" cy="28800"/>
              </p14:xfrm>
            </p:contentPart>
          </mc:Choice>
          <mc:Fallback>
            <p:pic>
              <p:nvPicPr>
                <p:cNvPr id="6" name="墨迹 5">
                  <a:extLst>
                    <a:ext uri="{FF2B5EF4-FFF2-40B4-BE49-F238E27FC236}">
                      <a16:creationId xmlns:a16="http://schemas.microsoft.com/office/drawing/2014/main" id="{31FC5283-7087-F81B-8339-B6929900D51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517788" y="5041119"/>
                  <a:ext cx="61344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7" name="墨迹 6">
                  <a:extLst>
                    <a:ext uri="{FF2B5EF4-FFF2-40B4-BE49-F238E27FC236}">
                      <a16:creationId xmlns:a16="http://schemas.microsoft.com/office/drawing/2014/main" id="{6CEEA1FF-A239-9446-4098-A43F34021CB6}"/>
                    </a:ext>
                  </a:extLst>
                </p14:cNvPr>
                <p14:cNvContentPartPr/>
                <p14:nvPr/>
              </p14:nvContentPartPr>
              <p14:xfrm>
                <a:off x="7535868" y="4013319"/>
                <a:ext cx="12600" cy="1209240"/>
              </p14:xfrm>
            </p:contentPart>
          </mc:Choice>
          <mc:Fallback>
            <p:pic>
              <p:nvPicPr>
                <p:cNvPr id="7" name="墨迹 6">
                  <a:extLst>
                    <a:ext uri="{FF2B5EF4-FFF2-40B4-BE49-F238E27FC236}">
                      <a16:creationId xmlns:a16="http://schemas.microsoft.com/office/drawing/2014/main" id="{6CEEA1FF-A239-9446-4098-A43F34021CB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518228" y="3995679"/>
                  <a:ext cx="48240" cy="12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8" name="墨迹 7">
                  <a:extLst>
                    <a:ext uri="{FF2B5EF4-FFF2-40B4-BE49-F238E27FC236}">
                      <a16:creationId xmlns:a16="http://schemas.microsoft.com/office/drawing/2014/main" id="{E72E0A0C-7CE9-B18D-0AEF-E40D8A4EC5C0}"/>
                    </a:ext>
                  </a:extLst>
                </p14:cNvPr>
                <p14:cNvContentPartPr/>
                <p14:nvPr/>
              </p14:nvContentPartPr>
              <p14:xfrm>
                <a:off x="7634148" y="3857799"/>
                <a:ext cx="835200" cy="1635480"/>
              </p14:xfrm>
            </p:contentPart>
          </mc:Choice>
          <mc:Fallback>
            <p:pic>
              <p:nvPicPr>
                <p:cNvPr id="8" name="墨迹 7">
                  <a:extLst>
                    <a:ext uri="{FF2B5EF4-FFF2-40B4-BE49-F238E27FC236}">
                      <a16:creationId xmlns:a16="http://schemas.microsoft.com/office/drawing/2014/main" id="{E72E0A0C-7CE9-B18D-0AEF-E40D8A4EC5C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616508" y="3840159"/>
                  <a:ext cx="870840" cy="167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9" name="墨迹 8">
                  <a:extLst>
                    <a:ext uri="{FF2B5EF4-FFF2-40B4-BE49-F238E27FC236}">
                      <a16:creationId xmlns:a16="http://schemas.microsoft.com/office/drawing/2014/main" id="{778F2B6B-BB03-3735-0429-8B9C62BEB732}"/>
                    </a:ext>
                  </a:extLst>
                </p14:cNvPr>
                <p14:cNvContentPartPr/>
                <p14:nvPr/>
              </p14:nvContentPartPr>
              <p14:xfrm>
                <a:off x="7523628" y="5357199"/>
                <a:ext cx="982080" cy="25200"/>
              </p14:xfrm>
            </p:contentPart>
          </mc:Choice>
          <mc:Fallback>
            <p:pic>
              <p:nvPicPr>
                <p:cNvPr id="9" name="墨迹 8">
                  <a:extLst>
                    <a:ext uri="{FF2B5EF4-FFF2-40B4-BE49-F238E27FC236}">
                      <a16:creationId xmlns:a16="http://schemas.microsoft.com/office/drawing/2014/main" id="{778F2B6B-BB03-3735-0429-8B9C62BEB732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505988" y="5339199"/>
                  <a:ext cx="1017720" cy="60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1" name="墨迹 10">
                <a:extLst>
                  <a:ext uri="{FF2B5EF4-FFF2-40B4-BE49-F238E27FC236}">
                    <a16:creationId xmlns:a16="http://schemas.microsoft.com/office/drawing/2014/main" id="{AB9FB348-9026-97D1-043C-11827D7B8259}"/>
                  </a:ext>
                </a:extLst>
              </p14:cNvPr>
              <p14:cNvContentPartPr/>
              <p14:nvPr/>
            </p14:nvContentPartPr>
            <p14:xfrm>
              <a:off x="7413468" y="2226999"/>
              <a:ext cx="523440" cy="80640"/>
            </p14:xfrm>
          </p:contentPart>
        </mc:Choice>
        <mc:Fallback>
          <p:pic>
            <p:nvPicPr>
              <p:cNvPr id="11" name="墨迹 10">
                <a:extLst>
                  <a:ext uri="{FF2B5EF4-FFF2-40B4-BE49-F238E27FC236}">
                    <a16:creationId xmlns:a16="http://schemas.microsoft.com/office/drawing/2014/main" id="{AB9FB348-9026-97D1-043C-11827D7B8259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395468" y="2208999"/>
                <a:ext cx="559080" cy="11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2" name="墨迹 11">
                <a:extLst>
                  <a:ext uri="{FF2B5EF4-FFF2-40B4-BE49-F238E27FC236}">
                    <a16:creationId xmlns:a16="http://schemas.microsoft.com/office/drawing/2014/main" id="{52764582-04D0-C797-D3E2-E958AB4F83AA}"/>
                  </a:ext>
                </a:extLst>
              </p14:cNvPr>
              <p14:cNvContentPartPr/>
              <p14:nvPr/>
            </p14:nvContentPartPr>
            <p14:xfrm>
              <a:off x="902148" y="2803719"/>
              <a:ext cx="7314120" cy="19800"/>
            </p14:xfrm>
          </p:contentPart>
        </mc:Choice>
        <mc:Fallback>
          <p:pic>
            <p:nvPicPr>
              <p:cNvPr id="12" name="墨迹 11">
                <a:extLst>
                  <a:ext uri="{FF2B5EF4-FFF2-40B4-BE49-F238E27FC236}">
                    <a16:creationId xmlns:a16="http://schemas.microsoft.com/office/drawing/2014/main" id="{52764582-04D0-C797-D3E2-E958AB4F83AA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84148" y="2786079"/>
                <a:ext cx="7349760" cy="55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组合 14">
            <a:extLst>
              <a:ext uri="{FF2B5EF4-FFF2-40B4-BE49-F238E27FC236}">
                <a16:creationId xmlns:a16="http://schemas.microsoft.com/office/drawing/2014/main" id="{A124DF8D-EB30-DB9B-969F-611E6CB7ECCC}"/>
              </a:ext>
            </a:extLst>
          </p:cNvPr>
          <p:cNvGrpSpPr/>
          <p:nvPr/>
        </p:nvGrpSpPr>
        <p:grpSpPr>
          <a:xfrm>
            <a:off x="877308" y="3264519"/>
            <a:ext cx="7574760" cy="210600"/>
            <a:chOff x="877308" y="3264519"/>
            <a:chExt cx="7574760" cy="210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3" name="墨迹 12">
                  <a:extLst>
                    <a:ext uri="{FF2B5EF4-FFF2-40B4-BE49-F238E27FC236}">
                      <a16:creationId xmlns:a16="http://schemas.microsoft.com/office/drawing/2014/main" id="{B1012902-77E4-A924-CC73-D7CC4F687598}"/>
                    </a:ext>
                  </a:extLst>
                </p14:cNvPr>
                <p14:cNvContentPartPr/>
                <p14:nvPr/>
              </p14:nvContentPartPr>
              <p14:xfrm>
                <a:off x="877308" y="3264519"/>
                <a:ext cx="4586760" cy="43560"/>
              </p14:xfrm>
            </p:contentPart>
          </mc:Choice>
          <mc:Fallback>
            <p:pic>
              <p:nvPicPr>
                <p:cNvPr id="13" name="墨迹 12">
                  <a:extLst>
                    <a:ext uri="{FF2B5EF4-FFF2-40B4-BE49-F238E27FC236}">
                      <a16:creationId xmlns:a16="http://schemas.microsoft.com/office/drawing/2014/main" id="{B1012902-77E4-A924-CC73-D7CC4F687598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59308" y="3246879"/>
                  <a:ext cx="462240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4" name="墨迹 13">
                  <a:extLst>
                    <a:ext uri="{FF2B5EF4-FFF2-40B4-BE49-F238E27FC236}">
                      <a16:creationId xmlns:a16="http://schemas.microsoft.com/office/drawing/2014/main" id="{968C2B56-618D-7C5C-61B0-5CF383FAB103}"/>
                    </a:ext>
                  </a:extLst>
                </p14:cNvPr>
                <p14:cNvContentPartPr/>
                <p14:nvPr/>
              </p14:nvContentPartPr>
              <p14:xfrm>
                <a:off x="6253548" y="3344079"/>
                <a:ext cx="2198520" cy="131040"/>
              </p14:xfrm>
            </p:contentPart>
          </mc:Choice>
          <mc:Fallback>
            <p:pic>
              <p:nvPicPr>
                <p:cNvPr id="14" name="墨迹 13">
                  <a:extLst>
                    <a:ext uri="{FF2B5EF4-FFF2-40B4-BE49-F238E27FC236}">
                      <a16:creationId xmlns:a16="http://schemas.microsoft.com/office/drawing/2014/main" id="{968C2B56-618D-7C5C-61B0-5CF383FAB103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235548" y="3326439"/>
                  <a:ext cx="2234160" cy="166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16" name="墨迹 15">
                <a:extLst>
                  <a:ext uri="{FF2B5EF4-FFF2-40B4-BE49-F238E27FC236}">
                    <a16:creationId xmlns:a16="http://schemas.microsoft.com/office/drawing/2014/main" id="{A3D9C46C-0481-A4A6-0566-5B55F8F83B8D}"/>
                  </a:ext>
                </a:extLst>
              </p14:cNvPr>
              <p14:cNvContentPartPr/>
              <p14:nvPr/>
            </p14:nvContentPartPr>
            <p14:xfrm>
              <a:off x="877308" y="3792279"/>
              <a:ext cx="7034040" cy="31680"/>
            </p14:xfrm>
          </p:contentPart>
        </mc:Choice>
        <mc:Fallback>
          <p:pic>
            <p:nvPicPr>
              <p:cNvPr id="16" name="墨迹 15">
                <a:extLst>
                  <a:ext uri="{FF2B5EF4-FFF2-40B4-BE49-F238E27FC236}">
                    <a16:creationId xmlns:a16="http://schemas.microsoft.com/office/drawing/2014/main" id="{A3D9C46C-0481-A4A6-0566-5B55F8F83B8D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859308" y="3774639"/>
                <a:ext cx="7069680" cy="67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solidFill>
                  <a:srgbClr val="C00000"/>
                </a:solidFill>
              </a:rPr>
              <a:t>(2).CISC</a:t>
            </a:r>
            <a:r>
              <a:rPr lang="zh-CN" altLang="en-US" b="1" dirty="0">
                <a:solidFill>
                  <a:srgbClr val="C00000"/>
                </a:solidFill>
              </a:rPr>
              <a:t>和</a:t>
            </a:r>
            <a:r>
              <a:rPr lang="en-US" b="1" dirty="0">
                <a:solidFill>
                  <a:srgbClr val="C00000"/>
                </a:solidFill>
              </a:rPr>
              <a:t>RISC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Font typeface="Wingdings" pitchFamily="2" charset="2"/>
              <a:buChar char="u"/>
            </a:pPr>
            <a:r>
              <a:rPr lang="en-US" dirty="0"/>
              <a:t>CISC(Complex Instruction Set Computers</a:t>
            </a:r>
            <a:r>
              <a:rPr lang="zh-CN" altLang="en-US" dirty="0"/>
              <a:t>，复杂指令集计算集</a:t>
            </a:r>
            <a:r>
              <a:rPr lang="en-US" dirty="0"/>
              <a:t>)</a:t>
            </a:r>
            <a:r>
              <a:rPr lang="zh-CN" altLang="en-US" dirty="0"/>
              <a:t>和</a:t>
            </a:r>
            <a:r>
              <a:rPr lang="en-US" dirty="0"/>
              <a:t>RISC(Reduced Instruction Set Computers)</a:t>
            </a:r>
            <a:r>
              <a:rPr lang="zh-CN" altLang="en-US" dirty="0"/>
              <a:t>是两大类主流的</a:t>
            </a:r>
            <a:r>
              <a:rPr lang="en-US" dirty="0"/>
              <a:t>CPU</a:t>
            </a:r>
            <a:r>
              <a:rPr lang="zh-CN" altLang="en-US" dirty="0"/>
              <a:t>指令集类型，其中</a:t>
            </a:r>
            <a:r>
              <a:rPr lang="en-US" dirty="0"/>
              <a:t>CISC</a:t>
            </a:r>
            <a:r>
              <a:rPr lang="zh-CN" altLang="en-US" dirty="0"/>
              <a:t>以</a:t>
            </a:r>
            <a:r>
              <a:rPr lang="en-US" dirty="0"/>
              <a:t>Intel</a:t>
            </a:r>
            <a:r>
              <a:rPr lang="zh-CN" altLang="en-US" dirty="0"/>
              <a:t>，</a:t>
            </a:r>
            <a:r>
              <a:rPr lang="en-US" dirty="0"/>
              <a:t>AMD</a:t>
            </a:r>
            <a:r>
              <a:rPr lang="zh-CN" altLang="en-US" dirty="0"/>
              <a:t>的</a:t>
            </a:r>
            <a:r>
              <a:rPr lang="en-US" dirty="0"/>
              <a:t>X86 CPU</a:t>
            </a:r>
            <a:r>
              <a:rPr lang="zh-CN" altLang="en-US" dirty="0"/>
              <a:t>为代表，而</a:t>
            </a:r>
            <a:r>
              <a:rPr lang="en-US" dirty="0"/>
              <a:t>RISC</a:t>
            </a:r>
            <a:r>
              <a:rPr lang="zh-CN" altLang="en-US" dirty="0"/>
              <a:t>以</a:t>
            </a:r>
            <a:r>
              <a:rPr lang="en-US" dirty="0"/>
              <a:t>ARM</a:t>
            </a:r>
            <a:r>
              <a:rPr lang="zh-CN" altLang="en-US" dirty="0"/>
              <a:t>，</a:t>
            </a:r>
            <a:r>
              <a:rPr lang="en-US" dirty="0"/>
              <a:t>IBM Power</a:t>
            </a:r>
            <a:r>
              <a:rPr lang="zh-CN" altLang="en-US" dirty="0"/>
              <a:t>为代表。</a:t>
            </a:r>
            <a:r>
              <a:rPr lang="en-US" dirty="0"/>
              <a:t>RISC</a:t>
            </a:r>
            <a:r>
              <a:rPr lang="zh-CN" altLang="en-US" dirty="0"/>
              <a:t>的设计初衷针对</a:t>
            </a:r>
            <a:r>
              <a:rPr lang="en-US" dirty="0"/>
              <a:t>CISC CPU</a:t>
            </a:r>
            <a:r>
              <a:rPr lang="zh-CN" altLang="en-US" dirty="0"/>
              <a:t>复杂的弊端，选择一些可以在单个</a:t>
            </a:r>
            <a:r>
              <a:rPr lang="en-US" dirty="0"/>
              <a:t>CPU</a:t>
            </a:r>
            <a:r>
              <a:rPr lang="zh-CN" altLang="en-US" dirty="0"/>
              <a:t>周期完成的指令，以降低</a:t>
            </a:r>
            <a:r>
              <a:rPr lang="en-US" dirty="0"/>
              <a:t>CPU</a:t>
            </a:r>
            <a:r>
              <a:rPr lang="zh-CN" altLang="en-US" dirty="0"/>
              <a:t>的复杂度，将复杂性交给编译器。举一个例子，</a:t>
            </a:r>
            <a:r>
              <a:rPr lang="en-US" dirty="0"/>
              <a:t>CISC</a:t>
            </a:r>
            <a:r>
              <a:rPr lang="zh-CN" altLang="en-US" dirty="0"/>
              <a:t>提供的乘法指令，调用时可完成内存</a:t>
            </a:r>
            <a:r>
              <a:rPr lang="en-US" dirty="0"/>
              <a:t>a</a:t>
            </a:r>
            <a:r>
              <a:rPr lang="zh-CN" altLang="en-US" dirty="0"/>
              <a:t>和内存</a:t>
            </a:r>
            <a:r>
              <a:rPr lang="en-US" dirty="0"/>
              <a:t>b</a:t>
            </a:r>
            <a:r>
              <a:rPr lang="zh-CN" altLang="en-US" dirty="0"/>
              <a:t>中的两个数相乘，结果存入内存</a:t>
            </a:r>
            <a:r>
              <a:rPr lang="en-US" dirty="0"/>
              <a:t>a</a:t>
            </a:r>
            <a:r>
              <a:rPr lang="zh-CN" altLang="en-US" dirty="0"/>
              <a:t>，需要多个</a:t>
            </a:r>
            <a:r>
              <a:rPr lang="en-US" dirty="0"/>
              <a:t>CPU</a:t>
            </a:r>
            <a:r>
              <a:rPr lang="zh-CN" altLang="en-US" dirty="0"/>
              <a:t>周期才可以完成；而</a:t>
            </a:r>
            <a:r>
              <a:rPr lang="en-US" dirty="0"/>
              <a:t>RISC</a:t>
            </a:r>
            <a:r>
              <a:rPr lang="zh-CN" altLang="en-US" dirty="0"/>
              <a:t>不提供“一站式”的乘法指令，需调用四条单</a:t>
            </a:r>
            <a:r>
              <a:rPr lang="en-US" dirty="0"/>
              <a:t>CPU</a:t>
            </a:r>
            <a:r>
              <a:rPr lang="zh-CN" altLang="en-US" dirty="0"/>
              <a:t>周期指令完成两数相乘：内存</a:t>
            </a:r>
            <a:r>
              <a:rPr lang="en-US" dirty="0"/>
              <a:t>a</a:t>
            </a:r>
            <a:r>
              <a:rPr lang="zh-CN" altLang="en-US" dirty="0"/>
              <a:t>加载到寄存器，内存</a:t>
            </a:r>
            <a:r>
              <a:rPr lang="en-US" dirty="0"/>
              <a:t>b</a:t>
            </a:r>
            <a:r>
              <a:rPr lang="zh-CN" altLang="en-US" dirty="0"/>
              <a:t>加载到寄存器，两个寄存器中数相乘，寄存器结果存入内存</a:t>
            </a:r>
            <a:r>
              <a:rPr lang="en-US" dirty="0"/>
              <a:t>a</a:t>
            </a:r>
            <a:r>
              <a:rPr lang="zh-CN" altLang="en-US" dirty="0"/>
              <a:t>。按照此思路，早期的设计出的</a:t>
            </a:r>
            <a:r>
              <a:rPr lang="en-US" dirty="0"/>
              <a:t>RISC</a:t>
            </a:r>
            <a:r>
              <a:rPr lang="zh-CN" altLang="en-US" dirty="0"/>
              <a:t>指令集，指令数是比</a:t>
            </a:r>
            <a:r>
              <a:rPr lang="en-US" dirty="0"/>
              <a:t>CISC</a:t>
            </a:r>
            <a:r>
              <a:rPr lang="zh-CN" altLang="en-US" dirty="0"/>
              <a:t>少些，单后来，很多</a:t>
            </a:r>
            <a:r>
              <a:rPr lang="en-US" dirty="0"/>
              <a:t>RISC</a:t>
            </a:r>
            <a:r>
              <a:rPr lang="zh-CN" altLang="en-US" dirty="0"/>
              <a:t>的指令集中指令数反超了</a:t>
            </a:r>
            <a:r>
              <a:rPr lang="en-US" dirty="0"/>
              <a:t>CISC</a:t>
            </a:r>
            <a:r>
              <a:rPr lang="zh-CN" altLang="en-US" dirty="0"/>
              <a:t>，因此，引用指令的复杂度而非数量来区分两种指令集。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b="1" dirty="0">
                <a:solidFill>
                  <a:srgbClr val="C00000"/>
                </a:solidFill>
              </a:rPr>
              <a:t>(3).</a:t>
            </a:r>
            <a:r>
              <a:rPr lang="zh-CN" altLang="en-US" b="1" dirty="0">
                <a:solidFill>
                  <a:srgbClr val="C00000"/>
                </a:solidFill>
              </a:rPr>
              <a:t>嵌入式系统内核种类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Font typeface="Wingdings" pitchFamily="2" charset="2"/>
              <a:buChar char="u"/>
            </a:pPr>
            <a:r>
              <a:rPr lang="zh-CN" altLang="en-US" dirty="0"/>
              <a:t>嵌入式微处理器的基础是通用计算机中的</a:t>
            </a:r>
            <a:r>
              <a:rPr lang="en-US" dirty="0"/>
              <a:t>CPU</a:t>
            </a:r>
            <a:r>
              <a:rPr lang="zh-CN" altLang="en-US" dirty="0"/>
              <a:t>。在应用中保留与嵌入式应用紧密相关的功能硬件，去除其他冗余部分，大幅削减系统体积和功耗，并在工作温度，抗电磁干扰，可靠性等方面进行增强。</a:t>
            </a:r>
          </a:p>
          <a:p>
            <a:pPr>
              <a:buFont typeface="Wingdings" pitchFamily="2" charset="2"/>
              <a:buChar char="u"/>
            </a:pPr>
            <a:r>
              <a:rPr lang="zh-CN" altLang="en-US" dirty="0"/>
              <a:t>微控制器又称单片机。一般以某种微处理器内核为核心，集成存储器、</a:t>
            </a:r>
            <a:r>
              <a:rPr lang="en-US" dirty="0"/>
              <a:t>I/O</a:t>
            </a:r>
            <a:r>
              <a:rPr lang="zh-CN" altLang="en-US" dirty="0"/>
              <a:t>等必要功能。具有较丰富的外设，适合于控制，所以称微控制器。为适应不同的应用需求，一般一个系列的单片机有多种衍生产品，具有不同的外设配置。</a:t>
            </a:r>
          </a:p>
          <a:p>
            <a:pPr>
              <a:buFont typeface="Wingdings" pitchFamily="2" charset="2"/>
              <a:buChar char="u"/>
            </a:pPr>
            <a:r>
              <a:rPr lang="zh-CN" altLang="en-US" dirty="0"/>
              <a:t>数字信号处理器对系统结构和指令进行了特殊设计，适合于执行</a:t>
            </a:r>
            <a:r>
              <a:rPr lang="en-US" dirty="0"/>
              <a:t>DSP</a:t>
            </a:r>
            <a:r>
              <a:rPr lang="zh-CN" altLang="en-US" dirty="0"/>
              <a:t>算法，在数字滤波，</a:t>
            </a:r>
            <a:r>
              <a:rPr lang="en-US" dirty="0"/>
              <a:t>FFT</a:t>
            </a:r>
            <a:r>
              <a:rPr lang="zh-CN" altLang="en-US" dirty="0"/>
              <a:t>，谱分析等方面，</a:t>
            </a:r>
            <a:r>
              <a:rPr lang="en-US" dirty="0"/>
              <a:t>DSP</a:t>
            </a:r>
            <a:r>
              <a:rPr lang="zh-CN" altLang="en-US" dirty="0"/>
              <a:t>算法正在大量进入嵌入式领域。特点是运算量大。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A238F800-24BB-060F-EC93-202E72BFCF73}"/>
                  </a:ext>
                </a:extLst>
              </p14:cNvPr>
              <p14:cNvContentPartPr/>
              <p14:nvPr/>
            </p14:nvContentPartPr>
            <p14:xfrm>
              <a:off x="4804908" y="1982199"/>
              <a:ext cx="3218760" cy="360"/>
            </p14:xfrm>
          </p:contentPart>
        </mc:Choice>
        <mc:Fallback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A238F800-24BB-060F-EC93-202E72BFCF7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87268" y="1964199"/>
                <a:ext cx="32544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D8B70BCB-DDF9-54C0-925D-DE89A6F1CB36}"/>
                  </a:ext>
                </a:extLst>
              </p14:cNvPr>
              <p14:cNvContentPartPr/>
              <p14:nvPr/>
            </p14:nvContentPartPr>
            <p14:xfrm>
              <a:off x="2125788" y="2208279"/>
              <a:ext cx="463680" cy="25560"/>
            </p14:xfrm>
          </p:contentPart>
        </mc:Choice>
        <mc:Fallback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D8B70BCB-DDF9-54C0-925D-DE89A6F1CB3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08148" y="2190639"/>
                <a:ext cx="499320" cy="6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E0A28BF1-2488-7A99-8A4A-3337AFB8430F}"/>
                  </a:ext>
                </a:extLst>
              </p14:cNvPr>
              <p14:cNvContentPartPr/>
              <p14:nvPr/>
            </p14:nvContentPartPr>
            <p14:xfrm>
              <a:off x="6099828" y="3387279"/>
              <a:ext cx="2327760" cy="360"/>
            </p14:xfrm>
          </p:contentPart>
        </mc:Choice>
        <mc:Fallback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E0A28BF1-2488-7A99-8A4A-3337AFB8430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082188" y="3369639"/>
                <a:ext cx="23634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9" name="组合 8">
            <a:extLst>
              <a:ext uri="{FF2B5EF4-FFF2-40B4-BE49-F238E27FC236}">
                <a16:creationId xmlns:a16="http://schemas.microsoft.com/office/drawing/2014/main" id="{1CBE3828-111B-07E6-597C-94DCB7F846EA}"/>
              </a:ext>
            </a:extLst>
          </p:cNvPr>
          <p:cNvGrpSpPr/>
          <p:nvPr/>
        </p:nvGrpSpPr>
        <p:grpSpPr>
          <a:xfrm>
            <a:off x="2024988" y="3632799"/>
            <a:ext cx="6444000" cy="13680"/>
            <a:chOff x="2024988" y="3632799"/>
            <a:chExt cx="6444000" cy="13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墨迹 6">
                  <a:extLst>
                    <a:ext uri="{FF2B5EF4-FFF2-40B4-BE49-F238E27FC236}">
                      <a16:creationId xmlns:a16="http://schemas.microsoft.com/office/drawing/2014/main" id="{0A4A733C-B0F1-E028-F4CF-A0854D7CABF3}"/>
                    </a:ext>
                  </a:extLst>
                </p14:cNvPr>
                <p14:cNvContentPartPr/>
                <p14:nvPr/>
              </p14:nvContentPartPr>
              <p14:xfrm>
                <a:off x="2024988" y="3632799"/>
                <a:ext cx="4495320" cy="13680"/>
              </p14:xfrm>
            </p:contentPart>
          </mc:Choice>
          <mc:Fallback>
            <p:pic>
              <p:nvPicPr>
                <p:cNvPr id="7" name="墨迹 6">
                  <a:extLst>
                    <a:ext uri="{FF2B5EF4-FFF2-40B4-BE49-F238E27FC236}">
                      <a16:creationId xmlns:a16="http://schemas.microsoft.com/office/drawing/2014/main" id="{0A4A733C-B0F1-E028-F4CF-A0854D7CABF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007348" y="3614799"/>
                  <a:ext cx="453096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墨迹 7">
                  <a:extLst>
                    <a:ext uri="{FF2B5EF4-FFF2-40B4-BE49-F238E27FC236}">
                      <a16:creationId xmlns:a16="http://schemas.microsoft.com/office/drawing/2014/main" id="{D046076C-E01A-A4B7-9E9B-8F55BA885DA2}"/>
                    </a:ext>
                  </a:extLst>
                </p14:cNvPr>
                <p14:cNvContentPartPr/>
                <p14:nvPr/>
              </p14:nvContentPartPr>
              <p14:xfrm>
                <a:off x="7167588" y="3645399"/>
                <a:ext cx="1301400" cy="360"/>
              </p14:xfrm>
            </p:contentPart>
          </mc:Choice>
          <mc:Fallback>
            <p:pic>
              <p:nvPicPr>
                <p:cNvPr id="8" name="墨迹 7">
                  <a:extLst>
                    <a:ext uri="{FF2B5EF4-FFF2-40B4-BE49-F238E27FC236}">
                      <a16:creationId xmlns:a16="http://schemas.microsoft.com/office/drawing/2014/main" id="{D046076C-E01A-A4B7-9E9B-8F55BA885DA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149948" y="3627399"/>
                  <a:ext cx="133704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A04B8114-8F45-7CE5-5BDB-27CBAEE71F02}"/>
              </a:ext>
            </a:extLst>
          </p:cNvPr>
          <p:cNvGrpSpPr/>
          <p:nvPr/>
        </p:nvGrpSpPr>
        <p:grpSpPr>
          <a:xfrm>
            <a:off x="1650588" y="4652679"/>
            <a:ext cx="3175920" cy="72000"/>
            <a:chOff x="1650588" y="4652679"/>
            <a:chExt cx="3175920" cy="72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0" name="墨迹 9">
                  <a:extLst>
                    <a:ext uri="{FF2B5EF4-FFF2-40B4-BE49-F238E27FC236}">
                      <a16:creationId xmlns:a16="http://schemas.microsoft.com/office/drawing/2014/main" id="{22B719EF-750B-6F94-08DC-AA7735485BF9}"/>
                    </a:ext>
                  </a:extLst>
                </p14:cNvPr>
                <p14:cNvContentPartPr/>
                <p14:nvPr/>
              </p14:nvContentPartPr>
              <p14:xfrm>
                <a:off x="1650588" y="4712439"/>
                <a:ext cx="2968200" cy="12240"/>
              </p14:xfrm>
            </p:contentPart>
          </mc:Choice>
          <mc:Fallback>
            <p:pic>
              <p:nvPicPr>
                <p:cNvPr id="10" name="墨迹 9">
                  <a:extLst>
                    <a:ext uri="{FF2B5EF4-FFF2-40B4-BE49-F238E27FC236}">
                      <a16:creationId xmlns:a16="http://schemas.microsoft.com/office/drawing/2014/main" id="{22B719EF-750B-6F94-08DC-AA7735485BF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632948" y="4694439"/>
                  <a:ext cx="300384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1" name="墨迹 10">
                  <a:extLst>
                    <a:ext uri="{FF2B5EF4-FFF2-40B4-BE49-F238E27FC236}">
                      <a16:creationId xmlns:a16="http://schemas.microsoft.com/office/drawing/2014/main" id="{DBBF4DD1-9549-AFE4-2BD6-07FA3A6ED2BB}"/>
                    </a:ext>
                  </a:extLst>
                </p14:cNvPr>
                <p14:cNvContentPartPr/>
                <p14:nvPr/>
              </p14:nvContentPartPr>
              <p14:xfrm>
                <a:off x="4627068" y="4652679"/>
                <a:ext cx="199440" cy="66960"/>
              </p14:xfrm>
            </p:contentPart>
          </mc:Choice>
          <mc:Fallback>
            <p:pic>
              <p:nvPicPr>
                <p:cNvPr id="11" name="墨迹 10">
                  <a:extLst>
                    <a:ext uri="{FF2B5EF4-FFF2-40B4-BE49-F238E27FC236}">
                      <a16:creationId xmlns:a16="http://schemas.microsoft.com/office/drawing/2014/main" id="{DBBF4DD1-9549-AFE4-2BD6-07FA3A6ED2B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609428" y="4634679"/>
                  <a:ext cx="235080" cy="10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3" name="墨迹 12">
                <a:extLst>
                  <a:ext uri="{FF2B5EF4-FFF2-40B4-BE49-F238E27FC236}">
                    <a16:creationId xmlns:a16="http://schemas.microsoft.com/office/drawing/2014/main" id="{E223EF5A-910A-3E0E-A2B3-7D1532493F4B}"/>
                  </a:ext>
                </a:extLst>
              </p14:cNvPr>
              <p14:cNvContentPartPr/>
              <p14:nvPr/>
            </p14:nvContentPartPr>
            <p14:xfrm>
              <a:off x="1012308" y="5031759"/>
              <a:ext cx="7728120" cy="49680"/>
            </p14:xfrm>
          </p:contentPart>
        </mc:Choice>
        <mc:Fallback>
          <p:pic>
            <p:nvPicPr>
              <p:cNvPr id="13" name="墨迹 12">
                <a:extLst>
                  <a:ext uri="{FF2B5EF4-FFF2-40B4-BE49-F238E27FC236}">
                    <a16:creationId xmlns:a16="http://schemas.microsoft.com/office/drawing/2014/main" id="{E223EF5A-910A-3E0E-A2B3-7D1532493F4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94308" y="5013759"/>
                <a:ext cx="7763760" cy="8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4" name="墨迹 13">
                <a:extLst>
                  <a:ext uri="{FF2B5EF4-FFF2-40B4-BE49-F238E27FC236}">
                    <a16:creationId xmlns:a16="http://schemas.microsoft.com/office/drawing/2014/main" id="{4C3DA63C-064A-5A01-2EF6-798800505D14}"/>
                  </a:ext>
                </a:extLst>
              </p14:cNvPr>
              <p14:cNvContentPartPr/>
              <p14:nvPr/>
            </p14:nvContentPartPr>
            <p14:xfrm>
              <a:off x="4492068" y="5313639"/>
              <a:ext cx="3625920" cy="111600"/>
            </p14:xfrm>
          </p:contentPart>
        </mc:Choice>
        <mc:Fallback>
          <p:pic>
            <p:nvPicPr>
              <p:cNvPr id="14" name="墨迹 13">
                <a:extLst>
                  <a:ext uri="{FF2B5EF4-FFF2-40B4-BE49-F238E27FC236}">
                    <a16:creationId xmlns:a16="http://schemas.microsoft.com/office/drawing/2014/main" id="{4C3DA63C-064A-5A01-2EF6-798800505D1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474428" y="5295639"/>
                <a:ext cx="3661560" cy="147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组合 18">
            <a:extLst>
              <a:ext uri="{FF2B5EF4-FFF2-40B4-BE49-F238E27FC236}">
                <a16:creationId xmlns:a16="http://schemas.microsoft.com/office/drawing/2014/main" id="{F6EDF0A5-2C99-C321-5291-E08E24E6F41F}"/>
              </a:ext>
            </a:extLst>
          </p:cNvPr>
          <p:cNvGrpSpPr/>
          <p:nvPr/>
        </p:nvGrpSpPr>
        <p:grpSpPr>
          <a:xfrm>
            <a:off x="1939308" y="5730519"/>
            <a:ext cx="6473880" cy="87480"/>
            <a:chOff x="1939308" y="5730519"/>
            <a:chExt cx="6473880" cy="87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5" name="墨迹 14">
                  <a:extLst>
                    <a:ext uri="{FF2B5EF4-FFF2-40B4-BE49-F238E27FC236}">
                      <a16:creationId xmlns:a16="http://schemas.microsoft.com/office/drawing/2014/main" id="{9358CA19-D27F-6A49-8E17-FA1973AA4DBC}"/>
                    </a:ext>
                  </a:extLst>
                </p14:cNvPr>
                <p14:cNvContentPartPr/>
                <p14:nvPr/>
              </p14:nvContentPartPr>
              <p14:xfrm>
                <a:off x="1939308" y="5743119"/>
                <a:ext cx="1050840" cy="14400"/>
              </p14:xfrm>
            </p:contentPart>
          </mc:Choice>
          <mc:Fallback>
            <p:pic>
              <p:nvPicPr>
                <p:cNvPr id="15" name="墨迹 14">
                  <a:extLst>
                    <a:ext uri="{FF2B5EF4-FFF2-40B4-BE49-F238E27FC236}">
                      <a16:creationId xmlns:a16="http://schemas.microsoft.com/office/drawing/2014/main" id="{9358CA19-D27F-6A49-8E17-FA1973AA4DB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921308" y="5725479"/>
                  <a:ext cx="108648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6" name="墨迹 15">
                  <a:extLst>
                    <a:ext uri="{FF2B5EF4-FFF2-40B4-BE49-F238E27FC236}">
                      <a16:creationId xmlns:a16="http://schemas.microsoft.com/office/drawing/2014/main" id="{20B0D6E7-7786-8A8D-2B72-54F1857B9C69}"/>
                    </a:ext>
                  </a:extLst>
                </p14:cNvPr>
                <p14:cNvContentPartPr/>
                <p14:nvPr/>
              </p14:nvContentPartPr>
              <p14:xfrm>
                <a:off x="3988788" y="5730519"/>
                <a:ext cx="2716920" cy="44280"/>
              </p14:xfrm>
            </p:contentPart>
          </mc:Choice>
          <mc:Fallback>
            <p:pic>
              <p:nvPicPr>
                <p:cNvPr id="16" name="墨迹 15">
                  <a:extLst>
                    <a:ext uri="{FF2B5EF4-FFF2-40B4-BE49-F238E27FC236}">
                      <a16:creationId xmlns:a16="http://schemas.microsoft.com/office/drawing/2014/main" id="{20B0D6E7-7786-8A8D-2B72-54F1857B9C6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970788" y="5712879"/>
                  <a:ext cx="275256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7" name="墨迹 16">
                  <a:extLst>
                    <a:ext uri="{FF2B5EF4-FFF2-40B4-BE49-F238E27FC236}">
                      <a16:creationId xmlns:a16="http://schemas.microsoft.com/office/drawing/2014/main" id="{8DB2FAE5-F26E-2E7E-23A8-6C9D455BA982}"/>
                    </a:ext>
                  </a:extLst>
                </p14:cNvPr>
                <p14:cNvContentPartPr/>
                <p14:nvPr/>
              </p14:nvContentPartPr>
              <p14:xfrm>
                <a:off x="7498788" y="5817639"/>
                <a:ext cx="914400" cy="360"/>
              </p14:xfrm>
            </p:contentPart>
          </mc:Choice>
          <mc:Fallback>
            <p:pic>
              <p:nvPicPr>
                <p:cNvPr id="17" name="墨迹 16">
                  <a:extLst>
                    <a:ext uri="{FF2B5EF4-FFF2-40B4-BE49-F238E27FC236}">
                      <a16:creationId xmlns:a16="http://schemas.microsoft.com/office/drawing/2014/main" id="{8DB2FAE5-F26E-2E7E-23A8-6C9D455BA98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481148" y="5799999"/>
                  <a:ext cx="95004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8" name="墨迹 17">
                <a:extLst>
                  <a:ext uri="{FF2B5EF4-FFF2-40B4-BE49-F238E27FC236}">
                    <a16:creationId xmlns:a16="http://schemas.microsoft.com/office/drawing/2014/main" id="{0BBD1BC0-5DA3-50FA-CA70-E6F5D5A26C66}"/>
                  </a:ext>
                </a:extLst>
              </p14:cNvPr>
              <p14:cNvContentPartPr/>
              <p14:nvPr/>
            </p14:nvContentPartPr>
            <p14:xfrm>
              <a:off x="1061628" y="6031119"/>
              <a:ext cx="1408320" cy="32400"/>
            </p14:xfrm>
          </p:contentPart>
        </mc:Choice>
        <mc:Fallback>
          <p:pic>
            <p:nvPicPr>
              <p:cNvPr id="18" name="墨迹 17">
                <a:extLst>
                  <a:ext uri="{FF2B5EF4-FFF2-40B4-BE49-F238E27FC236}">
                    <a16:creationId xmlns:a16="http://schemas.microsoft.com/office/drawing/2014/main" id="{0BBD1BC0-5DA3-50FA-CA70-E6F5D5A26C66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043988" y="6013119"/>
                <a:ext cx="1443960" cy="68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71604" y="1571612"/>
            <a:ext cx="6143625" cy="3781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1714488"/>
            <a:ext cx="8521520" cy="3581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08AF6BAD-3AD5-0BEA-4777-0C243928F60E}"/>
                  </a:ext>
                </a:extLst>
              </p14:cNvPr>
              <p14:cNvContentPartPr/>
              <p14:nvPr/>
            </p14:nvContentPartPr>
            <p14:xfrm>
              <a:off x="1957668" y="2291799"/>
              <a:ext cx="1083600" cy="3456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08AF6BAD-3AD5-0BEA-4777-0C243928F60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39668" y="2273799"/>
                <a:ext cx="1119240" cy="7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1CD26647-2522-DFDB-A381-6F503577A48C}"/>
                  </a:ext>
                </a:extLst>
              </p14:cNvPr>
              <p14:cNvContentPartPr/>
              <p14:nvPr/>
            </p14:nvContentPartPr>
            <p14:xfrm>
              <a:off x="4774308" y="2293959"/>
              <a:ext cx="391320" cy="7200"/>
            </p14:xfrm>
          </p:contentPart>
        </mc:Choice>
        <mc:Fallback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1CD26647-2522-DFDB-A381-6F503577A48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56668" y="2276319"/>
                <a:ext cx="42696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CCA0790B-C788-E57F-9333-139703C96D37}"/>
                  </a:ext>
                </a:extLst>
              </p14:cNvPr>
              <p14:cNvContentPartPr/>
              <p14:nvPr/>
            </p14:nvContentPartPr>
            <p14:xfrm>
              <a:off x="1484988" y="2711919"/>
              <a:ext cx="1908000" cy="50400"/>
            </p14:xfrm>
          </p:contentPart>
        </mc:Choice>
        <mc:Fallback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CCA0790B-C788-E57F-9333-139703C96D3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467348" y="2694279"/>
                <a:ext cx="1943640" cy="8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4B402491-271C-C51D-6339-9252D530A8D2}"/>
                  </a:ext>
                </a:extLst>
              </p14:cNvPr>
              <p14:cNvContentPartPr/>
              <p14:nvPr/>
            </p14:nvContentPartPr>
            <p14:xfrm>
              <a:off x="1613868" y="2914959"/>
              <a:ext cx="1395720" cy="50760"/>
            </p14:xfrm>
          </p:contentPart>
        </mc:Choice>
        <mc:Fallback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4B402491-271C-C51D-6339-9252D530A8D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595868" y="2896959"/>
                <a:ext cx="1431360" cy="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09F92E8F-3F10-E9FA-2D0B-197381AE04CA}"/>
                  </a:ext>
                </a:extLst>
              </p14:cNvPr>
              <p14:cNvContentPartPr/>
              <p14:nvPr/>
            </p14:nvContentPartPr>
            <p14:xfrm>
              <a:off x="3792588" y="4417599"/>
              <a:ext cx="1904400" cy="50760"/>
            </p14:xfrm>
          </p:contentPart>
        </mc:Choice>
        <mc:Fallback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09F92E8F-3F10-E9FA-2D0B-197381AE04C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774588" y="4399959"/>
                <a:ext cx="1940040" cy="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05EEFFAD-1A42-B7B4-5900-1C7F9EE767D4}"/>
                  </a:ext>
                </a:extLst>
              </p14:cNvPr>
              <p14:cNvContentPartPr/>
              <p14:nvPr/>
            </p14:nvContentPartPr>
            <p14:xfrm>
              <a:off x="6683028" y="2799759"/>
              <a:ext cx="1760760" cy="90360"/>
            </p14:xfrm>
          </p:contentPart>
        </mc:Choice>
        <mc:Fallback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05EEFFAD-1A42-B7B4-5900-1C7F9EE767D4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665388" y="2782119"/>
                <a:ext cx="17964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1178238D-56D0-6C02-CA2D-C72C890D006A}"/>
                  </a:ext>
                </a:extLst>
              </p14:cNvPr>
              <p14:cNvContentPartPr/>
              <p14:nvPr/>
            </p14:nvContentPartPr>
            <p14:xfrm>
              <a:off x="6075348" y="3129519"/>
              <a:ext cx="572040" cy="87840"/>
            </p14:xfrm>
          </p:contentPart>
        </mc:Choice>
        <mc:Fallback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1178238D-56D0-6C02-CA2D-C72C890D006A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057348" y="3111879"/>
                <a:ext cx="607680" cy="12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9" name="墨迹 8">
                <a:extLst>
                  <a:ext uri="{FF2B5EF4-FFF2-40B4-BE49-F238E27FC236}">
                    <a16:creationId xmlns:a16="http://schemas.microsoft.com/office/drawing/2014/main" id="{C8FEA61C-6CF4-D49A-FA60-7EE165637AA5}"/>
                  </a:ext>
                </a:extLst>
              </p14:cNvPr>
              <p14:cNvContentPartPr/>
              <p14:nvPr/>
            </p14:nvContentPartPr>
            <p14:xfrm>
              <a:off x="6326988" y="3610839"/>
              <a:ext cx="2038320" cy="4320"/>
            </p14:xfrm>
          </p:contentPart>
        </mc:Choice>
        <mc:Fallback>
          <p:pic>
            <p:nvPicPr>
              <p:cNvPr id="9" name="墨迹 8">
                <a:extLst>
                  <a:ext uri="{FF2B5EF4-FFF2-40B4-BE49-F238E27FC236}">
                    <a16:creationId xmlns:a16="http://schemas.microsoft.com/office/drawing/2014/main" id="{C8FEA61C-6CF4-D49A-FA60-7EE165637AA5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309348" y="3592839"/>
                <a:ext cx="207396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0" name="墨迹 9">
                <a:extLst>
                  <a:ext uri="{FF2B5EF4-FFF2-40B4-BE49-F238E27FC236}">
                    <a16:creationId xmlns:a16="http://schemas.microsoft.com/office/drawing/2014/main" id="{0443FA55-F571-2352-3B01-405723DDBBF2}"/>
                  </a:ext>
                </a:extLst>
              </p14:cNvPr>
              <p14:cNvContentPartPr/>
              <p14:nvPr/>
            </p14:nvContentPartPr>
            <p14:xfrm>
              <a:off x="6971388" y="4552959"/>
              <a:ext cx="1231200" cy="44640"/>
            </p14:xfrm>
          </p:contentPart>
        </mc:Choice>
        <mc:Fallback>
          <p:pic>
            <p:nvPicPr>
              <p:cNvPr id="10" name="墨迹 9">
                <a:extLst>
                  <a:ext uri="{FF2B5EF4-FFF2-40B4-BE49-F238E27FC236}">
                    <a16:creationId xmlns:a16="http://schemas.microsoft.com/office/drawing/2014/main" id="{0443FA55-F571-2352-3B01-405723DDBBF2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953748" y="4534959"/>
                <a:ext cx="1266840" cy="80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1.2 ARM</a:t>
            </a:r>
            <a:r>
              <a:rPr lang="zh-CN" altLang="en-US" dirty="0"/>
              <a:t>体系结构及微处理器系列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5720" y="1214422"/>
            <a:ext cx="8715436" cy="5429288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b="1" dirty="0">
                <a:solidFill>
                  <a:srgbClr val="C00000"/>
                </a:solidFill>
              </a:rPr>
              <a:t>1</a:t>
            </a:r>
            <a:r>
              <a:rPr lang="zh-CN" altLang="en-US" b="1" dirty="0">
                <a:solidFill>
                  <a:srgbClr val="C00000"/>
                </a:solidFill>
              </a:rPr>
              <a:t>、</a:t>
            </a:r>
            <a:r>
              <a:rPr lang="en-US" b="1" dirty="0">
                <a:solidFill>
                  <a:srgbClr val="C00000"/>
                </a:solidFill>
              </a:rPr>
              <a:t>ARM</a:t>
            </a:r>
            <a:r>
              <a:rPr lang="zh-CN" altLang="en-US" b="1" dirty="0">
                <a:solidFill>
                  <a:srgbClr val="C00000"/>
                </a:solidFill>
              </a:rPr>
              <a:t>处理器简介：</a:t>
            </a:r>
          </a:p>
          <a:p>
            <a:r>
              <a:rPr lang="en-US" dirty="0"/>
              <a:t>ARM</a:t>
            </a:r>
            <a:r>
              <a:rPr lang="zh-CN" altLang="en-US" dirty="0"/>
              <a:t>（</a:t>
            </a:r>
            <a:r>
              <a:rPr lang="en-US" dirty="0"/>
              <a:t>Advanced RISC Machines</a:t>
            </a:r>
            <a:r>
              <a:rPr lang="zh-CN" altLang="en-US" dirty="0"/>
              <a:t>）是一个</a:t>
            </a:r>
            <a:r>
              <a:rPr lang="en-US" dirty="0"/>
              <a:t>32</a:t>
            </a:r>
            <a:r>
              <a:rPr lang="zh-CN" altLang="en-US" dirty="0"/>
              <a:t>位</a:t>
            </a:r>
            <a:r>
              <a:rPr lang="en-US" dirty="0"/>
              <a:t>RISC</a:t>
            </a:r>
            <a:r>
              <a:rPr lang="zh-CN" altLang="en-US" dirty="0"/>
              <a:t>（精简指令集）处理器架构，</a:t>
            </a:r>
            <a:r>
              <a:rPr lang="en-US" dirty="0"/>
              <a:t>ARM</a:t>
            </a:r>
            <a:r>
              <a:rPr lang="zh-CN" altLang="en-US" dirty="0"/>
              <a:t>处理器则是</a:t>
            </a:r>
            <a:r>
              <a:rPr lang="en-US" dirty="0"/>
              <a:t>ARM</a:t>
            </a:r>
            <a:r>
              <a:rPr lang="zh-CN" altLang="en-US" dirty="0"/>
              <a:t>架构下的微处理器。</a:t>
            </a:r>
            <a:r>
              <a:rPr lang="en-US" dirty="0"/>
              <a:t>ARM</a:t>
            </a:r>
            <a:r>
              <a:rPr lang="zh-CN" altLang="en-US" dirty="0"/>
              <a:t>处理器广泛的使用在许多嵌入式系统。</a:t>
            </a:r>
            <a:r>
              <a:rPr lang="en-US" dirty="0"/>
              <a:t>ARM</a:t>
            </a:r>
            <a:r>
              <a:rPr lang="zh-CN" altLang="en-US" dirty="0"/>
              <a:t>处理器的特点有指令长度固定，执行效率高，低成本等。</a:t>
            </a:r>
          </a:p>
          <a:p>
            <a:pPr>
              <a:buNone/>
            </a:pPr>
            <a:r>
              <a:rPr lang="en-US" b="1" dirty="0">
                <a:solidFill>
                  <a:srgbClr val="C00000"/>
                </a:solidFill>
              </a:rPr>
              <a:t>2.ARM</a:t>
            </a:r>
            <a:r>
              <a:rPr lang="zh-CN" altLang="en-US" b="1" dirty="0">
                <a:solidFill>
                  <a:srgbClr val="C00000"/>
                </a:solidFill>
              </a:rPr>
              <a:t>微处理器主要特征如下所述：</a:t>
            </a:r>
          </a:p>
          <a:p>
            <a:r>
              <a:rPr lang="zh-CN" altLang="en-US" dirty="0"/>
              <a:t>１）指令集</a:t>
            </a:r>
            <a:r>
              <a:rPr lang="en-US" altLang="zh-CN" dirty="0"/>
              <a:t>——</a:t>
            </a:r>
            <a:r>
              <a:rPr lang="en-US" dirty="0"/>
              <a:t>RISC</a:t>
            </a:r>
            <a:r>
              <a:rPr lang="zh-CN" altLang="en-US" dirty="0"/>
              <a:t>减少了指令集的种类，通常一个周期一条指令，采用固定长度的指令格式，编译器或程序员通过几条指令完成一个复杂的操作。而</a:t>
            </a:r>
            <a:r>
              <a:rPr lang="en-US" dirty="0"/>
              <a:t>CISC</a:t>
            </a:r>
            <a:r>
              <a:rPr lang="zh-CN" altLang="en-US" dirty="0"/>
              <a:t>指令集的指令长度通常不固定；</a:t>
            </a:r>
          </a:p>
          <a:p>
            <a:r>
              <a:rPr lang="zh-CN" altLang="en-US" dirty="0"/>
              <a:t>２）流水线</a:t>
            </a:r>
            <a:r>
              <a:rPr lang="en-US" altLang="zh-CN" dirty="0"/>
              <a:t>——</a:t>
            </a:r>
            <a:r>
              <a:rPr lang="en-US" dirty="0"/>
              <a:t>RISC</a:t>
            </a:r>
            <a:r>
              <a:rPr lang="zh-CN" altLang="en-US" dirty="0"/>
              <a:t>采用单周期指令，且指令长度固定，便于流水线操作执行；取指令</a:t>
            </a:r>
            <a:r>
              <a:rPr lang="en-US" altLang="zh-CN" dirty="0"/>
              <a:t>-&gt;</a:t>
            </a:r>
            <a:r>
              <a:rPr lang="zh-CN" altLang="en-US" dirty="0"/>
              <a:t>译码</a:t>
            </a:r>
            <a:r>
              <a:rPr lang="en-US" altLang="zh-CN" dirty="0"/>
              <a:t>-&gt;</a:t>
            </a:r>
            <a:r>
              <a:rPr lang="zh-CN" altLang="en-US" dirty="0"/>
              <a:t>执行</a:t>
            </a:r>
            <a:r>
              <a:rPr lang="en-US" altLang="zh-CN" dirty="0"/>
              <a:t>-&gt;</a:t>
            </a:r>
            <a:r>
              <a:rPr lang="zh-CN" altLang="en-US" dirty="0"/>
              <a:t>缓冲</a:t>
            </a:r>
            <a:r>
              <a:rPr lang="en-US" altLang="zh-CN" dirty="0"/>
              <a:t>/</a:t>
            </a:r>
            <a:r>
              <a:rPr lang="zh-CN" altLang="en-US" dirty="0"/>
              <a:t>数据</a:t>
            </a:r>
            <a:r>
              <a:rPr lang="en-US" altLang="zh-CN" dirty="0"/>
              <a:t>-&gt;</a:t>
            </a:r>
            <a:r>
              <a:rPr lang="zh-CN" altLang="en-US" dirty="0"/>
              <a:t>回写</a:t>
            </a:r>
          </a:p>
          <a:p>
            <a:r>
              <a:rPr lang="zh-CN" altLang="en-US" dirty="0"/>
              <a:t>３）寄存器</a:t>
            </a:r>
            <a:r>
              <a:rPr lang="en-US" altLang="zh-CN" dirty="0"/>
              <a:t>——</a:t>
            </a:r>
            <a:r>
              <a:rPr lang="en-US" dirty="0"/>
              <a:t>RISC</a:t>
            </a:r>
            <a:r>
              <a:rPr lang="zh-CN" altLang="en-US" dirty="0"/>
              <a:t>的处理器拥有更多的通用寄存器，寄存器操作较多。例如</a:t>
            </a:r>
            <a:r>
              <a:rPr lang="en-US" dirty="0"/>
              <a:t>ARM</a:t>
            </a:r>
            <a:r>
              <a:rPr lang="zh-CN" altLang="en-US" dirty="0"/>
              <a:t>处理器具有</a:t>
            </a:r>
            <a:r>
              <a:rPr lang="en-US" dirty="0"/>
              <a:t>40</a:t>
            </a:r>
            <a:r>
              <a:rPr lang="zh-CN" altLang="en-US" dirty="0"/>
              <a:t>个寄存器；</a:t>
            </a:r>
          </a:p>
          <a:p>
            <a:r>
              <a:rPr lang="zh-CN" altLang="en-US" dirty="0"/>
              <a:t>４）</a:t>
            </a:r>
            <a:r>
              <a:rPr lang="en-US" dirty="0"/>
              <a:t>Load/Store</a:t>
            </a:r>
            <a:r>
              <a:rPr lang="zh-CN" altLang="en-US" dirty="0"/>
              <a:t>结构</a:t>
            </a:r>
            <a:r>
              <a:rPr lang="en-US" altLang="zh-CN" dirty="0"/>
              <a:t>——</a:t>
            </a:r>
            <a:r>
              <a:rPr lang="zh-CN" altLang="en-US" dirty="0"/>
              <a:t>使用加载</a:t>
            </a:r>
            <a:r>
              <a:rPr lang="en-US" dirty="0"/>
              <a:t>/</a:t>
            </a:r>
            <a:r>
              <a:rPr lang="zh-CN" altLang="en-US" dirty="0"/>
              <a:t>存储指令批量从内存中读写数据，提高数据的传输效率；</a:t>
            </a:r>
          </a:p>
          <a:p>
            <a:r>
              <a:rPr lang="zh-CN" altLang="en-US" dirty="0"/>
              <a:t>５）寻址方式简化，指令长度固定，指令格式和寻址方式种类减少。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1.3  Cortex-M3</a:t>
            </a:r>
            <a:r>
              <a:rPr lang="zh-CN" altLang="en-US" dirty="0"/>
              <a:t>简介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Cortex-M3(CM3)</a:t>
            </a:r>
            <a:r>
              <a:rPr lang="zh-CN" altLang="en-US" sz="2400" dirty="0"/>
              <a:t>处理器内核是嵌入式微控制器的中央处理单元。完整的基于</a:t>
            </a:r>
            <a:r>
              <a:rPr lang="en-US" sz="2400" dirty="0"/>
              <a:t>CM3</a:t>
            </a:r>
            <a:r>
              <a:rPr lang="zh-CN" altLang="en-US" sz="2400" dirty="0"/>
              <a:t>的微控制器还需要很多其他组件。芯片制造商得到</a:t>
            </a:r>
            <a:r>
              <a:rPr lang="en-US" sz="2400" dirty="0"/>
              <a:t>CM3</a:t>
            </a:r>
            <a:r>
              <a:rPr lang="zh-CN" altLang="en-US" sz="2400" dirty="0"/>
              <a:t>处理器内核的使用授权后，可以把</a:t>
            </a:r>
            <a:r>
              <a:rPr lang="en-US" sz="2400" dirty="0"/>
              <a:t>CM3</a:t>
            </a:r>
            <a:r>
              <a:rPr lang="zh-CN" altLang="en-US" sz="2400" dirty="0"/>
              <a:t>内核用在自己的硅片设计中，添加存储器、外设、</a:t>
            </a:r>
            <a:r>
              <a:rPr lang="en-US" sz="2400" dirty="0"/>
              <a:t>I/O</a:t>
            </a:r>
            <a:r>
              <a:rPr lang="zh-CN" altLang="en-US" sz="2400" dirty="0"/>
              <a:t>及其他模块。不同厂家设计的单片机会有不同的配置，包括存储器容量、类型、外设等都各具特色。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55526" y="3865702"/>
            <a:ext cx="4005266" cy="28553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100" b="1" dirty="0">
                <a:solidFill>
                  <a:srgbClr val="C00000"/>
                </a:solidFill>
              </a:rPr>
              <a:t>CM3</a:t>
            </a:r>
            <a:r>
              <a:rPr lang="zh-CN" altLang="en-US" sz="3100" b="1" dirty="0">
                <a:solidFill>
                  <a:srgbClr val="C00000"/>
                </a:solidFill>
              </a:rPr>
              <a:t>与</a:t>
            </a:r>
            <a:r>
              <a:rPr lang="en-US" sz="3100" b="1" dirty="0">
                <a:solidFill>
                  <a:srgbClr val="C00000"/>
                </a:solidFill>
              </a:rPr>
              <a:t>ARM</a:t>
            </a:r>
            <a:r>
              <a:rPr lang="zh-CN" altLang="en-US" sz="3100" b="1" dirty="0">
                <a:solidFill>
                  <a:srgbClr val="C00000"/>
                </a:solidFill>
              </a:rPr>
              <a:t>系列微控制器相比，具有以下优势：</a:t>
            </a:r>
            <a:endParaRPr lang="zh-CN" altLang="en-US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1.</a:t>
            </a:r>
            <a:r>
              <a:rPr lang="zh-CN" altLang="en-US" b="1" dirty="0">
                <a:solidFill>
                  <a:srgbClr val="7030A0"/>
                </a:solidFill>
              </a:rPr>
              <a:t>位绑定操作。</a:t>
            </a:r>
          </a:p>
          <a:p>
            <a:r>
              <a:rPr lang="en-US" b="1" dirty="0">
                <a:solidFill>
                  <a:srgbClr val="7030A0"/>
                </a:solidFill>
              </a:rPr>
              <a:t>2.</a:t>
            </a:r>
            <a:r>
              <a:rPr lang="zh-CN" altLang="en-US" b="1" dirty="0">
                <a:solidFill>
                  <a:srgbClr val="7030A0"/>
                </a:solidFill>
              </a:rPr>
              <a:t>支持非对起数据访问。</a:t>
            </a:r>
            <a:r>
              <a:rPr lang="zh-CN" altLang="en-US" dirty="0"/>
              <a:t>它可以访问存储在一个</a:t>
            </a:r>
            <a:r>
              <a:rPr lang="en-US" dirty="0"/>
              <a:t>32</a:t>
            </a:r>
            <a:r>
              <a:rPr lang="zh-CN" altLang="en-US" dirty="0"/>
              <a:t>位单元中的字节</a:t>
            </a:r>
            <a:r>
              <a:rPr lang="en-US" dirty="0"/>
              <a:t>/</a:t>
            </a:r>
            <a:r>
              <a:rPr lang="zh-CN" altLang="en-US" dirty="0"/>
              <a:t>半字类型数据，这样四个字节类型或</a:t>
            </a:r>
            <a:r>
              <a:rPr lang="en-US" dirty="0"/>
              <a:t>2</a:t>
            </a:r>
            <a:r>
              <a:rPr lang="zh-CN" altLang="en-US" dirty="0"/>
              <a:t>个半字类型数据可以被分配在一个</a:t>
            </a:r>
            <a:r>
              <a:rPr lang="en-US" dirty="0"/>
              <a:t>32</a:t>
            </a:r>
            <a:r>
              <a:rPr lang="zh-CN" altLang="en-US" dirty="0"/>
              <a:t>位单元中，提高存储器的利用率。对于一般的程序而言，这种技术可以节省约</a:t>
            </a:r>
            <a:r>
              <a:rPr lang="en-US" dirty="0"/>
              <a:t>25%</a:t>
            </a:r>
            <a:r>
              <a:rPr lang="zh-CN" altLang="en-US" dirty="0"/>
              <a:t>的</a:t>
            </a:r>
            <a:r>
              <a:rPr lang="en-US" dirty="0"/>
              <a:t>SRAM</a:t>
            </a:r>
            <a:r>
              <a:rPr lang="zh-CN" altLang="en-US" dirty="0"/>
              <a:t>使用量。</a:t>
            </a:r>
          </a:p>
          <a:p>
            <a:pPr>
              <a:buFont typeface="Wingdings" pitchFamily="2" charset="2"/>
              <a:buChar char="u"/>
            </a:pPr>
            <a:r>
              <a:rPr lang="en-US" b="1" dirty="0">
                <a:solidFill>
                  <a:srgbClr val="0070C0"/>
                </a:solidFill>
              </a:rPr>
              <a:t>Arm</a:t>
            </a:r>
            <a:r>
              <a:rPr lang="zh-CN" altLang="en-US" b="1" dirty="0">
                <a:solidFill>
                  <a:srgbClr val="0070C0"/>
                </a:solidFill>
              </a:rPr>
              <a:t>的基本数据类型：</a:t>
            </a:r>
          </a:p>
          <a:p>
            <a:pPr>
              <a:buFont typeface="Wingdings" pitchFamily="2" charset="2"/>
              <a:buChar char="Ø"/>
            </a:pPr>
            <a:r>
              <a:rPr lang="zh-CN" altLang="en-US" dirty="0"/>
              <a:t>双字节（</a:t>
            </a:r>
            <a:r>
              <a:rPr lang="en-US" dirty="0" err="1"/>
              <a:t>DoubleWord</a:t>
            </a:r>
            <a:r>
              <a:rPr lang="zh-CN" altLang="en-US" dirty="0"/>
              <a:t>）：</a:t>
            </a:r>
            <a:r>
              <a:rPr lang="en-US" dirty="0"/>
              <a:t>64</a:t>
            </a:r>
            <a:r>
              <a:rPr lang="zh-CN" altLang="en-US" dirty="0"/>
              <a:t>位</a:t>
            </a:r>
          </a:p>
          <a:p>
            <a:pPr>
              <a:buFont typeface="Wingdings" pitchFamily="2" charset="2"/>
              <a:buChar char="Ø"/>
            </a:pPr>
            <a:r>
              <a:rPr lang="zh-CN" altLang="en-US" dirty="0"/>
              <a:t>字（</a:t>
            </a:r>
            <a:r>
              <a:rPr lang="en-US" dirty="0"/>
              <a:t>Word</a:t>
            </a:r>
            <a:r>
              <a:rPr lang="zh-CN" altLang="en-US" dirty="0"/>
              <a:t>）：在</a:t>
            </a:r>
            <a:r>
              <a:rPr lang="en-US" dirty="0"/>
              <a:t>ARM</a:t>
            </a:r>
            <a:r>
              <a:rPr lang="zh-CN" altLang="en-US" dirty="0"/>
              <a:t>体系结构中，字的长度为</a:t>
            </a:r>
            <a:r>
              <a:rPr lang="en-US" dirty="0"/>
              <a:t>32</a:t>
            </a:r>
            <a:r>
              <a:rPr lang="zh-CN" altLang="en-US" dirty="0"/>
              <a:t>位。</a:t>
            </a:r>
          </a:p>
          <a:p>
            <a:pPr>
              <a:buFont typeface="Wingdings" pitchFamily="2" charset="2"/>
              <a:buChar char="Ø"/>
            </a:pPr>
            <a:r>
              <a:rPr lang="zh-CN" altLang="en-US" dirty="0"/>
              <a:t>半字（</a:t>
            </a:r>
            <a:r>
              <a:rPr lang="en-US" dirty="0"/>
              <a:t>Half-Word</a:t>
            </a:r>
            <a:r>
              <a:rPr lang="zh-CN" altLang="en-US" dirty="0"/>
              <a:t>）：在</a:t>
            </a:r>
            <a:r>
              <a:rPr lang="en-US" dirty="0"/>
              <a:t>ARM</a:t>
            </a:r>
            <a:r>
              <a:rPr lang="zh-CN" altLang="en-US" dirty="0"/>
              <a:t>体系结构中，半字的长度为</a:t>
            </a:r>
            <a:r>
              <a:rPr lang="en-US" dirty="0"/>
              <a:t>16</a:t>
            </a:r>
            <a:r>
              <a:rPr lang="zh-CN" altLang="en-US" dirty="0"/>
              <a:t>位。</a:t>
            </a:r>
          </a:p>
          <a:p>
            <a:pPr>
              <a:buFont typeface="Wingdings" pitchFamily="2" charset="2"/>
              <a:buChar char="Ø"/>
            </a:pPr>
            <a:r>
              <a:rPr lang="zh-CN" altLang="en-US" dirty="0"/>
              <a:t>字节（</a:t>
            </a:r>
            <a:r>
              <a:rPr lang="en-US" dirty="0"/>
              <a:t>Byte</a:t>
            </a:r>
            <a:r>
              <a:rPr lang="zh-CN" altLang="en-US" dirty="0"/>
              <a:t>）：在</a:t>
            </a:r>
            <a:r>
              <a:rPr lang="en-US" dirty="0"/>
              <a:t>ARM</a:t>
            </a:r>
            <a:r>
              <a:rPr lang="zh-CN" altLang="en-US" dirty="0"/>
              <a:t>体系结构中，字节的长度为</a:t>
            </a:r>
            <a:r>
              <a:rPr lang="en-US" dirty="0"/>
              <a:t>8</a:t>
            </a:r>
            <a:r>
              <a:rPr lang="zh-CN" altLang="en-US" dirty="0"/>
              <a:t>位。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8596" y="357166"/>
            <a:ext cx="8229600" cy="6286544"/>
          </a:xfrm>
        </p:spPr>
        <p:txBody>
          <a:bodyPr>
            <a:normAutofit fontScale="85000" lnSpcReduction="10000"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3.</a:t>
            </a:r>
            <a:r>
              <a:rPr lang="zh-CN" altLang="en-US" b="1" dirty="0">
                <a:solidFill>
                  <a:srgbClr val="7030A0"/>
                </a:solidFill>
              </a:rPr>
              <a:t>支持低功耗模式。</a:t>
            </a:r>
          </a:p>
          <a:p>
            <a:r>
              <a:rPr lang="en-US" b="1" dirty="0">
                <a:solidFill>
                  <a:srgbClr val="7030A0"/>
                </a:solidFill>
              </a:rPr>
              <a:t>4.</a:t>
            </a:r>
            <a:r>
              <a:rPr lang="zh-CN" altLang="en-US" b="1" dirty="0">
                <a:solidFill>
                  <a:srgbClr val="7030A0"/>
                </a:solidFill>
              </a:rPr>
              <a:t>高效的</a:t>
            </a:r>
            <a:r>
              <a:rPr lang="en-US" b="1" dirty="0">
                <a:solidFill>
                  <a:srgbClr val="7030A0"/>
                </a:solidFill>
              </a:rPr>
              <a:t>Thumb-2</a:t>
            </a:r>
            <a:r>
              <a:rPr lang="zh-CN" altLang="en-US" b="1" dirty="0">
                <a:solidFill>
                  <a:srgbClr val="7030A0"/>
                </a:solidFill>
              </a:rPr>
              <a:t>指令集。</a:t>
            </a:r>
          </a:p>
          <a:p>
            <a:pPr>
              <a:buFont typeface="Wingdings" pitchFamily="2" charset="2"/>
              <a:buChar char="u"/>
            </a:pPr>
            <a:r>
              <a:rPr lang="en-US" b="1" dirty="0">
                <a:solidFill>
                  <a:srgbClr val="0070C0"/>
                </a:solidFill>
              </a:rPr>
              <a:t>ARM</a:t>
            </a:r>
            <a:r>
              <a:rPr lang="zh-CN" altLang="en-US" b="1" dirty="0">
                <a:solidFill>
                  <a:srgbClr val="0070C0"/>
                </a:solidFill>
              </a:rPr>
              <a:t>指令集：</a:t>
            </a:r>
            <a:r>
              <a:rPr lang="zh-CN" altLang="en-US" dirty="0"/>
              <a:t>编代码全部是</a:t>
            </a:r>
            <a:r>
              <a:rPr lang="en-US" dirty="0"/>
              <a:t> 32bits </a:t>
            </a:r>
            <a:r>
              <a:rPr lang="zh-CN" altLang="en-US" dirty="0"/>
              <a:t>的，每条指令能承载更多的信息，因此使用最少的指令完成功能， 所以在相同频率下运行速度也是最快的， 但也因为每条指令是</a:t>
            </a:r>
            <a:r>
              <a:rPr lang="en-US" dirty="0"/>
              <a:t>32bits </a:t>
            </a:r>
            <a:r>
              <a:rPr lang="zh-CN" altLang="en-US" dirty="0"/>
              <a:t>的而占用了最多的程序空间。</a:t>
            </a:r>
          </a:p>
          <a:p>
            <a:pPr>
              <a:buFont typeface="Wingdings" pitchFamily="2" charset="2"/>
              <a:buChar char="u"/>
            </a:pPr>
            <a:r>
              <a:rPr lang="en-US" b="1" dirty="0">
                <a:solidFill>
                  <a:srgbClr val="0070C0"/>
                </a:solidFill>
              </a:rPr>
              <a:t>Thumb</a:t>
            </a:r>
            <a:r>
              <a:rPr lang="zh-CN" altLang="en-US" b="1" dirty="0">
                <a:solidFill>
                  <a:srgbClr val="0070C0"/>
                </a:solidFill>
              </a:rPr>
              <a:t>指令集：</a:t>
            </a:r>
            <a:r>
              <a:rPr lang="zh-CN" altLang="en-US" dirty="0"/>
              <a:t>编代码全部是</a:t>
            </a:r>
            <a:r>
              <a:rPr lang="en-US" dirty="0"/>
              <a:t> 16bits </a:t>
            </a:r>
            <a:r>
              <a:rPr lang="zh-CN" altLang="en-US" dirty="0"/>
              <a:t>的，每条指令所能承载的信息少，因此它需要使用更多的指令才能完成功能， 因此运行速度慢， 但它也占用了最少的程序空间</a:t>
            </a:r>
          </a:p>
          <a:p>
            <a:pPr>
              <a:buFont typeface="Wingdings" pitchFamily="2" charset="2"/>
              <a:buChar char="u"/>
            </a:pPr>
            <a:r>
              <a:rPr lang="en-US" b="1" dirty="0">
                <a:solidFill>
                  <a:srgbClr val="0070C0"/>
                </a:solidFill>
              </a:rPr>
              <a:t>Thumb-2</a:t>
            </a:r>
            <a:r>
              <a:rPr lang="zh-CN" altLang="en-US" b="1" dirty="0">
                <a:solidFill>
                  <a:srgbClr val="0070C0"/>
                </a:solidFill>
              </a:rPr>
              <a:t>指令集：</a:t>
            </a:r>
            <a:r>
              <a:rPr lang="zh-CN" altLang="en-US" dirty="0"/>
              <a:t>在前面两者之间取了一个平衡， 兼有二者的优势， 当一个 操作可以使用一条</a:t>
            </a:r>
            <a:r>
              <a:rPr lang="en-US" dirty="0"/>
              <a:t> 32bits</a:t>
            </a:r>
            <a:r>
              <a:rPr lang="zh-CN" altLang="en-US" dirty="0"/>
              <a:t>指令完成时就使用</a:t>
            </a:r>
            <a:r>
              <a:rPr lang="en-US" dirty="0"/>
              <a:t> 32bits </a:t>
            </a:r>
            <a:r>
              <a:rPr lang="zh-CN" altLang="en-US" dirty="0"/>
              <a:t>的指令， 加快运行速度， 而当一次操作只需要一条</a:t>
            </a:r>
            <a:r>
              <a:rPr lang="en-US" dirty="0"/>
              <a:t>16bits </a:t>
            </a:r>
            <a:r>
              <a:rPr lang="zh-CN" altLang="en-US" dirty="0"/>
              <a:t>指令完成时就使用</a:t>
            </a:r>
            <a:r>
              <a:rPr lang="en-US" dirty="0"/>
              <a:t>16bits </a:t>
            </a:r>
            <a:r>
              <a:rPr lang="zh-CN" altLang="en-US" dirty="0"/>
              <a:t>的指令，节约存储空间。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4282" y="285728"/>
            <a:ext cx="8929718" cy="6357982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5.32</a:t>
            </a:r>
            <a:r>
              <a:rPr lang="zh-CN" altLang="en-US" b="1" dirty="0">
                <a:solidFill>
                  <a:srgbClr val="7030A0"/>
                </a:solidFill>
              </a:rPr>
              <a:t>位硬件除法和单周期乘法。</a:t>
            </a:r>
            <a:r>
              <a:rPr lang="zh-CN" altLang="en-US" dirty="0"/>
              <a:t>增加除法指令，</a:t>
            </a:r>
            <a:r>
              <a:rPr lang="en-US" dirty="0"/>
              <a:t>32</a:t>
            </a:r>
            <a:r>
              <a:rPr lang="zh-CN" altLang="en-US" dirty="0"/>
              <a:t>位乘法只需一个时钟周期。</a:t>
            </a:r>
          </a:p>
          <a:p>
            <a:r>
              <a:rPr lang="en-US" b="1" dirty="0">
                <a:solidFill>
                  <a:srgbClr val="7030A0"/>
                </a:solidFill>
              </a:rPr>
              <a:t>6.</a:t>
            </a:r>
            <a:r>
              <a:rPr lang="zh-CN" altLang="en-US" b="1" dirty="0">
                <a:solidFill>
                  <a:srgbClr val="7030A0"/>
                </a:solidFill>
              </a:rPr>
              <a:t>定义了统一的存储器映射。</a:t>
            </a:r>
            <a:r>
              <a:rPr lang="zh-CN" altLang="en-US" dirty="0"/>
              <a:t>各厂家生产的基于</a:t>
            </a:r>
            <a:r>
              <a:rPr lang="en-US" dirty="0"/>
              <a:t>CM3</a:t>
            </a:r>
            <a:r>
              <a:rPr lang="zh-CN" altLang="en-US" dirty="0"/>
              <a:t>内核的微控制具有一致的存储器映射。方便移植。</a:t>
            </a:r>
          </a:p>
          <a:p>
            <a:r>
              <a:rPr lang="en-US" b="1" dirty="0">
                <a:solidFill>
                  <a:srgbClr val="7030A0"/>
                </a:solidFill>
              </a:rPr>
              <a:t>7.</a:t>
            </a:r>
            <a:r>
              <a:rPr lang="zh-CN" altLang="en-US" b="1" dirty="0">
                <a:solidFill>
                  <a:srgbClr val="7030A0"/>
                </a:solidFill>
              </a:rPr>
              <a:t>引入分组堆栈指针机制。</a:t>
            </a:r>
            <a:r>
              <a:rPr lang="zh-CN" altLang="en-US" dirty="0"/>
              <a:t>把系统程序使用的堆栈和用户程序使用的堆栈分开。</a:t>
            </a:r>
          </a:p>
          <a:p>
            <a:r>
              <a:rPr lang="en-US" b="1" dirty="0">
                <a:solidFill>
                  <a:srgbClr val="7030A0"/>
                </a:solidFill>
              </a:rPr>
              <a:t>8.</a:t>
            </a:r>
            <a:r>
              <a:rPr lang="zh-CN" altLang="en-US" b="1" dirty="0">
                <a:solidFill>
                  <a:srgbClr val="7030A0"/>
                </a:solidFill>
              </a:rPr>
              <a:t>三级流水线和转移预测。</a:t>
            </a:r>
          </a:p>
          <a:p>
            <a:r>
              <a:rPr lang="en-US" b="1" dirty="0">
                <a:solidFill>
                  <a:srgbClr val="7030A0"/>
                </a:solidFill>
              </a:rPr>
              <a:t>9.</a:t>
            </a:r>
            <a:r>
              <a:rPr lang="zh-CN" altLang="en-US" b="1" dirty="0">
                <a:solidFill>
                  <a:srgbClr val="7030A0"/>
                </a:solidFill>
              </a:rPr>
              <a:t>哈佛结构。</a:t>
            </a:r>
          </a:p>
          <a:p>
            <a:r>
              <a:rPr lang="en-US" b="1" dirty="0">
                <a:solidFill>
                  <a:srgbClr val="7030A0"/>
                </a:solidFill>
              </a:rPr>
              <a:t>10.</a:t>
            </a:r>
            <a:r>
              <a:rPr lang="zh-CN" altLang="en-US" b="1" dirty="0">
                <a:solidFill>
                  <a:srgbClr val="7030A0"/>
                </a:solidFill>
              </a:rPr>
              <a:t>内置嵌套向量中断控制器。</a:t>
            </a:r>
          </a:p>
          <a:p>
            <a:r>
              <a:rPr lang="en-US" b="1" dirty="0">
                <a:solidFill>
                  <a:srgbClr val="7030A0"/>
                </a:solidFill>
              </a:rPr>
              <a:t>11.</a:t>
            </a:r>
            <a:r>
              <a:rPr lang="zh-CN" altLang="en-US" b="1" dirty="0">
                <a:solidFill>
                  <a:srgbClr val="7030A0"/>
                </a:solidFill>
              </a:rPr>
              <a:t>拥有先进的故障处理机制。</a:t>
            </a:r>
          </a:p>
          <a:p>
            <a:r>
              <a:rPr lang="en-US" b="1" dirty="0">
                <a:solidFill>
                  <a:srgbClr val="7030A0"/>
                </a:solidFill>
              </a:rPr>
              <a:t>12.</a:t>
            </a:r>
            <a:r>
              <a:rPr lang="zh-CN" altLang="en-US" b="1" dirty="0">
                <a:solidFill>
                  <a:srgbClr val="7030A0"/>
                </a:solidFill>
              </a:rPr>
              <a:t>支持串行调试。</a:t>
            </a:r>
          </a:p>
          <a:p>
            <a:r>
              <a:rPr lang="en-US" b="1" dirty="0">
                <a:solidFill>
                  <a:srgbClr val="7030A0"/>
                </a:solidFill>
              </a:rPr>
              <a:t>13.</a:t>
            </a:r>
            <a:r>
              <a:rPr lang="zh-CN" altLang="en-US" b="1" dirty="0">
                <a:solidFill>
                  <a:srgbClr val="7030A0"/>
                </a:solidFill>
              </a:rPr>
              <a:t>极高性价比。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暗香扑面">
  <a:themeElements>
    <a:clrScheme name="暗香扑面">
      <a:dk1>
        <a:sysClr val="windowText" lastClr="000000"/>
      </a:dk1>
      <a:lt1>
        <a:sysClr val="window" lastClr="FFFFFF"/>
      </a:lt1>
      <a:dk2>
        <a:srgbClr val="2F2F2F"/>
      </a:dk2>
      <a:lt2>
        <a:srgbClr val="FFFFF4"/>
      </a:lt2>
      <a:accent1>
        <a:srgbClr val="918415"/>
      </a:accent1>
      <a:accent2>
        <a:srgbClr val="C47546"/>
      </a:accent2>
      <a:accent3>
        <a:srgbClr val="AFB591"/>
      </a:accent3>
      <a:accent4>
        <a:srgbClr val="B9945B"/>
      </a:accent4>
      <a:accent5>
        <a:srgbClr val="85ADBC"/>
      </a:accent5>
      <a:accent6>
        <a:srgbClr val="E5B440"/>
      </a:accent6>
      <a:hlink>
        <a:srgbClr val="00D5D5"/>
      </a:hlink>
      <a:folHlink>
        <a:srgbClr val="DD00DD"/>
      </a:folHlink>
    </a:clrScheme>
    <a:fontScheme name="暗香扑面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</a:majorFont>
      <a:minorFont>
        <a:latin typeface="Franklin Gothic Book"/>
        <a:ea typeface=""/>
        <a:cs typeface=""/>
        <a:font script="Jpan" typeface="HG創英角ｺﾞｼｯｸUB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n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暗香扑面">
      <a:fillStyleLst>
        <a:solidFill>
          <a:schemeClr val="phClr"/>
        </a:solidFill>
        <a:gradFill rotWithShape="1">
          <a:gsLst>
            <a:gs pos="0">
              <a:schemeClr val="phClr">
                <a:tint val="98000"/>
                <a:satMod val="220000"/>
              </a:schemeClr>
            </a:gs>
            <a:gs pos="31000">
              <a:schemeClr val="phClr">
                <a:tint val="30000"/>
                <a:satMod val="150000"/>
              </a:schemeClr>
            </a:gs>
            <a:gs pos="91000">
              <a:schemeClr val="phClr">
                <a:tint val="96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28000"/>
                <a:satMod val="100000"/>
              </a:schemeClr>
              <a:schemeClr val="phClr">
                <a:tint val="100000"/>
                <a:satMod val="200000"/>
              </a:schemeClr>
            </a:duotone>
          </a:blip>
          <a:tile tx="0" ty="0" sx="80000" sy="8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10000"/>
              </a:schemeClr>
            </a:glow>
          </a:effectLst>
        </a:effectStyle>
        <a:effectStyle>
          <a:effectLst>
            <a:outerShdw blurRad="34925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9525" prstMaterial="dkEdge">
            <a:bevelT w="12000" h="24150"/>
            <a:contourClr>
              <a:schemeClr val="phClr">
                <a:satMod val="110000"/>
              </a:schemeClr>
            </a:contourClr>
          </a:sp3d>
        </a:effectStyle>
        <a:effectStyle>
          <a:effectLst>
            <a:outerShdw blurRad="50800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18700" prstMaterial="dkEdge">
            <a:bevelT w="44450" h="80600"/>
            <a:contourClr>
              <a:schemeClr val="phClr"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0000"/>
                <a:satMod val="1000000"/>
              </a:schemeClr>
            </a:gs>
            <a:gs pos="31000">
              <a:schemeClr val="phClr">
                <a:shade val="85000"/>
                <a:satMod val="450000"/>
              </a:schemeClr>
            </a:gs>
            <a:gs pos="100000">
              <a:schemeClr val="phClr">
                <a:tint val="70000"/>
                <a:satMod val="300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2">
            <a:duotone>
              <a:schemeClr val="phClr">
                <a:tint val="100000"/>
                <a:shade val="70000"/>
                <a:hueMod val="100000"/>
                <a:satMod val="100000"/>
              </a:schemeClr>
              <a:schemeClr val="phClr">
                <a:tint val="90000"/>
                <a:shade val="100000"/>
                <a:hueMod val="100000"/>
                <a:satMod val="10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Fan</Template>
  <TotalTime>445</TotalTime>
  <Words>1665</Words>
  <Application>Microsoft Office PowerPoint</Application>
  <PresentationFormat>全屏显示(4:3)</PresentationFormat>
  <Paragraphs>70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3" baseType="lpstr">
      <vt:lpstr>Arial</vt:lpstr>
      <vt:lpstr>Calibri</vt:lpstr>
      <vt:lpstr>Franklin Gothic Book</vt:lpstr>
      <vt:lpstr>Franklin Gothic Medium</vt:lpstr>
      <vt:lpstr>Wingdings</vt:lpstr>
      <vt:lpstr>Wingdings 2</vt:lpstr>
      <vt:lpstr>暗香扑面</vt:lpstr>
      <vt:lpstr>单片机原理与应用</vt:lpstr>
      <vt:lpstr>1.1 嵌入式系统简介 1.定义</vt:lpstr>
      <vt:lpstr>2.特点</vt:lpstr>
      <vt:lpstr>三个基本</vt:lpstr>
      <vt:lpstr>从用户和开发方的角度看嵌入式系统</vt:lpstr>
      <vt:lpstr>3.嵌入式系统分类 (1).冯诺依曼结构和哈佛结构 </vt:lpstr>
      <vt:lpstr>PowerPoint 演示文稿</vt:lpstr>
      <vt:lpstr>(2).CISC和RISC</vt:lpstr>
      <vt:lpstr>(3).嵌入式系统内核种类</vt:lpstr>
      <vt:lpstr>PowerPoint 演示文稿</vt:lpstr>
      <vt:lpstr>PowerPoint 演示文稿</vt:lpstr>
      <vt:lpstr>1.2 ARM体系结构及微处理器系列</vt:lpstr>
      <vt:lpstr>1.3  Cortex-M3简介</vt:lpstr>
      <vt:lpstr>CM3与ARM系列微控制器相比，具有以下优势：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单片机原理与应用</dc:title>
  <dc:creator>asus</dc:creator>
  <cp:lastModifiedBy>宇佩 马</cp:lastModifiedBy>
  <cp:revision>34</cp:revision>
  <dcterms:created xsi:type="dcterms:W3CDTF">2020-09-08T07:38:39Z</dcterms:created>
  <dcterms:modified xsi:type="dcterms:W3CDTF">2026-05-26T09:51:12Z</dcterms:modified>
</cp:coreProperties>
</file>