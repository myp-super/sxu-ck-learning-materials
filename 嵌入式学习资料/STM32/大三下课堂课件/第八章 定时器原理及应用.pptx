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tags/tag6.xml" ContentType="application/vnd.openxmlformats-officedocument.presentationml.tags+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54"/>
  </p:notesMasterIdLst>
  <p:sldIdLst>
    <p:sldId id="256" r:id="rId3"/>
    <p:sldId id="520" r:id="rId4"/>
    <p:sldId id="504" r:id="rId5"/>
    <p:sldId id="506" r:id="rId6"/>
    <p:sldId id="507" r:id="rId7"/>
    <p:sldId id="521" r:id="rId8"/>
    <p:sldId id="508" r:id="rId9"/>
    <p:sldId id="522" r:id="rId10"/>
    <p:sldId id="497" r:id="rId11"/>
    <p:sldId id="524" r:id="rId12"/>
    <p:sldId id="498" r:id="rId13"/>
    <p:sldId id="525" r:id="rId14"/>
    <p:sldId id="523" r:id="rId15"/>
    <p:sldId id="526" r:id="rId16"/>
    <p:sldId id="527" r:id="rId17"/>
    <p:sldId id="528" r:id="rId18"/>
    <p:sldId id="438" r:id="rId19"/>
    <p:sldId id="499" r:id="rId20"/>
    <p:sldId id="500" r:id="rId21"/>
    <p:sldId id="501" r:id="rId22"/>
    <p:sldId id="502" r:id="rId23"/>
    <p:sldId id="472" r:id="rId24"/>
    <p:sldId id="476" r:id="rId25"/>
    <p:sldId id="529" r:id="rId26"/>
    <p:sldId id="530" r:id="rId27"/>
    <p:sldId id="531" r:id="rId28"/>
    <p:sldId id="503" r:id="rId29"/>
    <p:sldId id="473" r:id="rId30"/>
    <p:sldId id="509" r:id="rId31"/>
    <p:sldId id="439" r:id="rId32"/>
    <p:sldId id="478" r:id="rId33"/>
    <p:sldId id="479" r:id="rId34"/>
    <p:sldId id="480" r:id="rId35"/>
    <p:sldId id="532" r:id="rId36"/>
    <p:sldId id="482" r:id="rId37"/>
    <p:sldId id="533" r:id="rId38"/>
    <p:sldId id="534" r:id="rId39"/>
    <p:sldId id="535" r:id="rId40"/>
    <p:sldId id="536" r:id="rId41"/>
    <p:sldId id="486" r:id="rId42"/>
    <p:sldId id="511" r:id="rId43"/>
    <p:sldId id="512" r:id="rId44"/>
    <p:sldId id="487" r:id="rId45"/>
    <p:sldId id="537" r:id="rId46"/>
    <p:sldId id="538" r:id="rId47"/>
    <p:sldId id="539" r:id="rId48"/>
    <p:sldId id="517" r:id="rId49"/>
    <p:sldId id="518" r:id="rId50"/>
    <p:sldId id="514" r:id="rId51"/>
    <p:sldId id="540" r:id="rId52"/>
    <p:sldId id="515" r:id="rId5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494C3"/>
    <a:srgbClr val="1452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showGuides="1">
      <p:cViewPr varScale="1">
        <p:scale>
          <a:sx n="109" d="100"/>
          <a:sy n="109" d="100"/>
        </p:scale>
        <p:origin x="80" y="104"/>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7:55.191"/>
    </inkml:context>
    <inkml:brush xml:id="br0">
      <inkml:brushProperty name="width" value="0.1" units="cm"/>
      <inkml:brushProperty name="height" value="0.1" units="cm"/>
      <inkml:brushProperty name="color" value="#E71224"/>
    </inkml:brush>
  </inkml:definitions>
  <inkml:trace contextRef="#ctx0" brushRef="#br0">0 0 8192,'3'0'2971,"6"0"-2971,11 3 5848,14 1-5848,17-1 2649,24 0-2649,15-1-2971,5 0 2971,-1-2-5848,-8 1 9203,-19-4-3355,-17-1 5464,-18 0-5464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7:55.631"/>
    </inkml:context>
    <inkml:brush xml:id="br0">
      <inkml:brushProperty name="width" value="0.1" units="cm"/>
      <inkml:brushProperty name="height" value="0.1" units="cm"/>
      <inkml:brushProperty name="color" value="#E71224"/>
    </inkml:brush>
  </inkml:definitions>
  <inkml:trace contextRef="#ctx0" brushRef="#br0">348 0 8192,'-1'23'7057,"-5"11"-5557,2-11-1777,-75 365-5874,32-171 4022,-114 596 2129,155-783 0,-36 241 0,42-265 89,-1 2 836,0 0 0,1-1-1,0 1 1,2 12 0,-2-19-798,1 0-1,-1 0 1,0 0 0,0 0 0,1 1 0,-1-1-1,1 0 1,-1 0 0,1 0 0,-1 0 0,1 0-1,0 0 1,-1 0 0,1 0 0,0 0-1,0-1 1,0 1 0,0 0 0,0 0 0,-1-1-1,2 1 1,-1 0 0,0-1 0,0 1 0,0-1-1,0 0 1,0 1 0,0-1 0,0 0-1,1 1 1,-1-1 0,0 0 0,0 0 0,0 0-1,3-1 1,6 0 19,0-1 1,0 0-1,-1-1 1,1 0-1,-1-1 0,1 0 1,15-10-1,63-47 750,-50 32-772,202-144-2920,-115 84 2236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7:56.003"/>
    </inkml:context>
    <inkml:brush xml:id="br0">
      <inkml:brushProperty name="width" value="0.1" units="cm"/>
      <inkml:brushProperty name="height" value="0.1" units="cm"/>
      <inkml:brushProperty name="color" value="#E71224"/>
    </inkml:brush>
  </inkml:definitions>
  <inkml:trace contextRef="#ctx0" brushRef="#br0">0 10 8192,'3'0'3356,"4"0"-3356,5 0 5483,10 0-5483,10 0 2629,12 0-2629,10 0 0,13 0 0,11 0 0,12 0 0,-3-3 0,-15 0 0,-19-1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7:56.395"/>
    </inkml:context>
    <inkml:brush xml:id="br0">
      <inkml:brushProperty name="width" value="0.1" units="cm"/>
      <inkml:brushProperty name="height" value="0.1" units="cm"/>
      <inkml:brushProperty name="color" value="#E71224"/>
    </inkml:brush>
  </inkml:definitions>
  <inkml:trace contextRef="#ctx0" brushRef="#br0">0 15 8192,'3'0'11332,"7"0"-11332,9 0 136,15 0-136,14 0 0,12 0 0,4-3 0,0 0 0,-9-1 0,-10 2 0,-14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03.132"/>
    </inkml:context>
    <inkml:brush xml:id="br0">
      <inkml:brushProperty name="width" value="0.1" units="cm"/>
      <inkml:brushProperty name="height" value="0.1" units="cm"/>
      <inkml:brushProperty name="color" value="#E71224"/>
    </inkml:brush>
  </inkml:definitions>
  <inkml:trace contextRef="#ctx0" brushRef="#br0">0 255 8192,'9'-1'985,"-1"0"-1,1 0 1,-1 0 0,0-1 0,0-1 0,1 0-1,7-4 1,55-29 2492,-58 29-3364,81-54-113,-71 43 0,2 2 0,0 1 0,1 0 0,1 2 0,35-12 0,-44 21 0,1 0 0,0 2 0,31 0 0,6-1 0,15-7 0,-43 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03.678"/>
    </inkml:context>
    <inkml:brush xml:id="br0">
      <inkml:brushProperty name="width" value="0.1" units="cm"/>
      <inkml:brushProperty name="height" value="0.1" units="cm"/>
      <inkml:brushProperty name="color" value="#E71224"/>
    </inkml:brush>
  </inkml:definitions>
  <inkml:trace contextRef="#ctx0" brushRef="#br0">0 0 8192,'0'546'7113,"0"-59"-14422,0-121 8641,0-1 8559,0-333-9450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11.286"/>
    </inkml:context>
    <inkml:brush xml:id="br0">
      <inkml:brushProperty name="width" value="0.1" units="cm"/>
      <inkml:brushProperty name="height" value="0.1" units="cm"/>
      <inkml:brushProperty name="color" value="#E71224"/>
    </inkml:brush>
  </inkml:definitions>
  <inkml:trace contextRef="#ctx0" brushRef="#br0">1 0 8192,'0'101'7979,"0"1"-4197,0 201-4911,0-153 1406,0-134 282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12.078"/>
    </inkml:context>
    <inkml:brush xml:id="br0">
      <inkml:brushProperty name="width" value="0.1" units="cm"/>
      <inkml:brushProperty name="height" value="0.1" units="cm"/>
      <inkml:brushProperty name="color" value="#E71224"/>
    </inkml:brush>
  </inkml:definitions>
  <inkml:trace contextRef="#ctx0" brushRef="#br0">0 382 8192,'1'-17'647,"0"1"1,2-1 0,0 1 0,0 0-1,2 0 1,0 0 0,0 0-1,2 1 1,9-18 0,3 1 600,1 1-1,1 1 1,28-29 0,-45 54-1248,1-1 0,0 2 0,0-1 0,0 1 0,1-1 0,-1 1 0,1 1 0,11-6 0,-13 8 0,-1-1 0,1 1 0,0 0 0,0 1 0,0-1 0,-1 1 0,1-1 0,0 1 0,0 0 0,0 1 0,0-1 0,0 1 0,-1-1 0,1 1 0,0 0 0,0 1 0,3 1 0,17 7 0,-4-2 0,34 21 0,-49-26 0,1 1 0,-1 0 0,0 0 0,0 1 0,-1-1 0,1 1 0,-1 0 0,0 0 0,-1 1 0,6 8 0,5 17-1649,-2 1-1,14 51 0,7 70-4598,-27-123 5977,3 24 271,3 90 0,-11 55 0,-1-197 0,1 18 481,0 0 1,2-1-1,8 31 1,-5-25-207,2 30 0,-6-27-2751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13.108"/>
    </inkml:context>
    <inkml:brush xml:id="br0">
      <inkml:brushProperty name="width" value="0.1" units="cm"/>
      <inkml:brushProperty name="height" value="0.1" units="cm"/>
      <inkml:brushProperty name="color" value="#E71224"/>
    </inkml:brush>
  </inkml:definitions>
  <inkml:trace contextRef="#ctx0" brushRef="#br0">0 0 8192,'9'7'7498,"-8"-7"-7198,16 3 3212,-14-3-3354,73 6-158,99-4 0,-94-3 0,597 0-2511,889 2-6446,-1017 10 8957,3 38 0,-515-45 2120,71-2 0,-100-2-1652,18 0 6292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20.171"/>
    </inkml:context>
    <inkml:brush xml:id="br0">
      <inkml:brushProperty name="width" value="0.1" units="cm"/>
      <inkml:brushProperty name="height" value="0.1" units="cm"/>
      <inkml:brushProperty name="color" value="#E71224"/>
    </inkml:brush>
  </inkml:definitions>
  <inkml:trace contextRef="#ctx0" brushRef="#br0">0 19 8192,'699'0'12046,"1"0"-12313,-35 0-11159,1542 0 22541,-2177-1-11115,34-7 0,25 0 0,734 7-8410,-400 2 5352,1777-1 3058,-1879 9 0,-26-1 0,699-7 6496,-470-2-4705,-341 9 33,-89-2-2827,-2-4-4482,496-2 13330,-567 0-7845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33.894"/>
    </inkml:context>
    <inkml:brush xml:id="br0">
      <inkml:brushProperty name="width" value="0.1" units="cm"/>
      <inkml:brushProperty name="height" value="0.1" units="cm"/>
      <inkml:brushProperty name="color" value="#E71224"/>
    </inkml:brush>
  </inkml:definitions>
  <inkml:trace contextRef="#ctx0" brushRef="#br0">0 36 8192,'14'-5'7515,"18"-6"-3562,31 1-4464,1 4 0,0 2 0,65 5 0,-45 0-241,1199-1-7707,2 0 6884,-416 1 5426,0-1 4687,-673 9-8622,-66 2-4154,-76-6 1076,470 5-23,-325-12 2827,4771 2 358,-4483 8 0,-38 1 0,2937-8 0,-1647-3 0,724 2 1764,-2391-1-3780,-2-4 4179,-45 1 7394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49:35.500"/>
    </inkml:context>
    <inkml:brush xml:id="br0">
      <inkml:brushProperty name="width" value="0.1" units="cm"/>
      <inkml:brushProperty name="height" value="0.1" units="cm"/>
      <inkml:brushProperty name="color" value="#E71224"/>
    </inkml:brush>
  </inkml:definitions>
  <inkml:trace contextRef="#ctx0" brushRef="#br0">165 1 8192,'0'13'1108,"1"-7"-312,-1 0 1,0 0 0,0 0 0,-1 0 0,0 1 0,0-1 0,0 0 0,-1 0 0,0 0 0,0-1 0,0 1 0,-4 5 0,-77 107-797,31-48 0,46-62 0,0 1 0,7-8 0,6-3 0,11-4-881,0 1 0,0 1 0,1 0 0,-1 2 0,1 0-1,-1 1 1,34 3 0,-26-1-224,0-2 1,0 0-1,30-6 0,-48 5 1924,0 0 0,0-1 0,0-1 0,0 1 1,0-1-1,7-5 0,-11 6-341,0 0 0,0 0 0,0 0-1,0 0 1,0-1 0,-1 1 0,0-1 0,0 0 0,0 0 0,0 0-1,4-8 1,-7 9-577,1 1-1,-1 0 1,1-1 0,-1 1-1,0 0 1,0 0-1,0-1 1,0 1-1,-1 0 1,1-1 0,0 1-1,-1 0 1,0 0-1,1-1 1,-1 1 0,0 0-1,0 0 1,0 0-1,0 0 1,-1 0 0,1 0-1,-1 1 1,1-1-1,-1 0 1,1 1-1,-1-1 1,-3-1 0,-5-5-1029,-1 0 0,0 1 0,-19-9 0,19 10 498,-19-9-745,11 5 653,0 0-1,-26-19 0,34 20 723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0:16.758"/>
    </inkml:context>
    <inkml:brush xml:id="br0">
      <inkml:brushProperty name="width" value="0.1" units="cm"/>
      <inkml:brushProperty name="height" value="0.1" units="cm"/>
      <inkml:brushProperty name="color" value="#E71224"/>
    </inkml:brush>
  </inkml:definitions>
  <inkml:trace contextRef="#ctx0" brushRef="#br0">1 1 8192,'7'6'846,"1"-1"1,0 0-1,0 0 1,0 0-1,0-1 1,1 0-1,0-1 1,0 0-1,16 4 1,5-1 654,53 3 1,352-5-1502,-238-6 0,4035 2-11468,-3717-9 11468,-415 6 0,-20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0:33.684"/>
    </inkml:context>
    <inkml:brush xml:id="br0">
      <inkml:brushProperty name="width" value="0.1" units="cm"/>
      <inkml:brushProperty name="height" value="0.1" units="cm"/>
      <inkml:brushProperty name="color" value="#E71224"/>
    </inkml:brush>
  </inkml:definitions>
  <inkml:trace contextRef="#ctx0" brushRef="#br0">1 0 8192,'2239'0'11958,"-3"0"-11952,5 0-11529,-1525 0 11933,791 0-1592,-1006 0 4846,0 0 4183,-474 0-7559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0:39.49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0,'14833'0'0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09:50:41.9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1 134,'39'-2,"0"-2,0-2,40-11,1 0,159-20,345-10,251 43,-442 8,-377-4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09:50:43.8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1 125,'0'-2,"1"0,-1 0,1-1,0 1,0 0,0 0,0 0,0 0,0 0,0 0,1 0,-1 0,1 1,-1-1,1 0,0 1,-1 0,1-1,0 1,0 0,0 0,0 0,0 0,0 0,1 0,2 0,8-3,0 0,27-3,-38 7,66-6,119 4,-104 3,-57-1,524-11,639-26,646 39,-1017-3,-401 9,18 0,263-9,-683 1,0-2,0 0,0 0,0-2,24-8,-24 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0:47.956"/>
    </inkml:context>
    <inkml:brush xml:id="br0">
      <inkml:brushProperty name="width" value="0.1" units="cm"/>
      <inkml:brushProperty name="height" value="0.1" units="cm"/>
      <inkml:brushProperty name="color" value="#E71224"/>
    </inkml:brush>
  </inkml:definitions>
  <inkml:trace contextRef="#ctx0" brushRef="#br0">1 1 8192,'21'9'9330,"-17"-6"-8397,7 4 272,9 4-1187,1-2-1,1-1 0,0 0 0,0-2 1,0 0-1,42 4 0,143-2-405,-168-8 160,463 1-3393,408 4-3731,752 4 7352,-1020-11 0,6530 2 11468,-7145 0-11468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09:50:51.5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19,'4'-2,"0"0,0 0,0 0,1 0,-1 1,0 0,1 0,-1 0,1 0,-1 1,1 0,-1 0,7 0,3 0,525-4,-302 6,2454-1,-2152 23,-94 0,604-21,-542-6,6582 3,-6501 9,-38-1,4394-6,-2408-4,-189 2,-2324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09:50:53.62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28,'82'0,"753"-13,-109-2,1 22,-40-1,10096-6,-10766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09:50:55.40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85,'16'0,"664"-16,509-47,795 57,-1101 9,8715-3,-9584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09:50:56.93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35,'6398'0,"-6262"-3,142-23,-267 24,1 0,-1 1,0 1,1-1,-1 2,1 0,-1 0,0 1,15 4,-3 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1:00.973"/>
    </inkml:context>
    <inkml:brush xml:id="br0">
      <inkml:brushProperty name="width" value="0.1" units="cm"/>
      <inkml:brushProperty name="height" value="0.1" units="cm"/>
      <inkml:brushProperty name="color" value="#E71224"/>
    </inkml:brush>
  </inkml:definitions>
  <inkml:trace contextRef="#ctx0" brushRef="#br0">178 988 8192,'-9'-13'7482,"9"11"-7170,-3-22 3202,3 20-3354,-2-41-160,1 0 0,3-1 0,2 1 0,1 0 0,20-76 0,85-214 0,-62 204 0,0 20 0,-48 110 0,0-1 0,1 1 0,-1 0 0,1 0 0,-1 0 0,1 0 0,-1 0 0,1 0 0,0 0 0,0 0 0,-1 0 0,1 0 0,0 0 0,0 0 0,0 0 0,0 1 0,0-1 0,2-1 0,-2 2 0,0 0 0,0 0 0,0 0 0,0 0 0,0 0 0,0 0 0,0 0 0,0 0 0,-1 1 0,1-1 0,0 0 0,0 0 0,0 1 0,0-1 0,-1 1 0,1-1 0,0 1 0,0-1 0,-1 1 0,2 0 0,4 5 0,0 1 0,-1 0 0,0-1 0,7 13 0,-3-6 0,31 49-1315,-2 2 0,31 73-1,-40-66-2445,35 127 0,-55-162 3911,2 5 567,2 0 0,25 57 0,-33-86-202,-1 0-1,0 0 1,0 1 0,-1 0-1,-1-1 1,0 1 0,-1 0-1,-1 16 1,0-6 619,-2 0 0,-1-1-1,-9 39 1,11-58-1134,1 0 0,-1 0 0,0 0 0,0 0 0,-1-1 0,1 1 0,0 0 0,-1-1 0,0 1 0,0-1 0,1 0 0,-5 4 0,4-5 0,1 0 0,-1 0 0,1 0 0,-1-1 0,1 1 0,-1-1 0,0 1 0,1-1 0,-1 1 0,0-1 0,0 0 0,1 0 0,-1 0 0,0 0 0,0 0 0,1 0 0,-1 0 0,0-1 0,1 1 0,-1-1 0,0 1 0,-2-2 0,-8-3-338,1-1-1,-1 0 0,2-1 0,-1 0 1,1-1-1,0 0 0,-12-13 1,-60-73-4420,31 33 2948,-3 2 516,-81-65 0,-4 17 5141,120 92-1061,-27-26 0,-7-6-340,45 42-2446,1-1 0,0 0 0,1-1 0,-1 1 0,-8-13 0,14 17 0,-1 0 0,1 0 0,0 0 0,0-1 0,0 1 0,0 0 0,0-1 0,1 1 0,-1-1 0,1 1 0,-1-1 0,1 1 0,0-1 0,0 1 0,0-1 0,0 0 0,1 1 0,-1-1 0,1 1 0,-1-1 0,1 1 0,0 0 0,0-1 0,0 1 0,2-3 0,2-3-273,1 1 0,0 0 0,0 1 0,0-1 0,1 1 0,0 0-1,0 1 1,1 0 0,0 0 0,0 0 0,15-6 0,2 1-1276,0 1-1,48-10 1,-15 11 733,0 2 0,-1 3 0,84 6 0,-41-1 537,101 10 279,-123-6 0,-53-3 939,-1 2 0,1 0-1,-1 2 1,38 15 0,-35-11 207,0-2 0,0-1-1,35 6 1,-60-14-1104,0 0 0,0 0 0,0 1 0,0-1 0,0 1-1,0 0 1,0-1 0,0 1 0,0 0 0,-1 0 0,1 0 0,0 0 0,0 1 0,-1-1-1,1 0 1,-1 1 0,1-1 0,-1 1 0,0 0 0,1-1 0,-1 1 0,0 0 0,0 0-1,0 0 1,0 0 0,-1 0 0,1 0 0,-1 0 0,1 0 0,-1 0 0,1 0 0,-1 0-1,0 3 1,0-1 3,0 0 1,-1 0-1,0 1 0,1-1 0,-1 0 0,-1 0 0,1 0 0,0 0 0,-1 0 0,0-1 1,0 1-1,0 0 0,-1-1 0,1 0 0,-1 1 0,-3 3 0,-7 3-153,0 1 0,0-2 0,-1 0-1,0-1 1,-1 0 0,0-1 0,-24 8-1,-117 26-1602,98-28 1107,-469 112-7683,497-118 8287,-15 3 0,-45 16 0,71-18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36.799"/>
    </inkml:context>
    <inkml:brush xml:id="br0">
      <inkml:brushProperty name="width" value="0.1" units="cm"/>
      <inkml:brushProperty name="height" value="0.1" units="cm"/>
      <inkml:brushProperty name="color" value="#E71224"/>
    </inkml:brush>
  </inkml:definitions>
  <inkml:trace contextRef="#ctx0" brushRef="#br0">0 1502 8192,'10'1'1403,"0"0"0,0 0 0,18 7 0,10 0 2246,125 12-1218,84-9-3214,52-11-7801,1-1 5266,601 1 6932,-831 0-3439,1543 0-2971,-1409-8 2796,-6 0 0,949 8 4270,-1032-5 1519,0-6-6099,63-5-7248,50-9 6207,27-1 511,579 25 840,-386 3 0,2386-2 3543,-2482 0-8227,-150 0 6361,0 0 8814,-174 0-11166,494 0-8618,0 0 6294,1 0 6337,-1 0 6379,-134 0-10333,-305 0-2763,1 0-3367,-81 0 6727,0 0 1,0-1 0,0 1-1,0-1 1,0 0-1,0 0 1,0 0-1,0 0 1,0 0 0,0 0-1,0-1 1,-1 0-1,1 1 1,-1-1-1,1 0 1,-1 0 0,0-1-1,0 1 1,1 0-1,-2-1 1,1 1-1,0-1 1,0 0 0,1-5-1,4-6 36,-2-1-1,0 1 1,5-31 0,-4 17 3,36-107-20,-1 0 0,-35 108 0,0 1 0,-2 0 0,0-36 0,-3 28 0,-2-1 0,-10-57 0,7 72 0,-1 1 0,0 1 0,-2-1 0,0 1 0,-1 0 0,-14-22 0,-76-105 0,37 57 0,56 81 0,-1 0 0,0 0 0,-1 1 0,0-1 0,0 1 0,0 1 0,0-1 0,-1 1 0,0 1 0,-14-7 0,-8-1 0,-52-14 0,51 18 0,-682-148 0,176 101 0,-3 49 0,-735 10 1874,841-4-952,415 0-242,0 0-1,0 2 0,0 0 1,0 1-1,1 1 0,-19 6 1,29-7-435,0 0-1,1 1 1,-1 0 0,1 0 0,-1 1-1,1 0 1,1 0 0,-1 1 0,1 0 0,0 0-1,0 0 1,1 1 0,0-1 0,0 1-1,-7 13 1,-99 193-804,35-63-1054,-18 41 604,84-168 477,1 1 0,2 0 0,0 1 0,2 0 0,0 0 0,-1 50 0,6-41-381,1 0 0,1 1 1,3-1-1,12 52 1,-6-48 912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40.198"/>
    </inkml:context>
    <inkml:brush xml:id="br0">
      <inkml:brushProperty name="width" value="0.1" units="cm"/>
      <inkml:brushProperty name="height" value="0.1" units="cm"/>
      <inkml:brushProperty name="color" value="#E71224"/>
    </inkml:brush>
  </inkml:definitions>
  <inkml:trace contextRef="#ctx0" brushRef="#br0">0 1 8192,'119'1'10430,"58"6"-9517,65 0-4734,1579-4-2324,-980-5 4768,3944 2 12845,-4591 9-11468,6-1 0,-113-8 0,437 15 0,-121 6-3634,4-23-2417,-138 0 4268,813 2 2342,-897 9 1272,-3-1-2892,204-9 2478,-114 1-3522,-85 16 1671,-13 0 227,405 7 207,282 4 0,-516-10 0,-155-4 0,453 47 2861,-613-56-2926,-7-1-2731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47.700"/>
    </inkml:context>
    <inkml:brush xml:id="br0">
      <inkml:brushProperty name="width" value="0.1" units="cm"/>
      <inkml:brushProperty name="height" value="0.1" units="cm"/>
      <inkml:brushProperty name="color" value="#E71224"/>
    </inkml:brush>
  </inkml:definitions>
  <inkml:trace contextRef="#ctx0" brushRef="#br0">0 0 8192,'32'2'2550,"-1"1"1,1 2 0,30 8 0,10 2-1286,95 22-1265,-92-19 0,96 11 0,383-17-8969,-373-14 6911,2920 1 1538,-1619 1 599,-52 0-79,-1341-2 0,0-5 0,-1-3 0,89-23 0,-137 26 603,50-3-1,9 0 989,8-3 4731,1 7-3699,108 5-6929,-96 3-2688,1025-2 18021,-1116 0-11027</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1:56.519"/>
    </inkml:context>
    <inkml:brush xml:id="br0">
      <inkml:brushProperty name="width" value="0.1" units="cm"/>
      <inkml:brushProperty name="height" value="0.1" units="cm"/>
      <inkml:brushProperty name="color" value="#E71224"/>
    </inkml:brush>
  </inkml:definitions>
  <inkml:trace contextRef="#ctx0" brushRef="#br0">0 1 8192,'105'0'7912,"30"-1"-4651,67 4-6520,-1 7-2060,-67 4 4915,51 9-275,406 37-833,397-51 1512,-581-13 0,8250 3 7890,-4291 2-4665,-4334-1-2872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1:59.953"/>
    </inkml:context>
    <inkml:brush xml:id="br0">
      <inkml:brushProperty name="width" value="0.1" units="cm"/>
      <inkml:brushProperty name="height" value="0.1" units="cm"/>
      <inkml:brushProperty name="color" value="#E71224"/>
    </inkml:brush>
  </inkml:definitions>
  <inkml:trace contextRef="#ctx0" brushRef="#br0">1 1092 8192,'2689'0'-2839,"3595"0"14590,-4740 0-12572,-2 0-4154,-1497-1 3285,49-8 1,110-31 2447,-72 13 2047,21-4 2507,-128 24-4741,-1-1 1,0-1-1,0-1 0,25-15 0,-44 20-571,1 0 0,-1 0 0,0-1 0,0 1 0,-1-1 0,0-1 0,0 1 0,0 0 0,-1-1 0,0 0 0,3-8 0,5-9 0,-7 17 0,0-1 0,-1 0 0,0 0 0,0-1 0,-1 1 0,0 0 0,-1-1 0,1 0 0,-2 1 0,1-1 0,-1 1 0,0-1 0,-3-11 0,-1-39 0,3 42 0,0 0 0,-1 1 0,0-1 0,-6-16 0,-11-35-1706,14 45 171,-1 0 1,-2 1-1,-16-36 0,18 46 1206,-1 1 0,-1 1-1,0-1 1,-1 1-1,0 1 1,0-1-1,-1 2 1,0-1 0,0 1-1,-20-11 1,-44-26 329,-94-44 0,134 75 0,0 0 0,-1 3 0,0 1 0,-1 1 0,-56-6 0,-581-1 0,459 18 0,-260-2 0,418 2 0,1 2 0,-1 3 0,-72 19 0,87-15 610,-56 26 1,59-21 751,-64 17 0,76-27-588,-181 51 5975,204-56-6749,-1 1 0,1 0 0,-1 0 0,1 0 0,0 1 0,-1-1 0,1 1 0,0-1 0,1 1 0,-1 0 0,0 0 0,1 0 0,0 1 0,0-1 0,0 1 0,0-1 0,0 1 0,1 0 0,-1-1 0,1 1 0,0 0 0,-1 7 0,0 8 0,0-1 0,2 1 0,2 31 0,-1-25 0,3 25 0,1 0 0,2-1 0,3 0 0,2-1 0,2 0 0,30 70 0,-22-62-165,-2 1 0,22 99 0,-38-136 660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53.251"/>
    </inkml:context>
    <inkml:brush xml:id="br0">
      <inkml:brushProperty name="width" value="0.1" units="cm"/>
      <inkml:brushProperty name="height" value="0.1" units="cm"/>
      <inkml:brushProperty name="color" value="#E71224"/>
    </inkml:brush>
  </inkml:definitions>
  <inkml:trace contextRef="#ctx0" brushRef="#br0">0 1127 8192,'249'0'9557,"0"0"-6472,49 0-5221,148 0-7929,301 0 19781,-2 0-6463,1 0-6506,-2 0-6551,-516-1 9402,239 3 451,-329 6 1133,33 0 1906,-16 0 958,16 0-894,259-9-3152,-408 0 0,0-1 0,-1-1 0,24-7 0,-18 4 0,29-3 0,-51 9 0,1 0 0,-1-1 0,0 0 0,1 0 0,-1-1 0,0 0 0,0 0 0,0 0 0,0 0 0,0-1 0,-1 1 0,1-1 0,-1-1 0,1 1 0,-1 0 0,0-1 0,-1 0 0,1 0 0,-1 0 0,1-1 0,-1 1 0,0-1 0,2-5 0,8-14-2041,16-43 0,-2 5-2163,-23 51 3892,-1 0 1,0-1 0,0 1-1,-2 0 1,1-1-1,-2 1 1,1-1-1,-2 0 1,-1-12 0,1-9 243,1-55 68,-1-73 0,-1 143 0,0 0 0,-1 0 0,-1 0 0,-1 1 0,0-1 0,-1 1 0,-1 0 0,0 1 0,-2 0 0,0 0 0,0 0 0,-2 1 0,1 1 0,-2 0 0,0 1 0,-1 0 0,0 0 0,-23-15 0,0 4 0,-1 1 0,-2 2 0,0 2 0,-1 1 0,-1 3 0,0 1 0,-1 2 0,0 1 0,-1 3 0,0 1 0,-1 3 0,-69 0 0,37 4 0,-67 2 0,116 0 0,-1 1 0,1 1 0,-29 9 0,38-7 0,-1 1 0,1 1 0,0 1 0,0 1 0,-21 15 0,-75 68 0,100-80 0,1 0 0,1 0 0,0 2 0,1-1 0,0 2 0,1-1 0,1 1 0,0 1 0,1 0 0,1 0 0,1 0 0,1 1 0,0 0 0,-3 19 0,0 20 0,-2 92 0,12 56 0,-1-176 1911,1 0 1,10 48-1,-10-67-1433,1-1 0,0 1 0,1-1-1,0 0 1,0 0 0,1 0 0,0 0 0,1-1 0,-1 0 0,2 0-1,9 10 1,17 11-478,-18-16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54.946"/>
    </inkml:context>
    <inkml:brush xml:id="br0">
      <inkml:brushProperty name="width" value="0.1" units="cm"/>
      <inkml:brushProperty name="height" value="0.1" units="cm"/>
      <inkml:brushProperty name="color" value="#E71224"/>
    </inkml:brush>
  </inkml:definitions>
  <inkml:trace contextRef="#ctx0" brushRef="#br0">0 1 8192,'206'0'9348,"-1"0"-7690,411 0-12460,-376 0 11551,0 0 9325,671 0-9633,-651 16-5291,-18 1-4,859-15 3396,-542-4 1152,801 2 3167,-1324 0-2366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2:03.661"/>
    </inkml:context>
    <inkml:brush xml:id="br0">
      <inkml:brushProperty name="width" value="0.1" units="cm"/>
      <inkml:brushProperty name="height" value="0.1" units="cm"/>
      <inkml:brushProperty name="color" value="#E71224"/>
    </inkml:brush>
  </inkml:definitions>
  <inkml:trace contextRef="#ctx0" brushRef="#br0">1 68 8192,'272'2'6152,"293"-4"-836,-400-6-5316,54-1 0,937 9-6650,-476 0 5542,-517 2 4340,176-4 1294,-194-14-10066,8 0-388,507 14 5928,-324 4 0,-249-2 0,326-10 0,43 2 9370,-283 10-7831,195-2-980,-353 0-559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2:43.166"/>
    </inkml:context>
    <inkml:brush xml:id="br0">
      <inkml:brushProperty name="width" value="0.1" units="cm"/>
      <inkml:brushProperty name="height" value="0.1" units="cm"/>
      <inkml:brushProperty name="color" value="#E71224"/>
    </inkml:brush>
  </inkml:definitions>
  <inkml:trace contextRef="#ctx0" brushRef="#br0">1 149 8192,'621'0'11468,"-590"-1"-12018,32-6 0,17-1-1146,-27 7-251,-27 2 266,0-2-1,0-1 1,43-8 0,-32 3 1681,0 1 0,0 3 0,51 0 0,-14 1 0,-46-1 648,0-1 0,0-2 1,31-10-1,8-2-380,-30 11-718,-1 1 1,51 0-1,76 7-764,-58 1 916,991-2 9559,-1070-2-8777,-1 0 0,46-11 0,-45 7-232,1 1-1,39-2 1,703 7-8486,-355 1 5000,3180-1 3234,-3544 3 0,71 11 0,32 3 0,457-15 0,-299-5 0,3402 4 0,-3574-10 5842,-22 1-654,-99 7-4750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2:47.948"/>
    </inkml:context>
    <inkml:brush xml:id="br0">
      <inkml:brushProperty name="width" value="0.1" units="cm"/>
      <inkml:brushProperty name="height" value="0.1" units="cm"/>
      <inkml:brushProperty name="color" value="#E71224"/>
    </inkml:brush>
  </inkml:definitions>
  <inkml:trace contextRef="#ctx0" brushRef="#br0">1 72 8192,'4'4'831,"1"0"0,0-1-1,0 1 1,1-1 0,-1-1 0,1 1 0,-1-1 0,1 0 0,9 2 0,56 7 2319,-68-10-3141,358 7-9,-234-9 0,467 1-3919,328-2-3630,-581-6 7549,151 0 0,2686 9 11027,-3090-2-10880,-1-3 0,98-17 0,-12-10-2324,192-9-1,19 32-4500,0 12 6130,-27-1 3457,273-3 5861,-1 0-7873,-264 0-4966,1 0-3972,4217 0 7688,-4219 8 353,-28 1 0,2402-8 0,-1333-3 0,16 2 11468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3:09.286"/>
    </inkml:context>
    <inkml:brush xml:id="br0">
      <inkml:brushProperty name="width" value="0.1" units="cm"/>
      <inkml:brushProperty name="height" value="0.1" units="cm"/>
      <inkml:brushProperty name="color" value="#E71224"/>
    </inkml:brush>
  </inkml:definitions>
  <inkml:trace contextRef="#ctx0" brushRef="#br0">0 180 8192,'484'0'3688,"642"0"-8270,-702 0 7116,1 0 6856,-349 0-9143,54 1-431,177-22 0,44-7-9740,-175 25 10337,1 4 4340,-76-1 123,165 1-4592,354-1-11853,-416 0 11308,0 0 5135,-118-4-1842,107-19 0,-82 8-1983,123 1-3558,-110 10 2222,-26-1 2062,48 0-8058,-11 1 1663,-44 0 7872,451-1-5232,-311 6 1164,1219-1 11725,-1103 0-10350,-330-1-2157,-1 0-1,1-2 1,28-7-1,-26 4-92,1 2-1,22-2 1,19 3 1691,52-5 0,-72 3 3485,80 3-1,-78 2-896,-25 0-677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3:51.057"/>
    </inkml:context>
    <inkml:brush xml:id="br0">
      <inkml:brushProperty name="width" value="0.1" units="cm"/>
      <inkml:brushProperty name="height" value="0.1" units="cm"/>
      <inkml:brushProperty name="color" value="#E71224"/>
    </inkml:brush>
  </inkml:definitions>
  <inkml:trace contextRef="#ctx0" brushRef="#br0">12 147 8192,'-11'-9'6453,"11"9"-6333,30-12 4775,19 5-4895,0 1 0,0 3 0,82 5 0,-36 0 0,853-2-3623,515 0 7246,-1447-1-3623,-1 0 0,18-4 0,26-3 0,433 6-8553,-250 4 5638,1369-2 2915,-1598-1 1119,0-1-1,1 0 1,-1-1 0,-1 0 0,22-8 0,-17 5 466,-1 1 0,31-6 0,140 1-2685,-48 4-276,62-8 3248,100 5-4449,288 10-3819,1-1 3783,589 0 5604,-214-1 4017,-940 0-6236,32-6 1,11 0-127,-48 6-646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09.940"/>
    </inkml:context>
    <inkml:brush xml:id="br0">
      <inkml:brushProperty name="width" value="0.1" units="cm"/>
      <inkml:brushProperty name="height" value="0.1" units="cm"/>
      <inkml:brushProperty name="color" value="#E71224"/>
    </inkml:brush>
  </inkml:definitions>
  <inkml:trace contextRef="#ctx0" brushRef="#br0">0 1 8192,'21'9'1147,"-1"0"-1,1-2 1,1 0 0,38 6 0,92 3 4587,456-9-14318,-375-9 6141,1924-1 4085,1088 4 4955,-750 0-3809,-2284 7-2788,-4 1 0,470-10 0,-659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09:54:11.665"/>
    </inkml:context>
    <inkml:brush xml:id="br0">
      <inkml:brushProperty name="width" value="0.1" units="cm"/>
      <inkml:brushProperty name="height" value="0.1" units="cm"/>
      <inkml:brushProperty name="color" value="#E71224"/>
    </inkml:brush>
  </inkml:definitions>
  <inkml:trace contextRef="#ctx0" brushRef="#br0">0 104 8192,'572'-2'879,"633"5"-1758,-719 12 879,64 1 0,1337-14 0,-975-4 0,8537 2 0,-9390-3 3884,107-19-1,-28 2-182,54-13-3701,-129 20 0,1 2 0,75-2 0,-71 13 0,-37 1 0,0-1 0,0-1 0,0-2 0,46-10 0,-61 8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3:14.965"/>
    </inkml:context>
    <inkml:brush xml:id="br0">
      <inkml:brushProperty name="width" value="0.1" units="cm"/>
      <inkml:brushProperty name="height" value="0.1" units="cm"/>
      <inkml:brushProperty name="color" value="#E71224"/>
    </inkml:brush>
  </inkml:definitions>
  <inkml:trace contextRef="#ctx0" brushRef="#br0">1 84 8192,'127'0'4555,"322"-10"2358,-394 3-6913,81-21 0,-87 16 0,0 2 0,66-5 0,278 13-8396,-190 5 5324,0-5 3495,226 4 34,-379 2 2251,75 16 1,30 4 2462,-112-19-5171,-1 2 0,83 26 0,22 4 0,-55-26-961,0-4 0,133-7 1,-95-2-489,591 2-6620,-240 0 8181,-150 0 3833,0 0 3957,-247 0-7461,-47 0-441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3:16.992"/>
    </inkml:context>
    <inkml:brush xml:id="br0">
      <inkml:brushProperty name="width" value="0.1" units="cm"/>
      <inkml:brushProperty name="height" value="0.1" units="cm"/>
      <inkml:brushProperty name="color" value="#E71224"/>
    </inkml:brush>
  </inkml:definitions>
  <inkml:trace contextRef="#ctx0" brushRef="#br0">7 180 8192,'-6'-10'6573,"7"8"-6029,1 1 0,0-1 0,-1 1 0,1 0 0,0 0-1,0 0 1,0 0 0,3-2 0,19-1-544,0 0 0,1 2 0,-1 0 0,34 3 0,-11-1 0,1917 0-8247,-907 1 5026,2217-1 3221,-3157 0 2177,210-29 1,-48 3 2795,-73 11-2833,360-39-4936,-57 46-4307,-300 10 5534,1177-2 1569,-1162-15 11468,-210 14-11468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01.191"/>
    </inkml:context>
    <inkml:brush xml:id="br0">
      <inkml:brushProperty name="width" value="0.1" units="cm"/>
      <inkml:brushProperty name="height" value="0.1" units="cm"/>
      <inkml:brushProperty name="color" value="#E71224"/>
    </inkml:brush>
  </inkml:definitions>
  <inkml:trace contextRef="#ctx0" brushRef="#br0">754 1322 8192,'-19'-11'2731,"1"-1"0,0-1 0,-19-17 0,15 11-2187,-53-45-544,-87-67 0,-65-45 0,218 167 0,1 0 0,0 0 0,0-1 0,1 0 0,-6-12 0,6 10 0,-1 1 0,0-1 0,-14-13 0,16 17-81,-1 0 0,1 0 0,0-1 0,1 0-1,0 0 1,0 0 0,1-1 0,1 1 0,-6-19 0,3 3 58,2-1 0,-3-44 0,6 56-1239,-2-46-523,3 37 2665,0 1-1,5-25 0,-4 37-883,1 0 0,1 0 0,0 0 0,0 1 0,1-1-1,8-15 1,-8 19-928,0 0-1,0 0 1,1 0 0,0 1-1,0 0 1,7-6-1,18-12 425,0 2-1,2 2 1,0 0-1,55-21 0,-31 18 149,2 4 0,63-13 0,-76 23 360,0 1 0,45 1 0,93 6 0,-97 2 0,117-2 687,146 2 1807,-319-1-3979,31 7 0,74 21 5965,-80-15-1339,82 9 0,298-15-3590,-271-10-1403,-106 2 1381,515 21-7730,-64 40 8201,-303-48 0,-101-8 0,65 19-133,-38-2 825,-43-14 3886,34 4 1753,-105-9-6331,1 2 0,-1 0 0,0 1 0,-1 0 0,21 12 0,79 50 0,-92-52 0,-11-7-441,0 2 0,-1 0 0,0 0 0,-1 1 0,0 1 0,-1 0 0,0 1-1,-1 0 1,-1 0 0,0 1 0,-1 0 0,8 23 0,-2-1-706,-2 0 0,-2 1 0,-2 1 1,6 51-1,-10-56 1147,-2 0 0,-2 50 0,-1-71 0,0 0 0,-1-1 0,-1 0 0,0 1 0,-1-1 0,0 0 0,-1-1 0,0 1 0,-1-1 0,-7 12 0,-76 95 0,62-82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23.903"/>
    </inkml:context>
    <inkml:brush xml:id="br0">
      <inkml:brushProperty name="width" value="0.1" units="cm"/>
      <inkml:brushProperty name="height" value="0.1" units="cm"/>
      <inkml:brushProperty name="color" value="#E71224"/>
    </inkml:brush>
  </inkml:definitions>
  <inkml:trace contextRef="#ctx0" brushRef="#br0">0 260 12135,'6855'-260'0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38.934"/>
    </inkml:context>
    <inkml:brush xml:id="br0">
      <inkml:brushProperty name="width" value="0.1" units="cm"/>
      <inkml:brushProperty name="height" value="0.1" units="cm"/>
      <inkml:brushProperty name="color" value="#E71224"/>
    </inkml:brush>
  </inkml:definitions>
  <inkml:trace contextRef="#ctx0" brushRef="#br0">1 100 8192,'6'2'1206,"1"0"0,0 0 0,0 0 0,0 0 0,1-1 0,-1-1 0,0 1 0,8-1 0,5 0-592,420 6-614,-273-7 0,6262-1-7260,-3406 3 5528,-2535-1 7440,0 0-3417,-1 0-4508,1 0-5603,4391 0 7382,-4748-2 438,151-22 0,195-18 7845,-387 42-5910,126-3-1324,1-2-7379,864-3 3510,-658 10 2893,1517-2 365,-1523-24 7845,-163 15-4222,-230 9-3623</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2.114"/>
    </inkml:context>
    <inkml:brush xml:id="br0">
      <inkml:brushProperty name="width" value="0.1" units="cm"/>
      <inkml:brushProperty name="height" value="0.1" units="cm"/>
      <inkml:brushProperty name="color" value="#E71224"/>
    </inkml:brush>
  </inkml:definitions>
  <inkml:trace contextRef="#ctx0" brushRef="#br0">0 51 8192,'63'-3'4448,"64"-10"-1,36-3-1874,122 3-2573,205 7-9006,-281 8 6544,14896-2 10387,-15081 0-7011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5.135"/>
    </inkml:context>
    <inkml:brush xml:id="br0">
      <inkml:brushProperty name="width" value="0.1" units="cm"/>
      <inkml:brushProperty name="height" value="0.1" units="cm"/>
      <inkml:brushProperty name="color" value="#E71224"/>
    </inkml:brush>
  </inkml:definitions>
  <inkml:trace contextRef="#ctx0" brushRef="#br0">1 1 8192,'0'9'3356,"3"3"2127,3 8-5483,4 5 2629,0 1-2629,1-1 0,1-5 0,0-6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6.743"/>
    </inkml:context>
    <inkml:brush xml:id="br0">
      <inkml:brushProperty name="width" value="0.1" units="cm"/>
      <inkml:brushProperty name="height" value="0.1" units="cm"/>
      <inkml:brushProperty name="color" value="#E71224"/>
    </inkml:brush>
  </inkml:definitions>
  <inkml:trace contextRef="#ctx0" brushRef="#br0">339 349 8192,'1'-21'1911,"1"0"1,1 0-1,1 0 0,1 1 1,11-32-1,-11 42-2070,-1-1-1,1 1 0,1 0 1,-1 0-1,2 0 1,-1 1-1,2 0 1,-1 0-1,1 1 1,0 0-1,1 0 0,0 1 1,0 0-1,0 1 1,1 0-1,0 0 1,0 1-1,1 0 0,15-4 1,4 1-617,1 1 1,0 1-1,0 2 1,0 1-1,56 2 0,-66 1-73,-11 0 454,0 0 0,0 0 1,-1 1-1,13 3 1,-20-4 356,0 1 0,1 0-1,-1 0 1,1 0 0,-1 0 0,0 0 0,1 0 0,-1 1 0,0-1-1,0 1 1,0-1 0,0 1 0,-1 0 0,1 0 0,0 0-1,-1 0 1,1 0 0,-1 0 0,0 1 0,2 3 0,3 12 285,-1 1 1,-2 0-1,0 0 1,0 0 0,-2 0-1,0 1 1,-2-1-1,0 0 1,-7 36 0,5-40-333,-1 1 0,-1-1 0,0 0 0,-1-1 0,-1 1 1,0-1-1,-1-1 0,-1 1 0,0-2 0,0 1 1,-2-1-1,1 0 0,-1-1 0,-1 0 0,-15 10 0,23-18 255,0-1 1,1 0-1,-1 0 0,0 0 0,0-1 0,-1 1 0,1-1 0,0 0 0,0 0 0,-1-1 0,1 1 0,0-1 0,-1 0 0,1 0 0,-7-1 1,-2-2 696,0 0 0,1-1 0,-23-9 0,0-1-977,-255-72-4500,37 13 2022,250 72 2673,-1 0 0,1 0 1,0 0-1,1 0 0,-1-1 0,0 1 1,0-1-1,1 0 0,-1 0 0,0 0 1,1 0-1,0 0 0,0 0 0,-1-1 1,1 1-1,-3-6 0,4 5 72,0 0 0,1 0-1,-1 0 1,1 0 0,0 0-1,-1 0 1,1 0 0,1 0-1,-1 0 1,0 0 0,1 0-1,-1 0 1,1 0 0,0 0 0,0 0-1,0 0 1,3-4 0,1-5 700,1 0-1,0 0 1,1 0 0,17-20 0,-21 29-695,0-1 0,0 1 0,1 0 0,0 0 0,-1 0 0,1 0-1,1 1 1,-1-1 0,0 1 0,0 0 0,1 0 0,-1 1 0,1-1 0,0 1 0,-1 0-1,1 0 1,6 0 0,127 2-3717,-72 1-402,101-10 1,-26-13 14008,-126 19-8636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7.116"/>
    </inkml:context>
    <inkml:brush xml:id="br0">
      <inkml:brushProperty name="width" value="0.1" units="cm"/>
      <inkml:brushProperty name="height" value="0.1" units="cm"/>
      <inkml:brushProperty name="color" value="#E71224"/>
    </inkml:brush>
  </inkml:definitions>
  <inkml:trace contextRef="#ctx0" brushRef="#br0">1 138 8192,'2'0'11332,"8"-6"-11196,9-4-136,7-3 0,3-6 0,1-1 0,-2-1 0,-2 1 0,-4 3 0,-4 5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7.817"/>
    </inkml:context>
    <inkml:brush xml:id="br0">
      <inkml:brushProperty name="width" value="0.1" units="cm"/>
      <inkml:brushProperty name="height" value="0.1" units="cm"/>
      <inkml:brushProperty name="color" value="#E71224"/>
    </inkml:brush>
  </inkml:definitions>
  <inkml:trace contextRef="#ctx0" brushRef="#br0">605 1 8192,'0'24'660,"0"17"2603,-6 55 0,3-82-2728,1-1 0,-1 1 1,-1-1-1,-1 0 0,0 0 1,0 0-1,-14 22 0,6-16-535,-1-1 0,0-1 0,-2 0 0,1-1 0,-2 0 0,0-2 0,-1 0 0,0-1 0,-1 0 0,-40 18 0,16-13 0,0-2 0,-1-2 0,0-1 0,-62 8 0,101-20 20,0 0 0,0-1 0,0 0 0,1 0 0,-1 0 0,-6-2 0,11 2-27,-1 0 1,0 0-1,1 0 0,-1 0 1,0-1-1,1 1 0,-1 0 1,0 0-1,1-1 0,-1 1 1,1-1-1,-1 1 0,1 0 1,-1-1-1,1 1 1,-1-1-1,1 1 0,-1-1 1,1 0-1,-1 0 0,1 0-19,0 0-1,0 0 0,0 0 1,0 0-1,0 0 0,0 0 1,0 1-1,1-1 0,-1 0 1,0 0-1,0 0 1,1 0-1,-1 0 0,1 1 1,-1-1-1,1 0 0,-1 0 1,1 0-1,-1 1 1,2-2-1,4-4-385,1 0-1,-1 1 1,1 0 0,0 0-1,1 0 1,-1 1 0,1 0 0,14-5-1,75-27-3034,187-44 0,-220 64 3143,62-16 304,212-50 0,-278 72 0,-20 7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8.645"/>
    </inkml:context>
    <inkml:brush xml:id="br0">
      <inkml:brushProperty name="width" value="0.1" units="cm"/>
      <inkml:brushProperty name="height" value="0.1" units="cm"/>
      <inkml:brushProperty name="color" value="#E71224"/>
    </inkml:brush>
  </inkml:definitions>
  <inkml:trace contextRef="#ctx0" brushRef="#br0">0 1 8192,'0'187'10629,"0"-133"-9790,1-60-1099,0-1 0,0 1 0,0 0 0,0 0 1,1 0-1,0 0 0,0 1 0,1-1 0,-1 1 0,1-1 0,1 1 0,-1 0 0,1 0 0,0 0 0,0 0 0,7-6 0,9-6-1756,1 0 0,37-22 0,-20 14 1574,-34 22 920,0 0-1,1 0 1,0 0-1,-1 1 1,1-1-1,10-2 1,-14 5-316,0 0-1,0 0 1,1 0 0,-1 0 0,0 0 0,0 0-1,1 0 1,-1 0 0,0 0 0,0 1 0,1-1 0,-1 1-1,0-1 1,0 1 0,0-1 0,0 1 0,1 0-1,-1-1 1,0 1 0,0 0 0,0 0 0,-1 0-1,1 0 1,0 0 0,0 0 0,0 0 0,-1 0-1,1 0 1,0 0 0,-1 0 0,1 0 0,0 3-1,3 9-738,0 0-1,-1 1 1,0-1-1,-1 1 0,0 0 1,-1-1-1,-1 1 1,0 0-1,-1 0 0,-1 0 1,0-1-1,0 1 1,-2-1-1,1 1 0,-10 19 1,6-19 577,0-1 0,0 0 0,-2-1 0,1 0 0,-2 0 0,-14 14 0,17-19 0,0-1 0,-1 0 0,0 0 0,0 0 0,0-1 0,0-1 0,-1 1 0,0-1 0,0-1 0,-17 5 0,24-7 53,0-1 0,0 1 1,0-1-1,0 0 0,0 0 0,0 0 1,0 0-1,0 0 0,0 0 1,0-1-1,0 1 0,0-1 0,0 1 1,0-1-1,0 0 0,1 0 0,-1 1 1,0-1-1,0 0 0,-2-3 1,2 2 111,0 0 0,1 0 1,-1-1-1,1 1 0,-1 0 1,1-1-1,0 1 1,0-1-1,0 0 0,0 1 1,0-1-1,1 0 1,-1-3-1,0-1 14,1 0 0,-1-1 1,2 1-1,-1 0 0,1 0 0,0 0 1,1 0-1,-1 0 0,1 0 1,6-12-1,1 4-720,1 1 1,1 1-1,0 0 0,1 0 1,0 1-1,1 0 1,0 2-1,1-1 0,19-10 1,-11 7 540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9.035"/>
    </inkml:context>
    <inkml:brush xml:id="br0">
      <inkml:brushProperty name="width" value="0.1" units="cm"/>
      <inkml:brushProperty name="height" value="0.1" units="cm"/>
      <inkml:brushProperty name="color" value="#E71224"/>
    </inkml:brush>
  </inkml:definitions>
  <inkml:trace contextRef="#ctx0" brushRef="#br0">34 0 8192,'-2'33'3088,"-1"-1"0,-7 33 0,-4 31-884,10 149-2204,4-192 0,0-39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9.378"/>
    </inkml:context>
    <inkml:brush xml:id="br0">
      <inkml:brushProperty name="width" value="0.1" units="cm"/>
      <inkml:brushProperty name="height" value="0.1" units="cm"/>
      <inkml:brushProperty name="color" value="#E71224"/>
    </inkml:brush>
  </inkml:definitions>
  <inkml:trace contextRef="#ctx0" brushRef="#br0">16 1 8192,'0'2'11332,"0"10"-11196,0 9-136,0 5 0,0 7 0,0 4 0,0 0 0,0-2 0,0-6 0,-3-6 0,-1-11 0,1-10 0,0-11 0,1-3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49.845"/>
    </inkml:context>
    <inkml:brush xml:id="br0">
      <inkml:brushProperty name="width" value="0.1" units="cm"/>
      <inkml:brushProperty name="height" value="0.1" units="cm"/>
      <inkml:brushProperty name="color" value="#E71224"/>
    </inkml:brush>
  </inkml:definitions>
  <inkml:trace contextRef="#ctx0" brushRef="#br0">0 0 8192,'2'1'322,"0"-1"0,-1 1 0,1-1 1,-1 1-1,1-1 0,-1 1 0,1 0 0,-1 0 0,1 0 1,-1 0-1,0 0 0,0 0 0,1 0 0,0 1 1,20 23 5127,-13-14-4265,113 122-1185,-118-126-659,0 0-1,0 0 1,0 0 0,0 1-1,-1 0 1,-1-1 0,1 1-1,-1 0 1,-1 0 0,2 14-1,4 13-1348,-2-14-199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0.264"/>
    </inkml:context>
    <inkml:brush xml:id="br0">
      <inkml:brushProperty name="width" value="0.1" units="cm"/>
      <inkml:brushProperty name="height" value="0.1" units="cm"/>
      <inkml:brushProperty name="color" value="#E71224"/>
    </inkml:brush>
  </inkml:definitions>
  <inkml:trace contextRef="#ctx0" brushRef="#br0">194 0 8192,'0'9'3356,"-2"13"2127,-7 20-5483,-8 22-3356,-6 22 3356,-1 17-5483,-1 6 5483,-3-1 0,2-7 0,4-14 0,4-21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0.589"/>
    </inkml:context>
    <inkml:brush xml:id="br0">
      <inkml:brushProperty name="width" value="0.1" units="cm"/>
      <inkml:brushProperty name="height" value="0.1" units="cm"/>
      <inkml:brushProperty name="color" value="#E71224"/>
    </inkml:brush>
  </inkml:definitions>
  <inkml:trace contextRef="#ctx0" brushRef="#br0">62 0 8192,'0'8'3356,"0"14"-3356,0 18 5996,0 17-5996,0 17 2116,-5 3-2116,-3 0 0,-2-4 0,-2-13 0,1-13 0,2-18 0,3-13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1.056"/>
    </inkml:context>
    <inkml:brush xml:id="br0">
      <inkml:brushProperty name="width" value="0.1" units="cm"/>
      <inkml:brushProperty name="height" value="0.1" units="cm"/>
      <inkml:brushProperty name="color" value="#E71224"/>
    </inkml:brush>
  </inkml:definitions>
  <inkml:trace contextRef="#ctx0" brushRef="#br0">222 0 8192,'0'70'5874,"-1"-2"-3694,-24 247-9320,-111 399 6695,91-496 4331,41-184-256,-3 9-147,4-38-3483</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2.265"/>
    </inkml:context>
    <inkml:brush xml:id="br0">
      <inkml:brushProperty name="width" value="0.1" units="cm"/>
      <inkml:brushProperty name="height" value="0.1" units="cm"/>
      <inkml:brushProperty name="color" value="#E71224"/>
    </inkml:brush>
  </inkml:definitions>
  <inkml:trace contextRef="#ctx0" brushRef="#br0">217 0 8192,'-3'161'8465,"0"-126"-7464,-1-2 0,-15 56 0,-37 79-1001,45-141 0,-2-1 0,0 0 0,-2-1 0,-20 26 0,18-32 0,15-17 0,-1 0 0,1 0 0,0 0 0,0 0 0,0 0 0,1 1 0,-1-1 0,0 0 0,1 1 0,0 0 0,-1-1 0,1 1 0,0 0 0,0-1 0,0 1 0,1 0 0,-1 0 0,1 0 0,0 0 0,0 0 0,0-1 0,0 1 0,0 3 0,28 100 0,1-1 0,5 84 0,10 202 0,-38-331-664,0 41-909,-9-76 3251,-2-9-1119</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2.915"/>
    </inkml:context>
    <inkml:brush xml:id="br0">
      <inkml:brushProperty name="width" value="0.1" units="cm"/>
      <inkml:brushProperty name="height" value="0.1" units="cm"/>
      <inkml:brushProperty name="color" value="#E71224"/>
    </inkml:brush>
  </inkml:definitions>
  <inkml:trace contextRef="#ctx0" brushRef="#br0">0 421 8192,'1'-7'650,"0"-1"0,0 0 1,1 1-1,0-1 0,0 1 1,0 0-1,1-1 0,0 1 1,1 1-1,0-1 0,0 0 1,7-8-1,8-8 857,39-38 0,-58 61-1507,23-21 0,0 1 0,2 1 0,0 1 0,1 2 0,0 0 0,2 2 0,-1 0 0,2 2 0,0 2 0,0 0 0,1 2 0,46-7 0,137-22 0,-192 32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3.665"/>
    </inkml:context>
    <inkml:brush xml:id="br0">
      <inkml:brushProperty name="width" value="0.1" units="cm"/>
      <inkml:brushProperty name="height" value="0.1" units="cm"/>
      <inkml:brushProperty name="color" value="#E71224"/>
    </inkml:brush>
  </inkml:definitions>
  <inkml:trace contextRef="#ctx0" brushRef="#br0">0 292 8192,'0'-9'11468,"0"-4"-11468,0-3 0,0-5 0,3-5 0,3 0 0,4 2 0,3-1 0,2 3 0,1 4 0,0 1 0,-2 1 0,2 1 0,1 0 0,1-1-2971,-3 3 2971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4.460"/>
    </inkml:context>
    <inkml:brush xml:id="br0">
      <inkml:brushProperty name="width" value="0.1" units="cm"/>
      <inkml:brushProperty name="height" value="0.1" units="cm"/>
      <inkml:brushProperty name="color" value="#E71224"/>
    </inkml:brush>
  </inkml:definitions>
  <inkml:trace contextRef="#ctx0" brushRef="#br0">0 0 8192,'6'5'7922,"-2"5"-5408,-1 14-2848,-3-19 1347,6 413-1642,-8-261 1116,2 369 8,0-537-495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4.772"/>
    </inkml:context>
    <inkml:brush xml:id="br0">
      <inkml:brushProperty name="width" value="0.1" units="cm"/>
      <inkml:brushProperty name="height" value="0.1" units="cm"/>
      <inkml:brushProperty name="color" value="#E71224"/>
    </inkml:brush>
  </inkml:definitions>
  <inkml:trace contextRef="#ctx0" brushRef="#br0">1 365 8192,'0'-9'11468,"0"-1"-11468,2-3 0,5-7 0,8-6 0,8-4 0,3-6 0,1-1 0,3-1 0,-1 1 0,-3 1 0,-6 4 0,-3 8 0,-5 7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5.473"/>
    </inkml:context>
    <inkml:brush xml:id="br0">
      <inkml:brushProperty name="width" value="0.1" units="cm"/>
      <inkml:brushProperty name="height" value="0.1" units="cm"/>
      <inkml:brushProperty name="color" value="#E71224"/>
    </inkml:brush>
  </inkml:definitions>
  <inkml:trace contextRef="#ctx0" brushRef="#br0">0 294 8192,'0'10'603,"0"0"1,1 0 0,0-1-1,0 1 1,1 0-1,1-1 1,-1 1 0,2-1-1,-1 0 1,1 0-1,0 0 1,1 0 0,0-1-1,1 1 1,-1-1-1,2-1 1,-1 1 0,14 11-1,-11-11-603,0-1 0,1-1 0,-1 0 0,1 0 0,0-1 0,1 0 0,-1-1 0,1 0 0,0 0 0,0-1 0,0-1 0,0 0 0,0 0 0,1-2 0,-1 1 0,1-1 0,-1-1 0,0 0 0,1 0 0,-1-1 0,21-7 0,-18 5 0,-1-1 0,-1 0 0,1-1 0,-1-1 0,0 0 0,-1-1 0,1 0 0,-2 0 0,1-1 0,-1-1 0,0 0 0,-1 0 0,0-1 0,-1 0 0,0 0 0,-1-1 0,11-23 0,-2-9 0,-2-1 0,-2 0 0,-1 0 0,5-64 0,-16 105 0,0 0 0,1-1 0,-2 1 0,1 0 0,0-1 0,-1 1 0,0 0 0,-2-8 0,3 11 0,-1 0 0,1 0 0,-1 1 0,1-1 0,-1 0 0,1 0 0,-1 0 0,0 0 0,1 1 0,-1-1 0,0 0 0,0 1 0,0-1 0,1 0 0,-1 1 0,0-1 0,0 1 0,0-1 0,0 1 0,0 0 0,0-1 0,0 1 0,0 0 0,0 0 0,0 0 0,0 0 0,0 0 0,0 0 0,0 0 0,0 0 0,0 0 0,-1 0 0,1 0 0,0 1 0,0-1 0,1 0 0,-1 1 0,0-1 0,0 1 0,0-1 0,-2 2 0,-4 3 0,-1 0 0,0 0 0,1 1 0,0 0 0,1 0 0,-1 0 0,1 1 0,-7 10 0,-1 4 0,-22 39 0,22-30-909,1 0-1,-14 51 1,-7 64-3583,27-117 3867,7-26 583,-30 150-2473,26-121 2160,1-1-1,1 63 1,2-92 386,0 1 0,1-1 0,-1 1 0,0 0 0,1-1 0,-1 1 0,1-1 0,-1 1 0,1-1 0,0 1 0,0-1 0,0 0 0,-1 1 0,1-1 0,1 0 0,-1 0 1,0 0-1,0 0 0,0 0 0,0 0 0,1 0 0,-1 0 0,1 0 0,-1 0 0,0-1 0,1 1 0,-1 0 0,1-1 0,0 0 0,-1 1 0,1-1 0,-1 0 0,1 0 0,-1 0 0,1 0 0,0 0 0,-1 0 0,1 0 0,2-1 1,5 0 418,1-1 1,-1 0-1,0-1 1,0 0 0,11-5-1,16-11 1055,-1-1 0,0-2-1,-2-1 1,32-29-1,-42 29-1982,0 0 1,-2-1-1,26-37 0,-13 17-407,-16 21 325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6.674"/>
    </inkml:context>
    <inkml:brush xml:id="br0">
      <inkml:brushProperty name="width" value="0.1" units="cm"/>
      <inkml:brushProperty name="height" value="0.1" units="cm"/>
      <inkml:brushProperty name="color" value="#E71224"/>
    </inkml:brush>
  </inkml:definitions>
  <inkml:trace contextRef="#ctx0" brushRef="#br0">364 46 8192,'-19'-7'1704,"5"1"537,-20-3-360,0 1 0,-1 2 0,-67-3-1,98 9-1872,-1 0 1,1 0-1,-1 0 0,1 1 0,0-1 1,-1 1-1,1 0 0,0 1 0,0-1 0,0 1 1,0 0-1,0 0 0,0 0 0,0 0 1,1 0-1,-6 6 0,6-4-58,-1 0 0,1 0 0,0 0 0,0 1 0,1 0 0,-1-1 0,1 1 1,0 0-1,0 0 0,1 0 0,0 0 0,0 1 0,-1 7 0,-2 47-4405,6 108 1,1-82 2892,-3-34 1091,-1-24 482,2 1 0,5 39 0,-6-66-11,0-1 0,1 0 0,-1 1 0,0-1 0,1 0 0,-1 0 0,0 1 0,1-1 0,-1 0 0,1 0 0,0 0 0,-1 0 0,1 1 0,0-1 0,0 0 0,0 0 0,0 0 0,0-1 0,0 1 0,0 0 0,2 1 0,-2-2 0,1 1 0,-1-1 0,1 0 0,-1 0 0,0 0 0,1 0 0,-1 0 0,1 0 0,-1 0 0,0-1 0,1 1 0,-1-1 0,0 1 0,1-1 0,-1 1 0,0-1 0,2 0 0,5-5 0,0 0 0,0 0 0,0 0 0,10-13 0,27-35 1920,-3-1 0,46-81 1,-54 82-2554,-8 10-3630,-18 29 4604,1-1 0,19-24 0,-27 39-252,-1 1-1,0-1 0,0 1 1,1-1-1,-1 1 0,1-1 0,-1 1 1,1 0-1,-1-1 0,0 1 1,1 0-1,-1-1 0,1 1 1,-1 0-1,1-1 0,0 1 0,-1 0 1,1 0-1,-1 0 0,1-1 1,-1 1-1,1 0 0,0 0 1,-1 0-1,1 0 0,-1 0 0,1 0 1,0 0-1,-1 0 0,1 1 1,-1-1-1,1 0 0,0 0 1,0 1-1,0 0 171,1 0 1,-1 1 0,0-1-1,0 1 1,0-1 0,0 1-1,0-1 1,0 1 0,-1 0-1,1-1 1,0 4 0,3 7 864,-1 0 1,1 18-1,4 63-4183,-8 125 0,-1-110 825,1 33 61,-4 182 870,-1-258 2248,-2-1 0,-31 123 1,34-173-1170,0 0 1,-2-1 0,1 1 0,-2-1 0,-14 23-1,15-29 395,1 0-1,-1-1 1,0 1-1,0-1 0,-1 0 1,0-1-1,0 0 1,0 0-1,-1 0 1,1-1-1,-10 4 0,0-2-927,-1 1-1,-37 6 1,7-9 2206,40-4-9,1-1 0,0 0-1,0 0 1,-10-2 0,14 1-1337,-1 0 1,0 1-1,1-1 1,-1 0 0,1-1-1,0 1 1,-1 0-1,1-1 1,0 0-1,1 0 1,-1 0 0,0 0-1,1 0 1,0-1-1,0 1 1,0-1-1,0 1 1,0-1 0,1 0-1,-1 0 1,1 1-1,-1-7 1,-1-9-216,0-1 1,1 1 0,0-28-1,2 34 87,-1-19-57,0-18-125,9-92 1,-6 130 68,1 1 0,0 0 0,1 0 0,0 1 0,1-1 0,0 1 0,1 0-1,0 0 1,0 0 0,9-9 0,11-10-48,48-42-1,-61 59-607,184-150 2903,-91 77-3513,-72 55 3713,-26 21-2730,1 0 1,-1-1 0,0 0-1,-1-1 1,10-20 0,-3-3 2788,20-50-1925,-19 49-1902,11-38 0,-15 30 899</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7.256"/>
    </inkml:context>
    <inkml:brush xml:id="br0">
      <inkml:brushProperty name="width" value="0.1" units="cm"/>
      <inkml:brushProperty name="height" value="0.1" units="cm"/>
      <inkml:brushProperty name="color" value="#E71224"/>
    </inkml:brush>
  </inkml:definitions>
  <inkml:trace contextRef="#ctx0" brushRef="#br0">37 1 8192,'0'6'1162,"-2"92"6320,0-69-6070,-7 38 0,-1-7-1412,-4 106 0,15 62 0,1-104 0,-1-6 0,2-142 0,0-3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7.904"/>
    </inkml:context>
    <inkml:brush xml:id="br0">
      <inkml:brushProperty name="width" value="0.1" units="cm"/>
      <inkml:brushProperty name="height" value="0.1" units="cm"/>
      <inkml:brushProperty name="color" value="#E71224"/>
    </inkml:brush>
  </inkml:definitions>
  <inkml:trace contextRef="#ctx0" brushRef="#br0">466 0 8192,'-9'1'318,"1"-1"1,-1 2-1,1-1 1,0 1 0,-1 0-1,1 0 1,0 1-1,0 0 1,0 1-1,1 0 1,-1 0 0,1 1-1,0-1 1,0 2-1,0-1 1,1 1-1,-11 12 1,0 4 828,0 0 0,2 1 0,1 1-1,-14 31 1,20-36-1147,0 1 0,2-1 0,0 1 0,2 0 0,0 1 0,1-1 0,-1 32 0,4 6 0,10 80 0,3-54 0,-10-74 0,-1 0 0,2-1 0,-1 1 0,2-1 0,-1 0 0,9 13 0,-4-9 0,-1 1 0,0 0 0,-1 0 0,-1 1 0,0-1 0,-1 2 0,-1-1 0,0 0 0,-1 1 0,-1 0 0,0-1 0,-1 1 0,-1 24 0,-1-35 0,1-1 0,-1 0 0,0 0 0,0 1 0,0-1 0,0 0 0,-1 0 0,0 0 0,0-1 0,0 1 0,0 0 0,0-1 0,-6 6 0,3-4 0,0 0 0,0-1 0,0 0 0,-1 0 0,0 0 0,1 0 0,-14 4 0,4-2 0,-1-1 0,0-1 0,0 0 0,0-1 0,-1-1 0,-20 0 0,29-2 0,1 0 0,-1-1 0,1 0 0,0 0 0,-1 0 0,-12-5 0,-4-5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8.482"/>
    </inkml:context>
    <inkml:brush xml:id="br0">
      <inkml:brushProperty name="width" value="0.1" units="cm"/>
      <inkml:brushProperty name="height" value="0.1" units="cm"/>
      <inkml:brushProperty name="color" value="#E71224"/>
    </inkml:brush>
  </inkml:definitions>
  <inkml:trace contextRef="#ctx0" brushRef="#br0">1 0 8192,'0'6'11468,"3"9"-11468,3 9 0,9 8 0,5 7 0,2 0 0,0-5 0,-1-7 0,-5-9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8.934"/>
    </inkml:context>
    <inkml:brush xml:id="br0">
      <inkml:brushProperty name="width" value="0.1" units="cm"/>
      <inkml:brushProperty name="height" value="0.1" units="cm"/>
      <inkml:brushProperty name="color" value="#E71224"/>
    </inkml:brush>
  </inkml:definitions>
  <inkml:trace contextRef="#ctx0" brushRef="#br0">0 1 8192,'0'13'819,"1"1"0,0-1 0,0 0 0,2 1 1,-1-1-1,7 17 0,-5-21-246,0 0 1,1-1-1,0 1 1,0-1-1,0 0 1,1 0-1,1-1 0,-1 0 1,12 9-1,-8-8-573,0 0 0,1-1 0,0-1 0,0 0 0,1 0 0,0-1 0,0-1 0,0 0 0,1-1 0,-1 0 0,24 2 0,8-1 0,0-3 0,47-5 0,-74 4 0,0-2 0,1 0 0,-1-1 0,0-1 0,21-8 0,-13 1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4:59.354"/>
    </inkml:context>
    <inkml:brush xml:id="br0">
      <inkml:brushProperty name="width" value="0.1" units="cm"/>
      <inkml:brushProperty name="height" value="0.1" units="cm"/>
      <inkml:brushProperty name="color" value="#E71224"/>
    </inkml:brush>
  </inkml:definitions>
  <inkml:trace contextRef="#ctx0" brushRef="#br0">51 1 8192,'-5'97'9859,"-11"46"-9468,-1-1-3443,8-27 5187,6 171 0,4-276-2135,0 1 0,1 0 0,0-1 0,1 1 0,0-1 0,1 0 0,0 0 0,0 0 0,1 0 0,0-1 0,1 1 0,0-2 0,1 1 0,8 9 0,-10-13 0,1 0 0,0 0 0,0-1 0,0 1 0,0-1 0,1-1 0,-1 1 0,1-1 0,0 0 0,0-1 0,0 0 0,0 0 0,1 0 0,-1-1 0,1 0 0,-1-1 0,0 1 0,1-1 0,-1-1 0,1 0 0,8-1 0,5-4 0,0-1 0,-1 0 0,0-2 0,0 0 0,0-1 0,-2-1 0,1-1 0,22-19 0,5-6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5:00.208"/>
    </inkml:context>
    <inkml:brush xml:id="br0">
      <inkml:brushProperty name="width" value="0.1" units="cm"/>
      <inkml:brushProperty name="height" value="0.1" units="cm"/>
      <inkml:brushProperty name="color" value="#E71224"/>
    </inkml:brush>
  </inkml:definitions>
  <inkml:trace contextRef="#ctx0" brushRef="#br0">0 509 8192,'14'-13'2452,"0"1"1,1 0-1,15-9 1,14-10-795,-41 28-1658,158-134 0,-140 117 0,-2 0 0,0-2 0,-1-1 0,-1 0 0,18-34 0,-33 52 0,1 1 0,-2 0 0,1-1 0,0 0 0,-1 1 0,0-1 0,0 0 0,0 0 0,-1 1 0,0-1 0,0 0 0,0-7 0,-1 10 0,1 0 0,-1 0 0,0-1 0,1 1 0,-1 0 0,0 0 0,0 0 0,-1 0 0,1 0 0,0 0 0,-1 1 0,1-1 0,-1 0 0,1 1 0,-1-1 0,0 1 0,0-1 0,0 1 0,1 0 0,-1 0 0,0 0 0,-1 0 0,1 0 0,0 0 0,0 0 0,0 1 0,-4-1 0,-1 0 0,0 0 0,1 0 0,-1 0 0,1 1 0,-1 0 0,0 1 0,1 0 0,-1 0 0,1 0 0,-1 0 0,1 1 0,0 0 0,-10 5 0,9-3 0,-1 1 0,1 0 0,0 0 0,1 1 0,-1 0 0,1 0 0,0 0 0,0 1 0,-8 13 0,-32 43 85,33-47-165,1 0-1,0 1 1,1 0-1,1 1 1,1 0-1,0 1 0,-8 25 1,11-12-1166,0-1 0,2 1-1,1 33 1,5 99-4322,0-123 5212,-1-20 1073,1 0-1,0 0 1,2-1 0,0 1 0,1-1-1,2 0 1,11 27 0,-14-38-398,1 0-1,0 0 1,0-1-1,1 1 1,0-1-1,1-1 1,0 1 0,0-1-1,0-1 1,1 1-1,0-1 1,0 0-1,1-1 1,0 0 0,0 0-1,0-1 1,15 5-1,26 7-318,-22-6 0,44 9 0,-48-16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5:00.942"/>
    </inkml:context>
    <inkml:brush xml:id="br0">
      <inkml:brushProperty name="width" value="0.1" units="cm"/>
      <inkml:brushProperty name="height" value="0.1" units="cm"/>
      <inkml:brushProperty name="color" value="#E71224"/>
    </inkml:brush>
  </inkml:definitions>
  <inkml:trace contextRef="#ctx0" brushRef="#br0">1 1 8192,'0'13'898,"1"0"-1,1 0 1,0 0 0,1-1 0,0 1-1,10 22 1,40 71 2929,-1-4-2470,46 161-5303,-45-118-2690,-14 3 10105,-24-79-1944,-2-14 338,-2 1-1,6 110 1,-17-144-1863,0 3 0,0 1 0,-5 28 0,3-46 0,0 0 0,0 0 0,0 0 0,-1 0 0,0 0 0,-1 0 0,0-1 0,0 1 0,-1-1 0,-7 10 0,-1-3-980,0 0-1,-1-1 0,0-1 1,-1 0-1,0-1 1,-1 0-1,-20 9 0,14-10 7</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5:01.410"/>
    </inkml:context>
    <inkml:brush xml:id="br0">
      <inkml:brushProperty name="width" value="0.1" units="cm"/>
      <inkml:brushProperty name="height" value="0.1" units="cm"/>
      <inkml:brushProperty name="color" value="#E71224"/>
    </inkml:brush>
  </inkml:definitions>
  <inkml:trace contextRef="#ctx0" brushRef="#br0">1 754 8192,'13'-23'2289,"-2"0"-1,0 0 1,9-28 0,2-5 24,2 5-2313,2 1 0,2 2 0,3 1 0,40-49 0,163-158 0,-233 253 0,3-3 0,-1 0 0,1 1 0,1-1 0,-1 1 0,1-1 0,7-3 0,-11 7 0,1-1 0,-1 1 0,1 0 0,-1-1 0,1 1 0,-1 0 0,1 0 0,0 0 0,-1 0 0,1 0 0,-1 1 0,1-1 0,-1 0 0,1 1 0,-1-1 0,1 1 0,-1-1 0,0 1 0,1 0 0,-1 0 0,0 0 0,1-1 0,-1 1 0,0 1 0,0-1 0,2 2 0,20 23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5:01.722"/>
    </inkml:context>
    <inkml:brush xml:id="br0">
      <inkml:brushProperty name="width" value="0.1" units="cm"/>
      <inkml:brushProperty name="height" value="0.1" units="cm"/>
      <inkml:brushProperty name="color" value="#E71224"/>
    </inkml:brush>
  </inkml:definitions>
  <inkml:trace contextRef="#ctx0" brushRef="#br0">0 1 8192,'0'3'11332,"0"0"-11332</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5:17.968"/>
    </inkml:context>
    <inkml:brush xml:id="br0">
      <inkml:brushProperty name="width" value="0.1" units="cm"/>
      <inkml:brushProperty name="height" value="0.1" units="cm"/>
      <inkml:brushProperty name="color" value="#E71224"/>
    </inkml:brush>
  </inkml:definitions>
  <inkml:trace contextRef="#ctx0" brushRef="#br0">1 1 8192,'34'2'3304,"1"1"1,49 12-1,-1 0-1749,13-6-1555,100-4 0,22 1 0,423 5 17,-410-12-529,-190 1-1469,-24 0 4457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10:05:46.437"/>
    </inkml:context>
    <inkml:brush xml:id="br0">
      <inkml:brushProperty name="width" value="0.1" units="cm"/>
      <inkml:brushProperty name="height" value="0.1" units="cm"/>
      <inkml:brushProperty name="color" value="#E71224"/>
      <inkml:brushProperty name="ignorePressure" value="1"/>
    </inkml:brush>
  </inkml:definitions>
  <inkml:trace contextRef="#ctx0" brushRef="#br0">0 1,'0'1311,"0"-1283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7:52.173"/>
    </inkml:context>
    <inkml:brush xml:id="br0">
      <inkml:brushProperty name="width" value="0.1" units="cm"/>
      <inkml:brushProperty name="height" value="0.1" units="cm"/>
      <inkml:brushProperty name="color" value="#E71224"/>
    </inkml:brush>
  </inkml:definitions>
  <inkml:trace contextRef="#ctx0" brushRef="#br0">0 18 8192,'117'-8'8851,"-16"0"-6234,640 6-4695,-377 4 211,2711-2-5453,3 0 5820,-1027 0 5265,-2 0 4882,-2026 0-8294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01.998"/>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03.762"/>
    </inkml:context>
    <inkml:brush xml:id="br0">
      <inkml:brushProperty name="width" value="0.1" units="cm"/>
      <inkml:brushProperty name="height" value="0.1" units="cm"/>
      <inkml:brushProperty name="color" value="#E71224"/>
    </inkml:brush>
  </inkml:definitions>
  <inkml:trace contextRef="#ctx0" brushRef="#br0">133 112 8192,'-13'-11'7089,"12"9"-6751,-8-20 3340,7 15-3315,0 2-363,-9-20 0,10 25 0,1-1 0,0 1 0,0-1 0,0 1 0,0 0 0,-1-1 0,1 1 0,0-1 0,-1 1 0,1 0 0,0-1 0,-1 1 0,1 0 0,0 0 0,-1-1 0,1 1 0,0 0 0,-1 0 0,1-1 0,-1 1 0,1 0 0,-1 0 0,1 0 0,0 0 0,-1 0 0,1 0 0,-1 0 0,1 0 0,-1 0 0,1 0 0,-1 0 0,1 0 0,-1 0 0,1 0 0,0 0 0,-1 0 0,1 0 0,-1 0 0,1 1 0,-1-1 0,1 0 0,0 0 0,-1 1 0,1-1 0,-2 2-409,0 0-1,0 0 0,0-1 1,0 1-1,0 0 1,0-1-1,0 0 1,-1 1-1,1-1 0,0 0 1,-1 0-1,1-1 1,-1 1-1,1 0 0,-1-1 1,1 1-1,-1-1 1,1 0-1,-1 0 0,1 0 1,-1 0-1,1 0 1,-1-1-1,0 1 1,1-1-1,-1 0 0,-3-1 1,5 1 416,1 1 0,-1 0 0,1 0 0,0-1 0,-1 1 0,1 0 0,-1 0 0,1-1 0,0 1 0,-1 0 0,1-1 0,0 1 0,0 0 0,-1-1 0,1 1 0,0-1 0,0 1 0,-1-1 0,1 1 0,0 0 0,0-1 0,0 1 0,0-1 0,0 1 0,0-1 0,0 1 0,0-1 0,0 1 0,0-1 0,0 1 0,0-1-1,0 1 1,0 0 0,0-1 0,1-1 35,0 1-1,0 0 0,0-1 1,0 1-1,0 0 0,0 0 1,1 0-1,-1 0 0,0 0 1,3-1-1,33-15-181,-35 16 123,0 0-1,0 1 1,1-1-1,-1 0 1,0 1-1,0-1 1,1 1-1,-1 0 1,0 0-1,1 0 1,-1 0-1,0 0 1,0 0-1,1 1 1,-1-1-1,0 1 1,0 0-1,1-1 1,-1 1-1,0 0 1,0 0 0,0 1-1,0-1 1,0 0-1,0 1 1,-1-1-1,1 1 1,0-1-1,-1 1 1,1 0-1,1 2 1,3 5 17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04.897"/>
    </inkml:context>
    <inkml:brush xml:id="br0">
      <inkml:brushProperty name="width" value="0.1" units="cm"/>
      <inkml:brushProperty name="height" value="0.1" units="cm"/>
      <inkml:brushProperty name="color" value="#E71224"/>
    </inkml:brush>
  </inkml:definitions>
  <inkml:trace contextRef="#ctx0" brushRef="#br0">34 0 8192,'0'203'9973,"0"-95"-8478,-2-85-1495,0 0 0,-11 44 0,8-44 0,0 0 0,-2 46 0,8-5 0,-1-50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42.605"/>
    </inkml:context>
    <inkml:brush xml:id="br0">
      <inkml:brushProperty name="width" value="0.1" units="cm"/>
      <inkml:brushProperty name="height" value="0.1" units="cm"/>
      <inkml:brushProperty name="color" value="#E71224"/>
    </inkml:brush>
  </inkml:definitions>
  <inkml:trace contextRef="#ctx0" brushRef="#br0">1 1 12522,'3646'228'0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48.500"/>
    </inkml:context>
    <inkml:brush xml:id="br0">
      <inkml:brushProperty name="width" value="0.1" units="cm"/>
      <inkml:brushProperty name="height" value="0.1" units="cm"/>
      <inkml:brushProperty name="color" value="#E71224"/>
    </inkml:brush>
  </inkml:definitions>
  <inkml:trace contextRef="#ctx0" brushRef="#br0">187 0 8192,'10'7'4678,"-10"-7"-4456,1 1 1,-1-1 0,0 1 0,0-1-1,0 1 1,1-1 0,-1 1 0,0 0-1,0-1 1,0 1 0,0-1 0,0 1 0,0-1-1,0 1 1,0 0 0,-1 0 0,-4 23 2780,-5-6-3003,-150 250 0,138-248 0,26-23 0,1 0 0,0 0 0,-1 1 0,1-1 0,0 1 0,1 1 0,-1-1 0,0 1 0,6-1 0,-3 0 0,29-5-1129,1 1-1,-1 3 1,51 0 0,37-2-2279,-109 4 3303,-9 0 985,1 1-1,0-1 1,-1-1-1,10-2 1,-15 4-735,0-1 1,-1 0-1,1 1 0,-1-1 0,1 0 1,-1 0-1,1 0 0,-1 0 1,1 0-1,-1 0 0,0-1 0,0 1 1,0 0-1,0-1 0,0 1 1,0 0-1,0-1 0,0 1 0,0-1 1,0 0-1,-1 1 0,1-1 1,-1 0-1,1-1 0,0-6-472,0 1-1,0 0 1,-1-1 0,0 1-1,0 0 1,-1-1 0,0 1-1,0 0 1,-1-1-1,0 1 1,-1 0 0,0 0-1,0 1 1,0-1 0,-1 1-1,-1-1 1,1 1-1,-1 0 1,0 1 0,0-1-1,-1 1 1,0 0 0,0 1-1,-1-1 1,1 1-1,-13-7 1,1 2-139,-28-20-1697,32 18 2163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51.458"/>
    </inkml:context>
    <inkml:brush xml:id="br0">
      <inkml:brushProperty name="width" value="0.1" units="cm"/>
      <inkml:brushProperty name="height" value="0.1" units="cm"/>
      <inkml:brushProperty name="color" value="#E71224"/>
    </inkml:brush>
  </inkml:definitions>
  <inkml:trace contextRef="#ctx0" brushRef="#br0">0 1 8192,'16'0'8839,"0"0"-8839,6 2 2629,5 2-2629,3 0 0,0-1 0,-3-1 0,-4-1 0,1 0 0,-2-1 0,-4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26.985"/>
    </inkml:context>
    <inkml:brush xml:id="br0">
      <inkml:brushProperty name="width" value="0.1" units="cm"/>
      <inkml:brushProperty name="height" value="0.1" units="cm"/>
      <inkml:brushProperty name="color" value="#E71224"/>
    </inkml:brush>
  </inkml:definitions>
  <inkml:trace contextRef="#ctx0" brushRef="#br0">1 0 8192,'264'0'9828,"-2"0"-7093,53 0-5426,156 0-6740,-444 0 9437,254 5-669,-92 10 3355,364 32-5168,-345-44 2476,425 14 0,49 8 0,413 21 0,-699-31 0,336 10 0,-240-11 0,205 3 0,10909-18 11468,-11587 1-11468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30.838"/>
    </inkml:context>
    <inkml:brush xml:id="br0">
      <inkml:brushProperty name="width" value="0.1" units="cm"/>
      <inkml:brushProperty name="height" value="0.1" units="cm"/>
      <inkml:brushProperty name="color" value="#E71224"/>
    </inkml:brush>
  </inkml:definitions>
  <inkml:trace contextRef="#ctx0" brushRef="#br0">8 1194 8192,'-4'-24'5943,"4"23"-5793,-1 0-1,1 0 0,-1 0 1,1 0-1,0-1 0,-1 1 1,1 0-1,0-1 0,0 1 0,0 0 1,0 0-1,0-1 0,0 1 1,0 0-1,0-1 0,1 1 1,-1 0-1,0 0 0,1 0 1,-1-1-1,1 1 0,0 0 1,-1 0-1,1 0 0,0 0 1,0 0-1,-1 0 0,1 0 1,0 0-1,0 0 0,0 0 1,0 1-1,0-1 0,0 0 1,1 1-1,0-2 0,8-3-149,0 0 0,1 1 0,-1 0 0,1 0 0,0 2 0,0-1 0,20-1 0,85-1 0,-97 5 0,770 3-2796,-499 14-2071,-10 0 1062,733-18 3805,-841 9-140,-4 0 839,-46-7 7172,1-2-4900,501 7-13934,286 5 10525,-556 5 4691,7 1 755,-307-20-4613,-1-3 0,1-2 0,54-15 0,-43 8-82,83-8 1,291 16-314,-255 9 0,330 0-2948,519-4-5572,-838-6 8520,27-1 0,446 22 59,-497-7 377,3 1 3677,98 2 2747,381-10-6860,-633 1 0,-1-1 0,1-1 0,0 0 0,-1-2 0,0 0 0,0-1 0,0-1 0,0-1 0,-1 0 0,0-2 0,-1 0 0,0-1 0,0 0 0,-1-2 0,0 0 0,-1 0 0,14-16 0,7-10-2293,-1-2-1,-2-2 0,-2-1 0,39-70 1,-63 99 2293,-1-1 0,0 1 0,-2-1 0,0 0 0,0-1 0,-1 1 0,-1 0 0,-1-1 0,0 0 0,-2-24 0,-5-13 0,-21-92 0,10 65 0,13 61 0,-1 0 0,-1 0 0,-1 1 0,0 0 0,-1 0 0,-20-30 0,24 41 218,-1 1 1,-1 0-1,1 0 1,-1 0-1,0 1 1,0 0-1,-1 0 1,1 1-1,-1 0 1,0 0-1,0 0 1,-1 1 0,1 0-1,-1 0 1,0 1-1,-9-2 1,-10 0 979,-1 2 0,1 1 0,-40 2 0,14 1-1033,-1569 0-6966,857-3 4930,753 0 2189,0 1 0,0 1 0,1 0 0,-1 0 1,0 1-1,0 1 0,1 0 0,-1 0 0,-20 10 0,-54 35-2780,-103 82 12834,184-126-10321,0 1-1,1-1 1,-1 1 0,1 0 0,0 0-1,0 0 1,1 0 0,-6 10 0,2 2-73,-9 29 1,4-10-16,2-3-1698,2 2-1,1 0 0,2 0 1,-2 42-1,-3 26-1054,-2-53 5642,9-44-2314,1 0 1,0 0-1,1-1 1,0 1-1,0 1 1,0-1-1,0 0 1,1 0 0,0 0-1,0 0 1,1 0-1,0 0 1,0 0-1,0 0 1,3 6-1,2 2-873,0-1-1,2-1 0,-1 1 1,2-1-1,0-1 1,0 1-1,1-2 0,0 1 1,15 11-1,29 24 336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31.989"/>
    </inkml:context>
    <inkml:brush xml:id="br0">
      <inkml:brushProperty name="width" value="0.1" units="cm"/>
      <inkml:brushProperty name="height" value="0.1" units="cm"/>
      <inkml:brushProperty name="color" value="#E71224"/>
    </inkml:brush>
  </inkml:definitions>
  <inkml:trace contextRef="#ctx0" brushRef="#br0">0 70 8192,'185'1'2741,"60"0"3886,-79-5-5086,136-20-6987,-59 2 2174,397 1 2127,1 22 247,-313 1 750,989-1 148,-1278-1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35.846"/>
    </inkml:context>
    <inkml:brush xml:id="br0">
      <inkml:brushProperty name="width" value="0.1" units="cm"/>
      <inkml:brushProperty name="height" value="0.1" units="cm"/>
      <inkml:brushProperty name="color" value="#E71224"/>
    </inkml:brush>
  </inkml:definitions>
  <inkml:trace contextRef="#ctx0" brushRef="#br0">1 994 8192,'287'0'11110,"144"0"-10816,-72 0-789,-17 17-5792,-35 0 1665,620-16 4622,-439-3 0,130 11 0,-14-1 0,147 1 0,-2 40 0,324 8 0,-771-51 0,380 3 0,1528-10 11468,-2178 1-11468,15 1 0,66-8 0,-100 5 0,-1 0 0,1-1 0,-1 0 0,0-1 0,1 0 0,-2-1 0,1-1 0,-1 1 0,1-2 0,11-8 0,-17 9 0,-1 0 0,1 0 0,-1 0 0,0 0 0,-1-1 0,0 0 0,0 0 0,0 0 0,-1 0 0,0 0 0,0-1 0,-1 0 0,3-14 0,0-9 0,-1 0 0,-2-37 0,-1 57 0,-3-353 0,0 343-478,0 1 1,-1-1-1,-1 0 0,-1 1 1,-1 0-1,0 0 0,-2 0 0,-16-30 1,16 36 63,-1 0 1,0 1-1,-1 0 1,-1 1-1,0 0 1,0 1-1,-1 0 1,0 1-1,-1 0 1,0 1 0,-26-14-1,18 14 235,1 1 1,-2 1-1,1 0 0,-1 2 1,0 0-1,-29-1 0,-136 2-709,129 4 820,-2756 4 68,1742-5 0,992 3 165,1 3 0,-91 18 0,65 0 1977,-50 20-3527,-17 5 2994,-30 3 514,-154 35 4361,301-79-6484,0-2 0,-99-4 0,95-2 0,53 1-35,0-1-1,1 0 1,-1 0 0,1 0-1,-1 0 1,1-1 0,0 0-1,0 0 1,-1-1-1,2 1 1,-10-6 0,0-4-102,-1 0 0,-15-17 0,-6-5 477,17 19-1123,-27-17 1,-7 2-3776,-61-26 0,89 45 4266,-23-9 292,-96-26 0,-55 1 0,184 42 0,1 0 819,0 1 0,-1 1 0,1 1 0,-1 0 1,1 0-1,-21 5 0,7 0 1092,0 2 1,-33 13-1,53-17-1990,0 1-1,1 0 1,-1 1-1,1-1 1,0 2 0,0-1-1,-11 11 1,-40 52-1247,38-43 811,-16 18-1107,1 2-1,-44 77 1,68-100 1163,0 1 1,1 0 0,2 0-1,0 0 1,1 1 0,2 1-1,0-1 1,-1 37 0,6-13 458,11 85 0,-10-123 0,3 22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42.902"/>
    </inkml:context>
    <inkml:brush xml:id="br0">
      <inkml:brushProperty name="width" value="0.1" units="cm"/>
      <inkml:brushProperty name="height" value="0.1" units="cm"/>
      <inkml:brushProperty name="color" value="#E71224"/>
    </inkml:brush>
  </inkml:definitions>
  <inkml:trace contextRef="#ctx0" brushRef="#br0">10 197 8192,'-9'-10'8436,"43"-1"-5404,29 3-3032,0 3 0,106 5 0,-80 1 0,2107 0-8992,1242-1 5540,-1346 0 4743,-3 0 9421,-2053 0-10473,267-10-37,76 1-202,-234 11 0,-66-1-801,125-4-5509,-160 0 4858,0-2-1,69-16 1,-60 6 1592,0 3-1,0 3 1,104-6 0,-105 10 9276,24-14-7082,-53 12-2801,1 1 0,40-5 1,17 4-3101,71-3-3775,1558 10 18810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8:59.495"/>
    </inkml:context>
    <inkml:brush xml:id="br0">
      <inkml:brushProperty name="width" value="0.1" units="cm"/>
      <inkml:brushProperty name="height" value="0.1" units="cm"/>
      <inkml:brushProperty name="color" value="#E71224"/>
    </inkml:brush>
  </inkml:definitions>
  <inkml:trace contextRef="#ctx0" brushRef="#br0">0 576 8192,'12'-1'2445,"0"0"1,0-1 0,17-5-1,8-1-759,63-2-1686,2 3 0,101 8 0,-80 1 0,377-3-3641,330 3-4186,-687 5 7703,-121-4 248,0 1 0,0 0-1,-1 1 1,30 12 0,-44-13 680,-1-1-1,1 1 1,-1 0 0,0 1-1,10 10 1,-12-11-331,0-1 0,0 1 0,0-1 1,1 1-1,-1-1 0,1-1 0,0 1 0,0 0 1,-1-1-1,2 0 0,-1-1 0,5 2 0,38 2-460,0-3 1,56-4-1,-25 0-612,52 0-693,270 10 1814,-379-6-1919,1 2 0,-1 0 1,0 2-1,-1 1 0,1 0 1,24 13-1,26 19 3831,-56-30-2037,0-1-1,1-1 0,-1-1 1,1 0-1,1-1 0,-1-1 0,1-1 1,0 0-1,0-1 0,0-1 0,18-1 1,5-3 582,0-1 0,0-2 0,67-19 0,-87 19-979,-2 0 0,-1 0 0,2 2 0,-1 0 0,0 2 0,33-2 0,-44 6-2,-1 0 0,1 1-1,-1 0 1,0 0 0,0 0-1,0 1 1,0 0 0,-1 1 0,1-1-1,-1 1 1,6 7 0,10 5-530,-2-2-643,0-2 0,1-1 0,0 0 1,27 9-1,-39-17 788,1 0-1,0-1 1,0-1 0,0 0-1,0 0 1,1-1 0,-1 0-1,0-1 1,1 0 0,-1 0-1,0-2 1,16-2 0,7-8 387,1-1 0,-2-2 0,41-25 0,8-3 0,-27 16 0,1 3 0,1 2 0,80-21 0,-125 41 0,0 1 0,0 0 0,-1 0 0,1 1 0,0 1 0,0 0 0,-1 0 0,1 1 0,0 0 0,-1 1 0,0 0 0,0 0 0,0 2 0,0-1 0,0 1 0,-1 0 0,0 1 0,0 0 0,10 9 0,30 27 201,-30-24 86,0-2-1,2 0 1,24 15-1,-40-28-201,1 0 1,0 0-1,0 0 0,1-1 0,-1 0 1,0 0-1,1-1 0,0 0 0,-1 0 1,1 0-1,-1-1 0,1 0 0,0 0 1,-1 0-1,1-1 0,12-3 0,-3-2-712,1 0-1,28-16 0,66-50 2682,-12 7-3756,-79 54 2007,1 0-1,0 1 1,24-7-1,-40 15-335,1 0-1,0 1 0,-1 0 0,1 0 0,0 0 1,0 0-1,0 1 0,0 0 0,-1 1 0,1-1 1,0 1-1,0 0 0,0 0 0,-1 1 1,1 0-1,-1 0 0,9 4 0,-10-3 819,0-1 0,1 0 0,-1 0-1,0-1 1,1 1 0,-1-1 0,1 0 0,0 0 0,-1 0-1,8 0 1,-5-1-550,0-1-1,0 0 0,0 0 1,0 0-1,0-1 1,9-3-1,5-4-1207,0-2 1,0 0-1,24-18 0,-15 9 1240,-14 10 87,1 1 0,-1 0 0,33-12 0,-42 19-877,0 0-1,0 1 1,0 0-1,0 0 1,0 0 0,0 1-1,0 0 1,0 0-1,0 1 1,0 0-1,0 0 1,0 1-1,8 2 1,95 45-1356,-82-34 1663,0-2 1,1-1-1,44 12 1,-40-17 213,1-1 0,37 1 0,-54-6 0,0-1 0,0-1 0,0 0 0,0-1 0,0-1 0,20-6 0,16-9 0,-20 6 0,0 1 0,42-7 0,-63 16 0,0 1 0,0 0 0,0 1 0,1 0 0,-1 1 0,0 0 0,0 1 0,0 0 0,0 1 0,13 5 0,10 8 0,-2 1 0,0 1 0,-2 2 0,40 31 0,6 4 0,-68-49 0,0-1 0,1 0 0,-1 0 0,1-1 0,0 0 0,0-1 0,1 0 0,-1 0 0,1-1 0,-1-1 0,1 0 0,-1 0 0,1-1 0,14-1 0,-7-2 0,1-1 0,-2 0 0,1-2 0,0 0 0,-1 0 0,0-2 0,22-13 0,-26 14 0,14-9 0,1 1 0,51-19 0,-68 31 0,-1 0 0,1 0 0,0 1 0,0 1 0,0 0 0,0 1 0,0 0 0,0 0 0,1 1 0,-1 1 0,16 3 0,-8 1 0,0 1 0,-1 0 0,1 1 0,16 11 0,67 48 0,-66-42 0,69 36 0,-97-57 0,1-1 0,0 0 0,0 0 0,0-1 0,0 0 0,0-1 0,1 0 0,-1-1 0,0 0 0,1 0 0,-1-1 0,0 0 0,0 0 0,0-1 0,0-1 0,17-6 0,5-4 0,0-3 0,-1 0 0,35-26 0,-22 14 0,-14 8 0,1 3 0,1 0 0,44-17 0,-65 31 0,0 0 0,0 0 0,0 1 0,1 0 0,-1 1 0,0 0 0,1 1 0,-1 0 0,1 0 0,-1 1 0,0 1 0,1-1 0,-1 2 0,0 0 0,17 6 0,-6 3 0,0 0 0,-1 2 0,0 0 0,-1 1 0,-1 1 0,17 18 0,-15-13 0,1-2 0,1 0 0,40 25 0,-50-38 0,0 1 0,1-2 0,-1 0 0,1 0 0,0-2 0,0 1 0,1-2 0,-1 1 0,1-2 0,-1 0 0,1-1 0,-1 0 0,1-1 0,0 0 0,-1-1 0,0-1 0,1 0 0,16-6 0,15-5 1295,0 3 1,1 1 0,64-4-1,-88 12-645,1 1-1,0 2 0,0 0 1,0 2-1,-1 0 1,1 1-1,-1 2 0,41 15 1,-39-11-1946,1 0 1,1-2-1,30 7 0,-41-12 566,0-1-1,0-1 1,0-1-1,0 0 0,0 0 1,0-2-1,20-4 1,27-11 730,105-44 0,23-8 0,-127 52 0,-1 4 0,2 1 0,0 4 0,105 0 0,-150 9 0,0 0 0,1 2 0,-1 1 0,0 0 0,29 11 0,83 46 0,-87-40 0,-26-12 144,0-1 1,1 0-1,0-2 0,1 0 1,25 4-1,-34-9-10,0 0 0,-1-1 1,1 0-1,-1 0 0,1-1 0,-1 0 0,1-1 0,-1-1 0,1 1 0,-1-2 0,18-7 1,93-60-1841,-76 43 2559,49-23 0,-51 32-1027,1 1 1,1 3 0,0 1-1,93-14 1,-111 24 12,1 2 0,-1 1 0,1 1 0,0 2 0,-1 0 0,1 2 1,-1 1-1,0 1 0,50 19 0,-42-10 161,1-2 0,0-1 0,1-2 0,0-2 0,0-1 0,1-2 0,38 1 0,428-9 0,-484 3 0,0 1 0,0 1 0,0 0 0,0 2 0,-1 0 0,1 2 0,-1 0 0,0 1 0,-1 0 0,0 2 0,25 15 0,-17-7 0,6 5 0,59 29 0,-77-45 0,-1-1 0,0-1 0,1 0 0,0 0 0,0-1 0,0-1 0,0-1 0,19 0 0,0-2 0,0-3 0,-1 0 0,0-2 0,58-19 0,123-59 0,-107 39 0,-97 41 2,206-73 896,-188 69-636,1 2 1,0 0 0,0 2-1,1 1 1,56 1 0,-58 6 453,-1 1 0,0 1 0,35 13 0,-36-10 299,2-2 0,-1 0 0,29 3-1,-46-9-866,0-1 0,0 0 0,0 0-1,0-1 1,0 0 0,0-1 0,-1 0 0,1 0-1,0-1 1,-1 0 0,0 0 0,1-1-1,10-6 1,-5 0-148,-1-1 0,0 0 0,0 0 0,-1-1 0,0-1 0,-1 0 0,14-23 0,-7 7 0,-1 0 0,23-61 0,-29 56 0,-2 0 0,-1-1 0,5-65 0,0 5 0,0 28 0,-1 7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01.334"/>
    </inkml:context>
    <inkml:brush xml:id="br0">
      <inkml:brushProperty name="width" value="0.1" units="cm"/>
      <inkml:brushProperty name="height" value="0.1" units="cm"/>
      <inkml:brushProperty name="color" value="#E71224"/>
    </inkml:brush>
  </inkml:definitions>
  <inkml:trace contextRef="#ctx0" brushRef="#br0">9270 643 8192,'1'-22'3130,"6"-31"1,-4 33-527,1-39-1,-4 55-2603,-1-1 0,0 1 0,0 0 0,0-1 0,0 1 0,-1 0 0,1 0 0,-1 0 0,0 0 0,-1 0 0,1 0 0,-1 0 0,1 1 0,-1-1 0,0 1 0,0 0 0,-1 0 0,-5-4 0,-8-5 0,0 1 0,-36-16 0,24 12 0,0 0 0,-1 1 0,0 2 0,-1 1 0,0 1 0,-49-8 0,-400-28-4808,-6 42-1479,368 5 5914,-451 16 373,80-1 0,-138-15 2785,624-1-2774,-49-3-798,1-1 0,-55-14 1,-27-2 3146,112 19-1326,1 0 0,-1 2 0,1 0 0,-1 2 0,1 0 0,-21 6 0,-117 44-223,65-20-2664,-98 22 3391,154-47-1680,-47 3 0,61-9-1382,-32-3 0,40 0 1134,1-1-1,0-1 0,0-1 0,0 0 0,0 0 1,-20-11-1,-75-47-2703,7 4 1725,69 43 2581,0 2 0,-1 1 0,0 2 0,-1 1 0,0 1 1,0 3-1,-1 0 0,-67 2 0,-113 13-2922,-8 1 3658,7-12-3401,-57 2-7800,235 2 9143,1 3 1,0 1-1,0 1 0,-68 26 0,-44 11 155,128-41-34,1 0-1,-1-1 1,0-2-1,0 0 0,-27-3 1,36 1 32,0-2 1,0 0-1,0 0 1,0-1 0,1-1-1,-1 0 1,-13-8-1,-77-55 1460,47 30 96,50 34-1301,0 1 0,0 0 0,0 0 0,-1 1 0,0 0-1,1 0 1,-1 0 0,0 1 0,0 0 0,0 0 0,0 1 0,-7 0 0,-11 2 821,1 1 0,-27 7 0,-9 1-331,-55-1-648,98-10-256,1-1-1,0-1 0,0 0 1,0-1-1,-17-5 1,8 0-58,0 2-1,-1 0 1,0 2 0,0 0 0,0 2 0,0 1-1,-1 1 1,1 1 0,0 2 0,-30 6-1,-115 21-4692,141-27 3835,0-2 1,0-1 0,-53-6 0,-16-11 1031,38 6 0,-64-3 0,95 13 0,-1-1 0,1-2 0,0-1 0,0-1 0,1-1 0,-44-17 0,40 10 0,0 1 0,-67-15 0,95 27 0,0 1 0,0 0 0,0 0 0,0 0 0,0 1 0,0 0 0,0 0 0,1 0 0,-1 0 0,0 1 0,0 0 0,1 0 0,-1 0 0,1 0 0,0 1 0,0 0 0,0 0 0,0 0 0,0 0 0,-6 8 0,-5 6 0,0 1 0,0 1 0,-12 23 0,19-29 0,-6 9 17,-6 10 425,-45 54 1,57-77-188,1-1 0,-1-1 1,-1 1-1,1-2 0,-1 1 1,0-1-1,-1 0 0,0-1 1,1 0-1,-22 7 0,27-12 44,0 1-1,0 0 0,0 1 1,0-1-1,0 1 1,0-1-1,0 1 0,1 0 1,-1 1-1,1-1 0,-1 1 1,1-1-1,0 1 1,0 0-1,0 0 0,0 1 1,1-1-1,-1 0 1,1 1-1,0 0 0,0-1 1,0 1-1,0 0 0,1 0 1,-2 7-1,-8 31-1102,-6 55 0,-6 27-1858,-10-22-4066,24-80 7208,-1-1 1,-18 31-1,23-44 1191,0 1 0,1-1-1,0 1 1,-3 11 0,4-7-985,0 0 1,-2 19-1,2 4-2686,4 48 0,1-35 1199,2 58-4515,0-66 3109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05.036"/>
    </inkml:context>
    <inkml:brush xml:id="br0">
      <inkml:brushProperty name="width" value="0.1" units="cm"/>
      <inkml:brushProperty name="height" value="0.1" units="cm"/>
      <inkml:brushProperty name="color" value="#E71224"/>
    </inkml:brush>
  </inkml:definitions>
  <inkml:trace contextRef="#ctx0" brushRef="#br0">1 65 15898,'10126'-65'0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12.468"/>
    </inkml:context>
    <inkml:brush xml:id="br0">
      <inkml:brushProperty name="width" value="0.1" units="cm"/>
      <inkml:brushProperty name="height" value="0.1" units="cm"/>
      <inkml:brushProperty name="color" value="#E71224"/>
    </inkml:brush>
  </inkml:definitions>
  <inkml:trace contextRef="#ctx0" brushRef="#br0">0 11 15472,'4706'0'0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10:09:17.74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1,'74'-1,"200"2,-161 5,-1 5,172 39,80 21,-133-29,-161-33,0-2,139-5,36 1,165 7,-185-9,22 20,-73-3,357-9,-423 0,-12-1,-47-7,106-3,-105-10,-38 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02T10:09:19.38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1 312,'0'-6,"0"-5,0 0,0-1,2 1,-1 0,4-13,-4 21,1-1,-1 1,1-1,0 1,0 0,0 0,0 0,0 0,1 0,-1 0,1 1,0-1,0 1,0 0,0-1,0 2,1-1,-1 0,6-2,6-1,1 1,-1 0,1 1,29-3,67 5,-68 2,958 1,-743 15,-64-2,1128 2,-989-17,-309-2,0-1,0-1,-1-1,25-8,34-7,1 3,143-45,-222 59,1 1,-1-1,1-1,-1 1,0-1,0 0,0 0,-1 0,1-1,-1 0,6-8,2-6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2.472"/>
    </inkml:context>
    <inkml:brush xml:id="br0">
      <inkml:brushProperty name="width" value="0.1" units="cm"/>
      <inkml:brushProperty name="height" value="0.1" units="cm"/>
      <inkml:brushProperty name="color" value="#E71224"/>
    </inkml:brush>
  </inkml:definitions>
  <inkml:trace contextRef="#ctx0" brushRef="#br0">207 1 8192,'0'5'3356,"-3"8"-3356,-9 10 5483,-9 15-5483,-2 9 2629,-1 13-2629,-4 16-3356,2 9 3356,3-2-5483,2-7 5483,6-13 3356,4-18-3356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2.833"/>
    </inkml:context>
    <inkml:brush xml:id="br0">
      <inkml:brushProperty name="width" value="0.1" units="cm"/>
      <inkml:brushProperty name="height" value="0.1" units="cm"/>
      <inkml:brushProperty name="color" value="#E71224"/>
    </inkml:brush>
  </inkml:definitions>
  <inkml:trace contextRef="#ctx0" brushRef="#br0">1 1 8192,'5'8'0,"5"14"3356,1 9-3356,1 4 5483,-2 5-5483,1 4 2629,1 3-2629,-1-2 0,-1-2 0,-1-6 0,-2-6 0,-3-6 0,1-8 0,0-2 0,-1-3 0,-5 1 0,-1-3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3.206"/>
    </inkml:context>
    <inkml:brush xml:id="br0">
      <inkml:brushProperty name="width" value="0.1" units="cm"/>
      <inkml:brushProperty name="height" value="0.1" units="cm"/>
      <inkml:brushProperty name="color" value="#E71224"/>
    </inkml:brush>
  </inkml:definitions>
  <inkml:trace contextRef="#ctx0" brushRef="#br0">1 257 8192,'12'-15'9352,"2"4"-9352,5 0 2116,8-8-2116,10-6 0,2 2 0,5-2 0,1 2 0,1 1 0,-2-1 0,-3 1 0,-8 1 0,-10 5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3.594"/>
    </inkml:context>
    <inkml:brush xml:id="br0">
      <inkml:brushProperty name="width" value="0.1" units="cm"/>
      <inkml:brushProperty name="height" value="0.1" units="cm"/>
      <inkml:brushProperty name="color" value="#E71224"/>
    </inkml:brush>
  </inkml:definitions>
  <inkml:trace contextRef="#ctx0" brushRef="#br0">0 0 8192,'3'9'3356,"1"7"-3356,-1 10 5483,0 9-5483,-1 12 2629,-1 15-2629,0 19-3356,-1 12 3356,0 5-5483,0-7 8839,0-13-3356,0-17 5483,0-19-5483</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4.187"/>
    </inkml:context>
    <inkml:brush xml:id="br0">
      <inkml:brushProperty name="width" value="0.1" units="cm"/>
      <inkml:brushProperty name="height" value="0.1" units="cm"/>
      <inkml:brushProperty name="color" value="#E71224"/>
    </inkml:brush>
  </inkml:definitions>
  <inkml:trace contextRef="#ctx0" brushRef="#br0">101 43 8192,'0'-1'179,"1"0"0,-1 0-1,1 0 1,-1 0 0,1 0 0,-1 0 0,1 0 0,-1 0 0,1 0 0,0 0 0,-1 0-1,1 1 1,0-1 0,0 0 0,0 0 0,-1 1 0,1-1 0,0 1 0,0-1-1,0 1 1,0-1 0,1 1 0,28-11 5939,-23 8-5235,-2 1-820,1 0 0,0 1 0,0-1 0,0 1 0,0 0 0,7 0 0,-11 1-66,-1 0 0,1 0 0,0 0 0,-1 1 0,1-1-1,-1 1 1,1-1 0,-1 1 0,1-1 0,-1 1 0,1 0 0,-1 0-1,0 0 1,1 0 0,-1 0 0,0 0 0,0 0 0,1 0 0,-1 0-1,0 1 1,0-1 0,-1 0 0,1 1 0,0-1 0,0 1-1,-1-1 1,2 3 0,1 8 3,1 0 0,-2 0 0,0 0 0,0 0 0,-1 0 0,0 1 0,-1-1 0,-1 0 0,0 0 0,-1 1 0,0-1 0,0 0 0,-2 0 0,1-1 0,-2 1 0,1-1 0,-8 12 0,-3 6 0,-2-1 0,-2-1 0,0 0 0,-2-2 0,-27 28 0,17-26 0,23-21 0,0 1 0,1 0 0,-11 13 0,17-19 0,0 1 0,0-1 0,1 0 0,-1 1 0,1-1 0,-1 1 0,1-1 0,0 1 0,-1-1 0,1 1 0,0-1 0,0 1 0,0-1 0,0 1 0,0-1 0,0 1 0,0-1 0,1 1 0,-1-1 0,1 1 0,-1-1 0,1 0 0,-1 1 0,1-1 0,0 1 0,0-1 0,-1 0 0,1 0 0,0 0 0,0 1 0,0-1 0,1 0 0,-1 0 0,2 1 0,5 5 0,0-1 0,1 0 0,16 9 0,-19-12 0,-1 0 0,0 0 0,0-1 0,0 0 0,1 0 0,-1 0 0,0 0 0,1-1 0,0 0 0,-1 0 0,9 0 0,-9-1 0,-1-1 0,1 0 0,-1 1 0,1-2 0,-1 1 0,0 0 0,0-1 0,0 0 0,0 0 0,0 0 0,0-1 0,0 1 0,5-6 0,12-11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4.506"/>
    </inkml:context>
    <inkml:brush xml:id="br0">
      <inkml:brushProperty name="width" value="0.1" units="cm"/>
      <inkml:brushProperty name="height" value="0.1" units="cm"/>
      <inkml:brushProperty name="color" value="#E71224"/>
    </inkml:brush>
  </inkml:definitions>
  <inkml:trace contextRef="#ctx0" brushRef="#br0">84 0 8192,'-3'3'2971,"-1"12"-2971,1 11 5848,0 19-5848,-2 18 2649,-3 11-2649,-5 8 0,-4-5 0,1-9 0,4-17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5.294"/>
    </inkml:context>
    <inkml:brush xml:id="br0">
      <inkml:brushProperty name="width" value="0.1" units="cm"/>
      <inkml:brushProperty name="height" value="0.1" units="cm"/>
      <inkml:brushProperty name="color" value="#E71224"/>
    </inkml:brush>
  </inkml:definitions>
  <inkml:trace contextRef="#ctx0" brushRef="#br0">0 104 8192,'21'-19'2293,"1"1"1,0 1 0,1 1 0,26-14-1,-48 29-2302,0 1-1,0 0 0,-1-1 1,1 1-1,0 0 1,0-1-1,0 1 1,0 0-1,0 0 0,-1 0 1,1 0-1,0-1 1,0 1-1,0 0 1,0 1-1,0-1 0,0 0 1,0 0-1,-1 0 1,1 1-1,0-1 1,0 0-1,0 1 0,1 0 1,-1 0-42,1 0 0,-1 1 1,1-1-1,-1 1 0,0-1 0,0 1 1,0 0-1,0-1 0,0 1 0,0 0 1,0 2-1,3 6-367,-2 1 0,1 0 0,1 13 0,-4-17 142,3 12-913,-1 1 0,-1-1 0,-2 34 0,0-43 754,-1 1 0,0-1 0,-1 1 0,0-1-1,0 0 1,-1 0 0,-1 0 0,-7 12 0,-7 3 2273,16-21-977,0 0 1,0 0-1,0 0 1,0 0-1,1 0 1,-3 7-1,5-9-697,-1-1-1,1 1 1,0 0 0,0 0-1,-1 0 1,1 0 0,1 0-1,-1-1 1,0 1 0,0 0-1,1 0 1,-1 0-1,1 0 1,-1-1 0,1 1-1,0 0 1,0-1 0,0 1-1,0 0 1,0-1 0,1 2-1,11 13-857,0 0 0,2-1 0,0-1 0,22 17 0,71 44-4432,-77-55 4461,-5-2-1542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5.730"/>
    </inkml:context>
    <inkml:brush xml:id="br0">
      <inkml:brushProperty name="width" value="0.1" units="cm"/>
      <inkml:brushProperty name="height" value="0.1" units="cm"/>
      <inkml:brushProperty name="color" value="#E71224"/>
    </inkml:brush>
  </inkml:definitions>
  <inkml:trace contextRef="#ctx0" brushRef="#br0">0 115 8192,'6'0'11468,"10"0"-11468,7 0 0,6 0 0,6-3 0,9-3 0,4-4 0,3-6 0,-2-5 0,-6-2 0,-8 2 0,-10 6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6.102"/>
    </inkml:context>
    <inkml:brush xml:id="br0">
      <inkml:brushProperty name="width" value="0.1" units="cm"/>
      <inkml:brushProperty name="height" value="0.1" units="cm"/>
      <inkml:brushProperty name="color" value="#E71224"/>
    </inkml:brush>
  </inkml:definitions>
  <inkml:trace contextRef="#ctx0" brushRef="#br0">0 1 8192,'0'5'2971,"0"8"-2971,0 13 5848,0 18-5848,0 18 2649,0 21-2649,0 16-2971,0 8 2971,0-7-5848,0-11 3199,0-19 2649,0-18 0,0-17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8.281"/>
    </inkml:context>
    <inkml:brush xml:id="br0">
      <inkml:brushProperty name="width" value="0.1" units="cm"/>
      <inkml:brushProperty name="height" value="0.1" units="cm"/>
      <inkml:brushProperty name="color" value="#E71224"/>
    </inkml:brush>
  </inkml:definitions>
  <inkml:trace contextRef="#ctx0" brushRef="#br0">299 202 8192,'0'6'351,"-1"0"0,1-1 0,-1 1 0,0-1 0,0 1 0,-1-1 0,1 0 0,-1 1 0,-1-1 0,1 0 0,-1 0 0,-3 5 0,-3 1 1229,0 1-1,-1-1 1,-14 11-1,5-4-992,-121 133-587,93-114 0,34-28 0,8-3 57,10-4 9,16-3-537,-19 1 324,48-9-271,0-1 0,51-19-1,37-8-7108,-126 35 8054,-7 1-234,-1 0 1,1 0 0,0 0-1,-1-1 1,8-3 0,-11 5-359,0-1 0,0 0 1,0 1-1,0-1 0,0 0 0,0 0 1,0 0-1,0 0 0,0 0 0,0 0 1,-1 0-1,1 0 0,-1 0 0,1 0 1,0-1-1,-1 1 0,0 0 0,1 0 1,-1-1-1,0 1 0,0 0 0,1 0 1,-1-1-1,0 1 0,-1-3 0,0-4-118,0 1-1,-1-1 0,0 0 1,0 1-1,-1-1 0,0 1 1,-4-9-1,-34-51-1225,25 42 1555,-133-209-210,138 216 64,4 4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29.759"/>
    </inkml:context>
    <inkml:brush xml:id="br0">
      <inkml:brushProperty name="width" value="0.1" units="cm"/>
      <inkml:brushProperty name="height" value="0.1" units="cm"/>
      <inkml:brushProperty name="color" value="#E71224"/>
    </inkml:brush>
  </inkml:definitions>
  <inkml:trace contextRef="#ctx0" brushRef="#br0">1 1 8192,'4231'0'11468,"-4204"0"-11468</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09:31.417"/>
    </inkml:context>
    <inkml:brush xml:id="br0">
      <inkml:brushProperty name="width" value="0.1" units="cm"/>
      <inkml:brushProperty name="height" value="0.1" units="cm"/>
      <inkml:brushProperty name="color" value="#E71224"/>
    </inkml:brush>
  </inkml:definitions>
  <inkml:trace contextRef="#ctx0" brushRef="#br0">0 35 8192,'10'-10'7209,"-9"10"-6921,18-5 3380,-14 5-3365,50-9-320,1 3 0,0 2 0,73 4-1,-57 1-408,1216-1-9302,2 1 6639,0-1 6178,-2 0 5718,-1088 0-7391,-181 0-1416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26.782"/>
    </inkml:context>
    <inkml:brush xml:id="br0">
      <inkml:brushProperty name="width" value="0.1" units="cm"/>
      <inkml:brushProperty name="height" value="0.1" units="cm"/>
      <inkml:brushProperty name="color" value="#E71224"/>
    </inkml:brush>
  </inkml:definitions>
  <inkml:trace contextRef="#ctx0" brushRef="#br0">1 83 8192,'210'-2'3505,"274"7"4458,-321 9-7963,63 2 0,958-15-8206,-541-3 4944,1899 2 3262,-2423-2 0,202-31 0,-81 1 1462,2 10 1,313 12-1,-538 10 156,0-1 0,26-6 0,-24 4-505,30-2 1,475 16-1114,99 13-3011,2-23-2047,-268-3 3545,7455 2-373,-7177 27 1886,251 12 2796,-857-39-2236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4:06.347"/>
    </inkml:context>
    <inkml:brush xml:id="br0">
      <inkml:brushProperty name="width" value="0.1" units="cm"/>
      <inkml:brushProperty name="height" value="0.1" units="cm"/>
      <inkml:brushProperty name="color" value="#E71224"/>
    </inkml:brush>
  </inkml:definitions>
  <inkml:trace contextRef="#ctx0" brushRef="#br0">1 35 8192,'37'-2'3199,"70"-12"1,18-2 1869,338 13-5069,-245 5 0,-173-1 0,0 2 0,0 3 0,53 12 0,-57-10 0,0-2 0,49 0 0,83-6 0,35 1 0,-135 7 0,26 1 0,1203-8-8260,-606-3 5052,-295 35 3208,-12 0 0,143-34 0,-463 5 0,-1 2 0,74 17 0,-70-9 0,121 6 0,415-20 0,-278-1 0,3186 1 0,-3137 8 0,-22 1 0,1029-9 798,-651-1-1101,-701 1 2132,0-1 0,0-2 0,0-1-1,-1-2 1,52-16 0,-55 14-1829,-1 1 0,1 1 0,0 1 0,35-1 0,125 7 0,-85 1 0,-65-2 0,-16 1 0,0-1 0,0-1 0,34-6 0,-43 4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4:16.041"/>
    </inkml:context>
    <inkml:brush xml:id="br0">
      <inkml:brushProperty name="width" value="0.1" units="cm"/>
      <inkml:brushProperty name="height" value="0.1" units="cm"/>
      <inkml:brushProperty name="color" value="#E71224"/>
    </inkml:brush>
  </inkml:definitions>
  <inkml:trace contextRef="#ctx0" brushRef="#br0">0 0 13644,'5373'32'0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4:18.223"/>
    </inkml:context>
    <inkml:brush xml:id="br0">
      <inkml:brushProperty name="width" value="0.1" units="cm"/>
      <inkml:brushProperty name="height" value="0.1" units="cm"/>
      <inkml:brushProperty name="color" value="#E71224"/>
    </inkml:brush>
  </inkml:definitions>
  <inkml:trace contextRef="#ctx0" brushRef="#br0">1 1 8192,'115'2'9195,"-1"3"-6827,75 3-6259,203-6 344,337 11-578,-353 19 4125,27 1 0,401-28 0,-459-8 0,36 2 0,520 3 0,-546 6 4140,165 0 3188,2338-9-10475,-1517 2 4383,-1293-1 675,-32 0-1911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29.763"/>
    </inkml:context>
    <inkml:brush xml:id="br0">
      <inkml:brushProperty name="width" value="0.1" units="cm"/>
      <inkml:brushProperty name="height" value="0.1" units="cm"/>
      <inkml:brushProperty name="color" value="#E71224"/>
    </inkml:brush>
  </inkml:definitions>
  <inkml:trace contextRef="#ctx0" brushRef="#br0">1 52 8192,'274'-10'11468,"6"2"-11468,49-6 0,-24-6-3362,0 21-2391,-115 1 3838,2913-2 12945,-2745 9-12976,16-1 711,933-9-7052,-1075 18 10983,-20 0-1769,677-16-4025,-431-3 2573,1409 2 525,-1560 8 4850,-24 0 4,1014-5-14968,-1-4 10111,35-1 8261,-1289 2-7284,-4 0-974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30.454"/>
    </inkml:context>
    <inkml:brush xml:id="br0">
      <inkml:brushProperty name="width" value="0.1" units="cm"/>
      <inkml:brushProperty name="height" value="0.1" units="cm"/>
      <inkml:brushProperty name="color" value="#E71224"/>
    </inkml:brush>
  </inkml:definitions>
  <inkml:trace contextRef="#ctx0" brushRef="#br0">1 0 8192,'859'0'11468,"-669"9"-11468,-14-1 0,-12-9-3904,92 2-3660,-32 15 7564,-199-14 0,-1 1 0,0 1 0,0 1 0,0 1 0,38 15 0,-27-8 70,1-2 0,1-1-1,-1-2 1,2-1 0,-1-2 0,1-2 0,63-2 0,-62 0 2128,0 2 1,49 9-1,50 4 2116,-66-14-5784,154 8-8087,-201-8 9116</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4:09.445"/>
    </inkml:context>
    <inkml:brush xml:id="br0">
      <inkml:brushProperty name="width" value="0.1" units="cm"/>
      <inkml:brushProperty name="height" value="0.1" units="cm"/>
      <inkml:brushProperty name="color" value="#E71224"/>
    </inkml:brush>
  </inkml:definitions>
  <inkml:trace contextRef="#ctx0" brushRef="#br0">21 1 8192,'-21'0'2736,"34"0"1101,36 1 1058,-3 5-4895,48 13 0,-6 0 0,188 20-5734,307 5 0,131-40 5734,-393-6 0,4542 2 11468,-4562 10-11468,-120-2 0,-64-1 0,27 1 0,-128-8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4:19.954"/>
    </inkml:context>
    <inkml:brush xml:id="br0">
      <inkml:brushProperty name="width" value="0.1" units="cm"/>
      <inkml:brushProperty name="height" value="0.1" units="cm"/>
      <inkml:brushProperty name="color" value="#E71224"/>
    </inkml:brush>
  </inkml:definitions>
  <inkml:trace contextRef="#ctx0" brushRef="#br0">225 124 8192,'-1'4'978,"0"-1"1,0 1-1,0 0 1,0-1-1,-1 1 1,0-1-1,0 0 1,0 1-1,0-1 1,-5 5 0,-1 4-275,7-11-704,-153 221 0,151-218 0,-23 32 0,25-34 0,-1 0 0,1 0 0,0 0 0,0 0 0,0 1 0,1-1 0,-1 0 0,0 0 0,1 1 0,-1-1 0,1 0 0,0 1 0,0-1 0,0 1 0,0 1 0,1-3 5,-1 0-1,1 0 0,-1 0 1,1 0-1,0 0 0,-1 0 1,1-1-1,0 1 0,0 0 1,-1-1-1,1 1 0,0 0 1,0-1-1,0 1 1,0-1-1,0 1 0,0-1 1,0 0-1,0 1 0,0-1 1,0 0-1,0 0 0,0 0 1,0 0-1,0 1 0,0-1 1,1-1-1,32-2-428,-30 3 231,28-7-104,-1 0 0,32-14 0,21-5-883,-28 16 3251,-52 10-2403,0-1-1,0 1 0,0-1 1,0 0-1,-1 0 1,1 0-1,0 0 1,-1-1-1,1 1 1,-1-1-1,0 0 1,1 0-1,-1 0 1,0 0-1,0-1 1,0 1-1,0-1 1,-1 0-1,1 0 1,-1 0-1,0 0 1,0 0-1,0 0 0,0-1 1,0 1-1,-1-1 1,1 1-1,-1-1 1,0 0-1,0 0 1,-1 1-1,1-8 1,2-7 332,-1 0 0,-1 0 0,-1-1 0,-1 1 0,0 0 0,-8-34 0,0 20 0,-1-1 0,-24-53 0,24 64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5:29.539"/>
    </inkml:context>
    <inkml:brush xml:id="br0">
      <inkml:brushProperty name="width" value="0.1" units="cm"/>
      <inkml:brushProperty name="height" value="0.1" units="cm"/>
      <inkml:brushProperty name="color" value="#E71224"/>
    </inkml:brush>
  </inkml:definitions>
  <inkml:trace contextRef="#ctx0" brushRef="#br0">1 1 8192,'33'16'11468,"125"26"-11468,-52-16 0,-65-16 0,1-2 0,0-2 0,49 2 0,130-8 0,-104-2 0,1237 1-7523,-1163 1 14489,1 0-5620,2 0-5049,0 0-4413,-5 9 7569,-22-1 656,121-8-109,-260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5:32.071"/>
    </inkml:context>
    <inkml:brush xml:id="br0">
      <inkml:brushProperty name="width" value="0.1" units="cm"/>
      <inkml:brushProperty name="height" value="0.1" units="cm"/>
      <inkml:brushProperty name="color" value="#E71224"/>
    </inkml:brush>
  </inkml:definitions>
  <inkml:trace contextRef="#ctx0" brushRef="#br0">1 2 8192,'575'0'8672,"-565"0"-8877,444 1-8083,-150-1 6917,-51 0 4725,-1-1 5511,100 0-10876,463 5-7005,-98 63 9016,-698-65 0,433 27 3725,4-29 2377,-173-3-4461,4315 3-13109,-4364-8 12478,-10 0 776,-32 0 2804,10-1-508,5 10-4082,-174-1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20.769"/>
    </inkml:context>
    <inkml:brush xml:id="br0">
      <inkml:brushProperty name="width" value="0.1" units="cm"/>
      <inkml:brushProperty name="height" value="0.1" units="cm"/>
      <inkml:brushProperty name="color" value="#E71224"/>
    </inkml:brush>
  </inkml:definitions>
  <inkml:trace contextRef="#ctx0" brushRef="#br0">1 0 8192,'0'2'217,"0"0"0,1 0 1,-1 0-1,1-1 0,-1 1 1,1 0-1,0-1 0,-1 1 1,1-1-1,0 1 0,0-1 1,0 1-1,1-1 0,-1 1 1,0-1-1,0 0 0,1 0 1,-1 0-1,1 0 0,-1 0 1,1 0-1,-1 0 0,4 1 1,5 3 1618,1-1 0,19 5 0,-13-4-1092,271 96-744,-249-87 0,-17-6 0,1 0 0,0-2 0,0 0 0,1-2 0,44 4 0,1461-10-8807,-834 3 6146,-637 2 2661,-1 4 0,0 1 0,71 21 0,95 14 0,144-32 0,-58-4 0,231 1 281,-334-10 382,-105 2 7319,0 0-4749,100 0-7341,-67 0-3505,75 0 7597,279 0 12598,-339 0-15209,-1 0-7397,-89 1 9361,0-1 3537,87 1 6782,-98-1-9661,1-2-3538,4-4 5459,-34 2-1421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22.066"/>
    </inkml:context>
    <inkml:brush xml:id="br0">
      <inkml:brushProperty name="width" value="0.1" units="cm"/>
      <inkml:brushProperty name="height" value="0.1" units="cm"/>
      <inkml:brushProperty name="color" value="#E71224"/>
    </inkml:brush>
  </inkml:definitions>
  <inkml:trace contextRef="#ctx0" brushRef="#br0">11 1322 8192,'-1'-1'143,"0"0"0,0 0 1,0 0-1,0 0 1,1 0-1,-1 0 0,0 0 1,1 0-1,-1 0 0,1 0 1,-1 0-1,1 0 0,0-1 1,-1 1-1,1 0 0,0 0 1,0 0-1,0-1 1,0 1-1,0 0 0,0 0 1,0 0-1,0-1 0,0 1 1,1 0-1,-1 0 0,0 0 1,1-1-1,-1 1 0,1 0 1,-1 0-1,1 0 0,0 0 1,-1 0-1,1 0 1,0 0-1,0 0 0,0 1 1,1-2-1,2-3 676,1 2 0,0-1 1,0 0-1,0 1 0,0 0 0,10-4 0,1 1-819,1 1 0,-1 0 0,2 2 0,25-4 0,74 2 0,-37 2 0,5 1 0,-41 1 0,53-6 0,-88 5 12,-1 0-1,0 0 1,0-1-1,0 0 1,0 0-1,0-1 1,0 0-1,-1 0 1,13-11 0,-1-1-60,33-38 0,-1 2-531,17-8-1113,37-35 3050,-43 25-4411,-37 38 1979,-1-2-1,-1 0 0,-3-2 1,0 0-1,-3-1 0,22-64 1,-31 75 2471,-2 0 1,0-1-1,-2 0 1,-1 1-1,-1-1 1,-2 0-1,-2-34 1,1 57-1378,0 0 0,0 1 1,-1-1-1,1 0 0,-1 0 1,0 1-1,0-1 0,0 1 1,0-1-1,-1 1 0,1 0 1,-1 0-1,0 0 0,0 0 1,0 1-1,-6-5 0,-7-4-112,-1 2 0,-23-11 0,21 10-184,-199-80-1148,145 62 2399,18 11-3456,0 7 4641,21 7-1665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3:22.672"/>
    </inkml:context>
    <inkml:brush xml:id="br0">
      <inkml:brushProperty name="width" value="0.1" units="cm"/>
      <inkml:brushProperty name="height" value="0.1" units="cm"/>
      <inkml:brushProperty name="color" value="#E71224"/>
    </inkml:brush>
  </inkml:definitions>
  <inkml:trace contextRef="#ctx0" brushRef="#br0">1237 18 8192,'-56'-6'4992,"10"0"-707,-43 1-3189,-143 9-1,217-2-1095,0 1 0,0 1 0,0 0 0,1 1 0,-1 0 0,1 1 0,1 1 0,-16 9 0,2-3 0,0-1 0,-44 13 0,41-15 0,1 0 0,-36 20 0,60-27 0,-44 24 0,-51 37 0,85-52 0,0 0 0,0 1 0,2 0 0,0 2 0,0-1 0,1 1 0,-10 19 0,8-9-919,1 1-1,1 1 1,-14 47-1,-13 88-5156,15-58 4362,18-80 1714,2 0 0,0 0 0,1 1 0,1-1 0,1 1 0,2-1 0,0 1 0,2-1 0,0 0 0,2 0 0,1 0 0,15 41 0,5-4 0,3-1 0,51 80 0,-70-124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5:35.074"/>
    </inkml:context>
    <inkml:brush xml:id="br0">
      <inkml:brushProperty name="width" value="0.1" units="cm"/>
      <inkml:brushProperty name="height" value="0.1" units="cm"/>
      <inkml:brushProperty name="color" value="#E71224"/>
    </inkml:brush>
  </inkml:definitions>
  <inkml:trace contextRef="#ctx0" brushRef="#br0">1 0 8192,'0'1'302,"0"1"0,1-1 1,-1 0-1,1 1 0,-1-1 1,1 0-1,-1 0 0,1 0 1,0 1-1,-1-1 0,1 0 1,0 0-1,0 0 0,0 0 0,0 0 1,0-1-1,0 1 0,0 0 1,0 0-1,0-1 0,1 1 1,-1 0-1,0-1 0,0 1 1,1-1-1,-1 0 0,2 1 1,37 6 2700,14-1-3003,95 24 0,-26-3 0,-110-25 0,9 1 0,-1 1 0,1 0 0,-1 2 0,-1 0 0,1 2 0,21 10 0,12 21 0,-42-33 0,-1 0 0,0 1 0,-1 1 0,0 0 0,12 12 0,-15-12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5:37.144"/>
    </inkml:context>
    <inkml:brush xml:id="br0">
      <inkml:brushProperty name="width" value="0.1" units="cm"/>
      <inkml:brushProperty name="height" value="0.1" units="cm"/>
      <inkml:brushProperty name="color" value="#E71224"/>
    </inkml:brush>
  </inkml:definitions>
  <inkml:trace contextRef="#ctx0" brushRef="#br0">1315 16 8192,'-54'0'2022,"6"1"1127,0-2-1,-65-9 1,96 7-3750,-2 2 1,1 0-1,0 1 0,0 1 0,0 0 0,-24 6 0,-106 33-5684,86-22 5308,45-13 2124,0 0-1,1 1 1,0 0 0,0 2 0,1 0 0,0 0 0,0 2 0,1-1-1,-21 20 1,-8 11-1224,-51 54-457,80-78 446,1 0-1,1 1 0,1 0 0,-15 30 1,-19 32-4430,30-57 2552,2 1 1,-12 29 0,-20 36 1965,34-67 0,0 0 0,0 0 0,-13 46 0,1 33-412,-16 58 2735,36-149-500,-1-1 1,0 0-1,-7 12 1,-5 10 439,15-28-2263,1 0 0,-1 1 0,1-1 0,0 0 0,0 1 0,0-1 0,0 1 0,0-1 0,0 1 0,1-1 0,-1 0 0,1 1 0,0-1 0,-1 0 0,1 0 0,0 1 0,1-1 0,-1 0 0,0 0 0,0 0 0,1 0 0,0 0 0,-1-1 0,3 3 0,4 5 0,1-2 0,-1 1 0,1-1 0,10 6 0,6 1-1383,1-1 0,0-1 0,37 11 0,-33-13-448,0 2-1,40 22 0,-31-11 1549,93 52 20,-103-61 298,0-1 0,53 15 0,-64-23 24,38 11 982,1-3 0,72 8-1,-85-17-1091,171 8 5951,-101-12-10471,1 0 2301,-37-1 11233,-73 1-8930,-1 0 1,0 0 0,0-1-1,1 0 1,-1 0 0,0 0-1,0-1 1,0 1 0,0-1-1,7-4 1,-1-1-35,0 0 0,13-13 0,13-11-50,9-1-11395,-32 23 11424</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5:40.727"/>
    </inkml:context>
    <inkml:brush xml:id="br0">
      <inkml:brushProperty name="width" value="0.1" units="cm"/>
      <inkml:brushProperty name="height" value="0.1" units="cm"/>
      <inkml:brushProperty name="color" value="#E71224"/>
    </inkml:brush>
  </inkml:definitions>
  <inkml:trace contextRef="#ctx0" brushRef="#br0">1375 1469 8192,'-4'-4'4901,"4"3"-4785,4-10 3332,7-9-445,-4 13-3003,1 0 0,-1 0 0,1 1 0,0 0 0,1 1 0,0 0 0,-1 0 0,2 1 0,15-5 0,22-13 0,-29 13 0,0-1 0,0-1 0,-2-1 0,1 0 0,-1-1 0,-1-1 0,26-29 0,110-160 0,-140 186-603,-2-1 0,1 0-1,-2 0 1,-1 0 0,7-25 0,19-103-5307,-18 76 4412,0 6 3031,-6 33 841,-2-1-1,-1 1 1,2-53-1,-7 44-2373,-3-91 0,1 128 0,1 0 0,-1 0 0,0-1 0,0 1 0,0 0 0,0 0 0,0 0 0,-1 0 0,0 0 0,1 1 0,-1-1 0,0 0 0,0 1 0,0-1 0,-1 1 0,1 0 0,-5-4 0,-3-1 0,0 1 0,0 1 0,-19-8 0,5 3 0,-4-2 0,-1 2 0,-51-11 0,39 11 0,-39-11-1073,-269-60-9322,313 76 10435,0 1 0,-1 2 0,0 1 0,1 2 0,-1 2 0,1 1 1,-37 9-1,16 0-92,-134 37-129,163-40 164,1 1-1,0 1 0,1 1 0,-45 31 1,-133 91 17,199-132 374,0 1 0,0-1 1,0 1-1,1 0 0,0 0 0,0 0 1,0 1-1,0 0 0,-4 6 0,-1 7 2682,-12 26 0,3-6-1442,1-2-1764,2 1 0,-20 72 0,-7 84-341,12-51 873,23-104-33,-2 39-1,-5 22-486,13-95 138,0 0 0,-1 0 0,0 0 0,1 0 0,-1 0 0,-1 0 0,1-1 0,-4 6 0,3-5 0,0 0 0,0 0 0,0 0 0,1 0 0,-4 9 0,5-10 0,1-1 0,-1-1 0,0 1 0,0 0 0,1-1 0,-1 1 0,1-1 0,-1 1 0,1 0 0,0 0 0,0-1 0,0 1 0,0 0 0,0 0 0,0-1 0,0 1 0,1 0 0,-1-1 0,1 1 0,-1 0 0,1-1 0,-1 1 0,1 0 0,0-1 0,0 1 0,0-1 0,0 0 0,0 1 0,2 2 0,7 4-207,0 1 0,1-1 0,0-1 0,0 0 0,1 0 0,12 5 0,78 27-2614,13-3-2841,2-4 3794,26 8 4996,4-4-3636,-108-30 3494,74 2 0,-63-8-5223,-3 0 1677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5:42.904"/>
    </inkml:context>
    <inkml:brush xml:id="br0">
      <inkml:brushProperty name="width" value="0.1" units="cm"/>
      <inkml:brushProperty name="height" value="0.1" units="cm"/>
      <inkml:brushProperty name="color" value="#E71224"/>
    </inkml:brush>
  </inkml:definitions>
  <inkml:trace contextRef="#ctx0" brushRef="#br0">1643 608 8192,'2'0'244,"1"-1"1,-1 1-1,0-1 1,1 1-1,-1-1 1,0 0-1,0 0 1,0 0-1,0 0 1,0 0-1,0-1 1,0 1-1,0 0 1,0-1-1,-1 0 1,3-2 0,24-33 5849,-22 27-5315,10-13-724,-1-2 0,-1 1-1,-2-2 1,0 0 0,-2 0 0,-1-1-1,9-40 1,-10 37-55,1-1 0,16-33 0,11-37 0,-33 87 0,-2 9 0,0 1 0,0-1 0,0 0 0,1 1 0,-1-1 0,1 1 0,0-1 0,0 1 0,1 0 0,5-7 0,-8 11 0,0 0 0,1-1 0,-1 1 0,0 0 0,0 0 0,1 0 0,-1 0 0,0 0 0,0 0 0,1 0 0,-1 0 0,0 0 0,1 0 0,-1 0 0,0 0 0,0 0 0,1 1 0,-1-1 0,0 0 0,0 0 0,1 0 0,-1 0 0,0 0 0,0 1 0,1-1 0,-1 0 0,0 0 0,0 0 0,0 1 0,1-1 0,-1 0 0,0 0 0,0 0 0,0 1 0,0-1 0,0 0 0,1 0 0,-1 1 0,0-1 0,0 0 0,0 1 0,0-1 0,0 0 0,0 0 0,0 1 0,0-1 0,0 0 0,0 1 0,0-1 0,0 0 0,2 18 0,-2-17 0,3 34-326,-2 0 0,-5 48-1,2-65 68,-1-1-1,0 0 0,-1-1 1,-1 1-1,-1-1 0,-14 30 1,-101 156-8413,-61 63 8672,168-248 441,-1 0 0,0-1 0,-1 0 0,-1-1 0,-1-1 0,0-1 0,-1 0 1,0-1-1,-1-1 0,0-1 0,-1-1 0,-22 7 0,1-5 515,-1 0-1,0-3 1,-1-2 0,1-1 0,-54-3-1,29 0-893,9-1-340,-86-8-1,101-1-2205,0-3 0,-79-29-1,-13-4-1035,133 43 3520,-42-9 99,0-2 0,1-3 0,1-1 0,-44-23 0,76 33 1365,0 0 1,1-1-1,-16-14 1,21 17-897,1-1 1,0 0-1,0 0 0,0-1 1,1 1-1,0-1 0,0 1 1,-4-12-1,-1-8-568,1 0 0,-7-47 0,13 64 0,-4-13 0,-2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8:49.948"/>
    </inkml:context>
    <inkml:brush xml:id="br0">
      <inkml:brushProperty name="width" value="0.1" units="cm"/>
      <inkml:brushProperty name="height" value="0.1" units="cm"/>
      <inkml:brushProperty name="color" value="#E71224"/>
    </inkml:brush>
  </inkml:definitions>
  <inkml:trace contextRef="#ctx0" brushRef="#br0">47 8 8192,'-7'149'6573,"4"-124"-5594,-1-1 0,-1 0 0,-2-1 0,-9 25 0,12-42-979,10-17 0,1 5-688,0 1 0,0 0 0,1 1 0,-1-1-1,1 2 1,0-1 0,0 1 0,1 0 0,14-3 0,-7 2-356,66-18-887,52-18 319,-129 38 1592,-1 0 0,0 0 0,0 0 0,0 0 0,0-1 0,4-3 0,-7 6 39,0-1 0,-1 0 0,1 1 0,-1-1-1,1 0 1,0 1 0,-1-1 0,1 0 0,-1 0 0,0 0 0,1 1 0,-1-1 0,0 0-1,1 0 1,-1 0 0,0 0 0,0 0 0,0 0 0,0 0 0,0 1 0,0-1 0,0 0 0,0 0-1,0 0 1,0 0 0,0 0 0,-1 0 0,1 0 0,0 0 0,-1 1 0,1-1 0,0 0-1,-1 0 1,1 0 0,-1 1 0,0-2 0,-5-4 545,1 0 0,-1 0 0,-11-8 0,-1 1-1481,-2 0 0,-40-18 0,-43-8 853,89 32 64</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11.611"/>
    </inkml:context>
    <inkml:brush xml:id="br0">
      <inkml:brushProperty name="width" value="0.1" units="cm"/>
      <inkml:brushProperty name="height" value="0.1" units="cm"/>
      <inkml:brushProperty name="color" value="#E71224"/>
    </inkml:brush>
  </inkml:definitions>
  <inkml:trace contextRef="#ctx0" brushRef="#br0">1 33 8192,'8'-6'7457,"-7"6"-7146,13-3 3217,-12 2-3356,100-11-172,190 1 0,-253 13 0,1 2 0,0 2 0,67 18 0,-81-19 0,1 0 0,0-2 0,52-1 0,-62-2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19.697"/>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21.632"/>
    </inkml:context>
    <inkml:brush xml:id="br0">
      <inkml:brushProperty name="width" value="0.1" units="cm"/>
      <inkml:brushProperty name="height" value="0.1" units="cm"/>
      <inkml:brushProperty name="color" value="#E71224"/>
    </inkml:brush>
  </inkml:definitions>
  <inkml:trace contextRef="#ctx0" brushRef="#br0">0 0 8192,'0'3'11468,"0"3"-11468,0 4 0,3 3 0,1-1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25.977"/>
    </inkml:context>
    <inkml:brush xml:id="br0">
      <inkml:brushProperty name="width" value="0.1" units="cm"/>
      <inkml:brushProperty name="height" value="0.1" units="cm"/>
      <inkml:brushProperty name="color" value="#E71224"/>
    </inkml:brush>
  </inkml:definitions>
  <inkml:trace contextRef="#ctx0" brushRef="#br0">0 83 8192,'3'0'11468,"1"-3"-11468,-1-4 0,2 0 0,1-2 0,2 1 0,5 1 0,0-1 0,1-1 0,0 0 0,2 2 0,0 3 0,0 1 0,-3 1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26.819"/>
    </inkml:context>
    <inkml:brush xml:id="br0">
      <inkml:brushProperty name="width" value="0.1" units="cm"/>
      <inkml:brushProperty name="height" value="0.1" units="cm"/>
      <inkml:brushProperty name="color" value="#E71224"/>
    </inkml:brush>
  </inkml:definitions>
  <inkml:trace contextRef="#ctx0" brushRef="#br0">1 53 8192,'0'-2'294,"1"1"1,-1-1-1,1 0 0,0 1 1,0-1-1,0 1 1,0-1-1,0 1 0,0 0 1,0-1-1,0 1 1,0 0-1,0 0 0,1-1 1,-1 1-1,1 0 1,-1 0-1,1 1 0,-1-1 1,1 0-1,2-1 1,36-12 4696,-10 10-4991,1 0 0,1 2 0,57 4 0,-24 0 0,-20-2 0,-29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32.390"/>
    </inkml:context>
    <inkml:brush xml:id="br0">
      <inkml:brushProperty name="width" value="0.1" units="cm"/>
      <inkml:brushProperty name="height" value="0.1" units="cm"/>
      <inkml:brushProperty name="color" value="#E71224"/>
    </inkml:brush>
  </inkml:definitions>
  <inkml:trace contextRef="#ctx0" brushRef="#br0">1 1 14710,'2833'16'0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35.288"/>
    </inkml:context>
    <inkml:brush xml:id="br0">
      <inkml:brushProperty name="width" value="0.1" units="cm"/>
      <inkml:brushProperty name="height" value="0.1" units="cm"/>
      <inkml:brushProperty name="color" value="#E71224"/>
    </inkml:brush>
  </inkml:definitions>
  <inkml:trace contextRef="#ctx0" brushRef="#br0">11 84 8192,'-10'-6'4883,"10"6"-4720,0 0 0,0-1 0,0 1-1,0-1 1,-1 1 0,1 0 0,0-1 0,0 1-1,0-1 1,0 1 0,1 0 0,0-4 1302,-1 3-1302,1-1 170,0 0 1,0 0 0,0 0 0,0 1-1,0-1 1,1 0 0,-1 0-1,3-2 1,3 0-334,0-1 0,0 2 0,1-1 0,-1 1 0,1 0 0,0 0 0,13-2 0,61-6 0,-78 10 0,339-6 0,-210 9 0,1720-2-8672,-1462 0 16178,0 0-4612,0 0-5789,0 0-6968,1705 0 9970,-710 0 1648,-464 0 5502,-892 0-5346</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42.617"/>
    </inkml:context>
    <inkml:brush xml:id="br0">
      <inkml:brushProperty name="width" value="0.1" units="cm"/>
      <inkml:brushProperty name="height" value="0.1" units="cm"/>
      <inkml:brushProperty name="color" value="#E71224"/>
    </inkml:brush>
  </inkml:definitions>
  <inkml:trace contextRef="#ctx0" brushRef="#br0">0 0 8192,'35'2'2901,"0"2"1,51 11 0,-2 0-139,50-3-2763,213-9 0,-179-5 0,-46 2-720,476 10-6840,-398-2 15435,0-5-6772,102 2-5747,181 0-176,-60-3 2118,-248 6 6851,81 1 3170,805-10-18787,-835 10 11468,-6-1 0,269-8 3945,-462-2-2292,0 0-1,42-11 1,-37 7-371,36-3 1,19 6-1283,-67 3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19:57.224"/>
    </inkml:context>
    <inkml:brush xml:id="br0">
      <inkml:brushProperty name="width" value="0.1" units="cm"/>
      <inkml:brushProperty name="height" value="0.1" units="cm"/>
      <inkml:brushProperty name="color" value="#E71224"/>
    </inkml:brush>
  </inkml:definitions>
  <inkml:trace contextRef="#ctx0" brushRef="#br0">0 1 8192,'184'0'12246,"0"0"-13205,-29 0-9887,-141 0 10405</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0:00.310"/>
    </inkml:context>
    <inkml:brush xml:id="br0">
      <inkml:brushProperty name="width" value="0.1" units="cm"/>
      <inkml:brushProperty name="height" value="0.1" units="cm"/>
      <inkml:brushProperty name="color" value="#E71224"/>
    </inkml:brush>
  </inkml:definitions>
  <inkml:trace contextRef="#ctx0" brushRef="#br0">0 1 8192,'5'4'1483,"0"0"1,0-1 0,0 1-1,1-1 1,-1 0 0,8 2-1,6 4-400,21 10-1083,1-2 0,0-1 0,1-3 0,1-1 0,0-2 0,67 6 0,-2-7 0,163-9 0,-133-8 0,65-1 0,-138 7 0,113 5 0,-163-1 0,0 1 0,-1 0 0,0 1 0,0 0 0,0 1 0,0 1 0,19 11 0,85 62 0,-85-55 0,-18-13 0,31 22 0,56 30 0,-85-54 0,1 0 0,1-2 0,0 0 0,0-1 0,0-1 0,38 5 0,-4-6-672,0-2 1,0-3-1,92-12 0,154-47-4540,54-6 1643,-297 61 3895,0 2 0,59 4 1,-84 2-24,0 1 0,1 1-1,-1 2 1,-1 1 0,33 13 0,-50-15 420,-1-2 0,1 1-1,0-2 1,0 0 0,0 0-1,0-1 1,1-1 0,-1 0-1,0 0 1,1-2 0,14-1-1,-11-1-722,-1-1 0,1 0 0,-1-1 0,29-13 0,57-38 0,-78 41-1037,1 2 0,0 0-1,0 2 1,48-15 0,-65 24 758,1 0 1,-1 1 0,0-1 0,1 2-1,-1-1 1,1 1 0,-1 0 0,1 1-1,-1 0 1,0 1 0,1-1-1,-1 1 1,0 1 0,0 0 0,0 0-1,-1 0 1,1 1 0,-1 0 0,0 1-1,7 5 1,0 1 58,-1 0 112,-1-1-1,25 15 1,-31-22 119,0-1-1,1 1 1,-1-1 0,0 0-1,1 0 1,-1-1 0,1 0-1,0 0 1,12 0 0,13-3 2073,57-12 1,-2 1 1671,-60 11-4493,49 2 1,-53 2-1110,0 1 0,33 9 0,32 13 1013,39 10 810,-41-20 2761,-78-14-2129,0-1-1,1 0 1,-1 0-1,0-1 1,1 0-1,-1-1 1,0 0-1,0 0 1,0-1-1,0 0 1,-1 0-1,1-1 1,8-5-1,-4 3-455,33-9-153,-34 12 0,0-1 0,19-8 0,73-49-445,-66 37 336,2 2 0,1 1 1,59-22-1,-78 37 604</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0:16.367"/>
    </inkml:context>
    <inkml:brush xml:id="br0">
      <inkml:brushProperty name="width" value="0.1" units="cm"/>
      <inkml:brushProperty name="height" value="0.1" units="cm"/>
      <inkml:brushProperty name="color" value="#E71224"/>
    </inkml:brush>
  </inkml:definitions>
  <inkml:trace contextRef="#ctx0" brushRef="#br0">216 1 8192,'1'5'1051,"0"0"0,1 0 0,-1 0 0,1-1 0,0 1 0,0 0 1,1-1-1,-1 1 0,6 6 0,3 8-94,-8-13-1339,0-1 0,-1 1-1,0 0 1,0 1 0,0-1 0,-1 0-1,0 0 1,0 1 0,-1-1-1,1 1 1,-2-1 0,1 0 0,-1 1-1,-1 7 1,-1-2-437,-1-1 0,0 0-1,0 0 1,-1 0 0,-1 0 0,-11 16 0,12-17 819,0-1 0,0 1 0,-5 18 0,-6 11 0,-6 3 0,-30 41 0,52-83 61,-1 0-1,1 1 1,0-1 0,-1 0 0,1 1 0,0-1 0,-1 1 0,1-1 0,0 0-1,-1 1 1,1-1 0,0 1 0,0-1 0,0 1 0,0-1 0,-1 1 0,1-1-1,0 1 1,0-1 0,0 1 0,0-1 0,0 1 0,0-1 0,0 1 0,0-1-1,0 1 1,1-1 0,-1 1 0,0-1 0,0 1 0,0-1 0,0 1-1,1-1 1,-1 1 0,0-1 0,1 1 0,-1-1 0,0 0 0,1 1 0,-1-1-1,0 1 1,1-1 0,-1 0 0,1 0 0,-1 1 0,1-1 0,-1 0 0,0 0-1,1 1 1,-1-1 0,1 0 0,-1 0 0,1 0 0,-1 0 0,1 0-1,0 0 1,-1 0 0,1 0 0,41-1 4757,-29 0-4555,52 1 1191,2-1-2270,-2-4-6052,-14-8 4133,-4 0 5824,-44 13-3194,-1 0-1,0 0 1,0-1-1,0 1 0,0-1 1,1 0-1,-1 1 0,0-1 1,0 0-1,0 0 1,-1 0-1,1 0 0,0-1 1,0 1-1,-1 0 1,4-4-1,-5 4 162,1-1 1,-1 0 0,1 1-1,-1-1 1,1 0-1,-1 0 1,0 1-1,0-1 1,0 0-1,0 0 1,0 0-1,-1 1 1,1-1-1,0 0 1,-1 0-1,1 1 1,-1-1 0,0 0-1,1 1 1,-1-1-1,0 1 1,-1-2-1,-4-7-198,0 0 0,-1 0 0,0 1 0,-1 0 0,0 1 0,-13-12-1,-60-42-1137,71 55 1254,-116-74 26,-24-18 0,95 52 0,43 38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0:18.906"/>
    </inkml:context>
    <inkml:brush xml:id="br0">
      <inkml:brushProperty name="width" value="0.1" units="cm"/>
      <inkml:brushProperty name="height" value="0.1" units="cm"/>
      <inkml:brushProperty name="color" value="#E71224"/>
    </inkml:brush>
  </inkml:definitions>
  <inkml:trace contextRef="#ctx0" brushRef="#br0">184 0 8192,'0'3'450,"0"0"1,-1 0 0,1 0-1,-1 0 1,0 0-1,0 0 1,0 0 0,0 0-1,0-1 1,-1 1 0,1 0-1,-1-1 1,-3 5-1,-33 30 3355,3-3-2450,33-31-1355,-16 20 0,-19 34 0,32-48 0,1 0 0,-1 1 0,2 0 0,-1-1 0,2 1 0,-1 0 0,-1 15 0,-2 30 0,6-55-21,0 1 0,0-1 0,0 0 0,0 1 0,1-1 0,-1 0 0,0 1 1,0-1-1,1 0 0,-1 0 0,0 1 0,0-1 0,1 0 0,-1 0 0,0 1 0,1-1 0,-1 0 0,0 0 0,1 0 0,-1 1 0,0-1 0,1 0 0,-1 0 0,1 0 0,-1 0 0,0 0 0,1 0 0,-1 0 0,1 0 0,-1 0 0,0 0 0,1 0 1,-1 0-1,0 0 0,1 0 0,-1-1 0,1 1 0,-1 0 0,0 0 0,1 0 0,-1 0 0,1-1 0,24-8-2082,-18 7 1162,146-43-6582,-147 43 7523,0-1 0,0 0 0,-1 0 0,0 0 0,1-1 0,-1 0 0,0 0 0,-1 0 0,1-1 0,-1 1 0,0-1 0,0 0 0,0 0 0,4-10 0,-5 10 0,0 0 0,-1 0 0,1-1 0,-1 1 0,-1-1 0,1 1 0,-1-1 0,0 0 0,0 1 0,-1-1 0,1 0 0,-1 0 0,-1 0 0,1 1 0,-1-1 0,-1-6 0,-17-32 0,9 24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28.889"/>
    </inkml:context>
    <inkml:brush xml:id="br0">
      <inkml:brushProperty name="width" value="0.1" units="cm"/>
      <inkml:brushProperty name="height" value="0.1" units="cm"/>
      <inkml:brushProperty name="color" value="#E71224"/>
    </inkml:brush>
  </inkml:definitions>
  <inkml:trace contextRef="#ctx0" brushRef="#br0">7 214 8192,'-3'-17'6007,"2"16"-5856,1 0 1,-1 1 0,1-1-1,0 0 1,-1 0 0,1 0 0,0 0-1,0 0 1,0 0 0,-1 0-1,1 0 1,0 0 0,0 0 0,0 0-1,1 0 1,-1 0 0,0 0-1,0 0 1,0 0 0,1 0 0,-1 0-1,0 0 1,1 0 0,-1 0-1,1 1 1,-1-1 0,1 0-1,0 0 1,-1 0 0,1 1 0,0-1-1,-1 0 1,1 1 0,0-1-1,1 0 1,7-3-152,0 1 0,0 0 0,0 1 0,0 0 0,0 0 0,1 1 0,-1 0 0,1 1 0,15 1 0,-2-1 0,800 0-8098,-361 2 4728,-269-2 3370,966 15 0,-894 0 0,120 3 0,664-16 0,-525-3 0,1715 1 11468,-2219-2-11468,0-1 0,0 0 0,0-1 0,19-8 0,-1 2 0,319-70 0,-321 72 0,85-22-2734,-79 18 987,1 1 0,-1 3 0,1 1 1,48-1-1,222 10 1747,-283-2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1.382"/>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3.085"/>
    </inkml:context>
    <inkml:brush xml:id="br0">
      <inkml:brushProperty name="width" value="0.1" units="cm"/>
      <inkml:brushProperty name="height" value="0.1" units="cm"/>
      <inkml:brushProperty name="color" value="#E71224"/>
    </inkml:brush>
  </inkml:definitions>
  <inkml:trace contextRef="#ctx0" brushRef="#br0">1 176 8192,'5'0'11332,"11"-3"-11196,7-3-136,12-7 0,8-12 0,1-4 0,0 0 0,-8 1 0,-4 4 0,-8 5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3.415"/>
    </inkml:context>
    <inkml:brush xml:id="br0">
      <inkml:brushProperty name="width" value="0.1" units="cm"/>
      <inkml:brushProperty name="height" value="0.1" units="cm"/>
      <inkml:brushProperty name="color" value="#E71224"/>
    </inkml:brush>
  </inkml:definitions>
  <inkml:trace contextRef="#ctx0" brushRef="#br0">52 0 8192,'-3'11'2971,"-3"12"-2971,-1 11 5848,-2 10-5848,0 0 2649,0-4-2649,0-9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3.678"/>
    </inkml:context>
    <inkml:brush xml:id="br0">
      <inkml:brushProperty name="width" value="0.1" units="cm"/>
      <inkml:brushProperty name="height" value="0.1" units="cm"/>
      <inkml:brushProperty name="color" value="#E71224"/>
    </inkml:brush>
  </inkml:definitions>
  <inkml:trace contextRef="#ctx0" brushRef="#br0">0 0 8192,'3'3'0,"4"6"3356,5 13-3356,13 11 5483,7 6-5483,4 1 2629,1-4-2629,0-4 0,-6-5 0,-3-5 0,-1-6 0,1-5 0,1-5 0,4-3 0,1-6 0,10-12-3356,21-16 3356,1-2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1.024"/>
    </inkml:context>
    <inkml:brush xml:id="br0">
      <inkml:brushProperty name="width" value="0.1" units="cm"/>
      <inkml:brushProperty name="height" value="0.1" units="cm"/>
      <inkml:brushProperty name="color" value="#E71224"/>
    </inkml:brush>
  </inkml:definitions>
  <inkml:trace contextRef="#ctx0" brushRef="#br0">0 1 8192,'783'6'839,"-6"29"-1678,-111-8 839,-1-28 0,-240-2 0,-372 4 0,-17 0 0,0-1 0,0-1 0,0-3 0,41-8 0,141-35 9277,-198 44-7086</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2.678"/>
    </inkml:context>
    <inkml:brush xml:id="br0">
      <inkml:brushProperty name="width" value="0.1" units="cm"/>
      <inkml:brushProperty name="height" value="0.1" units="cm"/>
      <inkml:brushProperty name="color" value="#E71224"/>
    </inkml:brush>
  </inkml:definitions>
  <inkml:trace contextRef="#ctx0" brushRef="#br0">0 36 8192,'25'0'0,"30"-8"0,26-6 0,-2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4.487"/>
    </inkml:context>
    <inkml:brush xml:id="br0">
      <inkml:brushProperty name="width" value="0.1" units="cm"/>
      <inkml:brushProperty name="height" value="0.1" units="cm"/>
      <inkml:brushProperty name="color" value="#E71224"/>
    </inkml:brush>
  </inkml:definitions>
  <inkml:trace contextRef="#ctx0" brushRef="#br0">5202 0 8192,'-83'7'3945,"-39"-3"306,-14-2-4123,-96 0-2108,-77-1 510,-82 0-2429,-67-1 2924,-2919 0 975,3283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34.970"/>
    </inkml:context>
    <inkml:brush xml:id="br0">
      <inkml:brushProperty name="width" value="0.1" units="cm"/>
      <inkml:brushProperty name="height" value="0.1" units="cm"/>
      <inkml:brushProperty name="color" value="#E71224"/>
    </inkml:brush>
  </inkml:definitions>
  <inkml:trace contextRef="#ctx0" brushRef="#br0">192 1 8192,'-5'5'0,"-11"6"3356,-10 5-3356,-7 3 5483,0 4-5483,3 1 2629,6-1-2629,7 1 0,10 5 0,11 3 0,13-1 0,15-4 0,11-2 0,3-7 0,-4-3 0,-6-4 0,-6-4 0,-8-3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45.948"/>
    </inkml:context>
    <inkml:brush xml:id="br0">
      <inkml:brushProperty name="width" value="0.1" units="cm"/>
      <inkml:brushProperty name="height" value="0.1" units="cm"/>
      <inkml:brushProperty name="color" value="#E71224"/>
    </inkml:brush>
  </inkml:definitions>
  <inkml:trace contextRef="#ctx0" brushRef="#br0">1 1193 8192,'16550'0'0,"-16090"-17"0,-76 1 0,198 16 837,23-1 802,-565 0-666,0-2 1,0-2-1,0-1 1,48-15-1,-69 16-598,0-2 0,-1 0 0,1-1 0,-1-1 0,-1-1 0,0 0 0,0-2 0,-1 1 0,-1-2 0,21-21 0,-32 30-375,-1 0 0,0-1 0,0 0 0,0 0 0,-1 0 0,1 0 0,-1 0 0,0-1 0,-1 1 0,1 0 0,-1-1 0,1-8 0,-1-7 0,-1 1 0,-3-25 0,0-3 0,2 23 0,-2 0 0,0 0 0,-2 1 0,0-1 0,-2 1 0,-15-36 0,9 30 0,-1 2 0,-1 0 0,-2 1 0,-34-45 0,28 47 0,-1 1 0,0 2 0,-2 0 0,-1 1 0,0 2 0,-1 1 0,-33-15 0,22 14-398,-1 2 1,-1 2-1,-64-15 0,-132-14-993,191 37 1577,-823-70 1004,-8 74 451,473 7-2556,-2569-1-10169,0-4 11131,41-1 11517,1547 2-11211,1354 2-353,-1 1 0,1 2 0,-36 10 0,30-7 0,-64 8 0,53-14 0,14-1 0,-1 2 0,-50 10 0,-18 20 0,34-10 0,59-19-398,-1 0-1,1 1 0,0 0 1,0 0-1,0 1 0,1 1 1,0 0-1,0 0 0,-14 15 1,-1 6-2631,-35 50-1,32-39 2045,-4 2 839,2 3 0,-31 59 0,56-94 146,1 0 0,0 1 0,0-1 0,1 1 0,1 0 0,-2 16 0,4 60 0,1-44 0,-1-15 0,0 1 0,2-1 0,1 0 0,2-1 0,0 1 0,2-1 0,1 0 0,14 30 0,51 94 0,-64-126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47.301"/>
    </inkml:context>
    <inkml:brush xml:id="br0">
      <inkml:brushProperty name="width" value="0.1" units="cm"/>
      <inkml:brushProperty name="height" value="0.1" units="cm"/>
      <inkml:brushProperty name="color" value="#E71224"/>
    </inkml:brush>
  </inkml:definitions>
  <inkml:trace contextRef="#ctx0" brushRef="#br0">0 39 8192,'4773'0'0,"-4771"0"0,244-4 1177,-176 0-175,106-21 0,-150 19-442</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47.709"/>
    </inkml:context>
    <inkml:brush xml:id="br0">
      <inkml:brushProperty name="width" value="0.1" units="cm"/>
      <inkml:brushProperty name="height" value="0.1" units="cm"/>
      <inkml:brushProperty name="color" value="#E71224"/>
    </inkml:brush>
  </inkml:definitions>
  <inkml:trace contextRef="#ctx0" brushRef="#br0">1 1 8192,'2774'0'3181,"-2746"0"-2621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48.328"/>
    </inkml:context>
    <inkml:brush xml:id="br0">
      <inkml:brushProperty name="width" value="0.1" units="cm"/>
      <inkml:brushProperty name="height" value="0.1" units="cm"/>
      <inkml:brushProperty name="color" value="#E71224"/>
    </inkml:brush>
  </inkml:definitions>
  <inkml:trace contextRef="#ctx0" brushRef="#br0">0 0 8192,'8818'0'0,"-8774"0"0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1:49.499"/>
    </inkml:context>
    <inkml:brush xml:id="br0">
      <inkml:brushProperty name="width" value="0.1" units="cm"/>
      <inkml:brushProperty name="height" value="0.1" units="cm"/>
      <inkml:brushProperty name="color" value="#E71224"/>
    </inkml:brush>
  </inkml:definitions>
  <inkml:trace contextRef="#ctx0" brushRef="#br0">0 1 8192,'206'0'0,"17"0"0,79 0 0,84 0 0,78 0 0,6267 0 0,-6566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2:32.982"/>
    </inkml:context>
    <inkml:brush xml:id="br0">
      <inkml:brushProperty name="width" value="0.1" units="cm"/>
      <inkml:brushProperty name="height" value="0.1" units="cm"/>
      <inkml:brushProperty name="color" value="#E71224"/>
    </inkml:brush>
  </inkml:definitions>
  <inkml:trace contextRef="#ctx0" brushRef="#br0">0 1 8192,'24'1'3514,"31"5"0,12 2 926,-47-6-5341,0 1 0,-1 1 0,1 0 0,21 9 0,30 7-2439,-25-12 2262,88 5 0,50-12-230,-102-2 1149,3443 0 11627,-3504 1-11468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2:42.567"/>
    </inkml:context>
    <inkml:brush xml:id="br0">
      <inkml:brushProperty name="width" value="0.1" units="cm"/>
      <inkml:brushProperty name="height" value="0.1" units="cm"/>
      <inkml:brushProperty name="color" value="#E71224"/>
    </inkml:brush>
  </inkml:definitions>
  <inkml:trace contextRef="#ctx0" brushRef="#br0">1 84 8192,'23'0'459,"53"1"3211,1-4-1,136-21 1,-86 2-4851,227-11 0,133 30-3044,-276 5 2887,861-1-3113,-356-2 5574,9 1 9635,-495 7-12209,116 16-4853,-44-2 3086,225-5 3218,-485-16 0,238 7 0,146 1 0,-406-8 26,678 10 11416,-203-6-11442,-69-1 0,-222 19-4591,-14 1-95,570-2 3592,3-21 198,-286-2 695,-143 19 1123,-71-1-964,-232-15-453</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2:45.375"/>
    </inkml:context>
    <inkml:brush xml:id="br0">
      <inkml:brushProperty name="width" value="0.1" units="cm"/>
      <inkml:brushProperty name="height" value="0.1" units="cm"/>
      <inkml:brushProperty name="color" value="#E71224"/>
    </inkml:brush>
  </inkml:definitions>
  <inkml:trace contextRef="#ctx0" brushRef="#br0">110 1 8192,'-2'0'564,"0"1"0,0 0 1,0-1-1,1 1 0,-1 0 1,0 0-1,0 0 0,1 1 1,-1-1-1,1 0 0,-1 1 1,1-1-1,-1 0 0,-1 4 1,-17 25 2438,11-10-3003,1 0 0,0 1 0,2 0 0,-5 31 0,2-13 0,6-26 0,1-6 0,0 0 0,0 0 0,1 0 0,0 1 0,1 12 0,0-18 0,0-1 0,0 1 0,0-1 0,1 1 0,-1 0 0,1-1 0,-1 1 0,1-1 0,0 0 0,0 1 0,0-1 0,-1 1 0,1-1 0,0 0 0,1 0 0,-1 0 0,0 0 0,0 1 0,0-1 0,1-1 0,-1 1 0,0 0 0,1 0 0,-1 0 0,1-1 0,-1 1 0,1-1 0,-1 1 0,1-1 0,0 0 0,2 1 0,5 0-308,1-1-1,-1 0 1,1 0 0,-1-1-1,1 0 1,14-4 0,58-20-3731,-41 12 2391,-24 8 1520,33-12 4503,-47 16-4150,-1 0 0,1-1 0,-1 1-1,0-1 1,1 0 0,-1 1 0,0-1 0,0 0 0,0 0 0,0 0 0,-1-1 0,1 1 0,0 0-1,-1-1 1,2-3 0,1-6-225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2:48.340"/>
    </inkml:context>
    <inkml:brush xml:id="br0">
      <inkml:brushProperty name="width" value="0.1" units="cm"/>
      <inkml:brushProperty name="height" value="0.1" units="cm"/>
      <inkml:brushProperty name="color" value="#E71224"/>
    </inkml:brush>
  </inkml:definitions>
  <inkml:trace contextRef="#ctx0" brushRef="#br0">0 1 8192,'3'2'782,"0"-1"1,0 1-1,0-1 1,0 0-1,0 0 1,0 0-1,0 0 1,1 0-1,-1-1 1,0 0-1,0 1 1,1-1-1,3-1 1,4 2-270,320 4-473,-197-6-639,98 0-422,431 3-4975,-3 32 2104,385 31 3892,-438-66 0,-29 0 0,-118 28 0,-163-5 0,661-6 0,-454-14 0,-36 13 0,2-1 0,436-12-214,-505-3 2339,-360 1 7432</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2:49.556"/>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2T10:22:49.807"/>
    </inkml:context>
    <inkml:brush xml:id="br0">
      <inkml:brushProperty name="width" value="0.1" units="cm"/>
      <inkml:brushProperty name="height" value="0.1" units="cm"/>
      <inkml:brushProperty name="color" value="#E71224"/>
    </inkml:brush>
  </inkml:definitions>
  <inkml:trace contextRef="#ctx0" brushRef="#br0">1 0 8192,'0'0'0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2026/6/2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2026/6/2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2026/6/2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2026/6/2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2026/6/2</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5.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10.png"/><Relationship Id="rId21" Type="http://schemas.openxmlformats.org/officeDocument/2006/relationships/image" Target="../media/image19.png"/><Relationship Id="rId7" Type="http://schemas.openxmlformats.org/officeDocument/2006/relationships/image" Target="../media/image12.png"/><Relationship Id="rId12" Type="http://schemas.openxmlformats.org/officeDocument/2006/relationships/customXml" Target="../ink/ink5.xml"/><Relationship Id="rId17" Type="http://schemas.openxmlformats.org/officeDocument/2006/relationships/image" Target="../media/image17.png"/><Relationship Id="rId25" Type="http://schemas.openxmlformats.org/officeDocument/2006/relationships/image" Target="../media/image21.png"/><Relationship Id="rId2" Type="http://schemas.openxmlformats.org/officeDocument/2006/relationships/slideLayout" Target="../slideLayouts/slideLayout1.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23.png"/><Relationship Id="rId1" Type="http://schemas.openxmlformats.org/officeDocument/2006/relationships/tags" Target="../tags/tag5.xml"/><Relationship Id="rId6" Type="http://schemas.openxmlformats.org/officeDocument/2006/relationships/customXml" Target="../ink/ink2.xml"/><Relationship Id="rId11" Type="http://schemas.openxmlformats.org/officeDocument/2006/relationships/image" Target="../media/image14.png"/><Relationship Id="rId24" Type="http://schemas.openxmlformats.org/officeDocument/2006/relationships/customXml" Target="../ink/ink11.xml"/><Relationship Id="rId5" Type="http://schemas.openxmlformats.org/officeDocument/2006/relationships/image" Target="../media/image11.png"/><Relationship Id="rId15" Type="http://schemas.openxmlformats.org/officeDocument/2006/relationships/image" Target="../media/image16.png"/><Relationship Id="rId23" Type="http://schemas.openxmlformats.org/officeDocument/2006/relationships/image" Target="../media/image20.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18.png"/><Relationship Id="rId4" Type="http://schemas.openxmlformats.org/officeDocument/2006/relationships/customXml" Target="../ink/ink1.xml"/><Relationship Id="rId9" Type="http://schemas.openxmlformats.org/officeDocument/2006/relationships/image" Target="../media/image13.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customXml" Target="../ink/ink19.xml"/><Relationship Id="rId18" Type="http://schemas.openxmlformats.org/officeDocument/2006/relationships/image" Target="../media/image32.png"/><Relationship Id="rId3" Type="http://schemas.openxmlformats.org/officeDocument/2006/relationships/customXml" Target="../ink/ink14.xml"/><Relationship Id="rId21" Type="http://schemas.openxmlformats.org/officeDocument/2006/relationships/customXml" Target="../ink/ink23.xml"/><Relationship Id="rId7" Type="http://schemas.openxmlformats.org/officeDocument/2006/relationships/customXml" Target="../ink/ink16.xml"/><Relationship Id="rId12" Type="http://schemas.openxmlformats.org/officeDocument/2006/relationships/image" Target="../media/image29.png"/><Relationship Id="rId17" Type="http://schemas.openxmlformats.org/officeDocument/2006/relationships/customXml" Target="../ink/ink21.xml"/><Relationship Id="rId2" Type="http://schemas.openxmlformats.org/officeDocument/2006/relationships/image" Target="../media/image24.png"/><Relationship Id="rId16" Type="http://schemas.openxmlformats.org/officeDocument/2006/relationships/image" Target="../media/image31.png"/><Relationship Id="rId20"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customXml" Target="../ink/ink18.xml"/><Relationship Id="rId5" Type="http://schemas.openxmlformats.org/officeDocument/2006/relationships/customXml" Target="../ink/ink15.xml"/><Relationship Id="rId15" Type="http://schemas.openxmlformats.org/officeDocument/2006/relationships/customXml" Target="../ink/ink20.xml"/><Relationship Id="rId10" Type="http://schemas.openxmlformats.org/officeDocument/2006/relationships/image" Target="../media/image28.png"/><Relationship Id="rId19" Type="http://schemas.openxmlformats.org/officeDocument/2006/relationships/customXml" Target="../ink/ink22.xml"/><Relationship Id="rId4" Type="http://schemas.openxmlformats.org/officeDocument/2006/relationships/image" Target="../media/image25.png"/><Relationship Id="rId9" Type="http://schemas.openxmlformats.org/officeDocument/2006/relationships/customXml" Target="../ink/ink17.xml"/><Relationship Id="rId14" Type="http://schemas.openxmlformats.org/officeDocument/2006/relationships/image" Target="../media/image30.png"/><Relationship Id="rId22"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6" Type="http://schemas.openxmlformats.org/officeDocument/2006/relationships/customXml" Target="../ink/ink36.xml"/><Relationship Id="rId21" Type="http://schemas.openxmlformats.org/officeDocument/2006/relationships/image" Target="../media/image44.png"/><Relationship Id="rId42" Type="http://schemas.openxmlformats.org/officeDocument/2006/relationships/customXml" Target="../ink/ink44.xml"/><Relationship Id="rId47" Type="http://schemas.openxmlformats.org/officeDocument/2006/relationships/image" Target="../media/image57.png"/><Relationship Id="rId63" Type="http://schemas.openxmlformats.org/officeDocument/2006/relationships/image" Target="../media/image65.png"/><Relationship Id="rId68" Type="http://schemas.openxmlformats.org/officeDocument/2006/relationships/customXml" Target="../ink/ink57.xml"/><Relationship Id="rId84" Type="http://schemas.openxmlformats.org/officeDocument/2006/relationships/customXml" Target="../ink/ink65.xml"/><Relationship Id="rId89" Type="http://schemas.openxmlformats.org/officeDocument/2006/relationships/image" Target="../media/image78.png"/><Relationship Id="rId16" Type="http://schemas.openxmlformats.org/officeDocument/2006/relationships/customXml" Target="../ink/ink31.xml"/><Relationship Id="rId11" Type="http://schemas.openxmlformats.org/officeDocument/2006/relationships/image" Target="../media/image39.png"/><Relationship Id="rId32" Type="http://schemas.openxmlformats.org/officeDocument/2006/relationships/customXml" Target="../ink/ink39.xml"/><Relationship Id="rId37" Type="http://schemas.openxmlformats.org/officeDocument/2006/relationships/image" Target="../media/image52.png"/><Relationship Id="rId53" Type="http://schemas.openxmlformats.org/officeDocument/2006/relationships/image" Target="../media/image60.png"/><Relationship Id="rId58" Type="http://schemas.openxmlformats.org/officeDocument/2006/relationships/customXml" Target="../ink/ink52.xml"/><Relationship Id="rId74" Type="http://schemas.openxmlformats.org/officeDocument/2006/relationships/customXml" Target="../ink/ink60.xml"/><Relationship Id="rId79" Type="http://schemas.openxmlformats.org/officeDocument/2006/relationships/image" Target="../media/image73.png"/><Relationship Id="rId5" Type="http://schemas.openxmlformats.org/officeDocument/2006/relationships/image" Target="../media/image36.png"/><Relationship Id="rId90" Type="http://schemas.openxmlformats.org/officeDocument/2006/relationships/customXml" Target="../ink/ink68.xml"/><Relationship Id="rId95" Type="http://schemas.openxmlformats.org/officeDocument/2006/relationships/image" Target="../media/image81.png"/><Relationship Id="rId22" Type="http://schemas.openxmlformats.org/officeDocument/2006/relationships/customXml" Target="../ink/ink34.xml"/><Relationship Id="rId27"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customXml" Target="../ink/ink47.xml"/><Relationship Id="rId64" Type="http://schemas.openxmlformats.org/officeDocument/2006/relationships/customXml" Target="../ink/ink55.xml"/><Relationship Id="rId69" Type="http://schemas.openxmlformats.org/officeDocument/2006/relationships/image" Target="../media/image68.png"/><Relationship Id="rId8" Type="http://schemas.openxmlformats.org/officeDocument/2006/relationships/customXml" Target="../ink/ink27.xml"/><Relationship Id="rId51" Type="http://schemas.openxmlformats.org/officeDocument/2006/relationships/image" Target="../media/image59.png"/><Relationship Id="rId72" Type="http://schemas.openxmlformats.org/officeDocument/2006/relationships/customXml" Target="../ink/ink59.xml"/><Relationship Id="rId80" Type="http://schemas.openxmlformats.org/officeDocument/2006/relationships/customXml" Target="../ink/ink63.xml"/><Relationship Id="rId85" Type="http://schemas.openxmlformats.org/officeDocument/2006/relationships/image" Target="../media/image76.png"/><Relationship Id="rId93" Type="http://schemas.openxmlformats.org/officeDocument/2006/relationships/image" Target="../media/image80.png"/><Relationship Id="rId3" Type="http://schemas.openxmlformats.org/officeDocument/2006/relationships/image" Target="../media/image35.png"/><Relationship Id="rId12" Type="http://schemas.openxmlformats.org/officeDocument/2006/relationships/customXml" Target="../ink/ink29.xml"/><Relationship Id="rId17" Type="http://schemas.openxmlformats.org/officeDocument/2006/relationships/image" Target="../media/image42.png"/><Relationship Id="rId25" Type="http://schemas.openxmlformats.org/officeDocument/2006/relationships/image" Target="../media/image46.png"/><Relationship Id="rId33" Type="http://schemas.openxmlformats.org/officeDocument/2006/relationships/image" Target="../media/image50.png"/><Relationship Id="rId38" Type="http://schemas.openxmlformats.org/officeDocument/2006/relationships/customXml" Target="../ink/ink42.xml"/><Relationship Id="rId46" Type="http://schemas.openxmlformats.org/officeDocument/2006/relationships/customXml" Target="../ink/ink46.xml"/><Relationship Id="rId59" Type="http://schemas.openxmlformats.org/officeDocument/2006/relationships/image" Target="../media/image63.png"/><Relationship Id="rId67" Type="http://schemas.openxmlformats.org/officeDocument/2006/relationships/image" Target="../media/image67.png"/><Relationship Id="rId20" Type="http://schemas.openxmlformats.org/officeDocument/2006/relationships/customXml" Target="../ink/ink33.xml"/><Relationship Id="rId41" Type="http://schemas.openxmlformats.org/officeDocument/2006/relationships/image" Target="../media/image54.png"/><Relationship Id="rId54" Type="http://schemas.openxmlformats.org/officeDocument/2006/relationships/customXml" Target="../ink/ink50.xml"/><Relationship Id="rId62" Type="http://schemas.openxmlformats.org/officeDocument/2006/relationships/customXml" Target="../ink/ink54.xml"/><Relationship Id="rId70" Type="http://schemas.openxmlformats.org/officeDocument/2006/relationships/customXml" Target="../ink/ink58.xml"/><Relationship Id="rId75" Type="http://schemas.openxmlformats.org/officeDocument/2006/relationships/image" Target="../media/image71.png"/><Relationship Id="rId83" Type="http://schemas.openxmlformats.org/officeDocument/2006/relationships/image" Target="../media/image75.png"/><Relationship Id="rId88" Type="http://schemas.openxmlformats.org/officeDocument/2006/relationships/customXml" Target="../ink/ink67.xml"/><Relationship Id="rId91" Type="http://schemas.openxmlformats.org/officeDocument/2006/relationships/image" Target="../media/image79.png"/><Relationship Id="rId1" Type="http://schemas.openxmlformats.org/officeDocument/2006/relationships/slideLayout" Target="../slideLayouts/slideLayout1.xml"/><Relationship Id="rId6" Type="http://schemas.openxmlformats.org/officeDocument/2006/relationships/customXml" Target="../ink/ink26.xml"/><Relationship Id="rId15" Type="http://schemas.openxmlformats.org/officeDocument/2006/relationships/image" Target="../media/image41.png"/><Relationship Id="rId23" Type="http://schemas.openxmlformats.org/officeDocument/2006/relationships/image" Target="../media/image45.png"/><Relationship Id="rId28" Type="http://schemas.openxmlformats.org/officeDocument/2006/relationships/customXml" Target="../ink/ink37.xml"/><Relationship Id="rId36" Type="http://schemas.openxmlformats.org/officeDocument/2006/relationships/customXml" Target="../ink/ink41.xml"/><Relationship Id="rId49" Type="http://schemas.openxmlformats.org/officeDocument/2006/relationships/image" Target="../media/image58.png"/><Relationship Id="rId57" Type="http://schemas.openxmlformats.org/officeDocument/2006/relationships/image" Target="../media/image62.png"/><Relationship Id="rId10" Type="http://schemas.openxmlformats.org/officeDocument/2006/relationships/customXml" Target="../ink/ink28.xml"/><Relationship Id="rId31" Type="http://schemas.openxmlformats.org/officeDocument/2006/relationships/image" Target="../media/image49.png"/><Relationship Id="rId44" Type="http://schemas.openxmlformats.org/officeDocument/2006/relationships/customXml" Target="../ink/ink45.xml"/><Relationship Id="rId52" Type="http://schemas.openxmlformats.org/officeDocument/2006/relationships/customXml" Target="../ink/ink49.xml"/><Relationship Id="rId60" Type="http://schemas.openxmlformats.org/officeDocument/2006/relationships/customXml" Target="../ink/ink53.xml"/><Relationship Id="rId65" Type="http://schemas.openxmlformats.org/officeDocument/2006/relationships/image" Target="../media/image66.png"/><Relationship Id="rId73" Type="http://schemas.openxmlformats.org/officeDocument/2006/relationships/image" Target="../media/image70.png"/><Relationship Id="rId78" Type="http://schemas.openxmlformats.org/officeDocument/2006/relationships/customXml" Target="../ink/ink62.xml"/><Relationship Id="rId81" Type="http://schemas.openxmlformats.org/officeDocument/2006/relationships/image" Target="../media/image74.png"/><Relationship Id="rId86" Type="http://schemas.openxmlformats.org/officeDocument/2006/relationships/customXml" Target="../ink/ink66.xml"/><Relationship Id="rId94" Type="http://schemas.openxmlformats.org/officeDocument/2006/relationships/customXml" Target="../ink/ink70.xml"/><Relationship Id="rId4" Type="http://schemas.openxmlformats.org/officeDocument/2006/relationships/customXml" Target="../ink/ink25.xml"/><Relationship Id="rId9" Type="http://schemas.openxmlformats.org/officeDocument/2006/relationships/image" Target="../media/image38.png"/><Relationship Id="rId13" Type="http://schemas.openxmlformats.org/officeDocument/2006/relationships/image" Target="../media/image40.png"/><Relationship Id="rId18" Type="http://schemas.openxmlformats.org/officeDocument/2006/relationships/customXml" Target="../ink/ink32.xml"/><Relationship Id="rId39" Type="http://schemas.openxmlformats.org/officeDocument/2006/relationships/image" Target="../media/image53.png"/><Relationship Id="rId34" Type="http://schemas.openxmlformats.org/officeDocument/2006/relationships/customXml" Target="../ink/ink40.xml"/><Relationship Id="rId50" Type="http://schemas.openxmlformats.org/officeDocument/2006/relationships/customXml" Target="../ink/ink48.xml"/><Relationship Id="rId55" Type="http://schemas.openxmlformats.org/officeDocument/2006/relationships/image" Target="../media/image61.png"/><Relationship Id="rId76" Type="http://schemas.openxmlformats.org/officeDocument/2006/relationships/customXml" Target="../ink/ink61.xml"/><Relationship Id="rId7" Type="http://schemas.openxmlformats.org/officeDocument/2006/relationships/image" Target="../media/image37.png"/><Relationship Id="rId71" Type="http://schemas.openxmlformats.org/officeDocument/2006/relationships/image" Target="../media/image69.png"/><Relationship Id="rId92" Type="http://schemas.openxmlformats.org/officeDocument/2006/relationships/customXml" Target="../ink/ink69.xml"/><Relationship Id="rId2" Type="http://schemas.openxmlformats.org/officeDocument/2006/relationships/customXml" Target="../ink/ink24.xml"/><Relationship Id="rId29" Type="http://schemas.openxmlformats.org/officeDocument/2006/relationships/image" Target="../media/image48.png"/><Relationship Id="rId24" Type="http://schemas.openxmlformats.org/officeDocument/2006/relationships/customXml" Target="../ink/ink35.xml"/><Relationship Id="rId40" Type="http://schemas.openxmlformats.org/officeDocument/2006/relationships/customXml" Target="../ink/ink43.xml"/><Relationship Id="rId45" Type="http://schemas.openxmlformats.org/officeDocument/2006/relationships/image" Target="../media/image56.png"/><Relationship Id="rId66" Type="http://schemas.openxmlformats.org/officeDocument/2006/relationships/customXml" Target="../ink/ink56.xml"/><Relationship Id="rId87" Type="http://schemas.openxmlformats.org/officeDocument/2006/relationships/image" Target="../media/image77.png"/><Relationship Id="rId61" Type="http://schemas.openxmlformats.org/officeDocument/2006/relationships/image" Target="../media/image64.png"/><Relationship Id="rId82" Type="http://schemas.openxmlformats.org/officeDocument/2006/relationships/customXml" Target="../ink/ink64.xml"/><Relationship Id="rId19" Type="http://schemas.openxmlformats.org/officeDocument/2006/relationships/image" Target="../media/image43.png"/><Relationship Id="rId14" Type="http://schemas.openxmlformats.org/officeDocument/2006/relationships/customXml" Target="../ink/ink30.xml"/><Relationship Id="rId30" Type="http://schemas.openxmlformats.org/officeDocument/2006/relationships/customXml" Target="../ink/ink38.xml"/><Relationship Id="rId35" Type="http://schemas.openxmlformats.org/officeDocument/2006/relationships/image" Target="../media/image51.png"/><Relationship Id="rId56" Type="http://schemas.openxmlformats.org/officeDocument/2006/relationships/customXml" Target="../ink/ink51.xml"/><Relationship Id="rId77" Type="http://schemas.openxmlformats.org/officeDocument/2006/relationships/image" Target="../media/image72.png"/></Relationships>
</file>

<file path=ppt/slides/_rels/slide16.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image" Target="../media/image88.png"/><Relationship Id="rId18" Type="http://schemas.openxmlformats.org/officeDocument/2006/relationships/customXml" Target="../ink/ink78.xml"/><Relationship Id="rId3" Type="http://schemas.openxmlformats.org/officeDocument/2006/relationships/image" Target="../media/image83.png"/><Relationship Id="rId21" Type="http://schemas.openxmlformats.org/officeDocument/2006/relationships/image" Target="../media/image92.png"/><Relationship Id="rId7" Type="http://schemas.openxmlformats.org/officeDocument/2006/relationships/image" Target="../media/image85.png"/><Relationship Id="rId12" Type="http://schemas.openxmlformats.org/officeDocument/2006/relationships/customXml" Target="../ink/ink75.xml"/><Relationship Id="rId17" Type="http://schemas.openxmlformats.org/officeDocument/2006/relationships/image" Target="../media/image90.png"/><Relationship Id="rId2" Type="http://schemas.openxmlformats.org/officeDocument/2006/relationships/image" Target="../media/image82.png"/><Relationship Id="rId16" Type="http://schemas.openxmlformats.org/officeDocument/2006/relationships/customXml" Target="../ink/ink77.xml"/><Relationship Id="rId20" Type="http://schemas.openxmlformats.org/officeDocument/2006/relationships/customXml" Target="../ink/ink79.xml"/><Relationship Id="rId1" Type="http://schemas.openxmlformats.org/officeDocument/2006/relationships/slideLayout" Target="../slideLayouts/slideLayout1.xml"/><Relationship Id="rId6" Type="http://schemas.openxmlformats.org/officeDocument/2006/relationships/customXml" Target="../ink/ink72.xml"/><Relationship Id="rId11" Type="http://schemas.openxmlformats.org/officeDocument/2006/relationships/image" Target="../media/image87.png"/><Relationship Id="rId5" Type="http://schemas.openxmlformats.org/officeDocument/2006/relationships/image" Target="../media/image84.png"/><Relationship Id="rId15" Type="http://schemas.openxmlformats.org/officeDocument/2006/relationships/image" Target="../media/image89.png"/><Relationship Id="rId10" Type="http://schemas.openxmlformats.org/officeDocument/2006/relationships/customXml" Target="../ink/ink74.xml"/><Relationship Id="rId19" Type="http://schemas.openxmlformats.org/officeDocument/2006/relationships/image" Target="../media/image91.png"/><Relationship Id="rId4" Type="http://schemas.openxmlformats.org/officeDocument/2006/relationships/customXml" Target="../ink/ink71.xml"/><Relationship Id="rId9" Type="http://schemas.openxmlformats.org/officeDocument/2006/relationships/image" Target="../media/image86.png"/><Relationship Id="rId14" Type="http://schemas.openxmlformats.org/officeDocument/2006/relationships/customXml" Target="../ink/ink76.xml"/></Relationships>
</file>

<file path=ppt/slides/_rels/slide17.xml.rels><?xml version="1.0" encoding="UTF-8" standalone="yes"?>
<Relationships xmlns="http://schemas.openxmlformats.org/package/2006/relationships"><Relationship Id="rId13" Type="http://schemas.openxmlformats.org/officeDocument/2006/relationships/customXml" Target="../ink/ink85.xml"/><Relationship Id="rId18" Type="http://schemas.openxmlformats.org/officeDocument/2006/relationships/image" Target="../media/image101.png"/><Relationship Id="rId26" Type="http://schemas.openxmlformats.org/officeDocument/2006/relationships/image" Target="../media/image105.png"/><Relationship Id="rId39" Type="http://schemas.openxmlformats.org/officeDocument/2006/relationships/customXml" Target="../ink/ink98.xml"/><Relationship Id="rId21" Type="http://schemas.openxmlformats.org/officeDocument/2006/relationships/customXml" Target="../ink/ink89.xml"/><Relationship Id="rId34" Type="http://schemas.openxmlformats.org/officeDocument/2006/relationships/image" Target="../media/image109.png"/><Relationship Id="rId42" Type="http://schemas.openxmlformats.org/officeDocument/2006/relationships/image" Target="../media/image113.png"/><Relationship Id="rId47" Type="http://schemas.openxmlformats.org/officeDocument/2006/relationships/customXml" Target="../ink/ink102.xml"/><Relationship Id="rId7" Type="http://schemas.openxmlformats.org/officeDocument/2006/relationships/customXml" Target="../ink/ink82.xml"/><Relationship Id="rId2" Type="http://schemas.openxmlformats.org/officeDocument/2006/relationships/image" Target="../media/image93.png"/><Relationship Id="rId16" Type="http://schemas.openxmlformats.org/officeDocument/2006/relationships/image" Target="../media/image100.png"/><Relationship Id="rId29" Type="http://schemas.openxmlformats.org/officeDocument/2006/relationships/customXml" Target="../ink/ink93.xml"/><Relationship Id="rId1" Type="http://schemas.openxmlformats.org/officeDocument/2006/relationships/slideLayout" Target="../slideLayouts/slideLayout1.xml"/><Relationship Id="rId6" Type="http://schemas.openxmlformats.org/officeDocument/2006/relationships/image" Target="../media/image95.png"/><Relationship Id="rId11" Type="http://schemas.openxmlformats.org/officeDocument/2006/relationships/customXml" Target="../ink/ink84.xml"/><Relationship Id="rId24" Type="http://schemas.openxmlformats.org/officeDocument/2006/relationships/image" Target="../media/image104.png"/><Relationship Id="rId32" Type="http://schemas.openxmlformats.org/officeDocument/2006/relationships/image" Target="../media/image108.png"/><Relationship Id="rId37" Type="http://schemas.openxmlformats.org/officeDocument/2006/relationships/customXml" Target="../ink/ink97.xml"/><Relationship Id="rId40" Type="http://schemas.openxmlformats.org/officeDocument/2006/relationships/image" Target="../media/image112.png"/><Relationship Id="rId45" Type="http://schemas.openxmlformats.org/officeDocument/2006/relationships/customXml" Target="../ink/ink101.xml"/><Relationship Id="rId5" Type="http://schemas.openxmlformats.org/officeDocument/2006/relationships/customXml" Target="../ink/ink81.xml"/><Relationship Id="rId15" Type="http://schemas.openxmlformats.org/officeDocument/2006/relationships/customXml" Target="../ink/ink86.xml"/><Relationship Id="rId23" Type="http://schemas.openxmlformats.org/officeDocument/2006/relationships/customXml" Target="../ink/ink90.xml"/><Relationship Id="rId28" Type="http://schemas.openxmlformats.org/officeDocument/2006/relationships/image" Target="../media/image106.png"/><Relationship Id="rId36" Type="http://schemas.openxmlformats.org/officeDocument/2006/relationships/image" Target="../media/image110.png"/><Relationship Id="rId10" Type="http://schemas.openxmlformats.org/officeDocument/2006/relationships/image" Target="../media/image97.png"/><Relationship Id="rId19" Type="http://schemas.openxmlformats.org/officeDocument/2006/relationships/customXml" Target="../ink/ink88.xml"/><Relationship Id="rId31" Type="http://schemas.openxmlformats.org/officeDocument/2006/relationships/customXml" Target="../ink/ink94.xml"/><Relationship Id="rId44" Type="http://schemas.openxmlformats.org/officeDocument/2006/relationships/image" Target="../media/image114.png"/><Relationship Id="rId4" Type="http://schemas.openxmlformats.org/officeDocument/2006/relationships/image" Target="../media/image94.png"/><Relationship Id="rId9" Type="http://schemas.openxmlformats.org/officeDocument/2006/relationships/customXml" Target="../ink/ink83.xml"/><Relationship Id="rId14" Type="http://schemas.openxmlformats.org/officeDocument/2006/relationships/image" Target="../media/image99.png"/><Relationship Id="rId22" Type="http://schemas.openxmlformats.org/officeDocument/2006/relationships/image" Target="../media/image103.png"/><Relationship Id="rId27" Type="http://schemas.openxmlformats.org/officeDocument/2006/relationships/customXml" Target="../ink/ink92.xml"/><Relationship Id="rId30" Type="http://schemas.openxmlformats.org/officeDocument/2006/relationships/image" Target="../media/image107.png"/><Relationship Id="rId35" Type="http://schemas.openxmlformats.org/officeDocument/2006/relationships/customXml" Target="../ink/ink96.xml"/><Relationship Id="rId43" Type="http://schemas.openxmlformats.org/officeDocument/2006/relationships/customXml" Target="../ink/ink100.xml"/><Relationship Id="rId48" Type="http://schemas.openxmlformats.org/officeDocument/2006/relationships/image" Target="../media/image116.png"/><Relationship Id="rId8" Type="http://schemas.openxmlformats.org/officeDocument/2006/relationships/image" Target="../media/image96.png"/><Relationship Id="rId3" Type="http://schemas.openxmlformats.org/officeDocument/2006/relationships/customXml" Target="../ink/ink80.xml"/><Relationship Id="rId12" Type="http://schemas.openxmlformats.org/officeDocument/2006/relationships/image" Target="../media/image98.png"/><Relationship Id="rId17" Type="http://schemas.openxmlformats.org/officeDocument/2006/relationships/customXml" Target="../ink/ink87.xml"/><Relationship Id="rId25" Type="http://schemas.openxmlformats.org/officeDocument/2006/relationships/customXml" Target="../ink/ink91.xml"/><Relationship Id="rId33" Type="http://schemas.openxmlformats.org/officeDocument/2006/relationships/customXml" Target="../ink/ink95.xml"/><Relationship Id="rId38" Type="http://schemas.openxmlformats.org/officeDocument/2006/relationships/image" Target="../media/image111.png"/><Relationship Id="rId46" Type="http://schemas.openxmlformats.org/officeDocument/2006/relationships/image" Target="../media/image115.png"/><Relationship Id="rId20" Type="http://schemas.openxmlformats.org/officeDocument/2006/relationships/image" Target="../media/image102.png"/><Relationship Id="rId41" Type="http://schemas.openxmlformats.org/officeDocument/2006/relationships/customXml" Target="../ink/ink99.xml"/></Relationships>
</file>

<file path=ppt/slides/_rels/slide18.xml.rels><?xml version="1.0" encoding="UTF-8" standalone="yes"?>
<Relationships xmlns="http://schemas.openxmlformats.org/package/2006/relationships"><Relationship Id="rId13" Type="http://schemas.openxmlformats.org/officeDocument/2006/relationships/customXml" Target="../ink/ink108.xml"/><Relationship Id="rId18" Type="http://schemas.openxmlformats.org/officeDocument/2006/relationships/image" Target="../media/image125.png"/><Relationship Id="rId26" Type="http://schemas.openxmlformats.org/officeDocument/2006/relationships/image" Target="../media/image129.png"/><Relationship Id="rId21" Type="http://schemas.openxmlformats.org/officeDocument/2006/relationships/customXml" Target="../ink/ink112.xml"/><Relationship Id="rId34" Type="http://schemas.openxmlformats.org/officeDocument/2006/relationships/image" Target="../media/image133.png"/><Relationship Id="rId7" Type="http://schemas.openxmlformats.org/officeDocument/2006/relationships/customXml" Target="../ink/ink105.xml"/><Relationship Id="rId12" Type="http://schemas.openxmlformats.org/officeDocument/2006/relationships/image" Target="../media/image122.png"/><Relationship Id="rId17" Type="http://schemas.openxmlformats.org/officeDocument/2006/relationships/customXml" Target="../ink/ink110.xml"/><Relationship Id="rId25" Type="http://schemas.openxmlformats.org/officeDocument/2006/relationships/customXml" Target="../ink/ink114.xml"/><Relationship Id="rId33" Type="http://schemas.openxmlformats.org/officeDocument/2006/relationships/customXml" Target="../ink/ink118.xml"/><Relationship Id="rId38" Type="http://schemas.openxmlformats.org/officeDocument/2006/relationships/image" Target="../media/image135.png"/><Relationship Id="rId2" Type="http://schemas.openxmlformats.org/officeDocument/2006/relationships/image" Target="../media/image117.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customXml" Target="../ink/ink116.xml"/><Relationship Id="rId1" Type="http://schemas.openxmlformats.org/officeDocument/2006/relationships/slideLayout" Target="../slideLayouts/slideLayout1.xml"/><Relationship Id="rId6" Type="http://schemas.openxmlformats.org/officeDocument/2006/relationships/image" Target="../media/image119.png"/><Relationship Id="rId11" Type="http://schemas.openxmlformats.org/officeDocument/2006/relationships/customXml" Target="../ink/ink107.xml"/><Relationship Id="rId24" Type="http://schemas.openxmlformats.org/officeDocument/2006/relationships/image" Target="../media/image128.png"/><Relationship Id="rId32" Type="http://schemas.openxmlformats.org/officeDocument/2006/relationships/image" Target="../media/image132.png"/><Relationship Id="rId37" Type="http://schemas.openxmlformats.org/officeDocument/2006/relationships/customXml" Target="../ink/ink120.xml"/><Relationship Id="rId5" Type="http://schemas.openxmlformats.org/officeDocument/2006/relationships/customXml" Target="../ink/ink104.xml"/><Relationship Id="rId15" Type="http://schemas.openxmlformats.org/officeDocument/2006/relationships/customXml" Target="../ink/ink109.xml"/><Relationship Id="rId23" Type="http://schemas.openxmlformats.org/officeDocument/2006/relationships/customXml" Target="../ink/ink113.xml"/><Relationship Id="rId28" Type="http://schemas.openxmlformats.org/officeDocument/2006/relationships/image" Target="../media/image130.png"/><Relationship Id="rId36" Type="http://schemas.openxmlformats.org/officeDocument/2006/relationships/image" Target="../media/image134.png"/><Relationship Id="rId10" Type="http://schemas.openxmlformats.org/officeDocument/2006/relationships/image" Target="../media/image121.png"/><Relationship Id="rId19" Type="http://schemas.openxmlformats.org/officeDocument/2006/relationships/customXml" Target="../ink/ink111.xml"/><Relationship Id="rId31" Type="http://schemas.openxmlformats.org/officeDocument/2006/relationships/customXml" Target="../ink/ink117.xml"/><Relationship Id="rId4" Type="http://schemas.openxmlformats.org/officeDocument/2006/relationships/image" Target="../media/image118.png"/><Relationship Id="rId9" Type="http://schemas.openxmlformats.org/officeDocument/2006/relationships/customXml" Target="../ink/ink106.xml"/><Relationship Id="rId14" Type="http://schemas.openxmlformats.org/officeDocument/2006/relationships/image" Target="../media/image123.png"/><Relationship Id="rId22" Type="http://schemas.openxmlformats.org/officeDocument/2006/relationships/image" Target="../media/image127.png"/><Relationship Id="rId27" Type="http://schemas.openxmlformats.org/officeDocument/2006/relationships/customXml" Target="../ink/ink115.xml"/><Relationship Id="rId30" Type="http://schemas.openxmlformats.org/officeDocument/2006/relationships/image" Target="../media/image131.png"/><Relationship Id="rId35" Type="http://schemas.openxmlformats.org/officeDocument/2006/relationships/customXml" Target="../ink/ink119.xml"/><Relationship Id="rId8" Type="http://schemas.openxmlformats.org/officeDocument/2006/relationships/image" Target="../media/image120.png"/><Relationship Id="rId3" Type="http://schemas.openxmlformats.org/officeDocument/2006/relationships/customXml" Target="../ink/ink103.xml"/></Relationships>
</file>

<file path=ppt/slides/_rels/slide19.xml.rels><?xml version="1.0" encoding="UTF-8" standalone="yes"?>
<Relationships xmlns="http://schemas.openxmlformats.org/package/2006/relationships"><Relationship Id="rId13" Type="http://schemas.openxmlformats.org/officeDocument/2006/relationships/image" Target="../media/image141.png"/><Relationship Id="rId18" Type="http://schemas.openxmlformats.org/officeDocument/2006/relationships/customXml" Target="../ink/ink128.xml"/><Relationship Id="rId26" Type="http://schemas.openxmlformats.org/officeDocument/2006/relationships/customXml" Target="../ink/ink132.xml"/><Relationship Id="rId39" Type="http://schemas.openxmlformats.org/officeDocument/2006/relationships/customXml" Target="../ink/ink139.xml"/><Relationship Id="rId21" Type="http://schemas.openxmlformats.org/officeDocument/2006/relationships/image" Target="../media/image145.png"/><Relationship Id="rId34" Type="http://schemas.openxmlformats.org/officeDocument/2006/relationships/image" Target="../media/image151.png"/><Relationship Id="rId42" Type="http://schemas.openxmlformats.org/officeDocument/2006/relationships/image" Target="../media/image155.png"/><Relationship Id="rId7" Type="http://schemas.openxmlformats.org/officeDocument/2006/relationships/image" Target="../media/image87.png"/><Relationship Id="rId2" Type="http://schemas.openxmlformats.org/officeDocument/2006/relationships/image" Target="../media/image136.png"/><Relationship Id="rId16" Type="http://schemas.openxmlformats.org/officeDocument/2006/relationships/customXml" Target="../ink/ink127.xml"/><Relationship Id="rId20" Type="http://schemas.openxmlformats.org/officeDocument/2006/relationships/customXml" Target="../ink/ink129.xml"/><Relationship Id="rId29" Type="http://schemas.openxmlformats.org/officeDocument/2006/relationships/image" Target="../media/image149.png"/><Relationship Id="rId41" Type="http://schemas.openxmlformats.org/officeDocument/2006/relationships/customXml" Target="../ink/ink140.xml"/><Relationship Id="rId1" Type="http://schemas.openxmlformats.org/officeDocument/2006/relationships/slideLayout" Target="../slideLayouts/slideLayout1.xml"/><Relationship Id="rId6" Type="http://schemas.openxmlformats.org/officeDocument/2006/relationships/customXml" Target="../ink/ink122.xml"/><Relationship Id="rId11" Type="http://schemas.openxmlformats.org/officeDocument/2006/relationships/image" Target="../media/image140.png"/><Relationship Id="rId24" Type="http://schemas.openxmlformats.org/officeDocument/2006/relationships/customXml" Target="../ink/ink131.xml"/><Relationship Id="rId32" Type="http://schemas.openxmlformats.org/officeDocument/2006/relationships/image" Target="../media/image150.png"/><Relationship Id="rId37" Type="http://schemas.openxmlformats.org/officeDocument/2006/relationships/customXml" Target="../ink/ink138.xml"/><Relationship Id="rId40" Type="http://schemas.openxmlformats.org/officeDocument/2006/relationships/image" Target="../media/image154.png"/><Relationship Id="rId5" Type="http://schemas.openxmlformats.org/officeDocument/2006/relationships/image" Target="../media/image138.png"/><Relationship Id="rId15" Type="http://schemas.openxmlformats.org/officeDocument/2006/relationships/image" Target="../media/image142.png"/><Relationship Id="rId23" Type="http://schemas.openxmlformats.org/officeDocument/2006/relationships/image" Target="../media/image146.png"/><Relationship Id="rId28" Type="http://schemas.openxmlformats.org/officeDocument/2006/relationships/customXml" Target="../ink/ink133.xml"/><Relationship Id="rId36" Type="http://schemas.openxmlformats.org/officeDocument/2006/relationships/image" Target="../media/image152.png"/><Relationship Id="rId10" Type="http://schemas.openxmlformats.org/officeDocument/2006/relationships/customXml" Target="../ink/ink124.xml"/><Relationship Id="rId19" Type="http://schemas.openxmlformats.org/officeDocument/2006/relationships/image" Target="../media/image144.png"/><Relationship Id="rId31" Type="http://schemas.openxmlformats.org/officeDocument/2006/relationships/customXml" Target="../ink/ink135.xml"/><Relationship Id="rId44" Type="http://schemas.openxmlformats.org/officeDocument/2006/relationships/image" Target="../media/image156.png"/><Relationship Id="rId4" Type="http://schemas.openxmlformats.org/officeDocument/2006/relationships/customXml" Target="../ink/ink121.xml"/><Relationship Id="rId9" Type="http://schemas.openxmlformats.org/officeDocument/2006/relationships/image" Target="../media/image139.png"/><Relationship Id="rId14" Type="http://schemas.openxmlformats.org/officeDocument/2006/relationships/customXml" Target="../ink/ink126.xml"/><Relationship Id="rId22" Type="http://schemas.openxmlformats.org/officeDocument/2006/relationships/customXml" Target="../ink/ink130.xml"/><Relationship Id="rId27" Type="http://schemas.openxmlformats.org/officeDocument/2006/relationships/image" Target="../media/image148.png"/><Relationship Id="rId30" Type="http://schemas.openxmlformats.org/officeDocument/2006/relationships/customXml" Target="../ink/ink134.xml"/><Relationship Id="rId35" Type="http://schemas.openxmlformats.org/officeDocument/2006/relationships/customXml" Target="../ink/ink137.xml"/><Relationship Id="rId43" Type="http://schemas.openxmlformats.org/officeDocument/2006/relationships/customXml" Target="../ink/ink141.xml"/><Relationship Id="rId8" Type="http://schemas.openxmlformats.org/officeDocument/2006/relationships/customXml" Target="../ink/ink123.xml"/><Relationship Id="rId3" Type="http://schemas.openxmlformats.org/officeDocument/2006/relationships/image" Target="../media/image137.png"/><Relationship Id="rId12" Type="http://schemas.openxmlformats.org/officeDocument/2006/relationships/customXml" Target="../ink/ink125.xml"/><Relationship Id="rId17" Type="http://schemas.openxmlformats.org/officeDocument/2006/relationships/image" Target="../media/image143.png"/><Relationship Id="rId25" Type="http://schemas.openxmlformats.org/officeDocument/2006/relationships/image" Target="../media/image147.png"/><Relationship Id="rId33" Type="http://schemas.openxmlformats.org/officeDocument/2006/relationships/customXml" Target="../ink/ink136.xml"/><Relationship Id="rId38" Type="http://schemas.openxmlformats.org/officeDocument/2006/relationships/image" Target="../media/image153.png"/></Relationships>
</file>

<file path=ppt/slides/_rels/slide2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customXml" Target="../ink/ink142.xml"/><Relationship Id="rId7" Type="http://schemas.openxmlformats.org/officeDocument/2006/relationships/customXml" Target="../ink/ink144.xml"/><Relationship Id="rId12" Type="http://schemas.openxmlformats.org/officeDocument/2006/relationships/image" Target="../media/image164.png"/><Relationship Id="rId2" Type="http://schemas.openxmlformats.org/officeDocument/2006/relationships/image" Target="../media/image159.png"/><Relationship Id="rId1" Type="http://schemas.openxmlformats.org/officeDocument/2006/relationships/slideLayout" Target="../slideLayouts/slideLayout1.xml"/><Relationship Id="rId6" Type="http://schemas.openxmlformats.org/officeDocument/2006/relationships/image" Target="../media/image161.png"/><Relationship Id="rId11" Type="http://schemas.openxmlformats.org/officeDocument/2006/relationships/customXml" Target="../ink/ink146.xml"/><Relationship Id="rId5" Type="http://schemas.openxmlformats.org/officeDocument/2006/relationships/customXml" Target="../ink/ink143.xml"/><Relationship Id="rId10" Type="http://schemas.openxmlformats.org/officeDocument/2006/relationships/image" Target="../media/image163.png"/><Relationship Id="rId4" Type="http://schemas.openxmlformats.org/officeDocument/2006/relationships/image" Target="../media/image160.png"/><Relationship Id="rId9" Type="http://schemas.openxmlformats.org/officeDocument/2006/relationships/customXml" Target="../ink/ink145.xml"/></Relationships>
</file>

<file path=ppt/slides/_rels/slide22.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customXml" Target="../ink/ink150.xml"/><Relationship Id="rId3" Type="http://schemas.openxmlformats.org/officeDocument/2006/relationships/image" Target="../media/image167.png"/><Relationship Id="rId7" Type="http://schemas.openxmlformats.org/officeDocument/2006/relationships/image" Target="../media/image169.png"/><Relationship Id="rId12" Type="http://schemas.openxmlformats.org/officeDocument/2006/relationships/customXml" Target="../ink/ink152.xml"/><Relationship Id="rId2" Type="http://schemas.openxmlformats.org/officeDocument/2006/relationships/customXml" Target="../ink/ink147.xml"/><Relationship Id="rId1" Type="http://schemas.openxmlformats.org/officeDocument/2006/relationships/slideLayout" Target="../slideLayouts/slideLayout1.xml"/><Relationship Id="rId6" Type="http://schemas.openxmlformats.org/officeDocument/2006/relationships/customXml" Target="../ink/ink149.xml"/><Relationship Id="rId11" Type="http://schemas.openxmlformats.org/officeDocument/2006/relationships/image" Target="../media/image87.png"/><Relationship Id="rId5" Type="http://schemas.openxmlformats.org/officeDocument/2006/relationships/image" Target="../media/image168.png"/><Relationship Id="rId10" Type="http://schemas.openxmlformats.org/officeDocument/2006/relationships/customXml" Target="../ink/ink151.xml"/><Relationship Id="rId4" Type="http://schemas.openxmlformats.org/officeDocument/2006/relationships/customXml" Target="../ink/ink148.xml"/><Relationship Id="rId9" Type="http://schemas.openxmlformats.org/officeDocument/2006/relationships/image" Target="../media/image170.png"/></Relationships>
</file>

<file path=ppt/slides/_rels/slide2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17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178.wmf"/><Relationship Id="rId5" Type="http://schemas.openxmlformats.org/officeDocument/2006/relationships/oleObject" Target="../embeddings/oleObject2.bin"/><Relationship Id="rId4" Type="http://schemas.openxmlformats.org/officeDocument/2006/relationships/image" Target="../media/image177.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84.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1.xml"/><Relationship Id="rId5" Type="http://schemas.openxmlformats.org/officeDocument/2006/relationships/image" Target="../media/image188.png"/><Relationship Id="rId4" Type="http://schemas.openxmlformats.org/officeDocument/2006/relationships/image" Target="../media/image187.png"/></Relationships>
</file>

<file path=ppt/slides/_rels/slide40.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a:solidFill>
                  <a:schemeClr val="tx1"/>
                </a:solidFill>
              </a:rPr>
              <a:t>第八章</a:t>
            </a:r>
            <a:br>
              <a:rPr lang="en-US" altLang="zh-CN" sz="6000" dirty="0">
                <a:solidFill>
                  <a:schemeClr val="tx1"/>
                </a:solidFill>
              </a:rPr>
            </a:br>
            <a:r>
              <a:rPr lang="zh-CN" altLang="en-US" sz="6000" dirty="0">
                <a:solidFill>
                  <a:schemeClr val="tx1"/>
                </a:solidFill>
              </a:rPr>
              <a:t>定时器原理及应用</a:t>
            </a: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173000"/>
                    </a14:imgEffect>
                  </a14:imgLayer>
                </a14:imgProps>
              </a:ext>
              <a:ext uri="{28A0092B-C50C-407E-A947-70E740481C1C}">
                <a14:useLocalDpi xmlns:a14="http://schemas.microsoft.com/office/drawing/2010/main"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8.1 STM32</a:t>
            </a:r>
            <a:r>
              <a:rPr lang="zh-CN" altLang="en-US" sz="2800" b="1" dirty="0">
                <a:solidFill>
                  <a:srgbClr val="14529E"/>
                </a:solidFill>
              </a:rPr>
              <a:t>定时器概述</a:t>
            </a:r>
            <a:endParaRPr lang="zh-CN" altLang="en-US" sz="2800" b="1" dirty="0">
              <a:solidFill>
                <a:srgbClr val="C00000"/>
              </a:solidFill>
            </a:endParaRPr>
          </a:p>
        </p:txBody>
      </p:sp>
      <p:pic>
        <p:nvPicPr>
          <p:cNvPr id="44034" name="Picture 2" descr="https://img-blog.csdnimg.cn/20200723153500990.png?x-oss-process=image/watermark,type_ZmFuZ3poZW5naGVpdGk,shadow_10,text_aHR0cHM6Ly9ibG9nLmNzZG4ubmV0L20wXzQ2Mjc4OTI1,size_16,color_FFFFFF,t_70"/>
          <p:cNvPicPr>
            <a:picLocks noChangeAspect="1" noChangeArrowheads="1"/>
          </p:cNvPicPr>
          <p:nvPr/>
        </p:nvPicPr>
        <p:blipFill>
          <a:blip r:embed="rId3"/>
          <a:srcRect/>
          <a:stretch>
            <a:fillRect/>
          </a:stretch>
        </p:blipFill>
        <p:spPr bwMode="auto">
          <a:xfrm>
            <a:off x="2254963" y="1307388"/>
            <a:ext cx="7560841" cy="2256211"/>
          </a:xfrm>
          <a:prstGeom prst="rect">
            <a:avLst/>
          </a:prstGeom>
          <a:noFill/>
        </p:spPr>
      </p:pic>
      <p:sp>
        <p:nvSpPr>
          <p:cNvPr id="6" name="矩形 5"/>
          <p:cNvSpPr/>
          <p:nvPr/>
        </p:nvSpPr>
        <p:spPr>
          <a:xfrm>
            <a:off x="640701" y="3763357"/>
            <a:ext cx="10014857" cy="2308324"/>
          </a:xfrm>
          <a:prstGeom prst="rect">
            <a:avLst/>
          </a:prstGeom>
        </p:spPr>
        <p:txBody>
          <a:bodyPr wrap="square">
            <a:spAutoFit/>
          </a:bodyPr>
          <a:lstStyle/>
          <a:p>
            <a:pPr>
              <a:lnSpc>
                <a:spcPct val="150000"/>
              </a:lnSpc>
              <a:buClr>
                <a:srgbClr val="C00000"/>
              </a:buClr>
              <a:buFont typeface="Wingdings" pitchFamily="2" charset="2"/>
              <a:buChar char="u"/>
            </a:pPr>
            <a:r>
              <a:rPr lang="en-US" altLang="zh-CN" sz="2400" dirty="0"/>
              <a:t>STM32F10x</a:t>
            </a:r>
            <a:r>
              <a:rPr lang="zh-CN" altLang="en-US" sz="2400" dirty="0"/>
              <a:t>系列总共最多有</a:t>
            </a:r>
            <a:r>
              <a:rPr lang="en-US" altLang="zh-CN" sz="2400" dirty="0"/>
              <a:t>8</a:t>
            </a:r>
            <a:r>
              <a:rPr lang="zh-CN" altLang="en-US" sz="2400" dirty="0"/>
              <a:t>个定时器，像</a:t>
            </a:r>
            <a:r>
              <a:rPr lang="en-US" altLang="zh-CN" sz="2400" dirty="0"/>
              <a:t>STM32F10x</a:t>
            </a:r>
            <a:r>
              <a:rPr lang="zh-CN" altLang="en-US" sz="2400" dirty="0"/>
              <a:t>系列有：</a:t>
            </a:r>
            <a:br>
              <a:rPr lang="zh-CN" altLang="en-US" sz="2400" dirty="0"/>
            </a:br>
            <a:r>
              <a:rPr lang="en-US" altLang="zh-CN" sz="2400" dirty="0"/>
              <a:t>4</a:t>
            </a:r>
            <a:r>
              <a:rPr lang="zh-CN" altLang="en-US" sz="2400" dirty="0"/>
              <a:t>个通用定时器</a:t>
            </a:r>
            <a:r>
              <a:rPr lang="en-US" altLang="zh-CN" sz="2400" dirty="0"/>
              <a:t>(TIM2~TIM5)</a:t>
            </a:r>
            <a:br>
              <a:rPr lang="zh-CN" altLang="en-US" sz="2400" dirty="0"/>
            </a:br>
            <a:r>
              <a:rPr lang="en-US" altLang="zh-CN" sz="2400" dirty="0"/>
              <a:t>2</a:t>
            </a:r>
            <a:r>
              <a:rPr lang="zh-CN" altLang="en-US" sz="2400" dirty="0"/>
              <a:t>个高级定时器</a:t>
            </a:r>
            <a:r>
              <a:rPr lang="en-US" altLang="zh-CN" sz="2400" dirty="0"/>
              <a:t>(TIM1</a:t>
            </a:r>
            <a:r>
              <a:rPr lang="zh-CN" altLang="en-US" sz="2400" dirty="0"/>
              <a:t>、</a:t>
            </a:r>
            <a:r>
              <a:rPr lang="en-US" altLang="zh-CN" sz="2400" dirty="0"/>
              <a:t>TIM8) </a:t>
            </a:r>
            <a:br>
              <a:rPr lang="zh-CN" altLang="en-US" sz="2400" dirty="0"/>
            </a:br>
            <a:r>
              <a:rPr lang="en-US" altLang="zh-CN" sz="2400" dirty="0"/>
              <a:t>2</a:t>
            </a:r>
            <a:r>
              <a:rPr lang="zh-CN" altLang="en-US" sz="2400" dirty="0"/>
              <a:t>个基本定时器</a:t>
            </a:r>
            <a:r>
              <a:rPr lang="en-US" altLang="zh-CN" sz="2400" dirty="0"/>
              <a:t>(TIM6</a:t>
            </a:r>
            <a:r>
              <a:rPr lang="zh-CN" altLang="en-US" sz="2400" dirty="0"/>
              <a:t>、</a:t>
            </a:r>
            <a:r>
              <a:rPr lang="en-US" altLang="zh-CN" sz="2400" dirty="0"/>
              <a:t>TIM7) </a:t>
            </a:r>
            <a:endParaRPr lang="zh-C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94048" y="893335"/>
            <a:ext cx="10901265" cy="4893647"/>
          </a:xfrm>
          <a:prstGeom prst="rect">
            <a:avLst/>
          </a:prstGeom>
        </p:spPr>
        <p:txBody>
          <a:bodyPr wrap="square">
            <a:spAutoFit/>
          </a:bodyPr>
          <a:lstStyle/>
          <a:p>
            <a:pPr latinLnBrk="1">
              <a:lnSpc>
                <a:spcPct val="150000"/>
              </a:lnSpc>
              <a:buClr>
                <a:srgbClr val="C00000"/>
              </a:buClr>
              <a:buFont typeface="Wingdings" pitchFamily="2" charset="2"/>
              <a:buChar char="u"/>
            </a:pPr>
            <a:r>
              <a:rPr lang="en-US" sz="2800" b="1" dirty="0"/>
              <a:t>STM32RTC</a:t>
            </a:r>
            <a:r>
              <a:rPr lang="zh-CN" altLang="en-US" sz="2800" b="1" dirty="0"/>
              <a:t>实时时钟</a:t>
            </a:r>
            <a:endParaRPr lang="en-US" altLang="zh-CN" sz="2800" b="1" dirty="0"/>
          </a:p>
          <a:p>
            <a:pPr latinLnBrk="1">
              <a:lnSpc>
                <a:spcPct val="150000"/>
              </a:lnSpc>
            </a:pPr>
            <a:r>
              <a:rPr lang="en-US" altLang="zh-CN" sz="2000" dirty="0"/>
              <a:t>      STM32</a:t>
            </a:r>
            <a:r>
              <a:rPr lang="zh-CN" altLang="en-US" sz="2000" dirty="0"/>
              <a:t>的</a:t>
            </a:r>
            <a:r>
              <a:rPr lang="en-US" altLang="zh-CN" sz="2000" dirty="0"/>
              <a:t>RTC</a:t>
            </a:r>
            <a:r>
              <a:rPr lang="zh-CN" altLang="en-US" sz="2000" dirty="0"/>
              <a:t>外设</a:t>
            </a:r>
            <a:r>
              <a:rPr lang="en-US" altLang="zh-CN" sz="2000" dirty="0"/>
              <a:t>,</a:t>
            </a:r>
            <a:r>
              <a:rPr lang="zh-CN" altLang="en-US" sz="2000" dirty="0"/>
              <a:t>实质是一个掉电后还继续运行的定时器</a:t>
            </a:r>
            <a:r>
              <a:rPr lang="en-US" altLang="zh-CN" sz="2000" dirty="0"/>
              <a:t>,</a:t>
            </a:r>
            <a:r>
              <a:rPr lang="zh-CN" altLang="en-US" sz="2000" dirty="0"/>
              <a:t>从定时器的角度来看</a:t>
            </a:r>
            <a:r>
              <a:rPr lang="en-US" altLang="zh-CN" sz="2000" dirty="0"/>
              <a:t>,</a:t>
            </a:r>
            <a:r>
              <a:rPr lang="zh-CN" altLang="en-US" sz="2000" dirty="0"/>
              <a:t>相对于通用定时器</a:t>
            </a:r>
            <a:r>
              <a:rPr lang="en-US" altLang="zh-CN" sz="2000" dirty="0"/>
              <a:t>TIM</a:t>
            </a:r>
            <a:r>
              <a:rPr lang="zh-CN" altLang="en-US" sz="2000" dirty="0"/>
              <a:t>外设</a:t>
            </a:r>
            <a:r>
              <a:rPr lang="en-US" altLang="zh-CN" sz="2000" dirty="0"/>
              <a:t>,</a:t>
            </a:r>
            <a:r>
              <a:rPr lang="zh-CN" altLang="en-US" sz="2000" dirty="0"/>
              <a:t>它的功能十分简单</a:t>
            </a:r>
            <a:r>
              <a:rPr lang="en-US" altLang="zh-CN" sz="2000" dirty="0"/>
              <a:t>,</a:t>
            </a:r>
            <a:r>
              <a:rPr lang="zh-CN" altLang="en-US" sz="2000" dirty="0"/>
              <a:t>只有计时功能</a:t>
            </a:r>
            <a:r>
              <a:rPr lang="en-US" altLang="zh-CN" sz="2000" dirty="0"/>
              <a:t>(</a:t>
            </a:r>
            <a:r>
              <a:rPr lang="zh-CN" altLang="en-US" sz="2000" dirty="0"/>
              <a:t>也可以触发中断</a:t>
            </a:r>
            <a:r>
              <a:rPr lang="en-US" altLang="zh-CN" sz="2000" dirty="0"/>
              <a:t>).</a:t>
            </a:r>
            <a:r>
              <a:rPr lang="zh-CN" altLang="en-US" sz="2000" dirty="0"/>
              <a:t>但是从掉电还能继续运行来看</a:t>
            </a:r>
            <a:r>
              <a:rPr lang="en-US" altLang="zh-CN" sz="2000" dirty="0"/>
              <a:t>,</a:t>
            </a:r>
            <a:r>
              <a:rPr lang="zh-CN" altLang="en-US" sz="2000" dirty="0"/>
              <a:t>它是</a:t>
            </a:r>
            <a:r>
              <a:rPr lang="en-US" altLang="zh-CN" sz="2000" dirty="0"/>
              <a:t>STM32</a:t>
            </a:r>
            <a:r>
              <a:rPr lang="zh-CN" altLang="en-US" sz="2000" dirty="0"/>
              <a:t>中唯一一个具有这个功能功能的外设</a:t>
            </a:r>
            <a:r>
              <a:rPr lang="en-US" altLang="zh-CN" sz="2000" dirty="0"/>
              <a:t>.</a:t>
            </a:r>
          </a:p>
          <a:p>
            <a:pPr latinLnBrk="1">
              <a:lnSpc>
                <a:spcPct val="150000"/>
              </a:lnSpc>
            </a:pPr>
            <a:r>
              <a:rPr lang="zh-CN" altLang="en-US" sz="2000" dirty="0"/>
              <a:t>      所谓掉电</a:t>
            </a:r>
            <a:r>
              <a:rPr lang="en-US" altLang="zh-CN" sz="2000" dirty="0"/>
              <a:t>,</a:t>
            </a:r>
            <a:r>
              <a:rPr lang="zh-CN" altLang="en-US" sz="2000" dirty="0"/>
              <a:t>是指电源</a:t>
            </a:r>
            <a:r>
              <a:rPr lang="en-US" altLang="zh-CN" sz="2000" dirty="0"/>
              <a:t>VDD</a:t>
            </a:r>
            <a:r>
              <a:rPr lang="zh-CN" altLang="en-US" sz="2000" dirty="0"/>
              <a:t>断开的情况下</a:t>
            </a:r>
            <a:r>
              <a:rPr lang="en-US" altLang="zh-CN" sz="2000" dirty="0"/>
              <a:t>,</a:t>
            </a:r>
            <a:r>
              <a:rPr lang="zh-CN" altLang="en-US" sz="2000" dirty="0"/>
              <a:t>为了</a:t>
            </a:r>
            <a:r>
              <a:rPr lang="en-US" altLang="zh-CN" sz="2000" dirty="0"/>
              <a:t>RTC</a:t>
            </a:r>
            <a:r>
              <a:rPr lang="zh-CN" altLang="en-US" sz="2000" dirty="0"/>
              <a:t>外设掉电可以继续运行</a:t>
            </a:r>
            <a:r>
              <a:rPr lang="en-US" altLang="zh-CN" sz="2000" dirty="0"/>
              <a:t>,</a:t>
            </a:r>
            <a:r>
              <a:rPr lang="zh-CN" altLang="en-US" sz="2000" dirty="0"/>
              <a:t>必须给</a:t>
            </a:r>
            <a:r>
              <a:rPr lang="en-US" altLang="zh-CN" sz="2000" dirty="0"/>
              <a:t>STM32</a:t>
            </a:r>
            <a:r>
              <a:rPr lang="zh-CN" altLang="en-US" sz="2000" dirty="0"/>
              <a:t>芯片通过</a:t>
            </a:r>
            <a:r>
              <a:rPr lang="en-US" altLang="zh-CN" sz="2000" dirty="0"/>
              <a:t>VBAT</a:t>
            </a:r>
            <a:r>
              <a:rPr lang="zh-CN" altLang="en-US" sz="2000" dirty="0"/>
              <a:t>引脚街上锂电池</a:t>
            </a:r>
            <a:r>
              <a:rPr lang="en-US" altLang="zh-CN" sz="2000" dirty="0"/>
              <a:t>.</a:t>
            </a:r>
            <a:r>
              <a:rPr lang="zh-CN" altLang="en-US" sz="2000" dirty="0"/>
              <a:t>当主电源</a:t>
            </a:r>
            <a:r>
              <a:rPr lang="en-US" altLang="zh-CN" sz="2000" dirty="0"/>
              <a:t>VDD</a:t>
            </a:r>
            <a:r>
              <a:rPr lang="zh-CN" altLang="en-US" sz="2000" dirty="0"/>
              <a:t>有效时</a:t>
            </a:r>
            <a:r>
              <a:rPr lang="en-US" altLang="zh-CN" sz="2000" dirty="0"/>
              <a:t>,</a:t>
            </a:r>
            <a:r>
              <a:rPr lang="zh-CN" altLang="en-US" sz="2000" dirty="0"/>
              <a:t>由</a:t>
            </a:r>
            <a:r>
              <a:rPr lang="en-US" altLang="zh-CN" sz="2000" dirty="0"/>
              <a:t>VDD</a:t>
            </a:r>
            <a:r>
              <a:rPr lang="zh-CN" altLang="en-US" sz="2000" dirty="0"/>
              <a:t>给</a:t>
            </a:r>
            <a:r>
              <a:rPr lang="en-US" altLang="zh-CN" sz="2000" dirty="0"/>
              <a:t>RTC</a:t>
            </a:r>
            <a:r>
              <a:rPr lang="zh-CN" altLang="en-US" sz="2000" dirty="0"/>
              <a:t>外设供电</a:t>
            </a:r>
            <a:r>
              <a:rPr lang="en-US" altLang="zh-CN" sz="2000" dirty="0"/>
              <a:t>.</a:t>
            </a:r>
            <a:r>
              <a:rPr lang="zh-CN" altLang="en-US" sz="2000" dirty="0"/>
              <a:t>当</a:t>
            </a:r>
            <a:r>
              <a:rPr lang="en-US" altLang="zh-CN" sz="2000" dirty="0"/>
              <a:t>VDD</a:t>
            </a:r>
            <a:r>
              <a:rPr lang="zh-CN" altLang="en-US" sz="2000" dirty="0"/>
              <a:t>掉电后</a:t>
            </a:r>
            <a:r>
              <a:rPr lang="en-US" altLang="zh-CN" sz="2000" dirty="0"/>
              <a:t>,</a:t>
            </a:r>
            <a:r>
              <a:rPr lang="zh-CN" altLang="en-US" sz="2000" dirty="0"/>
              <a:t>由</a:t>
            </a:r>
            <a:r>
              <a:rPr lang="en-US" altLang="zh-CN" sz="2000" dirty="0"/>
              <a:t>VBAT</a:t>
            </a:r>
            <a:r>
              <a:rPr lang="zh-CN" altLang="en-US" sz="2000" dirty="0"/>
              <a:t>给</a:t>
            </a:r>
            <a:r>
              <a:rPr lang="en-US" altLang="zh-CN" sz="2000" dirty="0"/>
              <a:t>RTC</a:t>
            </a:r>
            <a:r>
              <a:rPr lang="zh-CN" altLang="en-US" sz="2000" dirty="0"/>
              <a:t>外设供电</a:t>
            </a:r>
            <a:r>
              <a:rPr lang="en-US" altLang="zh-CN" sz="2000" dirty="0"/>
              <a:t>.</a:t>
            </a:r>
            <a:r>
              <a:rPr lang="zh-CN" altLang="en-US" sz="2000" dirty="0"/>
              <a:t>无论由什么电源供电</a:t>
            </a:r>
            <a:r>
              <a:rPr lang="en-US" altLang="zh-CN" sz="2000" dirty="0"/>
              <a:t>,RTC</a:t>
            </a:r>
            <a:r>
              <a:rPr lang="zh-CN" altLang="en-US" sz="2000" dirty="0"/>
              <a:t>中的数据始终都保存在属于</a:t>
            </a:r>
            <a:r>
              <a:rPr lang="en-US" altLang="zh-CN" sz="2000" dirty="0"/>
              <a:t>RTC</a:t>
            </a:r>
            <a:r>
              <a:rPr lang="zh-CN" altLang="en-US" sz="2000" dirty="0"/>
              <a:t>的备份域中</a:t>
            </a:r>
            <a:r>
              <a:rPr lang="en-US" altLang="zh-CN" sz="2000" dirty="0"/>
              <a:t>,</a:t>
            </a:r>
            <a:r>
              <a:rPr lang="zh-CN" altLang="en-US" sz="2000" dirty="0"/>
              <a:t>如果主电源和</a:t>
            </a:r>
            <a:r>
              <a:rPr lang="en-US" altLang="zh-CN" sz="2000" dirty="0"/>
              <a:t>VBA</a:t>
            </a:r>
            <a:r>
              <a:rPr lang="zh-CN" altLang="en-US" sz="2000" dirty="0"/>
              <a:t>都掉电</a:t>
            </a:r>
            <a:r>
              <a:rPr lang="en-US" altLang="zh-CN" sz="2000" dirty="0"/>
              <a:t>,</a:t>
            </a:r>
            <a:r>
              <a:rPr lang="zh-CN" altLang="en-US" sz="2000" dirty="0"/>
              <a:t>那么备份域中保存的所有数据都将丢失</a:t>
            </a:r>
            <a:r>
              <a:rPr lang="en-US" altLang="zh-CN" sz="2000" b="1" dirty="0">
                <a:solidFill>
                  <a:srgbClr val="C00000"/>
                </a:solidFill>
              </a:rPr>
              <a:t>.(</a:t>
            </a:r>
            <a:r>
              <a:rPr lang="zh-CN" altLang="en-US" sz="2000" b="1" dirty="0">
                <a:solidFill>
                  <a:srgbClr val="C00000"/>
                </a:solidFill>
              </a:rPr>
              <a:t>备份域除了</a:t>
            </a:r>
            <a:r>
              <a:rPr lang="en-US" altLang="zh-CN" sz="2000" b="1" dirty="0">
                <a:solidFill>
                  <a:srgbClr val="C00000"/>
                </a:solidFill>
              </a:rPr>
              <a:t>RTC</a:t>
            </a:r>
            <a:r>
              <a:rPr lang="zh-CN" altLang="en-US" sz="2000" b="1" dirty="0">
                <a:solidFill>
                  <a:srgbClr val="C00000"/>
                </a:solidFill>
              </a:rPr>
              <a:t>模块的寄存器</a:t>
            </a:r>
            <a:r>
              <a:rPr lang="en-US" altLang="zh-CN" sz="2000" b="1" dirty="0">
                <a:solidFill>
                  <a:srgbClr val="C00000"/>
                </a:solidFill>
              </a:rPr>
              <a:t>,</a:t>
            </a:r>
            <a:r>
              <a:rPr lang="zh-CN" altLang="en-US" sz="2000" b="1" dirty="0">
                <a:solidFill>
                  <a:srgbClr val="C00000"/>
                </a:solidFill>
              </a:rPr>
              <a:t>还有</a:t>
            </a:r>
            <a:r>
              <a:rPr lang="en-US" altLang="zh-CN" sz="2000" b="1" dirty="0">
                <a:solidFill>
                  <a:srgbClr val="C00000"/>
                </a:solidFill>
              </a:rPr>
              <a:t>42</a:t>
            </a:r>
            <a:r>
              <a:rPr lang="zh-CN" altLang="en-US" sz="2000" b="1" dirty="0">
                <a:solidFill>
                  <a:srgbClr val="C00000"/>
                </a:solidFill>
              </a:rPr>
              <a:t>个</a:t>
            </a:r>
            <a:r>
              <a:rPr lang="en-US" altLang="zh-CN" sz="2000" b="1" dirty="0">
                <a:solidFill>
                  <a:srgbClr val="C00000"/>
                </a:solidFill>
              </a:rPr>
              <a:t>16</a:t>
            </a:r>
            <a:r>
              <a:rPr lang="zh-CN" altLang="en-US" sz="2000" b="1" dirty="0">
                <a:solidFill>
                  <a:srgbClr val="C00000"/>
                </a:solidFill>
              </a:rPr>
              <a:t>位的寄存器可以在</a:t>
            </a:r>
            <a:r>
              <a:rPr lang="en-US" altLang="zh-CN" sz="2000" b="1" dirty="0">
                <a:solidFill>
                  <a:srgbClr val="C00000"/>
                </a:solidFill>
              </a:rPr>
              <a:t>VDD</a:t>
            </a:r>
            <a:r>
              <a:rPr lang="zh-CN" altLang="en-US" sz="2000" b="1" dirty="0">
                <a:solidFill>
                  <a:srgbClr val="C00000"/>
                </a:solidFill>
              </a:rPr>
              <a:t>掉电的情况下保存用户程序的数序</a:t>
            </a:r>
            <a:r>
              <a:rPr lang="en-US" altLang="zh-CN" sz="2000" b="1" dirty="0">
                <a:solidFill>
                  <a:srgbClr val="C00000"/>
                </a:solidFill>
              </a:rPr>
              <a:t>,</a:t>
            </a:r>
            <a:r>
              <a:rPr lang="zh-CN" altLang="en-US" sz="2000" b="1" dirty="0">
                <a:solidFill>
                  <a:srgbClr val="C00000"/>
                </a:solidFill>
              </a:rPr>
              <a:t>系统复位或电源复位时</a:t>
            </a:r>
            <a:r>
              <a:rPr lang="en-US" altLang="zh-CN" sz="2000" b="1" dirty="0">
                <a:solidFill>
                  <a:srgbClr val="C00000"/>
                </a:solidFill>
              </a:rPr>
              <a:t>,</a:t>
            </a:r>
            <a:r>
              <a:rPr lang="zh-CN" altLang="en-US" sz="2000" b="1" dirty="0">
                <a:solidFill>
                  <a:srgbClr val="C00000"/>
                </a:solidFill>
              </a:rPr>
              <a:t>这些数据也不会被复位</a:t>
            </a:r>
            <a:r>
              <a:rPr lang="en-US" altLang="zh-CN" sz="2000" dirty="0"/>
              <a:t>). </a:t>
            </a:r>
            <a:endParaRPr lang="zh-CN" altLang="en-US"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38065" y="501449"/>
            <a:ext cx="10901265" cy="5078313"/>
          </a:xfrm>
          <a:prstGeom prst="rect">
            <a:avLst/>
          </a:prstGeom>
        </p:spPr>
        <p:txBody>
          <a:bodyPr wrap="square">
            <a:spAutoFit/>
          </a:bodyPr>
          <a:lstStyle/>
          <a:p>
            <a:pPr>
              <a:buClr>
                <a:srgbClr val="C00000"/>
              </a:buClr>
              <a:buFont typeface="Wingdings" pitchFamily="2" charset="2"/>
              <a:buChar char="u"/>
            </a:pPr>
            <a:r>
              <a:rPr lang="en-US" altLang="zh-CN" sz="2400" b="1" dirty="0"/>
              <a:t>STM32</a:t>
            </a:r>
            <a:r>
              <a:rPr lang="zh-CN" altLang="en-US" sz="2400" b="1" dirty="0"/>
              <a:t>看门狗</a:t>
            </a:r>
            <a:endParaRPr lang="en-US" altLang="zh-CN" sz="2400" b="1" dirty="0"/>
          </a:p>
          <a:p>
            <a:pPr>
              <a:lnSpc>
                <a:spcPct val="150000"/>
              </a:lnSpc>
              <a:buClr>
                <a:srgbClr val="C00000"/>
              </a:buClr>
            </a:pPr>
            <a:r>
              <a:rPr lang="zh-CN" altLang="en-US" sz="2000" dirty="0"/>
              <a:t>      在由单片机构成的微型计算机系统中，由于单片机的工作常常会受到来自外界电磁场的干扰，</a:t>
            </a:r>
            <a:r>
              <a:rPr lang="zh-CN" altLang="en-US" sz="2000" b="1" dirty="0"/>
              <a:t>造成程序的跑飞</a:t>
            </a:r>
            <a:r>
              <a:rPr lang="zh-CN" altLang="en-US" sz="2000" dirty="0"/>
              <a:t>。而陷入死循环，程序的正常运行被打断，由单片机控制的系统无法继续工作，会造成整个系统陷入停滞状态，发生不可预料的后果，所以出于对单片机运行状态进行实时监测的考虑，便产生了一种专门</a:t>
            </a:r>
            <a:r>
              <a:rPr lang="zh-CN" altLang="en-US" sz="2000" b="1" dirty="0">
                <a:highlight>
                  <a:srgbClr val="FFFF00"/>
                </a:highlight>
              </a:rPr>
              <a:t>用于监测单片机程序运行状态的模块或者芯片</a:t>
            </a:r>
            <a:r>
              <a:rPr lang="zh-CN" altLang="en-US" sz="2000" dirty="0"/>
              <a:t>，俗称“看门狗”（</a:t>
            </a:r>
            <a:r>
              <a:rPr lang="en-US" altLang="zh-CN" sz="2000" dirty="0"/>
              <a:t>watchdog</a:t>
            </a:r>
            <a:r>
              <a:rPr lang="zh-CN" altLang="en-US" sz="2000" dirty="0"/>
              <a:t>）。</a:t>
            </a:r>
            <a:endParaRPr lang="en-US" altLang="zh-CN" sz="2000" dirty="0"/>
          </a:p>
          <a:p>
            <a:pPr>
              <a:lnSpc>
                <a:spcPct val="150000"/>
              </a:lnSpc>
            </a:pPr>
            <a:r>
              <a:rPr lang="en-US" altLang="zh-CN" sz="2000" b="1" dirty="0">
                <a:solidFill>
                  <a:srgbClr val="C00000"/>
                </a:solidFill>
              </a:rPr>
              <a:t>      STM32</a:t>
            </a:r>
            <a:r>
              <a:rPr lang="zh-CN" altLang="en-US" sz="2000" b="1" dirty="0">
                <a:solidFill>
                  <a:srgbClr val="C00000"/>
                </a:solidFill>
              </a:rPr>
              <a:t>有</a:t>
            </a:r>
            <a:r>
              <a:rPr lang="en-US" altLang="zh-CN" sz="2000" b="1" dirty="0">
                <a:solidFill>
                  <a:srgbClr val="C00000"/>
                </a:solidFill>
              </a:rPr>
              <a:t>2</a:t>
            </a:r>
            <a:r>
              <a:rPr lang="zh-CN" altLang="en-US" sz="2000" b="1" dirty="0">
                <a:solidFill>
                  <a:srgbClr val="C00000"/>
                </a:solidFill>
              </a:rPr>
              <a:t>个看门狗：独立看门狗和窗口看门狗。</a:t>
            </a:r>
          </a:p>
          <a:p>
            <a:pPr>
              <a:lnSpc>
                <a:spcPct val="150000"/>
              </a:lnSpc>
              <a:buClr>
                <a:srgbClr val="C00000"/>
              </a:buClr>
              <a:buFont typeface="Wingdings" pitchFamily="2" charset="2"/>
              <a:buChar char="Ø"/>
            </a:pPr>
            <a:r>
              <a:rPr lang="zh-CN" altLang="en-US" sz="2000" dirty="0">
                <a:highlight>
                  <a:srgbClr val="FFFF00"/>
                </a:highlight>
              </a:rPr>
              <a:t>独立看门狗</a:t>
            </a:r>
            <a:r>
              <a:rPr lang="en-US" altLang="zh-CN" sz="2000" dirty="0">
                <a:highlight>
                  <a:srgbClr val="FFFF00"/>
                </a:highlight>
              </a:rPr>
              <a:t>IWDG-</a:t>
            </a:r>
            <a:r>
              <a:rPr lang="en-US" altLang="zh-CN" sz="2000" dirty="0"/>
              <a:t>-</a:t>
            </a:r>
            <a:r>
              <a:rPr lang="zh-CN" altLang="en-US" sz="2000" dirty="0"/>
              <a:t>独立于系统之外，因为有独立时钟</a:t>
            </a:r>
            <a:r>
              <a:rPr lang="en-US" altLang="zh-CN" sz="2000" dirty="0"/>
              <a:t>(</a:t>
            </a:r>
            <a:r>
              <a:rPr lang="zh-CN" altLang="en-US" sz="2000" dirty="0"/>
              <a:t>内部独立的</a:t>
            </a:r>
            <a:r>
              <a:rPr lang="en-US" altLang="zh-CN" sz="2000" dirty="0"/>
              <a:t>32kHz</a:t>
            </a:r>
            <a:r>
              <a:rPr lang="zh-CN" altLang="en-US" sz="2000" dirty="0"/>
              <a:t>时钟</a:t>
            </a:r>
            <a:r>
              <a:rPr lang="en-US" altLang="zh-CN" sz="2000" dirty="0"/>
              <a:t>)</a:t>
            </a:r>
            <a:r>
              <a:rPr lang="zh-CN" altLang="en-US" sz="2000" dirty="0"/>
              <a:t>，所以不受系统影响的系统故障探测器，</a:t>
            </a:r>
            <a:r>
              <a:rPr lang="zh-CN" altLang="en-US" sz="2000" dirty="0">
                <a:highlight>
                  <a:srgbClr val="FFFF00"/>
                </a:highlight>
              </a:rPr>
              <a:t>主要用于监视硬件错误</a:t>
            </a:r>
            <a:r>
              <a:rPr lang="zh-CN" altLang="en-US" sz="2000" dirty="0"/>
              <a:t>。</a:t>
            </a:r>
          </a:p>
          <a:p>
            <a:pPr>
              <a:lnSpc>
                <a:spcPct val="150000"/>
              </a:lnSpc>
              <a:buClr>
                <a:srgbClr val="C00000"/>
              </a:buClr>
              <a:buFont typeface="Wingdings" pitchFamily="2" charset="2"/>
              <a:buChar char="Ø"/>
            </a:pPr>
            <a:r>
              <a:rPr lang="zh-CN" altLang="en-US" sz="2000" dirty="0">
                <a:highlight>
                  <a:srgbClr val="FFFF00"/>
                </a:highlight>
              </a:rPr>
              <a:t>窗口看门狗</a:t>
            </a:r>
            <a:r>
              <a:rPr lang="en-US" altLang="zh-CN" sz="2000" dirty="0">
                <a:highlight>
                  <a:srgbClr val="FFFF00"/>
                </a:highlight>
              </a:rPr>
              <a:t>WWDG-</a:t>
            </a:r>
            <a:r>
              <a:rPr lang="en-US" altLang="zh-CN" sz="2000" dirty="0"/>
              <a:t>---</a:t>
            </a:r>
            <a:r>
              <a:rPr lang="zh-CN" altLang="en-US" sz="2000" dirty="0"/>
              <a:t>系统内部的故障探测器，时钟与系统相同</a:t>
            </a:r>
            <a:r>
              <a:rPr lang="en-US" altLang="zh-CN" sz="2000" dirty="0"/>
              <a:t>(APB1</a:t>
            </a:r>
            <a:r>
              <a:rPr lang="zh-CN" altLang="en-US" sz="2000" dirty="0"/>
              <a:t>分频</a:t>
            </a:r>
            <a:r>
              <a:rPr lang="en-US" altLang="zh-CN" sz="2000" dirty="0"/>
              <a:t>)</a:t>
            </a:r>
            <a:r>
              <a:rPr lang="zh-CN" altLang="en-US" sz="2000" dirty="0"/>
              <a:t>。如果系统时钟不走了，这个狗也就失去了作用了，</a:t>
            </a:r>
            <a:r>
              <a:rPr lang="zh-CN" altLang="en-US" sz="2000" dirty="0">
                <a:highlight>
                  <a:srgbClr val="FFFF00"/>
                </a:highlight>
              </a:rPr>
              <a:t>主要用于监视软件错误</a:t>
            </a:r>
            <a:r>
              <a:rPr lang="zh-CN" altLang="en-US" sz="20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38065" y="361484"/>
            <a:ext cx="10901265" cy="5447645"/>
          </a:xfrm>
          <a:prstGeom prst="rect">
            <a:avLst/>
          </a:prstGeom>
        </p:spPr>
        <p:txBody>
          <a:bodyPr wrap="square">
            <a:spAutoFit/>
          </a:bodyPr>
          <a:lstStyle/>
          <a:p>
            <a:pPr>
              <a:lnSpc>
                <a:spcPct val="150000"/>
              </a:lnSpc>
              <a:buClr>
                <a:srgbClr val="C00000"/>
              </a:buClr>
              <a:buFont typeface="Wingdings" pitchFamily="2" charset="2"/>
              <a:buChar char="u"/>
            </a:pPr>
            <a:r>
              <a:rPr lang="en-US" sz="2800" b="1" dirty="0"/>
              <a:t>STM32</a:t>
            </a:r>
            <a:r>
              <a:rPr lang="zh-CN" altLang="en-US" sz="2800" b="1" dirty="0"/>
              <a:t>的</a:t>
            </a:r>
            <a:r>
              <a:rPr lang="en-US" sz="2800" b="1" dirty="0" err="1"/>
              <a:t>SysTick</a:t>
            </a:r>
            <a:endParaRPr lang="en-US" sz="2800" b="1" dirty="0"/>
          </a:p>
          <a:p>
            <a:pPr>
              <a:lnSpc>
                <a:spcPct val="150000"/>
              </a:lnSpc>
              <a:buClr>
                <a:srgbClr val="C00000"/>
              </a:buClr>
            </a:pPr>
            <a:r>
              <a:rPr lang="zh-CN" altLang="en-US" sz="2400" dirty="0"/>
              <a:t>      </a:t>
            </a:r>
            <a:r>
              <a:rPr lang="zh-CN" altLang="en-US" sz="2000" dirty="0"/>
              <a:t>这是一个</a:t>
            </a:r>
            <a:r>
              <a:rPr lang="en-US" altLang="zh-CN" sz="2000" dirty="0"/>
              <a:t>24</a:t>
            </a:r>
            <a:r>
              <a:rPr lang="zh-CN" altLang="en-US" sz="2000" dirty="0"/>
              <a:t>位的系统节拍定时器</a:t>
            </a:r>
            <a:r>
              <a:rPr lang="en-US" altLang="zh-CN" sz="2000" dirty="0"/>
              <a:t>system tick </a:t>
            </a:r>
            <a:r>
              <a:rPr lang="en-US" altLang="zh-CN" sz="2000" dirty="0" err="1"/>
              <a:t>timer,SysTick</a:t>
            </a:r>
            <a:r>
              <a:rPr lang="en-US" altLang="zh-CN" sz="2000" dirty="0"/>
              <a:t>,</a:t>
            </a:r>
            <a:r>
              <a:rPr lang="zh-CN" altLang="en-US" sz="2000" dirty="0"/>
              <a:t>具有自动重载和溢出中断功能，</a:t>
            </a:r>
            <a:r>
              <a:rPr lang="zh-CN" altLang="en-US" sz="2000" b="1" dirty="0">
                <a:solidFill>
                  <a:srgbClr val="FF0000"/>
                </a:solidFill>
              </a:rPr>
              <a:t>所有基于</a:t>
            </a:r>
            <a:r>
              <a:rPr lang="en-US" altLang="zh-CN" sz="2000" b="1" dirty="0">
                <a:solidFill>
                  <a:srgbClr val="FF0000"/>
                </a:solidFill>
              </a:rPr>
              <a:t>Cortex_M3</a:t>
            </a:r>
            <a:r>
              <a:rPr lang="zh-CN" altLang="en-US" sz="2000" b="1" dirty="0">
                <a:solidFill>
                  <a:srgbClr val="FF0000"/>
                </a:solidFill>
              </a:rPr>
              <a:t>处理器的微控制器都可以由这个定时器获得一定的时间间隔。在</a:t>
            </a:r>
            <a:r>
              <a:rPr lang="en-US" altLang="zh-CN" sz="2000" b="1" dirty="0">
                <a:solidFill>
                  <a:srgbClr val="FF0000"/>
                </a:solidFill>
              </a:rPr>
              <a:t>STM32</a:t>
            </a:r>
            <a:r>
              <a:rPr lang="zh-CN" altLang="en-US" sz="2000" b="1" dirty="0">
                <a:solidFill>
                  <a:srgbClr val="FF0000"/>
                </a:solidFill>
              </a:rPr>
              <a:t>的应用中，使用</a:t>
            </a:r>
            <a:r>
              <a:rPr lang="en-US" altLang="zh-CN" sz="2000" b="1" dirty="0">
                <a:solidFill>
                  <a:srgbClr val="FF0000"/>
                </a:solidFill>
              </a:rPr>
              <a:t>CM3</a:t>
            </a:r>
            <a:r>
              <a:rPr lang="zh-CN" altLang="en-US" sz="2000" b="1" dirty="0">
                <a:solidFill>
                  <a:srgbClr val="FF0000"/>
                </a:solidFill>
              </a:rPr>
              <a:t>内核的</a:t>
            </a:r>
            <a:r>
              <a:rPr lang="en-US" sz="2000" b="1" dirty="0" err="1"/>
              <a:t>SysTick</a:t>
            </a:r>
            <a:r>
              <a:rPr lang="zh-CN" altLang="en-US" sz="2000" b="1" dirty="0"/>
              <a:t>作为定时时钟，主要用于精确延时。</a:t>
            </a:r>
            <a:endParaRPr lang="en-US" altLang="zh-CN" sz="2000" b="1" dirty="0">
              <a:solidFill>
                <a:srgbClr val="FF0000"/>
              </a:solidFill>
            </a:endParaRPr>
          </a:p>
          <a:p>
            <a:pPr>
              <a:lnSpc>
                <a:spcPct val="150000"/>
              </a:lnSpc>
            </a:pPr>
            <a:r>
              <a:rPr lang="zh-CN" altLang="en-US" sz="2000" dirty="0"/>
              <a:t>      在单任务应用程序中，因为其架构就决定了它执行任务的串行性，这就引出一个问题：当某个任务出现问题时，就会牵连到后续的任务，进而导致整个系统崩溃。</a:t>
            </a:r>
          </a:p>
          <a:p>
            <a:pPr>
              <a:lnSpc>
                <a:spcPct val="150000"/>
              </a:lnSpc>
            </a:pPr>
            <a:r>
              <a:rPr lang="zh-CN" altLang="en-US" sz="2000" dirty="0"/>
              <a:t>      要解决这个问题，可以使用实时操作系统（</a:t>
            </a:r>
            <a:r>
              <a:rPr lang="en-US" altLang="zh-CN" sz="2000" dirty="0"/>
              <a:t>RTOS</a:t>
            </a:r>
            <a:r>
              <a:rPr lang="zh-CN" altLang="en-US" sz="2000" dirty="0"/>
              <a:t>）</a:t>
            </a:r>
            <a:r>
              <a:rPr lang="en-US" altLang="zh-CN" sz="2000" dirty="0"/>
              <a:t>.</a:t>
            </a:r>
            <a:r>
              <a:rPr lang="zh-CN" altLang="en-US" sz="2000" dirty="0"/>
              <a:t>因为</a:t>
            </a:r>
            <a:r>
              <a:rPr lang="en-US" altLang="zh-CN" sz="2000" dirty="0"/>
              <a:t>RTOS</a:t>
            </a:r>
            <a:r>
              <a:rPr lang="zh-CN" altLang="en-US" sz="2000" dirty="0"/>
              <a:t>以并行的架构处理任务，单一任务的崩溃并不会牵连到整个系统。这样用户出于可靠性的考虑可能就会基于</a:t>
            </a:r>
            <a:r>
              <a:rPr lang="en-US" altLang="zh-CN" sz="2000" dirty="0"/>
              <a:t>RTOS</a:t>
            </a:r>
            <a:r>
              <a:rPr lang="zh-CN" altLang="en-US" sz="2000" dirty="0"/>
              <a:t>来设计自己的应用程序。</a:t>
            </a:r>
            <a:r>
              <a:rPr lang="en-US" altLang="zh-CN" sz="2000" dirty="0">
                <a:highlight>
                  <a:srgbClr val="FFFF00"/>
                </a:highlight>
              </a:rPr>
              <a:t>SYSTICK</a:t>
            </a:r>
            <a:r>
              <a:rPr lang="zh-CN" altLang="en-US" sz="2000" dirty="0">
                <a:highlight>
                  <a:srgbClr val="FFFF00"/>
                </a:highlight>
              </a:rPr>
              <a:t>存在的意义就是提供必要的时钟节拍，为</a:t>
            </a:r>
            <a:r>
              <a:rPr lang="en-US" altLang="zh-CN" sz="2000" dirty="0">
                <a:highlight>
                  <a:srgbClr val="FFFF00"/>
                </a:highlight>
              </a:rPr>
              <a:t>RTOS</a:t>
            </a:r>
            <a:r>
              <a:rPr lang="zh-CN" altLang="en-US" sz="2000" dirty="0">
                <a:highlight>
                  <a:srgbClr val="FFFF00"/>
                </a:highlight>
              </a:rPr>
              <a:t>的任务调度提供一个有节奏的“心跳”。</a:t>
            </a:r>
          </a:p>
          <a:p>
            <a:pPr>
              <a:lnSpc>
                <a:spcPct val="150000"/>
              </a:lnSpc>
              <a:buClr>
                <a:srgbClr val="C00000"/>
              </a:buClr>
            </a:pPr>
            <a:endParaRPr lang="en-US"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8.2 </a:t>
            </a:r>
            <a:r>
              <a:rPr lang="zh-CN" altLang="en-US" sz="2800" b="1" dirty="0">
                <a:solidFill>
                  <a:srgbClr val="14529E"/>
                </a:solidFill>
              </a:rPr>
              <a:t>通用定时器</a:t>
            </a:r>
            <a:r>
              <a:rPr lang="en-US" altLang="zh-CN" sz="2800" b="1" dirty="0" err="1">
                <a:solidFill>
                  <a:srgbClr val="14529E"/>
                </a:solidFill>
              </a:rPr>
              <a:t>TIMx</a:t>
            </a:r>
            <a:r>
              <a:rPr lang="zh-CN" altLang="en-US" sz="2800" b="1" dirty="0">
                <a:solidFill>
                  <a:srgbClr val="14529E"/>
                </a:solidFill>
              </a:rPr>
              <a:t>功能</a:t>
            </a:r>
            <a:endParaRPr lang="zh-CN" altLang="en-US" sz="2800" b="1" dirty="0">
              <a:solidFill>
                <a:srgbClr val="C00000"/>
              </a:solidFill>
            </a:endParaRPr>
          </a:p>
        </p:txBody>
      </p:sp>
      <p:sp>
        <p:nvSpPr>
          <p:cNvPr id="6" name="矩形 5"/>
          <p:cNvSpPr/>
          <p:nvPr/>
        </p:nvSpPr>
        <p:spPr>
          <a:xfrm>
            <a:off x="575387" y="1337398"/>
            <a:ext cx="10873274" cy="6093976"/>
          </a:xfrm>
          <a:prstGeom prst="rect">
            <a:avLst/>
          </a:prstGeom>
        </p:spPr>
        <p:txBody>
          <a:bodyPr wrap="square">
            <a:spAutoFit/>
          </a:bodyPr>
          <a:lstStyle/>
          <a:p>
            <a:pPr>
              <a:lnSpc>
                <a:spcPct val="150000"/>
              </a:lnSpc>
              <a:buClr>
                <a:srgbClr val="C00000"/>
              </a:buClr>
            </a:pPr>
            <a:r>
              <a:rPr lang="en-US" altLang="zh-CN" sz="2000" dirty="0"/>
              <a:t>         STM32</a:t>
            </a:r>
            <a:r>
              <a:rPr lang="zh-CN" altLang="en-US" sz="2000" dirty="0"/>
              <a:t>的通用定时器是由一个</a:t>
            </a:r>
            <a:r>
              <a:rPr lang="zh-CN" altLang="en-US" sz="2000" dirty="0">
                <a:highlight>
                  <a:srgbClr val="FFFF00"/>
                </a:highlight>
              </a:rPr>
              <a:t>可编程预分频器（</a:t>
            </a:r>
            <a:r>
              <a:rPr lang="en-US" altLang="zh-CN" sz="2000" dirty="0">
                <a:highlight>
                  <a:srgbClr val="FFFF00"/>
                </a:highlight>
              </a:rPr>
              <a:t>PSC</a:t>
            </a:r>
            <a:r>
              <a:rPr lang="zh-CN" altLang="en-US" sz="2000" dirty="0">
                <a:highlight>
                  <a:srgbClr val="FFFF00"/>
                </a:highlight>
              </a:rPr>
              <a:t>）驱动的</a:t>
            </a:r>
            <a:r>
              <a:rPr lang="en-US" altLang="zh-CN" sz="2000" dirty="0">
                <a:highlight>
                  <a:srgbClr val="FFFF00"/>
                </a:highlight>
              </a:rPr>
              <a:t>16</a:t>
            </a:r>
            <a:r>
              <a:rPr lang="zh-CN" altLang="en-US" sz="2000" dirty="0">
                <a:highlight>
                  <a:srgbClr val="FFFF00"/>
                </a:highlight>
              </a:rPr>
              <a:t>位自动重装载计数器（</a:t>
            </a:r>
            <a:r>
              <a:rPr lang="en-US" altLang="zh-CN" sz="2000" dirty="0">
                <a:highlight>
                  <a:srgbClr val="FFFF00"/>
                </a:highlight>
              </a:rPr>
              <a:t>CNT</a:t>
            </a:r>
            <a:r>
              <a:rPr lang="zh-CN" altLang="en-US" sz="2000" dirty="0">
                <a:highlight>
                  <a:srgbClr val="FFFF00"/>
                </a:highlight>
              </a:rPr>
              <a:t>）构成</a:t>
            </a:r>
            <a:r>
              <a:rPr lang="zh-CN" altLang="en-US" sz="2000" dirty="0"/>
              <a:t>，可用于测量输入脉冲长度（输入捕获）或者产生输出波形（输出比较和</a:t>
            </a:r>
            <a:r>
              <a:rPr lang="en-US" altLang="zh-CN" sz="2000" dirty="0"/>
              <a:t>PWM</a:t>
            </a:r>
            <a:r>
              <a:rPr lang="zh-CN" altLang="en-US" sz="2000" dirty="0"/>
              <a:t>）等。</a:t>
            </a:r>
            <a:endParaRPr lang="en-US" altLang="zh-CN" sz="2000" dirty="0"/>
          </a:p>
          <a:p>
            <a:pPr>
              <a:lnSpc>
                <a:spcPct val="150000"/>
              </a:lnSpc>
            </a:pPr>
            <a:r>
              <a:rPr lang="en-US" altLang="zh-CN" sz="2000" b="1" dirty="0">
                <a:solidFill>
                  <a:srgbClr val="C00000"/>
                </a:solidFill>
              </a:rPr>
              <a:t>STM3 </a:t>
            </a:r>
            <a:r>
              <a:rPr lang="zh-CN" altLang="en-US" sz="2000" b="1" dirty="0">
                <a:solidFill>
                  <a:srgbClr val="C00000"/>
                </a:solidFill>
              </a:rPr>
              <a:t>的</a:t>
            </a:r>
            <a:r>
              <a:rPr lang="zh-CN" altLang="en-US" sz="2000" b="1" dirty="0">
                <a:solidFill>
                  <a:srgbClr val="C00000"/>
                </a:solidFill>
                <a:highlight>
                  <a:srgbClr val="FFFF00"/>
                </a:highlight>
              </a:rPr>
              <a:t>通用</a:t>
            </a:r>
            <a:r>
              <a:rPr lang="en-US" altLang="zh-CN" sz="2000" b="1" dirty="0" err="1">
                <a:solidFill>
                  <a:srgbClr val="C00000"/>
                </a:solidFill>
                <a:highlight>
                  <a:srgbClr val="FFFF00"/>
                </a:highlight>
              </a:rPr>
              <a:t>TIMx</a:t>
            </a:r>
            <a:r>
              <a:rPr lang="zh-CN" altLang="en-US" sz="2000" b="1" dirty="0">
                <a:solidFill>
                  <a:srgbClr val="C00000"/>
                </a:solidFill>
              </a:rPr>
              <a:t>（</a:t>
            </a:r>
            <a:r>
              <a:rPr lang="en-US" altLang="zh-CN" sz="2000" b="1" dirty="0">
                <a:solidFill>
                  <a:srgbClr val="C00000"/>
                </a:solidFill>
              </a:rPr>
              <a:t>TIM2</a:t>
            </a:r>
            <a:r>
              <a:rPr lang="zh-CN" altLang="en-US" sz="2000" b="1" dirty="0">
                <a:solidFill>
                  <a:srgbClr val="C00000"/>
                </a:solidFill>
              </a:rPr>
              <a:t>、</a:t>
            </a:r>
            <a:r>
              <a:rPr lang="en-US" altLang="zh-CN" sz="2000" b="1" dirty="0">
                <a:solidFill>
                  <a:srgbClr val="C00000"/>
                </a:solidFill>
              </a:rPr>
              <a:t>TIM3</a:t>
            </a:r>
            <a:r>
              <a:rPr lang="zh-CN" altLang="en-US" sz="2000" b="1" dirty="0">
                <a:solidFill>
                  <a:srgbClr val="C00000"/>
                </a:solidFill>
              </a:rPr>
              <a:t>、</a:t>
            </a:r>
            <a:r>
              <a:rPr lang="en-US" altLang="zh-CN" sz="2000" b="1" dirty="0">
                <a:solidFill>
                  <a:srgbClr val="C00000"/>
                </a:solidFill>
              </a:rPr>
              <a:t>TIM4 </a:t>
            </a:r>
            <a:r>
              <a:rPr lang="zh-CN" altLang="en-US" sz="2000" b="1" dirty="0">
                <a:solidFill>
                  <a:srgbClr val="C00000"/>
                </a:solidFill>
              </a:rPr>
              <a:t>和 </a:t>
            </a:r>
            <a:r>
              <a:rPr lang="en-US" altLang="zh-CN" sz="2000" b="1" dirty="0">
                <a:solidFill>
                  <a:srgbClr val="C00000"/>
                </a:solidFill>
              </a:rPr>
              <a:t>TIM5</a:t>
            </a:r>
            <a:r>
              <a:rPr lang="zh-CN" altLang="en-US" sz="2000" b="1" dirty="0">
                <a:solidFill>
                  <a:srgbClr val="C00000"/>
                </a:solidFill>
              </a:rPr>
              <a:t>）定时器功能特点包括：</a:t>
            </a:r>
          </a:p>
          <a:p>
            <a:pPr>
              <a:lnSpc>
                <a:spcPct val="150000"/>
              </a:lnSpc>
              <a:buClr>
                <a:srgbClr val="C00000"/>
              </a:buClr>
              <a:buFont typeface="Wingdings" pitchFamily="2" charset="2"/>
              <a:buChar char="u"/>
            </a:pPr>
            <a:r>
              <a:rPr lang="zh-CN" altLang="en-US" sz="2000" dirty="0"/>
              <a:t>位于</a:t>
            </a:r>
            <a:r>
              <a:rPr lang="zh-CN" altLang="en-US" sz="2000" dirty="0">
                <a:highlight>
                  <a:srgbClr val="FFFF00"/>
                </a:highlight>
              </a:rPr>
              <a:t>低速的</a:t>
            </a:r>
            <a:r>
              <a:rPr lang="en-US" altLang="zh-CN" sz="2000" dirty="0">
                <a:highlight>
                  <a:srgbClr val="FFFF00"/>
                </a:highlight>
              </a:rPr>
              <a:t>APB1</a:t>
            </a:r>
            <a:r>
              <a:rPr lang="zh-CN" altLang="en-US" sz="2000" dirty="0">
                <a:highlight>
                  <a:srgbClr val="FFFF00"/>
                </a:highlight>
              </a:rPr>
              <a:t>总线上</a:t>
            </a:r>
            <a:r>
              <a:rPr lang="zh-CN" altLang="en-US" sz="2000" dirty="0"/>
              <a:t>（注意：高级定时器是在高速的</a:t>
            </a:r>
            <a:r>
              <a:rPr lang="en-US" altLang="zh-CN" sz="2000" dirty="0"/>
              <a:t>APB2</a:t>
            </a:r>
            <a:r>
              <a:rPr lang="zh-CN" altLang="en-US" sz="2000" dirty="0"/>
              <a:t>总线上）；</a:t>
            </a:r>
          </a:p>
          <a:p>
            <a:pPr>
              <a:lnSpc>
                <a:spcPct val="150000"/>
              </a:lnSpc>
              <a:buClr>
                <a:srgbClr val="C00000"/>
              </a:buClr>
              <a:buFont typeface="Wingdings" pitchFamily="2" charset="2"/>
              <a:buChar char="u"/>
            </a:pPr>
            <a:r>
              <a:rPr lang="en-US" altLang="zh-CN" sz="2000" dirty="0"/>
              <a:t>16</a:t>
            </a:r>
            <a:r>
              <a:rPr lang="zh-CN" altLang="en-US" sz="2000" dirty="0"/>
              <a:t>位向上、向下、向上</a:t>
            </a:r>
            <a:r>
              <a:rPr lang="en-US" altLang="zh-CN" sz="2000" dirty="0"/>
              <a:t>/</a:t>
            </a:r>
            <a:r>
              <a:rPr lang="zh-CN" altLang="en-US" sz="2000" dirty="0"/>
              <a:t>向下（中心对齐）计数模式，自动装载计数器（</a:t>
            </a:r>
            <a:r>
              <a:rPr lang="en-US" altLang="zh-CN" sz="2000" dirty="0" err="1"/>
              <a:t>TIMx_CNT</a:t>
            </a:r>
            <a:r>
              <a:rPr lang="zh-CN" altLang="en-US" sz="2000" dirty="0"/>
              <a:t>）；</a:t>
            </a:r>
            <a:endParaRPr lang="en-US" altLang="zh-CN" sz="2000" dirty="0"/>
          </a:p>
          <a:p>
            <a:pPr>
              <a:lnSpc>
                <a:spcPct val="150000"/>
              </a:lnSpc>
              <a:buClr>
                <a:srgbClr val="C00000"/>
              </a:buClr>
              <a:buFont typeface="Wingdings" pitchFamily="2" charset="2"/>
              <a:buChar char="u"/>
            </a:pPr>
            <a:r>
              <a:rPr lang="en-US" altLang="zh-CN" sz="2000" dirty="0"/>
              <a:t>16</a:t>
            </a:r>
            <a:r>
              <a:rPr lang="zh-CN" altLang="en-US" sz="2000" dirty="0"/>
              <a:t>位可编程（可以实时修改）预分频器（</a:t>
            </a:r>
            <a:r>
              <a:rPr lang="en-US" altLang="zh-CN" sz="2000" dirty="0" err="1"/>
              <a:t>TIMx_PSC</a:t>
            </a:r>
            <a:r>
              <a:rPr lang="zh-CN" altLang="en-US" sz="2000" dirty="0"/>
              <a:t>），计数器时钟频率的分频系数 为 </a:t>
            </a:r>
            <a:r>
              <a:rPr lang="en-US" altLang="zh-CN" sz="2000" dirty="0"/>
              <a:t>1</a:t>
            </a:r>
            <a:r>
              <a:rPr lang="zh-CN" altLang="en-US" sz="2000" dirty="0"/>
              <a:t>～</a:t>
            </a:r>
            <a:r>
              <a:rPr lang="en-US" altLang="zh-CN" sz="2000" dirty="0"/>
              <a:t>65535 </a:t>
            </a:r>
            <a:r>
              <a:rPr lang="zh-CN" altLang="en-US" sz="2000" dirty="0"/>
              <a:t>之间的任意数值；</a:t>
            </a:r>
            <a:endParaRPr lang="en-US" altLang="zh-CN" sz="2000" dirty="0"/>
          </a:p>
          <a:p>
            <a:pPr>
              <a:lnSpc>
                <a:spcPct val="150000"/>
              </a:lnSpc>
              <a:buClr>
                <a:srgbClr val="C00000"/>
              </a:buClr>
              <a:buFont typeface="Wingdings" pitchFamily="2" charset="2"/>
              <a:buChar char="u"/>
            </a:pPr>
            <a:r>
              <a:rPr lang="zh-CN" altLang="en-US" sz="2000" dirty="0"/>
              <a:t>可使用外部信号（</a:t>
            </a:r>
            <a:r>
              <a:rPr lang="en-US" altLang="zh-CN" sz="2000" dirty="0" err="1"/>
              <a:t>TIMx_ETR</a:t>
            </a:r>
            <a:r>
              <a:rPr lang="zh-CN" altLang="en-US" sz="2000" dirty="0"/>
              <a:t>）</a:t>
            </a:r>
            <a:r>
              <a:rPr lang="zh-CN" altLang="en-US" sz="2000" b="1" dirty="0">
                <a:highlight>
                  <a:srgbClr val="FFFF00"/>
                </a:highlight>
              </a:rPr>
              <a:t>控制定时器和定时器互连</a:t>
            </a:r>
            <a:r>
              <a:rPr lang="zh-CN" altLang="en-US" sz="2000" dirty="0"/>
              <a:t>（可以用 </a:t>
            </a:r>
            <a:r>
              <a:rPr lang="en-US" altLang="zh-CN" sz="2000" dirty="0"/>
              <a:t>1 </a:t>
            </a:r>
            <a:r>
              <a:rPr lang="zh-CN" altLang="en-US" sz="2000" dirty="0"/>
              <a:t>个定时器控制另外一个定时器）的同步电路。</a:t>
            </a:r>
          </a:p>
          <a:p>
            <a:pPr>
              <a:lnSpc>
                <a:spcPct val="150000"/>
              </a:lnSpc>
              <a:buClr>
                <a:srgbClr val="C00000"/>
              </a:buClr>
            </a:pPr>
            <a:endParaRPr lang="zh-CN" altLang="en-US" sz="2000" dirty="0"/>
          </a:p>
          <a:p>
            <a:pPr>
              <a:lnSpc>
                <a:spcPct val="150000"/>
              </a:lnSpc>
              <a:buClr>
                <a:srgbClr val="C00000"/>
              </a:buClr>
              <a:buFont typeface="Wingdings" pitchFamily="2" charset="2"/>
              <a:buChar char="u"/>
            </a:pPr>
            <a:endParaRPr lang="zh-CN" altLang="en-US" sz="2000" dirty="0"/>
          </a:p>
          <a:p>
            <a:pPr>
              <a:lnSpc>
                <a:spcPct val="150000"/>
              </a:lnSpc>
              <a:buClr>
                <a:srgbClr val="C00000"/>
              </a:buClr>
            </a:pPr>
            <a:endParaRPr lang="zh-CN" altLang="en-US" sz="2000" b="1" dirty="0">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04787" y="324144"/>
            <a:ext cx="11728586" cy="6493381"/>
          </a:xfrm>
          <a:prstGeom prst="rect">
            <a:avLst/>
          </a:prstGeom>
        </p:spPr>
        <p:txBody>
          <a:bodyPr wrap="square">
            <a:spAutoFit/>
          </a:bodyPr>
          <a:lstStyle/>
          <a:p>
            <a:pPr>
              <a:lnSpc>
                <a:spcPct val="150000"/>
              </a:lnSpc>
              <a:buClr>
                <a:srgbClr val="C00000"/>
              </a:buClr>
              <a:buFont typeface="Wingdings" pitchFamily="2" charset="2"/>
              <a:buChar char="u"/>
            </a:pPr>
            <a:r>
              <a:rPr lang="en-US" altLang="zh-CN" sz="2000" b="1" dirty="0"/>
              <a:t>4 </a:t>
            </a:r>
            <a:r>
              <a:rPr lang="zh-CN" altLang="en-US" sz="2000" b="1" dirty="0"/>
              <a:t>个独立通道（</a:t>
            </a:r>
            <a:r>
              <a:rPr lang="en-US" altLang="zh-CN" sz="2000" b="1" dirty="0">
                <a:highlight>
                  <a:srgbClr val="FFFF00"/>
                </a:highlight>
              </a:rPr>
              <a:t>TIMx_CH1~4</a:t>
            </a:r>
            <a:r>
              <a:rPr lang="zh-CN" altLang="en-US" sz="2000" b="1" dirty="0"/>
              <a:t>），这些通道可以用来作为：</a:t>
            </a:r>
          </a:p>
          <a:p>
            <a:pPr>
              <a:lnSpc>
                <a:spcPct val="150000"/>
              </a:lnSpc>
              <a:buClr>
                <a:srgbClr val="C00000"/>
              </a:buClr>
              <a:buFont typeface="Wingdings" pitchFamily="2" charset="2"/>
              <a:buChar char="Ø"/>
            </a:pPr>
            <a:r>
              <a:rPr lang="zh-CN" altLang="en-US" sz="2000" dirty="0"/>
              <a:t>输入捕获</a:t>
            </a:r>
          </a:p>
          <a:p>
            <a:pPr>
              <a:lnSpc>
                <a:spcPct val="150000"/>
              </a:lnSpc>
              <a:buClr>
                <a:srgbClr val="C00000"/>
              </a:buClr>
              <a:buFont typeface="Wingdings" pitchFamily="2" charset="2"/>
              <a:buChar char="Ø"/>
            </a:pPr>
            <a:r>
              <a:rPr lang="zh-CN" altLang="en-US" sz="2000" dirty="0"/>
              <a:t>输出比较</a:t>
            </a:r>
          </a:p>
          <a:p>
            <a:pPr>
              <a:lnSpc>
                <a:spcPct val="150000"/>
              </a:lnSpc>
              <a:buClr>
                <a:srgbClr val="C00000"/>
              </a:buClr>
              <a:buFont typeface="Wingdings" pitchFamily="2" charset="2"/>
              <a:buChar char="Ø"/>
            </a:pPr>
            <a:r>
              <a:rPr lang="en-US" altLang="zh-CN" sz="2000" dirty="0"/>
              <a:t>PWM</a:t>
            </a:r>
            <a:r>
              <a:rPr lang="zh-CN" altLang="en-US" sz="2000" dirty="0"/>
              <a:t>生成（边缘或中间对齐模式）</a:t>
            </a:r>
          </a:p>
          <a:p>
            <a:pPr>
              <a:lnSpc>
                <a:spcPct val="150000"/>
              </a:lnSpc>
              <a:buClr>
                <a:srgbClr val="C00000"/>
              </a:buClr>
              <a:buFont typeface="Wingdings" pitchFamily="2" charset="2"/>
              <a:buChar char="Ø"/>
            </a:pPr>
            <a:r>
              <a:rPr lang="zh-CN" altLang="en-US" sz="2000" dirty="0"/>
              <a:t>单脉冲模式输出 </a:t>
            </a:r>
            <a:endParaRPr lang="en-US" altLang="zh-CN" sz="2000" dirty="0"/>
          </a:p>
          <a:p>
            <a:pPr>
              <a:lnSpc>
                <a:spcPct val="150000"/>
              </a:lnSpc>
              <a:buClr>
                <a:srgbClr val="C00000"/>
              </a:buClr>
              <a:buFont typeface="Wingdings" pitchFamily="2" charset="2"/>
              <a:buChar char="u"/>
            </a:pPr>
            <a:r>
              <a:rPr lang="zh-CN" altLang="en-US" sz="2000" b="1" dirty="0"/>
              <a:t>如下事件发生时产生</a:t>
            </a:r>
            <a:r>
              <a:rPr lang="zh-CN" altLang="en-US" sz="2000" b="1" dirty="0">
                <a:highlight>
                  <a:srgbClr val="FFFF00"/>
                </a:highlight>
              </a:rPr>
              <a:t>中断</a:t>
            </a:r>
            <a:r>
              <a:rPr lang="en-US" altLang="zh-CN" sz="2000" b="1" dirty="0"/>
              <a:t>/DMA</a:t>
            </a:r>
            <a:r>
              <a:rPr lang="zh-CN" altLang="en-US" sz="2000" b="1" dirty="0"/>
              <a:t>（</a:t>
            </a:r>
            <a:r>
              <a:rPr lang="en-US" altLang="zh-CN" sz="2000" b="1" dirty="0"/>
              <a:t>6</a:t>
            </a:r>
            <a:r>
              <a:rPr lang="zh-CN" altLang="en-US" sz="2000" b="1" dirty="0"/>
              <a:t>个独立的</a:t>
            </a:r>
            <a:r>
              <a:rPr lang="en-US" altLang="zh-CN" sz="2000" b="1" dirty="0"/>
              <a:t>IRQ/DMA</a:t>
            </a:r>
            <a:r>
              <a:rPr lang="zh-CN" altLang="en-US" sz="2000" b="1" dirty="0"/>
              <a:t>请求生成器）：</a:t>
            </a:r>
            <a:r>
              <a:rPr lang="zh-CN" altLang="en-US" sz="2000" dirty="0"/>
              <a:t> </a:t>
            </a:r>
          </a:p>
          <a:p>
            <a:pPr>
              <a:lnSpc>
                <a:spcPct val="150000"/>
              </a:lnSpc>
              <a:buClr>
                <a:srgbClr val="C00000"/>
              </a:buClr>
              <a:buFont typeface="Wingdings" pitchFamily="2" charset="2"/>
              <a:buChar char="Ø"/>
            </a:pPr>
            <a:r>
              <a:rPr lang="zh-CN" altLang="en-US" sz="2000" dirty="0">
                <a:highlight>
                  <a:srgbClr val="FFFF00"/>
                </a:highlight>
              </a:rPr>
              <a:t>更新</a:t>
            </a:r>
            <a:r>
              <a:rPr lang="zh-CN" altLang="en-US" sz="2000" dirty="0"/>
              <a:t>：</a:t>
            </a:r>
            <a:r>
              <a:rPr lang="zh-CN" altLang="en-US" sz="2000" dirty="0">
                <a:highlight>
                  <a:srgbClr val="FFFF00"/>
                </a:highlight>
              </a:rPr>
              <a:t>计数器向上溢出</a:t>
            </a:r>
            <a:r>
              <a:rPr lang="en-US" altLang="zh-CN" sz="2000" dirty="0">
                <a:highlight>
                  <a:srgbClr val="FFFF00"/>
                </a:highlight>
              </a:rPr>
              <a:t>/</a:t>
            </a:r>
            <a:r>
              <a:rPr lang="zh-CN" altLang="en-US" sz="2000" dirty="0">
                <a:highlight>
                  <a:srgbClr val="FFFF00"/>
                </a:highlight>
              </a:rPr>
              <a:t>向下溢出，计数器初始化</a:t>
            </a:r>
            <a:r>
              <a:rPr lang="en-US" altLang="zh-CN" sz="2000" dirty="0"/>
              <a:t>(</a:t>
            </a:r>
            <a:r>
              <a:rPr lang="zh-CN" altLang="en-US" sz="2000" dirty="0"/>
              <a:t>通过软件或者</a:t>
            </a:r>
            <a:r>
              <a:rPr lang="zh-CN" altLang="en-US" sz="2000" dirty="0">
                <a:highlight>
                  <a:srgbClr val="FFFF00"/>
                </a:highlight>
              </a:rPr>
              <a:t>内部</a:t>
            </a:r>
            <a:r>
              <a:rPr lang="en-US" altLang="zh-CN" sz="2000" dirty="0">
                <a:highlight>
                  <a:srgbClr val="FFFF00"/>
                </a:highlight>
              </a:rPr>
              <a:t>/</a:t>
            </a:r>
            <a:r>
              <a:rPr lang="zh-CN" altLang="en-US" sz="2000" dirty="0">
                <a:highlight>
                  <a:srgbClr val="FFFF00"/>
                </a:highlight>
              </a:rPr>
              <a:t>外部</a:t>
            </a:r>
            <a:r>
              <a:rPr lang="zh-CN" altLang="en-US" sz="2000" dirty="0"/>
              <a:t>触发</a:t>
            </a:r>
            <a:r>
              <a:rPr lang="en-US" altLang="zh-CN" sz="2000" dirty="0"/>
              <a:t>) </a:t>
            </a:r>
            <a:endParaRPr lang="zh-CN" altLang="en-US" sz="2000" dirty="0"/>
          </a:p>
          <a:p>
            <a:pPr>
              <a:lnSpc>
                <a:spcPct val="150000"/>
              </a:lnSpc>
              <a:buClr>
                <a:srgbClr val="C00000"/>
              </a:buClr>
              <a:buFont typeface="Wingdings" pitchFamily="2" charset="2"/>
              <a:buChar char="Ø"/>
            </a:pPr>
            <a:r>
              <a:rPr lang="zh-CN" altLang="en-US" sz="2000" dirty="0">
                <a:highlight>
                  <a:srgbClr val="FFFF00"/>
                </a:highlight>
              </a:rPr>
              <a:t>触发事件</a:t>
            </a:r>
            <a:r>
              <a:rPr lang="zh-CN" altLang="en-US" sz="2000" dirty="0"/>
              <a:t>（计数器启动、停止、初始化或者由内部</a:t>
            </a:r>
            <a:r>
              <a:rPr lang="en-US" altLang="zh-CN" sz="2000" dirty="0"/>
              <a:t>/</a:t>
            </a:r>
            <a:r>
              <a:rPr lang="zh-CN" altLang="en-US" sz="2000" dirty="0"/>
              <a:t>外部触发计数）</a:t>
            </a:r>
          </a:p>
          <a:p>
            <a:pPr>
              <a:lnSpc>
                <a:spcPct val="150000"/>
              </a:lnSpc>
              <a:buClr>
                <a:srgbClr val="C00000"/>
              </a:buClr>
              <a:buFont typeface="Wingdings" pitchFamily="2" charset="2"/>
              <a:buChar char="Ø"/>
            </a:pPr>
            <a:r>
              <a:rPr lang="zh-CN" altLang="en-US" sz="2000" dirty="0">
                <a:highlight>
                  <a:srgbClr val="FFFF00"/>
                </a:highlight>
              </a:rPr>
              <a:t>输入捕获 </a:t>
            </a:r>
          </a:p>
          <a:p>
            <a:pPr>
              <a:lnSpc>
                <a:spcPct val="150000"/>
              </a:lnSpc>
              <a:buClr>
                <a:srgbClr val="C00000"/>
              </a:buClr>
              <a:buFont typeface="Wingdings" pitchFamily="2" charset="2"/>
              <a:buChar char="Ø"/>
            </a:pPr>
            <a:r>
              <a:rPr lang="zh-CN" altLang="en-US" sz="2000" dirty="0">
                <a:highlight>
                  <a:srgbClr val="FFFF00"/>
                </a:highlight>
              </a:rPr>
              <a:t>输出比较</a:t>
            </a:r>
            <a:endParaRPr lang="en-US" altLang="zh-CN" sz="2000" dirty="0">
              <a:highlight>
                <a:srgbClr val="FFFF00"/>
              </a:highlight>
            </a:endParaRPr>
          </a:p>
          <a:p>
            <a:pPr>
              <a:lnSpc>
                <a:spcPct val="150000"/>
              </a:lnSpc>
              <a:buClr>
                <a:srgbClr val="C00000"/>
              </a:buClr>
              <a:buFont typeface="Wingdings" pitchFamily="2" charset="2"/>
              <a:buChar char="u"/>
            </a:pPr>
            <a:r>
              <a:rPr lang="zh-CN" altLang="en-US" sz="2000" dirty="0"/>
              <a:t>支持针对定位的增量（正交）编码器和霍尔传感器电路 </a:t>
            </a:r>
          </a:p>
          <a:p>
            <a:pPr>
              <a:lnSpc>
                <a:spcPct val="150000"/>
              </a:lnSpc>
              <a:buClr>
                <a:srgbClr val="C00000"/>
              </a:buClr>
              <a:buFont typeface="Wingdings" pitchFamily="2" charset="2"/>
              <a:buChar char="u"/>
            </a:pPr>
            <a:r>
              <a:rPr lang="zh-CN" altLang="en-US" sz="2000" dirty="0"/>
              <a:t>触发输入作为外部时钟或者按周期的电流管理</a:t>
            </a:r>
          </a:p>
          <a:p>
            <a:pPr>
              <a:lnSpc>
                <a:spcPct val="150000"/>
              </a:lnSpc>
              <a:buClr>
                <a:srgbClr val="C00000"/>
              </a:buClr>
            </a:pPr>
            <a:r>
              <a:rPr lang="zh-CN" altLang="en-US" sz="2000" dirty="0"/>
              <a:t> </a:t>
            </a:r>
          </a:p>
          <a:p>
            <a:pPr>
              <a:lnSpc>
                <a:spcPct val="150000"/>
              </a:lnSpc>
              <a:buClr>
                <a:srgbClr val="C00000"/>
              </a:buClr>
            </a:pP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575864"/>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8.3 </a:t>
            </a:r>
            <a:r>
              <a:rPr lang="zh-CN" altLang="en-US" sz="2800" b="1" dirty="0">
                <a:solidFill>
                  <a:srgbClr val="14529E"/>
                </a:solidFill>
              </a:rPr>
              <a:t>通用定时器</a:t>
            </a:r>
            <a:r>
              <a:rPr lang="en-US" altLang="zh-CN" sz="2800" b="1" dirty="0" err="1">
                <a:solidFill>
                  <a:srgbClr val="14529E"/>
                </a:solidFill>
              </a:rPr>
              <a:t>TIMx</a:t>
            </a:r>
            <a:r>
              <a:rPr lang="zh-CN" altLang="en-US" sz="2800" b="1" dirty="0">
                <a:solidFill>
                  <a:srgbClr val="14529E"/>
                </a:solidFill>
              </a:rPr>
              <a:t>结构</a:t>
            </a:r>
            <a:endParaRPr lang="zh-CN" altLang="en-US" sz="2800" b="1" dirty="0">
              <a:solidFill>
                <a:srgbClr val="C00000"/>
              </a:solidFill>
            </a:endParaRPr>
          </a:p>
        </p:txBody>
      </p:sp>
      <p:pic>
        <p:nvPicPr>
          <p:cNvPr id="86018" name="Picture 2" descr="https://img-blog.csdnimg.cn/20200905194148882.png?x-oss-process=image/watermark,type_ZmFuZ3poZW5naGVpdGk,shadow_10,text_aHR0cHM6Ly9ibG9nLmNzZG4ubmV0L3FxXzQzNDYwMTA2,size_16,color_FFFFFF,t_70#pic_center"/>
          <p:cNvPicPr>
            <a:picLocks noChangeAspect="1" noChangeArrowheads="1"/>
          </p:cNvPicPr>
          <p:nvPr/>
        </p:nvPicPr>
        <p:blipFill>
          <a:blip r:embed="rId3"/>
          <a:srcRect/>
          <a:stretch>
            <a:fillRect/>
          </a:stretch>
        </p:blipFill>
        <p:spPr bwMode="auto">
          <a:xfrm>
            <a:off x="2014139" y="1394448"/>
            <a:ext cx="7704292" cy="4784181"/>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47396" y="1649115"/>
            <a:ext cx="10901265" cy="2862322"/>
          </a:xfrm>
          <a:prstGeom prst="rect">
            <a:avLst/>
          </a:prstGeom>
        </p:spPr>
        <p:txBody>
          <a:bodyPr wrap="square">
            <a:spAutoFit/>
          </a:bodyPr>
          <a:lstStyle/>
          <a:p>
            <a:pPr>
              <a:lnSpc>
                <a:spcPct val="150000"/>
              </a:lnSpc>
              <a:buClr>
                <a:srgbClr val="C00000"/>
              </a:buClr>
              <a:buFont typeface="Wingdings" pitchFamily="2" charset="2"/>
              <a:buChar char="u"/>
            </a:pPr>
            <a:r>
              <a:rPr lang="zh-CN" altLang="en-US" sz="2400" b="1" dirty="0"/>
              <a:t>通用定时器的时钟一共有</a:t>
            </a:r>
            <a:r>
              <a:rPr lang="en-US" altLang="zh-CN" sz="2400" b="1" dirty="0"/>
              <a:t>4</a:t>
            </a:r>
            <a:r>
              <a:rPr lang="zh-CN" altLang="en-US" sz="2400" b="1" dirty="0"/>
              <a:t>个：</a:t>
            </a:r>
            <a:br>
              <a:rPr lang="zh-CN" altLang="en-US" sz="2400" dirty="0"/>
            </a:br>
            <a:r>
              <a:rPr lang="en-US" altLang="zh-CN" sz="2400" dirty="0"/>
              <a:t>1</a:t>
            </a:r>
            <a:r>
              <a:rPr lang="zh-CN" altLang="en-US" sz="2400" dirty="0"/>
              <a:t>、</a:t>
            </a:r>
            <a:r>
              <a:rPr lang="zh-CN" altLang="en-US" sz="2400" dirty="0">
                <a:highlight>
                  <a:srgbClr val="FFFF00"/>
                </a:highlight>
              </a:rPr>
              <a:t>来自</a:t>
            </a:r>
            <a:r>
              <a:rPr lang="en-US" altLang="zh-CN" sz="2400" dirty="0">
                <a:highlight>
                  <a:srgbClr val="FFFF00"/>
                </a:highlight>
              </a:rPr>
              <a:t>RCC</a:t>
            </a:r>
            <a:r>
              <a:rPr lang="zh-CN" altLang="en-US" sz="2400" dirty="0">
                <a:highlight>
                  <a:srgbClr val="FFFF00"/>
                </a:highlight>
              </a:rPr>
              <a:t>的</a:t>
            </a:r>
            <a:r>
              <a:rPr lang="en-US" altLang="zh-CN" sz="2400" dirty="0" err="1">
                <a:highlight>
                  <a:srgbClr val="FFFF00"/>
                </a:highlight>
              </a:rPr>
              <a:t>TIMxCLK</a:t>
            </a:r>
            <a:r>
              <a:rPr lang="en-US" altLang="zh-CN" sz="2400" dirty="0">
                <a:highlight>
                  <a:srgbClr val="FFFF00"/>
                </a:highlight>
              </a:rPr>
              <a:t>(</a:t>
            </a:r>
            <a:r>
              <a:rPr lang="zh-CN" altLang="en-US" sz="2400" dirty="0">
                <a:highlight>
                  <a:srgbClr val="FFFF00"/>
                </a:highlight>
              </a:rPr>
              <a:t>内部时钟信号</a:t>
            </a:r>
            <a:r>
              <a:rPr lang="en-US" altLang="zh-CN" sz="2400" dirty="0">
                <a:highlight>
                  <a:srgbClr val="FFFF00"/>
                </a:highlight>
              </a:rPr>
              <a:t>)</a:t>
            </a:r>
            <a:br>
              <a:rPr lang="zh-CN" altLang="en-US" sz="2400" dirty="0">
                <a:highlight>
                  <a:srgbClr val="FFFF00"/>
                </a:highlight>
              </a:rPr>
            </a:br>
            <a:r>
              <a:rPr lang="en-US" altLang="zh-CN" sz="2400" dirty="0"/>
              <a:t>2</a:t>
            </a:r>
            <a:r>
              <a:rPr lang="zh-CN" altLang="en-US" sz="2400" dirty="0"/>
              <a:t>、外部时钟模式</a:t>
            </a:r>
            <a:r>
              <a:rPr lang="en-US" altLang="zh-CN" sz="2400" dirty="0"/>
              <a:t>1</a:t>
            </a:r>
            <a:r>
              <a:rPr lang="zh-CN" altLang="en-US" sz="2400" dirty="0"/>
              <a:t>：外部输入引脚</a:t>
            </a:r>
            <a:r>
              <a:rPr lang="en-US" altLang="zh-CN" sz="2400" dirty="0"/>
              <a:t>(</a:t>
            </a:r>
            <a:r>
              <a:rPr lang="en-US" altLang="zh-CN" sz="2400" dirty="0" err="1"/>
              <a:t>TIx</a:t>
            </a:r>
            <a:r>
              <a:rPr lang="en-US" altLang="zh-CN" sz="2400" dirty="0"/>
              <a:t>)</a:t>
            </a:r>
          </a:p>
          <a:p>
            <a:pPr>
              <a:lnSpc>
                <a:spcPct val="150000"/>
              </a:lnSpc>
              <a:buClr>
                <a:srgbClr val="C00000"/>
              </a:buClr>
            </a:pPr>
            <a:r>
              <a:rPr lang="en-US" altLang="zh-CN" sz="2400" dirty="0"/>
              <a:t>3</a:t>
            </a:r>
            <a:r>
              <a:rPr lang="zh-CN" altLang="en-US" sz="2400" dirty="0"/>
              <a:t>、外部时钟模式</a:t>
            </a:r>
            <a:r>
              <a:rPr lang="en-US" altLang="zh-CN" sz="2400" dirty="0"/>
              <a:t>2</a:t>
            </a:r>
            <a:r>
              <a:rPr lang="zh-CN" altLang="en-US" sz="2400" dirty="0"/>
              <a:t>：外部触发输入，通过</a:t>
            </a:r>
            <a:r>
              <a:rPr lang="en-US" altLang="zh-CN" sz="2400" dirty="0"/>
              <a:t>ETR</a:t>
            </a:r>
            <a:r>
              <a:rPr lang="zh-CN" altLang="en-US" sz="2400" dirty="0"/>
              <a:t>引脚引入</a:t>
            </a:r>
            <a:endParaRPr lang="en-US" altLang="zh-CN" sz="2400" dirty="0"/>
          </a:p>
          <a:p>
            <a:pPr>
              <a:lnSpc>
                <a:spcPct val="150000"/>
              </a:lnSpc>
              <a:buClr>
                <a:srgbClr val="C00000"/>
              </a:buClr>
            </a:pPr>
            <a:r>
              <a:rPr lang="en-US" altLang="zh-CN" sz="2400" dirty="0"/>
              <a:t>4</a:t>
            </a:r>
            <a:r>
              <a:rPr lang="zh-CN" altLang="en-US" sz="2400" dirty="0"/>
              <a:t>、内部触发输入：</a:t>
            </a:r>
            <a:r>
              <a:rPr lang="zh-CN" altLang="en-US" sz="2400" dirty="0">
                <a:highlight>
                  <a:srgbClr val="FFFF00"/>
                </a:highlight>
              </a:rPr>
              <a:t>内部定时器级联</a:t>
            </a:r>
          </a:p>
        </p:txBody>
      </p:sp>
      <p:cxnSp>
        <p:nvCxnSpPr>
          <p:cNvPr id="3" name="直接连接符 2"/>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81135" y="755779"/>
            <a:ext cx="6186196" cy="523220"/>
          </a:xfrm>
          <a:prstGeom prst="rect">
            <a:avLst/>
          </a:prstGeom>
          <a:noFill/>
        </p:spPr>
        <p:txBody>
          <a:bodyPr wrap="square" rtlCol="0">
            <a:spAutoFit/>
          </a:bodyPr>
          <a:lstStyle/>
          <a:p>
            <a:r>
              <a:rPr lang="en-US" altLang="zh-CN" sz="2800" b="1" dirty="0">
                <a:solidFill>
                  <a:srgbClr val="14529E"/>
                </a:solidFill>
              </a:rPr>
              <a:t>8.3.1 </a:t>
            </a:r>
            <a:r>
              <a:rPr lang="zh-CN" altLang="en-US" sz="2800" b="1" dirty="0">
                <a:solidFill>
                  <a:srgbClr val="14529E"/>
                </a:solidFill>
              </a:rPr>
              <a:t>时钟源的选择</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https://img-blog.csdnimg.cn/20201207173603124.png?x-oss-process=image/watermark,type_ZmFuZ3poZW5naGVpdGk,shadow_10,text_aHR0cHM6Ly9ibG9nLmNzZG4ubmV0L0ZITkNTRE4=,size_16,color_FFFFFF,t_70"/>
          <p:cNvPicPr>
            <a:picLocks noChangeAspect="1" noChangeArrowheads="1"/>
          </p:cNvPicPr>
          <p:nvPr/>
        </p:nvPicPr>
        <p:blipFill>
          <a:blip r:embed="rId2"/>
          <a:srcRect/>
          <a:stretch>
            <a:fillRect/>
          </a:stretch>
        </p:blipFill>
        <p:spPr bwMode="auto">
          <a:xfrm>
            <a:off x="1517845" y="434358"/>
            <a:ext cx="9259645" cy="5835813"/>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s://img-blog.csdn.net/20180417180125845"/>
          <p:cNvPicPr>
            <a:picLocks noChangeAspect="1" noChangeArrowheads="1"/>
          </p:cNvPicPr>
          <p:nvPr/>
        </p:nvPicPr>
        <p:blipFill>
          <a:blip r:embed="rId2"/>
          <a:srcRect/>
          <a:stretch>
            <a:fillRect/>
          </a:stretch>
        </p:blipFill>
        <p:spPr bwMode="auto">
          <a:xfrm>
            <a:off x="444824" y="631372"/>
            <a:ext cx="4238625" cy="3181350"/>
          </a:xfrm>
          <a:prstGeom prst="rect">
            <a:avLst/>
          </a:prstGeom>
          <a:noFill/>
        </p:spPr>
      </p:pic>
      <p:sp>
        <p:nvSpPr>
          <p:cNvPr id="4" name="矩形 3"/>
          <p:cNvSpPr/>
          <p:nvPr/>
        </p:nvSpPr>
        <p:spPr>
          <a:xfrm>
            <a:off x="4960775" y="381296"/>
            <a:ext cx="6515877" cy="3970318"/>
          </a:xfrm>
          <a:prstGeom prst="rect">
            <a:avLst/>
          </a:prstGeom>
        </p:spPr>
        <p:txBody>
          <a:bodyPr wrap="square">
            <a:spAutoFit/>
          </a:bodyPr>
          <a:lstStyle/>
          <a:p>
            <a:pPr>
              <a:lnSpc>
                <a:spcPct val="150000"/>
              </a:lnSpc>
              <a:buClr>
                <a:srgbClr val="C00000"/>
              </a:buClr>
              <a:buFont typeface="Wingdings" pitchFamily="2" charset="2"/>
              <a:buChar char="u"/>
            </a:pPr>
            <a:r>
              <a:rPr lang="zh-CN" altLang="en-US" sz="2800" dirty="0"/>
              <a:t>内部时钟源</a:t>
            </a:r>
            <a:endParaRPr lang="en-US" altLang="zh-CN" sz="2800" dirty="0"/>
          </a:p>
          <a:p>
            <a:pPr>
              <a:lnSpc>
                <a:spcPct val="150000"/>
              </a:lnSpc>
            </a:pPr>
            <a:r>
              <a:rPr lang="zh-CN" altLang="en-US" sz="2000" dirty="0"/>
              <a:t>内部时钟源（</a:t>
            </a:r>
            <a:r>
              <a:rPr lang="en-US" altLang="zh-CN" sz="2000" dirty="0"/>
              <a:t>CK_INT</a:t>
            </a:r>
            <a:r>
              <a:rPr lang="zh-CN" altLang="en-US" sz="2000" dirty="0"/>
              <a:t>）来自</a:t>
            </a:r>
            <a:r>
              <a:rPr lang="en-US" altLang="zh-CN" sz="2000" dirty="0">
                <a:highlight>
                  <a:srgbClr val="FFFF00"/>
                </a:highlight>
              </a:rPr>
              <a:t>RCC</a:t>
            </a:r>
            <a:r>
              <a:rPr lang="zh-CN" altLang="en-US" sz="2000" dirty="0">
                <a:highlight>
                  <a:srgbClr val="FFFF00"/>
                </a:highlight>
              </a:rPr>
              <a:t>的</a:t>
            </a:r>
            <a:r>
              <a:rPr lang="en-US" altLang="zh-CN" sz="2000" dirty="0" err="1">
                <a:highlight>
                  <a:srgbClr val="FFFF00"/>
                </a:highlight>
              </a:rPr>
              <a:t>TIMx_CLK</a:t>
            </a:r>
            <a:r>
              <a:rPr lang="zh-CN" altLang="en-US" sz="2000" dirty="0"/>
              <a:t>，即定时器本身的驱动时钟。通用定时器的内部时钟来源于</a:t>
            </a:r>
            <a:r>
              <a:rPr lang="en-US" altLang="zh-CN" sz="2000" dirty="0"/>
              <a:t>APB1</a:t>
            </a:r>
            <a:r>
              <a:rPr lang="zh-CN" altLang="en-US" sz="2000" dirty="0"/>
              <a:t>总线时钟，但是通用定时器的内部时钟是根据</a:t>
            </a:r>
            <a:r>
              <a:rPr lang="en-US" altLang="zh-CN" sz="2000" dirty="0"/>
              <a:t>APB1</a:t>
            </a:r>
            <a:r>
              <a:rPr lang="zh-CN" altLang="en-US" sz="2000" dirty="0"/>
              <a:t>总线时钟是否分频来决定的，如果</a:t>
            </a:r>
            <a:r>
              <a:rPr lang="en-US" altLang="zh-CN" sz="2000" dirty="0"/>
              <a:t>APB1</a:t>
            </a:r>
            <a:r>
              <a:rPr lang="zh-CN" altLang="en-US" sz="2000" dirty="0"/>
              <a:t>总线时钟预分频系数为</a:t>
            </a:r>
            <a:r>
              <a:rPr lang="en-US" altLang="zh-CN" sz="2000" dirty="0"/>
              <a:t>1</a:t>
            </a:r>
            <a:r>
              <a:rPr lang="zh-CN" altLang="en-US" sz="2000" dirty="0"/>
              <a:t>，则通用定时器的内部时钟就是</a:t>
            </a:r>
            <a:r>
              <a:rPr lang="en-US" altLang="zh-CN" sz="2000" dirty="0"/>
              <a:t>APB1</a:t>
            </a:r>
            <a:r>
              <a:rPr lang="zh-CN" altLang="en-US" sz="2000" dirty="0"/>
              <a:t>总线时钟；但是如果</a:t>
            </a:r>
            <a:r>
              <a:rPr lang="en-US" altLang="zh-CN" sz="2000" dirty="0"/>
              <a:t>APB1</a:t>
            </a:r>
            <a:r>
              <a:rPr lang="zh-CN" altLang="en-US" sz="2000" dirty="0"/>
              <a:t>总线时钟的分频系数为</a:t>
            </a:r>
            <a:r>
              <a:rPr lang="en-US" altLang="zh-CN" sz="2000" dirty="0"/>
              <a:t>2</a:t>
            </a:r>
            <a:r>
              <a:rPr lang="zh-CN" altLang="en-US" sz="2000" dirty="0"/>
              <a:t>，则通用定时器的内部时钟就是</a:t>
            </a:r>
            <a:r>
              <a:rPr lang="en-US" altLang="zh-CN" sz="2000" dirty="0"/>
              <a:t>APB1</a:t>
            </a:r>
            <a:r>
              <a:rPr lang="zh-CN" altLang="en-US" sz="2000" dirty="0"/>
              <a:t>总线时钟的</a:t>
            </a:r>
            <a:r>
              <a:rPr lang="en-US" altLang="zh-CN" sz="2000" dirty="0"/>
              <a:t>2</a:t>
            </a:r>
            <a:r>
              <a:rPr lang="zh-CN" altLang="en-US" sz="2000" dirty="0"/>
              <a:t>倍。</a:t>
            </a:r>
          </a:p>
        </p:txBody>
      </p:sp>
      <p:sp>
        <p:nvSpPr>
          <p:cNvPr id="5" name="TextBox 4"/>
          <p:cNvSpPr txBox="1"/>
          <p:nvPr/>
        </p:nvSpPr>
        <p:spPr>
          <a:xfrm>
            <a:off x="727787" y="4348066"/>
            <a:ext cx="10552922" cy="1938992"/>
          </a:xfrm>
          <a:prstGeom prst="rect">
            <a:avLst/>
          </a:prstGeom>
          <a:noFill/>
        </p:spPr>
        <p:txBody>
          <a:bodyPr wrap="square" rtlCol="0">
            <a:spAutoFit/>
          </a:bodyPr>
          <a:lstStyle/>
          <a:p>
            <a:pPr>
              <a:lnSpc>
                <a:spcPct val="150000"/>
              </a:lnSpc>
            </a:pPr>
            <a:r>
              <a:rPr lang="zh-CN" altLang="en-US" sz="2000" b="1" dirty="0">
                <a:solidFill>
                  <a:srgbClr val="C00000"/>
                </a:solidFill>
              </a:rPr>
              <a:t>例如</a:t>
            </a:r>
            <a:r>
              <a:rPr lang="en-US" altLang="zh-CN" sz="2000" b="1" dirty="0">
                <a:solidFill>
                  <a:srgbClr val="C00000"/>
                </a:solidFill>
              </a:rPr>
              <a:t>:</a:t>
            </a:r>
            <a:r>
              <a:rPr lang="zh-CN" altLang="en-US" sz="2000" dirty="0">
                <a:highlight>
                  <a:srgbClr val="FFFF00"/>
                </a:highlight>
              </a:rPr>
              <a:t>当</a:t>
            </a:r>
            <a:r>
              <a:rPr lang="en-US" altLang="zh-CN" sz="2000" dirty="0">
                <a:highlight>
                  <a:srgbClr val="FFFF00"/>
                </a:highlight>
              </a:rPr>
              <a:t>AHB</a:t>
            </a:r>
            <a:r>
              <a:rPr lang="zh-CN" altLang="en-US" sz="2000" dirty="0">
                <a:highlight>
                  <a:srgbClr val="FFFF00"/>
                </a:highlight>
              </a:rPr>
              <a:t>为</a:t>
            </a:r>
            <a:r>
              <a:rPr lang="en-US" altLang="zh-CN" sz="2000" dirty="0">
                <a:highlight>
                  <a:srgbClr val="FFFF00"/>
                </a:highlight>
              </a:rPr>
              <a:t>72MHz</a:t>
            </a:r>
            <a:r>
              <a:rPr lang="zh-CN" altLang="en-US" sz="2000" dirty="0">
                <a:highlight>
                  <a:srgbClr val="FFFF00"/>
                </a:highlight>
              </a:rPr>
              <a:t>时</a:t>
            </a:r>
            <a:r>
              <a:rPr lang="zh-CN" altLang="en-US" sz="2000" dirty="0"/>
              <a:t>，</a:t>
            </a:r>
            <a:r>
              <a:rPr lang="en-US" altLang="zh-CN" sz="2000" dirty="0"/>
              <a:t>APB1</a:t>
            </a:r>
            <a:r>
              <a:rPr lang="zh-CN" altLang="en-US" sz="2000" dirty="0"/>
              <a:t>的预分频系数必须大于</a:t>
            </a:r>
            <a:r>
              <a:rPr lang="en-US" altLang="zh-CN" sz="2000" dirty="0"/>
              <a:t>2</a:t>
            </a:r>
            <a:r>
              <a:rPr lang="zh-CN" altLang="en-US" sz="2000" dirty="0"/>
              <a:t>，因为</a:t>
            </a:r>
            <a:r>
              <a:rPr lang="en-US" altLang="zh-CN" sz="2000" dirty="0"/>
              <a:t>APB1</a:t>
            </a:r>
            <a:r>
              <a:rPr lang="zh-CN" altLang="en-US" sz="2000" dirty="0"/>
              <a:t>的最大输出频率为</a:t>
            </a:r>
            <a:r>
              <a:rPr lang="en-US" altLang="zh-CN" sz="2000" dirty="0"/>
              <a:t>36MHz</a:t>
            </a:r>
            <a:r>
              <a:rPr lang="zh-CN" altLang="en-US" sz="2000" dirty="0"/>
              <a:t>，如果</a:t>
            </a:r>
            <a:r>
              <a:rPr lang="en-US" altLang="zh-CN" sz="2000" dirty="0"/>
              <a:t>APB1</a:t>
            </a:r>
            <a:r>
              <a:rPr lang="zh-CN" altLang="en-US" sz="2000" dirty="0"/>
              <a:t>的预分频系数为</a:t>
            </a:r>
            <a:r>
              <a:rPr lang="en-US" altLang="zh-CN" sz="2000" dirty="0"/>
              <a:t>2</a:t>
            </a:r>
            <a:r>
              <a:rPr lang="zh-CN" altLang="en-US" sz="2000" dirty="0"/>
              <a:t>，则</a:t>
            </a:r>
            <a:r>
              <a:rPr lang="en-US" altLang="zh-CN" sz="2000" dirty="0"/>
              <a:t>TIM2~TIM7</a:t>
            </a:r>
            <a:r>
              <a:rPr lang="zh-CN" altLang="en-US" sz="2000" dirty="0"/>
              <a:t>仍然能够得到</a:t>
            </a:r>
            <a:r>
              <a:rPr lang="en-US" altLang="zh-CN" sz="2000" dirty="0"/>
              <a:t>72MHz</a:t>
            </a:r>
            <a:r>
              <a:rPr lang="zh-CN" altLang="en-US" sz="2000" dirty="0"/>
              <a:t>的时钟频率。</a:t>
            </a:r>
            <a:endParaRPr lang="en-US" altLang="zh-CN" sz="2000" dirty="0"/>
          </a:p>
          <a:p>
            <a:pPr>
              <a:lnSpc>
                <a:spcPct val="150000"/>
              </a:lnSpc>
            </a:pPr>
            <a:r>
              <a:rPr lang="zh-CN" altLang="en-US" sz="2000" dirty="0"/>
              <a:t>通常我们都是将内部时钟（</a:t>
            </a:r>
            <a:r>
              <a:rPr lang="en-US" altLang="zh-CN" sz="2000" dirty="0"/>
              <a:t>CK_INT</a:t>
            </a:r>
            <a:r>
              <a:rPr lang="zh-CN" altLang="en-US" sz="2000" dirty="0"/>
              <a:t>）作为通用定时器的时钟来源，而且通用定时器的时钟是 </a:t>
            </a:r>
            <a:r>
              <a:rPr lang="en-US" altLang="zh-CN" sz="2000" dirty="0"/>
              <a:t>APB1 </a:t>
            </a:r>
            <a:r>
              <a:rPr lang="zh-CN" altLang="en-US" sz="2000" dirty="0"/>
              <a:t>时钟的 </a:t>
            </a:r>
            <a:r>
              <a:rPr lang="en-US" altLang="zh-CN" sz="2000" dirty="0"/>
              <a:t>2 </a:t>
            </a:r>
            <a:r>
              <a:rPr lang="zh-CN" altLang="en-US" sz="2000" dirty="0"/>
              <a:t>倍，即 </a:t>
            </a:r>
            <a:r>
              <a:rPr lang="en-US" altLang="zh-CN" sz="2000" dirty="0"/>
              <a:t>APB1 </a:t>
            </a:r>
            <a:r>
              <a:rPr lang="zh-CN" altLang="en-US" sz="2000" dirty="0"/>
              <a:t>的时钟分频数不为 </a:t>
            </a:r>
            <a:r>
              <a:rPr lang="en-US" altLang="zh-CN" sz="2000" dirty="0"/>
              <a:t>1</a:t>
            </a:r>
            <a:r>
              <a:rPr lang="zh-CN" altLang="en-US" sz="2000" dirty="0"/>
              <a:t>。</a:t>
            </a:r>
            <a:r>
              <a:rPr lang="zh-CN" altLang="en-US" sz="2000" dirty="0">
                <a:highlight>
                  <a:srgbClr val="FFFF00"/>
                </a:highlight>
              </a:rPr>
              <a:t>所以通用定时器的时钟频率是 </a:t>
            </a:r>
            <a:r>
              <a:rPr lang="en-US" altLang="zh-CN" sz="2000" dirty="0">
                <a:highlight>
                  <a:srgbClr val="FFFF00"/>
                </a:highlight>
              </a:rPr>
              <a:t>72MHz</a:t>
            </a:r>
            <a:r>
              <a:rPr lang="zh-CN" altLang="en-US" sz="20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5388" y="1499825"/>
            <a:ext cx="10901265" cy="1754326"/>
          </a:xfrm>
          <a:prstGeom prst="rect">
            <a:avLst/>
          </a:prstGeom>
        </p:spPr>
        <p:txBody>
          <a:bodyPr wrap="square">
            <a:spAutoFit/>
          </a:bodyPr>
          <a:lstStyle/>
          <a:p>
            <a:pPr>
              <a:lnSpc>
                <a:spcPct val="150000"/>
              </a:lnSpc>
              <a:buClr>
                <a:srgbClr val="C00000"/>
              </a:buClr>
              <a:buFont typeface="Wingdings" pitchFamily="2" charset="2"/>
              <a:buChar char="u"/>
            </a:pPr>
            <a:r>
              <a:rPr lang="zh-CN" altLang="en-US" sz="2400" dirty="0"/>
              <a:t>时基单元包含：</a:t>
            </a:r>
            <a:r>
              <a:rPr lang="zh-CN" altLang="en-US" sz="2400" b="1" dirty="0"/>
              <a:t>计数器寄存器（</a:t>
            </a:r>
            <a:r>
              <a:rPr lang="en-US" altLang="zh-CN" sz="2400" b="1" dirty="0" err="1"/>
              <a:t>TIMx_CNT</a:t>
            </a:r>
            <a:r>
              <a:rPr lang="zh-CN" altLang="en-US" sz="2400" b="1" dirty="0"/>
              <a:t>）、预分频器寄存器（</a:t>
            </a:r>
            <a:r>
              <a:rPr lang="en-US" altLang="zh-CN" sz="2400" b="1" dirty="0" err="1"/>
              <a:t>TIMx_PSC</a:t>
            </a:r>
            <a:r>
              <a:rPr lang="zh-CN" altLang="en-US" sz="2400" b="1" dirty="0"/>
              <a:t>）、自动装载寄存器（</a:t>
            </a:r>
            <a:r>
              <a:rPr lang="en-US" altLang="zh-CN" sz="2400" b="1" dirty="0" err="1"/>
              <a:t>TIMx_ARR</a:t>
            </a:r>
            <a:r>
              <a:rPr lang="zh-CN" altLang="en-US" sz="2400" b="1" dirty="0"/>
              <a:t>）三部分。这三部分可以由软件进行读</a:t>
            </a:r>
            <a:r>
              <a:rPr lang="en-US" altLang="zh-CN" sz="2400" b="1" dirty="0"/>
              <a:t>/</a:t>
            </a:r>
            <a:r>
              <a:rPr lang="zh-CN" altLang="en-US" sz="2400" b="1" dirty="0"/>
              <a:t>写操作，在计数器运行时仍可以读</a:t>
            </a:r>
            <a:r>
              <a:rPr lang="en-US" altLang="zh-CN" sz="2400" b="1" dirty="0"/>
              <a:t>/</a:t>
            </a:r>
            <a:r>
              <a:rPr lang="zh-CN" altLang="en-US" sz="2400" b="1" dirty="0"/>
              <a:t>写。</a:t>
            </a:r>
            <a:endParaRPr lang="zh-CN" altLang="en-US" sz="2400" dirty="0"/>
          </a:p>
        </p:txBody>
      </p:sp>
      <p:cxnSp>
        <p:nvCxnSpPr>
          <p:cNvPr id="3" name="直接连接符 2"/>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81135" y="755779"/>
            <a:ext cx="6186196" cy="523220"/>
          </a:xfrm>
          <a:prstGeom prst="rect">
            <a:avLst/>
          </a:prstGeom>
          <a:noFill/>
        </p:spPr>
        <p:txBody>
          <a:bodyPr wrap="square" rtlCol="0">
            <a:spAutoFit/>
          </a:bodyPr>
          <a:lstStyle/>
          <a:p>
            <a:r>
              <a:rPr lang="en-US" altLang="zh-CN" sz="2800" b="1" dirty="0">
                <a:solidFill>
                  <a:srgbClr val="14529E"/>
                </a:solidFill>
              </a:rPr>
              <a:t>8.3.2 </a:t>
            </a:r>
            <a:r>
              <a:rPr lang="zh-CN" altLang="en-US" sz="2800" b="1" dirty="0">
                <a:solidFill>
                  <a:srgbClr val="14529E"/>
                </a:solidFill>
              </a:rPr>
              <a:t>时基单元</a:t>
            </a:r>
          </a:p>
        </p:txBody>
      </p:sp>
      <p:pic>
        <p:nvPicPr>
          <p:cNvPr id="90116" name="Picture 4" descr="https://img-blog.csdnimg.cn/20191227104651200.png?x-oss-process=image/watermark,type_ZmFuZ3poZW5naGVpdGk,shadow_10,text_aHR0cHM6Ly9ibG9nLmNzZG4ubmV0L3FxXzMzNTU5OTky,size_16,color_FFFFFF,t_70"/>
          <p:cNvPicPr>
            <a:picLocks noChangeAspect="1" noChangeArrowheads="1"/>
          </p:cNvPicPr>
          <p:nvPr/>
        </p:nvPicPr>
        <p:blipFill>
          <a:blip r:embed="rId3"/>
          <a:srcRect/>
          <a:stretch>
            <a:fillRect/>
          </a:stretch>
        </p:blipFill>
        <p:spPr bwMode="auto">
          <a:xfrm>
            <a:off x="1293910" y="3500372"/>
            <a:ext cx="8410575" cy="1924051"/>
          </a:xfrm>
          <a:prstGeom prst="rect">
            <a:avLst/>
          </a:prstGeom>
          <a:noFill/>
        </p:spPr>
      </p:pic>
      <p:grpSp>
        <p:nvGrpSpPr>
          <p:cNvPr id="30" name="组合 29">
            <a:extLst>
              <a:ext uri="{FF2B5EF4-FFF2-40B4-BE49-F238E27FC236}">
                <a16:creationId xmlns:a16="http://schemas.microsoft.com/office/drawing/2014/main" id="{E134A6D4-B4C7-6A4D-74FD-13D9D4211589}"/>
              </a:ext>
            </a:extLst>
          </p:cNvPr>
          <p:cNvGrpSpPr/>
          <p:nvPr/>
        </p:nvGrpSpPr>
        <p:grpSpPr>
          <a:xfrm>
            <a:off x="4519209" y="633120"/>
            <a:ext cx="1401840" cy="868320"/>
            <a:chOff x="4519209" y="633120"/>
            <a:chExt cx="1401840" cy="868320"/>
          </a:xfrm>
        </p:grpSpPr>
        <mc:AlternateContent xmlns:mc="http://schemas.openxmlformats.org/markup-compatibility/2006">
          <mc:Choice xmlns:p14="http://schemas.microsoft.com/office/powerpoint/2010/main" Requires="p14">
            <p:contentPart p14:bwMode="auto" r:id="rId4">
              <p14:nvContentPartPr>
                <p14:cNvPr id="2" name="墨迹 1">
                  <a:extLst>
                    <a:ext uri="{FF2B5EF4-FFF2-40B4-BE49-F238E27FC236}">
                      <a16:creationId xmlns:a16="http://schemas.microsoft.com/office/drawing/2014/main" id="{FD213F8A-6755-EECB-FD61-ED6AB28DAD03}"/>
                    </a:ext>
                  </a:extLst>
                </p14:cNvPr>
                <p14:cNvContentPartPr/>
                <p14:nvPr/>
              </p14:nvContentPartPr>
              <p14:xfrm>
                <a:off x="4554129" y="808800"/>
                <a:ext cx="254520" cy="6480"/>
              </p14:xfrm>
            </p:contentPart>
          </mc:Choice>
          <mc:Fallback>
            <p:pic>
              <p:nvPicPr>
                <p:cNvPr id="2" name="墨迹 1">
                  <a:extLst>
                    <a:ext uri="{FF2B5EF4-FFF2-40B4-BE49-F238E27FC236}">
                      <a16:creationId xmlns:a16="http://schemas.microsoft.com/office/drawing/2014/main" id="{FD213F8A-6755-EECB-FD61-ED6AB28DAD03}"/>
                    </a:ext>
                  </a:extLst>
                </p:cNvPr>
                <p:cNvPicPr/>
                <p:nvPr/>
              </p:nvPicPr>
              <p:blipFill>
                <a:blip r:embed="rId5"/>
                <a:stretch>
                  <a:fillRect/>
                </a:stretch>
              </p:blipFill>
              <p:spPr>
                <a:xfrm>
                  <a:off x="4536129" y="790800"/>
                  <a:ext cx="29016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墨迹 4">
                  <a:extLst>
                    <a:ext uri="{FF2B5EF4-FFF2-40B4-BE49-F238E27FC236}">
                      <a16:creationId xmlns:a16="http://schemas.microsoft.com/office/drawing/2014/main" id="{3E7EF5B5-2FE4-AA96-723C-E95848CF6A2B}"/>
                    </a:ext>
                  </a:extLst>
                </p14:cNvPr>
                <p14:cNvContentPartPr/>
                <p14:nvPr/>
              </p14:nvContentPartPr>
              <p14:xfrm>
                <a:off x="4569969" y="633120"/>
                <a:ext cx="222840" cy="677520"/>
              </p14:xfrm>
            </p:contentPart>
          </mc:Choice>
          <mc:Fallback>
            <p:pic>
              <p:nvPicPr>
                <p:cNvPr id="5" name="墨迹 4">
                  <a:extLst>
                    <a:ext uri="{FF2B5EF4-FFF2-40B4-BE49-F238E27FC236}">
                      <a16:creationId xmlns:a16="http://schemas.microsoft.com/office/drawing/2014/main" id="{3E7EF5B5-2FE4-AA96-723C-E95848CF6A2B}"/>
                    </a:ext>
                  </a:extLst>
                </p:cNvPr>
                <p:cNvPicPr/>
                <p:nvPr/>
              </p:nvPicPr>
              <p:blipFill>
                <a:blip r:embed="rId7"/>
                <a:stretch>
                  <a:fillRect/>
                </a:stretch>
              </p:blipFill>
              <p:spPr>
                <a:xfrm>
                  <a:off x="4551969" y="615120"/>
                  <a:ext cx="258480" cy="713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墨迹 5">
                  <a:extLst>
                    <a:ext uri="{FF2B5EF4-FFF2-40B4-BE49-F238E27FC236}">
                      <a16:creationId xmlns:a16="http://schemas.microsoft.com/office/drawing/2014/main" id="{EC4F6528-2C34-6D70-58E9-0BD2E5FD72E2}"/>
                    </a:ext>
                  </a:extLst>
                </p14:cNvPr>
                <p14:cNvContentPartPr/>
                <p14:nvPr/>
              </p14:nvContentPartPr>
              <p14:xfrm>
                <a:off x="4917729" y="969360"/>
                <a:ext cx="223920" cy="3960"/>
              </p14:xfrm>
            </p:contentPart>
          </mc:Choice>
          <mc:Fallback>
            <p:pic>
              <p:nvPicPr>
                <p:cNvPr id="6" name="墨迹 5">
                  <a:extLst>
                    <a:ext uri="{FF2B5EF4-FFF2-40B4-BE49-F238E27FC236}">
                      <a16:creationId xmlns:a16="http://schemas.microsoft.com/office/drawing/2014/main" id="{EC4F6528-2C34-6D70-58E9-0BD2E5FD72E2}"/>
                    </a:ext>
                  </a:extLst>
                </p:cNvPr>
                <p:cNvPicPr/>
                <p:nvPr/>
              </p:nvPicPr>
              <p:blipFill>
                <a:blip r:embed="rId9"/>
                <a:stretch>
                  <a:fillRect/>
                </a:stretch>
              </p:blipFill>
              <p:spPr>
                <a:xfrm>
                  <a:off x="4899729" y="951360"/>
                  <a:ext cx="2595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墨迹 6">
                  <a:extLst>
                    <a:ext uri="{FF2B5EF4-FFF2-40B4-BE49-F238E27FC236}">
                      <a16:creationId xmlns:a16="http://schemas.microsoft.com/office/drawing/2014/main" id="{64992E9F-A23E-8291-BDB8-CCF317254C31}"/>
                    </a:ext>
                  </a:extLst>
                </p14:cNvPr>
                <p14:cNvContentPartPr/>
                <p14:nvPr/>
              </p14:nvContentPartPr>
              <p14:xfrm>
                <a:off x="4946889" y="1119840"/>
                <a:ext cx="156240" cy="5400"/>
              </p14:xfrm>
            </p:contentPart>
          </mc:Choice>
          <mc:Fallback>
            <p:pic>
              <p:nvPicPr>
                <p:cNvPr id="7" name="墨迹 6">
                  <a:extLst>
                    <a:ext uri="{FF2B5EF4-FFF2-40B4-BE49-F238E27FC236}">
                      <a16:creationId xmlns:a16="http://schemas.microsoft.com/office/drawing/2014/main" id="{64992E9F-A23E-8291-BDB8-CCF317254C31}"/>
                    </a:ext>
                  </a:extLst>
                </p:cNvPr>
                <p:cNvPicPr/>
                <p:nvPr/>
              </p:nvPicPr>
              <p:blipFill>
                <a:blip r:embed="rId11"/>
                <a:stretch>
                  <a:fillRect/>
                </a:stretch>
              </p:blipFill>
              <p:spPr>
                <a:xfrm>
                  <a:off x="4928889" y="1102200"/>
                  <a:ext cx="1918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1" name="墨迹 20">
                  <a:extLst>
                    <a:ext uri="{FF2B5EF4-FFF2-40B4-BE49-F238E27FC236}">
                      <a16:creationId xmlns:a16="http://schemas.microsoft.com/office/drawing/2014/main" id="{0CF583C8-5ECC-555E-B87E-4E6BAA4475CC}"/>
                    </a:ext>
                  </a:extLst>
                </p14:cNvPr>
                <p14:cNvContentPartPr/>
                <p14:nvPr/>
              </p14:nvContentPartPr>
              <p14:xfrm>
                <a:off x="5474649" y="723120"/>
                <a:ext cx="253080" cy="92160"/>
              </p14:xfrm>
            </p:contentPart>
          </mc:Choice>
          <mc:Fallback>
            <p:pic>
              <p:nvPicPr>
                <p:cNvPr id="21" name="墨迹 20">
                  <a:extLst>
                    <a:ext uri="{FF2B5EF4-FFF2-40B4-BE49-F238E27FC236}">
                      <a16:creationId xmlns:a16="http://schemas.microsoft.com/office/drawing/2014/main" id="{0CF583C8-5ECC-555E-B87E-4E6BAA4475CC}"/>
                    </a:ext>
                  </a:extLst>
                </p:cNvPr>
                <p:cNvPicPr/>
                <p:nvPr/>
              </p:nvPicPr>
              <p:blipFill>
                <a:blip r:embed="rId13"/>
                <a:stretch>
                  <a:fillRect/>
                </a:stretch>
              </p:blipFill>
              <p:spPr>
                <a:xfrm>
                  <a:off x="5456649" y="705120"/>
                  <a:ext cx="28872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2" name="墨迹 21">
                  <a:extLst>
                    <a:ext uri="{FF2B5EF4-FFF2-40B4-BE49-F238E27FC236}">
                      <a16:creationId xmlns:a16="http://schemas.microsoft.com/office/drawing/2014/main" id="{A164D2F3-78AE-9C28-0AD4-0B0577D968F8}"/>
                    </a:ext>
                  </a:extLst>
                </p14:cNvPr>
                <p14:cNvContentPartPr/>
                <p14:nvPr/>
              </p14:nvContentPartPr>
              <p14:xfrm>
                <a:off x="5673729" y="773520"/>
                <a:ext cx="360" cy="646560"/>
              </p14:xfrm>
            </p:contentPart>
          </mc:Choice>
          <mc:Fallback>
            <p:pic>
              <p:nvPicPr>
                <p:cNvPr id="22" name="墨迹 21">
                  <a:extLst>
                    <a:ext uri="{FF2B5EF4-FFF2-40B4-BE49-F238E27FC236}">
                      <a16:creationId xmlns:a16="http://schemas.microsoft.com/office/drawing/2014/main" id="{A164D2F3-78AE-9C28-0AD4-0B0577D968F8}"/>
                    </a:ext>
                  </a:extLst>
                </p:cNvPr>
                <p:cNvPicPr/>
                <p:nvPr/>
              </p:nvPicPr>
              <p:blipFill>
                <a:blip r:embed="rId15"/>
                <a:stretch>
                  <a:fillRect/>
                </a:stretch>
              </p:blipFill>
              <p:spPr>
                <a:xfrm>
                  <a:off x="5655729" y="755520"/>
                  <a:ext cx="36000" cy="682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7" name="墨迹 26">
                  <a:extLst>
                    <a:ext uri="{FF2B5EF4-FFF2-40B4-BE49-F238E27FC236}">
                      <a16:creationId xmlns:a16="http://schemas.microsoft.com/office/drawing/2014/main" id="{A3BDD268-EB02-2E4C-704A-298B30E54FA4}"/>
                    </a:ext>
                  </a:extLst>
                </p14:cNvPr>
                <p14:cNvContentPartPr/>
                <p14:nvPr/>
              </p14:nvContentPartPr>
              <p14:xfrm>
                <a:off x="5222289" y="990600"/>
                <a:ext cx="360" cy="242280"/>
              </p14:xfrm>
            </p:contentPart>
          </mc:Choice>
          <mc:Fallback>
            <p:pic>
              <p:nvPicPr>
                <p:cNvPr id="27" name="墨迹 26">
                  <a:extLst>
                    <a:ext uri="{FF2B5EF4-FFF2-40B4-BE49-F238E27FC236}">
                      <a16:creationId xmlns:a16="http://schemas.microsoft.com/office/drawing/2014/main" id="{A3BDD268-EB02-2E4C-704A-298B30E54FA4}"/>
                    </a:ext>
                  </a:extLst>
                </p:cNvPr>
                <p:cNvPicPr/>
                <p:nvPr/>
              </p:nvPicPr>
              <p:blipFill>
                <a:blip r:embed="rId17"/>
                <a:stretch>
                  <a:fillRect/>
                </a:stretch>
              </p:blipFill>
              <p:spPr>
                <a:xfrm>
                  <a:off x="5204649" y="972600"/>
                  <a:ext cx="3600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8" name="墨迹 27">
                  <a:extLst>
                    <a:ext uri="{FF2B5EF4-FFF2-40B4-BE49-F238E27FC236}">
                      <a16:creationId xmlns:a16="http://schemas.microsoft.com/office/drawing/2014/main" id="{D9A62086-B8BF-79F5-9615-4B77235AE7F9}"/>
                    </a:ext>
                  </a:extLst>
                </p14:cNvPr>
                <p14:cNvContentPartPr/>
                <p14:nvPr/>
              </p14:nvContentPartPr>
              <p14:xfrm>
                <a:off x="5199249" y="929400"/>
                <a:ext cx="211320" cy="381960"/>
              </p14:xfrm>
            </p:contentPart>
          </mc:Choice>
          <mc:Fallback>
            <p:pic>
              <p:nvPicPr>
                <p:cNvPr id="28" name="墨迹 27">
                  <a:extLst>
                    <a:ext uri="{FF2B5EF4-FFF2-40B4-BE49-F238E27FC236}">
                      <a16:creationId xmlns:a16="http://schemas.microsoft.com/office/drawing/2014/main" id="{D9A62086-B8BF-79F5-9615-4B77235AE7F9}"/>
                    </a:ext>
                  </a:extLst>
                </p:cNvPr>
                <p:cNvPicPr/>
                <p:nvPr/>
              </p:nvPicPr>
              <p:blipFill>
                <a:blip r:embed="rId19"/>
                <a:stretch>
                  <a:fillRect/>
                </a:stretch>
              </p:blipFill>
              <p:spPr>
                <a:xfrm>
                  <a:off x="5181249" y="911400"/>
                  <a:ext cx="246960" cy="417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9" name="墨迹 28">
                  <a:extLst>
                    <a:ext uri="{FF2B5EF4-FFF2-40B4-BE49-F238E27FC236}">
                      <a16:creationId xmlns:a16="http://schemas.microsoft.com/office/drawing/2014/main" id="{9381AF15-1D14-ADB3-0E52-EB39FFA6606F}"/>
                    </a:ext>
                  </a:extLst>
                </p14:cNvPr>
                <p14:cNvContentPartPr/>
                <p14:nvPr/>
              </p14:nvContentPartPr>
              <p14:xfrm>
                <a:off x="4519209" y="1471200"/>
                <a:ext cx="1401840" cy="30240"/>
              </p14:xfrm>
            </p:contentPart>
          </mc:Choice>
          <mc:Fallback>
            <p:pic>
              <p:nvPicPr>
                <p:cNvPr id="29" name="墨迹 28">
                  <a:extLst>
                    <a:ext uri="{FF2B5EF4-FFF2-40B4-BE49-F238E27FC236}">
                      <a16:creationId xmlns:a16="http://schemas.microsoft.com/office/drawing/2014/main" id="{9381AF15-1D14-ADB3-0E52-EB39FFA6606F}"/>
                    </a:ext>
                  </a:extLst>
                </p:cNvPr>
                <p:cNvPicPr/>
                <p:nvPr/>
              </p:nvPicPr>
              <p:blipFill>
                <a:blip r:embed="rId21"/>
                <a:stretch>
                  <a:fillRect/>
                </a:stretch>
              </p:blipFill>
              <p:spPr>
                <a:xfrm>
                  <a:off x="4501209" y="1453200"/>
                  <a:ext cx="1437480" cy="65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31" name="墨迹 30">
                <a:extLst>
                  <a:ext uri="{FF2B5EF4-FFF2-40B4-BE49-F238E27FC236}">
                    <a16:creationId xmlns:a16="http://schemas.microsoft.com/office/drawing/2014/main" id="{B1933992-EB8A-2025-951E-34BA5A678193}"/>
                  </a:ext>
                </a:extLst>
              </p14:cNvPr>
              <p14:cNvContentPartPr/>
              <p14:nvPr/>
            </p14:nvContentPartPr>
            <p14:xfrm>
              <a:off x="3141849" y="2074200"/>
              <a:ext cx="3964320" cy="12960"/>
            </p14:xfrm>
          </p:contentPart>
        </mc:Choice>
        <mc:Fallback>
          <p:pic>
            <p:nvPicPr>
              <p:cNvPr id="31" name="墨迹 30">
                <a:extLst>
                  <a:ext uri="{FF2B5EF4-FFF2-40B4-BE49-F238E27FC236}">
                    <a16:creationId xmlns:a16="http://schemas.microsoft.com/office/drawing/2014/main" id="{B1933992-EB8A-2025-951E-34BA5A678193}"/>
                  </a:ext>
                </a:extLst>
              </p:cNvPr>
              <p:cNvPicPr/>
              <p:nvPr/>
            </p:nvPicPr>
            <p:blipFill>
              <a:blip r:embed="rId23"/>
              <a:stretch>
                <a:fillRect/>
              </a:stretch>
            </p:blipFill>
            <p:spPr>
              <a:xfrm>
                <a:off x="3123849" y="2056560"/>
                <a:ext cx="3999960" cy="48600"/>
              </a:xfrm>
              <a:prstGeom prst="rect">
                <a:avLst/>
              </a:prstGeom>
            </p:spPr>
          </p:pic>
        </mc:Fallback>
      </mc:AlternateContent>
      <p:grpSp>
        <p:nvGrpSpPr>
          <p:cNvPr id="34" name="组合 33">
            <a:extLst>
              <a:ext uri="{FF2B5EF4-FFF2-40B4-BE49-F238E27FC236}">
                <a16:creationId xmlns:a16="http://schemas.microsoft.com/office/drawing/2014/main" id="{7A893115-8E4F-D0CA-FDD4-A8A7A0223CB4}"/>
              </a:ext>
            </a:extLst>
          </p:cNvPr>
          <p:cNvGrpSpPr/>
          <p:nvPr/>
        </p:nvGrpSpPr>
        <p:grpSpPr>
          <a:xfrm>
            <a:off x="662169" y="3158160"/>
            <a:ext cx="7037280" cy="250560"/>
            <a:chOff x="662169" y="3158160"/>
            <a:chExt cx="7037280" cy="250560"/>
          </a:xfrm>
        </p:grpSpPr>
        <mc:AlternateContent xmlns:mc="http://schemas.openxmlformats.org/markup-compatibility/2006">
          <mc:Choice xmlns:p14="http://schemas.microsoft.com/office/powerpoint/2010/main" Requires="p14">
            <p:contentPart p14:bwMode="auto" r:id="rId24">
              <p14:nvContentPartPr>
                <p14:cNvPr id="32" name="墨迹 31">
                  <a:extLst>
                    <a:ext uri="{FF2B5EF4-FFF2-40B4-BE49-F238E27FC236}">
                      <a16:creationId xmlns:a16="http://schemas.microsoft.com/office/drawing/2014/main" id="{B4AB88A2-2C71-087C-9CFC-5CB9FEBF6AC6}"/>
                    </a:ext>
                  </a:extLst>
                </p14:cNvPr>
                <p14:cNvContentPartPr/>
                <p14:nvPr/>
              </p14:nvContentPartPr>
              <p14:xfrm>
                <a:off x="662169" y="3158160"/>
                <a:ext cx="7027560" cy="19800"/>
              </p14:xfrm>
            </p:contentPart>
          </mc:Choice>
          <mc:Fallback>
            <p:pic>
              <p:nvPicPr>
                <p:cNvPr id="32" name="墨迹 31">
                  <a:extLst>
                    <a:ext uri="{FF2B5EF4-FFF2-40B4-BE49-F238E27FC236}">
                      <a16:creationId xmlns:a16="http://schemas.microsoft.com/office/drawing/2014/main" id="{B4AB88A2-2C71-087C-9CFC-5CB9FEBF6AC6}"/>
                    </a:ext>
                  </a:extLst>
                </p:cNvPr>
                <p:cNvPicPr/>
                <p:nvPr/>
              </p:nvPicPr>
              <p:blipFill>
                <a:blip r:embed="rId25"/>
                <a:stretch>
                  <a:fillRect/>
                </a:stretch>
              </p:blipFill>
              <p:spPr>
                <a:xfrm>
                  <a:off x="644169" y="3140160"/>
                  <a:ext cx="706320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3" name="墨迹 32">
                  <a:extLst>
                    <a:ext uri="{FF2B5EF4-FFF2-40B4-BE49-F238E27FC236}">
                      <a16:creationId xmlns:a16="http://schemas.microsoft.com/office/drawing/2014/main" id="{B6EBD275-D4AB-5EDA-1060-0A721611F1D4}"/>
                    </a:ext>
                  </a:extLst>
                </p14:cNvPr>
                <p14:cNvContentPartPr/>
                <p14:nvPr/>
              </p14:nvContentPartPr>
              <p14:xfrm>
                <a:off x="7543209" y="3299640"/>
                <a:ext cx="156240" cy="109080"/>
              </p14:xfrm>
            </p:contentPart>
          </mc:Choice>
          <mc:Fallback>
            <p:pic>
              <p:nvPicPr>
                <p:cNvPr id="33" name="墨迹 32">
                  <a:extLst>
                    <a:ext uri="{FF2B5EF4-FFF2-40B4-BE49-F238E27FC236}">
                      <a16:creationId xmlns:a16="http://schemas.microsoft.com/office/drawing/2014/main" id="{B6EBD275-D4AB-5EDA-1060-0A721611F1D4}"/>
                    </a:ext>
                  </a:extLst>
                </p:cNvPr>
                <p:cNvPicPr/>
                <p:nvPr/>
              </p:nvPicPr>
              <p:blipFill>
                <a:blip r:embed="rId27"/>
                <a:stretch>
                  <a:fillRect/>
                </a:stretch>
              </p:blipFill>
              <p:spPr>
                <a:xfrm>
                  <a:off x="7525569" y="3282000"/>
                  <a:ext cx="191880" cy="144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35" name="墨迹 34">
                <a:extLst>
                  <a:ext uri="{FF2B5EF4-FFF2-40B4-BE49-F238E27FC236}">
                    <a16:creationId xmlns:a16="http://schemas.microsoft.com/office/drawing/2014/main" id="{B8295A86-C67C-E2D6-038B-4A5C82FA6770}"/>
                  </a:ext>
                </a:extLst>
              </p14:cNvPr>
              <p14:cNvContentPartPr/>
              <p14:nvPr/>
            </p14:nvContentPartPr>
            <p14:xfrm>
              <a:off x="9085089" y="2578920"/>
              <a:ext cx="2078280" cy="24480"/>
            </p14:xfrm>
          </p:contentPart>
        </mc:Choice>
        <mc:Fallback>
          <p:pic>
            <p:nvPicPr>
              <p:cNvPr id="35" name="墨迹 34">
                <a:extLst>
                  <a:ext uri="{FF2B5EF4-FFF2-40B4-BE49-F238E27FC236}">
                    <a16:creationId xmlns:a16="http://schemas.microsoft.com/office/drawing/2014/main" id="{B8295A86-C67C-E2D6-038B-4A5C82FA6770}"/>
                  </a:ext>
                </a:extLst>
              </p:cNvPr>
              <p:cNvPicPr/>
              <p:nvPr/>
            </p:nvPicPr>
            <p:blipFill>
              <a:blip r:embed="rId29"/>
              <a:stretch>
                <a:fillRect/>
              </a:stretch>
            </p:blipFill>
            <p:spPr>
              <a:xfrm>
                <a:off x="9067449" y="2561280"/>
                <a:ext cx="2113920" cy="6012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56726" y="454796"/>
            <a:ext cx="10901265" cy="4646721"/>
          </a:xfrm>
          <a:prstGeom prst="rect">
            <a:avLst/>
          </a:prstGeom>
        </p:spPr>
        <p:txBody>
          <a:bodyPr wrap="square">
            <a:spAutoFit/>
          </a:bodyPr>
          <a:lstStyle/>
          <a:p>
            <a:pPr>
              <a:lnSpc>
                <a:spcPct val="150000"/>
              </a:lnSpc>
              <a:buClr>
                <a:srgbClr val="C00000"/>
              </a:buClr>
              <a:buFont typeface="Wingdings" pitchFamily="2" charset="2"/>
              <a:buChar char="u"/>
            </a:pPr>
            <a:r>
              <a:rPr lang="zh-CN" altLang="en-US" sz="2000" dirty="0"/>
              <a:t>上图中，部分寄存器框图有阴影，表示该寄存器在物理上对应两个寄存器，一个是程序员可以直接操作的寄存器，称为预装载寄存器，另一个是程序员看不见的，但在操作中真正其作用的寄存器，称为影子寄存器。</a:t>
            </a:r>
            <a:endParaRPr lang="en-US" altLang="zh-CN" sz="2000" dirty="0"/>
          </a:p>
          <a:p>
            <a:pPr>
              <a:lnSpc>
                <a:spcPct val="150000"/>
              </a:lnSpc>
              <a:buClr>
                <a:srgbClr val="C00000"/>
              </a:buClr>
              <a:buFont typeface="Wingdings" pitchFamily="2" charset="2"/>
              <a:buChar char="u"/>
            </a:pPr>
            <a:r>
              <a:rPr lang="zh-CN" altLang="en-US" sz="2000" dirty="0"/>
              <a:t>影子寄存器的存在起到一个缓冲的作用。</a:t>
            </a:r>
          </a:p>
          <a:p>
            <a:pPr>
              <a:lnSpc>
                <a:spcPct val="150000"/>
              </a:lnSpc>
            </a:pPr>
            <a:r>
              <a:rPr lang="zh-CN" altLang="en-US" sz="2000" dirty="0"/>
              <a:t>设置影子寄存器后，</a:t>
            </a:r>
            <a:r>
              <a:rPr lang="zh-CN" altLang="en-US" sz="2000" b="1" dirty="0"/>
              <a:t>用户设定的值</a:t>
            </a:r>
            <a:r>
              <a:rPr lang="en-US" altLang="zh-CN" sz="2000" b="1" dirty="0"/>
              <a:t>-&gt;</a:t>
            </a:r>
            <a:r>
              <a:rPr lang="zh-CN" altLang="en-US" sz="2000" b="1" dirty="0"/>
              <a:t>寄存器</a:t>
            </a:r>
            <a:r>
              <a:rPr lang="en-US" altLang="zh-CN" sz="2000" b="1" dirty="0"/>
              <a:t>-&gt;</a:t>
            </a:r>
            <a:r>
              <a:rPr lang="zh-CN" altLang="en-US" sz="2000" b="1" dirty="0"/>
              <a:t>影子寄存器</a:t>
            </a:r>
            <a:r>
              <a:rPr lang="en-US" altLang="zh-CN" sz="2000" b="1" dirty="0"/>
              <a:t>-&gt;work</a:t>
            </a:r>
            <a:r>
              <a:rPr lang="zh-CN" altLang="en-US" sz="2000" dirty="0"/>
              <a:t>，</a:t>
            </a:r>
            <a:r>
              <a:rPr lang="zh-CN" altLang="en-US" sz="2000" i="1" dirty="0"/>
              <a:t>未设置的情况下，</a:t>
            </a:r>
            <a:r>
              <a:rPr lang="zh-CN" altLang="en-US" sz="2000" b="1" i="1" dirty="0"/>
              <a:t>用户的值</a:t>
            </a:r>
            <a:r>
              <a:rPr lang="en-US" altLang="zh-CN" sz="2000" b="1" i="1" dirty="0"/>
              <a:t>-&gt;</a:t>
            </a:r>
            <a:r>
              <a:rPr lang="zh-CN" altLang="en-US" sz="2000" b="1" i="1" dirty="0"/>
              <a:t>寄存器</a:t>
            </a:r>
            <a:r>
              <a:rPr lang="en-US" altLang="zh-CN" sz="2000" b="1" i="1" dirty="0"/>
              <a:t>-&gt;work</a:t>
            </a:r>
            <a:endParaRPr lang="zh-CN" altLang="en-US" sz="2000" dirty="0"/>
          </a:p>
          <a:p>
            <a:pPr>
              <a:lnSpc>
                <a:spcPct val="150000"/>
              </a:lnSpc>
              <a:buClr>
                <a:srgbClr val="C00000"/>
              </a:buClr>
              <a:buFont typeface="Wingdings" pitchFamily="2" charset="2"/>
              <a:buChar char="u"/>
            </a:pPr>
            <a:r>
              <a:rPr lang="zh-CN" altLang="en-US" sz="2000" dirty="0"/>
              <a:t>举个例子来说，如果我们想改变</a:t>
            </a:r>
            <a:r>
              <a:rPr lang="en-US" altLang="zh-CN" sz="2000" dirty="0"/>
              <a:t>ARR</a:t>
            </a:r>
            <a:r>
              <a:rPr lang="zh-CN" altLang="en-US" sz="2000" dirty="0"/>
              <a:t>寄存器中的值，但是当前的定时还没有结束，在这时如果未设置影子寄存器，那么设定的值会立即生效。而如果设置了影子寄存器，那么新的值会在当前计数周期结束之后生效。</a:t>
            </a:r>
          </a:p>
          <a:p>
            <a:pPr>
              <a:lnSpc>
                <a:spcPct val="150000"/>
              </a:lnSpc>
              <a:buClr>
                <a:srgbClr val="C00000"/>
              </a:buClr>
              <a:buFont typeface="Wingdings" pitchFamily="2" charset="2"/>
              <a:buChar char="u"/>
            </a:pPr>
            <a:endParaRPr lang="zh-CN" altLang="en-US" sz="2000" dirty="0"/>
          </a:p>
        </p:txBody>
      </p:sp>
      <p:pic>
        <p:nvPicPr>
          <p:cNvPr id="89089" name="Picture 1"/>
          <p:cNvPicPr>
            <a:picLocks noChangeAspect="1" noChangeArrowheads="1"/>
          </p:cNvPicPr>
          <p:nvPr/>
        </p:nvPicPr>
        <p:blipFill>
          <a:blip r:embed="rId2"/>
          <a:srcRect/>
          <a:stretch>
            <a:fillRect/>
          </a:stretch>
        </p:blipFill>
        <p:spPr bwMode="auto">
          <a:xfrm>
            <a:off x="1602436" y="4627887"/>
            <a:ext cx="8315325" cy="1838325"/>
          </a:xfrm>
          <a:prstGeom prst="rect">
            <a:avLst/>
          </a:prstGeom>
          <a:noFill/>
          <a:ln w="9525">
            <a:noFill/>
            <a:miter lim="800000"/>
            <a:headEnd/>
            <a:tailEnd/>
          </a:ln>
          <a:effectLst/>
        </p:spPr>
      </p:pic>
      <mc:AlternateContent xmlns:mc="http://schemas.openxmlformats.org/markup-compatibility/2006">
        <mc:Choice xmlns:p14="http://schemas.microsoft.com/office/powerpoint/2010/main" Requires="p14">
          <p:contentPart p14:bwMode="auto" r:id="rId3">
            <p14:nvContentPartPr>
              <p14:cNvPr id="2" name="墨迹 1">
                <a:extLst>
                  <a:ext uri="{FF2B5EF4-FFF2-40B4-BE49-F238E27FC236}">
                    <a16:creationId xmlns:a16="http://schemas.microsoft.com/office/drawing/2014/main" id="{17CD82B0-B657-5CCB-DDF8-F208A38B5D48}"/>
                  </a:ext>
                </a:extLst>
              </p14:cNvPr>
              <p14:cNvContentPartPr/>
              <p14:nvPr/>
            </p14:nvContentPartPr>
            <p14:xfrm>
              <a:off x="5486169" y="890880"/>
              <a:ext cx="3588840" cy="360"/>
            </p14:xfrm>
          </p:contentPart>
        </mc:Choice>
        <mc:Fallback>
          <p:pic>
            <p:nvPicPr>
              <p:cNvPr id="2" name="墨迹 1">
                <a:extLst>
                  <a:ext uri="{FF2B5EF4-FFF2-40B4-BE49-F238E27FC236}">
                    <a16:creationId xmlns:a16="http://schemas.microsoft.com/office/drawing/2014/main" id="{17CD82B0-B657-5CCB-DDF8-F208A38B5D48}"/>
                  </a:ext>
                </a:extLst>
              </p:cNvPr>
              <p:cNvPicPr/>
              <p:nvPr/>
            </p:nvPicPr>
            <p:blipFill>
              <a:blip r:embed="rId4"/>
              <a:stretch>
                <a:fillRect/>
              </a:stretch>
            </p:blipFill>
            <p:spPr>
              <a:xfrm>
                <a:off x="5468529" y="872880"/>
                <a:ext cx="36244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墨迹 3">
                <a:extLst>
                  <a:ext uri="{FF2B5EF4-FFF2-40B4-BE49-F238E27FC236}">
                    <a16:creationId xmlns:a16="http://schemas.microsoft.com/office/drawing/2014/main" id="{1432F45F-CF5B-AF3C-AB32-07E10AE432E6}"/>
                  </a:ext>
                </a:extLst>
              </p14:cNvPr>
              <p14:cNvContentPartPr/>
              <p14:nvPr/>
            </p14:nvContentPartPr>
            <p14:xfrm>
              <a:off x="2942409" y="2561280"/>
              <a:ext cx="5340240" cy="360"/>
            </p14:xfrm>
          </p:contentPart>
        </mc:Choice>
        <mc:Fallback>
          <p:pic>
            <p:nvPicPr>
              <p:cNvPr id="4" name="墨迹 3">
                <a:extLst>
                  <a:ext uri="{FF2B5EF4-FFF2-40B4-BE49-F238E27FC236}">
                    <a16:creationId xmlns:a16="http://schemas.microsoft.com/office/drawing/2014/main" id="{1432F45F-CF5B-AF3C-AB32-07E10AE432E6}"/>
                  </a:ext>
                </a:extLst>
              </p:cNvPr>
              <p:cNvPicPr/>
              <p:nvPr/>
            </p:nvPicPr>
            <p:blipFill>
              <a:blip r:embed="rId6"/>
              <a:stretch>
                <a:fillRect/>
              </a:stretch>
            </p:blipFill>
            <p:spPr>
              <a:xfrm>
                <a:off x="2888409" y="2453280"/>
                <a:ext cx="54478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墨迹 4">
                <a:extLst>
                  <a:ext uri="{FF2B5EF4-FFF2-40B4-BE49-F238E27FC236}">
                    <a16:creationId xmlns:a16="http://schemas.microsoft.com/office/drawing/2014/main" id="{4FEEC009-0E5A-E892-B807-C8E6CCEE62C9}"/>
                  </a:ext>
                </a:extLst>
              </p14:cNvPr>
              <p14:cNvContentPartPr/>
              <p14:nvPr/>
            </p14:nvContentPartPr>
            <p14:xfrm>
              <a:off x="10533009" y="2542560"/>
              <a:ext cx="844200" cy="48240"/>
            </p14:xfrm>
          </p:contentPart>
        </mc:Choice>
        <mc:Fallback>
          <p:pic>
            <p:nvPicPr>
              <p:cNvPr id="5" name="墨迹 4">
                <a:extLst>
                  <a:ext uri="{FF2B5EF4-FFF2-40B4-BE49-F238E27FC236}">
                    <a16:creationId xmlns:a16="http://schemas.microsoft.com/office/drawing/2014/main" id="{4FEEC009-0E5A-E892-B807-C8E6CCEE62C9}"/>
                  </a:ext>
                </a:extLst>
              </p:cNvPr>
              <p:cNvPicPr/>
              <p:nvPr/>
            </p:nvPicPr>
            <p:blipFill>
              <a:blip r:embed="rId8"/>
              <a:stretch>
                <a:fillRect/>
              </a:stretch>
            </p:blipFill>
            <p:spPr>
              <a:xfrm>
                <a:off x="10479369" y="2434560"/>
                <a:ext cx="95184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墨迹 5">
                <a:extLst>
                  <a:ext uri="{FF2B5EF4-FFF2-40B4-BE49-F238E27FC236}">
                    <a16:creationId xmlns:a16="http://schemas.microsoft.com/office/drawing/2014/main" id="{1D9F7D3A-4631-1FFF-9023-DE1A5D5E9731}"/>
                  </a:ext>
                </a:extLst>
              </p14:cNvPr>
              <p14:cNvContentPartPr/>
              <p14:nvPr/>
            </p14:nvContentPartPr>
            <p14:xfrm>
              <a:off x="632649" y="3032160"/>
              <a:ext cx="2356560" cy="45360"/>
            </p14:xfrm>
          </p:contentPart>
        </mc:Choice>
        <mc:Fallback>
          <p:pic>
            <p:nvPicPr>
              <p:cNvPr id="6" name="墨迹 5">
                <a:extLst>
                  <a:ext uri="{FF2B5EF4-FFF2-40B4-BE49-F238E27FC236}">
                    <a16:creationId xmlns:a16="http://schemas.microsoft.com/office/drawing/2014/main" id="{1D9F7D3A-4631-1FFF-9023-DE1A5D5E9731}"/>
                  </a:ext>
                </a:extLst>
              </p:cNvPr>
              <p:cNvPicPr/>
              <p:nvPr/>
            </p:nvPicPr>
            <p:blipFill>
              <a:blip r:embed="rId10"/>
              <a:stretch>
                <a:fillRect/>
              </a:stretch>
            </p:blipFill>
            <p:spPr>
              <a:xfrm>
                <a:off x="579009" y="2924160"/>
                <a:ext cx="246420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墨迹 6">
                <a:extLst>
                  <a:ext uri="{FF2B5EF4-FFF2-40B4-BE49-F238E27FC236}">
                    <a16:creationId xmlns:a16="http://schemas.microsoft.com/office/drawing/2014/main" id="{CA00314C-84D3-8C8F-81A5-5489773661D9}"/>
                  </a:ext>
                </a:extLst>
              </p14:cNvPr>
              <p14:cNvContentPartPr/>
              <p14:nvPr/>
            </p14:nvContentPartPr>
            <p14:xfrm>
              <a:off x="6845889" y="3657120"/>
              <a:ext cx="4101120" cy="36360"/>
            </p14:xfrm>
          </p:contentPart>
        </mc:Choice>
        <mc:Fallback>
          <p:pic>
            <p:nvPicPr>
              <p:cNvPr id="7" name="墨迹 6">
                <a:extLst>
                  <a:ext uri="{FF2B5EF4-FFF2-40B4-BE49-F238E27FC236}">
                    <a16:creationId xmlns:a16="http://schemas.microsoft.com/office/drawing/2014/main" id="{CA00314C-84D3-8C8F-81A5-5489773661D9}"/>
                  </a:ext>
                </a:extLst>
              </p:cNvPr>
              <p:cNvPicPr/>
              <p:nvPr/>
            </p:nvPicPr>
            <p:blipFill>
              <a:blip r:embed="rId12"/>
              <a:stretch>
                <a:fillRect/>
              </a:stretch>
            </p:blipFill>
            <p:spPr>
              <a:xfrm>
                <a:off x="6828249" y="3639480"/>
                <a:ext cx="41367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墨迹 8">
                <a:extLst>
                  <a:ext uri="{FF2B5EF4-FFF2-40B4-BE49-F238E27FC236}">
                    <a16:creationId xmlns:a16="http://schemas.microsoft.com/office/drawing/2014/main" id="{4173AED2-B8FF-669A-1B5A-F442F64C205A}"/>
                  </a:ext>
                </a:extLst>
              </p14:cNvPr>
              <p14:cNvContentPartPr/>
              <p14:nvPr/>
            </p14:nvContentPartPr>
            <p14:xfrm>
              <a:off x="2713809" y="3433920"/>
              <a:ext cx="8699760" cy="25200"/>
            </p14:xfrm>
          </p:contentPart>
        </mc:Choice>
        <mc:Fallback>
          <p:pic>
            <p:nvPicPr>
              <p:cNvPr id="9" name="墨迹 8">
                <a:extLst>
                  <a:ext uri="{FF2B5EF4-FFF2-40B4-BE49-F238E27FC236}">
                    <a16:creationId xmlns:a16="http://schemas.microsoft.com/office/drawing/2014/main" id="{4173AED2-B8FF-669A-1B5A-F442F64C205A}"/>
                  </a:ext>
                </a:extLst>
              </p:cNvPr>
              <p:cNvPicPr/>
              <p:nvPr/>
            </p:nvPicPr>
            <p:blipFill>
              <a:blip r:embed="rId14"/>
              <a:stretch>
                <a:fillRect/>
              </a:stretch>
            </p:blipFill>
            <p:spPr>
              <a:xfrm>
                <a:off x="2659809" y="3325920"/>
                <a:ext cx="880740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墨迹 9">
                <a:extLst>
                  <a:ext uri="{FF2B5EF4-FFF2-40B4-BE49-F238E27FC236}">
                    <a16:creationId xmlns:a16="http://schemas.microsoft.com/office/drawing/2014/main" id="{690191AA-28B6-3D24-C0A3-6618D3A2CA3A}"/>
                  </a:ext>
                </a:extLst>
              </p14:cNvPr>
              <p14:cNvContentPartPr/>
              <p14:nvPr/>
            </p14:nvContentPartPr>
            <p14:xfrm>
              <a:off x="761889" y="3922800"/>
              <a:ext cx="4988880" cy="10440"/>
            </p14:xfrm>
          </p:contentPart>
        </mc:Choice>
        <mc:Fallback>
          <p:pic>
            <p:nvPicPr>
              <p:cNvPr id="10" name="墨迹 9">
                <a:extLst>
                  <a:ext uri="{FF2B5EF4-FFF2-40B4-BE49-F238E27FC236}">
                    <a16:creationId xmlns:a16="http://schemas.microsoft.com/office/drawing/2014/main" id="{690191AA-28B6-3D24-C0A3-6618D3A2CA3A}"/>
                  </a:ext>
                </a:extLst>
              </p:cNvPr>
              <p:cNvPicPr/>
              <p:nvPr/>
            </p:nvPicPr>
            <p:blipFill>
              <a:blip r:embed="rId16"/>
              <a:stretch>
                <a:fillRect/>
              </a:stretch>
            </p:blipFill>
            <p:spPr>
              <a:xfrm>
                <a:off x="707889" y="3814800"/>
                <a:ext cx="509652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1" name="墨迹 10">
                <a:extLst>
                  <a:ext uri="{FF2B5EF4-FFF2-40B4-BE49-F238E27FC236}">
                    <a16:creationId xmlns:a16="http://schemas.microsoft.com/office/drawing/2014/main" id="{97416AE4-B607-6E01-2429-2B7703F4F223}"/>
                  </a:ext>
                </a:extLst>
              </p14:cNvPr>
              <p14:cNvContentPartPr/>
              <p14:nvPr/>
            </p14:nvContentPartPr>
            <p14:xfrm>
              <a:off x="6054969" y="3931800"/>
              <a:ext cx="5171400" cy="30960"/>
            </p14:xfrm>
          </p:contentPart>
        </mc:Choice>
        <mc:Fallback>
          <p:pic>
            <p:nvPicPr>
              <p:cNvPr id="11" name="墨迹 10">
                <a:extLst>
                  <a:ext uri="{FF2B5EF4-FFF2-40B4-BE49-F238E27FC236}">
                    <a16:creationId xmlns:a16="http://schemas.microsoft.com/office/drawing/2014/main" id="{97416AE4-B607-6E01-2429-2B7703F4F223}"/>
                  </a:ext>
                </a:extLst>
              </p:cNvPr>
              <p:cNvPicPr/>
              <p:nvPr/>
            </p:nvPicPr>
            <p:blipFill>
              <a:blip r:embed="rId18"/>
              <a:stretch>
                <a:fillRect/>
              </a:stretch>
            </p:blipFill>
            <p:spPr>
              <a:xfrm>
                <a:off x="6000969" y="3823800"/>
                <a:ext cx="527904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2" name="墨迹 11">
                <a:extLst>
                  <a:ext uri="{FF2B5EF4-FFF2-40B4-BE49-F238E27FC236}">
                    <a16:creationId xmlns:a16="http://schemas.microsoft.com/office/drawing/2014/main" id="{A9350695-6150-2976-E097-8AF96F2823D3}"/>
                  </a:ext>
                </a:extLst>
              </p14:cNvPr>
              <p14:cNvContentPartPr/>
              <p14:nvPr/>
            </p14:nvContentPartPr>
            <p14:xfrm>
              <a:off x="708969" y="4395120"/>
              <a:ext cx="2507040" cy="12960"/>
            </p14:xfrm>
          </p:contentPart>
        </mc:Choice>
        <mc:Fallback>
          <p:pic>
            <p:nvPicPr>
              <p:cNvPr id="12" name="墨迹 11">
                <a:extLst>
                  <a:ext uri="{FF2B5EF4-FFF2-40B4-BE49-F238E27FC236}">
                    <a16:creationId xmlns:a16="http://schemas.microsoft.com/office/drawing/2014/main" id="{A9350695-6150-2976-E097-8AF96F2823D3}"/>
                  </a:ext>
                </a:extLst>
              </p:cNvPr>
              <p:cNvPicPr/>
              <p:nvPr/>
            </p:nvPicPr>
            <p:blipFill>
              <a:blip r:embed="rId20"/>
              <a:stretch>
                <a:fillRect/>
              </a:stretch>
            </p:blipFill>
            <p:spPr>
              <a:xfrm>
                <a:off x="654969" y="4287120"/>
                <a:ext cx="261468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墨迹 12">
                <a:extLst>
                  <a:ext uri="{FF2B5EF4-FFF2-40B4-BE49-F238E27FC236}">
                    <a16:creationId xmlns:a16="http://schemas.microsoft.com/office/drawing/2014/main" id="{B1D051B4-4557-7AB9-F478-289B89C0A6FC}"/>
                  </a:ext>
                </a:extLst>
              </p14:cNvPr>
              <p14:cNvContentPartPr/>
              <p14:nvPr/>
            </p14:nvContentPartPr>
            <p14:xfrm>
              <a:off x="3405729" y="4140240"/>
              <a:ext cx="457560" cy="401760"/>
            </p14:xfrm>
          </p:contentPart>
        </mc:Choice>
        <mc:Fallback>
          <p:pic>
            <p:nvPicPr>
              <p:cNvPr id="13" name="墨迹 12">
                <a:extLst>
                  <a:ext uri="{FF2B5EF4-FFF2-40B4-BE49-F238E27FC236}">
                    <a16:creationId xmlns:a16="http://schemas.microsoft.com/office/drawing/2014/main" id="{B1D051B4-4557-7AB9-F478-289B89C0A6FC}"/>
                  </a:ext>
                </a:extLst>
              </p:cNvPr>
              <p:cNvPicPr/>
              <p:nvPr/>
            </p:nvPicPr>
            <p:blipFill>
              <a:blip r:embed="rId22"/>
              <a:stretch>
                <a:fillRect/>
              </a:stretch>
            </p:blipFill>
            <p:spPr>
              <a:xfrm>
                <a:off x="3388089" y="4122600"/>
                <a:ext cx="493200" cy="4374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75388" y="1499825"/>
            <a:ext cx="10901265" cy="1754326"/>
          </a:xfrm>
          <a:prstGeom prst="rect">
            <a:avLst/>
          </a:prstGeom>
        </p:spPr>
        <p:txBody>
          <a:bodyPr wrap="square">
            <a:spAutoFit/>
          </a:bodyPr>
          <a:lstStyle/>
          <a:p>
            <a:pPr>
              <a:lnSpc>
                <a:spcPct val="150000"/>
              </a:lnSpc>
              <a:buClr>
                <a:srgbClr val="C00000"/>
              </a:buClr>
              <a:buFont typeface="Wingdings" pitchFamily="2" charset="2"/>
              <a:buChar char="u"/>
            </a:pPr>
            <a:r>
              <a:rPr lang="zh-CN" altLang="en-US" sz="2400" dirty="0"/>
              <a:t>时基单元包含：</a:t>
            </a:r>
            <a:r>
              <a:rPr lang="zh-CN" altLang="en-US" sz="2400" b="1" dirty="0"/>
              <a:t>计数器寄存器（</a:t>
            </a:r>
            <a:r>
              <a:rPr lang="en-US" altLang="zh-CN" sz="2400" b="1" dirty="0" err="1"/>
              <a:t>TIMx_CNT</a:t>
            </a:r>
            <a:r>
              <a:rPr lang="zh-CN" altLang="en-US" sz="2400" b="1" dirty="0"/>
              <a:t>）、预分频器寄存器（</a:t>
            </a:r>
            <a:r>
              <a:rPr lang="en-US" altLang="zh-CN" sz="2400" b="1" dirty="0" err="1"/>
              <a:t>TIMx_PSC</a:t>
            </a:r>
            <a:r>
              <a:rPr lang="zh-CN" altLang="en-US" sz="2400" b="1" dirty="0"/>
              <a:t>）、自动装载寄存器（</a:t>
            </a:r>
            <a:r>
              <a:rPr lang="en-US" altLang="zh-CN" sz="2400" b="1" dirty="0" err="1"/>
              <a:t>TIMx_ARR</a:t>
            </a:r>
            <a:r>
              <a:rPr lang="zh-CN" altLang="en-US" sz="2400" b="1" dirty="0"/>
              <a:t>）三部分。这三部分可以由软件进行读</a:t>
            </a:r>
            <a:r>
              <a:rPr lang="en-US" altLang="zh-CN" sz="2400" b="1" dirty="0"/>
              <a:t>/</a:t>
            </a:r>
            <a:r>
              <a:rPr lang="zh-CN" altLang="en-US" sz="2400" b="1" dirty="0"/>
              <a:t>写操作，在计数器运行时仍可以读</a:t>
            </a:r>
            <a:r>
              <a:rPr lang="en-US" altLang="zh-CN" sz="2400" b="1" dirty="0"/>
              <a:t>/</a:t>
            </a:r>
            <a:r>
              <a:rPr lang="zh-CN" altLang="en-US" sz="2400" b="1" dirty="0"/>
              <a:t>写。</a:t>
            </a:r>
            <a:endParaRPr lang="zh-CN" altLang="en-US" sz="2400" dirty="0"/>
          </a:p>
        </p:txBody>
      </p:sp>
      <p:cxnSp>
        <p:nvCxnSpPr>
          <p:cNvPr id="3" name="直接连接符 2"/>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81135" y="755779"/>
            <a:ext cx="6186196" cy="523220"/>
          </a:xfrm>
          <a:prstGeom prst="rect">
            <a:avLst/>
          </a:prstGeom>
          <a:noFill/>
        </p:spPr>
        <p:txBody>
          <a:bodyPr wrap="square" rtlCol="0">
            <a:spAutoFit/>
          </a:bodyPr>
          <a:lstStyle/>
          <a:p>
            <a:r>
              <a:rPr lang="en-US" altLang="zh-CN" sz="2800" b="1" dirty="0">
                <a:solidFill>
                  <a:srgbClr val="14529E"/>
                </a:solidFill>
              </a:rPr>
              <a:t>8.3.4 </a:t>
            </a:r>
            <a:r>
              <a:rPr lang="zh-CN" altLang="en-US" sz="2800" b="1" dirty="0">
                <a:solidFill>
                  <a:srgbClr val="14529E"/>
                </a:solidFill>
              </a:rPr>
              <a:t>计数器模式</a:t>
            </a:r>
          </a:p>
        </p:txBody>
      </p:sp>
      <p:pic>
        <p:nvPicPr>
          <p:cNvPr id="90116" name="Picture 4" descr="https://img-blog.csdnimg.cn/20191227104651200.png?x-oss-process=image/watermark,type_ZmFuZ3poZW5naGVpdGk,shadow_10,text_aHR0cHM6Ly9ibG9nLmNzZG4ubmV0L3FxXzMzNTU5OTky,size_16,color_FFFFFF,t_70"/>
          <p:cNvPicPr>
            <a:picLocks noChangeAspect="1" noChangeArrowheads="1"/>
          </p:cNvPicPr>
          <p:nvPr/>
        </p:nvPicPr>
        <p:blipFill>
          <a:blip r:embed="rId3"/>
          <a:srcRect/>
          <a:stretch>
            <a:fillRect/>
          </a:stretch>
        </p:blipFill>
        <p:spPr bwMode="auto">
          <a:xfrm>
            <a:off x="1293910" y="3500372"/>
            <a:ext cx="8410575" cy="192405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4088" y="650739"/>
            <a:ext cx="10901265" cy="4708981"/>
          </a:xfrm>
          <a:prstGeom prst="rect">
            <a:avLst/>
          </a:prstGeom>
        </p:spPr>
        <p:txBody>
          <a:bodyPr wrap="square">
            <a:spAutoFit/>
          </a:bodyPr>
          <a:lstStyle/>
          <a:p>
            <a:pPr>
              <a:lnSpc>
                <a:spcPct val="150000"/>
              </a:lnSpc>
              <a:buClr>
                <a:srgbClr val="C00000"/>
              </a:buClr>
              <a:buFont typeface="Wingdings" pitchFamily="2" charset="2"/>
              <a:buChar char="u"/>
            </a:pPr>
            <a:r>
              <a:rPr lang="zh-CN" altLang="en-US" sz="2000" dirty="0"/>
              <a:t>   自动装载寄存器是预先装载的，写或读自动重装载寄存器将访问预装载寄存器。根据在</a:t>
            </a:r>
            <a:r>
              <a:rPr lang="en-US" altLang="zh-CN" sz="2000" dirty="0"/>
              <a:t>TIMx_CR1 </a:t>
            </a:r>
            <a:r>
              <a:rPr lang="zh-CN" altLang="en-US" sz="2000" dirty="0"/>
              <a:t>寄存器中的自动装载预装载使能位</a:t>
            </a:r>
            <a:r>
              <a:rPr lang="en-US" altLang="zh-CN" sz="2000" dirty="0"/>
              <a:t>(ARPE)</a:t>
            </a:r>
            <a:r>
              <a:rPr lang="zh-CN" altLang="en-US" sz="2000" dirty="0"/>
              <a:t>的设置，预装载寄存器的内容被立即或在每次的更新事件</a:t>
            </a:r>
            <a:r>
              <a:rPr lang="en-US" altLang="zh-CN" sz="2000" dirty="0"/>
              <a:t>UEV</a:t>
            </a:r>
            <a:r>
              <a:rPr lang="zh-CN" altLang="en-US" sz="2000" dirty="0"/>
              <a:t>时传送到影子寄存器。当计数器达到溢出条件</a:t>
            </a:r>
            <a:r>
              <a:rPr lang="en-US" altLang="zh-CN" sz="2000" dirty="0"/>
              <a:t>(</a:t>
            </a:r>
            <a:r>
              <a:rPr lang="zh-CN" altLang="en-US" sz="2000" dirty="0"/>
              <a:t>向下计数时的下溢条件</a:t>
            </a:r>
            <a:r>
              <a:rPr lang="en-US" altLang="zh-CN" sz="2000" dirty="0"/>
              <a:t>)</a:t>
            </a:r>
            <a:r>
              <a:rPr lang="zh-CN" altLang="en-US" sz="2000" dirty="0"/>
              <a:t>并当</a:t>
            </a:r>
            <a:r>
              <a:rPr lang="en-US" altLang="zh-CN" sz="2000" dirty="0"/>
              <a:t>TIMx_CR1 </a:t>
            </a:r>
            <a:r>
              <a:rPr lang="zh-CN" altLang="en-US" sz="2000" dirty="0"/>
              <a:t>寄存器中的</a:t>
            </a:r>
            <a:r>
              <a:rPr lang="en-US" altLang="zh-CN" sz="2000" b="1" dirty="0">
                <a:solidFill>
                  <a:srgbClr val="C00000"/>
                </a:solidFill>
              </a:rPr>
              <a:t>UDIS</a:t>
            </a:r>
            <a:r>
              <a:rPr lang="zh-CN" altLang="en-US" sz="2000" b="1" dirty="0">
                <a:solidFill>
                  <a:srgbClr val="C00000"/>
                </a:solidFill>
              </a:rPr>
              <a:t>位等于’</a:t>
            </a:r>
            <a:r>
              <a:rPr lang="en-US" altLang="zh-CN" sz="2000" b="1" dirty="0">
                <a:solidFill>
                  <a:srgbClr val="C00000"/>
                </a:solidFill>
              </a:rPr>
              <a:t>0’</a:t>
            </a:r>
            <a:r>
              <a:rPr lang="zh-CN" altLang="en-US" sz="2000" b="1" dirty="0">
                <a:solidFill>
                  <a:srgbClr val="C00000"/>
                </a:solidFill>
              </a:rPr>
              <a:t>时</a:t>
            </a:r>
            <a:r>
              <a:rPr lang="zh-CN" altLang="en-US" sz="2000" dirty="0"/>
              <a:t>，产生更新事件。</a:t>
            </a:r>
          </a:p>
          <a:p>
            <a:pPr>
              <a:lnSpc>
                <a:spcPct val="150000"/>
              </a:lnSpc>
              <a:buClr>
                <a:srgbClr val="C00000"/>
              </a:buClr>
              <a:buFont typeface="Wingdings" pitchFamily="2" charset="2"/>
              <a:buChar char="u"/>
            </a:pPr>
            <a:r>
              <a:rPr lang="zh-CN" altLang="en-US" sz="2000" dirty="0"/>
              <a:t>   计数器由预分频器的时钟输出</a:t>
            </a:r>
            <a:r>
              <a:rPr lang="en-US" altLang="zh-CN" sz="2000" dirty="0"/>
              <a:t>CK_CNT</a:t>
            </a:r>
            <a:r>
              <a:rPr lang="zh-CN" altLang="en-US" sz="2000" dirty="0"/>
              <a:t>驱动，仅当设置了计数器</a:t>
            </a:r>
            <a:r>
              <a:rPr lang="en-US" altLang="zh-CN" sz="2000" dirty="0"/>
              <a:t>TIMx_CR1 </a:t>
            </a:r>
            <a:r>
              <a:rPr lang="zh-CN" altLang="en-US" sz="2000" dirty="0"/>
              <a:t>寄存器中的计数器使能位</a:t>
            </a:r>
            <a:r>
              <a:rPr lang="en-US" altLang="zh-CN" sz="2000" dirty="0"/>
              <a:t>(CEN)</a:t>
            </a:r>
            <a:r>
              <a:rPr lang="zh-CN" altLang="en-US" sz="2000" dirty="0"/>
              <a:t>时， </a:t>
            </a:r>
            <a:r>
              <a:rPr lang="en-US" altLang="zh-CN" sz="2000" dirty="0"/>
              <a:t>CK_CNT</a:t>
            </a:r>
            <a:r>
              <a:rPr lang="zh-CN" altLang="en-US" sz="2000" dirty="0"/>
              <a:t>才有效。</a:t>
            </a:r>
            <a:br>
              <a:rPr lang="zh-CN" altLang="en-US" sz="2000" dirty="0"/>
            </a:br>
            <a:r>
              <a:rPr lang="zh-CN" altLang="en-US" sz="2000" b="1" dirty="0">
                <a:solidFill>
                  <a:srgbClr val="C00000"/>
                </a:solidFill>
              </a:rPr>
              <a:t>注：</a:t>
            </a:r>
            <a:r>
              <a:rPr lang="zh-CN" altLang="en-US" sz="2000" dirty="0"/>
              <a:t>真正的计数器使能信号</a:t>
            </a:r>
            <a:r>
              <a:rPr lang="en-US" altLang="zh-CN" sz="2000" dirty="0"/>
              <a:t>CNT_EN</a:t>
            </a:r>
            <a:r>
              <a:rPr lang="zh-CN" altLang="en-US" sz="2000" dirty="0"/>
              <a:t>是在</a:t>
            </a:r>
            <a:r>
              <a:rPr lang="en-US" altLang="zh-CN" sz="2000" dirty="0"/>
              <a:t>CEN</a:t>
            </a:r>
            <a:r>
              <a:rPr lang="zh-CN" altLang="en-US" sz="2000" dirty="0"/>
              <a:t>的一个时钟周期后被设置。</a:t>
            </a:r>
            <a:endParaRPr lang="en-US" altLang="zh-CN" sz="2000" dirty="0"/>
          </a:p>
          <a:p>
            <a:pPr>
              <a:lnSpc>
                <a:spcPct val="150000"/>
              </a:lnSpc>
              <a:buClr>
                <a:srgbClr val="C00000"/>
              </a:buClr>
              <a:buFont typeface="Wingdings" pitchFamily="2" charset="2"/>
              <a:buChar char="u"/>
            </a:pPr>
            <a:r>
              <a:rPr lang="zh-CN" altLang="en-US" sz="2000" dirty="0"/>
              <a:t>预分频器可以将计数器的时钟频率按</a:t>
            </a:r>
            <a:r>
              <a:rPr lang="en-US" altLang="zh-CN" sz="2000" dirty="0"/>
              <a:t>1 </a:t>
            </a:r>
            <a:r>
              <a:rPr lang="zh-CN" altLang="en-US" sz="2000" dirty="0"/>
              <a:t>到</a:t>
            </a:r>
            <a:r>
              <a:rPr lang="en-US" altLang="zh-CN" sz="2000" dirty="0"/>
              <a:t>65536</a:t>
            </a:r>
            <a:r>
              <a:rPr lang="zh-CN" altLang="en-US" sz="2000" dirty="0"/>
              <a:t>之间的任意值分频。它是基于一个</a:t>
            </a:r>
            <a:r>
              <a:rPr lang="en-US" altLang="zh-CN" sz="2000" dirty="0"/>
              <a:t>(</a:t>
            </a:r>
            <a:r>
              <a:rPr lang="zh-CN" altLang="en-US" sz="2000" dirty="0"/>
              <a:t>在</a:t>
            </a:r>
            <a:r>
              <a:rPr lang="en-US" altLang="zh-CN" sz="2000" dirty="0" err="1"/>
              <a:t>TIMx_PSC</a:t>
            </a:r>
            <a:r>
              <a:rPr lang="zh-CN" altLang="en-US" sz="2000" dirty="0"/>
              <a:t>寄存器中的</a:t>
            </a:r>
            <a:r>
              <a:rPr lang="en-US" altLang="zh-CN" sz="2000" dirty="0"/>
              <a:t>)16</a:t>
            </a:r>
            <a:r>
              <a:rPr lang="zh-CN" altLang="en-US" sz="2000" dirty="0"/>
              <a:t>位寄存器控制的</a:t>
            </a:r>
            <a:r>
              <a:rPr lang="en-US" altLang="zh-CN" sz="2000" dirty="0"/>
              <a:t>16</a:t>
            </a:r>
            <a:r>
              <a:rPr lang="zh-CN" altLang="en-US" sz="2000" dirty="0"/>
              <a:t>位计数器。</a:t>
            </a:r>
            <a:r>
              <a:rPr lang="zh-CN" altLang="en-US" sz="2000" b="1" dirty="0">
                <a:solidFill>
                  <a:srgbClr val="C00000"/>
                </a:solidFill>
              </a:rPr>
              <a:t>这个控制寄存器带有缓冲器，它能够在工作时被改变。新的预分频器参数在下一次更新事件到来时被采用。</a:t>
            </a:r>
          </a:p>
        </p:txBody>
      </p:sp>
      <mc:AlternateContent xmlns:mc="http://schemas.openxmlformats.org/markup-compatibility/2006">
        <mc:Choice xmlns:p14="http://schemas.microsoft.com/office/powerpoint/2010/main" Requires="p14">
          <p:contentPart p14:bwMode="auto" r:id="rId2">
            <p14:nvContentPartPr>
              <p14:cNvPr id="5" name="墨迹 4">
                <a:extLst>
                  <a:ext uri="{FF2B5EF4-FFF2-40B4-BE49-F238E27FC236}">
                    <a16:creationId xmlns:a16="http://schemas.microsoft.com/office/drawing/2014/main" id="{70F8E0E9-062C-2D70-9105-1A17FC62424D}"/>
                  </a:ext>
                </a:extLst>
              </p14:cNvPr>
              <p14:cNvContentPartPr/>
              <p14:nvPr/>
            </p14:nvContentPartPr>
            <p14:xfrm>
              <a:off x="4882449" y="602160"/>
              <a:ext cx="4995000" cy="558720"/>
            </p14:xfrm>
          </p:contentPart>
        </mc:Choice>
        <mc:Fallback>
          <p:pic>
            <p:nvPicPr>
              <p:cNvPr id="5" name="墨迹 4">
                <a:extLst>
                  <a:ext uri="{FF2B5EF4-FFF2-40B4-BE49-F238E27FC236}">
                    <a16:creationId xmlns:a16="http://schemas.microsoft.com/office/drawing/2014/main" id="{70F8E0E9-062C-2D70-9105-1A17FC62424D}"/>
                  </a:ext>
                </a:extLst>
              </p:cNvPr>
              <p:cNvPicPr/>
              <p:nvPr/>
            </p:nvPicPr>
            <p:blipFill>
              <a:blip r:embed="rId3"/>
              <a:stretch>
                <a:fillRect/>
              </a:stretch>
            </p:blipFill>
            <p:spPr>
              <a:xfrm>
                <a:off x="4864449" y="584520"/>
                <a:ext cx="5030640" cy="594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墨迹 6">
                <a:extLst>
                  <a:ext uri="{FF2B5EF4-FFF2-40B4-BE49-F238E27FC236}">
                    <a16:creationId xmlns:a16="http://schemas.microsoft.com/office/drawing/2014/main" id="{FEBA7A30-F571-E4DD-3426-48CD950E6460}"/>
                  </a:ext>
                </a:extLst>
              </p14:cNvPr>
              <p14:cNvContentPartPr/>
              <p14:nvPr/>
            </p14:nvContentPartPr>
            <p14:xfrm>
              <a:off x="2010369" y="1506120"/>
              <a:ext cx="5475240" cy="93960"/>
            </p14:xfrm>
          </p:contentPart>
        </mc:Choice>
        <mc:Fallback>
          <p:pic>
            <p:nvPicPr>
              <p:cNvPr id="7" name="墨迹 6">
                <a:extLst>
                  <a:ext uri="{FF2B5EF4-FFF2-40B4-BE49-F238E27FC236}">
                    <a16:creationId xmlns:a16="http://schemas.microsoft.com/office/drawing/2014/main" id="{FEBA7A30-F571-E4DD-3426-48CD950E6460}"/>
                  </a:ext>
                </a:extLst>
              </p:cNvPr>
              <p:cNvPicPr/>
              <p:nvPr/>
            </p:nvPicPr>
            <p:blipFill>
              <a:blip r:embed="rId5"/>
              <a:stretch>
                <a:fillRect/>
              </a:stretch>
            </p:blipFill>
            <p:spPr>
              <a:xfrm>
                <a:off x="1992369" y="1488480"/>
                <a:ext cx="551088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墨迹 8">
                <a:extLst>
                  <a:ext uri="{FF2B5EF4-FFF2-40B4-BE49-F238E27FC236}">
                    <a16:creationId xmlns:a16="http://schemas.microsoft.com/office/drawing/2014/main" id="{0555DAC9-30B9-B2A2-FF9D-00DA13DAC196}"/>
                  </a:ext>
                </a:extLst>
              </p14:cNvPr>
              <p14:cNvContentPartPr/>
              <p14:nvPr/>
            </p14:nvContentPartPr>
            <p14:xfrm>
              <a:off x="7743009" y="1547160"/>
              <a:ext cx="3523680" cy="48600"/>
            </p14:xfrm>
          </p:contentPart>
        </mc:Choice>
        <mc:Fallback>
          <p:pic>
            <p:nvPicPr>
              <p:cNvPr id="9" name="墨迹 8">
                <a:extLst>
                  <a:ext uri="{FF2B5EF4-FFF2-40B4-BE49-F238E27FC236}">
                    <a16:creationId xmlns:a16="http://schemas.microsoft.com/office/drawing/2014/main" id="{0555DAC9-30B9-B2A2-FF9D-00DA13DAC196}"/>
                  </a:ext>
                </a:extLst>
              </p:cNvPr>
              <p:cNvPicPr/>
              <p:nvPr/>
            </p:nvPicPr>
            <p:blipFill>
              <a:blip r:embed="rId7"/>
              <a:stretch>
                <a:fillRect/>
              </a:stretch>
            </p:blipFill>
            <p:spPr>
              <a:xfrm>
                <a:off x="7725009" y="1529160"/>
                <a:ext cx="355932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墨迹 12">
                <a:extLst>
                  <a:ext uri="{FF2B5EF4-FFF2-40B4-BE49-F238E27FC236}">
                    <a16:creationId xmlns:a16="http://schemas.microsoft.com/office/drawing/2014/main" id="{775ED11D-7EFA-DA87-C016-9E822BF54C7E}"/>
                  </a:ext>
                </a:extLst>
              </p14:cNvPr>
              <p14:cNvContentPartPr/>
              <p14:nvPr/>
            </p14:nvContentPartPr>
            <p14:xfrm>
              <a:off x="5527209" y="2033520"/>
              <a:ext cx="5761080" cy="42840"/>
            </p14:xfrm>
          </p:contentPart>
        </mc:Choice>
        <mc:Fallback>
          <p:pic>
            <p:nvPicPr>
              <p:cNvPr id="13" name="墨迹 12">
                <a:extLst>
                  <a:ext uri="{FF2B5EF4-FFF2-40B4-BE49-F238E27FC236}">
                    <a16:creationId xmlns:a16="http://schemas.microsoft.com/office/drawing/2014/main" id="{775ED11D-7EFA-DA87-C016-9E822BF54C7E}"/>
                  </a:ext>
                </a:extLst>
              </p:cNvPr>
              <p:cNvPicPr/>
              <p:nvPr/>
            </p:nvPicPr>
            <p:blipFill>
              <a:blip r:embed="rId9"/>
              <a:stretch>
                <a:fillRect/>
              </a:stretch>
            </p:blipFill>
            <p:spPr>
              <a:xfrm>
                <a:off x="5509209" y="2015520"/>
                <a:ext cx="579672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墨迹 14">
                <a:extLst>
                  <a:ext uri="{FF2B5EF4-FFF2-40B4-BE49-F238E27FC236}">
                    <a16:creationId xmlns:a16="http://schemas.microsoft.com/office/drawing/2014/main" id="{4140C70B-2A6D-D6C5-B805-0EEEECF79FC8}"/>
                  </a:ext>
                </a:extLst>
              </p14:cNvPr>
              <p14:cNvContentPartPr/>
              <p14:nvPr/>
            </p14:nvContentPartPr>
            <p14:xfrm>
              <a:off x="2707689" y="2080320"/>
              <a:ext cx="4652640" cy="398880"/>
            </p14:xfrm>
          </p:contentPart>
        </mc:Choice>
        <mc:Fallback>
          <p:pic>
            <p:nvPicPr>
              <p:cNvPr id="15" name="墨迹 14">
                <a:extLst>
                  <a:ext uri="{FF2B5EF4-FFF2-40B4-BE49-F238E27FC236}">
                    <a16:creationId xmlns:a16="http://schemas.microsoft.com/office/drawing/2014/main" id="{4140C70B-2A6D-D6C5-B805-0EEEECF79FC8}"/>
                  </a:ext>
                </a:extLst>
              </p:cNvPr>
              <p:cNvPicPr/>
              <p:nvPr/>
            </p:nvPicPr>
            <p:blipFill>
              <a:blip r:embed="rId11"/>
              <a:stretch>
                <a:fillRect/>
              </a:stretch>
            </p:blipFill>
            <p:spPr>
              <a:xfrm>
                <a:off x="2690049" y="2062320"/>
                <a:ext cx="4688280" cy="434520"/>
              </a:xfrm>
              <a:prstGeom prst="rect">
                <a:avLst/>
              </a:prstGeom>
            </p:spPr>
          </p:pic>
        </mc:Fallback>
      </mc:AlternateContent>
      <p:grpSp>
        <p:nvGrpSpPr>
          <p:cNvPr id="18" name="组合 17">
            <a:extLst>
              <a:ext uri="{FF2B5EF4-FFF2-40B4-BE49-F238E27FC236}">
                <a16:creationId xmlns:a16="http://schemas.microsoft.com/office/drawing/2014/main" id="{1B70B3C2-D69E-A355-24A9-4BCE86901AE9}"/>
              </a:ext>
            </a:extLst>
          </p:cNvPr>
          <p:cNvGrpSpPr/>
          <p:nvPr/>
        </p:nvGrpSpPr>
        <p:grpSpPr>
          <a:xfrm>
            <a:off x="591969" y="1604760"/>
            <a:ext cx="7197480" cy="459360"/>
            <a:chOff x="591969" y="1604760"/>
            <a:chExt cx="7197480" cy="459360"/>
          </a:xfrm>
        </p:grpSpPr>
        <mc:AlternateContent xmlns:mc="http://schemas.openxmlformats.org/markup-compatibility/2006">
          <mc:Choice xmlns:p14="http://schemas.microsoft.com/office/powerpoint/2010/main" Requires="p14">
            <p:contentPart p14:bwMode="auto" r:id="rId12">
              <p14:nvContentPartPr>
                <p14:cNvPr id="10" name="墨迹 9">
                  <a:extLst>
                    <a:ext uri="{FF2B5EF4-FFF2-40B4-BE49-F238E27FC236}">
                      <a16:creationId xmlns:a16="http://schemas.microsoft.com/office/drawing/2014/main" id="{F89CC2D0-6E56-2472-8746-C0D5F9B93B72}"/>
                    </a:ext>
                  </a:extLst>
                </p14:cNvPr>
                <p14:cNvContentPartPr/>
                <p14:nvPr/>
              </p14:nvContentPartPr>
              <p14:xfrm>
                <a:off x="591969" y="1604760"/>
                <a:ext cx="2293560" cy="417960"/>
              </p14:xfrm>
            </p:contentPart>
          </mc:Choice>
          <mc:Fallback>
            <p:pic>
              <p:nvPicPr>
                <p:cNvPr id="10" name="墨迹 9">
                  <a:extLst>
                    <a:ext uri="{FF2B5EF4-FFF2-40B4-BE49-F238E27FC236}">
                      <a16:creationId xmlns:a16="http://schemas.microsoft.com/office/drawing/2014/main" id="{F89CC2D0-6E56-2472-8746-C0D5F9B93B72}"/>
                    </a:ext>
                  </a:extLst>
                </p:cNvPr>
                <p:cNvPicPr/>
                <p:nvPr/>
              </p:nvPicPr>
              <p:blipFill>
                <a:blip r:embed="rId13"/>
                <a:stretch>
                  <a:fillRect/>
                </a:stretch>
              </p:blipFill>
              <p:spPr>
                <a:xfrm>
                  <a:off x="573969" y="1586760"/>
                  <a:ext cx="2329200" cy="453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墨迹 10">
                  <a:extLst>
                    <a:ext uri="{FF2B5EF4-FFF2-40B4-BE49-F238E27FC236}">
                      <a16:creationId xmlns:a16="http://schemas.microsoft.com/office/drawing/2014/main" id="{0DD55F1F-AB8A-2B22-DA19-4A5A4F313881}"/>
                    </a:ext>
                  </a:extLst>
                </p14:cNvPr>
                <p14:cNvContentPartPr/>
                <p14:nvPr/>
              </p14:nvContentPartPr>
              <p14:xfrm>
                <a:off x="3012609" y="2051160"/>
                <a:ext cx="2151720" cy="12960"/>
              </p14:xfrm>
            </p:contentPart>
          </mc:Choice>
          <mc:Fallback>
            <p:pic>
              <p:nvPicPr>
                <p:cNvPr id="11" name="墨迹 10">
                  <a:extLst>
                    <a:ext uri="{FF2B5EF4-FFF2-40B4-BE49-F238E27FC236}">
                      <a16:creationId xmlns:a16="http://schemas.microsoft.com/office/drawing/2014/main" id="{0DD55F1F-AB8A-2B22-DA19-4A5A4F313881}"/>
                    </a:ext>
                  </a:extLst>
                </p:cNvPr>
                <p:cNvPicPr/>
                <p:nvPr/>
              </p:nvPicPr>
              <p:blipFill>
                <a:blip r:embed="rId15"/>
                <a:stretch>
                  <a:fillRect/>
                </a:stretch>
              </p:blipFill>
              <p:spPr>
                <a:xfrm>
                  <a:off x="2994609" y="2033520"/>
                  <a:ext cx="218736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 name="墨迹 16">
                  <a:extLst>
                    <a:ext uri="{FF2B5EF4-FFF2-40B4-BE49-F238E27FC236}">
                      <a16:creationId xmlns:a16="http://schemas.microsoft.com/office/drawing/2014/main" id="{1BEC622B-637C-E723-1909-C8EEC0EFFD38}"/>
                    </a:ext>
                  </a:extLst>
                </p14:cNvPr>
                <p14:cNvContentPartPr/>
                <p14:nvPr/>
              </p14:nvContentPartPr>
              <p14:xfrm>
                <a:off x="5497689" y="2003640"/>
                <a:ext cx="2291760" cy="25200"/>
              </p14:xfrm>
            </p:contentPart>
          </mc:Choice>
          <mc:Fallback>
            <p:pic>
              <p:nvPicPr>
                <p:cNvPr id="17" name="墨迹 16">
                  <a:extLst>
                    <a:ext uri="{FF2B5EF4-FFF2-40B4-BE49-F238E27FC236}">
                      <a16:creationId xmlns:a16="http://schemas.microsoft.com/office/drawing/2014/main" id="{1BEC622B-637C-E723-1909-C8EEC0EFFD38}"/>
                    </a:ext>
                  </a:extLst>
                </p:cNvPr>
                <p:cNvPicPr/>
                <p:nvPr/>
              </p:nvPicPr>
              <p:blipFill>
                <a:blip r:embed="rId17"/>
                <a:stretch>
                  <a:fillRect/>
                </a:stretch>
              </p:blipFill>
              <p:spPr>
                <a:xfrm>
                  <a:off x="5480049" y="1986000"/>
                  <a:ext cx="2327400" cy="60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
            <p14:nvContentPartPr>
              <p14:cNvPr id="19" name="墨迹 18">
                <a:extLst>
                  <a:ext uri="{FF2B5EF4-FFF2-40B4-BE49-F238E27FC236}">
                    <a16:creationId xmlns:a16="http://schemas.microsoft.com/office/drawing/2014/main" id="{DDDB5352-D907-2B0D-4DD6-8B24967CD3F2}"/>
                  </a:ext>
                </a:extLst>
              </p14:cNvPr>
              <p14:cNvContentPartPr/>
              <p14:nvPr/>
            </p14:nvContentPartPr>
            <p14:xfrm>
              <a:off x="1095969" y="2912280"/>
              <a:ext cx="4771080" cy="53640"/>
            </p14:xfrm>
          </p:contentPart>
        </mc:Choice>
        <mc:Fallback>
          <p:pic>
            <p:nvPicPr>
              <p:cNvPr id="19" name="墨迹 18">
                <a:extLst>
                  <a:ext uri="{FF2B5EF4-FFF2-40B4-BE49-F238E27FC236}">
                    <a16:creationId xmlns:a16="http://schemas.microsoft.com/office/drawing/2014/main" id="{DDDB5352-D907-2B0D-4DD6-8B24967CD3F2}"/>
                  </a:ext>
                </a:extLst>
              </p:cNvPr>
              <p:cNvPicPr/>
              <p:nvPr/>
            </p:nvPicPr>
            <p:blipFill>
              <a:blip r:embed="rId19"/>
              <a:stretch>
                <a:fillRect/>
              </a:stretch>
            </p:blipFill>
            <p:spPr>
              <a:xfrm>
                <a:off x="1078329" y="2894640"/>
                <a:ext cx="480672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0" name="墨迹 19">
                <a:extLst>
                  <a:ext uri="{FF2B5EF4-FFF2-40B4-BE49-F238E27FC236}">
                    <a16:creationId xmlns:a16="http://schemas.microsoft.com/office/drawing/2014/main" id="{6EF6BD53-D355-0C48-EB49-67B0B4056C75}"/>
                  </a:ext>
                </a:extLst>
              </p14:cNvPr>
              <p14:cNvContentPartPr/>
              <p14:nvPr/>
            </p14:nvContentPartPr>
            <p14:xfrm>
              <a:off x="1084089" y="3807600"/>
              <a:ext cx="7564320" cy="44640"/>
            </p14:xfrm>
          </p:contentPart>
        </mc:Choice>
        <mc:Fallback>
          <p:pic>
            <p:nvPicPr>
              <p:cNvPr id="20" name="墨迹 19">
                <a:extLst>
                  <a:ext uri="{FF2B5EF4-FFF2-40B4-BE49-F238E27FC236}">
                    <a16:creationId xmlns:a16="http://schemas.microsoft.com/office/drawing/2014/main" id="{6EF6BD53-D355-0C48-EB49-67B0B4056C75}"/>
                  </a:ext>
                </a:extLst>
              </p:cNvPr>
              <p:cNvPicPr/>
              <p:nvPr/>
            </p:nvPicPr>
            <p:blipFill>
              <a:blip r:embed="rId21"/>
              <a:stretch>
                <a:fillRect/>
              </a:stretch>
            </p:blipFill>
            <p:spPr>
              <a:xfrm>
                <a:off x="1066449" y="3789600"/>
                <a:ext cx="759996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 name="墨迹 20">
                <a:extLst>
                  <a:ext uri="{FF2B5EF4-FFF2-40B4-BE49-F238E27FC236}">
                    <a16:creationId xmlns:a16="http://schemas.microsoft.com/office/drawing/2014/main" id="{E34FA573-B881-24BC-6EC6-2127E6BAB05C}"/>
                  </a:ext>
                </a:extLst>
              </p14:cNvPr>
              <p14:cNvContentPartPr/>
              <p14:nvPr/>
            </p14:nvContentPartPr>
            <p14:xfrm>
              <a:off x="1025769" y="1101840"/>
              <a:ext cx="3395880" cy="65520"/>
            </p14:xfrm>
          </p:contentPart>
        </mc:Choice>
        <mc:Fallback>
          <p:pic>
            <p:nvPicPr>
              <p:cNvPr id="21" name="墨迹 20">
                <a:extLst>
                  <a:ext uri="{FF2B5EF4-FFF2-40B4-BE49-F238E27FC236}">
                    <a16:creationId xmlns:a16="http://schemas.microsoft.com/office/drawing/2014/main" id="{E34FA573-B881-24BC-6EC6-2127E6BAB05C}"/>
                  </a:ext>
                </a:extLst>
              </p:cNvPr>
              <p:cNvPicPr/>
              <p:nvPr/>
            </p:nvPicPr>
            <p:blipFill>
              <a:blip r:embed="rId23"/>
              <a:stretch>
                <a:fillRect/>
              </a:stretch>
            </p:blipFill>
            <p:spPr>
              <a:xfrm>
                <a:off x="1007769" y="1083840"/>
                <a:ext cx="343152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6" name="墨迹 25">
                <a:extLst>
                  <a:ext uri="{FF2B5EF4-FFF2-40B4-BE49-F238E27FC236}">
                    <a16:creationId xmlns:a16="http://schemas.microsoft.com/office/drawing/2014/main" id="{C0875B07-D90A-C772-B13D-A81806EF8125}"/>
                  </a:ext>
                </a:extLst>
              </p14:cNvPr>
              <p14:cNvContentPartPr/>
              <p14:nvPr/>
            </p14:nvContentPartPr>
            <p14:xfrm>
              <a:off x="7674249" y="1541400"/>
              <a:ext cx="3522240" cy="53280"/>
            </p14:xfrm>
          </p:contentPart>
        </mc:Choice>
        <mc:Fallback>
          <p:pic>
            <p:nvPicPr>
              <p:cNvPr id="26" name="墨迹 25">
                <a:extLst>
                  <a:ext uri="{FF2B5EF4-FFF2-40B4-BE49-F238E27FC236}">
                    <a16:creationId xmlns:a16="http://schemas.microsoft.com/office/drawing/2014/main" id="{C0875B07-D90A-C772-B13D-A81806EF8125}"/>
                  </a:ext>
                </a:extLst>
              </p:cNvPr>
              <p:cNvPicPr/>
              <p:nvPr/>
            </p:nvPicPr>
            <p:blipFill>
              <a:blip r:embed="rId25"/>
              <a:stretch>
                <a:fillRect/>
              </a:stretch>
            </p:blipFill>
            <p:spPr>
              <a:xfrm>
                <a:off x="7656609" y="1523400"/>
                <a:ext cx="3557880" cy="88920"/>
              </a:xfrm>
              <a:prstGeom prst="rect">
                <a:avLst/>
              </a:prstGeom>
            </p:spPr>
          </p:pic>
        </mc:Fallback>
      </mc:AlternateContent>
      <p:grpSp>
        <p:nvGrpSpPr>
          <p:cNvPr id="28" name="组合 27">
            <a:extLst>
              <a:ext uri="{FF2B5EF4-FFF2-40B4-BE49-F238E27FC236}">
                <a16:creationId xmlns:a16="http://schemas.microsoft.com/office/drawing/2014/main" id="{58DD6AF1-06C3-3F53-ECC9-C95656355607}"/>
              </a:ext>
            </a:extLst>
          </p:cNvPr>
          <p:cNvGrpSpPr/>
          <p:nvPr/>
        </p:nvGrpSpPr>
        <p:grpSpPr>
          <a:xfrm>
            <a:off x="926049" y="1065840"/>
            <a:ext cx="9847440" cy="528840"/>
            <a:chOff x="926049" y="1065840"/>
            <a:chExt cx="9847440" cy="528840"/>
          </a:xfrm>
        </p:grpSpPr>
        <mc:AlternateContent xmlns:mc="http://schemas.openxmlformats.org/markup-compatibility/2006">
          <mc:Choice xmlns:p14="http://schemas.microsoft.com/office/powerpoint/2010/main" Requires="p14">
            <p:contentPart p14:bwMode="auto" r:id="rId26">
              <p14:nvContentPartPr>
                <p14:cNvPr id="2" name="墨迹 1">
                  <a:extLst>
                    <a:ext uri="{FF2B5EF4-FFF2-40B4-BE49-F238E27FC236}">
                      <a16:creationId xmlns:a16="http://schemas.microsoft.com/office/drawing/2014/main" id="{4D30E811-204C-3946-BDB7-E6733CD13C0B}"/>
                    </a:ext>
                  </a:extLst>
                </p14:cNvPr>
                <p14:cNvContentPartPr/>
                <p14:nvPr/>
              </p14:nvContentPartPr>
              <p14:xfrm>
                <a:off x="926049" y="1131000"/>
                <a:ext cx="3653280" cy="29880"/>
              </p14:xfrm>
            </p:contentPart>
          </mc:Choice>
          <mc:Fallback>
            <p:pic>
              <p:nvPicPr>
                <p:cNvPr id="2" name="墨迹 1">
                  <a:extLst>
                    <a:ext uri="{FF2B5EF4-FFF2-40B4-BE49-F238E27FC236}">
                      <a16:creationId xmlns:a16="http://schemas.microsoft.com/office/drawing/2014/main" id="{4D30E811-204C-3946-BDB7-E6733CD13C0B}"/>
                    </a:ext>
                  </a:extLst>
                </p:cNvPr>
                <p:cNvPicPr/>
                <p:nvPr/>
              </p:nvPicPr>
              <p:blipFill>
                <a:blip r:embed="rId27"/>
                <a:stretch>
                  <a:fillRect/>
                </a:stretch>
              </p:blipFill>
              <p:spPr>
                <a:xfrm>
                  <a:off x="908049" y="1113360"/>
                  <a:ext cx="368892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 name="墨迹 2">
                  <a:extLst>
                    <a:ext uri="{FF2B5EF4-FFF2-40B4-BE49-F238E27FC236}">
                      <a16:creationId xmlns:a16="http://schemas.microsoft.com/office/drawing/2014/main" id="{D44CE165-0D06-8D6E-90D5-56BC9BD40A29}"/>
                    </a:ext>
                  </a:extLst>
                </p14:cNvPr>
                <p14:cNvContentPartPr/>
                <p14:nvPr/>
              </p14:nvContentPartPr>
              <p14:xfrm>
                <a:off x="4953009" y="1140720"/>
                <a:ext cx="5820480" cy="50040"/>
              </p14:xfrm>
            </p:contentPart>
          </mc:Choice>
          <mc:Fallback>
            <p:pic>
              <p:nvPicPr>
                <p:cNvPr id="3" name="墨迹 2">
                  <a:extLst>
                    <a:ext uri="{FF2B5EF4-FFF2-40B4-BE49-F238E27FC236}">
                      <a16:creationId xmlns:a16="http://schemas.microsoft.com/office/drawing/2014/main" id="{D44CE165-0D06-8D6E-90D5-56BC9BD40A29}"/>
                    </a:ext>
                  </a:extLst>
                </p:cNvPr>
                <p:cNvPicPr/>
                <p:nvPr/>
              </p:nvPicPr>
              <p:blipFill>
                <a:blip r:embed="rId29"/>
                <a:stretch>
                  <a:fillRect/>
                </a:stretch>
              </p:blipFill>
              <p:spPr>
                <a:xfrm>
                  <a:off x="4935009" y="1122720"/>
                  <a:ext cx="58561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墨迹 22">
                  <a:extLst>
                    <a:ext uri="{FF2B5EF4-FFF2-40B4-BE49-F238E27FC236}">
                      <a16:creationId xmlns:a16="http://schemas.microsoft.com/office/drawing/2014/main" id="{52E6CB7D-EBD7-F326-E850-6A8CC24B240B}"/>
                    </a:ext>
                  </a:extLst>
                </p14:cNvPr>
                <p14:cNvContentPartPr/>
                <p14:nvPr/>
              </p14:nvContentPartPr>
              <p14:xfrm>
                <a:off x="4237689" y="1065840"/>
                <a:ext cx="1951560" cy="54720"/>
              </p14:xfrm>
            </p:contentPart>
          </mc:Choice>
          <mc:Fallback>
            <p:pic>
              <p:nvPicPr>
                <p:cNvPr id="23" name="墨迹 22">
                  <a:extLst>
                    <a:ext uri="{FF2B5EF4-FFF2-40B4-BE49-F238E27FC236}">
                      <a16:creationId xmlns:a16="http://schemas.microsoft.com/office/drawing/2014/main" id="{52E6CB7D-EBD7-F326-E850-6A8CC24B240B}"/>
                    </a:ext>
                  </a:extLst>
                </p:cNvPr>
                <p:cNvPicPr/>
                <p:nvPr/>
              </p:nvPicPr>
              <p:blipFill>
                <a:blip r:embed="rId31"/>
                <a:stretch>
                  <a:fillRect/>
                </a:stretch>
              </p:blipFill>
              <p:spPr>
                <a:xfrm>
                  <a:off x="4220049" y="1047840"/>
                  <a:ext cx="198720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墨迹 23">
                  <a:extLst>
                    <a:ext uri="{FF2B5EF4-FFF2-40B4-BE49-F238E27FC236}">
                      <a16:creationId xmlns:a16="http://schemas.microsoft.com/office/drawing/2014/main" id="{7DBACB8B-4C55-6B5B-FE2F-742DE60D1E0C}"/>
                    </a:ext>
                  </a:extLst>
                </p14:cNvPr>
                <p14:cNvContentPartPr/>
                <p14:nvPr/>
              </p14:nvContentPartPr>
              <p14:xfrm>
                <a:off x="5964249" y="1148640"/>
                <a:ext cx="3727440" cy="64800"/>
              </p14:xfrm>
            </p:contentPart>
          </mc:Choice>
          <mc:Fallback>
            <p:pic>
              <p:nvPicPr>
                <p:cNvPr id="24" name="墨迹 23">
                  <a:extLst>
                    <a:ext uri="{FF2B5EF4-FFF2-40B4-BE49-F238E27FC236}">
                      <a16:creationId xmlns:a16="http://schemas.microsoft.com/office/drawing/2014/main" id="{7DBACB8B-4C55-6B5B-FE2F-742DE60D1E0C}"/>
                    </a:ext>
                  </a:extLst>
                </p:cNvPr>
                <p:cNvPicPr/>
                <p:nvPr/>
              </p:nvPicPr>
              <p:blipFill>
                <a:blip r:embed="rId33"/>
                <a:stretch>
                  <a:fillRect/>
                </a:stretch>
              </p:blipFill>
              <p:spPr>
                <a:xfrm>
                  <a:off x="5946609" y="1131000"/>
                  <a:ext cx="37630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墨迹 26">
                  <a:extLst>
                    <a:ext uri="{FF2B5EF4-FFF2-40B4-BE49-F238E27FC236}">
                      <a16:creationId xmlns:a16="http://schemas.microsoft.com/office/drawing/2014/main" id="{D13EBCD1-3E04-F200-EA2B-7D05CB11B033}"/>
                    </a:ext>
                  </a:extLst>
                </p14:cNvPr>
                <p14:cNvContentPartPr/>
                <p14:nvPr/>
              </p14:nvContentPartPr>
              <p14:xfrm>
                <a:off x="7465809" y="1118400"/>
                <a:ext cx="1796040" cy="476280"/>
              </p14:xfrm>
            </p:contentPart>
          </mc:Choice>
          <mc:Fallback>
            <p:pic>
              <p:nvPicPr>
                <p:cNvPr id="27" name="墨迹 26">
                  <a:extLst>
                    <a:ext uri="{FF2B5EF4-FFF2-40B4-BE49-F238E27FC236}">
                      <a16:creationId xmlns:a16="http://schemas.microsoft.com/office/drawing/2014/main" id="{D13EBCD1-3E04-F200-EA2B-7D05CB11B033}"/>
                    </a:ext>
                  </a:extLst>
                </p:cNvPr>
                <p:cNvPicPr/>
                <p:nvPr/>
              </p:nvPicPr>
              <p:blipFill>
                <a:blip r:embed="rId35"/>
                <a:stretch>
                  <a:fillRect/>
                </a:stretch>
              </p:blipFill>
              <p:spPr>
                <a:xfrm>
                  <a:off x="7448169" y="1100400"/>
                  <a:ext cx="1831680" cy="511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6">
            <p14:nvContentPartPr>
              <p14:cNvPr id="30" name="墨迹 29">
                <a:extLst>
                  <a:ext uri="{FF2B5EF4-FFF2-40B4-BE49-F238E27FC236}">
                    <a16:creationId xmlns:a16="http://schemas.microsoft.com/office/drawing/2014/main" id="{21C3C4CC-A4F1-C9EF-FEEF-1E399744E626}"/>
                  </a:ext>
                </a:extLst>
              </p14:cNvPr>
              <p14:cNvContentPartPr/>
              <p14:nvPr/>
            </p14:nvContentPartPr>
            <p14:xfrm>
              <a:off x="5421729" y="1975200"/>
              <a:ext cx="2468160" cy="93960"/>
            </p14:xfrm>
          </p:contentPart>
        </mc:Choice>
        <mc:Fallback>
          <p:pic>
            <p:nvPicPr>
              <p:cNvPr id="30" name="墨迹 29">
                <a:extLst>
                  <a:ext uri="{FF2B5EF4-FFF2-40B4-BE49-F238E27FC236}">
                    <a16:creationId xmlns:a16="http://schemas.microsoft.com/office/drawing/2014/main" id="{21C3C4CC-A4F1-C9EF-FEEF-1E399744E626}"/>
                  </a:ext>
                </a:extLst>
              </p:cNvPr>
              <p:cNvPicPr/>
              <p:nvPr/>
            </p:nvPicPr>
            <p:blipFill>
              <a:blip r:embed="rId37"/>
              <a:stretch>
                <a:fillRect/>
              </a:stretch>
            </p:blipFill>
            <p:spPr>
              <a:xfrm>
                <a:off x="5403729" y="1957200"/>
                <a:ext cx="2503800" cy="129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1" name="墨迹 30">
                <a:extLst>
                  <a:ext uri="{FF2B5EF4-FFF2-40B4-BE49-F238E27FC236}">
                    <a16:creationId xmlns:a16="http://schemas.microsoft.com/office/drawing/2014/main" id="{BDDFDD3D-3CCF-9F4E-B698-10A317B3823B}"/>
                  </a:ext>
                </a:extLst>
              </p14:cNvPr>
              <p14:cNvContentPartPr/>
              <p14:nvPr/>
            </p14:nvContentPartPr>
            <p14:xfrm>
              <a:off x="3282249" y="4811640"/>
              <a:ext cx="8111880" cy="42480"/>
            </p14:xfrm>
          </p:contentPart>
        </mc:Choice>
        <mc:Fallback>
          <p:pic>
            <p:nvPicPr>
              <p:cNvPr id="31" name="墨迹 30">
                <a:extLst>
                  <a:ext uri="{FF2B5EF4-FFF2-40B4-BE49-F238E27FC236}">
                    <a16:creationId xmlns:a16="http://schemas.microsoft.com/office/drawing/2014/main" id="{BDDFDD3D-3CCF-9F4E-B698-10A317B3823B}"/>
                  </a:ext>
                </a:extLst>
              </p:cNvPr>
              <p:cNvPicPr/>
              <p:nvPr/>
            </p:nvPicPr>
            <p:blipFill>
              <a:blip r:embed="rId39"/>
              <a:stretch>
                <a:fillRect/>
              </a:stretch>
            </p:blipFill>
            <p:spPr>
              <a:xfrm>
                <a:off x="3264609" y="4794000"/>
                <a:ext cx="814752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2" name="墨迹 31">
                <a:extLst>
                  <a:ext uri="{FF2B5EF4-FFF2-40B4-BE49-F238E27FC236}">
                    <a16:creationId xmlns:a16="http://schemas.microsoft.com/office/drawing/2014/main" id="{845BDEAA-A2B8-FB89-23DB-B2977AD21F97}"/>
                  </a:ext>
                </a:extLst>
              </p14:cNvPr>
              <p14:cNvContentPartPr/>
              <p14:nvPr/>
            </p14:nvContentPartPr>
            <p14:xfrm>
              <a:off x="2291889" y="5215920"/>
              <a:ext cx="5928120" cy="18720"/>
            </p14:xfrm>
          </p:contentPart>
        </mc:Choice>
        <mc:Fallback>
          <p:pic>
            <p:nvPicPr>
              <p:cNvPr id="32" name="墨迹 31">
                <a:extLst>
                  <a:ext uri="{FF2B5EF4-FFF2-40B4-BE49-F238E27FC236}">
                    <a16:creationId xmlns:a16="http://schemas.microsoft.com/office/drawing/2014/main" id="{845BDEAA-A2B8-FB89-23DB-B2977AD21F97}"/>
                  </a:ext>
                </a:extLst>
              </p:cNvPr>
              <p:cNvPicPr/>
              <p:nvPr/>
            </p:nvPicPr>
            <p:blipFill>
              <a:blip r:embed="rId41"/>
              <a:stretch>
                <a:fillRect/>
              </a:stretch>
            </p:blipFill>
            <p:spPr>
              <a:xfrm>
                <a:off x="2273889" y="5197920"/>
                <a:ext cx="5963760" cy="54360"/>
              </a:xfrm>
              <a:prstGeom prst="rect">
                <a:avLst/>
              </a:prstGeom>
            </p:spPr>
          </p:pic>
        </mc:Fallback>
      </mc:AlternateContent>
      <p:grpSp>
        <p:nvGrpSpPr>
          <p:cNvPr id="52" name="组合 51">
            <a:extLst>
              <a:ext uri="{FF2B5EF4-FFF2-40B4-BE49-F238E27FC236}">
                <a16:creationId xmlns:a16="http://schemas.microsoft.com/office/drawing/2014/main" id="{A24302F2-1E04-0035-0240-1B11DA604CBD}"/>
              </a:ext>
            </a:extLst>
          </p:cNvPr>
          <p:cNvGrpSpPr/>
          <p:nvPr/>
        </p:nvGrpSpPr>
        <p:grpSpPr>
          <a:xfrm>
            <a:off x="5622249" y="5357400"/>
            <a:ext cx="1839960" cy="793080"/>
            <a:chOff x="5622249" y="5357400"/>
            <a:chExt cx="1839960" cy="793080"/>
          </a:xfrm>
        </p:grpSpPr>
        <mc:AlternateContent xmlns:mc="http://schemas.openxmlformats.org/markup-compatibility/2006">
          <mc:Choice xmlns:p14="http://schemas.microsoft.com/office/powerpoint/2010/main" Requires="p14">
            <p:contentPart p14:bwMode="auto" r:id="rId42">
              <p14:nvContentPartPr>
                <p14:cNvPr id="33" name="墨迹 32">
                  <a:extLst>
                    <a:ext uri="{FF2B5EF4-FFF2-40B4-BE49-F238E27FC236}">
                      <a16:creationId xmlns:a16="http://schemas.microsoft.com/office/drawing/2014/main" id="{C5E516C0-DB93-E26B-6D59-8434D4C3AE39}"/>
                    </a:ext>
                  </a:extLst>
                </p14:cNvPr>
                <p14:cNvContentPartPr/>
                <p14:nvPr/>
              </p14:nvContentPartPr>
              <p14:xfrm>
                <a:off x="5714769" y="5451000"/>
                <a:ext cx="23400" cy="55080"/>
              </p14:xfrm>
            </p:contentPart>
          </mc:Choice>
          <mc:Fallback>
            <p:pic>
              <p:nvPicPr>
                <p:cNvPr id="33" name="墨迹 32">
                  <a:extLst>
                    <a:ext uri="{FF2B5EF4-FFF2-40B4-BE49-F238E27FC236}">
                      <a16:creationId xmlns:a16="http://schemas.microsoft.com/office/drawing/2014/main" id="{C5E516C0-DB93-E26B-6D59-8434D4C3AE39}"/>
                    </a:ext>
                  </a:extLst>
                </p:cNvPr>
                <p:cNvPicPr/>
                <p:nvPr/>
              </p:nvPicPr>
              <p:blipFill>
                <a:blip r:embed="rId43"/>
                <a:stretch>
                  <a:fillRect/>
                </a:stretch>
              </p:blipFill>
              <p:spPr>
                <a:xfrm>
                  <a:off x="5697129" y="5433360"/>
                  <a:ext cx="590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4" name="墨迹 33">
                  <a:extLst>
                    <a:ext uri="{FF2B5EF4-FFF2-40B4-BE49-F238E27FC236}">
                      <a16:creationId xmlns:a16="http://schemas.microsoft.com/office/drawing/2014/main" id="{9D1BB7B9-0C87-4B9F-22C2-66E80A850C31}"/>
                    </a:ext>
                  </a:extLst>
                </p14:cNvPr>
                <p14:cNvContentPartPr/>
                <p14:nvPr/>
              </p14:nvContentPartPr>
              <p14:xfrm>
                <a:off x="5622249" y="5361000"/>
                <a:ext cx="334440" cy="183240"/>
              </p14:xfrm>
            </p:contentPart>
          </mc:Choice>
          <mc:Fallback>
            <p:pic>
              <p:nvPicPr>
                <p:cNvPr id="34" name="墨迹 33">
                  <a:extLst>
                    <a:ext uri="{FF2B5EF4-FFF2-40B4-BE49-F238E27FC236}">
                      <a16:creationId xmlns:a16="http://schemas.microsoft.com/office/drawing/2014/main" id="{9D1BB7B9-0C87-4B9F-22C2-66E80A850C31}"/>
                    </a:ext>
                  </a:extLst>
                </p:cNvPr>
                <p:cNvPicPr/>
                <p:nvPr/>
              </p:nvPicPr>
              <p:blipFill>
                <a:blip r:embed="rId45"/>
                <a:stretch>
                  <a:fillRect/>
                </a:stretch>
              </p:blipFill>
              <p:spPr>
                <a:xfrm>
                  <a:off x="5604249" y="5343360"/>
                  <a:ext cx="37008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5" name="墨迹 34">
                  <a:extLst>
                    <a:ext uri="{FF2B5EF4-FFF2-40B4-BE49-F238E27FC236}">
                      <a16:creationId xmlns:a16="http://schemas.microsoft.com/office/drawing/2014/main" id="{396286D1-A5FE-19F5-7761-46626A46602B}"/>
                    </a:ext>
                  </a:extLst>
                </p14:cNvPr>
                <p14:cNvContentPartPr/>
                <p14:nvPr/>
              </p14:nvContentPartPr>
              <p14:xfrm>
                <a:off x="5796849" y="5401680"/>
                <a:ext cx="75960" cy="50040"/>
              </p14:xfrm>
            </p:contentPart>
          </mc:Choice>
          <mc:Fallback>
            <p:pic>
              <p:nvPicPr>
                <p:cNvPr id="35" name="墨迹 34">
                  <a:extLst>
                    <a:ext uri="{FF2B5EF4-FFF2-40B4-BE49-F238E27FC236}">
                      <a16:creationId xmlns:a16="http://schemas.microsoft.com/office/drawing/2014/main" id="{396286D1-A5FE-19F5-7761-46626A46602B}"/>
                    </a:ext>
                  </a:extLst>
                </p:cNvPr>
                <p:cNvPicPr/>
                <p:nvPr/>
              </p:nvPicPr>
              <p:blipFill>
                <a:blip r:embed="rId47"/>
                <a:stretch>
                  <a:fillRect/>
                </a:stretch>
              </p:blipFill>
              <p:spPr>
                <a:xfrm>
                  <a:off x="5779209" y="5383680"/>
                  <a:ext cx="11160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6" name="墨迹 35">
                  <a:extLst>
                    <a:ext uri="{FF2B5EF4-FFF2-40B4-BE49-F238E27FC236}">
                      <a16:creationId xmlns:a16="http://schemas.microsoft.com/office/drawing/2014/main" id="{6171EB46-E6D1-1222-7481-BD998A860535}"/>
                    </a:ext>
                  </a:extLst>
                </p14:cNvPr>
                <p14:cNvContentPartPr/>
                <p14:nvPr/>
              </p14:nvContentPartPr>
              <p14:xfrm>
                <a:off x="5632329" y="5486280"/>
                <a:ext cx="394200" cy="202320"/>
              </p14:xfrm>
            </p:contentPart>
          </mc:Choice>
          <mc:Fallback>
            <p:pic>
              <p:nvPicPr>
                <p:cNvPr id="36" name="墨迹 35">
                  <a:extLst>
                    <a:ext uri="{FF2B5EF4-FFF2-40B4-BE49-F238E27FC236}">
                      <a16:creationId xmlns:a16="http://schemas.microsoft.com/office/drawing/2014/main" id="{6171EB46-E6D1-1222-7481-BD998A860535}"/>
                    </a:ext>
                  </a:extLst>
                </p:cNvPr>
                <p:cNvPicPr/>
                <p:nvPr/>
              </p:nvPicPr>
              <p:blipFill>
                <a:blip r:embed="rId49"/>
                <a:stretch>
                  <a:fillRect/>
                </a:stretch>
              </p:blipFill>
              <p:spPr>
                <a:xfrm>
                  <a:off x="5614689" y="5468640"/>
                  <a:ext cx="42984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7" name="墨迹 36">
                  <a:extLst>
                    <a:ext uri="{FF2B5EF4-FFF2-40B4-BE49-F238E27FC236}">
                      <a16:creationId xmlns:a16="http://schemas.microsoft.com/office/drawing/2014/main" id="{0AF3EE73-1D99-D9C5-78F5-FBE1EA292959}"/>
                    </a:ext>
                  </a:extLst>
                </p14:cNvPr>
                <p14:cNvContentPartPr/>
                <p14:nvPr/>
              </p14:nvContentPartPr>
              <p14:xfrm>
                <a:off x="5884689" y="5667720"/>
                <a:ext cx="101520" cy="160200"/>
              </p14:xfrm>
            </p:contentPart>
          </mc:Choice>
          <mc:Fallback>
            <p:pic>
              <p:nvPicPr>
                <p:cNvPr id="37" name="墨迹 36">
                  <a:extLst>
                    <a:ext uri="{FF2B5EF4-FFF2-40B4-BE49-F238E27FC236}">
                      <a16:creationId xmlns:a16="http://schemas.microsoft.com/office/drawing/2014/main" id="{0AF3EE73-1D99-D9C5-78F5-FBE1EA292959}"/>
                    </a:ext>
                  </a:extLst>
                </p:cNvPr>
                <p:cNvPicPr/>
                <p:nvPr/>
              </p:nvPicPr>
              <p:blipFill>
                <a:blip r:embed="rId51"/>
                <a:stretch>
                  <a:fillRect/>
                </a:stretch>
              </p:blipFill>
              <p:spPr>
                <a:xfrm>
                  <a:off x="5866689" y="5650080"/>
                  <a:ext cx="1371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8" name="墨迹 37">
                  <a:extLst>
                    <a:ext uri="{FF2B5EF4-FFF2-40B4-BE49-F238E27FC236}">
                      <a16:creationId xmlns:a16="http://schemas.microsoft.com/office/drawing/2014/main" id="{E25EDC1D-0B93-CE89-600F-9B135E279801}"/>
                    </a:ext>
                  </a:extLst>
                </p14:cNvPr>
                <p14:cNvContentPartPr/>
                <p14:nvPr/>
              </p14:nvContentPartPr>
              <p14:xfrm>
                <a:off x="5937249" y="5755920"/>
                <a:ext cx="12240" cy="194040"/>
              </p14:xfrm>
            </p:contentPart>
          </mc:Choice>
          <mc:Fallback>
            <p:pic>
              <p:nvPicPr>
                <p:cNvPr id="38" name="墨迹 37">
                  <a:extLst>
                    <a:ext uri="{FF2B5EF4-FFF2-40B4-BE49-F238E27FC236}">
                      <a16:creationId xmlns:a16="http://schemas.microsoft.com/office/drawing/2014/main" id="{E25EDC1D-0B93-CE89-600F-9B135E279801}"/>
                    </a:ext>
                  </a:extLst>
                </p:cNvPr>
                <p:cNvPicPr/>
                <p:nvPr/>
              </p:nvPicPr>
              <p:blipFill>
                <a:blip r:embed="rId53"/>
                <a:stretch>
                  <a:fillRect/>
                </a:stretch>
              </p:blipFill>
              <p:spPr>
                <a:xfrm>
                  <a:off x="5919609" y="5737920"/>
                  <a:ext cx="478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9" name="墨迹 38">
                  <a:extLst>
                    <a:ext uri="{FF2B5EF4-FFF2-40B4-BE49-F238E27FC236}">
                      <a16:creationId xmlns:a16="http://schemas.microsoft.com/office/drawing/2014/main" id="{1D212317-588B-0B78-A8A0-DC33C5F51DD9}"/>
                    </a:ext>
                  </a:extLst>
                </p14:cNvPr>
                <p14:cNvContentPartPr/>
                <p14:nvPr/>
              </p14:nvContentPartPr>
              <p14:xfrm>
                <a:off x="5802969" y="5849520"/>
                <a:ext cx="5760" cy="97200"/>
              </p14:xfrm>
            </p:contentPart>
          </mc:Choice>
          <mc:Fallback>
            <p:pic>
              <p:nvPicPr>
                <p:cNvPr id="39" name="墨迹 38">
                  <a:extLst>
                    <a:ext uri="{FF2B5EF4-FFF2-40B4-BE49-F238E27FC236}">
                      <a16:creationId xmlns:a16="http://schemas.microsoft.com/office/drawing/2014/main" id="{1D212317-588B-0B78-A8A0-DC33C5F51DD9}"/>
                    </a:ext>
                  </a:extLst>
                </p:cNvPr>
                <p:cNvPicPr/>
                <p:nvPr/>
              </p:nvPicPr>
              <p:blipFill>
                <a:blip r:embed="rId55"/>
                <a:stretch>
                  <a:fillRect/>
                </a:stretch>
              </p:blipFill>
              <p:spPr>
                <a:xfrm>
                  <a:off x="5785329" y="5831880"/>
                  <a:ext cx="414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0" name="墨迹 39">
                  <a:extLst>
                    <a:ext uri="{FF2B5EF4-FFF2-40B4-BE49-F238E27FC236}">
                      <a16:creationId xmlns:a16="http://schemas.microsoft.com/office/drawing/2014/main" id="{A4AFC683-F579-9619-898F-BC788805FE1E}"/>
                    </a:ext>
                  </a:extLst>
                </p14:cNvPr>
                <p14:cNvContentPartPr/>
                <p14:nvPr/>
              </p14:nvContentPartPr>
              <p14:xfrm>
                <a:off x="6002049" y="5802720"/>
                <a:ext cx="80280" cy="120600"/>
              </p14:xfrm>
            </p:contentPart>
          </mc:Choice>
          <mc:Fallback>
            <p:pic>
              <p:nvPicPr>
                <p:cNvPr id="40" name="墨迹 39">
                  <a:extLst>
                    <a:ext uri="{FF2B5EF4-FFF2-40B4-BE49-F238E27FC236}">
                      <a16:creationId xmlns:a16="http://schemas.microsoft.com/office/drawing/2014/main" id="{A4AFC683-F579-9619-898F-BC788805FE1E}"/>
                    </a:ext>
                  </a:extLst>
                </p:cNvPr>
                <p:cNvPicPr/>
                <p:nvPr/>
              </p:nvPicPr>
              <p:blipFill>
                <a:blip r:embed="rId57"/>
                <a:stretch>
                  <a:fillRect/>
                </a:stretch>
              </p:blipFill>
              <p:spPr>
                <a:xfrm>
                  <a:off x="5984049" y="5784720"/>
                  <a:ext cx="1159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1" name="墨迹 40">
                  <a:extLst>
                    <a:ext uri="{FF2B5EF4-FFF2-40B4-BE49-F238E27FC236}">
                      <a16:creationId xmlns:a16="http://schemas.microsoft.com/office/drawing/2014/main" id="{3A7B1A32-12F0-6570-68DB-E879A859670E}"/>
                    </a:ext>
                  </a:extLst>
                </p14:cNvPr>
                <p14:cNvContentPartPr/>
                <p14:nvPr/>
              </p14:nvContentPartPr>
              <p14:xfrm>
                <a:off x="6078729" y="5392320"/>
                <a:ext cx="70200" cy="287280"/>
              </p14:xfrm>
            </p:contentPart>
          </mc:Choice>
          <mc:Fallback>
            <p:pic>
              <p:nvPicPr>
                <p:cNvPr id="41" name="墨迹 40">
                  <a:extLst>
                    <a:ext uri="{FF2B5EF4-FFF2-40B4-BE49-F238E27FC236}">
                      <a16:creationId xmlns:a16="http://schemas.microsoft.com/office/drawing/2014/main" id="{3A7B1A32-12F0-6570-68DB-E879A859670E}"/>
                    </a:ext>
                  </a:extLst>
                </p:cNvPr>
                <p:cNvPicPr/>
                <p:nvPr/>
              </p:nvPicPr>
              <p:blipFill>
                <a:blip r:embed="rId59"/>
                <a:stretch>
                  <a:fillRect/>
                </a:stretch>
              </p:blipFill>
              <p:spPr>
                <a:xfrm>
                  <a:off x="6060729" y="5374320"/>
                  <a:ext cx="10584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墨迹 41">
                  <a:extLst>
                    <a:ext uri="{FF2B5EF4-FFF2-40B4-BE49-F238E27FC236}">
                      <a16:creationId xmlns:a16="http://schemas.microsoft.com/office/drawing/2014/main" id="{92E42111-8E8E-589C-3CCA-0B69DBAF8B62}"/>
                    </a:ext>
                  </a:extLst>
                </p14:cNvPr>
                <p14:cNvContentPartPr/>
                <p14:nvPr/>
              </p14:nvContentPartPr>
              <p14:xfrm>
                <a:off x="6132369" y="5562600"/>
                <a:ext cx="22320" cy="209160"/>
              </p14:xfrm>
            </p:contentPart>
          </mc:Choice>
          <mc:Fallback>
            <p:pic>
              <p:nvPicPr>
                <p:cNvPr id="42" name="墨迹 41">
                  <a:extLst>
                    <a:ext uri="{FF2B5EF4-FFF2-40B4-BE49-F238E27FC236}">
                      <a16:creationId xmlns:a16="http://schemas.microsoft.com/office/drawing/2014/main" id="{92E42111-8E8E-589C-3CCA-0B69DBAF8B62}"/>
                    </a:ext>
                  </a:extLst>
                </p:cNvPr>
                <p:cNvPicPr/>
                <p:nvPr/>
              </p:nvPicPr>
              <p:blipFill>
                <a:blip r:embed="rId61"/>
                <a:stretch>
                  <a:fillRect/>
                </a:stretch>
              </p:blipFill>
              <p:spPr>
                <a:xfrm>
                  <a:off x="6114729" y="5544600"/>
                  <a:ext cx="5796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3" name="墨迹 42">
                  <a:extLst>
                    <a:ext uri="{FF2B5EF4-FFF2-40B4-BE49-F238E27FC236}">
                      <a16:creationId xmlns:a16="http://schemas.microsoft.com/office/drawing/2014/main" id="{A52C1B6A-373E-AA1A-F0D0-E407B5A76E97}"/>
                    </a:ext>
                  </a:extLst>
                </p14:cNvPr>
                <p14:cNvContentPartPr/>
                <p14:nvPr/>
              </p14:nvContentPartPr>
              <p14:xfrm>
                <a:off x="6121569" y="5562600"/>
                <a:ext cx="79920" cy="528480"/>
              </p14:xfrm>
            </p:contentPart>
          </mc:Choice>
          <mc:Fallback>
            <p:pic>
              <p:nvPicPr>
                <p:cNvPr id="43" name="墨迹 42">
                  <a:extLst>
                    <a:ext uri="{FF2B5EF4-FFF2-40B4-BE49-F238E27FC236}">
                      <a16:creationId xmlns:a16="http://schemas.microsoft.com/office/drawing/2014/main" id="{A52C1B6A-373E-AA1A-F0D0-E407B5A76E97}"/>
                    </a:ext>
                  </a:extLst>
                </p:cNvPr>
                <p:cNvPicPr/>
                <p:nvPr/>
              </p:nvPicPr>
              <p:blipFill>
                <a:blip r:embed="rId63"/>
                <a:stretch>
                  <a:fillRect/>
                </a:stretch>
              </p:blipFill>
              <p:spPr>
                <a:xfrm>
                  <a:off x="6103929" y="5544600"/>
                  <a:ext cx="115560" cy="5641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4" name="墨迹 43">
                  <a:extLst>
                    <a:ext uri="{FF2B5EF4-FFF2-40B4-BE49-F238E27FC236}">
                      <a16:creationId xmlns:a16="http://schemas.microsoft.com/office/drawing/2014/main" id="{09DCB26B-73A2-9AC4-09F8-2FEC3A375E02}"/>
                    </a:ext>
                  </a:extLst>
                </p14:cNvPr>
                <p14:cNvContentPartPr/>
                <p14:nvPr/>
              </p14:nvContentPartPr>
              <p14:xfrm>
                <a:off x="6463209" y="5357400"/>
                <a:ext cx="78480" cy="618120"/>
              </p14:xfrm>
            </p:contentPart>
          </mc:Choice>
          <mc:Fallback>
            <p:pic>
              <p:nvPicPr>
                <p:cNvPr id="44" name="墨迹 43">
                  <a:extLst>
                    <a:ext uri="{FF2B5EF4-FFF2-40B4-BE49-F238E27FC236}">
                      <a16:creationId xmlns:a16="http://schemas.microsoft.com/office/drawing/2014/main" id="{09DCB26B-73A2-9AC4-09F8-2FEC3A375E02}"/>
                    </a:ext>
                  </a:extLst>
                </p:cNvPr>
                <p:cNvPicPr/>
                <p:nvPr/>
              </p:nvPicPr>
              <p:blipFill>
                <a:blip r:embed="rId65"/>
                <a:stretch>
                  <a:fillRect/>
                </a:stretch>
              </p:blipFill>
              <p:spPr>
                <a:xfrm>
                  <a:off x="6445569" y="5339400"/>
                  <a:ext cx="114120" cy="653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5" name="墨迹 44">
                  <a:extLst>
                    <a:ext uri="{FF2B5EF4-FFF2-40B4-BE49-F238E27FC236}">
                      <a16:creationId xmlns:a16="http://schemas.microsoft.com/office/drawing/2014/main" id="{09611C51-C80F-D454-57C3-8F3D586C2AB5}"/>
                    </a:ext>
                  </a:extLst>
                </p14:cNvPr>
                <p14:cNvContentPartPr/>
                <p14:nvPr/>
              </p14:nvContentPartPr>
              <p14:xfrm>
                <a:off x="6365649" y="5604360"/>
                <a:ext cx="269280" cy="151920"/>
              </p14:xfrm>
            </p:contentPart>
          </mc:Choice>
          <mc:Fallback>
            <p:pic>
              <p:nvPicPr>
                <p:cNvPr id="45" name="墨迹 44">
                  <a:extLst>
                    <a:ext uri="{FF2B5EF4-FFF2-40B4-BE49-F238E27FC236}">
                      <a16:creationId xmlns:a16="http://schemas.microsoft.com/office/drawing/2014/main" id="{09611C51-C80F-D454-57C3-8F3D586C2AB5}"/>
                    </a:ext>
                  </a:extLst>
                </p:cNvPr>
                <p:cNvPicPr/>
                <p:nvPr/>
              </p:nvPicPr>
              <p:blipFill>
                <a:blip r:embed="rId67"/>
                <a:stretch>
                  <a:fillRect/>
                </a:stretch>
              </p:blipFill>
              <p:spPr>
                <a:xfrm>
                  <a:off x="6347649" y="5586360"/>
                  <a:ext cx="3049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6" name="墨迹 45">
                  <a:extLst>
                    <a:ext uri="{FF2B5EF4-FFF2-40B4-BE49-F238E27FC236}">
                      <a16:creationId xmlns:a16="http://schemas.microsoft.com/office/drawing/2014/main" id="{72B065A7-C129-577F-9412-401FBA459C6E}"/>
                    </a:ext>
                  </a:extLst>
                </p14:cNvPr>
                <p14:cNvContentPartPr/>
                <p14:nvPr/>
              </p14:nvContentPartPr>
              <p14:xfrm>
                <a:off x="6465369" y="5375400"/>
                <a:ext cx="57600" cy="105480"/>
              </p14:xfrm>
            </p:contentPart>
          </mc:Choice>
          <mc:Fallback>
            <p:pic>
              <p:nvPicPr>
                <p:cNvPr id="46" name="墨迹 45">
                  <a:extLst>
                    <a:ext uri="{FF2B5EF4-FFF2-40B4-BE49-F238E27FC236}">
                      <a16:creationId xmlns:a16="http://schemas.microsoft.com/office/drawing/2014/main" id="{72B065A7-C129-577F-9412-401FBA459C6E}"/>
                    </a:ext>
                  </a:extLst>
                </p:cNvPr>
                <p:cNvPicPr/>
                <p:nvPr/>
              </p:nvPicPr>
              <p:blipFill>
                <a:blip r:embed="rId69"/>
                <a:stretch>
                  <a:fillRect/>
                </a:stretch>
              </p:blipFill>
              <p:spPr>
                <a:xfrm>
                  <a:off x="6447369" y="5357400"/>
                  <a:ext cx="9324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 name="墨迹 46">
                  <a:extLst>
                    <a:ext uri="{FF2B5EF4-FFF2-40B4-BE49-F238E27FC236}">
                      <a16:creationId xmlns:a16="http://schemas.microsoft.com/office/drawing/2014/main" id="{CDC2BE80-88A6-DEB2-AB92-7E10033BB541}"/>
                    </a:ext>
                  </a:extLst>
                </p14:cNvPr>
                <p14:cNvContentPartPr/>
                <p14:nvPr/>
              </p14:nvContentPartPr>
              <p14:xfrm>
                <a:off x="6910689" y="5456760"/>
                <a:ext cx="7200" cy="412560"/>
              </p14:xfrm>
            </p:contentPart>
          </mc:Choice>
          <mc:Fallback>
            <p:pic>
              <p:nvPicPr>
                <p:cNvPr id="47" name="墨迹 46">
                  <a:extLst>
                    <a:ext uri="{FF2B5EF4-FFF2-40B4-BE49-F238E27FC236}">
                      <a16:creationId xmlns:a16="http://schemas.microsoft.com/office/drawing/2014/main" id="{CDC2BE80-88A6-DEB2-AB92-7E10033BB541}"/>
                    </a:ext>
                  </a:extLst>
                </p:cNvPr>
                <p:cNvPicPr/>
                <p:nvPr/>
              </p:nvPicPr>
              <p:blipFill>
                <a:blip r:embed="rId71"/>
                <a:stretch>
                  <a:fillRect/>
                </a:stretch>
              </p:blipFill>
              <p:spPr>
                <a:xfrm>
                  <a:off x="6892689" y="5438760"/>
                  <a:ext cx="42840" cy="4482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8" name="墨迹 47">
                  <a:extLst>
                    <a:ext uri="{FF2B5EF4-FFF2-40B4-BE49-F238E27FC236}">
                      <a16:creationId xmlns:a16="http://schemas.microsoft.com/office/drawing/2014/main" id="{ED70ED89-A67B-264F-9A68-8517C2731183}"/>
                    </a:ext>
                  </a:extLst>
                </p14:cNvPr>
                <p14:cNvContentPartPr/>
                <p14:nvPr/>
              </p14:nvContentPartPr>
              <p14:xfrm>
                <a:off x="6916449" y="5601120"/>
                <a:ext cx="84600" cy="131760"/>
              </p14:xfrm>
            </p:contentPart>
          </mc:Choice>
          <mc:Fallback>
            <p:pic>
              <p:nvPicPr>
                <p:cNvPr id="48" name="墨迹 47">
                  <a:extLst>
                    <a:ext uri="{FF2B5EF4-FFF2-40B4-BE49-F238E27FC236}">
                      <a16:creationId xmlns:a16="http://schemas.microsoft.com/office/drawing/2014/main" id="{ED70ED89-A67B-264F-9A68-8517C2731183}"/>
                    </a:ext>
                  </a:extLst>
                </p:cNvPr>
                <p:cNvPicPr/>
                <p:nvPr/>
              </p:nvPicPr>
              <p:blipFill>
                <a:blip r:embed="rId73"/>
                <a:stretch>
                  <a:fillRect/>
                </a:stretch>
              </p:blipFill>
              <p:spPr>
                <a:xfrm>
                  <a:off x="6898809" y="5583120"/>
                  <a:ext cx="12024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9" name="墨迹 48">
                  <a:extLst>
                    <a:ext uri="{FF2B5EF4-FFF2-40B4-BE49-F238E27FC236}">
                      <a16:creationId xmlns:a16="http://schemas.microsoft.com/office/drawing/2014/main" id="{CBBC89DB-BE26-28E0-0792-6B9ED92BC2A6}"/>
                    </a:ext>
                  </a:extLst>
                </p14:cNvPr>
                <p14:cNvContentPartPr/>
                <p14:nvPr/>
              </p14:nvContentPartPr>
              <p14:xfrm>
                <a:off x="7004289" y="5556480"/>
                <a:ext cx="284760" cy="290880"/>
              </p14:xfrm>
            </p:contentPart>
          </mc:Choice>
          <mc:Fallback>
            <p:pic>
              <p:nvPicPr>
                <p:cNvPr id="49" name="墨迹 48">
                  <a:extLst>
                    <a:ext uri="{FF2B5EF4-FFF2-40B4-BE49-F238E27FC236}">
                      <a16:creationId xmlns:a16="http://schemas.microsoft.com/office/drawing/2014/main" id="{CBBC89DB-BE26-28E0-0792-6B9ED92BC2A6}"/>
                    </a:ext>
                  </a:extLst>
                </p:cNvPr>
                <p:cNvPicPr/>
                <p:nvPr/>
              </p:nvPicPr>
              <p:blipFill>
                <a:blip r:embed="rId75"/>
                <a:stretch>
                  <a:fillRect/>
                </a:stretch>
              </p:blipFill>
              <p:spPr>
                <a:xfrm>
                  <a:off x="6986289" y="5538840"/>
                  <a:ext cx="32040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0" name="墨迹 49">
                  <a:extLst>
                    <a:ext uri="{FF2B5EF4-FFF2-40B4-BE49-F238E27FC236}">
                      <a16:creationId xmlns:a16="http://schemas.microsoft.com/office/drawing/2014/main" id="{CE8CD2A3-6EFE-781D-63BC-1D4F4328DD55}"/>
                    </a:ext>
                  </a:extLst>
                </p14:cNvPr>
                <p14:cNvContentPartPr/>
                <p14:nvPr/>
              </p14:nvContentPartPr>
              <p14:xfrm>
                <a:off x="7219209" y="5563680"/>
                <a:ext cx="243000" cy="586800"/>
              </p14:xfrm>
            </p:contentPart>
          </mc:Choice>
          <mc:Fallback>
            <p:pic>
              <p:nvPicPr>
                <p:cNvPr id="50" name="墨迹 49">
                  <a:extLst>
                    <a:ext uri="{FF2B5EF4-FFF2-40B4-BE49-F238E27FC236}">
                      <a16:creationId xmlns:a16="http://schemas.microsoft.com/office/drawing/2014/main" id="{CE8CD2A3-6EFE-781D-63BC-1D4F4328DD55}"/>
                    </a:ext>
                  </a:extLst>
                </p:cNvPr>
                <p:cNvPicPr/>
                <p:nvPr/>
              </p:nvPicPr>
              <p:blipFill>
                <a:blip r:embed="rId77"/>
                <a:stretch>
                  <a:fillRect/>
                </a:stretch>
              </p:blipFill>
              <p:spPr>
                <a:xfrm>
                  <a:off x="7201569" y="5546040"/>
                  <a:ext cx="278640" cy="622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8">
            <p14:nvContentPartPr>
              <p14:cNvPr id="53" name="墨迹 52">
                <a:extLst>
                  <a:ext uri="{FF2B5EF4-FFF2-40B4-BE49-F238E27FC236}">
                    <a16:creationId xmlns:a16="http://schemas.microsoft.com/office/drawing/2014/main" id="{585E24D7-48A7-E1CA-24C1-3B110D10F6AB}"/>
                  </a:ext>
                </a:extLst>
              </p14:cNvPr>
              <p14:cNvContentPartPr/>
              <p14:nvPr/>
            </p14:nvContentPartPr>
            <p14:xfrm>
              <a:off x="7489569" y="5468640"/>
              <a:ext cx="13680" cy="322920"/>
            </p14:xfrm>
          </p:contentPart>
        </mc:Choice>
        <mc:Fallback>
          <p:pic>
            <p:nvPicPr>
              <p:cNvPr id="53" name="墨迹 52">
                <a:extLst>
                  <a:ext uri="{FF2B5EF4-FFF2-40B4-BE49-F238E27FC236}">
                    <a16:creationId xmlns:a16="http://schemas.microsoft.com/office/drawing/2014/main" id="{585E24D7-48A7-E1CA-24C1-3B110D10F6AB}"/>
                  </a:ext>
                </a:extLst>
              </p:cNvPr>
              <p:cNvPicPr/>
              <p:nvPr/>
            </p:nvPicPr>
            <p:blipFill>
              <a:blip r:embed="rId79"/>
              <a:stretch>
                <a:fillRect/>
              </a:stretch>
            </p:blipFill>
            <p:spPr>
              <a:xfrm>
                <a:off x="7471569" y="5451000"/>
                <a:ext cx="4932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4" name="墨迹 53">
                <a:extLst>
                  <a:ext uri="{FF2B5EF4-FFF2-40B4-BE49-F238E27FC236}">
                    <a16:creationId xmlns:a16="http://schemas.microsoft.com/office/drawing/2014/main" id="{F86C2B40-CAFE-EE21-3EE9-2C01F6B7078B}"/>
                  </a:ext>
                </a:extLst>
              </p14:cNvPr>
              <p14:cNvContentPartPr/>
              <p14:nvPr/>
            </p14:nvContentPartPr>
            <p14:xfrm>
              <a:off x="7563729" y="5456760"/>
              <a:ext cx="167760" cy="405720"/>
            </p14:xfrm>
          </p:contentPart>
        </mc:Choice>
        <mc:Fallback>
          <p:pic>
            <p:nvPicPr>
              <p:cNvPr id="54" name="墨迹 53">
                <a:extLst>
                  <a:ext uri="{FF2B5EF4-FFF2-40B4-BE49-F238E27FC236}">
                    <a16:creationId xmlns:a16="http://schemas.microsoft.com/office/drawing/2014/main" id="{F86C2B40-CAFE-EE21-3EE9-2C01F6B7078B}"/>
                  </a:ext>
                </a:extLst>
              </p:cNvPr>
              <p:cNvPicPr/>
              <p:nvPr/>
            </p:nvPicPr>
            <p:blipFill>
              <a:blip r:embed="rId81"/>
              <a:stretch>
                <a:fillRect/>
              </a:stretch>
            </p:blipFill>
            <p:spPr>
              <a:xfrm>
                <a:off x="7546089" y="5438760"/>
                <a:ext cx="20340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5" name="墨迹 54">
                <a:extLst>
                  <a:ext uri="{FF2B5EF4-FFF2-40B4-BE49-F238E27FC236}">
                    <a16:creationId xmlns:a16="http://schemas.microsoft.com/office/drawing/2014/main" id="{7F9AB754-B466-FED9-EB8D-DBE4474EB1C4}"/>
                  </a:ext>
                </a:extLst>
              </p14:cNvPr>
              <p14:cNvContentPartPr/>
              <p14:nvPr/>
            </p14:nvContentPartPr>
            <p14:xfrm>
              <a:off x="7520169" y="5298720"/>
              <a:ext cx="45360" cy="84600"/>
            </p14:xfrm>
          </p:contentPart>
        </mc:Choice>
        <mc:Fallback>
          <p:pic>
            <p:nvPicPr>
              <p:cNvPr id="55" name="墨迹 54">
                <a:extLst>
                  <a:ext uri="{FF2B5EF4-FFF2-40B4-BE49-F238E27FC236}">
                    <a16:creationId xmlns:a16="http://schemas.microsoft.com/office/drawing/2014/main" id="{7F9AB754-B466-FED9-EB8D-DBE4474EB1C4}"/>
                  </a:ext>
                </a:extLst>
              </p:cNvPr>
              <p:cNvPicPr/>
              <p:nvPr/>
            </p:nvPicPr>
            <p:blipFill>
              <a:blip r:embed="rId83"/>
              <a:stretch>
                <a:fillRect/>
              </a:stretch>
            </p:blipFill>
            <p:spPr>
              <a:xfrm>
                <a:off x="7502529" y="5280720"/>
                <a:ext cx="8100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6" name="墨迹 55">
                <a:extLst>
                  <a:ext uri="{FF2B5EF4-FFF2-40B4-BE49-F238E27FC236}">
                    <a16:creationId xmlns:a16="http://schemas.microsoft.com/office/drawing/2014/main" id="{0133A901-DB7F-7827-1F57-96126AD9246A}"/>
                  </a:ext>
                </a:extLst>
              </p14:cNvPr>
              <p14:cNvContentPartPr/>
              <p14:nvPr/>
            </p14:nvContentPartPr>
            <p14:xfrm>
              <a:off x="7725369" y="5533080"/>
              <a:ext cx="205920" cy="97200"/>
            </p14:xfrm>
          </p:contentPart>
        </mc:Choice>
        <mc:Fallback>
          <p:pic>
            <p:nvPicPr>
              <p:cNvPr id="56" name="墨迹 55">
                <a:extLst>
                  <a:ext uri="{FF2B5EF4-FFF2-40B4-BE49-F238E27FC236}">
                    <a16:creationId xmlns:a16="http://schemas.microsoft.com/office/drawing/2014/main" id="{0133A901-DB7F-7827-1F57-96126AD9246A}"/>
                  </a:ext>
                </a:extLst>
              </p:cNvPr>
              <p:cNvPicPr/>
              <p:nvPr/>
            </p:nvPicPr>
            <p:blipFill>
              <a:blip r:embed="rId85"/>
              <a:stretch>
                <a:fillRect/>
              </a:stretch>
            </p:blipFill>
            <p:spPr>
              <a:xfrm>
                <a:off x="7707369" y="5515440"/>
                <a:ext cx="24156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7" name="墨迹 56">
                <a:extLst>
                  <a:ext uri="{FF2B5EF4-FFF2-40B4-BE49-F238E27FC236}">
                    <a16:creationId xmlns:a16="http://schemas.microsoft.com/office/drawing/2014/main" id="{850FD9C6-4E40-4906-723A-1B8D3FA81F6A}"/>
                  </a:ext>
                </a:extLst>
              </p14:cNvPr>
              <p14:cNvContentPartPr/>
              <p14:nvPr/>
            </p14:nvContentPartPr>
            <p14:xfrm>
              <a:off x="7836249" y="5468640"/>
              <a:ext cx="170640" cy="357480"/>
            </p14:xfrm>
          </p:contentPart>
        </mc:Choice>
        <mc:Fallback>
          <p:pic>
            <p:nvPicPr>
              <p:cNvPr id="57" name="墨迹 56">
                <a:extLst>
                  <a:ext uri="{FF2B5EF4-FFF2-40B4-BE49-F238E27FC236}">
                    <a16:creationId xmlns:a16="http://schemas.microsoft.com/office/drawing/2014/main" id="{850FD9C6-4E40-4906-723A-1B8D3FA81F6A}"/>
                  </a:ext>
                </a:extLst>
              </p:cNvPr>
              <p:cNvPicPr/>
              <p:nvPr/>
            </p:nvPicPr>
            <p:blipFill>
              <a:blip r:embed="rId87"/>
              <a:stretch>
                <a:fillRect/>
              </a:stretch>
            </p:blipFill>
            <p:spPr>
              <a:xfrm>
                <a:off x="7818609" y="5451000"/>
                <a:ext cx="206280" cy="393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8" name="墨迹 57">
                <a:extLst>
                  <a:ext uri="{FF2B5EF4-FFF2-40B4-BE49-F238E27FC236}">
                    <a16:creationId xmlns:a16="http://schemas.microsoft.com/office/drawing/2014/main" id="{C572D72F-5538-F30F-576F-1505EBD4EA45}"/>
                  </a:ext>
                </a:extLst>
              </p14:cNvPr>
              <p14:cNvContentPartPr/>
              <p14:nvPr/>
            </p14:nvContentPartPr>
            <p14:xfrm>
              <a:off x="8071329" y="5514360"/>
              <a:ext cx="153000" cy="376560"/>
            </p14:xfrm>
          </p:contentPart>
        </mc:Choice>
        <mc:Fallback>
          <p:pic>
            <p:nvPicPr>
              <p:cNvPr id="58" name="墨迹 57">
                <a:extLst>
                  <a:ext uri="{FF2B5EF4-FFF2-40B4-BE49-F238E27FC236}">
                    <a16:creationId xmlns:a16="http://schemas.microsoft.com/office/drawing/2014/main" id="{C572D72F-5538-F30F-576F-1505EBD4EA45}"/>
                  </a:ext>
                </a:extLst>
              </p:cNvPr>
              <p:cNvPicPr/>
              <p:nvPr/>
            </p:nvPicPr>
            <p:blipFill>
              <a:blip r:embed="rId89"/>
              <a:stretch>
                <a:fillRect/>
              </a:stretch>
            </p:blipFill>
            <p:spPr>
              <a:xfrm>
                <a:off x="8053329" y="5496360"/>
                <a:ext cx="18864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9" name="墨迹 58">
                <a:extLst>
                  <a:ext uri="{FF2B5EF4-FFF2-40B4-BE49-F238E27FC236}">
                    <a16:creationId xmlns:a16="http://schemas.microsoft.com/office/drawing/2014/main" id="{0D814940-2CE9-CAED-DB95-E34885F3E762}"/>
                  </a:ext>
                </a:extLst>
              </p14:cNvPr>
              <p14:cNvContentPartPr/>
              <p14:nvPr/>
            </p14:nvContentPartPr>
            <p14:xfrm>
              <a:off x="8264649" y="5415720"/>
              <a:ext cx="135720" cy="562320"/>
            </p14:xfrm>
          </p:contentPart>
        </mc:Choice>
        <mc:Fallback>
          <p:pic>
            <p:nvPicPr>
              <p:cNvPr id="59" name="墨迹 58">
                <a:extLst>
                  <a:ext uri="{FF2B5EF4-FFF2-40B4-BE49-F238E27FC236}">
                    <a16:creationId xmlns:a16="http://schemas.microsoft.com/office/drawing/2014/main" id="{0D814940-2CE9-CAED-DB95-E34885F3E762}"/>
                  </a:ext>
                </a:extLst>
              </p:cNvPr>
              <p:cNvPicPr/>
              <p:nvPr/>
            </p:nvPicPr>
            <p:blipFill>
              <a:blip r:embed="rId91"/>
              <a:stretch>
                <a:fillRect/>
              </a:stretch>
            </p:blipFill>
            <p:spPr>
              <a:xfrm>
                <a:off x="8247009" y="5398080"/>
                <a:ext cx="171360" cy="5979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0" name="墨迹 59">
                <a:extLst>
                  <a:ext uri="{FF2B5EF4-FFF2-40B4-BE49-F238E27FC236}">
                    <a16:creationId xmlns:a16="http://schemas.microsoft.com/office/drawing/2014/main" id="{64CD8B10-ADD8-F682-EAA3-5552D9478284}"/>
                  </a:ext>
                </a:extLst>
              </p14:cNvPr>
              <p14:cNvContentPartPr/>
              <p14:nvPr/>
            </p14:nvContentPartPr>
            <p14:xfrm>
              <a:off x="8364369" y="5390880"/>
              <a:ext cx="213840" cy="271800"/>
            </p14:xfrm>
          </p:contentPart>
        </mc:Choice>
        <mc:Fallback>
          <p:pic>
            <p:nvPicPr>
              <p:cNvPr id="60" name="墨迹 59">
                <a:extLst>
                  <a:ext uri="{FF2B5EF4-FFF2-40B4-BE49-F238E27FC236}">
                    <a16:creationId xmlns:a16="http://schemas.microsoft.com/office/drawing/2014/main" id="{64CD8B10-ADD8-F682-EAA3-5552D9478284}"/>
                  </a:ext>
                </a:extLst>
              </p:cNvPr>
              <p:cNvPicPr/>
              <p:nvPr/>
            </p:nvPicPr>
            <p:blipFill>
              <a:blip r:embed="rId93"/>
              <a:stretch>
                <a:fillRect/>
              </a:stretch>
            </p:blipFill>
            <p:spPr>
              <a:xfrm>
                <a:off x="8346729" y="5372880"/>
                <a:ext cx="24948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1" name="墨迹 60">
                <a:extLst>
                  <a:ext uri="{FF2B5EF4-FFF2-40B4-BE49-F238E27FC236}">
                    <a16:creationId xmlns:a16="http://schemas.microsoft.com/office/drawing/2014/main" id="{5F56AB21-8791-5ACB-FD46-2FA78C395681}"/>
                  </a:ext>
                </a:extLst>
              </p14:cNvPr>
              <p14:cNvContentPartPr/>
              <p14:nvPr/>
            </p14:nvContentPartPr>
            <p14:xfrm>
              <a:off x="8997609" y="5943120"/>
              <a:ext cx="360" cy="2880"/>
            </p14:xfrm>
          </p:contentPart>
        </mc:Choice>
        <mc:Fallback>
          <p:pic>
            <p:nvPicPr>
              <p:cNvPr id="61" name="墨迹 60">
                <a:extLst>
                  <a:ext uri="{FF2B5EF4-FFF2-40B4-BE49-F238E27FC236}">
                    <a16:creationId xmlns:a16="http://schemas.microsoft.com/office/drawing/2014/main" id="{5F56AB21-8791-5ACB-FD46-2FA78C395681}"/>
                  </a:ext>
                </a:extLst>
              </p:cNvPr>
              <p:cNvPicPr/>
              <p:nvPr/>
            </p:nvPicPr>
            <p:blipFill>
              <a:blip r:embed="rId95"/>
              <a:stretch>
                <a:fillRect/>
              </a:stretch>
            </p:blipFill>
            <p:spPr>
              <a:xfrm>
                <a:off x="8979609" y="5925480"/>
                <a:ext cx="36000" cy="3852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p:cNvPicPr>
            <a:picLocks noChangeAspect="1" noChangeArrowheads="1"/>
          </p:cNvPicPr>
          <p:nvPr/>
        </p:nvPicPr>
        <p:blipFill>
          <a:blip r:embed="rId2"/>
          <a:srcRect/>
          <a:stretch>
            <a:fillRect/>
          </a:stretch>
        </p:blipFill>
        <p:spPr bwMode="auto">
          <a:xfrm>
            <a:off x="316852" y="1327280"/>
            <a:ext cx="5829300" cy="3886200"/>
          </a:xfrm>
          <a:prstGeom prst="rect">
            <a:avLst/>
          </a:prstGeom>
          <a:noFill/>
          <a:ln w="9525">
            <a:noFill/>
            <a:miter lim="800000"/>
            <a:headEnd/>
            <a:tailEnd/>
          </a:ln>
          <a:effectLst/>
        </p:spPr>
      </p:pic>
      <p:sp>
        <p:nvSpPr>
          <p:cNvPr id="4" name="矩形 3"/>
          <p:cNvSpPr/>
          <p:nvPr/>
        </p:nvSpPr>
        <p:spPr>
          <a:xfrm>
            <a:off x="782450" y="5455689"/>
            <a:ext cx="5178021" cy="369332"/>
          </a:xfrm>
          <a:prstGeom prst="rect">
            <a:avLst/>
          </a:prstGeom>
        </p:spPr>
        <p:txBody>
          <a:bodyPr wrap="none">
            <a:spAutoFit/>
          </a:bodyPr>
          <a:lstStyle/>
          <a:p>
            <a:r>
              <a:rPr lang="zh-CN" altLang="en-US" dirty="0"/>
              <a:t>当预分频器的参数从</a:t>
            </a:r>
            <a:r>
              <a:rPr lang="en-US" altLang="zh-CN" dirty="0"/>
              <a:t>1 </a:t>
            </a:r>
            <a:r>
              <a:rPr lang="zh-CN" altLang="en-US" dirty="0"/>
              <a:t>变到</a:t>
            </a:r>
            <a:r>
              <a:rPr lang="en-US" altLang="zh-CN" dirty="0"/>
              <a:t>2</a:t>
            </a:r>
            <a:r>
              <a:rPr lang="zh-CN" altLang="en-US" dirty="0"/>
              <a:t>时，计数器的时序图</a:t>
            </a:r>
          </a:p>
        </p:txBody>
      </p:sp>
      <p:pic>
        <p:nvPicPr>
          <p:cNvPr id="93187" name="Picture 3"/>
          <p:cNvPicPr>
            <a:picLocks noChangeAspect="1" noChangeArrowheads="1"/>
          </p:cNvPicPr>
          <p:nvPr/>
        </p:nvPicPr>
        <p:blipFill>
          <a:blip r:embed="rId3"/>
          <a:srcRect/>
          <a:stretch>
            <a:fillRect/>
          </a:stretch>
        </p:blipFill>
        <p:spPr bwMode="auto">
          <a:xfrm>
            <a:off x="6196693" y="1454118"/>
            <a:ext cx="5676900" cy="3800475"/>
          </a:xfrm>
          <a:prstGeom prst="rect">
            <a:avLst/>
          </a:prstGeom>
          <a:noFill/>
          <a:ln w="9525">
            <a:noFill/>
            <a:miter lim="800000"/>
            <a:headEnd/>
            <a:tailEnd/>
          </a:ln>
          <a:effectLst/>
        </p:spPr>
      </p:pic>
      <p:sp>
        <p:nvSpPr>
          <p:cNvPr id="6" name="矩形 5"/>
          <p:cNvSpPr/>
          <p:nvPr/>
        </p:nvSpPr>
        <p:spPr>
          <a:xfrm>
            <a:off x="6660736" y="5455691"/>
            <a:ext cx="5178021" cy="369332"/>
          </a:xfrm>
          <a:prstGeom prst="rect">
            <a:avLst/>
          </a:prstGeom>
        </p:spPr>
        <p:txBody>
          <a:bodyPr wrap="none">
            <a:spAutoFit/>
          </a:bodyPr>
          <a:lstStyle/>
          <a:p>
            <a:r>
              <a:rPr lang="zh-CN" altLang="en-US" dirty="0"/>
              <a:t>当预分频器的参数从</a:t>
            </a:r>
            <a:r>
              <a:rPr lang="en-US" altLang="zh-CN" dirty="0"/>
              <a:t>1 </a:t>
            </a:r>
            <a:r>
              <a:rPr lang="zh-CN" altLang="en-US" dirty="0"/>
              <a:t>变到</a:t>
            </a:r>
            <a:r>
              <a:rPr lang="en-US" altLang="zh-CN" dirty="0"/>
              <a:t>4</a:t>
            </a:r>
            <a:r>
              <a:rPr lang="zh-CN" altLang="en-US" dirty="0"/>
              <a:t>时，计数器的时序图</a:t>
            </a:r>
          </a:p>
        </p:txBody>
      </p:sp>
      <mc:AlternateContent xmlns:mc="http://schemas.openxmlformats.org/markup-compatibility/2006">
        <mc:Choice xmlns:p14="http://schemas.microsoft.com/office/powerpoint/2010/main" Requires="p14">
          <p:contentPart p14:bwMode="auto" r:id="rId4">
            <p14:nvContentPartPr>
              <p14:cNvPr id="2" name="墨迹 1">
                <a:extLst>
                  <a:ext uri="{FF2B5EF4-FFF2-40B4-BE49-F238E27FC236}">
                    <a16:creationId xmlns:a16="http://schemas.microsoft.com/office/drawing/2014/main" id="{F09DD505-FD56-7523-1135-1EC6F040A1EF}"/>
                  </a:ext>
                </a:extLst>
              </p14:cNvPr>
              <p14:cNvContentPartPr/>
              <p14:nvPr/>
            </p14:nvContentPartPr>
            <p14:xfrm>
              <a:off x="1459209" y="1734720"/>
              <a:ext cx="603720" cy="24120"/>
            </p14:xfrm>
          </p:contentPart>
        </mc:Choice>
        <mc:Fallback>
          <p:pic>
            <p:nvPicPr>
              <p:cNvPr id="2" name="墨迹 1">
                <a:extLst>
                  <a:ext uri="{FF2B5EF4-FFF2-40B4-BE49-F238E27FC236}">
                    <a16:creationId xmlns:a16="http://schemas.microsoft.com/office/drawing/2014/main" id="{F09DD505-FD56-7523-1135-1EC6F040A1EF}"/>
                  </a:ext>
                </a:extLst>
              </p:cNvPr>
              <p:cNvPicPr/>
              <p:nvPr/>
            </p:nvPicPr>
            <p:blipFill>
              <a:blip r:embed="rId5"/>
              <a:stretch>
                <a:fillRect/>
              </a:stretch>
            </p:blipFill>
            <p:spPr>
              <a:xfrm>
                <a:off x="1441569" y="1717080"/>
                <a:ext cx="63936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墨迹 12">
                <a:extLst>
                  <a:ext uri="{FF2B5EF4-FFF2-40B4-BE49-F238E27FC236}">
                    <a16:creationId xmlns:a16="http://schemas.microsoft.com/office/drawing/2014/main" id="{E7DC73FA-995C-3B06-97F0-EDAB50D99371}"/>
                  </a:ext>
                </a:extLst>
              </p14:cNvPr>
              <p14:cNvContentPartPr/>
              <p14:nvPr/>
            </p14:nvContentPartPr>
            <p14:xfrm>
              <a:off x="2560809" y="1652640"/>
              <a:ext cx="360" cy="482400"/>
            </p14:xfrm>
          </p:contentPart>
        </mc:Choice>
        <mc:Fallback>
          <p:pic>
            <p:nvPicPr>
              <p:cNvPr id="13" name="墨迹 12">
                <a:extLst>
                  <a:ext uri="{FF2B5EF4-FFF2-40B4-BE49-F238E27FC236}">
                    <a16:creationId xmlns:a16="http://schemas.microsoft.com/office/drawing/2014/main" id="{E7DC73FA-995C-3B06-97F0-EDAB50D99371}"/>
                  </a:ext>
                </a:extLst>
              </p:cNvPr>
              <p:cNvPicPr/>
              <p:nvPr/>
            </p:nvPicPr>
            <p:blipFill>
              <a:blip r:embed="rId7"/>
              <a:stretch>
                <a:fillRect/>
              </a:stretch>
            </p:blipFill>
            <p:spPr>
              <a:xfrm>
                <a:off x="2542809" y="1635000"/>
                <a:ext cx="36000" cy="518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3" name="墨迹 22">
                <a:extLst>
                  <a:ext uri="{FF2B5EF4-FFF2-40B4-BE49-F238E27FC236}">
                    <a16:creationId xmlns:a16="http://schemas.microsoft.com/office/drawing/2014/main" id="{23DE35D8-F447-FFA9-01EE-18F53603F6AF}"/>
                  </a:ext>
                </a:extLst>
              </p14:cNvPr>
              <p14:cNvContentPartPr/>
              <p14:nvPr/>
            </p14:nvContentPartPr>
            <p14:xfrm>
              <a:off x="7133169" y="5843400"/>
              <a:ext cx="4176000" cy="6480"/>
            </p14:xfrm>
          </p:contentPart>
        </mc:Choice>
        <mc:Fallback>
          <p:pic>
            <p:nvPicPr>
              <p:cNvPr id="23" name="墨迹 22">
                <a:extLst>
                  <a:ext uri="{FF2B5EF4-FFF2-40B4-BE49-F238E27FC236}">
                    <a16:creationId xmlns:a16="http://schemas.microsoft.com/office/drawing/2014/main" id="{23DE35D8-F447-FFA9-01EE-18F53603F6AF}"/>
                  </a:ext>
                </a:extLst>
              </p:cNvPr>
              <p:cNvPicPr/>
              <p:nvPr/>
            </p:nvPicPr>
            <p:blipFill>
              <a:blip r:embed="rId9"/>
              <a:stretch>
                <a:fillRect/>
              </a:stretch>
            </p:blipFill>
            <p:spPr>
              <a:xfrm>
                <a:off x="7115169" y="5825400"/>
                <a:ext cx="421164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4" name="墨迹 23">
                <a:extLst>
                  <a:ext uri="{FF2B5EF4-FFF2-40B4-BE49-F238E27FC236}">
                    <a16:creationId xmlns:a16="http://schemas.microsoft.com/office/drawing/2014/main" id="{A67D9C42-0A86-149A-43EB-737A04D8B792}"/>
                  </a:ext>
                </a:extLst>
              </p14:cNvPr>
              <p14:cNvContentPartPr/>
              <p14:nvPr/>
            </p14:nvContentPartPr>
            <p14:xfrm>
              <a:off x="2801649" y="2274360"/>
              <a:ext cx="360" cy="360"/>
            </p14:xfrm>
          </p:contentPart>
        </mc:Choice>
        <mc:Fallback>
          <p:pic>
            <p:nvPicPr>
              <p:cNvPr id="24" name="墨迹 23">
                <a:extLst>
                  <a:ext uri="{FF2B5EF4-FFF2-40B4-BE49-F238E27FC236}">
                    <a16:creationId xmlns:a16="http://schemas.microsoft.com/office/drawing/2014/main" id="{A67D9C42-0A86-149A-43EB-737A04D8B792}"/>
                  </a:ext>
                </a:extLst>
              </p:cNvPr>
              <p:cNvPicPr/>
              <p:nvPr/>
            </p:nvPicPr>
            <p:blipFill>
              <a:blip r:embed="rId11"/>
              <a:stretch>
                <a:fillRect/>
              </a:stretch>
            </p:blipFill>
            <p:spPr>
              <a:xfrm>
                <a:off x="2783649" y="225636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5" name="墨迹 24">
                <a:extLst>
                  <a:ext uri="{FF2B5EF4-FFF2-40B4-BE49-F238E27FC236}">
                    <a16:creationId xmlns:a16="http://schemas.microsoft.com/office/drawing/2014/main" id="{2D194D63-75BA-EC96-35D4-7DE476EFA967}"/>
                  </a:ext>
                </a:extLst>
              </p14:cNvPr>
              <p14:cNvContentPartPr/>
              <p14:nvPr/>
            </p14:nvContentPartPr>
            <p14:xfrm>
              <a:off x="2783289" y="2280840"/>
              <a:ext cx="47880" cy="40320"/>
            </p14:xfrm>
          </p:contentPart>
        </mc:Choice>
        <mc:Fallback>
          <p:pic>
            <p:nvPicPr>
              <p:cNvPr id="25" name="墨迹 24">
                <a:extLst>
                  <a:ext uri="{FF2B5EF4-FFF2-40B4-BE49-F238E27FC236}">
                    <a16:creationId xmlns:a16="http://schemas.microsoft.com/office/drawing/2014/main" id="{2D194D63-75BA-EC96-35D4-7DE476EFA967}"/>
                  </a:ext>
                </a:extLst>
              </p:cNvPr>
              <p:cNvPicPr/>
              <p:nvPr/>
            </p:nvPicPr>
            <p:blipFill>
              <a:blip r:embed="rId13"/>
              <a:stretch>
                <a:fillRect/>
              </a:stretch>
            </p:blipFill>
            <p:spPr>
              <a:xfrm>
                <a:off x="2765649" y="2263200"/>
                <a:ext cx="8352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6" name="墨迹 25">
                <a:extLst>
                  <a:ext uri="{FF2B5EF4-FFF2-40B4-BE49-F238E27FC236}">
                    <a16:creationId xmlns:a16="http://schemas.microsoft.com/office/drawing/2014/main" id="{BCF11ECE-B466-350F-B94E-A27E125343CF}"/>
                  </a:ext>
                </a:extLst>
              </p14:cNvPr>
              <p14:cNvContentPartPr/>
              <p14:nvPr/>
            </p14:nvContentPartPr>
            <p14:xfrm>
              <a:off x="2813169" y="2309280"/>
              <a:ext cx="12240" cy="222480"/>
            </p14:xfrm>
          </p:contentPart>
        </mc:Choice>
        <mc:Fallback>
          <p:pic>
            <p:nvPicPr>
              <p:cNvPr id="26" name="墨迹 25">
                <a:extLst>
                  <a:ext uri="{FF2B5EF4-FFF2-40B4-BE49-F238E27FC236}">
                    <a16:creationId xmlns:a16="http://schemas.microsoft.com/office/drawing/2014/main" id="{BCF11ECE-B466-350F-B94E-A27E125343CF}"/>
                  </a:ext>
                </a:extLst>
              </p:cNvPr>
              <p:cNvPicPr/>
              <p:nvPr/>
            </p:nvPicPr>
            <p:blipFill>
              <a:blip r:embed="rId15"/>
              <a:stretch>
                <a:fillRect/>
              </a:stretch>
            </p:blipFill>
            <p:spPr>
              <a:xfrm>
                <a:off x="2795169" y="2291280"/>
                <a:ext cx="4788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8" name="墨迹 27">
                <a:extLst>
                  <a:ext uri="{FF2B5EF4-FFF2-40B4-BE49-F238E27FC236}">
                    <a16:creationId xmlns:a16="http://schemas.microsoft.com/office/drawing/2014/main" id="{7ABB8D04-9B35-70A8-AC76-4316280DCF9A}"/>
                  </a:ext>
                </a:extLst>
              </p14:cNvPr>
              <p14:cNvContentPartPr/>
              <p14:nvPr/>
            </p14:nvContentPartPr>
            <p14:xfrm>
              <a:off x="685569" y="3821280"/>
              <a:ext cx="1313280" cy="82440"/>
            </p14:xfrm>
          </p:contentPart>
        </mc:Choice>
        <mc:Fallback>
          <p:pic>
            <p:nvPicPr>
              <p:cNvPr id="28" name="墨迹 27">
                <a:extLst>
                  <a:ext uri="{FF2B5EF4-FFF2-40B4-BE49-F238E27FC236}">
                    <a16:creationId xmlns:a16="http://schemas.microsoft.com/office/drawing/2014/main" id="{7ABB8D04-9B35-70A8-AC76-4316280DCF9A}"/>
                  </a:ext>
                </a:extLst>
              </p:cNvPr>
              <p:cNvPicPr/>
              <p:nvPr/>
            </p:nvPicPr>
            <p:blipFill>
              <a:blip r:embed="rId17"/>
              <a:stretch>
                <a:fillRect/>
              </a:stretch>
            </p:blipFill>
            <p:spPr>
              <a:xfrm>
                <a:off x="667929" y="3803640"/>
                <a:ext cx="134892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9" name="墨迹 28">
                <a:extLst>
                  <a:ext uri="{FF2B5EF4-FFF2-40B4-BE49-F238E27FC236}">
                    <a16:creationId xmlns:a16="http://schemas.microsoft.com/office/drawing/2014/main" id="{99A01C84-CD54-6FB7-1023-DAE61ED6C9E2}"/>
                  </a:ext>
                </a:extLst>
              </p14:cNvPr>
              <p14:cNvContentPartPr/>
              <p14:nvPr/>
            </p14:nvContentPartPr>
            <p14:xfrm>
              <a:off x="3965529" y="4689240"/>
              <a:ext cx="174600" cy="124920"/>
            </p14:xfrm>
          </p:contentPart>
        </mc:Choice>
        <mc:Fallback>
          <p:pic>
            <p:nvPicPr>
              <p:cNvPr id="29" name="墨迹 28">
                <a:extLst>
                  <a:ext uri="{FF2B5EF4-FFF2-40B4-BE49-F238E27FC236}">
                    <a16:creationId xmlns:a16="http://schemas.microsoft.com/office/drawing/2014/main" id="{99A01C84-CD54-6FB7-1023-DAE61ED6C9E2}"/>
                  </a:ext>
                </a:extLst>
              </p:cNvPr>
              <p:cNvPicPr/>
              <p:nvPr/>
            </p:nvPicPr>
            <p:blipFill>
              <a:blip r:embed="rId19"/>
              <a:stretch>
                <a:fillRect/>
              </a:stretch>
            </p:blipFill>
            <p:spPr>
              <a:xfrm>
                <a:off x="3947889" y="4671240"/>
                <a:ext cx="21024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0" name="墨迹 29">
                <a:extLst>
                  <a:ext uri="{FF2B5EF4-FFF2-40B4-BE49-F238E27FC236}">
                    <a16:creationId xmlns:a16="http://schemas.microsoft.com/office/drawing/2014/main" id="{CC3F6B2B-D05B-31DA-C13B-EDA79012BC0D}"/>
                  </a:ext>
                </a:extLst>
              </p14:cNvPr>
              <p14:cNvContentPartPr/>
              <p14:nvPr/>
            </p14:nvContentPartPr>
            <p14:xfrm>
              <a:off x="2965809" y="3762960"/>
              <a:ext cx="92160" cy="6480"/>
            </p14:xfrm>
          </p:contentPart>
        </mc:Choice>
        <mc:Fallback>
          <p:pic>
            <p:nvPicPr>
              <p:cNvPr id="30" name="墨迹 29">
                <a:extLst>
                  <a:ext uri="{FF2B5EF4-FFF2-40B4-BE49-F238E27FC236}">
                    <a16:creationId xmlns:a16="http://schemas.microsoft.com/office/drawing/2014/main" id="{CC3F6B2B-D05B-31DA-C13B-EDA79012BC0D}"/>
                  </a:ext>
                </a:extLst>
              </p:cNvPr>
              <p:cNvPicPr/>
              <p:nvPr/>
            </p:nvPicPr>
            <p:blipFill>
              <a:blip r:embed="rId21"/>
              <a:stretch>
                <a:fillRect/>
              </a:stretch>
            </p:blipFill>
            <p:spPr>
              <a:xfrm>
                <a:off x="2947809" y="3745320"/>
                <a:ext cx="127800" cy="4212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s://img-blog.csdnimg.cn/20200808152827474.png?x-oss-process=image/watermark,type_ZmFuZ3poZW5naGVpdGk,shadow_10,text_aHR0cHM6Ly9ibG9nLmNzZG4ubmV0L3FxXzQ0NzQ0MTY0,size_16,color_FFFFFF,t_70"/>
          <p:cNvPicPr>
            <a:picLocks noChangeAspect="1" noChangeArrowheads="1"/>
          </p:cNvPicPr>
          <p:nvPr/>
        </p:nvPicPr>
        <p:blipFill>
          <a:blip r:embed="rId2"/>
          <a:srcRect/>
          <a:stretch>
            <a:fillRect/>
          </a:stretch>
        </p:blipFill>
        <p:spPr bwMode="auto">
          <a:xfrm>
            <a:off x="1583159" y="940673"/>
            <a:ext cx="8286750" cy="5095876"/>
          </a:xfrm>
          <a:prstGeom prst="rect">
            <a:avLst/>
          </a:prstGeom>
          <a:noFill/>
        </p:spPr>
      </p:pic>
      <mc:AlternateContent xmlns:mc="http://schemas.openxmlformats.org/markup-compatibility/2006">
        <mc:Choice xmlns:p14="http://schemas.microsoft.com/office/powerpoint/2010/main" Requires="p14">
          <p:contentPart p14:bwMode="auto" r:id="rId3">
            <p14:nvContentPartPr>
              <p14:cNvPr id="2" name="墨迹 1">
                <a:extLst>
                  <a:ext uri="{FF2B5EF4-FFF2-40B4-BE49-F238E27FC236}">
                    <a16:creationId xmlns:a16="http://schemas.microsoft.com/office/drawing/2014/main" id="{5F85A03D-D658-C775-2D78-0C031488B20A}"/>
                  </a:ext>
                </a:extLst>
              </p14:cNvPr>
              <p14:cNvContentPartPr/>
              <p14:nvPr/>
            </p14:nvContentPartPr>
            <p14:xfrm>
              <a:off x="2080569" y="1875480"/>
              <a:ext cx="6812280" cy="82800"/>
            </p14:xfrm>
          </p:contentPart>
        </mc:Choice>
        <mc:Fallback>
          <p:pic>
            <p:nvPicPr>
              <p:cNvPr id="2" name="墨迹 1">
                <a:extLst>
                  <a:ext uri="{FF2B5EF4-FFF2-40B4-BE49-F238E27FC236}">
                    <a16:creationId xmlns:a16="http://schemas.microsoft.com/office/drawing/2014/main" id="{5F85A03D-D658-C775-2D78-0C031488B20A}"/>
                  </a:ext>
                </a:extLst>
              </p:cNvPr>
              <p:cNvPicPr/>
              <p:nvPr/>
            </p:nvPicPr>
            <p:blipFill>
              <a:blip r:embed="rId4"/>
              <a:stretch>
                <a:fillRect/>
              </a:stretch>
            </p:blipFill>
            <p:spPr>
              <a:xfrm>
                <a:off x="2062929" y="1857480"/>
                <a:ext cx="6847920" cy="118440"/>
              </a:xfrm>
              <a:prstGeom prst="rect">
                <a:avLst/>
              </a:prstGeom>
            </p:spPr>
          </p:pic>
        </mc:Fallback>
      </mc:AlternateContent>
      <p:grpSp>
        <p:nvGrpSpPr>
          <p:cNvPr id="7" name="组合 6">
            <a:extLst>
              <a:ext uri="{FF2B5EF4-FFF2-40B4-BE49-F238E27FC236}">
                <a16:creationId xmlns:a16="http://schemas.microsoft.com/office/drawing/2014/main" id="{F112E2D2-45C7-87BF-E2DC-5BAD374BF97C}"/>
              </a:ext>
            </a:extLst>
          </p:cNvPr>
          <p:cNvGrpSpPr/>
          <p:nvPr/>
        </p:nvGrpSpPr>
        <p:grpSpPr>
          <a:xfrm>
            <a:off x="1716969" y="1885560"/>
            <a:ext cx="7949880" cy="863640"/>
            <a:chOff x="1716969" y="1885560"/>
            <a:chExt cx="7949880" cy="863640"/>
          </a:xfrm>
        </p:grpSpPr>
        <mc:AlternateContent xmlns:mc="http://schemas.openxmlformats.org/markup-compatibility/2006">
          <mc:Choice xmlns:p14="http://schemas.microsoft.com/office/powerpoint/2010/main" Requires="p14">
            <p:contentPart p14:bwMode="auto" r:id="rId5">
              <p14:nvContentPartPr>
                <p14:cNvPr id="3" name="墨迹 2">
                  <a:extLst>
                    <a:ext uri="{FF2B5EF4-FFF2-40B4-BE49-F238E27FC236}">
                      <a16:creationId xmlns:a16="http://schemas.microsoft.com/office/drawing/2014/main" id="{7305AD80-7C00-FFAF-2688-AADC22339FE3}"/>
                    </a:ext>
                  </a:extLst>
                </p14:cNvPr>
                <p14:cNvContentPartPr/>
                <p14:nvPr/>
              </p14:nvContentPartPr>
              <p14:xfrm>
                <a:off x="3930249" y="1885560"/>
                <a:ext cx="3978720" cy="430200"/>
              </p14:xfrm>
            </p:contentPart>
          </mc:Choice>
          <mc:Fallback>
            <p:pic>
              <p:nvPicPr>
                <p:cNvPr id="3" name="墨迹 2">
                  <a:extLst>
                    <a:ext uri="{FF2B5EF4-FFF2-40B4-BE49-F238E27FC236}">
                      <a16:creationId xmlns:a16="http://schemas.microsoft.com/office/drawing/2014/main" id="{7305AD80-7C00-FFAF-2688-AADC22339FE3}"/>
                    </a:ext>
                  </a:extLst>
                </p:cNvPr>
                <p:cNvPicPr/>
                <p:nvPr/>
              </p:nvPicPr>
              <p:blipFill>
                <a:blip r:embed="rId6"/>
                <a:stretch>
                  <a:fillRect/>
                </a:stretch>
              </p:blipFill>
              <p:spPr>
                <a:xfrm>
                  <a:off x="3912609" y="1867920"/>
                  <a:ext cx="4014360" cy="4658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墨迹 3">
                  <a:extLst>
                    <a:ext uri="{FF2B5EF4-FFF2-40B4-BE49-F238E27FC236}">
                      <a16:creationId xmlns:a16="http://schemas.microsoft.com/office/drawing/2014/main" id="{89439730-C7D0-6521-30E0-1155A8B1F50D}"/>
                    </a:ext>
                  </a:extLst>
                </p14:cNvPr>
                <p14:cNvContentPartPr/>
                <p14:nvPr/>
              </p14:nvContentPartPr>
              <p14:xfrm>
                <a:off x="8188329" y="2319360"/>
                <a:ext cx="1478520" cy="25920"/>
              </p14:xfrm>
            </p:contentPart>
          </mc:Choice>
          <mc:Fallback>
            <p:pic>
              <p:nvPicPr>
                <p:cNvPr id="4" name="墨迹 3">
                  <a:extLst>
                    <a:ext uri="{FF2B5EF4-FFF2-40B4-BE49-F238E27FC236}">
                      <a16:creationId xmlns:a16="http://schemas.microsoft.com/office/drawing/2014/main" id="{89439730-C7D0-6521-30E0-1155A8B1F50D}"/>
                    </a:ext>
                  </a:extLst>
                </p:cNvPr>
                <p:cNvPicPr/>
                <p:nvPr/>
              </p:nvPicPr>
              <p:blipFill>
                <a:blip r:embed="rId8"/>
                <a:stretch>
                  <a:fillRect/>
                </a:stretch>
              </p:blipFill>
              <p:spPr>
                <a:xfrm>
                  <a:off x="8170329" y="2301720"/>
                  <a:ext cx="15141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墨迹 5">
                  <a:extLst>
                    <a:ext uri="{FF2B5EF4-FFF2-40B4-BE49-F238E27FC236}">
                      <a16:creationId xmlns:a16="http://schemas.microsoft.com/office/drawing/2014/main" id="{E4C35FE7-3C1D-8106-595F-E54FECB86C57}"/>
                    </a:ext>
                  </a:extLst>
                </p14:cNvPr>
                <p14:cNvContentPartPr/>
                <p14:nvPr/>
              </p14:nvContentPartPr>
              <p14:xfrm>
                <a:off x="1716969" y="2326560"/>
                <a:ext cx="3793680" cy="422640"/>
              </p14:xfrm>
            </p:contentPart>
          </mc:Choice>
          <mc:Fallback>
            <p:pic>
              <p:nvPicPr>
                <p:cNvPr id="6" name="墨迹 5">
                  <a:extLst>
                    <a:ext uri="{FF2B5EF4-FFF2-40B4-BE49-F238E27FC236}">
                      <a16:creationId xmlns:a16="http://schemas.microsoft.com/office/drawing/2014/main" id="{E4C35FE7-3C1D-8106-595F-E54FECB86C57}"/>
                    </a:ext>
                  </a:extLst>
                </p:cNvPr>
                <p:cNvPicPr/>
                <p:nvPr/>
              </p:nvPicPr>
              <p:blipFill>
                <a:blip r:embed="rId10"/>
                <a:stretch>
                  <a:fillRect/>
                </a:stretch>
              </p:blipFill>
              <p:spPr>
                <a:xfrm>
                  <a:off x="1699329" y="2308920"/>
                  <a:ext cx="3829320" cy="4582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8" name="墨迹 7">
                <a:extLst>
                  <a:ext uri="{FF2B5EF4-FFF2-40B4-BE49-F238E27FC236}">
                    <a16:creationId xmlns:a16="http://schemas.microsoft.com/office/drawing/2014/main" id="{BDE4FF6A-3D87-8101-62A0-1ACF6E6B0252}"/>
                  </a:ext>
                </a:extLst>
              </p14:cNvPr>
              <p14:cNvContentPartPr/>
              <p14:nvPr/>
            </p14:nvContentPartPr>
            <p14:xfrm>
              <a:off x="3800649" y="3076800"/>
              <a:ext cx="5068440" cy="70920"/>
            </p14:xfrm>
          </p:contentPart>
        </mc:Choice>
        <mc:Fallback>
          <p:pic>
            <p:nvPicPr>
              <p:cNvPr id="8" name="墨迹 7">
                <a:extLst>
                  <a:ext uri="{FF2B5EF4-FFF2-40B4-BE49-F238E27FC236}">
                    <a16:creationId xmlns:a16="http://schemas.microsoft.com/office/drawing/2014/main" id="{BDE4FF6A-3D87-8101-62A0-1ACF6E6B0252}"/>
                  </a:ext>
                </a:extLst>
              </p:cNvPr>
              <p:cNvPicPr/>
              <p:nvPr/>
            </p:nvPicPr>
            <p:blipFill>
              <a:blip r:embed="rId12"/>
              <a:stretch>
                <a:fillRect/>
              </a:stretch>
            </p:blipFill>
            <p:spPr>
              <a:xfrm>
                <a:off x="3783009" y="3059160"/>
                <a:ext cx="5104080" cy="106560"/>
              </a:xfrm>
              <a:prstGeom prst="rect">
                <a:avLst/>
              </a:prstGeom>
            </p:spPr>
          </p:pic>
        </mc:Fallback>
      </mc:AlternateContent>
      <p:grpSp>
        <p:nvGrpSpPr>
          <p:cNvPr id="11" name="组合 10">
            <a:extLst>
              <a:ext uri="{FF2B5EF4-FFF2-40B4-BE49-F238E27FC236}">
                <a16:creationId xmlns:a16="http://schemas.microsoft.com/office/drawing/2014/main" id="{A432CEA7-A329-8D5D-68F3-8965369D605C}"/>
              </a:ext>
            </a:extLst>
          </p:cNvPr>
          <p:cNvGrpSpPr/>
          <p:nvPr/>
        </p:nvGrpSpPr>
        <p:grpSpPr>
          <a:xfrm>
            <a:off x="1940169" y="3015960"/>
            <a:ext cx="5779440" cy="630720"/>
            <a:chOff x="1940169" y="3015960"/>
            <a:chExt cx="5779440" cy="630720"/>
          </a:xfrm>
        </p:grpSpPr>
        <mc:AlternateContent xmlns:mc="http://schemas.openxmlformats.org/markup-compatibility/2006">
          <mc:Choice xmlns:p14="http://schemas.microsoft.com/office/powerpoint/2010/main" Requires="p14">
            <p:contentPart p14:bwMode="auto" r:id="rId13">
              <p14:nvContentPartPr>
                <p14:cNvPr id="9" name="墨迹 8">
                  <a:extLst>
                    <a:ext uri="{FF2B5EF4-FFF2-40B4-BE49-F238E27FC236}">
                      <a16:creationId xmlns:a16="http://schemas.microsoft.com/office/drawing/2014/main" id="{CEC3D621-B8D4-7B04-B8C1-EBAB10C753F4}"/>
                    </a:ext>
                  </a:extLst>
                </p14:cNvPr>
                <p14:cNvContentPartPr/>
                <p14:nvPr/>
              </p14:nvContentPartPr>
              <p14:xfrm>
                <a:off x="1940169" y="3303600"/>
                <a:ext cx="5754600" cy="343080"/>
              </p14:xfrm>
            </p:contentPart>
          </mc:Choice>
          <mc:Fallback>
            <p:pic>
              <p:nvPicPr>
                <p:cNvPr id="9" name="墨迹 8">
                  <a:extLst>
                    <a:ext uri="{FF2B5EF4-FFF2-40B4-BE49-F238E27FC236}">
                      <a16:creationId xmlns:a16="http://schemas.microsoft.com/office/drawing/2014/main" id="{CEC3D621-B8D4-7B04-B8C1-EBAB10C753F4}"/>
                    </a:ext>
                  </a:extLst>
                </p:cNvPr>
                <p:cNvPicPr/>
                <p:nvPr/>
              </p:nvPicPr>
              <p:blipFill>
                <a:blip r:embed="rId14"/>
                <a:stretch>
                  <a:fillRect/>
                </a:stretch>
              </p:blipFill>
              <p:spPr>
                <a:xfrm>
                  <a:off x="1922169" y="3285600"/>
                  <a:ext cx="579024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墨迹 9">
                  <a:extLst>
                    <a:ext uri="{FF2B5EF4-FFF2-40B4-BE49-F238E27FC236}">
                      <a16:creationId xmlns:a16="http://schemas.microsoft.com/office/drawing/2014/main" id="{82446887-D136-2212-4820-828771A9BA16}"/>
                    </a:ext>
                  </a:extLst>
                </p14:cNvPr>
                <p14:cNvContentPartPr/>
                <p14:nvPr/>
              </p14:nvContentPartPr>
              <p14:xfrm>
                <a:off x="4376649" y="3015960"/>
                <a:ext cx="3342960" cy="480240"/>
              </p14:xfrm>
            </p:contentPart>
          </mc:Choice>
          <mc:Fallback>
            <p:pic>
              <p:nvPicPr>
                <p:cNvPr id="10" name="墨迹 9">
                  <a:extLst>
                    <a:ext uri="{FF2B5EF4-FFF2-40B4-BE49-F238E27FC236}">
                      <a16:creationId xmlns:a16="http://schemas.microsoft.com/office/drawing/2014/main" id="{82446887-D136-2212-4820-828771A9BA16}"/>
                    </a:ext>
                  </a:extLst>
                </p:cNvPr>
                <p:cNvPicPr/>
                <p:nvPr/>
              </p:nvPicPr>
              <p:blipFill>
                <a:blip r:embed="rId16"/>
                <a:stretch>
                  <a:fillRect/>
                </a:stretch>
              </p:blipFill>
              <p:spPr>
                <a:xfrm>
                  <a:off x="4358649" y="2998320"/>
                  <a:ext cx="3378600" cy="515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3" name="墨迹 12">
                <a:extLst>
                  <a:ext uri="{FF2B5EF4-FFF2-40B4-BE49-F238E27FC236}">
                    <a16:creationId xmlns:a16="http://schemas.microsoft.com/office/drawing/2014/main" id="{05090218-59BE-B49D-B117-8E734382D409}"/>
                  </a:ext>
                </a:extLst>
              </p14:cNvPr>
              <p14:cNvContentPartPr/>
              <p14:nvPr/>
            </p14:nvContentPartPr>
            <p14:xfrm>
              <a:off x="5878929" y="3880320"/>
              <a:ext cx="3646080" cy="23760"/>
            </p14:xfrm>
          </p:contentPart>
        </mc:Choice>
        <mc:Fallback>
          <p:pic>
            <p:nvPicPr>
              <p:cNvPr id="13" name="墨迹 12">
                <a:extLst>
                  <a:ext uri="{FF2B5EF4-FFF2-40B4-BE49-F238E27FC236}">
                    <a16:creationId xmlns:a16="http://schemas.microsoft.com/office/drawing/2014/main" id="{05090218-59BE-B49D-B117-8E734382D409}"/>
                  </a:ext>
                </a:extLst>
              </p:cNvPr>
              <p:cNvPicPr/>
              <p:nvPr/>
            </p:nvPicPr>
            <p:blipFill>
              <a:blip r:embed="rId18"/>
              <a:stretch>
                <a:fillRect/>
              </a:stretch>
            </p:blipFill>
            <p:spPr>
              <a:xfrm>
                <a:off x="5861289" y="3862320"/>
                <a:ext cx="368172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墨迹 14">
                <a:extLst>
                  <a:ext uri="{FF2B5EF4-FFF2-40B4-BE49-F238E27FC236}">
                    <a16:creationId xmlns:a16="http://schemas.microsoft.com/office/drawing/2014/main" id="{648CDF29-7E08-4A6A-3C21-7FD6B1629E4F}"/>
                  </a:ext>
                </a:extLst>
              </p14:cNvPr>
              <p14:cNvContentPartPr/>
              <p14:nvPr/>
            </p14:nvContentPartPr>
            <p14:xfrm>
              <a:off x="4501569" y="4319880"/>
              <a:ext cx="1694520" cy="720"/>
            </p14:xfrm>
          </p:contentPart>
        </mc:Choice>
        <mc:Fallback>
          <p:pic>
            <p:nvPicPr>
              <p:cNvPr id="15" name="墨迹 14">
                <a:extLst>
                  <a:ext uri="{FF2B5EF4-FFF2-40B4-BE49-F238E27FC236}">
                    <a16:creationId xmlns:a16="http://schemas.microsoft.com/office/drawing/2014/main" id="{648CDF29-7E08-4A6A-3C21-7FD6B1629E4F}"/>
                  </a:ext>
                </a:extLst>
              </p:cNvPr>
              <p:cNvPicPr/>
              <p:nvPr/>
            </p:nvPicPr>
            <p:blipFill>
              <a:blip r:embed="rId20"/>
              <a:stretch>
                <a:fillRect/>
              </a:stretch>
            </p:blipFill>
            <p:spPr>
              <a:xfrm>
                <a:off x="4483569" y="4283880"/>
                <a:ext cx="17301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墨迹 15">
                <a:extLst>
                  <a:ext uri="{FF2B5EF4-FFF2-40B4-BE49-F238E27FC236}">
                    <a16:creationId xmlns:a16="http://schemas.microsoft.com/office/drawing/2014/main" id="{10000863-CC3E-4AF3-001B-F43D7EED308D}"/>
                  </a:ext>
                </a:extLst>
              </p14:cNvPr>
              <p14:cNvContentPartPr/>
              <p14:nvPr/>
            </p14:nvContentPartPr>
            <p14:xfrm>
              <a:off x="7983129" y="3680880"/>
              <a:ext cx="1477440" cy="100800"/>
            </p14:xfrm>
          </p:contentPart>
        </mc:Choice>
        <mc:Fallback>
          <p:pic>
            <p:nvPicPr>
              <p:cNvPr id="16" name="墨迹 15">
                <a:extLst>
                  <a:ext uri="{FF2B5EF4-FFF2-40B4-BE49-F238E27FC236}">
                    <a16:creationId xmlns:a16="http://schemas.microsoft.com/office/drawing/2014/main" id="{10000863-CC3E-4AF3-001B-F43D7EED308D}"/>
                  </a:ext>
                </a:extLst>
              </p:cNvPr>
              <p:cNvPicPr/>
              <p:nvPr/>
            </p:nvPicPr>
            <p:blipFill>
              <a:blip r:embed="rId22"/>
              <a:stretch>
                <a:fillRect/>
              </a:stretch>
            </p:blipFill>
            <p:spPr>
              <a:xfrm>
                <a:off x="7929489" y="3572880"/>
                <a:ext cx="158508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墨迹 16">
                <a:extLst>
                  <a:ext uri="{FF2B5EF4-FFF2-40B4-BE49-F238E27FC236}">
                    <a16:creationId xmlns:a16="http://schemas.microsoft.com/office/drawing/2014/main" id="{AD3E3821-74C1-D329-E6E2-1E325D9EDDEA}"/>
                  </a:ext>
                </a:extLst>
              </p14:cNvPr>
              <p14:cNvContentPartPr/>
              <p14:nvPr/>
            </p14:nvContentPartPr>
            <p14:xfrm>
              <a:off x="7942089" y="3691680"/>
              <a:ext cx="1461600" cy="112680"/>
            </p14:xfrm>
          </p:contentPart>
        </mc:Choice>
        <mc:Fallback>
          <p:pic>
            <p:nvPicPr>
              <p:cNvPr id="17" name="墨迹 16">
                <a:extLst>
                  <a:ext uri="{FF2B5EF4-FFF2-40B4-BE49-F238E27FC236}">
                    <a16:creationId xmlns:a16="http://schemas.microsoft.com/office/drawing/2014/main" id="{AD3E3821-74C1-D329-E6E2-1E325D9EDDEA}"/>
                  </a:ext>
                </a:extLst>
              </p:cNvPr>
              <p:cNvPicPr/>
              <p:nvPr/>
            </p:nvPicPr>
            <p:blipFill>
              <a:blip r:embed="rId24"/>
              <a:stretch>
                <a:fillRect/>
              </a:stretch>
            </p:blipFill>
            <p:spPr>
              <a:xfrm>
                <a:off x="7888449" y="3583680"/>
                <a:ext cx="1569240" cy="328320"/>
              </a:xfrm>
              <a:prstGeom prst="rect">
                <a:avLst/>
              </a:prstGeom>
            </p:spPr>
          </p:pic>
        </mc:Fallback>
      </mc:AlternateContent>
      <p:grpSp>
        <p:nvGrpSpPr>
          <p:cNvPr id="27" name="组合 26">
            <a:extLst>
              <a:ext uri="{FF2B5EF4-FFF2-40B4-BE49-F238E27FC236}">
                <a16:creationId xmlns:a16="http://schemas.microsoft.com/office/drawing/2014/main" id="{51B9DE11-8CF2-C258-4485-095045436538}"/>
              </a:ext>
            </a:extLst>
          </p:cNvPr>
          <p:cNvGrpSpPr/>
          <p:nvPr/>
        </p:nvGrpSpPr>
        <p:grpSpPr>
          <a:xfrm>
            <a:off x="8194089" y="3235200"/>
            <a:ext cx="985320" cy="363600"/>
            <a:chOff x="8194089" y="3235200"/>
            <a:chExt cx="985320" cy="363600"/>
          </a:xfrm>
        </p:grpSpPr>
        <mc:AlternateContent xmlns:mc="http://schemas.openxmlformats.org/markup-compatibility/2006">
          <mc:Choice xmlns:p14="http://schemas.microsoft.com/office/powerpoint/2010/main" Requires="p14">
            <p:contentPart p14:bwMode="auto" r:id="rId25">
              <p14:nvContentPartPr>
                <p14:cNvPr id="18" name="墨迹 17">
                  <a:extLst>
                    <a:ext uri="{FF2B5EF4-FFF2-40B4-BE49-F238E27FC236}">
                      <a16:creationId xmlns:a16="http://schemas.microsoft.com/office/drawing/2014/main" id="{EBC7AAEC-F0A8-078A-C2D3-198FD19585B2}"/>
                    </a:ext>
                  </a:extLst>
                </p14:cNvPr>
                <p14:cNvContentPartPr/>
                <p14:nvPr/>
              </p14:nvContentPartPr>
              <p14:xfrm>
                <a:off x="8208129" y="3334920"/>
                <a:ext cx="74520" cy="221760"/>
              </p14:xfrm>
            </p:contentPart>
          </mc:Choice>
          <mc:Fallback>
            <p:pic>
              <p:nvPicPr>
                <p:cNvPr id="18" name="墨迹 17">
                  <a:extLst>
                    <a:ext uri="{FF2B5EF4-FFF2-40B4-BE49-F238E27FC236}">
                      <a16:creationId xmlns:a16="http://schemas.microsoft.com/office/drawing/2014/main" id="{EBC7AAEC-F0A8-078A-C2D3-198FD19585B2}"/>
                    </a:ext>
                  </a:extLst>
                </p:cNvPr>
                <p:cNvPicPr/>
                <p:nvPr/>
              </p:nvPicPr>
              <p:blipFill>
                <a:blip r:embed="rId26"/>
                <a:stretch>
                  <a:fillRect/>
                </a:stretch>
              </p:blipFill>
              <p:spPr>
                <a:xfrm>
                  <a:off x="8190129" y="3317280"/>
                  <a:ext cx="11016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墨迹 18">
                  <a:extLst>
                    <a:ext uri="{FF2B5EF4-FFF2-40B4-BE49-F238E27FC236}">
                      <a16:creationId xmlns:a16="http://schemas.microsoft.com/office/drawing/2014/main" id="{E2C44879-561B-F666-F04D-4B5F45F471D7}"/>
                    </a:ext>
                  </a:extLst>
                </p14:cNvPr>
                <p14:cNvContentPartPr/>
                <p14:nvPr/>
              </p14:nvContentPartPr>
              <p14:xfrm>
                <a:off x="8311449" y="3393600"/>
                <a:ext cx="45720" cy="171360"/>
              </p14:xfrm>
            </p:contentPart>
          </mc:Choice>
          <mc:Fallback>
            <p:pic>
              <p:nvPicPr>
                <p:cNvPr id="19" name="墨迹 18">
                  <a:extLst>
                    <a:ext uri="{FF2B5EF4-FFF2-40B4-BE49-F238E27FC236}">
                      <a16:creationId xmlns:a16="http://schemas.microsoft.com/office/drawing/2014/main" id="{E2C44879-561B-F666-F04D-4B5F45F471D7}"/>
                    </a:ext>
                  </a:extLst>
                </p:cNvPr>
                <p:cNvPicPr/>
                <p:nvPr/>
              </p:nvPicPr>
              <p:blipFill>
                <a:blip r:embed="rId28"/>
                <a:stretch>
                  <a:fillRect/>
                </a:stretch>
              </p:blipFill>
              <p:spPr>
                <a:xfrm>
                  <a:off x="8293809" y="3375960"/>
                  <a:ext cx="813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墨迹 19">
                  <a:extLst>
                    <a:ext uri="{FF2B5EF4-FFF2-40B4-BE49-F238E27FC236}">
                      <a16:creationId xmlns:a16="http://schemas.microsoft.com/office/drawing/2014/main" id="{871F982C-6B47-920F-7FC4-F67AEE3250C1}"/>
                    </a:ext>
                  </a:extLst>
                </p14:cNvPr>
                <p14:cNvContentPartPr/>
                <p14:nvPr/>
              </p14:nvContentPartPr>
              <p14:xfrm>
                <a:off x="8194089" y="3418440"/>
                <a:ext cx="153000" cy="92520"/>
              </p14:xfrm>
            </p:contentPart>
          </mc:Choice>
          <mc:Fallback>
            <p:pic>
              <p:nvPicPr>
                <p:cNvPr id="20" name="墨迹 19">
                  <a:extLst>
                    <a:ext uri="{FF2B5EF4-FFF2-40B4-BE49-F238E27FC236}">
                      <a16:creationId xmlns:a16="http://schemas.microsoft.com/office/drawing/2014/main" id="{871F982C-6B47-920F-7FC4-F67AEE3250C1}"/>
                    </a:ext>
                  </a:extLst>
                </p:cNvPr>
                <p:cNvPicPr/>
                <p:nvPr/>
              </p:nvPicPr>
              <p:blipFill>
                <a:blip r:embed="rId30"/>
                <a:stretch>
                  <a:fillRect/>
                </a:stretch>
              </p:blipFill>
              <p:spPr>
                <a:xfrm>
                  <a:off x="8176449" y="3400800"/>
                  <a:ext cx="18864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墨迹 20">
                  <a:extLst>
                    <a:ext uri="{FF2B5EF4-FFF2-40B4-BE49-F238E27FC236}">
                      <a16:creationId xmlns:a16="http://schemas.microsoft.com/office/drawing/2014/main" id="{C41678A6-AC3E-33FC-5734-D77C655C9535}"/>
                    </a:ext>
                  </a:extLst>
                </p14:cNvPr>
                <p14:cNvContentPartPr/>
                <p14:nvPr/>
              </p14:nvContentPartPr>
              <p14:xfrm>
                <a:off x="8487489" y="3305760"/>
                <a:ext cx="6480" cy="266400"/>
              </p14:xfrm>
            </p:contentPart>
          </mc:Choice>
          <mc:Fallback>
            <p:pic>
              <p:nvPicPr>
                <p:cNvPr id="21" name="墨迹 20">
                  <a:extLst>
                    <a:ext uri="{FF2B5EF4-FFF2-40B4-BE49-F238E27FC236}">
                      <a16:creationId xmlns:a16="http://schemas.microsoft.com/office/drawing/2014/main" id="{C41678A6-AC3E-33FC-5734-D77C655C9535}"/>
                    </a:ext>
                  </a:extLst>
                </p:cNvPr>
                <p:cNvPicPr/>
                <p:nvPr/>
              </p:nvPicPr>
              <p:blipFill>
                <a:blip r:embed="rId32"/>
                <a:stretch>
                  <a:fillRect/>
                </a:stretch>
              </p:blipFill>
              <p:spPr>
                <a:xfrm>
                  <a:off x="8469489" y="3287760"/>
                  <a:ext cx="4212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墨迹 21">
                  <a:extLst>
                    <a:ext uri="{FF2B5EF4-FFF2-40B4-BE49-F238E27FC236}">
                      <a16:creationId xmlns:a16="http://schemas.microsoft.com/office/drawing/2014/main" id="{FAC11D39-21B7-9805-6240-5642419BEFDF}"/>
                    </a:ext>
                  </a:extLst>
                </p14:cNvPr>
                <p14:cNvContentPartPr/>
                <p14:nvPr/>
              </p14:nvContentPartPr>
              <p14:xfrm>
                <a:off x="8497929" y="3366600"/>
                <a:ext cx="91440" cy="222120"/>
              </p14:xfrm>
            </p:contentPart>
          </mc:Choice>
          <mc:Fallback>
            <p:pic>
              <p:nvPicPr>
                <p:cNvPr id="22" name="墨迹 21">
                  <a:extLst>
                    <a:ext uri="{FF2B5EF4-FFF2-40B4-BE49-F238E27FC236}">
                      <a16:creationId xmlns:a16="http://schemas.microsoft.com/office/drawing/2014/main" id="{FAC11D39-21B7-9805-6240-5642419BEFDF}"/>
                    </a:ext>
                  </a:extLst>
                </p:cNvPr>
                <p:cNvPicPr/>
                <p:nvPr/>
              </p:nvPicPr>
              <p:blipFill>
                <a:blip r:embed="rId34"/>
                <a:stretch>
                  <a:fillRect/>
                </a:stretch>
              </p:blipFill>
              <p:spPr>
                <a:xfrm>
                  <a:off x="8480289" y="3348960"/>
                  <a:ext cx="12708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墨迹 22">
                  <a:extLst>
                    <a:ext uri="{FF2B5EF4-FFF2-40B4-BE49-F238E27FC236}">
                      <a16:creationId xmlns:a16="http://schemas.microsoft.com/office/drawing/2014/main" id="{251A14EF-29AA-E975-7FB8-AEF4C20E0620}"/>
                    </a:ext>
                  </a:extLst>
                </p14:cNvPr>
                <p14:cNvContentPartPr/>
                <p14:nvPr/>
              </p14:nvContentPartPr>
              <p14:xfrm>
                <a:off x="8627529" y="3387840"/>
                <a:ext cx="30600" cy="181440"/>
              </p14:xfrm>
            </p:contentPart>
          </mc:Choice>
          <mc:Fallback>
            <p:pic>
              <p:nvPicPr>
                <p:cNvPr id="23" name="墨迹 22">
                  <a:extLst>
                    <a:ext uri="{FF2B5EF4-FFF2-40B4-BE49-F238E27FC236}">
                      <a16:creationId xmlns:a16="http://schemas.microsoft.com/office/drawing/2014/main" id="{251A14EF-29AA-E975-7FB8-AEF4C20E0620}"/>
                    </a:ext>
                  </a:extLst>
                </p:cNvPr>
                <p:cNvPicPr/>
                <p:nvPr/>
              </p:nvPicPr>
              <p:blipFill>
                <a:blip r:embed="rId36"/>
                <a:stretch>
                  <a:fillRect/>
                </a:stretch>
              </p:blipFill>
              <p:spPr>
                <a:xfrm>
                  <a:off x="8609529" y="3369840"/>
                  <a:ext cx="6624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墨迹 23">
                  <a:extLst>
                    <a:ext uri="{FF2B5EF4-FFF2-40B4-BE49-F238E27FC236}">
                      <a16:creationId xmlns:a16="http://schemas.microsoft.com/office/drawing/2014/main" id="{3BAA5568-DBE7-561B-4D70-FF4B0D8A7175}"/>
                    </a:ext>
                  </a:extLst>
                </p14:cNvPr>
                <p14:cNvContentPartPr/>
                <p14:nvPr/>
              </p14:nvContentPartPr>
              <p14:xfrm>
                <a:off x="8651649" y="3379920"/>
                <a:ext cx="138240" cy="218880"/>
              </p14:xfrm>
            </p:contentPart>
          </mc:Choice>
          <mc:Fallback>
            <p:pic>
              <p:nvPicPr>
                <p:cNvPr id="24" name="墨迹 23">
                  <a:extLst>
                    <a:ext uri="{FF2B5EF4-FFF2-40B4-BE49-F238E27FC236}">
                      <a16:creationId xmlns:a16="http://schemas.microsoft.com/office/drawing/2014/main" id="{3BAA5568-DBE7-561B-4D70-FF4B0D8A7175}"/>
                    </a:ext>
                  </a:extLst>
                </p:cNvPr>
                <p:cNvPicPr/>
                <p:nvPr/>
              </p:nvPicPr>
              <p:blipFill>
                <a:blip r:embed="rId38"/>
                <a:stretch>
                  <a:fillRect/>
                </a:stretch>
              </p:blipFill>
              <p:spPr>
                <a:xfrm>
                  <a:off x="8633649" y="3361920"/>
                  <a:ext cx="1738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墨迹 24">
                  <a:extLst>
                    <a:ext uri="{FF2B5EF4-FFF2-40B4-BE49-F238E27FC236}">
                      <a16:creationId xmlns:a16="http://schemas.microsoft.com/office/drawing/2014/main" id="{14738B66-4F9C-E177-0006-2371A6DED0AD}"/>
                    </a:ext>
                  </a:extLst>
                </p14:cNvPr>
                <p14:cNvContentPartPr/>
                <p14:nvPr/>
              </p14:nvContentPartPr>
              <p14:xfrm>
                <a:off x="8909409" y="3399360"/>
                <a:ext cx="145800" cy="41760"/>
              </p14:xfrm>
            </p:contentPart>
          </mc:Choice>
          <mc:Fallback>
            <p:pic>
              <p:nvPicPr>
                <p:cNvPr id="25" name="墨迹 24">
                  <a:extLst>
                    <a:ext uri="{FF2B5EF4-FFF2-40B4-BE49-F238E27FC236}">
                      <a16:creationId xmlns:a16="http://schemas.microsoft.com/office/drawing/2014/main" id="{14738B66-4F9C-E177-0006-2371A6DED0AD}"/>
                    </a:ext>
                  </a:extLst>
                </p:cNvPr>
                <p:cNvPicPr/>
                <p:nvPr/>
              </p:nvPicPr>
              <p:blipFill>
                <a:blip r:embed="rId40"/>
                <a:stretch>
                  <a:fillRect/>
                </a:stretch>
              </p:blipFill>
              <p:spPr>
                <a:xfrm>
                  <a:off x="8891409" y="3381360"/>
                  <a:ext cx="18144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墨迹 25">
                  <a:extLst>
                    <a:ext uri="{FF2B5EF4-FFF2-40B4-BE49-F238E27FC236}">
                      <a16:creationId xmlns:a16="http://schemas.microsoft.com/office/drawing/2014/main" id="{6E485CC6-85E3-4B40-164F-CF25A62AFE4F}"/>
                    </a:ext>
                  </a:extLst>
                </p14:cNvPr>
                <p14:cNvContentPartPr/>
                <p14:nvPr/>
              </p14:nvContentPartPr>
              <p14:xfrm>
                <a:off x="9179049" y="3235200"/>
                <a:ext cx="360" cy="282960"/>
              </p14:xfrm>
            </p:contentPart>
          </mc:Choice>
          <mc:Fallback>
            <p:pic>
              <p:nvPicPr>
                <p:cNvPr id="26" name="墨迹 25">
                  <a:extLst>
                    <a:ext uri="{FF2B5EF4-FFF2-40B4-BE49-F238E27FC236}">
                      <a16:creationId xmlns:a16="http://schemas.microsoft.com/office/drawing/2014/main" id="{6E485CC6-85E3-4B40-164F-CF25A62AFE4F}"/>
                    </a:ext>
                  </a:extLst>
                </p:cNvPr>
                <p:cNvPicPr/>
                <p:nvPr/>
              </p:nvPicPr>
              <p:blipFill>
                <a:blip r:embed="rId42"/>
                <a:stretch>
                  <a:fillRect/>
                </a:stretch>
              </p:blipFill>
              <p:spPr>
                <a:xfrm>
                  <a:off x="9161049" y="3217560"/>
                  <a:ext cx="36000" cy="318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3">
            <p14:nvContentPartPr>
              <p14:cNvPr id="28" name="墨迹 27">
                <a:extLst>
                  <a:ext uri="{FF2B5EF4-FFF2-40B4-BE49-F238E27FC236}">
                    <a16:creationId xmlns:a16="http://schemas.microsoft.com/office/drawing/2014/main" id="{C5E605F3-D6EA-4272-02FD-4E10DE4FF97E}"/>
                  </a:ext>
                </a:extLst>
              </p14:cNvPr>
              <p14:cNvContentPartPr/>
              <p14:nvPr/>
            </p14:nvContentPartPr>
            <p14:xfrm>
              <a:off x="5988369" y="4317360"/>
              <a:ext cx="154800" cy="200520"/>
            </p14:xfrm>
          </p:contentPart>
        </mc:Choice>
        <mc:Fallback>
          <p:pic>
            <p:nvPicPr>
              <p:cNvPr id="28" name="墨迹 27">
                <a:extLst>
                  <a:ext uri="{FF2B5EF4-FFF2-40B4-BE49-F238E27FC236}">
                    <a16:creationId xmlns:a16="http://schemas.microsoft.com/office/drawing/2014/main" id="{C5E605F3-D6EA-4272-02FD-4E10DE4FF97E}"/>
                  </a:ext>
                </a:extLst>
              </p:cNvPr>
              <p:cNvPicPr/>
              <p:nvPr/>
            </p:nvPicPr>
            <p:blipFill>
              <a:blip r:embed="rId44"/>
              <a:stretch>
                <a:fillRect/>
              </a:stretch>
            </p:blipFill>
            <p:spPr>
              <a:xfrm>
                <a:off x="5970369" y="4299360"/>
                <a:ext cx="19044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墨迹 28">
                <a:extLst>
                  <a:ext uri="{FF2B5EF4-FFF2-40B4-BE49-F238E27FC236}">
                    <a16:creationId xmlns:a16="http://schemas.microsoft.com/office/drawing/2014/main" id="{50B105F8-5CA0-E66C-2F2E-3A9F1078305B}"/>
                  </a:ext>
                </a:extLst>
              </p14:cNvPr>
              <p14:cNvContentPartPr/>
              <p14:nvPr/>
            </p14:nvContentPartPr>
            <p14:xfrm>
              <a:off x="7619529" y="4302240"/>
              <a:ext cx="1533240" cy="360"/>
            </p14:xfrm>
          </p:contentPart>
        </mc:Choice>
        <mc:Fallback>
          <p:pic>
            <p:nvPicPr>
              <p:cNvPr id="29" name="墨迹 28">
                <a:extLst>
                  <a:ext uri="{FF2B5EF4-FFF2-40B4-BE49-F238E27FC236}">
                    <a16:creationId xmlns:a16="http://schemas.microsoft.com/office/drawing/2014/main" id="{50B105F8-5CA0-E66C-2F2E-3A9F1078305B}"/>
                  </a:ext>
                </a:extLst>
              </p:cNvPr>
              <p:cNvPicPr/>
              <p:nvPr/>
            </p:nvPicPr>
            <p:blipFill>
              <a:blip r:embed="rId46"/>
              <a:stretch>
                <a:fillRect/>
              </a:stretch>
            </p:blipFill>
            <p:spPr>
              <a:xfrm>
                <a:off x="7601889" y="4284600"/>
                <a:ext cx="156888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墨迹 29">
                <a:extLst>
                  <a:ext uri="{FF2B5EF4-FFF2-40B4-BE49-F238E27FC236}">
                    <a16:creationId xmlns:a16="http://schemas.microsoft.com/office/drawing/2014/main" id="{46507474-BDFA-C3A1-A0E2-B648D19103C4}"/>
                  </a:ext>
                </a:extLst>
              </p14:cNvPr>
              <p14:cNvContentPartPr/>
              <p14:nvPr/>
            </p14:nvContentPartPr>
            <p14:xfrm>
              <a:off x="1699689" y="4723440"/>
              <a:ext cx="2080440" cy="12960"/>
            </p14:xfrm>
          </p:contentPart>
        </mc:Choice>
        <mc:Fallback>
          <p:pic>
            <p:nvPicPr>
              <p:cNvPr id="30" name="墨迹 29">
                <a:extLst>
                  <a:ext uri="{FF2B5EF4-FFF2-40B4-BE49-F238E27FC236}">
                    <a16:creationId xmlns:a16="http://schemas.microsoft.com/office/drawing/2014/main" id="{46507474-BDFA-C3A1-A0E2-B648D19103C4}"/>
                  </a:ext>
                </a:extLst>
              </p:cNvPr>
              <p:cNvPicPr/>
              <p:nvPr/>
            </p:nvPicPr>
            <p:blipFill>
              <a:blip r:embed="rId48"/>
              <a:stretch>
                <a:fillRect/>
              </a:stretch>
            </p:blipFill>
            <p:spPr>
              <a:xfrm>
                <a:off x="1681689" y="4705800"/>
                <a:ext cx="2116080" cy="4860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Picture 1"/>
          <p:cNvPicPr>
            <a:picLocks noChangeAspect="1" noChangeArrowheads="1"/>
          </p:cNvPicPr>
          <p:nvPr/>
        </p:nvPicPr>
        <p:blipFill>
          <a:blip r:embed="rId2"/>
          <a:srcRect/>
          <a:stretch>
            <a:fillRect/>
          </a:stretch>
        </p:blipFill>
        <p:spPr bwMode="auto">
          <a:xfrm>
            <a:off x="2631232" y="579471"/>
            <a:ext cx="5682344" cy="3046783"/>
          </a:xfrm>
          <a:prstGeom prst="rect">
            <a:avLst/>
          </a:prstGeom>
          <a:noFill/>
          <a:ln w="9525">
            <a:noFill/>
            <a:miter lim="800000"/>
            <a:headEnd/>
            <a:tailEnd/>
          </a:ln>
          <a:effectLst/>
        </p:spPr>
      </p:pic>
      <p:sp>
        <p:nvSpPr>
          <p:cNvPr id="3" name="TextBox 2"/>
          <p:cNvSpPr txBox="1"/>
          <p:nvPr/>
        </p:nvSpPr>
        <p:spPr>
          <a:xfrm>
            <a:off x="587829" y="3806890"/>
            <a:ext cx="11084767" cy="1754326"/>
          </a:xfrm>
          <a:prstGeom prst="rect">
            <a:avLst/>
          </a:prstGeom>
          <a:noFill/>
        </p:spPr>
        <p:txBody>
          <a:bodyPr wrap="square" rtlCol="0">
            <a:spAutoFit/>
          </a:bodyPr>
          <a:lstStyle/>
          <a:p>
            <a:pPr>
              <a:lnSpc>
                <a:spcPct val="150000"/>
              </a:lnSpc>
            </a:pPr>
            <a:r>
              <a:rPr lang="zh-CN" altLang="en-US" b="1" dirty="0">
                <a:solidFill>
                  <a:srgbClr val="FF0000"/>
                </a:solidFill>
              </a:rPr>
              <a:t>当发生一个更新事件时：</a:t>
            </a:r>
            <a:endParaRPr lang="en-US" altLang="zh-CN" b="1" dirty="0">
              <a:solidFill>
                <a:srgbClr val="FF0000"/>
              </a:solidFill>
            </a:endParaRPr>
          </a:p>
          <a:p>
            <a:pPr>
              <a:lnSpc>
                <a:spcPct val="150000"/>
              </a:lnSpc>
              <a:buClr>
                <a:srgbClr val="FF0000"/>
              </a:buClr>
              <a:buFont typeface="Wingdings" pitchFamily="2" charset="2"/>
              <a:buChar char="u"/>
            </a:pPr>
            <a:r>
              <a:rPr lang="zh-CN" altLang="en-US" dirty="0"/>
              <a:t>所有的寄存器都被更新，硬件同时</a:t>
            </a:r>
            <a:r>
              <a:rPr lang="en-US" altLang="zh-CN" dirty="0"/>
              <a:t>(</a:t>
            </a:r>
            <a:r>
              <a:rPr lang="zh-CN" altLang="en-US" dirty="0"/>
              <a:t>依据 </a:t>
            </a:r>
            <a:r>
              <a:rPr lang="en-US" altLang="zh-CN" dirty="0"/>
              <a:t>URS </a:t>
            </a:r>
            <a:r>
              <a:rPr lang="zh-CN" altLang="en-US" dirty="0"/>
              <a:t>位</a:t>
            </a:r>
            <a:r>
              <a:rPr lang="en-US" altLang="zh-CN" dirty="0"/>
              <a:t>)</a:t>
            </a:r>
            <a:r>
              <a:rPr lang="zh-CN" altLang="en-US" dirty="0"/>
              <a:t>设置更新标志位</a:t>
            </a:r>
            <a:r>
              <a:rPr lang="en-US" altLang="zh-CN" dirty="0"/>
              <a:t>(</a:t>
            </a:r>
            <a:r>
              <a:rPr lang="en-US" altLang="zh-CN" dirty="0" err="1"/>
              <a:t>TIMx_SR</a:t>
            </a:r>
            <a:r>
              <a:rPr lang="zh-CN" altLang="en-US" dirty="0"/>
              <a:t>寄存器中的</a:t>
            </a:r>
            <a:r>
              <a:rPr lang="en-US" altLang="zh-CN" dirty="0"/>
              <a:t>UIF</a:t>
            </a:r>
            <a:r>
              <a:rPr lang="zh-CN" altLang="en-US" dirty="0"/>
              <a:t>位</a:t>
            </a:r>
            <a:r>
              <a:rPr lang="en-US" altLang="zh-CN" dirty="0"/>
              <a:t>)</a:t>
            </a:r>
            <a:r>
              <a:rPr lang="zh-CN" altLang="en-US" dirty="0"/>
              <a:t>。</a:t>
            </a:r>
            <a:endParaRPr lang="en-US" altLang="zh-CN" dirty="0"/>
          </a:p>
          <a:p>
            <a:pPr>
              <a:lnSpc>
                <a:spcPct val="150000"/>
              </a:lnSpc>
              <a:buClr>
                <a:srgbClr val="FF0000"/>
              </a:buClr>
              <a:buFont typeface="Wingdings" pitchFamily="2" charset="2"/>
              <a:buChar char="u"/>
            </a:pPr>
            <a:r>
              <a:rPr lang="zh-CN" altLang="en-US" dirty="0"/>
              <a:t>预分频器的缓冲区被置入预装载寄存器的值</a:t>
            </a:r>
            <a:r>
              <a:rPr lang="en-US" altLang="zh-CN" dirty="0"/>
              <a:t>(</a:t>
            </a:r>
            <a:r>
              <a:rPr lang="en-US" altLang="zh-CN" dirty="0" err="1"/>
              <a:t>TIMx_PSC</a:t>
            </a:r>
            <a:r>
              <a:rPr lang="zh-CN" altLang="en-US" dirty="0"/>
              <a:t>寄存器的内容</a:t>
            </a:r>
            <a:r>
              <a:rPr lang="en-US" altLang="zh-CN" dirty="0"/>
              <a:t>)</a:t>
            </a:r>
            <a:r>
              <a:rPr lang="zh-CN" altLang="en-US" dirty="0"/>
              <a:t>。</a:t>
            </a:r>
            <a:endParaRPr lang="en-US" altLang="zh-CN" dirty="0"/>
          </a:p>
          <a:p>
            <a:pPr>
              <a:lnSpc>
                <a:spcPct val="150000"/>
              </a:lnSpc>
              <a:buClr>
                <a:srgbClr val="FF0000"/>
              </a:buClr>
              <a:buFont typeface="Wingdings" pitchFamily="2" charset="2"/>
              <a:buChar char="u"/>
            </a:pPr>
            <a:r>
              <a:rPr lang="zh-CN" altLang="en-US" dirty="0"/>
              <a:t>自动装载影子寄存器被重新置入预装载寄存器的值</a:t>
            </a:r>
            <a:r>
              <a:rPr lang="en-US" altLang="zh-CN" dirty="0"/>
              <a:t>(</a:t>
            </a:r>
            <a:r>
              <a:rPr lang="en-US" altLang="zh-CN" dirty="0" err="1"/>
              <a:t>TIMx_ARR</a:t>
            </a:r>
            <a:r>
              <a:rPr lang="en-US" altLang="zh-CN" dirty="0"/>
              <a:t>)</a:t>
            </a:r>
            <a:r>
              <a:rPr lang="zh-CN" altLang="en-US" dirty="0"/>
              <a:t>。</a:t>
            </a:r>
            <a:endParaRPr lang="zh-CN" altLang="en-US" b="1" dirty="0">
              <a:solidFill>
                <a:srgbClr val="FF0000"/>
              </a:solidFill>
            </a:endParaRPr>
          </a:p>
        </p:txBody>
      </p:sp>
      <mc:AlternateContent xmlns:mc="http://schemas.openxmlformats.org/markup-compatibility/2006">
        <mc:Choice xmlns:p14="http://schemas.microsoft.com/office/powerpoint/2010/main" Requires="p14">
          <p:contentPart p14:bwMode="auto" r:id="rId3">
            <p14:nvContentPartPr>
              <p14:cNvPr id="6" name="墨迹 5">
                <a:extLst>
                  <a:ext uri="{FF2B5EF4-FFF2-40B4-BE49-F238E27FC236}">
                    <a16:creationId xmlns:a16="http://schemas.microsoft.com/office/drawing/2014/main" id="{9BD05209-17CA-3772-5842-08050F62329A}"/>
                  </a:ext>
                </a:extLst>
              </p14:cNvPr>
              <p14:cNvContentPartPr/>
              <p14:nvPr/>
            </p14:nvContentPartPr>
            <p14:xfrm>
              <a:off x="3510849" y="4712280"/>
              <a:ext cx="6683760" cy="42120"/>
            </p14:xfrm>
          </p:contentPart>
        </mc:Choice>
        <mc:Fallback>
          <p:pic>
            <p:nvPicPr>
              <p:cNvPr id="6" name="墨迹 5">
                <a:extLst>
                  <a:ext uri="{FF2B5EF4-FFF2-40B4-BE49-F238E27FC236}">
                    <a16:creationId xmlns:a16="http://schemas.microsoft.com/office/drawing/2014/main" id="{9BD05209-17CA-3772-5842-08050F62329A}"/>
                  </a:ext>
                </a:extLst>
              </p:cNvPr>
              <p:cNvPicPr/>
              <p:nvPr/>
            </p:nvPicPr>
            <p:blipFill>
              <a:blip r:embed="rId4"/>
              <a:stretch>
                <a:fillRect/>
              </a:stretch>
            </p:blipFill>
            <p:spPr>
              <a:xfrm>
                <a:off x="3493209" y="4694280"/>
                <a:ext cx="671940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墨迹 10">
                <a:extLst>
                  <a:ext uri="{FF2B5EF4-FFF2-40B4-BE49-F238E27FC236}">
                    <a16:creationId xmlns:a16="http://schemas.microsoft.com/office/drawing/2014/main" id="{933770B2-0FBA-2E08-4DC1-BD4A100A50FB}"/>
                  </a:ext>
                </a:extLst>
              </p14:cNvPr>
              <p14:cNvContentPartPr/>
              <p14:nvPr/>
            </p14:nvContentPartPr>
            <p14:xfrm>
              <a:off x="2953929" y="5087040"/>
              <a:ext cx="5041080" cy="77760"/>
            </p14:xfrm>
          </p:contentPart>
        </mc:Choice>
        <mc:Fallback>
          <p:pic>
            <p:nvPicPr>
              <p:cNvPr id="11" name="墨迹 10">
                <a:extLst>
                  <a:ext uri="{FF2B5EF4-FFF2-40B4-BE49-F238E27FC236}">
                    <a16:creationId xmlns:a16="http://schemas.microsoft.com/office/drawing/2014/main" id="{933770B2-0FBA-2E08-4DC1-BD4A100A50FB}"/>
                  </a:ext>
                </a:extLst>
              </p:cNvPr>
              <p:cNvPicPr/>
              <p:nvPr/>
            </p:nvPicPr>
            <p:blipFill>
              <a:blip r:embed="rId6"/>
              <a:stretch>
                <a:fillRect/>
              </a:stretch>
            </p:blipFill>
            <p:spPr>
              <a:xfrm>
                <a:off x="2936289" y="5069040"/>
                <a:ext cx="507672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9" name="墨迹 18">
                <a:extLst>
                  <a:ext uri="{FF2B5EF4-FFF2-40B4-BE49-F238E27FC236}">
                    <a16:creationId xmlns:a16="http://schemas.microsoft.com/office/drawing/2014/main" id="{0EB81458-4742-E911-AE89-380F6DDDD2F0}"/>
                  </a:ext>
                </a:extLst>
              </p14:cNvPr>
              <p14:cNvContentPartPr/>
              <p14:nvPr/>
            </p14:nvContentPartPr>
            <p14:xfrm>
              <a:off x="885009" y="5462880"/>
              <a:ext cx="1934640" cy="11880"/>
            </p14:xfrm>
          </p:contentPart>
        </mc:Choice>
        <mc:Fallback>
          <p:pic>
            <p:nvPicPr>
              <p:cNvPr id="19" name="墨迹 18">
                <a:extLst>
                  <a:ext uri="{FF2B5EF4-FFF2-40B4-BE49-F238E27FC236}">
                    <a16:creationId xmlns:a16="http://schemas.microsoft.com/office/drawing/2014/main" id="{0EB81458-4742-E911-AE89-380F6DDDD2F0}"/>
                  </a:ext>
                </a:extLst>
              </p:cNvPr>
              <p:cNvPicPr/>
              <p:nvPr/>
            </p:nvPicPr>
            <p:blipFill>
              <a:blip r:embed="rId8"/>
              <a:stretch>
                <a:fillRect/>
              </a:stretch>
            </p:blipFill>
            <p:spPr>
              <a:xfrm>
                <a:off x="867009" y="5444880"/>
                <a:ext cx="197028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0" name="墨迹 19">
                <a:extLst>
                  <a:ext uri="{FF2B5EF4-FFF2-40B4-BE49-F238E27FC236}">
                    <a16:creationId xmlns:a16="http://schemas.microsoft.com/office/drawing/2014/main" id="{25FCEEF6-E13E-34A3-A5A6-1BE92C167509}"/>
                  </a:ext>
                </a:extLst>
              </p14:cNvPr>
              <p14:cNvContentPartPr/>
              <p14:nvPr/>
            </p14:nvContentPartPr>
            <p14:xfrm>
              <a:off x="3721809" y="5521200"/>
              <a:ext cx="3559680" cy="41760"/>
            </p14:xfrm>
          </p:contentPart>
        </mc:Choice>
        <mc:Fallback>
          <p:pic>
            <p:nvPicPr>
              <p:cNvPr id="20" name="墨迹 19">
                <a:extLst>
                  <a:ext uri="{FF2B5EF4-FFF2-40B4-BE49-F238E27FC236}">
                    <a16:creationId xmlns:a16="http://schemas.microsoft.com/office/drawing/2014/main" id="{25FCEEF6-E13E-34A3-A5A6-1BE92C167509}"/>
                  </a:ext>
                </a:extLst>
              </p:cNvPr>
              <p:cNvPicPr/>
              <p:nvPr/>
            </p:nvPicPr>
            <p:blipFill>
              <a:blip r:embed="rId10"/>
              <a:stretch>
                <a:fillRect/>
              </a:stretch>
            </p:blipFill>
            <p:spPr>
              <a:xfrm>
                <a:off x="3704169" y="5503560"/>
                <a:ext cx="3595320" cy="77400"/>
              </a:xfrm>
              <a:prstGeom prst="rect">
                <a:avLst/>
              </a:prstGeom>
            </p:spPr>
          </p:pic>
        </mc:Fallback>
      </mc:AlternateContent>
      <p:grpSp>
        <p:nvGrpSpPr>
          <p:cNvPr id="22" name="组合 21">
            <a:extLst>
              <a:ext uri="{FF2B5EF4-FFF2-40B4-BE49-F238E27FC236}">
                <a16:creationId xmlns:a16="http://schemas.microsoft.com/office/drawing/2014/main" id="{C8FEF939-0373-B6BA-A769-C0AE7961804D}"/>
              </a:ext>
            </a:extLst>
          </p:cNvPr>
          <p:cNvGrpSpPr/>
          <p:nvPr/>
        </p:nvGrpSpPr>
        <p:grpSpPr>
          <a:xfrm>
            <a:off x="914169" y="4996320"/>
            <a:ext cx="6603480" cy="202680"/>
            <a:chOff x="914169" y="4996320"/>
            <a:chExt cx="6603480" cy="202680"/>
          </a:xfrm>
        </p:grpSpPr>
        <mc:AlternateContent xmlns:mc="http://schemas.openxmlformats.org/markup-compatibility/2006">
          <mc:Choice xmlns:p14="http://schemas.microsoft.com/office/powerpoint/2010/main" Requires="p14">
            <p:contentPart p14:bwMode="auto" r:id="rId11">
              <p14:nvContentPartPr>
                <p14:cNvPr id="8" name="墨迹 7">
                  <a:extLst>
                    <a:ext uri="{FF2B5EF4-FFF2-40B4-BE49-F238E27FC236}">
                      <a16:creationId xmlns:a16="http://schemas.microsoft.com/office/drawing/2014/main" id="{6461AE81-F0CB-581C-7CEC-C1FE87D0A90B}"/>
                    </a:ext>
                  </a:extLst>
                </p14:cNvPr>
                <p14:cNvContentPartPr/>
                <p14:nvPr/>
              </p14:nvContentPartPr>
              <p14:xfrm>
                <a:off x="914169" y="5110080"/>
                <a:ext cx="5428080" cy="25920"/>
              </p14:xfrm>
            </p:contentPart>
          </mc:Choice>
          <mc:Fallback>
            <p:pic>
              <p:nvPicPr>
                <p:cNvPr id="8" name="墨迹 7">
                  <a:extLst>
                    <a:ext uri="{FF2B5EF4-FFF2-40B4-BE49-F238E27FC236}">
                      <a16:creationId xmlns:a16="http://schemas.microsoft.com/office/drawing/2014/main" id="{6461AE81-F0CB-581C-7CEC-C1FE87D0A90B}"/>
                    </a:ext>
                  </a:extLst>
                </p:cNvPr>
                <p:cNvPicPr/>
                <p:nvPr/>
              </p:nvPicPr>
              <p:blipFill>
                <a:blip r:embed="rId12"/>
                <a:stretch>
                  <a:fillRect/>
                </a:stretch>
              </p:blipFill>
              <p:spPr>
                <a:xfrm>
                  <a:off x="896529" y="5092080"/>
                  <a:ext cx="546372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墨迹 8">
                  <a:extLst>
                    <a:ext uri="{FF2B5EF4-FFF2-40B4-BE49-F238E27FC236}">
                      <a16:creationId xmlns:a16="http://schemas.microsoft.com/office/drawing/2014/main" id="{36F83EBA-1E04-DFD9-2912-94F9C526CE55}"/>
                    </a:ext>
                  </a:extLst>
                </p14:cNvPr>
                <p14:cNvContentPartPr/>
                <p14:nvPr/>
              </p14:nvContentPartPr>
              <p14:xfrm>
                <a:off x="6423969" y="5134560"/>
                <a:ext cx="1093680" cy="64440"/>
              </p14:xfrm>
            </p:contentPart>
          </mc:Choice>
          <mc:Fallback>
            <p:pic>
              <p:nvPicPr>
                <p:cNvPr id="9" name="墨迹 8">
                  <a:extLst>
                    <a:ext uri="{FF2B5EF4-FFF2-40B4-BE49-F238E27FC236}">
                      <a16:creationId xmlns:a16="http://schemas.microsoft.com/office/drawing/2014/main" id="{36F83EBA-1E04-DFD9-2912-94F9C526CE55}"/>
                    </a:ext>
                  </a:extLst>
                </p:cNvPr>
                <p:cNvPicPr/>
                <p:nvPr/>
              </p:nvPicPr>
              <p:blipFill>
                <a:blip r:embed="rId14"/>
                <a:stretch>
                  <a:fillRect/>
                </a:stretch>
              </p:blipFill>
              <p:spPr>
                <a:xfrm>
                  <a:off x="6406329" y="5116560"/>
                  <a:ext cx="112932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墨迹 12">
                  <a:extLst>
                    <a:ext uri="{FF2B5EF4-FFF2-40B4-BE49-F238E27FC236}">
                      <a16:creationId xmlns:a16="http://schemas.microsoft.com/office/drawing/2014/main" id="{AA3E6655-8403-0339-E37E-D74DB1966202}"/>
                    </a:ext>
                  </a:extLst>
                </p14:cNvPr>
                <p14:cNvContentPartPr/>
                <p14:nvPr/>
              </p14:nvContentPartPr>
              <p14:xfrm>
                <a:off x="2770689" y="5058240"/>
                <a:ext cx="2810160" cy="59040"/>
              </p14:xfrm>
            </p:contentPart>
          </mc:Choice>
          <mc:Fallback>
            <p:pic>
              <p:nvPicPr>
                <p:cNvPr id="13" name="墨迹 12">
                  <a:extLst>
                    <a:ext uri="{FF2B5EF4-FFF2-40B4-BE49-F238E27FC236}">
                      <a16:creationId xmlns:a16="http://schemas.microsoft.com/office/drawing/2014/main" id="{AA3E6655-8403-0339-E37E-D74DB1966202}"/>
                    </a:ext>
                  </a:extLst>
                </p:cNvPr>
                <p:cNvPicPr/>
                <p:nvPr/>
              </p:nvPicPr>
              <p:blipFill>
                <a:blip r:embed="rId16"/>
                <a:stretch>
                  <a:fillRect/>
                </a:stretch>
              </p:blipFill>
              <p:spPr>
                <a:xfrm>
                  <a:off x="2752689" y="5040600"/>
                  <a:ext cx="284580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墨迹 20">
                  <a:extLst>
                    <a:ext uri="{FF2B5EF4-FFF2-40B4-BE49-F238E27FC236}">
                      <a16:creationId xmlns:a16="http://schemas.microsoft.com/office/drawing/2014/main" id="{FCD1D0F3-0521-34DC-D3FC-740701DD8AEF}"/>
                    </a:ext>
                  </a:extLst>
                </p14:cNvPr>
                <p14:cNvContentPartPr/>
                <p14:nvPr/>
              </p14:nvContentPartPr>
              <p14:xfrm>
                <a:off x="6284649" y="4996320"/>
                <a:ext cx="152280" cy="178200"/>
              </p14:xfrm>
            </p:contentPart>
          </mc:Choice>
          <mc:Fallback>
            <p:pic>
              <p:nvPicPr>
                <p:cNvPr id="21" name="墨迹 20">
                  <a:extLst>
                    <a:ext uri="{FF2B5EF4-FFF2-40B4-BE49-F238E27FC236}">
                      <a16:creationId xmlns:a16="http://schemas.microsoft.com/office/drawing/2014/main" id="{FCD1D0F3-0521-34DC-D3FC-740701DD8AEF}"/>
                    </a:ext>
                  </a:extLst>
                </p:cNvPr>
                <p:cNvPicPr/>
                <p:nvPr/>
              </p:nvPicPr>
              <p:blipFill>
                <a:blip r:embed="rId18"/>
                <a:stretch>
                  <a:fillRect/>
                </a:stretch>
              </p:blipFill>
              <p:spPr>
                <a:xfrm>
                  <a:off x="6267009" y="4978680"/>
                  <a:ext cx="187920" cy="213840"/>
                </a:xfrm>
                <a:prstGeom prst="rect">
                  <a:avLst/>
                </a:prstGeom>
              </p:spPr>
            </p:pic>
          </mc:Fallback>
        </mc:AlternateContent>
      </p:grpSp>
      <p:grpSp>
        <p:nvGrpSpPr>
          <p:cNvPr id="25" name="组合 24">
            <a:extLst>
              <a:ext uri="{FF2B5EF4-FFF2-40B4-BE49-F238E27FC236}">
                <a16:creationId xmlns:a16="http://schemas.microsoft.com/office/drawing/2014/main" id="{AAB22255-3740-888E-F63D-A5379221D97C}"/>
              </a:ext>
            </a:extLst>
          </p:cNvPr>
          <p:cNvGrpSpPr/>
          <p:nvPr/>
        </p:nvGrpSpPr>
        <p:grpSpPr>
          <a:xfrm>
            <a:off x="2742969" y="5468640"/>
            <a:ext cx="4848120" cy="106920"/>
            <a:chOff x="2742969" y="5468640"/>
            <a:chExt cx="4848120" cy="106920"/>
          </a:xfrm>
        </p:grpSpPr>
        <mc:AlternateContent xmlns:mc="http://schemas.openxmlformats.org/markup-compatibility/2006">
          <mc:Choice xmlns:p14="http://schemas.microsoft.com/office/powerpoint/2010/main" Requires="p14">
            <p:contentPart p14:bwMode="auto" r:id="rId19">
              <p14:nvContentPartPr>
                <p14:cNvPr id="23" name="墨迹 22">
                  <a:extLst>
                    <a:ext uri="{FF2B5EF4-FFF2-40B4-BE49-F238E27FC236}">
                      <a16:creationId xmlns:a16="http://schemas.microsoft.com/office/drawing/2014/main" id="{9E330F45-E629-2D20-32B4-CA66233C8D5E}"/>
                    </a:ext>
                  </a:extLst>
                </p14:cNvPr>
                <p14:cNvContentPartPr/>
                <p14:nvPr/>
              </p14:nvContentPartPr>
              <p14:xfrm>
                <a:off x="2742969" y="5468640"/>
                <a:ext cx="1314000" cy="47520"/>
              </p14:xfrm>
            </p:contentPart>
          </mc:Choice>
          <mc:Fallback>
            <p:pic>
              <p:nvPicPr>
                <p:cNvPr id="23" name="墨迹 22">
                  <a:extLst>
                    <a:ext uri="{FF2B5EF4-FFF2-40B4-BE49-F238E27FC236}">
                      <a16:creationId xmlns:a16="http://schemas.microsoft.com/office/drawing/2014/main" id="{9E330F45-E629-2D20-32B4-CA66233C8D5E}"/>
                    </a:ext>
                  </a:extLst>
                </p:cNvPr>
                <p:cNvPicPr/>
                <p:nvPr/>
              </p:nvPicPr>
              <p:blipFill>
                <a:blip r:embed="rId20"/>
                <a:stretch>
                  <a:fillRect/>
                </a:stretch>
              </p:blipFill>
              <p:spPr>
                <a:xfrm>
                  <a:off x="2725329" y="5451000"/>
                  <a:ext cx="134964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4" name="墨迹 23">
                  <a:extLst>
                    <a:ext uri="{FF2B5EF4-FFF2-40B4-BE49-F238E27FC236}">
                      <a16:creationId xmlns:a16="http://schemas.microsoft.com/office/drawing/2014/main" id="{66536665-F68A-10EC-31E0-7067EA999F34}"/>
                    </a:ext>
                  </a:extLst>
                </p14:cNvPr>
                <p14:cNvContentPartPr/>
                <p14:nvPr/>
              </p14:nvContentPartPr>
              <p14:xfrm>
                <a:off x="3762849" y="5538120"/>
                <a:ext cx="3828240" cy="37440"/>
              </p14:xfrm>
            </p:contentPart>
          </mc:Choice>
          <mc:Fallback>
            <p:pic>
              <p:nvPicPr>
                <p:cNvPr id="24" name="墨迹 23">
                  <a:extLst>
                    <a:ext uri="{FF2B5EF4-FFF2-40B4-BE49-F238E27FC236}">
                      <a16:creationId xmlns:a16="http://schemas.microsoft.com/office/drawing/2014/main" id="{66536665-F68A-10EC-31E0-7067EA999F34}"/>
                    </a:ext>
                  </a:extLst>
                </p:cNvPr>
                <p:cNvPicPr/>
                <p:nvPr/>
              </p:nvPicPr>
              <p:blipFill>
                <a:blip r:embed="rId22"/>
                <a:stretch>
                  <a:fillRect/>
                </a:stretch>
              </p:blipFill>
              <p:spPr>
                <a:xfrm>
                  <a:off x="3745209" y="5520480"/>
                  <a:ext cx="3863880" cy="73080"/>
                </a:xfrm>
                <a:prstGeom prst="rect">
                  <a:avLst/>
                </a:prstGeom>
              </p:spPr>
            </p:pic>
          </mc:Fallback>
        </mc:AlternateContent>
      </p:grpSp>
      <p:grpSp>
        <p:nvGrpSpPr>
          <p:cNvPr id="31" name="组合 30">
            <a:extLst>
              <a:ext uri="{FF2B5EF4-FFF2-40B4-BE49-F238E27FC236}">
                <a16:creationId xmlns:a16="http://schemas.microsoft.com/office/drawing/2014/main" id="{EE0C85F9-9496-6CEC-8AC9-A485240C02F1}"/>
              </a:ext>
            </a:extLst>
          </p:cNvPr>
          <p:cNvGrpSpPr/>
          <p:nvPr/>
        </p:nvGrpSpPr>
        <p:grpSpPr>
          <a:xfrm>
            <a:off x="914169" y="4189560"/>
            <a:ext cx="2481120" cy="593640"/>
            <a:chOff x="914169" y="4189560"/>
            <a:chExt cx="2481120" cy="593640"/>
          </a:xfrm>
        </p:grpSpPr>
        <mc:AlternateContent xmlns:mc="http://schemas.openxmlformats.org/markup-compatibility/2006">
          <mc:Choice xmlns:p14="http://schemas.microsoft.com/office/powerpoint/2010/main" Requires="p14">
            <p:contentPart p14:bwMode="auto" r:id="rId23">
              <p14:nvContentPartPr>
                <p14:cNvPr id="2" name="墨迹 1">
                  <a:extLst>
                    <a:ext uri="{FF2B5EF4-FFF2-40B4-BE49-F238E27FC236}">
                      <a16:creationId xmlns:a16="http://schemas.microsoft.com/office/drawing/2014/main" id="{BA344D13-3BE3-EF5A-F697-6378A531AF40}"/>
                    </a:ext>
                  </a:extLst>
                </p14:cNvPr>
                <p14:cNvContentPartPr/>
                <p14:nvPr/>
              </p14:nvContentPartPr>
              <p14:xfrm>
                <a:off x="914169" y="4618680"/>
                <a:ext cx="2426400" cy="118440"/>
              </p14:xfrm>
            </p:contentPart>
          </mc:Choice>
          <mc:Fallback>
            <p:pic>
              <p:nvPicPr>
                <p:cNvPr id="2" name="墨迹 1">
                  <a:extLst>
                    <a:ext uri="{FF2B5EF4-FFF2-40B4-BE49-F238E27FC236}">
                      <a16:creationId xmlns:a16="http://schemas.microsoft.com/office/drawing/2014/main" id="{BA344D13-3BE3-EF5A-F697-6378A531AF40}"/>
                    </a:ext>
                  </a:extLst>
                </p:cNvPr>
                <p:cNvPicPr/>
                <p:nvPr/>
              </p:nvPicPr>
              <p:blipFill>
                <a:blip r:embed="rId24"/>
                <a:stretch>
                  <a:fillRect/>
                </a:stretch>
              </p:blipFill>
              <p:spPr>
                <a:xfrm>
                  <a:off x="896529" y="4600680"/>
                  <a:ext cx="24620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 name="墨迹 3">
                  <a:extLst>
                    <a:ext uri="{FF2B5EF4-FFF2-40B4-BE49-F238E27FC236}">
                      <a16:creationId xmlns:a16="http://schemas.microsoft.com/office/drawing/2014/main" id="{9A4952C3-8BB8-B850-A982-59C6035FAC99}"/>
                    </a:ext>
                  </a:extLst>
                </p14:cNvPr>
                <p14:cNvContentPartPr/>
                <p14:nvPr/>
              </p14:nvContentPartPr>
              <p14:xfrm>
                <a:off x="2950329" y="4272000"/>
                <a:ext cx="444960" cy="475920"/>
              </p14:xfrm>
            </p:contentPart>
          </mc:Choice>
          <mc:Fallback>
            <p:pic>
              <p:nvPicPr>
                <p:cNvPr id="4" name="墨迹 3">
                  <a:extLst>
                    <a:ext uri="{FF2B5EF4-FFF2-40B4-BE49-F238E27FC236}">
                      <a16:creationId xmlns:a16="http://schemas.microsoft.com/office/drawing/2014/main" id="{9A4952C3-8BB8-B850-A982-59C6035FAC99}"/>
                    </a:ext>
                  </a:extLst>
                </p:cNvPr>
                <p:cNvPicPr/>
                <p:nvPr/>
              </p:nvPicPr>
              <p:blipFill>
                <a:blip r:embed="rId26"/>
                <a:stretch>
                  <a:fillRect/>
                </a:stretch>
              </p:blipFill>
              <p:spPr>
                <a:xfrm>
                  <a:off x="2932689" y="4254000"/>
                  <a:ext cx="480600" cy="5115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5" name="墨迹 4">
                  <a:extLst>
                    <a:ext uri="{FF2B5EF4-FFF2-40B4-BE49-F238E27FC236}">
                      <a16:creationId xmlns:a16="http://schemas.microsoft.com/office/drawing/2014/main" id="{6C682D03-DC86-911E-701B-F9B430962CFA}"/>
                    </a:ext>
                  </a:extLst>
                </p14:cNvPr>
                <p14:cNvContentPartPr/>
                <p14:nvPr/>
              </p14:nvContentPartPr>
              <p14:xfrm>
                <a:off x="2626329" y="4237080"/>
                <a:ext cx="445320" cy="514800"/>
              </p14:xfrm>
            </p:contentPart>
          </mc:Choice>
          <mc:Fallback>
            <p:pic>
              <p:nvPicPr>
                <p:cNvPr id="5" name="墨迹 4">
                  <a:extLst>
                    <a:ext uri="{FF2B5EF4-FFF2-40B4-BE49-F238E27FC236}">
                      <a16:creationId xmlns:a16="http://schemas.microsoft.com/office/drawing/2014/main" id="{6C682D03-DC86-911E-701B-F9B430962CFA}"/>
                    </a:ext>
                  </a:extLst>
                </p:cNvPr>
                <p:cNvPicPr/>
                <p:nvPr/>
              </p:nvPicPr>
              <p:blipFill>
                <a:blip r:embed="rId28"/>
                <a:stretch>
                  <a:fillRect/>
                </a:stretch>
              </p:blipFill>
              <p:spPr>
                <a:xfrm>
                  <a:off x="2608329" y="4219440"/>
                  <a:ext cx="480960" cy="5504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6" name="墨迹 25">
                  <a:extLst>
                    <a:ext uri="{FF2B5EF4-FFF2-40B4-BE49-F238E27FC236}">
                      <a16:creationId xmlns:a16="http://schemas.microsoft.com/office/drawing/2014/main" id="{D645494E-C0ED-3B42-D0DE-B7C55535BC28}"/>
                    </a:ext>
                  </a:extLst>
                </p14:cNvPr>
                <p14:cNvContentPartPr/>
                <p14:nvPr/>
              </p14:nvContentPartPr>
              <p14:xfrm>
                <a:off x="3000729" y="4196760"/>
                <a:ext cx="256680" cy="90000"/>
              </p14:xfrm>
            </p:contentPart>
          </mc:Choice>
          <mc:Fallback>
            <p:pic>
              <p:nvPicPr>
                <p:cNvPr id="26" name="墨迹 25">
                  <a:extLst>
                    <a:ext uri="{FF2B5EF4-FFF2-40B4-BE49-F238E27FC236}">
                      <a16:creationId xmlns:a16="http://schemas.microsoft.com/office/drawing/2014/main" id="{D645494E-C0ED-3B42-D0DE-B7C55535BC28}"/>
                    </a:ext>
                  </a:extLst>
                </p:cNvPr>
                <p:cNvPicPr/>
                <p:nvPr/>
              </p:nvPicPr>
              <p:blipFill>
                <a:blip r:embed="rId30"/>
                <a:stretch>
                  <a:fillRect/>
                </a:stretch>
              </p:blipFill>
              <p:spPr>
                <a:xfrm>
                  <a:off x="2983089" y="4178760"/>
                  <a:ext cx="29232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7" name="墨迹 26">
                  <a:extLst>
                    <a:ext uri="{FF2B5EF4-FFF2-40B4-BE49-F238E27FC236}">
                      <a16:creationId xmlns:a16="http://schemas.microsoft.com/office/drawing/2014/main" id="{FD7A4259-A2CD-6C48-94F0-CB7518FD61C4}"/>
                    </a:ext>
                  </a:extLst>
                </p14:cNvPr>
                <p14:cNvContentPartPr/>
                <p14:nvPr/>
              </p14:nvContentPartPr>
              <p14:xfrm>
                <a:off x="2568729" y="4214760"/>
                <a:ext cx="601560" cy="568440"/>
              </p14:xfrm>
            </p:contentPart>
          </mc:Choice>
          <mc:Fallback>
            <p:pic>
              <p:nvPicPr>
                <p:cNvPr id="27" name="墨迹 26">
                  <a:extLst>
                    <a:ext uri="{FF2B5EF4-FFF2-40B4-BE49-F238E27FC236}">
                      <a16:creationId xmlns:a16="http://schemas.microsoft.com/office/drawing/2014/main" id="{FD7A4259-A2CD-6C48-94F0-CB7518FD61C4}"/>
                    </a:ext>
                  </a:extLst>
                </p:cNvPr>
                <p:cNvPicPr/>
                <p:nvPr/>
              </p:nvPicPr>
              <p:blipFill>
                <a:blip r:embed="rId32"/>
                <a:stretch>
                  <a:fillRect/>
                </a:stretch>
              </p:blipFill>
              <p:spPr>
                <a:xfrm>
                  <a:off x="2551089" y="4197120"/>
                  <a:ext cx="637200" cy="6040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9" name="墨迹 28">
                  <a:extLst>
                    <a:ext uri="{FF2B5EF4-FFF2-40B4-BE49-F238E27FC236}">
                      <a16:creationId xmlns:a16="http://schemas.microsoft.com/office/drawing/2014/main" id="{D8DD37E5-68C5-076E-AE6C-4C49B807E6FD}"/>
                    </a:ext>
                  </a:extLst>
                </p14:cNvPr>
                <p14:cNvContentPartPr/>
                <p14:nvPr/>
              </p14:nvContentPartPr>
              <p14:xfrm>
                <a:off x="2576649" y="4189560"/>
                <a:ext cx="718200" cy="564840"/>
              </p14:xfrm>
            </p:contentPart>
          </mc:Choice>
          <mc:Fallback>
            <p:pic>
              <p:nvPicPr>
                <p:cNvPr id="29" name="墨迹 28">
                  <a:extLst>
                    <a:ext uri="{FF2B5EF4-FFF2-40B4-BE49-F238E27FC236}">
                      <a16:creationId xmlns:a16="http://schemas.microsoft.com/office/drawing/2014/main" id="{D8DD37E5-68C5-076E-AE6C-4C49B807E6FD}"/>
                    </a:ext>
                  </a:extLst>
                </p:cNvPr>
                <p:cNvPicPr/>
                <p:nvPr/>
              </p:nvPicPr>
              <p:blipFill>
                <a:blip r:embed="rId34"/>
                <a:stretch>
                  <a:fillRect/>
                </a:stretch>
              </p:blipFill>
              <p:spPr>
                <a:xfrm>
                  <a:off x="2559009" y="4171560"/>
                  <a:ext cx="753840" cy="6004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0" name="墨迹 29">
                  <a:extLst>
                    <a:ext uri="{FF2B5EF4-FFF2-40B4-BE49-F238E27FC236}">
                      <a16:creationId xmlns:a16="http://schemas.microsoft.com/office/drawing/2014/main" id="{D2147407-A6D3-6E88-EE65-061B75FDEDF6}"/>
                    </a:ext>
                  </a:extLst>
                </p14:cNvPr>
                <p14:cNvContentPartPr/>
                <p14:nvPr/>
              </p14:nvContentPartPr>
              <p14:xfrm>
                <a:off x="2602929" y="4405920"/>
                <a:ext cx="698400" cy="367200"/>
              </p14:xfrm>
            </p:contentPart>
          </mc:Choice>
          <mc:Fallback>
            <p:pic>
              <p:nvPicPr>
                <p:cNvPr id="30" name="墨迹 29">
                  <a:extLst>
                    <a:ext uri="{FF2B5EF4-FFF2-40B4-BE49-F238E27FC236}">
                      <a16:creationId xmlns:a16="http://schemas.microsoft.com/office/drawing/2014/main" id="{D2147407-A6D3-6E88-EE65-061B75FDEDF6}"/>
                    </a:ext>
                  </a:extLst>
                </p:cNvPr>
                <p:cNvPicPr/>
                <p:nvPr/>
              </p:nvPicPr>
              <p:blipFill>
                <a:blip r:embed="rId36"/>
                <a:stretch>
                  <a:fillRect/>
                </a:stretch>
              </p:blipFill>
              <p:spPr>
                <a:xfrm>
                  <a:off x="2584929" y="4387920"/>
                  <a:ext cx="734040" cy="402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32" name="墨迹 31">
                <a:extLst>
                  <a:ext uri="{FF2B5EF4-FFF2-40B4-BE49-F238E27FC236}">
                    <a16:creationId xmlns:a16="http://schemas.microsoft.com/office/drawing/2014/main" id="{D7E7B4C9-72E6-B138-15F1-8F01011E193F}"/>
                  </a:ext>
                </a:extLst>
              </p14:cNvPr>
              <p14:cNvContentPartPr/>
              <p14:nvPr/>
            </p14:nvContentPartPr>
            <p14:xfrm>
              <a:off x="6594969" y="3326640"/>
              <a:ext cx="133920" cy="110520"/>
            </p14:xfrm>
          </p:contentPart>
        </mc:Choice>
        <mc:Fallback>
          <p:pic>
            <p:nvPicPr>
              <p:cNvPr id="32" name="墨迹 31">
                <a:extLst>
                  <a:ext uri="{FF2B5EF4-FFF2-40B4-BE49-F238E27FC236}">
                    <a16:creationId xmlns:a16="http://schemas.microsoft.com/office/drawing/2014/main" id="{D7E7B4C9-72E6-B138-15F1-8F01011E193F}"/>
                  </a:ext>
                </a:extLst>
              </p:cNvPr>
              <p:cNvPicPr/>
              <p:nvPr/>
            </p:nvPicPr>
            <p:blipFill>
              <a:blip r:embed="rId38"/>
              <a:stretch>
                <a:fillRect/>
              </a:stretch>
            </p:blipFill>
            <p:spPr>
              <a:xfrm>
                <a:off x="6577329" y="3309000"/>
                <a:ext cx="169560" cy="14616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593952" y="1023938"/>
            <a:ext cx="5211897" cy="3594715"/>
          </a:xfrm>
          <a:prstGeom prst="rect">
            <a:avLst/>
          </a:prstGeom>
          <a:noFill/>
          <a:ln w="9525">
            <a:noFill/>
            <a:miter lim="800000"/>
            <a:headEnd/>
            <a:tailEnd/>
          </a:ln>
          <a:effectLst/>
        </p:spPr>
      </p:pic>
      <p:pic>
        <p:nvPicPr>
          <p:cNvPr id="4" name="Picture 3"/>
          <p:cNvPicPr>
            <a:picLocks noChangeAspect="1" noChangeArrowheads="1"/>
          </p:cNvPicPr>
          <p:nvPr/>
        </p:nvPicPr>
        <p:blipFill>
          <a:blip r:embed="rId3"/>
          <a:srcRect/>
          <a:stretch>
            <a:fillRect/>
          </a:stretch>
        </p:blipFill>
        <p:spPr bwMode="auto">
          <a:xfrm>
            <a:off x="6397592" y="811861"/>
            <a:ext cx="5023077" cy="4057427"/>
          </a:xfrm>
          <a:prstGeom prst="rect">
            <a:avLst/>
          </a:prstGeom>
          <a:noFill/>
          <a:ln w="9525">
            <a:noFill/>
            <a:miter lim="800000"/>
            <a:headEnd/>
            <a:tailEnd/>
          </a:ln>
          <a:effectLst/>
        </p:spPr>
      </p:pic>
      <p:sp>
        <p:nvSpPr>
          <p:cNvPr id="5" name="矩形 4"/>
          <p:cNvSpPr/>
          <p:nvPr/>
        </p:nvSpPr>
        <p:spPr>
          <a:xfrm>
            <a:off x="638363" y="4681248"/>
            <a:ext cx="5298245" cy="369332"/>
          </a:xfrm>
          <a:prstGeom prst="rect">
            <a:avLst/>
          </a:prstGeom>
        </p:spPr>
        <p:txBody>
          <a:bodyPr wrap="none">
            <a:spAutoFit/>
          </a:bodyPr>
          <a:lstStyle/>
          <a:p>
            <a:r>
              <a:rPr lang="zh-CN" altLang="en-US" dirty="0"/>
              <a:t>当</a:t>
            </a:r>
            <a:r>
              <a:rPr lang="en-US" altLang="zh-CN" dirty="0"/>
              <a:t>ARPE=0</a:t>
            </a:r>
            <a:r>
              <a:rPr lang="zh-CN" altLang="en-US" dirty="0"/>
              <a:t>时的更新事件</a:t>
            </a:r>
            <a:r>
              <a:rPr lang="en-US" altLang="zh-CN" dirty="0"/>
              <a:t>(</a:t>
            </a:r>
            <a:r>
              <a:rPr lang="en-US" altLang="zh-CN" dirty="0" err="1"/>
              <a:t>TIMx_ARR</a:t>
            </a:r>
            <a:r>
              <a:rPr lang="zh-CN" altLang="en-US" dirty="0"/>
              <a:t>没有预装入</a:t>
            </a:r>
            <a:r>
              <a:rPr lang="en-US" altLang="zh-CN" dirty="0"/>
              <a:t>)</a:t>
            </a:r>
            <a:endParaRPr lang="zh-CN" altLang="en-US" dirty="0"/>
          </a:p>
        </p:txBody>
      </p:sp>
      <p:sp>
        <p:nvSpPr>
          <p:cNvPr id="6" name="矩形 5"/>
          <p:cNvSpPr/>
          <p:nvPr/>
        </p:nvSpPr>
        <p:spPr>
          <a:xfrm>
            <a:off x="6423236" y="5101126"/>
            <a:ext cx="5149167" cy="369332"/>
          </a:xfrm>
          <a:prstGeom prst="rect">
            <a:avLst/>
          </a:prstGeom>
        </p:spPr>
        <p:txBody>
          <a:bodyPr wrap="none">
            <a:spAutoFit/>
          </a:bodyPr>
          <a:lstStyle/>
          <a:p>
            <a:r>
              <a:rPr lang="zh-CN" altLang="en-US" dirty="0"/>
              <a:t>当</a:t>
            </a:r>
            <a:r>
              <a:rPr lang="en-US" altLang="zh-CN" dirty="0"/>
              <a:t>ARPE=1 </a:t>
            </a:r>
            <a:r>
              <a:rPr lang="zh-CN" altLang="en-US" dirty="0"/>
              <a:t>时的更新事件</a:t>
            </a:r>
            <a:r>
              <a:rPr lang="en-US" altLang="zh-CN" dirty="0"/>
              <a:t>(</a:t>
            </a:r>
            <a:r>
              <a:rPr lang="zh-CN" altLang="en-US" dirty="0"/>
              <a:t>预装入了</a:t>
            </a:r>
            <a:r>
              <a:rPr lang="en-US" altLang="zh-CN" dirty="0" err="1"/>
              <a:t>TIMx_ARR</a:t>
            </a:r>
            <a:r>
              <a:rPr lang="en-US" altLang="zh-CN" dirty="0"/>
              <a:t>)</a:t>
            </a:r>
            <a:endParaRPr lang="zh-CN" altLang="en-US" dirty="0"/>
          </a:p>
        </p:txBody>
      </p:sp>
      <p:sp>
        <p:nvSpPr>
          <p:cNvPr id="7" name="TextBox 6"/>
          <p:cNvSpPr txBox="1"/>
          <p:nvPr/>
        </p:nvSpPr>
        <p:spPr>
          <a:xfrm>
            <a:off x="718457" y="5514392"/>
            <a:ext cx="5915608" cy="369332"/>
          </a:xfrm>
          <a:prstGeom prst="rect">
            <a:avLst/>
          </a:prstGeom>
          <a:noFill/>
        </p:spPr>
        <p:txBody>
          <a:bodyPr wrap="square" rtlCol="0">
            <a:spAutoFit/>
          </a:bodyPr>
          <a:lstStyle/>
          <a:p>
            <a:r>
              <a:rPr lang="en-US" altLang="zh-CN" b="1" dirty="0">
                <a:solidFill>
                  <a:srgbClr val="FF0000"/>
                </a:solidFill>
              </a:rPr>
              <a:t>TIMx_CR1 </a:t>
            </a:r>
            <a:r>
              <a:rPr lang="zh-CN" altLang="en-US" b="1" dirty="0">
                <a:solidFill>
                  <a:srgbClr val="FF0000"/>
                </a:solidFill>
              </a:rPr>
              <a:t>寄存器中的自动装载预装载使能位</a:t>
            </a:r>
            <a:r>
              <a:rPr lang="en-US" altLang="zh-CN" b="1" dirty="0">
                <a:solidFill>
                  <a:srgbClr val="FF0000"/>
                </a:solidFill>
              </a:rPr>
              <a:t>(ARPE)</a:t>
            </a:r>
            <a:endParaRPr lang="zh-CN" altLang="en-US" b="1" dirty="0">
              <a:solidFill>
                <a:srgbClr val="FF0000"/>
              </a:solidFill>
            </a:endParaRPr>
          </a:p>
        </p:txBody>
      </p:sp>
      <mc:AlternateContent xmlns:mc="http://schemas.openxmlformats.org/markup-compatibility/2006">
        <mc:Choice xmlns:p14="http://schemas.microsoft.com/office/powerpoint/2010/main" Requires="p14">
          <p:contentPart p14:bwMode="auto" r:id="rId4">
            <p14:nvContentPartPr>
              <p14:cNvPr id="2" name="墨迹 1">
                <a:extLst>
                  <a:ext uri="{FF2B5EF4-FFF2-40B4-BE49-F238E27FC236}">
                    <a16:creationId xmlns:a16="http://schemas.microsoft.com/office/drawing/2014/main" id="{030D1A18-37D8-5B13-3E4B-573ABAB7A80F}"/>
                  </a:ext>
                </a:extLst>
              </p14:cNvPr>
              <p14:cNvContentPartPr/>
              <p14:nvPr/>
            </p14:nvContentPartPr>
            <p14:xfrm>
              <a:off x="1734609" y="3293880"/>
              <a:ext cx="295920" cy="18720"/>
            </p14:xfrm>
          </p:contentPart>
        </mc:Choice>
        <mc:Fallback>
          <p:pic>
            <p:nvPicPr>
              <p:cNvPr id="2" name="墨迹 1">
                <a:extLst>
                  <a:ext uri="{FF2B5EF4-FFF2-40B4-BE49-F238E27FC236}">
                    <a16:creationId xmlns:a16="http://schemas.microsoft.com/office/drawing/2014/main" id="{030D1A18-37D8-5B13-3E4B-573ABAB7A80F}"/>
                  </a:ext>
                </a:extLst>
              </p:cNvPr>
              <p:cNvPicPr/>
              <p:nvPr/>
            </p:nvPicPr>
            <p:blipFill>
              <a:blip r:embed="rId5"/>
              <a:stretch>
                <a:fillRect/>
              </a:stretch>
            </p:blipFill>
            <p:spPr>
              <a:xfrm>
                <a:off x="1716969" y="3275880"/>
                <a:ext cx="331560" cy="54360"/>
              </a:xfrm>
              <a:prstGeom prst="rect">
                <a:avLst/>
              </a:prstGeom>
            </p:spPr>
          </p:pic>
        </mc:Fallback>
      </mc:AlternateContent>
      <p:grpSp>
        <p:nvGrpSpPr>
          <p:cNvPr id="10" name="组合 9">
            <a:extLst>
              <a:ext uri="{FF2B5EF4-FFF2-40B4-BE49-F238E27FC236}">
                <a16:creationId xmlns:a16="http://schemas.microsoft.com/office/drawing/2014/main" id="{AB0A6F1E-AF1B-72C2-5CC2-8A03E124CB7B}"/>
              </a:ext>
            </a:extLst>
          </p:cNvPr>
          <p:cNvGrpSpPr/>
          <p:nvPr/>
        </p:nvGrpSpPr>
        <p:grpSpPr>
          <a:xfrm>
            <a:off x="1963569" y="3710040"/>
            <a:ext cx="6120" cy="28080"/>
            <a:chOff x="1963569" y="3710040"/>
            <a:chExt cx="6120" cy="28080"/>
          </a:xfrm>
        </p:grpSpPr>
        <mc:AlternateContent xmlns:mc="http://schemas.openxmlformats.org/markup-compatibility/2006">
          <mc:Choice xmlns:p14="http://schemas.microsoft.com/office/powerpoint/2010/main" Requires="p14">
            <p:contentPart p14:bwMode="auto" r:id="rId6">
              <p14:nvContentPartPr>
                <p14:cNvPr id="8" name="墨迹 7">
                  <a:extLst>
                    <a:ext uri="{FF2B5EF4-FFF2-40B4-BE49-F238E27FC236}">
                      <a16:creationId xmlns:a16="http://schemas.microsoft.com/office/drawing/2014/main" id="{AAEBF401-D6CA-1F64-BEE0-F114FDB9B28E}"/>
                    </a:ext>
                  </a:extLst>
                </p14:cNvPr>
                <p14:cNvContentPartPr/>
                <p14:nvPr/>
              </p14:nvContentPartPr>
              <p14:xfrm>
                <a:off x="1969329" y="3710040"/>
                <a:ext cx="360" cy="360"/>
              </p14:xfrm>
            </p:contentPart>
          </mc:Choice>
          <mc:Fallback>
            <p:pic>
              <p:nvPicPr>
                <p:cNvPr id="8" name="墨迹 7">
                  <a:extLst>
                    <a:ext uri="{FF2B5EF4-FFF2-40B4-BE49-F238E27FC236}">
                      <a16:creationId xmlns:a16="http://schemas.microsoft.com/office/drawing/2014/main" id="{AAEBF401-D6CA-1F64-BEE0-F114FDB9B28E}"/>
                    </a:ext>
                  </a:extLst>
                </p:cNvPr>
                <p:cNvPicPr/>
                <p:nvPr/>
              </p:nvPicPr>
              <p:blipFill>
                <a:blip r:embed="rId7"/>
                <a:stretch>
                  <a:fillRect/>
                </a:stretch>
              </p:blipFill>
              <p:spPr>
                <a:xfrm>
                  <a:off x="1951689" y="369240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墨迹 8">
                  <a:extLst>
                    <a:ext uri="{FF2B5EF4-FFF2-40B4-BE49-F238E27FC236}">
                      <a16:creationId xmlns:a16="http://schemas.microsoft.com/office/drawing/2014/main" id="{A1F51A5F-3D53-108E-51F1-F1D33A04BE01}"/>
                    </a:ext>
                  </a:extLst>
                </p14:cNvPr>
                <p14:cNvContentPartPr/>
                <p14:nvPr/>
              </p14:nvContentPartPr>
              <p14:xfrm>
                <a:off x="1963569" y="3721920"/>
                <a:ext cx="2880" cy="16200"/>
              </p14:xfrm>
            </p:contentPart>
          </mc:Choice>
          <mc:Fallback>
            <p:pic>
              <p:nvPicPr>
                <p:cNvPr id="9" name="墨迹 8">
                  <a:extLst>
                    <a:ext uri="{FF2B5EF4-FFF2-40B4-BE49-F238E27FC236}">
                      <a16:creationId xmlns:a16="http://schemas.microsoft.com/office/drawing/2014/main" id="{A1F51A5F-3D53-108E-51F1-F1D33A04BE01}"/>
                    </a:ext>
                  </a:extLst>
                </p:cNvPr>
                <p:cNvPicPr/>
                <p:nvPr/>
              </p:nvPicPr>
              <p:blipFill>
                <a:blip r:embed="rId9"/>
                <a:stretch>
                  <a:fillRect/>
                </a:stretch>
              </p:blipFill>
              <p:spPr>
                <a:xfrm>
                  <a:off x="1945569" y="3703920"/>
                  <a:ext cx="38520" cy="51840"/>
                </a:xfrm>
                <a:prstGeom prst="rect">
                  <a:avLst/>
                </a:prstGeom>
              </p:spPr>
            </p:pic>
          </mc:Fallback>
        </mc:AlternateContent>
      </p:grpSp>
      <p:grpSp>
        <p:nvGrpSpPr>
          <p:cNvPr id="13" name="组合 12">
            <a:extLst>
              <a:ext uri="{FF2B5EF4-FFF2-40B4-BE49-F238E27FC236}">
                <a16:creationId xmlns:a16="http://schemas.microsoft.com/office/drawing/2014/main" id="{E6DE20C4-7CF0-F754-7A87-D513D5C61939}"/>
              </a:ext>
            </a:extLst>
          </p:cNvPr>
          <p:cNvGrpSpPr/>
          <p:nvPr/>
        </p:nvGrpSpPr>
        <p:grpSpPr>
          <a:xfrm>
            <a:off x="2836569" y="4026480"/>
            <a:ext cx="135720" cy="30240"/>
            <a:chOff x="2836569" y="4026480"/>
            <a:chExt cx="135720" cy="30240"/>
          </a:xfrm>
        </p:grpSpPr>
        <mc:AlternateContent xmlns:mc="http://schemas.openxmlformats.org/markup-compatibility/2006">
          <mc:Choice xmlns:p14="http://schemas.microsoft.com/office/powerpoint/2010/main" Requires="p14">
            <p:contentPart p14:bwMode="auto" r:id="rId10">
              <p14:nvContentPartPr>
                <p14:cNvPr id="11" name="墨迹 10">
                  <a:extLst>
                    <a:ext uri="{FF2B5EF4-FFF2-40B4-BE49-F238E27FC236}">
                      <a16:creationId xmlns:a16="http://schemas.microsoft.com/office/drawing/2014/main" id="{352D1E77-8415-EA86-1273-18E01A6AB7EE}"/>
                    </a:ext>
                  </a:extLst>
                </p14:cNvPr>
                <p14:cNvContentPartPr/>
                <p14:nvPr/>
              </p14:nvContentPartPr>
              <p14:xfrm>
                <a:off x="2877969" y="4026480"/>
                <a:ext cx="52200" cy="30240"/>
              </p14:xfrm>
            </p:contentPart>
          </mc:Choice>
          <mc:Fallback>
            <p:pic>
              <p:nvPicPr>
                <p:cNvPr id="11" name="墨迹 10">
                  <a:extLst>
                    <a:ext uri="{FF2B5EF4-FFF2-40B4-BE49-F238E27FC236}">
                      <a16:creationId xmlns:a16="http://schemas.microsoft.com/office/drawing/2014/main" id="{352D1E77-8415-EA86-1273-18E01A6AB7EE}"/>
                    </a:ext>
                  </a:extLst>
                </p:cNvPr>
                <p:cNvPicPr/>
                <p:nvPr/>
              </p:nvPicPr>
              <p:blipFill>
                <a:blip r:embed="rId11"/>
                <a:stretch>
                  <a:fillRect/>
                </a:stretch>
              </p:blipFill>
              <p:spPr>
                <a:xfrm>
                  <a:off x="2859969" y="4008480"/>
                  <a:ext cx="8784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墨迹 11">
                  <a:extLst>
                    <a:ext uri="{FF2B5EF4-FFF2-40B4-BE49-F238E27FC236}">
                      <a16:creationId xmlns:a16="http://schemas.microsoft.com/office/drawing/2014/main" id="{08397192-35B1-050C-A193-E09E7EEA7F98}"/>
                    </a:ext>
                  </a:extLst>
                </p14:cNvPr>
                <p14:cNvContentPartPr/>
                <p14:nvPr/>
              </p14:nvContentPartPr>
              <p14:xfrm>
                <a:off x="2836569" y="4031160"/>
                <a:ext cx="135720" cy="19440"/>
              </p14:xfrm>
            </p:contentPart>
          </mc:Choice>
          <mc:Fallback>
            <p:pic>
              <p:nvPicPr>
                <p:cNvPr id="12" name="墨迹 11">
                  <a:extLst>
                    <a:ext uri="{FF2B5EF4-FFF2-40B4-BE49-F238E27FC236}">
                      <a16:creationId xmlns:a16="http://schemas.microsoft.com/office/drawing/2014/main" id="{08397192-35B1-050C-A193-E09E7EEA7F98}"/>
                    </a:ext>
                  </a:extLst>
                </p:cNvPr>
                <p:cNvPicPr/>
                <p:nvPr/>
              </p:nvPicPr>
              <p:blipFill>
                <a:blip r:embed="rId13"/>
                <a:stretch>
                  <a:fillRect/>
                </a:stretch>
              </p:blipFill>
              <p:spPr>
                <a:xfrm>
                  <a:off x="2818929" y="4013160"/>
                  <a:ext cx="171360" cy="55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5" name="墨迹 14">
                <a:extLst>
                  <a:ext uri="{FF2B5EF4-FFF2-40B4-BE49-F238E27FC236}">
                    <a16:creationId xmlns:a16="http://schemas.microsoft.com/office/drawing/2014/main" id="{E36DC45F-3CC9-6A9A-87BB-7D4073EFDEB4}"/>
                  </a:ext>
                </a:extLst>
              </p14:cNvPr>
              <p14:cNvContentPartPr/>
              <p14:nvPr/>
            </p14:nvContentPartPr>
            <p14:xfrm>
              <a:off x="943329" y="4981920"/>
              <a:ext cx="1020240" cy="6120"/>
            </p14:xfrm>
          </p:contentPart>
        </mc:Choice>
        <mc:Fallback>
          <p:pic>
            <p:nvPicPr>
              <p:cNvPr id="15" name="墨迹 14">
                <a:extLst>
                  <a:ext uri="{FF2B5EF4-FFF2-40B4-BE49-F238E27FC236}">
                    <a16:creationId xmlns:a16="http://schemas.microsoft.com/office/drawing/2014/main" id="{E36DC45F-3CC9-6A9A-87BB-7D4073EFDEB4}"/>
                  </a:ext>
                </a:extLst>
              </p:cNvPr>
              <p:cNvPicPr/>
              <p:nvPr/>
            </p:nvPicPr>
            <p:blipFill>
              <a:blip r:embed="rId15"/>
              <a:stretch>
                <a:fillRect/>
              </a:stretch>
            </p:blipFill>
            <p:spPr>
              <a:xfrm>
                <a:off x="925689" y="4964280"/>
                <a:ext cx="10558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墨迹 15">
                <a:extLst>
                  <a:ext uri="{FF2B5EF4-FFF2-40B4-BE49-F238E27FC236}">
                    <a16:creationId xmlns:a16="http://schemas.microsoft.com/office/drawing/2014/main" id="{0886016D-726E-9869-97BF-4F58A1CD3984}"/>
                  </a:ext>
                </a:extLst>
              </p14:cNvPr>
              <p14:cNvContentPartPr/>
              <p14:nvPr/>
            </p14:nvContentPartPr>
            <p14:xfrm>
              <a:off x="2557569" y="5022240"/>
              <a:ext cx="3060360" cy="30240"/>
            </p14:xfrm>
          </p:contentPart>
        </mc:Choice>
        <mc:Fallback>
          <p:pic>
            <p:nvPicPr>
              <p:cNvPr id="16" name="墨迹 15">
                <a:extLst>
                  <a:ext uri="{FF2B5EF4-FFF2-40B4-BE49-F238E27FC236}">
                    <a16:creationId xmlns:a16="http://schemas.microsoft.com/office/drawing/2014/main" id="{0886016D-726E-9869-97BF-4F58A1CD3984}"/>
                  </a:ext>
                </a:extLst>
              </p:cNvPr>
              <p:cNvPicPr/>
              <p:nvPr/>
            </p:nvPicPr>
            <p:blipFill>
              <a:blip r:embed="rId17"/>
              <a:stretch>
                <a:fillRect/>
              </a:stretch>
            </p:blipFill>
            <p:spPr>
              <a:xfrm>
                <a:off x="2539569" y="5004600"/>
                <a:ext cx="309600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 name="墨迹 16">
                <a:extLst>
                  <a:ext uri="{FF2B5EF4-FFF2-40B4-BE49-F238E27FC236}">
                    <a16:creationId xmlns:a16="http://schemas.microsoft.com/office/drawing/2014/main" id="{CE8B1C62-7630-6864-FFF3-027DF9B9ABD5}"/>
                  </a:ext>
                </a:extLst>
              </p14:cNvPr>
              <p14:cNvContentPartPr/>
              <p14:nvPr/>
            </p14:nvContentPartPr>
            <p14:xfrm>
              <a:off x="9273009" y="5427600"/>
              <a:ext cx="2151000" cy="41760"/>
            </p14:xfrm>
          </p:contentPart>
        </mc:Choice>
        <mc:Fallback>
          <p:pic>
            <p:nvPicPr>
              <p:cNvPr id="17" name="墨迹 16">
                <a:extLst>
                  <a:ext uri="{FF2B5EF4-FFF2-40B4-BE49-F238E27FC236}">
                    <a16:creationId xmlns:a16="http://schemas.microsoft.com/office/drawing/2014/main" id="{CE8B1C62-7630-6864-FFF3-027DF9B9ABD5}"/>
                  </a:ext>
                </a:extLst>
              </p:cNvPr>
              <p:cNvPicPr/>
              <p:nvPr/>
            </p:nvPicPr>
            <p:blipFill>
              <a:blip r:embed="rId19"/>
              <a:stretch>
                <a:fillRect/>
              </a:stretch>
            </p:blipFill>
            <p:spPr>
              <a:xfrm>
                <a:off x="9255009" y="5409600"/>
                <a:ext cx="2186640" cy="77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8" name="墨迹 17">
                <a:extLst>
                  <a:ext uri="{FF2B5EF4-FFF2-40B4-BE49-F238E27FC236}">
                    <a16:creationId xmlns:a16="http://schemas.microsoft.com/office/drawing/2014/main" id="{433F954E-66FD-7BC3-6E8D-77E23571E6AE}"/>
                  </a:ext>
                </a:extLst>
              </p14:cNvPr>
              <p14:cNvContentPartPr/>
              <p14:nvPr/>
            </p14:nvContentPartPr>
            <p14:xfrm>
              <a:off x="9489729" y="4231680"/>
              <a:ext cx="193680" cy="360"/>
            </p14:xfrm>
          </p:contentPart>
        </mc:Choice>
        <mc:Fallback>
          <p:pic>
            <p:nvPicPr>
              <p:cNvPr id="18" name="墨迹 17">
                <a:extLst>
                  <a:ext uri="{FF2B5EF4-FFF2-40B4-BE49-F238E27FC236}">
                    <a16:creationId xmlns:a16="http://schemas.microsoft.com/office/drawing/2014/main" id="{433F954E-66FD-7BC3-6E8D-77E23571E6AE}"/>
                  </a:ext>
                </a:extLst>
              </p:cNvPr>
              <p:cNvPicPr/>
              <p:nvPr/>
            </p:nvPicPr>
            <p:blipFill>
              <a:blip r:embed="rId21"/>
              <a:stretch>
                <a:fillRect/>
              </a:stretch>
            </p:blipFill>
            <p:spPr>
              <a:xfrm>
                <a:off x="9471729" y="4214040"/>
                <a:ext cx="2293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墨迹 18">
                <a:extLst>
                  <a:ext uri="{FF2B5EF4-FFF2-40B4-BE49-F238E27FC236}">
                    <a16:creationId xmlns:a16="http://schemas.microsoft.com/office/drawing/2014/main" id="{8D34F270-C99F-5634-A50B-0804B722DC17}"/>
                  </a:ext>
                </a:extLst>
              </p14:cNvPr>
              <p14:cNvContentPartPr/>
              <p14:nvPr/>
            </p14:nvContentPartPr>
            <p14:xfrm>
              <a:off x="6711249" y="4858800"/>
              <a:ext cx="2005920" cy="160200"/>
            </p14:xfrm>
          </p:contentPart>
        </mc:Choice>
        <mc:Fallback>
          <p:pic>
            <p:nvPicPr>
              <p:cNvPr id="19" name="墨迹 18">
                <a:extLst>
                  <a:ext uri="{FF2B5EF4-FFF2-40B4-BE49-F238E27FC236}">
                    <a16:creationId xmlns:a16="http://schemas.microsoft.com/office/drawing/2014/main" id="{8D34F270-C99F-5634-A50B-0804B722DC17}"/>
                  </a:ext>
                </a:extLst>
              </p:cNvPr>
              <p:cNvPicPr/>
              <p:nvPr/>
            </p:nvPicPr>
            <p:blipFill>
              <a:blip r:embed="rId23"/>
              <a:stretch>
                <a:fillRect/>
              </a:stretch>
            </p:blipFill>
            <p:spPr>
              <a:xfrm>
                <a:off x="6693249" y="4841160"/>
                <a:ext cx="2041560" cy="1958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墨迹 19">
                <a:extLst>
                  <a:ext uri="{FF2B5EF4-FFF2-40B4-BE49-F238E27FC236}">
                    <a16:creationId xmlns:a16="http://schemas.microsoft.com/office/drawing/2014/main" id="{2DDB6377-DB75-717D-282C-9297D6F72C0F}"/>
                  </a:ext>
                </a:extLst>
              </p14:cNvPr>
              <p14:cNvContentPartPr/>
              <p14:nvPr/>
            </p14:nvContentPartPr>
            <p14:xfrm>
              <a:off x="3620649" y="2543640"/>
              <a:ext cx="182160" cy="184320"/>
            </p14:xfrm>
          </p:contentPart>
        </mc:Choice>
        <mc:Fallback>
          <p:pic>
            <p:nvPicPr>
              <p:cNvPr id="20" name="墨迹 19">
                <a:extLst>
                  <a:ext uri="{FF2B5EF4-FFF2-40B4-BE49-F238E27FC236}">
                    <a16:creationId xmlns:a16="http://schemas.microsoft.com/office/drawing/2014/main" id="{2DDB6377-DB75-717D-282C-9297D6F72C0F}"/>
                  </a:ext>
                </a:extLst>
              </p:cNvPr>
              <p:cNvPicPr/>
              <p:nvPr/>
            </p:nvPicPr>
            <p:blipFill>
              <a:blip r:embed="rId25"/>
              <a:stretch>
                <a:fillRect/>
              </a:stretch>
            </p:blipFill>
            <p:spPr>
              <a:xfrm>
                <a:off x="3602649" y="2526000"/>
                <a:ext cx="2178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墨迹 20">
                <a:extLst>
                  <a:ext uri="{FF2B5EF4-FFF2-40B4-BE49-F238E27FC236}">
                    <a16:creationId xmlns:a16="http://schemas.microsoft.com/office/drawing/2014/main" id="{D52000CE-EB3A-70AD-B8B2-C62BB9ACE575}"/>
                  </a:ext>
                </a:extLst>
              </p14:cNvPr>
              <p14:cNvContentPartPr/>
              <p14:nvPr/>
            </p14:nvContentPartPr>
            <p14:xfrm>
              <a:off x="9417729" y="2285880"/>
              <a:ext cx="106920" cy="126720"/>
            </p14:xfrm>
          </p:contentPart>
        </mc:Choice>
        <mc:Fallback>
          <p:pic>
            <p:nvPicPr>
              <p:cNvPr id="21" name="墨迹 20">
                <a:extLst>
                  <a:ext uri="{FF2B5EF4-FFF2-40B4-BE49-F238E27FC236}">
                    <a16:creationId xmlns:a16="http://schemas.microsoft.com/office/drawing/2014/main" id="{D52000CE-EB3A-70AD-B8B2-C62BB9ACE575}"/>
                  </a:ext>
                </a:extLst>
              </p:cNvPr>
              <p:cNvPicPr/>
              <p:nvPr/>
            </p:nvPicPr>
            <p:blipFill>
              <a:blip r:embed="rId27"/>
              <a:stretch>
                <a:fillRect/>
              </a:stretch>
            </p:blipFill>
            <p:spPr>
              <a:xfrm>
                <a:off x="9400089" y="2267880"/>
                <a:ext cx="14256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墨迹 21">
                <a:extLst>
                  <a:ext uri="{FF2B5EF4-FFF2-40B4-BE49-F238E27FC236}">
                    <a16:creationId xmlns:a16="http://schemas.microsoft.com/office/drawing/2014/main" id="{B0A66481-6C18-389D-FBF1-F29126D507E7}"/>
                  </a:ext>
                </a:extLst>
              </p14:cNvPr>
              <p14:cNvContentPartPr/>
              <p14:nvPr/>
            </p14:nvContentPartPr>
            <p14:xfrm>
              <a:off x="6538809" y="5432640"/>
              <a:ext cx="3066480" cy="77040"/>
            </p14:xfrm>
          </p:contentPart>
        </mc:Choice>
        <mc:Fallback>
          <p:pic>
            <p:nvPicPr>
              <p:cNvPr id="22" name="墨迹 21">
                <a:extLst>
                  <a:ext uri="{FF2B5EF4-FFF2-40B4-BE49-F238E27FC236}">
                    <a16:creationId xmlns:a16="http://schemas.microsoft.com/office/drawing/2014/main" id="{B0A66481-6C18-389D-FBF1-F29126D507E7}"/>
                  </a:ext>
                </a:extLst>
              </p:cNvPr>
              <p:cNvPicPr/>
              <p:nvPr/>
            </p:nvPicPr>
            <p:blipFill>
              <a:blip r:embed="rId29"/>
              <a:stretch>
                <a:fillRect/>
              </a:stretch>
            </p:blipFill>
            <p:spPr>
              <a:xfrm>
                <a:off x="6520809" y="5415000"/>
                <a:ext cx="310212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墨迹 23">
                <a:extLst>
                  <a:ext uri="{FF2B5EF4-FFF2-40B4-BE49-F238E27FC236}">
                    <a16:creationId xmlns:a16="http://schemas.microsoft.com/office/drawing/2014/main" id="{ACA70553-7879-BE58-B65A-B533921C3A80}"/>
                  </a:ext>
                </a:extLst>
              </p14:cNvPr>
              <p14:cNvContentPartPr/>
              <p14:nvPr/>
            </p14:nvContentPartPr>
            <p14:xfrm>
              <a:off x="6869649" y="4460640"/>
              <a:ext cx="360" cy="360"/>
            </p14:xfrm>
          </p:contentPart>
        </mc:Choice>
        <mc:Fallback>
          <p:pic>
            <p:nvPicPr>
              <p:cNvPr id="24" name="墨迹 23">
                <a:extLst>
                  <a:ext uri="{FF2B5EF4-FFF2-40B4-BE49-F238E27FC236}">
                    <a16:creationId xmlns:a16="http://schemas.microsoft.com/office/drawing/2014/main" id="{ACA70553-7879-BE58-B65A-B533921C3A80}"/>
                  </a:ext>
                </a:extLst>
              </p:cNvPr>
              <p:cNvPicPr/>
              <p:nvPr/>
            </p:nvPicPr>
            <p:blipFill>
              <a:blip r:embed="rId7"/>
              <a:stretch>
                <a:fillRect/>
              </a:stretch>
            </p:blipFill>
            <p:spPr>
              <a:xfrm>
                <a:off x="6851649" y="4442640"/>
                <a:ext cx="36000" cy="36000"/>
              </a:xfrm>
              <a:prstGeom prst="rect">
                <a:avLst/>
              </a:prstGeom>
            </p:spPr>
          </p:pic>
        </mc:Fallback>
      </mc:AlternateContent>
      <p:grpSp>
        <p:nvGrpSpPr>
          <p:cNvPr id="32" name="组合 31">
            <a:extLst>
              <a:ext uri="{FF2B5EF4-FFF2-40B4-BE49-F238E27FC236}">
                <a16:creationId xmlns:a16="http://schemas.microsoft.com/office/drawing/2014/main" id="{559F6D77-159A-BF58-CC75-420452AA7D6B}"/>
              </a:ext>
            </a:extLst>
          </p:cNvPr>
          <p:cNvGrpSpPr/>
          <p:nvPr/>
        </p:nvGrpSpPr>
        <p:grpSpPr>
          <a:xfrm>
            <a:off x="4220049" y="4438320"/>
            <a:ext cx="259560" cy="159120"/>
            <a:chOff x="4220049" y="4438320"/>
            <a:chExt cx="259560" cy="159120"/>
          </a:xfrm>
        </p:grpSpPr>
        <mc:AlternateContent xmlns:mc="http://schemas.openxmlformats.org/markup-compatibility/2006">
          <mc:Choice xmlns:p14="http://schemas.microsoft.com/office/powerpoint/2010/main" Requires="p14">
            <p:contentPart p14:bwMode="auto" r:id="rId31">
              <p14:nvContentPartPr>
                <p14:cNvPr id="26" name="墨迹 25">
                  <a:extLst>
                    <a:ext uri="{FF2B5EF4-FFF2-40B4-BE49-F238E27FC236}">
                      <a16:creationId xmlns:a16="http://schemas.microsoft.com/office/drawing/2014/main" id="{EC60DE94-0FCC-511E-DB96-702DBFCFB897}"/>
                    </a:ext>
                  </a:extLst>
                </p14:cNvPr>
                <p14:cNvContentPartPr/>
                <p14:nvPr/>
              </p14:nvContentPartPr>
              <p14:xfrm>
                <a:off x="4220049" y="4438320"/>
                <a:ext cx="109080" cy="63360"/>
              </p14:xfrm>
            </p:contentPart>
          </mc:Choice>
          <mc:Fallback>
            <p:pic>
              <p:nvPicPr>
                <p:cNvPr id="26" name="墨迹 25">
                  <a:extLst>
                    <a:ext uri="{FF2B5EF4-FFF2-40B4-BE49-F238E27FC236}">
                      <a16:creationId xmlns:a16="http://schemas.microsoft.com/office/drawing/2014/main" id="{EC60DE94-0FCC-511E-DB96-702DBFCFB897}"/>
                    </a:ext>
                  </a:extLst>
                </p:cNvPr>
                <p:cNvPicPr/>
                <p:nvPr/>
              </p:nvPicPr>
              <p:blipFill>
                <a:blip r:embed="rId32"/>
                <a:stretch>
                  <a:fillRect/>
                </a:stretch>
              </p:blipFill>
              <p:spPr>
                <a:xfrm>
                  <a:off x="4202409" y="4420320"/>
                  <a:ext cx="14472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7" name="墨迹 26">
                  <a:extLst>
                    <a:ext uri="{FF2B5EF4-FFF2-40B4-BE49-F238E27FC236}">
                      <a16:creationId xmlns:a16="http://schemas.microsoft.com/office/drawing/2014/main" id="{DC9098B3-BC03-7DC0-ED44-A6FC2E571FAB}"/>
                    </a:ext>
                  </a:extLst>
                </p14:cNvPr>
                <p14:cNvContentPartPr/>
                <p14:nvPr/>
              </p14:nvContentPartPr>
              <p14:xfrm>
                <a:off x="4277649" y="4443000"/>
                <a:ext cx="19080" cy="82080"/>
              </p14:xfrm>
            </p:contentPart>
          </mc:Choice>
          <mc:Fallback>
            <p:pic>
              <p:nvPicPr>
                <p:cNvPr id="27" name="墨迹 26">
                  <a:extLst>
                    <a:ext uri="{FF2B5EF4-FFF2-40B4-BE49-F238E27FC236}">
                      <a16:creationId xmlns:a16="http://schemas.microsoft.com/office/drawing/2014/main" id="{DC9098B3-BC03-7DC0-ED44-A6FC2E571FAB}"/>
                    </a:ext>
                  </a:extLst>
                </p:cNvPr>
                <p:cNvPicPr/>
                <p:nvPr/>
              </p:nvPicPr>
              <p:blipFill>
                <a:blip r:embed="rId34"/>
                <a:stretch>
                  <a:fillRect/>
                </a:stretch>
              </p:blipFill>
              <p:spPr>
                <a:xfrm>
                  <a:off x="4259649" y="4425000"/>
                  <a:ext cx="547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 name="墨迹 27">
                  <a:extLst>
                    <a:ext uri="{FF2B5EF4-FFF2-40B4-BE49-F238E27FC236}">
                      <a16:creationId xmlns:a16="http://schemas.microsoft.com/office/drawing/2014/main" id="{1EECC7FB-F53D-7266-D1FC-6157A370AF84}"/>
                    </a:ext>
                  </a:extLst>
                </p14:cNvPr>
                <p14:cNvContentPartPr/>
                <p14:nvPr/>
              </p14:nvContentPartPr>
              <p14:xfrm>
                <a:off x="4272969" y="4489800"/>
                <a:ext cx="206640" cy="107640"/>
              </p14:xfrm>
            </p:contentPart>
          </mc:Choice>
          <mc:Fallback>
            <p:pic>
              <p:nvPicPr>
                <p:cNvPr id="28" name="墨迹 27">
                  <a:extLst>
                    <a:ext uri="{FF2B5EF4-FFF2-40B4-BE49-F238E27FC236}">
                      <a16:creationId xmlns:a16="http://schemas.microsoft.com/office/drawing/2014/main" id="{1EECC7FB-F53D-7266-D1FC-6157A370AF84}"/>
                    </a:ext>
                  </a:extLst>
                </p:cNvPr>
                <p:cNvPicPr/>
                <p:nvPr/>
              </p:nvPicPr>
              <p:blipFill>
                <a:blip r:embed="rId36"/>
                <a:stretch>
                  <a:fillRect/>
                </a:stretch>
              </p:blipFill>
              <p:spPr>
                <a:xfrm>
                  <a:off x="4254969" y="4471800"/>
                  <a:ext cx="242280" cy="143280"/>
                </a:xfrm>
                <a:prstGeom prst="rect">
                  <a:avLst/>
                </a:prstGeom>
              </p:spPr>
            </p:pic>
          </mc:Fallback>
        </mc:AlternateContent>
      </p:grpSp>
      <p:grpSp>
        <p:nvGrpSpPr>
          <p:cNvPr id="31" name="组合 30">
            <a:extLst>
              <a:ext uri="{FF2B5EF4-FFF2-40B4-BE49-F238E27FC236}">
                <a16:creationId xmlns:a16="http://schemas.microsoft.com/office/drawing/2014/main" id="{916BEF92-73CC-0D13-C95E-78CDF4A298AC}"/>
              </a:ext>
            </a:extLst>
          </p:cNvPr>
          <p:cNvGrpSpPr/>
          <p:nvPr/>
        </p:nvGrpSpPr>
        <p:grpSpPr>
          <a:xfrm>
            <a:off x="4296369" y="4249320"/>
            <a:ext cx="3540960" cy="124200"/>
            <a:chOff x="4296369" y="4249320"/>
            <a:chExt cx="3540960" cy="124200"/>
          </a:xfrm>
        </p:grpSpPr>
        <mc:AlternateContent xmlns:mc="http://schemas.openxmlformats.org/markup-compatibility/2006">
          <mc:Choice xmlns:p14="http://schemas.microsoft.com/office/powerpoint/2010/main" Requires="p14">
            <p:contentPart p14:bwMode="auto" r:id="rId37">
              <p14:nvContentPartPr>
                <p14:cNvPr id="23" name="墨迹 22">
                  <a:extLst>
                    <a:ext uri="{FF2B5EF4-FFF2-40B4-BE49-F238E27FC236}">
                      <a16:creationId xmlns:a16="http://schemas.microsoft.com/office/drawing/2014/main" id="{F1623103-E6DA-39CF-692C-A6CB6E268C8C}"/>
                    </a:ext>
                  </a:extLst>
                </p14:cNvPr>
                <p14:cNvContentPartPr/>
                <p14:nvPr/>
              </p14:nvContentPartPr>
              <p14:xfrm>
                <a:off x="6459249" y="4331400"/>
                <a:ext cx="1378080" cy="24840"/>
              </p14:xfrm>
            </p:contentPart>
          </mc:Choice>
          <mc:Fallback>
            <p:pic>
              <p:nvPicPr>
                <p:cNvPr id="23" name="墨迹 22">
                  <a:extLst>
                    <a:ext uri="{FF2B5EF4-FFF2-40B4-BE49-F238E27FC236}">
                      <a16:creationId xmlns:a16="http://schemas.microsoft.com/office/drawing/2014/main" id="{F1623103-E6DA-39CF-692C-A6CB6E268C8C}"/>
                    </a:ext>
                  </a:extLst>
                </p:cNvPr>
                <p:cNvPicPr/>
                <p:nvPr/>
              </p:nvPicPr>
              <p:blipFill>
                <a:blip r:embed="rId38"/>
                <a:stretch>
                  <a:fillRect/>
                </a:stretch>
              </p:blipFill>
              <p:spPr>
                <a:xfrm>
                  <a:off x="6441249" y="4313400"/>
                  <a:ext cx="141372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墨迹 24">
                  <a:extLst>
                    <a:ext uri="{FF2B5EF4-FFF2-40B4-BE49-F238E27FC236}">
                      <a16:creationId xmlns:a16="http://schemas.microsoft.com/office/drawing/2014/main" id="{CF5C3AFF-482C-AE95-A9AF-CC045FF18F50}"/>
                    </a:ext>
                  </a:extLst>
                </p14:cNvPr>
                <p14:cNvContentPartPr/>
                <p14:nvPr/>
              </p14:nvContentPartPr>
              <p14:xfrm>
                <a:off x="4296369" y="4359480"/>
                <a:ext cx="86760" cy="13320"/>
              </p14:xfrm>
            </p:contentPart>
          </mc:Choice>
          <mc:Fallback>
            <p:pic>
              <p:nvPicPr>
                <p:cNvPr id="25" name="墨迹 24">
                  <a:extLst>
                    <a:ext uri="{FF2B5EF4-FFF2-40B4-BE49-F238E27FC236}">
                      <a16:creationId xmlns:a16="http://schemas.microsoft.com/office/drawing/2014/main" id="{CF5C3AFF-482C-AE95-A9AF-CC045FF18F50}"/>
                    </a:ext>
                  </a:extLst>
                </p:cNvPr>
                <p:cNvPicPr/>
                <p:nvPr/>
              </p:nvPicPr>
              <p:blipFill>
                <a:blip r:embed="rId40"/>
                <a:stretch>
                  <a:fillRect/>
                </a:stretch>
              </p:blipFill>
              <p:spPr>
                <a:xfrm>
                  <a:off x="4278369" y="4341480"/>
                  <a:ext cx="1224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9" name="墨迹 28">
                  <a:extLst>
                    <a:ext uri="{FF2B5EF4-FFF2-40B4-BE49-F238E27FC236}">
                      <a16:creationId xmlns:a16="http://schemas.microsoft.com/office/drawing/2014/main" id="{CDCE5BF0-68A6-8F19-16AA-9063C97EF150}"/>
                    </a:ext>
                  </a:extLst>
                </p14:cNvPr>
                <p14:cNvContentPartPr/>
                <p14:nvPr/>
              </p14:nvContentPartPr>
              <p14:xfrm>
                <a:off x="4657089" y="4296480"/>
                <a:ext cx="1873080" cy="6480"/>
              </p14:xfrm>
            </p:contentPart>
          </mc:Choice>
          <mc:Fallback>
            <p:pic>
              <p:nvPicPr>
                <p:cNvPr id="29" name="墨迹 28">
                  <a:extLst>
                    <a:ext uri="{FF2B5EF4-FFF2-40B4-BE49-F238E27FC236}">
                      <a16:creationId xmlns:a16="http://schemas.microsoft.com/office/drawing/2014/main" id="{CDCE5BF0-68A6-8F19-16AA-9063C97EF150}"/>
                    </a:ext>
                  </a:extLst>
                </p:cNvPr>
                <p:cNvPicPr/>
                <p:nvPr/>
              </p:nvPicPr>
              <p:blipFill>
                <a:blip r:embed="rId42"/>
                <a:stretch>
                  <a:fillRect/>
                </a:stretch>
              </p:blipFill>
              <p:spPr>
                <a:xfrm>
                  <a:off x="4639089" y="4278480"/>
                  <a:ext cx="190872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0" name="墨迹 29">
                  <a:extLst>
                    <a:ext uri="{FF2B5EF4-FFF2-40B4-BE49-F238E27FC236}">
                      <a16:creationId xmlns:a16="http://schemas.microsoft.com/office/drawing/2014/main" id="{2AA0CBEB-5F11-C0A4-CE00-24DC0E661241}"/>
                    </a:ext>
                  </a:extLst>
                </p14:cNvPr>
                <p14:cNvContentPartPr/>
                <p14:nvPr/>
              </p14:nvContentPartPr>
              <p14:xfrm>
                <a:off x="4567089" y="4249320"/>
                <a:ext cx="98280" cy="124200"/>
              </p14:xfrm>
            </p:contentPart>
          </mc:Choice>
          <mc:Fallback>
            <p:pic>
              <p:nvPicPr>
                <p:cNvPr id="30" name="墨迹 29">
                  <a:extLst>
                    <a:ext uri="{FF2B5EF4-FFF2-40B4-BE49-F238E27FC236}">
                      <a16:creationId xmlns:a16="http://schemas.microsoft.com/office/drawing/2014/main" id="{2AA0CBEB-5F11-C0A4-CE00-24DC0E661241}"/>
                    </a:ext>
                  </a:extLst>
                </p:cNvPr>
                <p:cNvPicPr/>
                <p:nvPr/>
              </p:nvPicPr>
              <p:blipFill>
                <a:blip r:embed="rId44"/>
                <a:stretch>
                  <a:fillRect/>
                </a:stretch>
              </p:blipFill>
              <p:spPr>
                <a:xfrm>
                  <a:off x="4549449" y="4231680"/>
                  <a:ext cx="133920" cy="159840"/>
                </a:xfrm>
                <a:prstGeom prst="rect">
                  <a:avLst/>
                </a:prstGeom>
              </p:spPr>
            </p:pic>
          </mc:Fallback>
        </mc:AlternateContent>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7" name="Picture 1"/>
          <p:cNvPicPr>
            <a:picLocks noChangeAspect="1" noChangeArrowheads="1"/>
          </p:cNvPicPr>
          <p:nvPr/>
        </p:nvPicPr>
        <p:blipFill>
          <a:blip r:embed="rId2"/>
          <a:srcRect/>
          <a:stretch>
            <a:fillRect/>
          </a:stretch>
        </p:blipFill>
        <p:spPr bwMode="auto">
          <a:xfrm>
            <a:off x="325988" y="1447412"/>
            <a:ext cx="5709104" cy="3012622"/>
          </a:xfrm>
          <a:prstGeom prst="rect">
            <a:avLst/>
          </a:prstGeom>
          <a:noFill/>
          <a:ln w="9525">
            <a:noFill/>
            <a:miter lim="800000"/>
            <a:headEnd/>
            <a:tailEnd/>
          </a:ln>
          <a:effectLst/>
        </p:spPr>
      </p:pic>
      <p:pic>
        <p:nvPicPr>
          <p:cNvPr id="9219" name="Picture 3"/>
          <p:cNvPicPr>
            <a:picLocks noChangeAspect="1" noChangeArrowheads="1"/>
          </p:cNvPicPr>
          <p:nvPr/>
        </p:nvPicPr>
        <p:blipFill>
          <a:blip r:embed="rId3"/>
          <a:srcRect/>
          <a:stretch>
            <a:fillRect/>
          </a:stretch>
        </p:blipFill>
        <p:spPr bwMode="auto">
          <a:xfrm>
            <a:off x="6318769" y="1303857"/>
            <a:ext cx="5600700" cy="3895725"/>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91411" y="389498"/>
            <a:ext cx="10901265" cy="1687257"/>
          </a:xfrm>
          <a:prstGeom prst="rect">
            <a:avLst/>
          </a:prstGeom>
        </p:spPr>
        <p:txBody>
          <a:bodyPr wrap="square">
            <a:spAutoFit/>
          </a:bodyPr>
          <a:lstStyle/>
          <a:p>
            <a:pPr>
              <a:lnSpc>
                <a:spcPct val="150000"/>
              </a:lnSpc>
            </a:pPr>
            <a:r>
              <a:rPr lang="zh-CN" altLang="en-US" sz="2400" dirty="0"/>
              <a:t>在中央对齐模式，计数器从</a:t>
            </a:r>
            <a:r>
              <a:rPr lang="en-US" altLang="zh-CN" sz="2400" dirty="0"/>
              <a:t>0</a:t>
            </a:r>
            <a:r>
              <a:rPr lang="zh-CN" altLang="en-US" sz="2400" dirty="0"/>
              <a:t>开始计数到自动加载的值</a:t>
            </a:r>
            <a:r>
              <a:rPr lang="en-US" altLang="zh-CN" sz="2400" dirty="0"/>
              <a:t>(</a:t>
            </a:r>
            <a:r>
              <a:rPr lang="en-US" altLang="zh-CN" sz="2400" dirty="0" err="1"/>
              <a:t>TIMx_ARR</a:t>
            </a:r>
            <a:r>
              <a:rPr lang="zh-CN" altLang="en-US" sz="2400" dirty="0"/>
              <a:t>寄存器</a:t>
            </a:r>
            <a:r>
              <a:rPr lang="en-US" altLang="zh-CN" sz="2400" dirty="0"/>
              <a:t>)−1 </a:t>
            </a:r>
            <a:r>
              <a:rPr lang="zh-CN" altLang="en-US" sz="2400" dirty="0"/>
              <a:t>，产生一个计数器溢出事件，然后向下计数到</a:t>
            </a:r>
            <a:r>
              <a:rPr lang="en-US" altLang="zh-CN" sz="2400" dirty="0"/>
              <a:t>1 </a:t>
            </a:r>
            <a:r>
              <a:rPr lang="zh-CN" altLang="en-US" sz="2400" dirty="0"/>
              <a:t>并且产生一个计数器下溢事件；然后再从</a:t>
            </a:r>
            <a:r>
              <a:rPr lang="en-US" altLang="zh-CN" sz="2400" dirty="0"/>
              <a:t>0</a:t>
            </a:r>
            <a:r>
              <a:rPr lang="zh-CN" altLang="en-US" sz="2400" dirty="0"/>
              <a:t>开始重新计数。</a:t>
            </a:r>
          </a:p>
        </p:txBody>
      </p:sp>
      <p:pic>
        <p:nvPicPr>
          <p:cNvPr id="8193" name="Picture 1"/>
          <p:cNvPicPr>
            <a:picLocks noChangeAspect="1" noChangeArrowheads="1"/>
          </p:cNvPicPr>
          <p:nvPr/>
        </p:nvPicPr>
        <p:blipFill>
          <a:blip r:embed="rId2"/>
          <a:srcRect/>
          <a:stretch>
            <a:fillRect/>
          </a:stretch>
        </p:blipFill>
        <p:spPr bwMode="auto">
          <a:xfrm>
            <a:off x="2842242" y="2272393"/>
            <a:ext cx="5686425" cy="3619500"/>
          </a:xfrm>
          <a:prstGeom prst="rect">
            <a:avLst/>
          </a:prstGeom>
          <a:noFill/>
          <a:ln w="9525">
            <a:noFill/>
            <a:miter lim="800000"/>
            <a:headEnd/>
            <a:tailEnd/>
          </a:ln>
          <a:effectLst/>
        </p:spPr>
      </p:pic>
      <mc:AlternateContent xmlns:mc="http://schemas.openxmlformats.org/markup-compatibility/2006">
        <mc:Choice xmlns:p14="http://schemas.microsoft.com/office/powerpoint/2010/main" Requires="p14">
          <p:contentPart p14:bwMode="auto" r:id="rId3">
            <p14:nvContentPartPr>
              <p14:cNvPr id="2" name="墨迹 1">
                <a:extLst>
                  <a:ext uri="{FF2B5EF4-FFF2-40B4-BE49-F238E27FC236}">
                    <a16:creationId xmlns:a16="http://schemas.microsoft.com/office/drawing/2014/main" id="{52A4E413-A349-A878-D4B2-E520EA1AA04F}"/>
                  </a:ext>
                </a:extLst>
              </p14:cNvPr>
              <p14:cNvContentPartPr/>
              <p14:nvPr/>
            </p14:nvContentPartPr>
            <p14:xfrm>
              <a:off x="4237689" y="531960"/>
              <a:ext cx="6866280" cy="429840"/>
            </p14:xfrm>
          </p:contentPart>
        </mc:Choice>
        <mc:Fallback>
          <p:pic>
            <p:nvPicPr>
              <p:cNvPr id="2" name="墨迹 1">
                <a:extLst>
                  <a:ext uri="{FF2B5EF4-FFF2-40B4-BE49-F238E27FC236}">
                    <a16:creationId xmlns:a16="http://schemas.microsoft.com/office/drawing/2014/main" id="{52A4E413-A349-A878-D4B2-E520EA1AA04F}"/>
                  </a:ext>
                </a:extLst>
              </p:cNvPr>
              <p:cNvPicPr/>
              <p:nvPr/>
            </p:nvPicPr>
            <p:blipFill>
              <a:blip r:embed="rId4"/>
              <a:stretch>
                <a:fillRect/>
              </a:stretch>
            </p:blipFill>
            <p:spPr>
              <a:xfrm>
                <a:off x="4220049" y="513960"/>
                <a:ext cx="6901920" cy="465480"/>
              </a:xfrm>
              <a:prstGeom prst="rect">
                <a:avLst/>
              </a:prstGeom>
            </p:spPr>
          </p:pic>
        </mc:Fallback>
      </mc:AlternateContent>
      <p:grpSp>
        <p:nvGrpSpPr>
          <p:cNvPr id="7" name="组合 6">
            <a:extLst>
              <a:ext uri="{FF2B5EF4-FFF2-40B4-BE49-F238E27FC236}">
                <a16:creationId xmlns:a16="http://schemas.microsoft.com/office/drawing/2014/main" id="{77BACB67-0962-F4D7-14DF-E60E24A3005D}"/>
              </a:ext>
            </a:extLst>
          </p:cNvPr>
          <p:cNvGrpSpPr/>
          <p:nvPr/>
        </p:nvGrpSpPr>
        <p:grpSpPr>
          <a:xfrm>
            <a:off x="1764129" y="1486320"/>
            <a:ext cx="9186840" cy="49680"/>
            <a:chOff x="1764129" y="1486320"/>
            <a:chExt cx="9186840" cy="49680"/>
          </a:xfrm>
        </p:grpSpPr>
        <mc:AlternateContent xmlns:mc="http://schemas.openxmlformats.org/markup-compatibility/2006">
          <mc:Choice xmlns:p14="http://schemas.microsoft.com/office/powerpoint/2010/main" Requires="p14">
            <p:contentPart p14:bwMode="auto" r:id="rId5">
              <p14:nvContentPartPr>
                <p14:cNvPr id="3" name="墨迹 2">
                  <a:extLst>
                    <a:ext uri="{FF2B5EF4-FFF2-40B4-BE49-F238E27FC236}">
                      <a16:creationId xmlns:a16="http://schemas.microsoft.com/office/drawing/2014/main" id="{99949ADC-D6CD-E93A-7040-F860D77DB435}"/>
                    </a:ext>
                  </a:extLst>
                </p14:cNvPr>
                <p14:cNvContentPartPr/>
                <p14:nvPr/>
              </p14:nvContentPartPr>
              <p14:xfrm>
                <a:off x="1764129" y="1486320"/>
                <a:ext cx="1905840" cy="14400"/>
              </p14:xfrm>
            </p:contentPart>
          </mc:Choice>
          <mc:Fallback>
            <p:pic>
              <p:nvPicPr>
                <p:cNvPr id="3" name="墨迹 2">
                  <a:extLst>
                    <a:ext uri="{FF2B5EF4-FFF2-40B4-BE49-F238E27FC236}">
                      <a16:creationId xmlns:a16="http://schemas.microsoft.com/office/drawing/2014/main" id="{99949ADC-D6CD-E93A-7040-F860D77DB435}"/>
                    </a:ext>
                  </a:extLst>
                </p:cNvPr>
                <p:cNvPicPr/>
                <p:nvPr/>
              </p:nvPicPr>
              <p:blipFill>
                <a:blip r:embed="rId6"/>
                <a:stretch>
                  <a:fillRect/>
                </a:stretch>
              </p:blipFill>
              <p:spPr>
                <a:xfrm>
                  <a:off x="1746129" y="1468320"/>
                  <a:ext cx="194148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墨迹 3">
                  <a:extLst>
                    <a:ext uri="{FF2B5EF4-FFF2-40B4-BE49-F238E27FC236}">
                      <a16:creationId xmlns:a16="http://schemas.microsoft.com/office/drawing/2014/main" id="{E2047C2B-31D3-7683-ABD3-6B7946303A18}"/>
                    </a:ext>
                  </a:extLst>
                </p14:cNvPr>
                <p14:cNvContentPartPr/>
                <p14:nvPr/>
              </p14:nvContentPartPr>
              <p14:xfrm>
                <a:off x="5550609" y="1523760"/>
                <a:ext cx="1009080" cy="360"/>
              </p14:xfrm>
            </p:contentPart>
          </mc:Choice>
          <mc:Fallback>
            <p:pic>
              <p:nvPicPr>
                <p:cNvPr id="4" name="墨迹 3">
                  <a:extLst>
                    <a:ext uri="{FF2B5EF4-FFF2-40B4-BE49-F238E27FC236}">
                      <a16:creationId xmlns:a16="http://schemas.microsoft.com/office/drawing/2014/main" id="{E2047C2B-31D3-7683-ABD3-6B7946303A18}"/>
                    </a:ext>
                  </a:extLst>
                </p:cNvPr>
                <p:cNvPicPr/>
                <p:nvPr/>
              </p:nvPicPr>
              <p:blipFill>
                <a:blip r:embed="rId8"/>
                <a:stretch>
                  <a:fillRect/>
                </a:stretch>
              </p:blipFill>
              <p:spPr>
                <a:xfrm>
                  <a:off x="5532969" y="1506120"/>
                  <a:ext cx="104472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墨迹 4">
                  <a:extLst>
                    <a:ext uri="{FF2B5EF4-FFF2-40B4-BE49-F238E27FC236}">
                      <a16:creationId xmlns:a16="http://schemas.microsoft.com/office/drawing/2014/main" id="{DDC59605-349D-27B4-62AA-5B06C3294080}"/>
                    </a:ext>
                  </a:extLst>
                </p14:cNvPr>
                <p14:cNvContentPartPr/>
                <p14:nvPr/>
              </p14:nvContentPartPr>
              <p14:xfrm>
                <a:off x="7760649" y="1535640"/>
                <a:ext cx="3190320" cy="360"/>
              </p14:xfrm>
            </p:contentPart>
          </mc:Choice>
          <mc:Fallback>
            <p:pic>
              <p:nvPicPr>
                <p:cNvPr id="5" name="墨迹 4">
                  <a:extLst>
                    <a:ext uri="{FF2B5EF4-FFF2-40B4-BE49-F238E27FC236}">
                      <a16:creationId xmlns:a16="http://schemas.microsoft.com/office/drawing/2014/main" id="{DDC59605-349D-27B4-62AA-5B06C3294080}"/>
                    </a:ext>
                  </a:extLst>
                </p:cNvPr>
                <p:cNvPicPr/>
                <p:nvPr/>
              </p:nvPicPr>
              <p:blipFill>
                <a:blip r:embed="rId10"/>
                <a:stretch>
                  <a:fillRect/>
                </a:stretch>
              </p:blipFill>
              <p:spPr>
                <a:xfrm>
                  <a:off x="7742649" y="1517640"/>
                  <a:ext cx="3225960" cy="3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
            <p14:nvContentPartPr>
              <p14:cNvPr id="9" name="墨迹 8">
                <a:extLst>
                  <a:ext uri="{FF2B5EF4-FFF2-40B4-BE49-F238E27FC236}">
                    <a16:creationId xmlns:a16="http://schemas.microsoft.com/office/drawing/2014/main" id="{C90BBD6A-59B8-0CCF-0F60-0099A30FA855}"/>
                  </a:ext>
                </a:extLst>
              </p14:cNvPr>
              <p14:cNvContentPartPr/>
              <p14:nvPr/>
            </p14:nvContentPartPr>
            <p14:xfrm>
              <a:off x="1025769" y="2097960"/>
              <a:ext cx="3052080" cy="360"/>
            </p14:xfrm>
          </p:contentPart>
        </mc:Choice>
        <mc:Fallback>
          <p:pic>
            <p:nvPicPr>
              <p:cNvPr id="9" name="墨迹 8">
                <a:extLst>
                  <a:ext uri="{FF2B5EF4-FFF2-40B4-BE49-F238E27FC236}">
                    <a16:creationId xmlns:a16="http://schemas.microsoft.com/office/drawing/2014/main" id="{C90BBD6A-59B8-0CCF-0F60-0099A30FA855}"/>
                  </a:ext>
                </a:extLst>
              </p:cNvPr>
              <p:cNvPicPr/>
              <p:nvPr/>
            </p:nvPicPr>
            <p:blipFill>
              <a:blip r:embed="rId12"/>
              <a:stretch>
                <a:fillRect/>
              </a:stretch>
            </p:blipFill>
            <p:spPr>
              <a:xfrm>
                <a:off x="1007769" y="2080320"/>
                <a:ext cx="3087720" cy="360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 name="Picture 1"/>
          <p:cNvPicPr>
            <a:picLocks noChangeAspect="1" noChangeArrowheads="1"/>
          </p:cNvPicPr>
          <p:nvPr/>
        </p:nvPicPr>
        <p:blipFill>
          <a:blip r:embed="rId2"/>
          <a:srcRect/>
          <a:stretch>
            <a:fillRect/>
          </a:stretch>
        </p:blipFill>
        <p:spPr bwMode="auto">
          <a:xfrm>
            <a:off x="266309" y="842185"/>
            <a:ext cx="5658630" cy="3948891"/>
          </a:xfrm>
          <a:prstGeom prst="rect">
            <a:avLst/>
          </a:prstGeom>
          <a:noFill/>
          <a:ln w="9525">
            <a:noFill/>
            <a:miter lim="800000"/>
            <a:headEnd/>
            <a:tailEnd/>
          </a:ln>
          <a:effectLst/>
        </p:spPr>
      </p:pic>
      <p:sp>
        <p:nvSpPr>
          <p:cNvPr id="6" name="矩形 5"/>
          <p:cNvSpPr/>
          <p:nvPr/>
        </p:nvSpPr>
        <p:spPr>
          <a:xfrm>
            <a:off x="1288606" y="5287738"/>
            <a:ext cx="4035079" cy="369332"/>
          </a:xfrm>
          <a:prstGeom prst="rect">
            <a:avLst/>
          </a:prstGeom>
        </p:spPr>
        <p:txBody>
          <a:bodyPr wrap="none">
            <a:spAutoFit/>
          </a:bodyPr>
          <a:lstStyle/>
          <a:p>
            <a:r>
              <a:rPr lang="zh-CN" altLang="en-US" dirty="0"/>
              <a:t> </a:t>
            </a:r>
            <a:r>
              <a:rPr lang="en-US" altLang="zh-CN" dirty="0"/>
              <a:t>ARPE=1 </a:t>
            </a:r>
            <a:r>
              <a:rPr lang="zh-CN" altLang="en-US" dirty="0"/>
              <a:t>时的更新事件</a:t>
            </a:r>
            <a:r>
              <a:rPr lang="en-US" altLang="zh-CN" dirty="0"/>
              <a:t>(</a:t>
            </a:r>
            <a:r>
              <a:rPr lang="zh-CN" altLang="en-US" dirty="0"/>
              <a:t>计数器下溢</a:t>
            </a:r>
            <a:r>
              <a:rPr lang="en-US" altLang="zh-CN" dirty="0"/>
              <a:t>)</a:t>
            </a:r>
            <a:endParaRPr lang="zh-CN" altLang="en-US" dirty="0"/>
          </a:p>
        </p:txBody>
      </p:sp>
      <p:pic>
        <p:nvPicPr>
          <p:cNvPr id="7170" name="Picture 2"/>
          <p:cNvPicPr>
            <a:picLocks noChangeAspect="1" noChangeArrowheads="1"/>
          </p:cNvPicPr>
          <p:nvPr/>
        </p:nvPicPr>
        <p:blipFill>
          <a:blip r:embed="rId3"/>
          <a:srcRect/>
          <a:stretch>
            <a:fillRect/>
          </a:stretch>
        </p:blipFill>
        <p:spPr bwMode="auto">
          <a:xfrm>
            <a:off x="6272520" y="926357"/>
            <a:ext cx="5391717" cy="3757612"/>
          </a:xfrm>
          <a:prstGeom prst="rect">
            <a:avLst/>
          </a:prstGeom>
          <a:noFill/>
          <a:ln w="9525">
            <a:noFill/>
            <a:miter lim="800000"/>
            <a:headEnd/>
            <a:tailEnd/>
          </a:ln>
          <a:effectLst/>
        </p:spPr>
      </p:pic>
      <p:sp>
        <p:nvSpPr>
          <p:cNvPr id="8" name="矩形 7"/>
          <p:cNvSpPr/>
          <p:nvPr/>
        </p:nvSpPr>
        <p:spPr>
          <a:xfrm>
            <a:off x="6896305" y="5194432"/>
            <a:ext cx="4035079" cy="369332"/>
          </a:xfrm>
          <a:prstGeom prst="rect">
            <a:avLst/>
          </a:prstGeom>
        </p:spPr>
        <p:txBody>
          <a:bodyPr wrap="none">
            <a:spAutoFit/>
          </a:bodyPr>
          <a:lstStyle/>
          <a:p>
            <a:r>
              <a:rPr lang="zh-CN" altLang="en-US" dirty="0"/>
              <a:t> </a:t>
            </a:r>
            <a:r>
              <a:rPr lang="en-US" altLang="zh-CN" dirty="0"/>
              <a:t>ARPE=1 </a:t>
            </a:r>
            <a:r>
              <a:rPr lang="zh-CN" altLang="en-US" dirty="0"/>
              <a:t>时的更新事件</a:t>
            </a:r>
            <a:r>
              <a:rPr lang="en-US" altLang="zh-CN" dirty="0"/>
              <a:t>(</a:t>
            </a:r>
            <a:r>
              <a:rPr lang="zh-CN" altLang="en-US" dirty="0"/>
              <a:t>计数器溢出</a:t>
            </a:r>
            <a:r>
              <a:rPr lang="en-US" altLang="zh-CN" dirty="0"/>
              <a:t>)</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ChangeArrowheads="1"/>
          </p:cNvSpPr>
          <p:nvPr/>
        </p:nvSpPr>
        <p:spPr bwMode="auto">
          <a:xfrm>
            <a:off x="531845" y="251918"/>
            <a:ext cx="4445448" cy="46492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TIM_CounterMode_Up</a:t>
            </a:r>
            <a:br>
              <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b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　　　　</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向上计数模式</a:t>
            </a:r>
            <a:br>
              <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b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TIM_CounterMode_Down</a:t>
            </a:r>
            <a:br>
              <a:rPr kumimoji="0" lang="zh-CN"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b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　　　　</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向下计数模式</a:t>
            </a:r>
            <a:br>
              <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b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TIM_CounterMode_CenterAligned1   </a:t>
            </a:r>
            <a:endParaRPr kumimoji="0" lang="en-US" altLang="zh-CN" sz="2000" b="0" i="0" u="none" strike="noStrike" cap="none" normalizeH="0" baseline="0" dirty="0">
              <a:ln>
                <a:noFill/>
              </a:ln>
              <a:solidFill>
                <a:srgbClr val="464646"/>
              </a:solidFill>
              <a:effectLst/>
              <a:latin typeface="Arial" pitchFamily="34" charset="0"/>
              <a:ea typeface="simsun"/>
              <a:cs typeface="宋体" pitchFamily="2" charset="-122"/>
            </a:endParaRPr>
          </a:p>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2000" b="0" i="0" u="none" strike="noStrike" cap="none" normalizeH="0" baseline="0" dirty="0">
                <a:ln>
                  <a:noFill/>
                </a:ln>
                <a:solidFill>
                  <a:srgbClr val="464646"/>
                </a:solidFill>
                <a:effectLst/>
                <a:latin typeface="Arial" pitchFamily="34" charset="0"/>
                <a:ea typeface="simsun"/>
                <a:cs typeface="宋体" pitchFamily="2" charset="-122"/>
              </a:rPr>
              <a:t>              </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中央对齐模式</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1</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计数模式</a:t>
            </a:r>
            <a:br>
              <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b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TIM_CounterMode_CenterAligned2   </a:t>
            </a:r>
            <a:endParaRPr kumimoji="0" lang="en-US" altLang="zh-CN" sz="2000" b="0" i="0" u="none" strike="noStrike" cap="none" normalizeH="0" baseline="0" dirty="0">
              <a:ln>
                <a:noFill/>
              </a:ln>
              <a:solidFill>
                <a:srgbClr val="464646"/>
              </a:solidFill>
              <a:effectLst/>
              <a:latin typeface="Arial" pitchFamily="34" charset="0"/>
              <a:ea typeface="simsun"/>
              <a:cs typeface="宋体" pitchFamily="2" charset="-122"/>
            </a:endParaRPr>
          </a:p>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2000" b="0" i="0" u="none" strike="noStrike" cap="none" normalizeH="0" baseline="0" dirty="0">
                <a:ln>
                  <a:noFill/>
                </a:ln>
                <a:solidFill>
                  <a:srgbClr val="464646"/>
                </a:solidFill>
                <a:effectLst/>
                <a:latin typeface="Arial" pitchFamily="34" charset="0"/>
                <a:ea typeface="simsun"/>
                <a:cs typeface="宋体" pitchFamily="2" charset="-122"/>
              </a:rPr>
              <a:t>              </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中央对齐模式</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2</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计数模式</a:t>
            </a:r>
            <a:br>
              <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b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TIM_CounterMode_CenterAligned3  </a:t>
            </a:r>
            <a:endParaRPr kumimoji="0" lang="en-US" altLang="zh-CN" sz="2000" b="0" i="0" u="none" strike="noStrike" cap="none" normalizeH="0" baseline="0" dirty="0">
              <a:ln>
                <a:noFill/>
              </a:ln>
              <a:solidFill>
                <a:srgbClr val="464646"/>
              </a:solidFill>
              <a:effectLst/>
              <a:latin typeface="Arial" pitchFamily="34" charset="0"/>
              <a:ea typeface="simsun"/>
              <a:cs typeface="宋体" pitchFamily="2" charset="-122"/>
            </a:endParaRPr>
          </a:p>
          <a:p>
            <a:pPr marL="0" marR="0" lvl="0" indent="0" algn="l" defTabSz="914400" rtl="0" eaLnBrk="1" fontAlgn="base" latinLnBrk="0" hangingPunct="1">
              <a:lnSpc>
                <a:spcPct val="150000"/>
              </a:lnSpc>
              <a:spcBef>
                <a:spcPct val="0"/>
              </a:spcBef>
              <a:spcAft>
                <a:spcPct val="0"/>
              </a:spcAft>
              <a:buClrTx/>
              <a:buSzTx/>
              <a:buFontTx/>
              <a:buNone/>
              <a:tabLst/>
            </a:pP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 </a:t>
            </a:r>
            <a:r>
              <a:rPr kumimoji="0" lang="en-US" altLang="zh-CN" sz="2000" b="0" i="0" u="none" strike="noStrike" cap="none" normalizeH="0" baseline="0" dirty="0">
                <a:ln>
                  <a:noFill/>
                </a:ln>
                <a:solidFill>
                  <a:srgbClr val="464646"/>
                </a:solidFill>
                <a:effectLst/>
                <a:latin typeface="Arial" pitchFamily="34" charset="0"/>
                <a:ea typeface="simsun"/>
                <a:cs typeface="宋体" pitchFamily="2" charset="-122"/>
              </a:rPr>
              <a:t>             </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TIM</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中央对齐模式</a:t>
            </a:r>
            <a:r>
              <a:rPr kumimoji="0" lang="zh-CN" altLang="zh-CN" sz="2000" b="0" i="0" u="none" strike="noStrike" cap="none" normalizeH="0" baseline="0" dirty="0">
                <a:ln>
                  <a:noFill/>
                </a:ln>
                <a:solidFill>
                  <a:srgbClr val="464646"/>
                </a:solidFill>
                <a:effectLst/>
                <a:latin typeface="Arial" pitchFamily="34" charset="0"/>
                <a:ea typeface="simsun"/>
                <a:cs typeface="宋体" pitchFamily="2" charset="-122"/>
              </a:rPr>
              <a:t>3</a:t>
            </a:r>
            <a:r>
              <a:rPr kumimoji="0" lang="zh-CN" sz="2000" b="0" i="0" u="none" strike="noStrike" cap="none" normalizeH="0" baseline="0" dirty="0">
                <a:ln>
                  <a:noFill/>
                </a:ln>
                <a:solidFill>
                  <a:srgbClr val="464646"/>
                </a:solidFill>
                <a:effectLst/>
                <a:latin typeface="Arial" pitchFamily="34" charset="0"/>
                <a:ea typeface="simsun"/>
                <a:cs typeface="宋体" pitchFamily="2" charset="-122"/>
              </a:rPr>
              <a:t>计数模式</a:t>
            </a:r>
            <a:r>
              <a:rPr kumimoji="0" lang="zh-CN" sz="2000" b="0" i="0" u="none" strike="noStrike" cap="none" normalizeH="0" baseline="0" dirty="0">
                <a:ln>
                  <a:noFill/>
                </a:ln>
                <a:solidFill>
                  <a:schemeClr val="tx1"/>
                </a:solidFill>
                <a:effectLst/>
                <a:latin typeface="Arial" pitchFamily="34" charset="0"/>
                <a:ea typeface="宋体" pitchFamily="2" charset="-122"/>
                <a:cs typeface="宋体" pitchFamily="2" charset="-122"/>
              </a:rPr>
              <a:t> </a:t>
            </a:r>
          </a:p>
        </p:txBody>
      </p:sp>
      <p:sp>
        <p:nvSpPr>
          <p:cNvPr id="8" name="矩形 7"/>
          <p:cNvSpPr/>
          <p:nvPr/>
        </p:nvSpPr>
        <p:spPr>
          <a:xfrm>
            <a:off x="5669903" y="511345"/>
            <a:ext cx="6096000" cy="4191404"/>
          </a:xfrm>
          <a:prstGeom prst="rect">
            <a:avLst/>
          </a:prstGeom>
        </p:spPr>
        <p:txBody>
          <a:bodyPr>
            <a:spAutoFit/>
          </a:bodyPr>
          <a:lstStyle/>
          <a:p>
            <a:pPr>
              <a:lnSpc>
                <a:spcPct val="150000"/>
              </a:lnSpc>
              <a:buClr>
                <a:srgbClr val="C00000"/>
              </a:buClr>
              <a:buFont typeface="Wingdings" pitchFamily="2" charset="2"/>
              <a:buChar char="u"/>
            </a:pPr>
            <a:r>
              <a:rPr lang="zh-CN" altLang="en-US" sz="2000" dirty="0"/>
              <a:t>中央对齐模式</a:t>
            </a:r>
            <a:r>
              <a:rPr lang="en-US" altLang="zh-CN" sz="2000" dirty="0"/>
              <a:t>1 </a:t>
            </a:r>
            <a:r>
              <a:rPr lang="zh-CN" altLang="en-US" sz="2000" dirty="0"/>
              <a:t>：</a:t>
            </a:r>
            <a:endParaRPr lang="en-US" altLang="zh-CN" sz="2000" dirty="0"/>
          </a:p>
          <a:p>
            <a:pPr>
              <a:lnSpc>
                <a:spcPct val="150000"/>
              </a:lnSpc>
              <a:buClr>
                <a:srgbClr val="C00000"/>
              </a:buClr>
              <a:buFont typeface="Wingdings" pitchFamily="2" charset="2"/>
              <a:buChar char="u"/>
            </a:pPr>
            <a:r>
              <a:rPr lang="zh-CN" altLang="en-US" sz="2000" dirty="0"/>
              <a:t>计数器交替地向上和向下计数。输出比较中断标志位，只在计数器向下计数时被设置</a:t>
            </a:r>
            <a:br>
              <a:rPr lang="zh-CN" altLang="en-US" sz="2000" dirty="0"/>
            </a:br>
            <a:r>
              <a:rPr lang="zh-CN" altLang="en-US" sz="2000" dirty="0"/>
              <a:t>中央对齐模式</a:t>
            </a:r>
            <a:r>
              <a:rPr lang="en-US" altLang="zh-CN" sz="2000" dirty="0"/>
              <a:t>2</a:t>
            </a:r>
          </a:p>
          <a:p>
            <a:pPr>
              <a:lnSpc>
                <a:spcPct val="150000"/>
              </a:lnSpc>
              <a:buClr>
                <a:srgbClr val="C00000"/>
              </a:buClr>
              <a:buFont typeface="Wingdings" pitchFamily="2" charset="2"/>
              <a:buChar char="u"/>
            </a:pPr>
            <a:r>
              <a:rPr lang="zh-CN" altLang="en-US" sz="2000" dirty="0"/>
              <a:t>计数器交替地向上和向下计数。输出比较中断标志位，只在计数器向上计数时被设置</a:t>
            </a:r>
            <a:br>
              <a:rPr lang="zh-CN" altLang="en-US" sz="2000" dirty="0"/>
            </a:br>
            <a:r>
              <a:rPr lang="zh-CN" altLang="en-US" sz="2000" dirty="0"/>
              <a:t>中央对齐模式</a:t>
            </a:r>
            <a:r>
              <a:rPr lang="en-US" altLang="zh-CN" sz="2000" dirty="0"/>
              <a:t>3 </a:t>
            </a:r>
            <a:r>
              <a:rPr lang="zh-CN" altLang="en-US" sz="2000" dirty="0"/>
              <a:t>：</a:t>
            </a:r>
            <a:endParaRPr lang="en-US" altLang="zh-CN" sz="2000" dirty="0"/>
          </a:p>
          <a:p>
            <a:pPr>
              <a:lnSpc>
                <a:spcPct val="150000"/>
              </a:lnSpc>
            </a:pPr>
            <a:r>
              <a:rPr lang="zh-CN" altLang="en-US" sz="2000" dirty="0"/>
              <a:t>计数器交替地向上和向下计数。输出比较中断标志位，在计数器向下和向上计数时均被设置</a:t>
            </a:r>
          </a:p>
        </p:txBody>
      </p:sp>
      <p:sp>
        <p:nvSpPr>
          <p:cNvPr id="4" name="TextBox 3"/>
          <p:cNvSpPr txBox="1"/>
          <p:nvPr/>
        </p:nvSpPr>
        <p:spPr>
          <a:xfrm>
            <a:off x="298580" y="4861244"/>
            <a:ext cx="11448661" cy="1754326"/>
          </a:xfrm>
          <a:prstGeom prst="rect">
            <a:avLst/>
          </a:prstGeom>
          <a:noFill/>
        </p:spPr>
        <p:txBody>
          <a:bodyPr wrap="square" rtlCol="0">
            <a:spAutoFit/>
          </a:bodyPr>
          <a:lstStyle/>
          <a:p>
            <a:pPr>
              <a:lnSpc>
                <a:spcPct val="150000"/>
              </a:lnSpc>
            </a:pPr>
            <a:r>
              <a:rPr lang="zh-CN" altLang="en-US" dirty="0"/>
              <a:t>      既然一次基于中心对齐计数模式的完整计数周期包含向上、向下两个计数过程，那么对给定的比较寄存器</a:t>
            </a:r>
            <a:r>
              <a:rPr lang="en-US" altLang="zh-CN" dirty="0"/>
              <a:t>CCR</a:t>
            </a:r>
            <a:r>
              <a:rPr lang="zh-CN" altLang="en-US" dirty="0"/>
              <a:t>的值在（</a:t>
            </a:r>
            <a:r>
              <a:rPr lang="en-US" altLang="zh-CN" dirty="0"/>
              <a:t>0</a:t>
            </a:r>
            <a:r>
              <a:rPr lang="zh-CN" altLang="en-US" dirty="0"/>
              <a:t>，</a:t>
            </a:r>
            <a:r>
              <a:rPr lang="en-US" altLang="zh-CN" dirty="0"/>
              <a:t>ARR</a:t>
            </a:r>
            <a:r>
              <a:rPr lang="zh-CN" altLang="en-US" dirty="0"/>
              <a:t>）范围时，一个周期内就会发生两次匹配事件，即出现</a:t>
            </a:r>
            <a:r>
              <a:rPr lang="en-US" altLang="zh-CN" dirty="0"/>
              <a:t>CNT=CCR</a:t>
            </a:r>
            <a:r>
              <a:rPr lang="zh-CN" altLang="en-US" dirty="0"/>
              <a:t>的两个时间点，对于这两次匹配事件最终是否完成比较事件标志的置位而触发中断或</a:t>
            </a:r>
            <a:r>
              <a:rPr lang="en-US" altLang="zh-CN" dirty="0"/>
              <a:t>DMA,</a:t>
            </a:r>
            <a:r>
              <a:rPr lang="zh-CN" altLang="en-US" dirty="0"/>
              <a:t>可以根据应用需求选择不同的中心对齐计数模式来决定。</a:t>
            </a: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529FCB11-B94C-ED92-C799-38AEADB2BBE4}"/>
                  </a:ext>
                </a:extLst>
              </p14:cNvPr>
              <p14:cNvContentPartPr/>
              <p14:nvPr/>
            </p14:nvContentPartPr>
            <p14:xfrm>
              <a:off x="2960049" y="2578920"/>
              <a:ext cx="1558440" cy="30240"/>
            </p14:xfrm>
          </p:contentPart>
        </mc:Choice>
        <mc:Fallback>
          <p:pic>
            <p:nvPicPr>
              <p:cNvPr id="2" name="墨迹 1">
                <a:extLst>
                  <a:ext uri="{FF2B5EF4-FFF2-40B4-BE49-F238E27FC236}">
                    <a16:creationId xmlns:a16="http://schemas.microsoft.com/office/drawing/2014/main" id="{529FCB11-B94C-ED92-C799-38AEADB2BBE4}"/>
                  </a:ext>
                </a:extLst>
              </p:cNvPr>
              <p:cNvPicPr/>
              <p:nvPr/>
            </p:nvPicPr>
            <p:blipFill>
              <a:blip r:embed="rId3"/>
              <a:stretch>
                <a:fillRect/>
              </a:stretch>
            </p:blipFill>
            <p:spPr>
              <a:xfrm>
                <a:off x="2942049" y="2561280"/>
                <a:ext cx="1594080" cy="65880"/>
              </a:xfrm>
              <a:prstGeom prst="rect">
                <a:avLst/>
              </a:prstGeom>
            </p:spPr>
          </p:pic>
        </mc:Fallback>
      </mc:AlternateContent>
      <p:grpSp>
        <p:nvGrpSpPr>
          <p:cNvPr id="6" name="组合 5">
            <a:extLst>
              <a:ext uri="{FF2B5EF4-FFF2-40B4-BE49-F238E27FC236}">
                <a16:creationId xmlns:a16="http://schemas.microsoft.com/office/drawing/2014/main" id="{B5DE7E37-C44C-25E6-1F69-4D9538667B37}"/>
              </a:ext>
            </a:extLst>
          </p:cNvPr>
          <p:cNvGrpSpPr/>
          <p:nvPr/>
        </p:nvGrpSpPr>
        <p:grpSpPr>
          <a:xfrm>
            <a:off x="6259809" y="4571160"/>
            <a:ext cx="3922560" cy="212760"/>
            <a:chOff x="6259809" y="4571160"/>
            <a:chExt cx="3922560" cy="212760"/>
          </a:xfrm>
        </p:grpSpPr>
        <mc:AlternateContent xmlns:mc="http://schemas.openxmlformats.org/markup-compatibility/2006">
          <mc:Choice xmlns:p14="http://schemas.microsoft.com/office/powerpoint/2010/main" Requires="p14">
            <p:contentPart p14:bwMode="auto" r:id="rId4">
              <p14:nvContentPartPr>
                <p14:cNvPr id="3" name="墨迹 2">
                  <a:extLst>
                    <a:ext uri="{FF2B5EF4-FFF2-40B4-BE49-F238E27FC236}">
                      <a16:creationId xmlns:a16="http://schemas.microsoft.com/office/drawing/2014/main" id="{94374EAE-7B60-7D68-31D8-50E7CE7A95F1}"/>
                    </a:ext>
                  </a:extLst>
                </p14:cNvPr>
                <p14:cNvContentPartPr/>
                <p14:nvPr/>
              </p14:nvContentPartPr>
              <p14:xfrm>
                <a:off x="6259809" y="4571160"/>
                <a:ext cx="3922560" cy="72000"/>
              </p14:xfrm>
            </p:contentPart>
          </mc:Choice>
          <mc:Fallback>
            <p:pic>
              <p:nvPicPr>
                <p:cNvPr id="3" name="墨迹 2">
                  <a:extLst>
                    <a:ext uri="{FF2B5EF4-FFF2-40B4-BE49-F238E27FC236}">
                      <a16:creationId xmlns:a16="http://schemas.microsoft.com/office/drawing/2014/main" id="{94374EAE-7B60-7D68-31D8-50E7CE7A95F1}"/>
                    </a:ext>
                  </a:extLst>
                </p:cNvPr>
                <p:cNvPicPr/>
                <p:nvPr/>
              </p:nvPicPr>
              <p:blipFill>
                <a:blip r:embed="rId5"/>
                <a:stretch>
                  <a:fillRect/>
                </a:stretch>
              </p:blipFill>
              <p:spPr>
                <a:xfrm>
                  <a:off x="6242169" y="4553160"/>
                  <a:ext cx="395820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墨迹 4">
                  <a:extLst>
                    <a:ext uri="{FF2B5EF4-FFF2-40B4-BE49-F238E27FC236}">
                      <a16:creationId xmlns:a16="http://schemas.microsoft.com/office/drawing/2014/main" id="{885A8C81-A7E0-1898-0971-2126418DDEA8}"/>
                    </a:ext>
                  </a:extLst>
                </p14:cNvPr>
                <p14:cNvContentPartPr/>
                <p14:nvPr/>
              </p14:nvContentPartPr>
              <p14:xfrm>
                <a:off x="9157089" y="4665480"/>
                <a:ext cx="124200" cy="118440"/>
              </p14:xfrm>
            </p:contentPart>
          </mc:Choice>
          <mc:Fallback>
            <p:pic>
              <p:nvPicPr>
                <p:cNvPr id="5" name="墨迹 4">
                  <a:extLst>
                    <a:ext uri="{FF2B5EF4-FFF2-40B4-BE49-F238E27FC236}">
                      <a16:creationId xmlns:a16="http://schemas.microsoft.com/office/drawing/2014/main" id="{885A8C81-A7E0-1898-0971-2126418DDEA8}"/>
                    </a:ext>
                  </a:extLst>
                </p:cNvPr>
                <p:cNvPicPr/>
                <p:nvPr/>
              </p:nvPicPr>
              <p:blipFill>
                <a:blip r:embed="rId7"/>
                <a:stretch>
                  <a:fillRect/>
                </a:stretch>
              </p:blipFill>
              <p:spPr>
                <a:xfrm>
                  <a:off x="9139449" y="4647840"/>
                  <a:ext cx="159840" cy="1540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7" name="墨迹 6">
                <a:extLst>
                  <a:ext uri="{FF2B5EF4-FFF2-40B4-BE49-F238E27FC236}">
                    <a16:creationId xmlns:a16="http://schemas.microsoft.com/office/drawing/2014/main" id="{CCAA37A4-D269-B94A-899D-B2837BF5AE38}"/>
                  </a:ext>
                </a:extLst>
              </p14:cNvPr>
              <p14:cNvContentPartPr/>
              <p14:nvPr/>
            </p14:nvContentPartPr>
            <p14:xfrm>
              <a:off x="6459249" y="1852080"/>
              <a:ext cx="3173040" cy="76680"/>
            </p14:xfrm>
          </p:contentPart>
        </mc:Choice>
        <mc:Fallback>
          <p:pic>
            <p:nvPicPr>
              <p:cNvPr id="7" name="墨迹 6">
                <a:extLst>
                  <a:ext uri="{FF2B5EF4-FFF2-40B4-BE49-F238E27FC236}">
                    <a16:creationId xmlns:a16="http://schemas.microsoft.com/office/drawing/2014/main" id="{CCAA37A4-D269-B94A-899D-B2837BF5AE38}"/>
                  </a:ext>
                </a:extLst>
              </p:cNvPr>
              <p:cNvPicPr/>
              <p:nvPr/>
            </p:nvPicPr>
            <p:blipFill>
              <a:blip r:embed="rId9"/>
              <a:stretch>
                <a:fillRect/>
              </a:stretch>
            </p:blipFill>
            <p:spPr>
              <a:xfrm>
                <a:off x="6441249" y="1834440"/>
                <a:ext cx="3208680" cy="112320"/>
              </a:xfrm>
              <a:prstGeom prst="rect">
                <a:avLst/>
              </a:prstGeom>
            </p:spPr>
          </p:pic>
        </mc:Fallback>
      </mc:AlternateContent>
      <p:grpSp>
        <p:nvGrpSpPr>
          <p:cNvPr id="11" name="组合 10">
            <a:extLst>
              <a:ext uri="{FF2B5EF4-FFF2-40B4-BE49-F238E27FC236}">
                <a16:creationId xmlns:a16="http://schemas.microsoft.com/office/drawing/2014/main" id="{282400EC-DCA1-89D1-F804-60BE38FBB26A}"/>
              </a:ext>
            </a:extLst>
          </p:cNvPr>
          <p:cNvGrpSpPr/>
          <p:nvPr/>
        </p:nvGrpSpPr>
        <p:grpSpPr>
          <a:xfrm>
            <a:off x="5890809" y="4525080"/>
            <a:ext cx="105840" cy="11880"/>
            <a:chOff x="5890809" y="4525080"/>
            <a:chExt cx="105840" cy="11880"/>
          </a:xfrm>
        </p:grpSpPr>
        <mc:AlternateContent xmlns:mc="http://schemas.openxmlformats.org/markup-compatibility/2006">
          <mc:Choice xmlns:p14="http://schemas.microsoft.com/office/powerpoint/2010/main" Requires="p14">
            <p:contentPart p14:bwMode="auto" r:id="rId10">
              <p14:nvContentPartPr>
                <p14:cNvPr id="9" name="墨迹 8">
                  <a:extLst>
                    <a:ext uri="{FF2B5EF4-FFF2-40B4-BE49-F238E27FC236}">
                      <a16:creationId xmlns:a16="http://schemas.microsoft.com/office/drawing/2014/main" id="{88AD143C-6014-C5C9-E5DD-B11C257BDFB1}"/>
                    </a:ext>
                  </a:extLst>
                </p14:cNvPr>
                <p14:cNvContentPartPr/>
                <p14:nvPr/>
              </p14:nvContentPartPr>
              <p14:xfrm>
                <a:off x="5890809" y="4536600"/>
                <a:ext cx="360" cy="360"/>
              </p14:xfrm>
            </p:contentPart>
          </mc:Choice>
          <mc:Fallback>
            <p:pic>
              <p:nvPicPr>
                <p:cNvPr id="9" name="墨迹 8">
                  <a:extLst>
                    <a:ext uri="{FF2B5EF4-FFF2-40B4-BE49-F238E27FC236}">
                      <a16:creationId xmlns:a16="http://schemas.microsoft.com/office/drawing/2014/main" id="{88AD143C-6014-C5C9-E5DD-B11C257BDFB1}"/>
                    </a:ext>
                  </a:extLst>
                </p:cNvPr>
                <p:cNvPicPr/>
                <p:nvPr/>
              </p:nvPicPr>
              <p:blipFill>
                <a:blip r:embed="rId11"/>
                <a:stretch>
                  <a:fillRect/>
                </a:stretch>
              </p:blipFill>
              <p:spPr>
                <a:xfrm>
                  <a:off x="5872809" y="451860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墨迹 9">
                  <a:extLst>
                    <a:ext uri="{FF2B5EF4-FFF2-40B4-BE49-F238E27FC236}">
                      <a16:creationId xmlns:a16="http://schemas.microsoft.com/office/drawing/2014/main" id="{EB0D723D-3076-45F5-FD9C-7CD5CE9EE8AC}"/>
                    </a:ext>
                  </a:extLst>
                </p14:cNvPr>
                <p14:cNvContentPartPr/>
                <p14:nvPr/>
              </p14:nvContentPartPr>
              <p14:xfrm>
                <a:off x="5996289" y="4525080"/>
                <a:ext cx="360" cy="360"/>
              </p14:xfrm>
            </p:contentPart>
          </mc:Choice>
          <mc:Fallback>
            <p:pic>
              <p:nvPicPr>
                <p:cNvPr id="10" name="墨迹 9">
                  <a:extLst>
                    <a:ext uri="{FF2B5EF4-FFF2-40B4-BE49-F238E27FC236}">
                      <a16:creationId xmlns:a16="http://schemas.microsoft.com/office/drawing/2014/main" id="{EB0D723D-3076-45F5-FD9C-7CD5CE9EE8AC}"/>
                    </a:ext>
                  </a:extLst>
                </p:cNvPr>
                <p:cNvPicPr/>
                <p:nvPr/>
              </p:nvPicPr>
              <p:blipFill>
                <a:blip r:embed="rId11"/>
                <a:stretch>
                  <a:fillRect/>
                </a:stretch>
              </p:blipFill>
              <p:spPr>
                <a:xfrm>
                  <a:off x="5978649" y="4507080"/>
                  <a:ext cx="36000" cy="36000"/>
                </a:xfrm>
                <a:prstGeom prst="rect">
                  <a:avLst/>
                </a:prstGeom>
              </p:spPr>
            </p:pic>
          </mc:Fallback>
        </mc:AlternateContent>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53764" y="417159"/>
            <a:ext cx="3373039" cy="369332"/>
          </a:xfrm>
          <a:prstGeom prst="rect">
            <a:avLst/>
          </a:prstGeom>
        </p:spPr>
        <p:txBody>
          <a:bodyPr wrap="none">
            <a:spAutoFit/>
          </a:bodyPr>
          <a:lstStyle/>
          <a:p>
            <a:r>
              <a:rPr lang="zh-CN" altLang="en-US" b="1" dirty="0">
                <a:solidFill>
                  <a:srgbClr val="FF0000"/>
                </a:solidFill>
              </a:rPr>
              <a:t>控制寄存器 </a:t>
            </a:r>
            <a:r>
              <a:rPr lang="en-US" altLang="zh-CN" b="1" dirty="0">
                <a:solidFill>
                  <a:srgbClr val="FF0000"/>
                </a:solidFill>
              </a:rPr>
              <a:t>1</a:t>
            </a:r>
            <a:r>
              <a:rPr lang="zh-CN" altLang="en-US" b="1" dirty="0">
                <a:solidFill>
                  <a:srgbClr val="FF0000"/>
                </a:solidFill>
              </a:rPr>
              <a:t>（</a:t>
            </a:r>
            <a:r>
              <a:rPr lang="en-US" altLang="zh-CN" b="1" dirty="0">
                <a:solidFill>
                  <a:srgbClr val="FF0000"/>
                </a:solidFill>
              </a:rPr>
              <a:t>TIMx_CR1</a:t>
            </a:r>
            <a:r>
              <a:rPr lang="zh-CN" altLang="en-US" b="1" dirty="0">
                <a:solidFill>
                  <a:srgbClr val="FF0000"/>
                </a:solidFill>
              </a:rPr>
              <a:t>）</a:t>
            </a:r>
          </a:p>
        </p:txBody>
      </p:sp>
      <p:pic>
        <p:nvPicPr>
          <p:cNvPr id="53250" name="Picture 2"/>
          <p:cNvPicPr>
            <a:picLocks noChangeAspect="1" noChangeArrowheads="1"/>
          </p:cNvPicPr>
          <p:nvPr/>
        </p:nvPicPr>
        <p:blipFill>
          <a:blip r:embed="rId2"/>
          <a:srcRect/>
          <a:stretch>
            <a:fillRect/>
          </a:stretch>
        </p:blipFill>
        <p:spPr bwMode="auto">
          <a:xfrm>
            <a:off x="355729" y="904000"/>
            <a:ext cx="10248900" cy="1019175"/>
          </a:xfrm>
          <a:prstGeom prst="rect">
            <a:avLst/>
          </a:prstGeom>
          <a:noFill/>
          <a:ln w="9525">
            <a:noFill/>
            <a:miter lim="800000"/>
            <a:headEnd/>
            <a:tailEnd/>
          </a:ln>
          <a:effectLst/>
        </p:spPr>
      </p:pic>
      <p:pic>
        <p:nvPicPr>
          <p:cNvPr id="53251" name="Picture 3"/>
          <p:cNvPicPr>
            <a:picLocks noChangeAspect="1" noChangeArrowheads="1"/>
          </p:cNvPicPr>
          <p:nvPr/>
        </p:nvPicPr>
        <p:blipFill>
          <a:blip r:embed="rId3"/>
          <a:srcRect/>
          <a:stretch>
            <a:fillRect/>
          </a:stretch>
        </p:blipFill>
        <p:spPr bwMode="auto">
          <a:xfrm>
            <a:off x="311021" y="1819631"/>
            <a:ext cx="7386735" cy="4909101"/>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srcRect/>
          <a:stretch>
            <a:fillRect/>
          </a:stretch>
        </p:blipFill>
        <p:spPr bwMode="auto">
          <a:xfrm>
            <a:off x="2336167" y="595086"/>
            <a:ext cx="6064250" cy="4622800"/>
          </a:xfrm>
          <a:prstGeom prst="rect">
            <a:avLst/>
          </a:prstGeom>
          <a:noFill/>
          <a:ln w="9525">
            <a:noFill/>
            <a:miter lim="800000"/>
            <a:headEnd/>
            <a:tailEnd/>
          </a:ln>
          <a:effectLst/>
        </p:spPr>
      </p:pic>
      <p:pic>
        <p:nvPicPr>
          <p:cNvPr id="54275" name="Picture 3"/>
          <p:cNvPicPr>
            <a:picLocks noChangeAspect="1" noChangeArrowheads="1"/>
          </p:cNvPicPr>
          <p:nvPr/>
        </p:nvPicPr>
        <p:blipFill>
          <a:blip r:embed="rId3"/>
          <a:srcRect/>
          <a:stretch>
            <a:fillRect/>
          </a:stretch>
        </p:blipFill>
        <p:spPr bwMode="auto">
          <a:xfrm>
            <a:off x="2336230" y="5215374"/>
            <a:ext cx="6080062" cy="116386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4437" y="613101"/>
            <a:ext cx="4565673" cy="369332"/>
          </a:xfrm>
          <a:prstGeom prst="rect">
            <a:avLst/>
          </a:prstGeom>
        </p:spPr>
        <p:txBody>
          <a:bodyPr wrap="none">
            <a:spAutoFit/>
          </a:bodyPr>
          <a:lstStyle/>
          <a:p>
            <a:r>
              <a:rPr lang="en-US" altLang="zh-CN" b="1" dirty="0">
                <a:solidFill>
                  <a:srgbClr val="FF0000"/>
                </a:solidFill>
              </a:rPr>
              <a:t>DMA/</a:t>
            </a:r>
            <a:r>
              <a:rPr lang="zh-CN" altLang="en-US" b="1" dirty="0">
                <a:solidFill>
                  <a:srgbClr val="FF0000"/>
                </a:solidFill>
              </a:rPr>
              <a:t>中断使能寄存器 （</a:t>
            </a:r>
            <a:r>
              <a:rPr lang="en-US" altLang="zh-CN" b="1" dirty="0" err="1">
                <a:solidFill>
                  <a:srgbClr val="FF0000"/>
                </a:solidFill>
              </a:rPr>
              <a:t>TIMx_DIER</a:t>
            </a:r>
            <a:r>
              <a:rPr lang="zh-CN" altLang="en-US" b="1" dirty="0">
                <a:solidFill>
                  <a:srgbClr val="FF0000"/>
                </a:solidFill>
              </a:rPr>
              <a:t>）</a:t>
            </a:r>
          </a:p>
        </p:txBody>
      </p:sp>
      <p:pic>
        <p:nvPicPr>
          <p:cNvPr id="55298" name="Picture 2"/>
          <p:cNvPicPr>
            <a:picLocks noChangeAspect="1" noChangeArrowheads="1"/>
          </p:cNvPicPr>
          <p:nvPr/>
        </p:nvPicPr>
        <p:blipFill>
          <a:blip r:embed="rId2"/>
          <a:srcRect/>
          <a:stretch>
            <a:fillRect/>
          </a:stretch>
        </p:blipFill>
        <p:spPr bwMode="auto">
          <a:xfrm>
            <a:off x="356022" y="1136489"/>
            <a:ext cx="10677525" cy="1095375"/>
          </a:xfrm>
          <a:prstGeom prst="rect">
            <a:avLst/>
          </a:prstGeom>
          <a:noFill/>
          <a:ln w="9525">
            <a:noFill/>
            <a:miter lim="800000"/>
            <a:headEnd/>
            <a:tailEnd/>
          </a:ln>
          <a:effectLst/>
        </p:spPr>
      </p:pic>
      <p:sp>
        <p:nvSpPr>
          <p:cNvPr id="6" name="矩形 5"/>
          <p:cNvSpPr/>
          <p:nvPr/>
        </p:nvSpPr>
        <p:spPr>
          <a:xfrm>
            <a:off x="556088" y="2311273"/>
            <a:ext cx="3034805" cy="369332"/>
          </a:xfrm>
          <a:prstGeom prst="rect">
            <a:avLst/>
          </a:prstGeom>
        </p:spPr>
        <p:txBody>
          <a:bodyPr wrap="none">
            <a:spAutoFit/>
          </a:bodyPr>
          <a:lstStyle/>
          <a:p>
            <a:r>
              <a:rPr lang="zh-CN" altLang="en-US" dirty="0"/>
              <a:t>第 </a:t>
            </a:r>
            <a:r>
              <a:rPr lang="en-US" altLang="zh-CN" dirty="0"/>
              <a:t>0 </a:t>
            </a:r>
            <a:r>
              <a:rPr lang="zh-CN" altLang="en-US" dirty="0"/>
              <a:t>位是更新中断允许位。</a:t>
            </a:r>
          </a:p>
        </p:txBody>
      </p:sp>
      <p:sp>
        <p:nvSpPr>
          <p:cNvPr id="7" name="矩形 6"/>
          <p:cNvSpPr/>
          <p:nvPr/>
        </p:nvSpPr>
        <p:spPr>
          <a:xfrm>
            <a:off x="538291" y="2843118"/>
            <a:ext cx="3350597" cy="369332"/>
          </a:xfrm>
          <a:prstGeom prst="rect">
            <a:avLst/>
          </a:prstGeom>
        </p:spPr>
        <p:txBody>
          <a:bodyPr wrap="none">
            <a:spAutoFit/>
          </a:bodyPr>
          <a:lstStyle/>
          <a:p>
            <a:r>
              <a:rPr lang="zh-CN" altLang="en-US" b="1" dirty="0">
                <a:solidFill>
                  <a:srgbClr val="FF0000"/>
                </a:solidFill>
              </a:rPr>
              <a:t>预分频寄存器（</a:t>
            </a:r>
            <a:r>
              <a:rPr lang="en-US" altLang="zh-CN" b="1" dirty="0" err="1">
                <a:solidFill>
                  <a:srgbClr val="FF0000"/>
                </a:solidFill>
              </a:rPr>
              <a:t>TIMx_PSC</a:t>
            </a:r>
            <a:r>
              <a:rPr lang="zh-CN" altLang="en-US" b="1" dirty="0">
                <a:solidFill>
                  <a:srgbClr val="FF0000"/>
                </a:solidFill>
              </a:rPr>
              <a:t>）</a:t>
            </a:r>
          </a:p>
        </p:txBody>
      </p:sp>
      <p:pic>
        <p:nvPicPr>
          <p:cNvPr id="55299" name="Picture 3"/>
          <p:cNvPicPr>
            <a:picLocks noChangeAspect="1" noChangeArrowheads="1"/>
          </p:cNvPicPr>
          <p:nvPr/>
        </p:nvPicPr>
        <p:blipFill>
          <a:blip r:embed="rId3"/>
          <a:srcRect/>
          <a:stretch>
            <a:fillRect/>
          </a:stretch>
        </p:blipFill>
        <p:spPr bwMode="auto">
          <a:xfrm>
            <a:off x="443982" y="3327044"/>
            <a:ext cx="10744200" cy="221932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43708" y="959108"/>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8.3.5 </a:t>
            </a:r>
            <a:r>
              <a:rPr lang="zh-CN" altLang="en-US" sz="2800" b="1" dirty="0">
                <a:solidFill>
                  <a:srgbClr val="14529E"/>
                </a:solidFill>
              </a:rPr>
              <a:t>定时事件的计算</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6" name="TextBox 5"/>
          <p:cNvSpPr txBox="1"/>
          <p:nvPr/>
        </p:nvSpPr>
        <p:spPr>
          <a:xfrm>
            <a:off x="699797" y="1035698"/>
            <a:ext cx="10114383" cy="4708981"/>
          </a:xfrm>
          <a:prstGeom prst="rect">
            <a:avLst/>
          </a:prstGeom>
          <a:noFill/>
        </p:spPr>
        <p:txBody>
          <a:bodyPr wrap="square" rtlCol="0">
            <a:spAutoFit/>
          </a:bodyPr>
          <a:lstStyle/>
          <a:p>
            <a:pPr>
              <a:lnSpc>
                <a:spcPct val="150000"/>
              </a:lnSpc>
            </a:pPr>
            <a:r>
              <a:rPr lang="zh-CN" altLang="en-US" sz="2000" dirty="0"/>
              <a:t>      </a:t>
            </a:r>
            <a:r>
              <a:rPr lang="zh-CN" altLang="en-US" sz="2000" b="1" dirty="0">
                <a:solidFill>
                  <a:srgbClr val="C00000"/>
                </a:solidFill>
              </a:rPr>
              <a:t>定时器的定时时间等于计数器的中断周期乘以中断的次数。</a:t>
            </a:r>
            <a:r>
              <a:rPr lang="zh-CN" altLang="en-US" sz="2000" dirty="0"/>
              <a:t>计数器在 </a:t>
            </a:r>
            <a:r>
              <a:rPr lang="en-US" altLang="zh-CN" sz="2000" dirty="0"/>
              <a:t>CK_CNT </a:t>
            </a:r>
            <a:r>
              <a:rPr lang="zh-CN" altLang="en-US" sz="2000" dirty="0"/>
              <a:t>的驱动下，计一个数的时间则是 </a:t>
            </a:r>
            <a:r>
              <a:rPr lang="en-US" altLang="zh-CN" sz="2000" dirty="0"/>
              <a:t>CK_CLK </a:t>
            </a:r>
            <a:r>
              <a:rPr lang="zh-CN" altLang="en-US" sz="2000" dirty="0"/>
              <a:t>的倒数，等于：</a:t>
            </a:r>
            <a:endParaRPr lang="en-US" altLang="zh-CN" sz="2000" dirty="0"/>
          </a:p>
          <a:p>
            <a:pPr>
              <a:lnSpc>
                <a:spcPct val="150000"/>
              </a:lnSpc>
            </a:pPr>
            <a:r>
              <a:rPr lang="en-US" altLang="zh-CN" sz="2000" dirty="0"/>
              <a:t> </a:t>
            </a:r>
          </a:p>
          <a:p>
            <a:pPr>
              <a:lnSpc>
                <a:spcPct val="150000"/>
              </a:lnSpc>
            </a:pPr>
            <a:endParaRPr lang="en-US" altLang="zh-CN" sz="2000" dirty="0"/>
          </a:p>
          <a:p>
            <a:pPr>
              <a:lnSpc>
                <a:spcPct val="150000"/>
              </a:lnSpc>
            </a:pPr>
            <a:r>
              <a:rPr lang="zh-CN" altLang="en-US" sz="2000" dirty="0"/>
              <a:t>产生一次中断的时间则等于：</a:t>
            </a:r>
            <a:endParaRPr lang="en-US" altLang="zh-CN" sz="2000" dirty="0"/>
          </a:p>
          <a:p>
            <a:pPr>
              <a:lnSpc>
                <a:spcPct val="150000"/>
              </a:lnSpc>
            </a:pPr>
            <a:r>
              <a:rPr lang="en-US" altLang="zh-CN" sz="2000" dirty="0"/>
              <a:t> </a:t>
            </a:r>
          </a:p>
          <a:p>
            <a:pPr>
              <a:lnSpc>
                <a:spcPct val="150000"/>
              </a:lnSpc>
            </a:pPr>
            <a:endParaRPr lang="en-US" altLang="zh-CN" sz="2000" dirty="0"/>
          </a:p>
          <a:p>
            <a:pPr>
              <a:lnSpc>
                <a:spcPct val="150000"/>
              </a:lnSpc>
            </a:pPr>
            <a:r>
              <a:rPr lang="zh-CN" altLang="en-US" sz="2000" dirty="0"/>
              <a:t>如果在中断服务程序里面设置一个变量 </a:t>
            </a:r>
            <a:r>
              <a:rPr lang="en-US" altLang="zh-CN" sz="2000" dirty="0"/>
              <a:t>time</a:t>
            </a:r>
            <a:r>
              <a:rPr lang="zh-CN" altLang="en-US" sz="2000" dirty="0"/>
              <a:t>，用来记录中断的次数，那么就可以计算出我们需要的定时时间等于：</a:t>
            </a:r>
            <a:endParaRPr lang="en-US" altLang="zh-CN" sz="2000" dirty="0"/>
          </a:p>
          <a:p>
            <a:pPr>
              <a:lnSpc>
                <a:spcPct val="150000"/>
              </a:lnSpc>
            </a:pPr>
            <a:r>
              <a:rPr lang="zh-CN" altLang="en-US" sz="2000" dirty="0"/>
              <a:t> </a:t>
            </a:r>
          </a:p>
        </p:txBody>
      </p:sp>
      <p:graphicFrame>
        <p:nvGraphicFramePr>
          <p:cNvPr id="5121" name="Object 1"/>
          <p:cNvGraphicFramePr>
            <a:graphicFrameLocks noChangeAspect="1"/>
          </p:cNvGraphicFramePr>
          <p:nvPr/>
        </p:nvGraphicFramePr>
        <p:xfrm>
          <a:off x="3878424" y="1964191"/>
          <a:ext cx="3214730" cy="937630"/>
        </p:xfrm>
        <a:graphic>
          <a:graphicData uri="http://schemas.openxmlformats.org/presentationml/2006/ole">
            <mc:AlternateContent xmlns:mc="http://schemas.openxmlformats.org/markup-compatibility/2006">
              <mc:Choice xmlns:v="urn:schemas-microsoft-com:vml" Requires="v">
                <p:oleObj spid="_x0000_s5121" name="Equation" r:id="rId3" imgW="1523880" imgH="444240" progId="Equation.DSMT4">
                  <p:embed/>
                </p:oleObj>
              </mc:Choice>
              <mc:Fallback>
                <p:oleObj name="Equation" r:id="rId3" imgW="1523880" imgH="444240" progId="Equation.DSMT4">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8424" y="1964191"/>
                        <a:ext cx="3214730" cy="93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2" name="Object 2"/>
          <p:cNvGraphicFramePr>
            <a:graphicFrameLocks noChangeAspect="1"/>
          </p:cNvGraphicFramePr>
          <p:nvPr/>
        </p:nvGraphicFramePr>
        <p:xfrm>
          <a:off x="3976688" y="3344863"/>
          <a:ext cx="3976687" cy="909637"/>
        </p:xfrm>
        <a:graphic>
          <a:graphicData uri="http://schemas.openxmlformats.org/presentationml/2006/ole">
            <mc:AlternateContent xmlns:mc="http://schemas.openxmlformats.org/markup-compatibility/2006">
              <mc:Choice xmlns:v="urn:schemas-microsoft-com:vml" Requires="v">
                <p:oleObj spid="_x0000_s5122" name="Equation" r:id="rId5" imgW="1942920" imgH="444240" progId="Equation.DSMT4">
                  <p:embed/>
                </p:oleObj>
              </mc:Choice>
              <mc:Fallback>
                <p:oleObj name="Equation" r:id="rId5" imgW="1942920" imgH="444240" progId="Equation.DSMT4">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6688" y="3344863"/>
                        <a:ext cx="3976687" cy="9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3657600" y="5211763"/>
          <a:ext cx="4729163" cy="909637"/>
        </p:xfrm>
        <a:graphic>
          <a:graphicData uri="http://schemas.openxmlformats.org/presentationml/2006/ole">
            <mc:AlternateContent xmlns:mc="http://schemas.openxmlformats.org/markup-compatibility/2006">
              <mc:Choice xmlns:v="urn:schemas-microsoft-com:vml" Requires="v">
                <p:oleObj spid="_x0000_s5123" name="Equation" r:id="rId7" imgW="2311200" imgH="444240" progId="Equation.DSMT4">
                  <p:embed/>
                </p:oleObj>
              </mc:Choice>
              <mc:Fallback>
                <p:oleObj name="Equation" r:id="rId7" imgW="2311200" imgH="444240" progId="Equation.DSMT4">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5211763"/>
                        <a:ext cx="4729163" cy="909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91412" y="517755"/>
            <a:ext cx="6096000" cy="3416320"/>
          </a:xfrm>
          <a:prstGeom prst="rect">
            <a:avLst/>
          </a:prstGeom>
        </p:spPr>
        <p:txBody>
          <a:bodyPr>
            <a:spAutoFit/>
          </a:bodyPr>
          <a:lstStyle/>
          <a:p>
            <a:pPr>
              <a:lnSpc>
                <a:spcPct val="150000"/>
              </a:lnSpc>
            </a:pPr>
            <a:r>
              <a:rPr lang="en-US" dirty="0"/>
              <a:t>typedef </a:t>
            </a:r>
            <a:r>
              <a:rPr lang="en-US" dirty="0" err="1"/>
              <a:t>struct</a:t>
            </a:r>
            <a:r>
              <a:rPr lang="en-US" dirty="0"/>
              <a:t> </a:t>
            </a:r>
          </a:p>
          <a:p>
            <a:pPr>
              <a:lnSpc>
                <a:spcPct val="150000"/>
              </a:lnSpc>
            </a:pPr>
            <a:r>
              <a:rPr lang="en-US" dirty="0"/>
              <a:t>{</a:t>
            </a:r>
          </a:p>
          <a:p>
            <a:pPr>
              <a:lnSpc>
                <a:spcPct val="150000"/>
              </a:lnSpc>
            </a:pPr>
            <a:r>
              <a:rPr lang="en-US" dirty="0"/>
              <a:t>uint16_t </a:t>
            </a:r>
            <a:r>
              <a:rPr lang="en-US" dirty="0" err="1"/>
              <a:t>TIM_Prescaler</a:t>
            </a:r>
            <a:r>
              <a:rPr lang="en-US" dirty="0"/>
              <a:t>; </a:t>
            </a:r>
            <a:r>
              <a:rPr lang="en-US" i="1" dirty="0"/>
              <a:t>// </a:t>
            </a:r>
            <a:r>
              <a:rPr lang="zh-CN" altLang="en-US" i="1" dirty="0"/>
              <a:t>预分频器</a:t>
            </a:r>
            <a:r>
              <a:rPr lang="zh-CN" altLang="en-US" dirty="0"/>
              <a:t> </a:t>
            </a:r>
            <a:endParaRPr lang="en-US" altLang="zh-CN" dirty="0"/>
          </a:p>
          <a:p>
            <a:pPr>
              <a:lnSpc>
                <a:spcPct val="150000"/>
              </a:lnSpc>
            </a:pPr>
            <a:r>
              <a:rPr lang="en-US" dirty="0"/>
              <a:t>uint16_t </a:t>
            </a:r>
            <a:r>
              <a:rPr lang="en-US" dirty="0" err="1"/>
              <a:t>TIM_CounterMode</a:t>
            </a:r>
            <a:r>
              <a:rPr lang="en-US" dirty="0"/>
              <a:t>; </a:t>
            </a:r>
            <a:r>
              <a:rPr lang="en-US" i="1" dirty="0"/>
              <a:t>// </a:t>
            </a:r>
            <a:r>
              <a:rPr lang="zh-CN" altLang="en-US" i="1" dirty="0"/>
              <a:t>计数模式</a:t>
            </a:r>
            <a:r>
              <a:rPr lang="zh-CN" altLang="en-US" dirty="0"/>
              <a:t> </a:t>
            </a:r>
            <a:endParaRPr lang="en-US" altLang="zh-CN" dirty="0"/>
          </a:p>
          <a:p>
            <a:pPr>
              <a:lnSpc>
                <a:spcPct val="150000"/>
              </a:lnSpc>
            </a:pPr>
            <a:r>
              <a:rPr lang="en-US" dirty="0"/>
              <a:t>uint32_t </a:t>
            </a:r>
            <a:r>
              <a:rPr lang="en-US" dirty="0" err="1"/>
              <a:t>TIM_Period</a:t>
            </a:r>
            <a:r>
              <a:rPr lang="en-US" dirty="0"/>
              <a:t>; // </a:t>
            </a:r>
            <a:r>
              <a:rPr lang="zh-CN" altLang="en-US" dirty="0"/>
              <a:t>定时器周期 </a:t>
            </a:r>
            <a:endParaRPr lang="en-US" altLang="zh-CN" dirty="0"/>
          </a:p>
          <a:p>
            <a:pPr>
              <a:lnSpc>
                <a:spcPct val="150000"/>
              </a:lnSpc>
            </a:pPr>
            <a:r>
              <a:rPr lang="en-US" dirty="0"/>
              <a:t>uint16_t </a:t>
            </a:r>
            <a:r>
              <a:rPr lang="en-US" dirty="0" err="1"/>
              <a:t>TIM_ClockDivision</a:t>
            </a:r>
            <a:r>
              <a:rPr lang="en-US" dirty="0"/>
              <a:t>; // </a:t>
            </a:r>
            <a:r>
              <a:rPr lang="zh-CN" altLang="en-US" dirty="0"/>
              <a:t>时钟分频 </a:t>
            </a:r>
            <a:endParaRPr lang="en-US" altLang="zh-CN" dirty="0"/>
          </a:p>
          <a:p>
            <a:pPr>
              <a:lnSpc>
                <a:spcPct val="150000"/>
              </a:lnSpc>
            </a:pPr>
            <a:r>
              <a:rPr lang="en-US" dirty="0"/>
              <a:t>uint8_t </a:t>
            </a:r>
            <a:r>
              <a:rPr lang="en-US" dirty="0" err="1"/>
              <a:t>TIM_RepetitionCounter</a:t>
            </a:r>
            <a:r>
              <a:rPr lang="en-US" dirty="0"/>
              <a:t>; // </a:t>
            </a:r>
            <a:r>
              <a:rPr lang="zh-CN" altLang="en-US" dirty="0"/>
              <a:t>重复计算器 </a:t>
            </a:r>
            <a:endParaRPr lang="en-US" altLang="zh-CN" dirty="0"/>
          </a:p>
          <a:p>
            <a:pPr>
              <a:lnSpc>
                <a:spcPct val="150000"/>
              </a:lnSpc>
            </a:pPr>
            <a:r>
              <a:rPr lang="en-US" altLang="zh-CN" dirty="0"/>
              <a:t>} </a:t>
            </a:r>
            <a:r>
              <a:rPr lang="en-US" dirty="0" err="1"/>
              <a:t>TIM_TimeBaseInitTypeDef</a:t>
            </a:r>
            <a:r>
              <a:rPr lang="en-US" dirty="0"/>
              <a:t>;</a:t>
            </a:r>
            <a:endParaRPr lang="zh-CN" altLang="en-US" dirty="0"/>
          </a:p>
        </p:txBody>
      </p:sp>
      <p:sp>
        <p:nvSpPr>
          <p:cNvPr id="4" name="TextBox 3"/>
          <p:cNvSpPr txBox="1"/>
          <p:nvPr/>
        </p:nvSpPr>
        <p:spPr>
          <a:xfrm>
            <a:off x="5840964" y="475858"/>
            <a:ext cx="5738326" cy="3831818"/>
          </a:xfrm>
          <a:prstGeom prst="rect">
            <a:avLst/>
          </a:prstGeom>
          <a:noFill/>
        </p:spPr>
        <p:txBody>
          <a:bodyPr wrap="square" rtlCol="0">
            <a:spAutoFit/>
          </a:bodyPr>
          <a:lstStyle/>
          <a:p>
            <a:pPr>
              <a:lnSpc>
                <a:spcPct val="150000"/>
              </a:lnSpc>
            </a:pPr>
            <a:r>
              <a:rPr lang="en-US" altLang="zh-CN" dirty="0"/>
              <a:t>(1) </a:t>
            </a:r>
            <a:r>
              <a:rPr lang="en-US" altLang="zh-CN" dirty="0" err="1"/>
              <a:t>TIM_Prescaler</a:t>
            </a:r>
            <a:r>
              <a:rPr lang="zh-CN" altLang="en-US" dirty="0"/>
              <a:t>：定时器预分频器设置，时钟源经该预分频器才是定时器时钟，它设定</a:t>
            </a:r>
            <a:r>
              <a:rPr lang="en-US" altLang="zh-CN" dirty="0" err="1"/>
              <a:t>TIMx_PSC</a:t>
            </a:r>
            <a:r>
              <a:rPr lang="en-US" altLang="zh-CN" dirty="0"/>
              <a:t> </a:t>
            </a:r>
            <a:r>
              <a:rPr lang="zh-CN" altLang="en-US" dirty="0"/>
              <a:t>寄存器的值。可设置范围为 </a:t>
            </a:r>
            <a:r>
              <a:rPr lang="en-US" altLang="zh-CN" dirty="0"/>
              <a:t>0 </a:t>
            </a:r>
            <a:r>
              <a:rPr lang="zh-CN" altLang="en-US" dirty="0"/>
              <a:t>至 </a:t>
            </a:r>
            <a:r>
              <a:rPr lang="en-US" altLang="zh-CN" dirty="0"/>
              <a:t>65535</a:t>
            </a:r>
            <a:r>
              <a:rPr lang="zh-CN" altLang="en-US" dirty="0"/>
              <a:t>，实现 </a:t>
            </a:r>
            <a:r>
              <a:rPr lang="en-US" altLang="zh-CN" dirty="0"/>
              <a:t>1</a:t>
            </a:r>
            <a:r>
              <a:rPr lang="zh-CN" altLang="en-US" dirty="0"/>
              <a:t>至 </a:t>
            </a:r>
            <a:r>
              <a:rPr lang="en-US" altLang="zh-CN" dirty="0"/>
              <a:t>65536 </a:t>
            </a:r>
            <a:r>
              <a:rPr lang="zh-CN" altLang="en-US" dirty="0"/>
              <a:t>分频。 </a:t>
            </a:r>
            <a:br>
              <a:rPr lang="zh-CN" altLang="en-US" dirty="0"/>
            </a:br>
            <a:r>
              <a:rPr lang="en-US" altLang="zh-CN" dirty="0"/>
              <a:t>(2) </a:t>
            </a:r>
            <a:r>
              <a:rPr lang="en-US" altLang="zh-CN" dirty="0" err="1"/>
              <a:t>TIM_CounterMode</a:t>
            </a:r>
            <a:r>
              <a:rPr lang="zh-CN" altLang="en-US" dirty="0"/>
              <a:t>：定时器计数方式，可设置为向上计数、向下计数以及三种中心对齐模式。基本定时器只能是向上计数，即 </a:t>
            </a:r>
            <a:r>
              <a:rPr lang="en-US" altLang="zh-CN" dirty="0" err="1"/>
              <a:t>TIMx_CNT</a:t>
            </a:r>
            <a:r>
              <a:rPr lang="zh-CN" altLang="en-US" dirty="0"/>
              <a:t>只能从 </a:t>
            </a:r>
            <a:r>
              <a:rPr lang="en-US" altLang="zh-CN" dirty="0"/>
              <a:t>0</a:t>
            </a:r>
            <a:r>
              <a:rPr lang="zh-CN" altLang="en-US" dirty="0"/>
              <a:t>开始递增，并且无需初始化。 </a:t>
            </a:r>
            <a:br>
              <a:rPr lang="zh-CN" altLang="en-US" dirty="0"/>
            </a:br>
            <a:endParaRPr lang="zh-CN" altLang="en-US" dirty="0"/>
          </a:p>
        </p:txBody>
      </p:sp>
      <p:sp>
        <p:nvSpPr>
          <p:cNvPr id="5" name="TextBox 4"/>
          <p:cNvSpPr txBox="1"/>
          <p:nvPr/>
        </p:nvSpPr>
        <p:spPr>
          <a:xfrm>
            <a:off x="466530" y="3928179"/>
            <a:ext cx="11355356" cy="2585323"/>
          </a:xfrm>
          <a:prstGeom prst="rect">
            <a:avLst/>
          </a:prstGeom>
          <a:noFill/>
        </p:spPr>
        <p:txBody>
          <a:bodyPr wrap="square" rtlCol="0">
            <a:spAutoFit/>
          </a:bodyPr>
          <a:lstStyle/>
          <a:p>
            <a:pPr>
              <a:lnSpc>
                <a:spcPct val="150000"/>
              </a:lnSpc>
            </a:pPr>
            <a:r>
              <a:rPr lang="en-US" altLang="zh-CN" dirty="0"/>
              <a:t>(3) </a:t>
            </a:r>
            <a:r>
              <a:rPr lang="en-US" altLang="zh-CN" dirty="0" err="1"/>
              <a:t>TIM_Period</a:t>
            </a:r>
            <a:r>
              <a:rPr lang="zh-CN" altLang="en-US" dirty="0"/>
              <a:t>：定时器周期，实际就是设定自动重载寄存器的值，在事件生成时更新到影子寄存器。可设置范围为 </a:t>
            </a:r>
            <a:r>
              <a:rPr lang="en-US" altLang="zh-CN" dirty="0"/>
              <a:t>0</a:t>
            </a:r>
            <a:r>
              <a:rPr lang="zh-CN" altLang="en-US" dirty="0"/>
              <a:t>至 </a:t>
            </a:r>
            <a:r>
              <a:rPr lang="en-US" altLang="zh-CN" dirty="0"/>
              <a:t>65535</a:t>
            </a:r>
            <a:r>
              <a:rPr lang="zh-CN" altLang="en-US" dirty="0"/>
              <a:t>。 </a:t>
            </a:r>
            <a:br>
              <a:rPr lang="zh-CN" altLang="en-US" dirty="0"/>
            </a:br>
            <a:r>
              <a:rPr lang="en-US" altLang="zh-CN" dirty="0"/>
              <a:t>(4) </a:t>
            </a:r>
            <a:r>
              <a:rPr lang="en-US" altLang="zh-CN" dirty="0" err="1"/>
              <a:t>TIM_ClockDivision</a:t>
            </a:r>
            <a:r>
              <a:rPr lang="zh-CN" altLang="en-US" dirty="0"/>
              <a:t>：时钟分频，设置定时器时钟 </a:t>
            </a:r>
            <a:r>
              <a:rPr lang="en-US" altLang="zh-CN" dirty="0"/>
              <a:t>CK_INT </a:t>
            </a:r>
            <a:r>
              <a:rPr lang="zh-CN" altLang="en-US" dirty="0"/>
              <a:t>频率与数字滤波器采样时钟频率分频比，基本定时器没有此功能，不用设置。 </a:t>
            </a:r>
            <a:br>
              <a:rPr lang="zh-CN" altLang="en-US" dirty="0"/>
            </a:br>
            <a:r>
              <a:rPr lang="en-US" altLang="zh-CN" dirty="0"/>
              <a:t>(5) </a:t>
            </a:r>
            <a:r>
              <a:rPr lang="en-US" altLang="zh-CN" dirty="0" err="1"/>
              <a:t>TIM_RepetitionCounter</a:t>
            </a:r>
            <a:r>
              <a:rPr lang="zh-CN" altLang="en-US" dirty="0"/>
              <a:t>：重复计数器，属于高级控制寄存器专用寄存器位，利用它可以非常容易控制输出 </a:t>
            </a:r>
            <a:r>
              <a:rPr lang="en-US" altLang="zh-CN" dirty="0"/>
              <a:t>PWM </a:t>
            </a:r>
            <a:r>
              <a:rPr lang="zh-CN" altLang="en-US" dirty="0"/>
              <a:t>的个数。这里不用设置。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43708" y="959108"/>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8.3.6 </a:t>
            </a:r>
            <a:r>
              <a:rPr lang="zh-CN" altLang="en-US" sz="2800" b="1" dirty="0">
                <a:solidFill>
                  <a:srgbClr val="14529E"/>
                </a:solidFill>
              </a:rPr>
              <a:t>定时中断</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endParaRPr lang="zh-CN" altLang="en-US" sz="2800" b="1" dirty="0">
              <a:solidFill>
                <a:srgbClr val="C00000"/>
              </a:solidFill>
            </a:endParaRPr>
          </a:p>
        </p:txBody>
      </p:sp>
      <p:sp>
        <p:nvSpPr>
          <p:cNvPr id="8" name="矩形 7"/>
          <p:cNvSpPr/>
          <p:nvPr/>
        </p:nvSpPr>
        <p:spPr>
          <a:xfrm>
            <a:off x="594049" y="1130664"/>
            <a:ext cx="10826620" cy="1704056"/>
          </a:xfrm>
          <a:prstGeom prst="rect">
            <a:avLst/>
          </a:prstGeom>
        </p:spPr>
        <p:txBody>
          <a:bodyPr wrap="square">
            <a:spAutoFit/>
          </a:bodyPr>
          <a:lstStyle/>
          <a:p>
            <a:pPr>
              <a:lnSpc>
                <a:spcPct val="150000"/>
              </a:lnSpc>
            </a:pPr>
            <a:r>
              <a:rPr lang="zh-CN" altLang="en-US" dirty="0"/>
              <a:t>发生如下事件时产生中断</a:t>
            </a:r>
            <a:r>
              <a:rPr lang="en-US" altLang="zh-CN" dirty="0"/>
              <a:t>/DMA</a:t>
            </a:r>
            <a:r>
              <a:rPr lang="zh-CN" altLang="en-US" dirty="0"/>
              <a:t>请求：</a:t>
            </a:r>
            <a:endParaRPr lang="en-US" altLang="zh-CN" dirty="0"/>
          </a:p>
          <a:p>
            <a:pPr>
              <a:lnSpc>
                <a:spcPct val="150000"/>
              </a:lnSpc>
            </a:pPr>
            <a:r>
              <a:rPr lang="en-US" altLang="zh-CN" dirty="0"/>
              <a:t>A</a:t>
            </a:r>
            <a:r>
              <a:rPr lang="zh-CN" altLang="en-US" dirty="0"/>
              <a:t>．更新：计数器向上溢出</a:t>
            </a:r>
            <a:r>
              <a:rPr lang="en-US" altLang="zh-CN" dirty="0"/>
              <a:t>/</a:t>
            </a:r>
            <a:r>
              <a:rPr lang="zh-CN" altLang="en-US" dirty="0"/>
              <a:t>向下溢出，计数器初始化</a:t>
            </a:r>
            <a:r>
              <a:rPr lang="en-US" altLang="zh-CN" dirty="0"/>
              <a:t>(</a:t>
            </a:r>
            <a:r>
              <a:rPr lang="zh-CN" altLang="en-US" dirty="0"/>
              <a:t>通过软件或者内部</a:t>
            </a:r>
            <a:r>
              <a:rPr lang="en-US" altLang="zh-CN" dirty="0"/>
              <a:t>/</a:t>
            </a:r>
            <a:r>
              <a:rPr lang="zh-CN" altLang="en-US" dirty="0"/>
              <a:t>外部触发</a:t>
            </a:r>
            <a:r>
              <a:rPr lang="en-US" altLang="zh-CN" dirty="0"/>
              <a:t>) </a:t>
            </a:r>
          </a:p>
          <a:p>
            <a:pPr>
              <a:lnSpc>
                <a:spcPct val="150000"/>
              </a:lnSpc>
            </a:pPr>
            <a:r>
              <a:rPr lang="en-US" altLang="zh-CN" dirty="0"/>
              <a:t>B</a:t>
            </a:r>
            <a:r>
              <a:rPr lang="zh-CN" altLang="en-US" dirty="0"/>
              <a:t>．触发事件</a:t>
            </a:r>
            <a:r>
              <a:rPr lang="en-US" altLang="zh-CN" dirty="0"/>
              <a:t>(</a:t>
            </a:r>
            <a:r>
              <a:rPr lang="zh-CN" altLang="en-US" dirty="0"/>
              <a:t>计数器启动、停止、初始化或者由内部</a:t>
            </a:r>
            <a:r>
              <a:rPr lang="en-US" altLang="zh-CN" dirty="0"/>
              <a:t>/</a:t>
            </a:r>
            <a:r>
              <a:rPr lang="zh-CN" altLang="en-US" dirty="0"/>
              <a:t>外部触发计数</a:t>
            </a:r>
            <a:r>
              <a:rPr lang="en-US" altLang="zh-CN" dirty="0"/>
              <a:t>) </a:t>
            </a:r>
          </a:p>
          <a:p>
            <a:pPr>
              <a:lnSpc>
                <a:spcPct val="150000"/>
              </a:lnSpc>
            </a:pPr>
            <a:r>
              <a:rPr lang="en-US" altLang="zh-CN" dirty="0"/>
              <a:t>C</a:t>
            </a:r>
            <a:r>
              <a:rPr lang="zh-CN" altLang="en-US" dirty="0"/>
              <a:t>．输入捕获 </a:t>
            </a:r>
            <a:r>
              <a:rPr lang="en-US" altLang="zh-CN" dirty="0"/>
              <a:t>D</a:t>
            </a:r>
            <a:r>
              <a:rPr lang="zh-CN" altLang="en-US" dirty="0"/>
              <a:t>．输出比较</a:t>
            </a:r>
          </a:p>
        </p:txBody>
      </p:sp>
      <p:pic>
        <p:nvPicPr>
          <p:cNvPr id="53250" name="Picture 2" descr="https://img2020.cnblogs.com/blog/1959382/202004/1959382-20200406091823776-1133339292.png"/>
          <p:cNvPicPr>
            <a:picLocks noChangeAspect="1" noChangeArrowheads="1"/>
          </p:cNvPicPr>
          <p:nvPr/>
        </p:nvPicPr>
        <p:blipFill>
          <a:blip r:embed="rId3"/>
          <a:srcRect/>
          <a:stretch>
            <a:fillRect/>
          </a:stretch>
        </p:blipFill>
        <p:spPr bwMode="auto">
          <a:xfrm>
            <a:off x="388841" y="2752531"/>
            <a:ext cx="4735102" cy="3492889"/>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8146" y="327714"/>
            <a:ext cx="11078547" cy="6186309"/>
          </a:xfrm>
          <a:prstGeom prst="rect">
            <a:avLst/>
          </a:prstGeom>
        </p:spPr>
        <p:txBody>
          <a:bodyPr wrap="square">
            <a:spAutoFit/>
          </a:bodyPr>
          <a:lstStyle/>
          <a:p>
            <a:r>
              <a:rPr lang="en-US" altLang="zh-CN" dirty="0"/>
              <a:t>void TIM4_Init(uint16_t per,uint16_t </a:t>
            </a:r>
            <a:r>
              <a:rPr lang="en-US" altLang="zh-CN" dirty="0" err="1"/>
              <a:t>psc</a:t>
            </a:r>
            <a:r>
              <a:rPr lang="en-US" altLang="zh-CN" dirty="0"/>
              <a:t>)</a:t>
            </a:r>
          </a:p>
          <a:p>
            <a:r>
              <a:rPr lang="en-US" altLang="zh-CN" dirty="0"/>
              <a:t>  {</a:t>
            </a:r>
          </a:p>
          <a:p>
            <a:r>
              <a:rPr lang="en-US" altLang="zh-CN" dirty="0"/>
              <a:t>     </a:t>
            </a:r>
            <a:r>
              <a:rPr lang="en-US" altLang="zh-CN" dirty="0" err="1"/>
              <a:t>TIM_TimeBaseInitTypeDef</a:t>
            </a:r>
            <a:r>
              <a:rPr lang="en-US" altLang="zh-CN" dirty="0"/>
              <a:t> </a:t>
            </a:r>
            <a:r>
              <a:rPr lang="en-US" altLang="zh-CN" dirty="0" err="1"/>
              <a:t>TIM_TimeBaseInitStructure</a:t>
            </a:r>
            <a:r>
              <a:rPr lang="en-US" altLang="zh-CN" dirty="0"/>
              <a:t>;</a:t>
            </a:r>
          </a:p>
          <a:p>
            <a:r>
              <a:rPr lang="en-US" altLang="zh-CN" dirty="0"/>
              <a:t>     </a:t>
            </a:r>
            <a:r>
              <a:rPr lang="en-US" altLang="zh-CN" dirty="0" err="1"/>
              <a:t>NVIC_InitTypeDef</a:t>
            </a:r>
            <a:r>
              <a:rPr lang="en-US" altLang="zh-CN" dirty="0"/>
              <a:t> </a:t>
            </a:r>
            <a:r>
              <a:rPr lang="en-US" altLang="zh-CN" dirty="0" err="1"/>
              <a:t>NVIC_InitStructure</a:t>
            </a:r>
            <a:r>
              <a:rPr lang="en-US" altLang="zh-CN" dirty="0"/>
              <a:t>;</a:t>
            </a:r>
          </a:p>
          <a:p>
            <a:r>
              <a:rPr lang="en-US" altLang="zh-CN" dirty="0"/>
              <a:t>     RCC_APB1PeriphClockCmd(RCC_APB1Periph_TIM4,ENABLE);//</a:t>
            </a:r>
            <a:r>
              <a:rPr lang="zh-CN" altLang="en-US" dirty="0"/>
              <a:t>使能</a:t>
            </a:r>
            <a:r>
              <a:rPr lang="en-US" altLang="zh-CN" dirty="0"/>
              <a:t>TIM4</a:t>
            </a:r>
            <a:r>
              <a:rPr lang="zh-CN" altLang="en-US" dirty="0"/>
              <a:t>时钟</a:t>
            </a:r>
          </a:p>
          <a:p>
            <a:r>
              <a:rPr lang="zh-CN" altLang="en-US" dirty="0"/>
              <a:t>     </a:t>
            </a:r>
          </a:p>
          <a:p>
            <a:r>
              <a:rPr lang="zh-CN" altLang="en-US" dirty="0"/>
              <a:t>     </a:t>
            </a:r>
            <a:r>
              <a:rPr lang="en-US" altLang="zh-CN" dirty="0" err="1"/>
              <a:t>TIM_TimeBaseInitStructure.TIM_Period</a:t>
            </a:r>
            <a:r>
              <a:rPr lang="en-US" altLang="zh-CN" dirty="0"/>
              <a:t>=per;   //</a:t>
            </a:r>
            <a:r>
              <a:rPr lang="zh-CN" altLang="en-US" dirty="0"/>
              <a:t>自动装载值</a:t>
            </a:r>
          </a:p>
          <a:p>
            <a:r>
              <a:rPr lang="zh-CN" altLang="en-US" dirty="0"/>
              <a:t>     </a:t>
            </a:r>
            <a:r>
              <a:rPr lang="en-US" altLang="zh-CN" dirty="0" err="1"/>
              <a:t>TIM_TimeBaseInitStructure.TIM_Prescaler</a:t>
            </a:r>
            <a:r>
              <a:rPr lang="en-US" altLang="zh-CN" dirty="0"/>
              <a:t>=</a:t>
            </a:r>
            <a:r>
              <a:rPr lang="en-US" altLang="zh-CN" dirty="0" err="1"/>
              <a:t>psc</a:t>
            </a:r>
            <a:r>
              <a:rPr lang="en-US" altLang="zh-CN" dirty="0"/>
              <a:t>; //</a:t>
            </a:r>
            <a:r>
              <a:rPr lang="zh-CN" altLang="en-US" dirty="0"/>
              <a:t>分频系数</a:t>
            </a:r>
          </a:p>
          <a:p>
            <a:r>
              <a:rPr lang="zh-CN" altLang="en-US" dirty="0"/>
              <a:t>     </a:t>
            </a:r>
            <a:r>
              <a:rPr lang="en-US" altLang="zh-CN" dirty="0" err="1"/>
              <a:t>TIM_TimeBaseInitStructure.TIM_ClockDivision</a:t>
            </a:r>
            <a:r>
              <a:rPr lang="en-US" altLang="zh-CN" dirty="0"/>
              <a:t>=TIM_CKD_DIV1;</a:t>
            </a:r>
          </a:p>
          <a:p>
            <a:r>
              <a:rPr lang="en-US" altLang="zh-CN" dirty="0"/>
              <a:t>     </a:t>
            </a:r>
            <a:r>
              <a:rPr lang="en-US" altLang="zh-CN" dirty="0" err="1"/>
              <a:t>TIM_TimeBaseInitStructure.TIM_CounterMode</a:t>
            </a:r>
            <a:r>
              <a:rPr lang="en-US" altLang="zh-CN" dirty="0"/>
              <a:t>=</a:t>
            </a:r>
            <a:r>
              <a:rPr lang="en-US" altLang="zh-CN" dirty="0" err="1"/>
              <a:t>TIM_CounterMode_Up</a:t>
            </a:r>
            <a:r>
              <a:rPr lang="en-US" altLang="zh-CN" dirty="0"/>
              <a:t>; //</a:t>
            </a:r>
            <a:r>
              <a:rPr lang="zh-CN" altLang="en-US" dirty="0"/>
              <a:t>设置向上计数模式</a:t>
            </a:r>
          </a:p>
          <a:p>
            <a:r>
              <a:rPr lang="zh-CN" altLang="en-US" dirty="0"/>
              <a:t>     </a:t>
            </a:r>
            <a:r>
              <a:rPr lang="en-US" altLang="zh-CN" dirty="0" err="1"/>
              <a:t>TIM_TimeBaseInit</a:t>
            </a:r>
            <a:r>
              <a:rPr lang="en-US" altLang="zh-CN" dirty="0"/>
              <a:t>(TIM4,&amp;TIM_TimeBaseInitStructure);</a:t>
            </a:r>
          </a:p>
          <a:p>
            <a:r>
              <a:rPr lang="en-US" altLang="zh-CN" dirty="0"/>
              <a:t>     </a:t>
            </a:r>
            <a:r>
              <a:rPr lang="en-US" altLang="zh-CN" dirty="0" err="1"/>
              <a:t>TIM_ITConfig</a:t>
            </a:r>
            <a:r>
              <a:rPr lang="en-US" altLang="zh-CN" dirty="0"/>
              <a:t>(TIM4,TIM_IT_Update,ENABLE); //</a:t>
            </a:r>
            <a:r>
              <a:rPr lang="zh-CN" altLang="en-US" dirty="0"/>
              <a:t>开启定时器中断</a:t>
            </a:r>
          </a:p>
          <a:p>
            <a:r>
              <a:rPr lang="zh-CN" altLang="en-US" dirty="0"/>
              <a:t>     </a:t>
            </a:r>
            <a:r>
              <a:rPr lang="en-US" altLang="zh-CN" dirty="0" err="1"/>
              <a:t>TIM_ClearITPendingBit</a:t>
            </a:r>
            <a:r>
              <a:rPr lang="en-US" altLang="zh-CN" dirty="0"/>
              <a:t>(TIM4,TIM_IT_Update);</a:t>
            </a:r>
          </a:p>
          <a:p>
            <a:r>
              <a:rPr lang="en-US" altLang="zh-CN" dirty="0"/>
              <a:t>    </a:t>
            </a:r>
          </a:p>
          <a:p>
            <a:r>
              <a:rPr lang="en-US" altLang="zh-CN" dirty="0"/>
              <a:t>     </a:t>
            </a:r>
            <a:r>
              <a:rPr lang="en-US" altLang="zh-CN" dirty="0" err="1"/>
              <a:t>NVIC_InitStructure.NVIC_IRQChannel</a:t>
            </a:r>
            <a:r>
              <a:rPr lang="en-US" altLang="zh-CN" dirty="0"/>
              <a:t> = TIM4_IRQn;//</a:t>
            </a:r>
            <a:r>
              <a:rPr lang="zh-CN" altLang="en-US" dirty="0"/>
              <a:t>定时器中断通道</a:t>
            </a:r>
          </a:p>
          <a:p>
            <a:r>
              <a:rPr lang="zh-CN" altLang="en-US" dirty="0"/>
              <a:t>     </a:t>
            </a:r>
            <a:r>
              <a:rPr lang="en-US" altLang="zh-CN" dirty="0" err="1"/>
              <a:t>NVIC_InitStructure.NVIC_IRQChannelPreemptionPriority</a:t>
            </a:r>
            <a:r>
              <a:rPr lang="en-US" altLang="zh-CN" dirty="0"/>
              <a:t>=2;//</a:t>
            </a:r>
            <a:r>
              <a:rPr lang="zh-CN" altLang="en-US" dirty="0"/>
              <a:t>抢占优先级</a:t>
            </a:r>
          </a:p>
          <a:p>
            <a:r>
              <a:rPr lang="zh-CN" altLang="en-US" dirty="0"/>
              <a:t>     </a:t>
            </a:r>
            <a:r>
              <a:rPr lang="en-US" altLang="zh-CN" dirty="0" err="1"/>
              <a:t>NVIC_InitStructure.NVIC_IRQChannelSubPriority</a:t>
            </a:r>
            <a:r>
              <a:rPr lang="en-US" altLang="zh-CN" dirty="0"/>
              <a:t> =3;        //</a:t>
            </a:r>
            <a:r>
              <a:rPr lang="zh-CN" altLang="en-US" dirty="0"/>
              <a:t>子优先级</a:t>
            </a:r>
          </a:p>
          <a:p>
            <a:r>
              <a:rPr lang="zh-CN" altLang="en-US" dirty="0"/>
              <a:t>     </a:t>
            </a:r>
            <a:r>
              <a:rPr lang="en-US" altLang="zh-CN" dirty="0" err="1"/>
              <a:t>NVIC_InitStructure.NVIC_IRQChannelCmd</a:t>
            </a:r>
            <a:r>
              <a:rPr lang="en-US" altLang="zh-CN" dirty="0"/>
              <a:t> = ENABLE;            //IRQ</a:t>
            </a:r>
            <a:r>
              <a:rPr lang="zh-CN" altLang="en-US" dirty="0"/>
              <a:t>通道使能</a:t>
            </a:r>
          </a:p>
          <a:p>
            <a:r>
              <a:rPr lang="zh-CN" altLang="en-US" dirty="0"/>
              <a:t>     </a:t>
            </a:r>
            <a:r>
              <a:rPr lang="en-US" altLang="zh-CN" dirty="0" err="1"/>
              <a:t>NVIC_Init</a:t>
            </a:r>
            <a:r>
              <a:rPr lang="en-US" altLang="zh-CN" dirty="0"/>
              <a:t>(&amp;</a:t>
            </a:r>
            <a:r>
              <a:rPr lang="en-US" altLang="zh-CN" dirty="0" err="1"/>
              <a:t>NVIC_InitStructure</a:t>
            </a:r>
            <a:r>
              <a:rPr lang="en-US" altLang="zh-CN" dirty="0"/>
              <a:t>);    </a:t>
            </a:r>
          </a:p>
          <a:p>
            <a:r>
              <a:rPr lang="en-US" altLang="zh-CN" dirty="0"/>
              <a:t>     </a:t>
            </a:r>
          </a:p>
          <a:p>
            <a:r>
              <a:rPr lang="en-US" altLang="zh-CN" dirty="0"/>
              <a:t>     </a:t>
            </a:r>
            <a:r>
              <a:rPr lang="en-US" altLang="zh-CN" dirty="0" err="1"/>
              <a:t>TIM_Cmd</a:t>
            </a:r>
            <a:r>
              <a:rPr lang="en-US" altLang="zh-CN" dirty="0"/>
              <a:t>(TIM4,ENABLE); //</a:t>
            </a:r>
            <a:r>
              <a:rPr lang="zh-CN" altLang="en-US" dirty="0"/>
              <a:t>使能定时器    </a:t>
            </a:r>
          </a:p>
          <a:p>
            <a:r>
              <a:rPr lang="zh-CN" altLang="en-US" dirty="0"/>
              <a:t> </a:t>
            </a:r>
            <a:r>
              <a:rPr lang="en-US" altLang="zh-CN" dirty="0"/>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4853" y="3921546"/>
            <a:ext cx="6096000" cy="2585323"/>
          </a:xfrm>
          <a:prstGeom prst="rect">
            <a:avLst/>
          </a:prstGeom>
        </p:spPr>
        <p:txBody>
          <a:bodyPr>
            <a:spAutoFit/>
          </a:bodyPr>
          <a:lstStyle/>
          <a:p>
            <a:r>
              <a:rPr lang="en-US" altLang="zh-CN" dirty="0"/>
              <a:t>main(void)</a:t>
            </a:r>
          </a:p>
          <a:p>
            <a:r>
              <a:rPr lang="en-US" altLang="zh-CN" dirty="0"/>
              <a:t>{</a:t>
            </a:r>
          </a:p>
          <a:p>
            <a:r>
              <a:rPr lang="en-US" altLang="zh-CN" dirty="0" err="1"/>
              <a:t>LED_Init</a:t>
            </a:r>
            <a:r>
              <a:rPr lang="en-US" altLang="zh-CN" dirty="0"/>
              <a:t>();	</a:t>
            </a:r>
          </a:p>
          <a:p>
            <a:r>
              <a:rPr lang="en-US" altLang="zh-CN" dirty="0"/>
              <a:t>TIM4_Init(1000,35999);</a:t>
            </a:r>
          </a:p>
          <a:p>
            <a:r>
              <a:rPr lang="en-US" altLang="zh-CN" dirty="0"/>
              <a:t>	while(1)</a:t>
            </a:r>
          </a:p>
          <a:p>
            <a:r>
              <a:rPr lang="en-US" altLang="zh-CN" dirty="0"/>
              <a:t>	{</a:t>
            </a:r>
          </a:p>
          <a:p>
            <a:r>
              <a:rPr lang="en-US" altLang="zh-CN" dirty="0"/>
              <a:t>	}</a:t>
            </a:r>
          </a:p>
          <a:p>
            <a:r>
              <a:rPr lang="en-US" altLang="zh-CN" dirty="0"/>
              <a:t>		</a:t>
            </a:r>
          </a:p>
          <a:p>
            <a:r>
              <a:rPr lang="en-US" altLang="zh-CN" dirty="0"/>
              <a:t>}</a:t>
            </a:r>
            <a:endParaRPr lang="zh-CN" altLang="en-US" dirty="0"/>
          </a:p>
        </p:txBody>
      </p:sp>
      <p:sp>
        <p:nvSpPr>
          <p:cNvPr id="4" name="矩形 3"/>
          <p:cNvSpPr/>
          <p:nvPr/>
        </p:nvSpPr>
        <p:spPr>
          <a:xfrm>
            <a:off x="324254" y="520193"/>
            <a:ext cx="11292357" cy="3693319"/>
          </a:xfrm>
          <a:prstGeom prst="rect">
            <a:avLst/>
          </a:prstGeom>
        </p:spPr>
        <p:txBody>
          <a:bodyPr wrap="square">
            <a:spAutoFit/>
          </a:bodyPr>
          <a:lstStyle/>
          <a:p>
            <a:r>
              <a:rPr lang="en-US" altLang="zh-CN" dirty="0"/>
              <a:t>void </a:t>
            </a:r>
            <a:r>
              <a:rPr lang="en-US" altLang="zh-CN" dirty="0" err="1"/>
              <a:t>LED_Init</a:t>
            </a:r>
            <a:r>
              <a:rPr lang="en-US" altLang="zh-CN" dirty="0"/>
              <a:t>(void)</a:t>
            </a:r>
          </a:p>
          <a:p>
            <a:r>
              <a:rPr lang="en-US" altLang="zh-CN" dirty="0"/>
              <a:t>{</a:t>
            </a:r>
          </a:p>
          <a:p>
            <a:r>
              <a:rPr lang="en-US" altLang="zh-CN" dirty="0"/>
              <a:t>  </a:t>
            </a:r>
            <a:r>
              <a:rPr lang="en-US" altLang="zh-CN" dirty="0" err="1"/>
              <a:t>GPIO_InitTypeDef</a:t>
            </a:r>
            <a:r>
              <a:rPr lang="en-US" altLang="zh-CN" dirty="0"/>
              <a:t> </a:t>
            </a:r>
            <a:r>
              <a:rPr lang="en-US" altLang="zh-CN" dirty="0" err="1"/>
              <a:t>GPIO_InitStructure</a:t>
            </a:r>
            <a:r>
              <a:rPr lang="en-US" altLang="zh-CN" dirty="0"/>
              <a:t>;</a:t>
            </a:r>
          </a:p>
          <a:p>
            <a:r>
              <a:rPr lang="en-US" altLang="zh-CN" dirty="0"/>
              <a:t>  RCC_APB2PeriphClockCmd(RCC_APB2Periph_GPIOB, ENABLE);</a:t>
            </a:r>
          </a:p>
          <a:p>
            <a:r>
              <a:rPr lang="en-US" altLang="zh-CN" dirty="0"/>
              <a:t>  RCC_APB2PeriphClockCmd(RCC_APB2Periph_GPIOE, ENABLE);</a:t>
            </a:r>
          </a:p>
          <a:p>
            <a:endParaRPr lang="en-US" altLang="zh-CN" dirty="0"/>
          </a:p>
          <a:p>
            <a:r>
              <a:rPr lang="en-US" altLang="zh-CN" dirty="0"/>
              <a:t>  /* Configure PD0 and PD2 in output </a:t>
            </a:r>
            <a:r>
              <a:rPr lang="en-US" altLang="zh-CN" dirty="0" err="1"/>
              <a:t>pushpull</a:t>
            </a:r>
            <a:r>
              <a:rPr lang="en-US" altLang="zh-CN" dirty="0"/>
              <a:t> mode */</a:t>
            </a:r>
          </a:p>
          <a:p>
            <a:r>
              <a:rPr lang="en-US" altLang="zh-CN" dirty="0"/>
              <a:t>  </a:t>
            </a:r>
            <a:r>
              <a:rPr lang="en-US" altLang="zh-CN" dirty="0" err="1"/>
              <a:t>GPIO_InitStructure.GPIO_Pin</a:t>
            </a:r>
            <a:r>
              <a:rPr lang="en-US" altLang="zh-CN" dirty="0"/>
              <a:t> = GPIO_Pin_5;</a:t>
            </a:r>
          </a:p>
          <a:p>
            <a:r>
              <a:rPr lang="en-US" altLang="zh-CN" dirty="0"/>
              <a:t>  </a:t>
            </a:r>
            <a:r>
              <a:rPr lang="en-US" altLang="zh-CN" dirty="0" err="1"/>
              <a:t>GPIO_InitStructure.GPIO_Speed</a:t>
            </a:r>
            <a:r>
              <a:rPr lang="en-US" altLang="zh-CN" dirty="0"/>
              <a:t> = GPIO_Speed_50MHz;</a:t>
            </a:r>
          </a:p>
          <a:p>
            <a:r>
              <a:rPr lang="en-US" altLang="zh-CN" dirty="0"/>
              <a:t>  </a:t>
            </a:r>
            <a:r>
              <a:rPr lang="en-US" altLang="zh-CN" dirty="0" err="1"/>
              <a:t>GPIO_InitStructure.GPIO_Mode</a:t>
            </a:r>
            <a:r>
              <a:rPr lang="en-US" altLang="zh-CN" dirty="0"/>
              <a:t> = </a:t>
            </a:r>
            <a:r>
              <a:rPr lang="en-US" altLang="zh-CN" dirty="0" err="1"/>
              <a:t>GPIO_Mode_Out_PP</a:t>
            </a:r>
            <a:r>
              <a:rPr lang="en-US" altLang="zh-CN" dirty="0"/>
              <a:t>;</a:t>
            </a:r>
          </a:p>
          <a:p>
            <a:r>
              <a:rPr lang="en-US" altLang="zh-CN" dirty="0"/>
              <a:t>  </a:t>
            </a:r>
            <a:r>
              <a:rPr lang="en-US" altLang="zh-CN" dirty="0" err="1"/>
              <a:t>GPIO_Init</a:t>
            </a:r>
            <a:r>
              <a:rPr lang="en-US" altLang="zh-CN" dirty="0"/>
              <a:t>(GPIOB, &amp;</a:t>
            </a:r>
            <a:r>
              <a:rPr lang="en-US" altLang="zh-CN" dirty="0" err="1"/>
              <a:t>GPIO_InitStructure</a:t>
            </a:r>
            <a:r>
              <a:rPr lang="en-US" altLang="zh-CN" dirty="0"/>
              <a:t>);</a:t>
            </a:r>
          </a:p>
          <a:p>
            <a:r>
              <a:rPr lang="en-US" altLang="zh-CN" dirty="0"/>
              <a:t>  </a:t>
            </a:r>
            <a:r>
              <a:rPr lang="en-US" altLang="zh-CN" dirty="0" err="1"/>
              <a:t>GPIO_Init</a:t>
            </a:r>
            <a:r>
              <a:rPr lang="en-US" altLang="zh-CN" dirty="0"/>
              <a:t>(GPIOE, &amp;</a:t>
            </a:r>
            <a:r>
              <a:rPr lang="en-US" altLang="zh-CN" dirty="0" err="1"/>
              <a:t>GPIO_InitStructure</a:t>
            </a:r>
            <a:r>
              <a:rPr lang="en-US" altLang="zh-CN" dirty="0"/>
              <a:t>);</a:t>
            </a:r>
          </a:p>
          <a:p>
            <a:r>
              <a:rPr lang="en-US" altLang="zh-CN" dirty="0"/>
              <a:t>}</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89249" y="338765"/>
            <a:ext cx="11902751" cy="5078313"/>
          </a:xfrm>
          <a:prstGeom prst="rect">
            <a:avLst/>
          </a:prstGeom>
        </p:spPr>
        <p:txBody>
          <a:bodyPr wrap="square">
            <a:spAutoFit/>
          </a:bodyPr>
          <a:lstStyle/>
          <a:p>
            <a:pPr>
              <a:lnSpc>
                <a:spcPct val="150000"/>
              </a:lnSpc>
            </a:pPr>
            <a:r>
              <a:rPr lang="en-US" altLang="zh-CN" dirty="0"/>
              <a:t>void TIM4_IRQHandler(void)</a:t>
            </a:r>
          </a:p>
          <a:p>
            <a:pPr>
              <a:lnSpc>
                <a:spcPct val="150000"/>
              </a:lnSpc>
            </a:pPr>
            <a:r>
              <a:rPr lang="en-US" altLang="zh-CN" dirty="0"/>
              <a:t>  {</a:t>
            </a:r>
          </a:p>
          <a:p>
            <a:pPr>
              <a:lnSpc>
                <a:spcPct val="150000"/>
              </a:lnSpc>
            </a:pPr>
            <a:r>
              <a:rPr lang="en-US" altLang="zh-CN" dirty="0"/>
              <a:t>     if(</a:t>
            </a:r>
            <a:r>
              <a:rPr lang="en-US" altLang="zh-CN" dirty="0" err="1"/>
              <a:t>TIM_GetITStatus</a:t>
            </a:r>
            <a:r>
              <a:rPr lang="en-US" altLang="zh-CN" dirty="0"/>
              <a:t>(TIM4,TIM_IT_Update))</a:t>
            </a:r>
          </a:p>
          <a:p>
            <a:pPr>
              <a:lnSpc>
                <a:spcPct val="150000"/>
              </a:lnSpc>
            </a:pPr>
            <a:r>
              <a:rPr lang="en-US" altLang="zh-CN" dirty="0"/>
              <a:t>     {</a:t>
            </a:r>
          </a:p>
          <a:p>
            <a:pPr>
              <a:lnSpc>
                <a:spcPct val="150000"/>
              </a:lnSpc>
            </a:pPr>
            <a:r>
              <a:rPr lang="en-US" altLang="zh-CN" dirty="0"/>
              <a:t>         //</a:t>
            </a:r>
            <a:r>
              <a:rPr lang="zh-CN" altLang="en-US" dirty="0"/>
              <a:t>填写中断中要完成的任务</a:t>
            </a:r>
          </a:p>
          <a:p>
            <a:pPr>
              <a:lnSpc>
                <a:spcPct val="150000"/>
              </a:lnSpc>
            </a:pPr>
            <a:r>
              <a:rPr lang="en-US" altLang="zh-CN" dirty="0"/>
              <a:t>        </a:t>
            </a:r>
            <a:r>
              <a:rPr lang="en-US" altLang="zh-CN" dirty="0" err="1"/>
              <a:t>GPIO_WriteBit</a:t>
            </a:r>
            <a:r>
              <a:rPr lang="en-US" altLang="zh-CN" dirty="0"/>
              <a:t>(GPIOB, GPIO_Pin_5,(</a:t>
            </a:r>
            <a:r>
              <a:rPr lang="en-US" altLang="zh-CN" dirty="0" err="1"/>
              <a:t>BitAction</a:t>
            </a:r>
            <a:r>
              <a:rPr lang="en-US" altLang="zh-CN" dirty="0"/>
              <a:t>)(1-(</a:t>
            </a:r>
            <a:r>
              <a:rPr lang="en-US" altLang="zh-CN" dirty="0" err="1"/>
              <a:t>GPIO_ReadOutputDataBit</a:t>
            </a:r>
            <a:endParaRPr lang="en-US" altLang="zh-CN" dirty="0"/>
          </a:p>
          <a:p>
            <a:pPr>
              <a:lnSpc>
                <a:spcPct val="150000"/>
              </a:lnSpc>
            </a:pPr>
            <a:r>
              <a:rPr lang="en-US" altLang="zh-CN" dirty="0"/>
              <a:t>        (GPIOB, GPIO_Pin_5))));</a:t>
            </a:r>
          </a:p>
          <a:p>
            <a:pPr>
              <a:lnSpc>
                <a:spcPct val="150000"/>
              </a:lnSpc>
            </a:pPr>
            <a:r>
              <a:rPr lang="en-US" altLang="zh-CN" dirty="0"/>
              <a:t>        </a:t>
            </a:r>
            <a:r>
              <a:rPr lang="en-US" altLang="zh-CN" dirty="0" err="1"/>
              <a:t>GPIO_WriteBit</a:t>
            </a:r>
            <a:r>
              <a:rPr lang="en-US" altLang="zh-CN" dirty="0"/>
              <a:t>(GPIOE, GPIO_Pin_5,(</a:t>
            </a:r>
            <a:r>
              <a:rPr lang="en-US" altLang="zh-CN" dirty="0" err="1"/>
              <a:t>BitAction</a:t>
            </a:r>
            <a:r>
              <a:rPr lang="en-US" altLang="zh-CN" dirty="0"/>
              <a:t>)(1-(</a:t>
            </a:r>
            <a:r>
              <a:rPr lang="en-US" altLang="zh-CN" dirty="0" err="1"/>
              <a:t>GPIO_ReadOutputDataBit</a:t>
            </a:r>
            <a:endParaRPr lang="en-US" altLang="zh-CN" dirty="0"/>
          </a:p>
          <a:p>
            <a:pPr>
              <a:lnSpc>
                <a:spcPct val="150000"/>
              </a:lnSpc>
            </a:pPr>
            <a:r>
              <a:rPr lang="en-US" altLang="zh-CN" dirty="0"/>
              <a:t>        (GPIOE, GPIO_Pin_5))));</a:t>
            </a:r>
          </a:p>
          <a:p>
            <a:pPr>
              <a:lnSpc>
                <a:spcPct val="150000"/>
              </a:lnSpc>
            </a:pPr>
            <a:r>
              <a:rPr lang="en-US" altLang="zh-CN" dirty="0"/>
              <a:t>     }</a:t>
            </a:r>
          </a:p>
          <a:p>
            <a:pPr>
              <a:lnSpc>
                <a:spcPct val="150000"/>
              </a:lnSpc>
            </a:pPr>
            <a:r>
              <a:rPr lang="en-US" altLang="zh-CN" dirty="0"/>
              <a:t>    </a:t>
            </a:r>
            <a:r>
              <a:rPr lang="en-US" altLang="zh-CN" dirty="0" err="1"/>
              <a:t>TIM_ClearITPendingBit</a:t>
            </a:r>
            <a:r>
              <a:rPr lang="en-US" altLang="zh-CN" dirty="0"/>
              <a:t>(TIM4,TIM_IT_Update);    </a:t>
            </a:r>
          </a:p>
          <a:p>
            <a:pPr>
              <a:lnSpc>
                <a:spcPct val="150000"/>
              </a:lnSpc>
            </a:pPr>
            <a:r>
              <a:rPr lang="en-US" altLang="zh-CN" dirty="0"/>
              <a:t> }</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15716" y="940446"/>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574766" y="426568"/>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C00000"/>
                </a:solidFill>
              </a:rPr>
              <a:t>PWM</a:t>
            </a:r>
            <a:r>
              <a:rPr lang="zh-CN" altLang="en-US" sz="2800" b="1" dirty="0">
                <a:solidFill>
                  <a:srgbClr val="C00000"/>
                </a:solidFill>
              </a:rPr>
              <a:t>输出</a:t>
            </a:r>
          </a:p>
        </p:txBody>
      </p:sp>
      <p:sp>
        <p:nvSpPr>
          <p:cNvPr id="8" name="矩形 7"/>
          <p:cNvSpPr/>
          <p:nvPr/>
        </p:nvSpPr>
        <p:spPr>
          <a:xfrm>
            <a:off x="575387" y="1068585"/>
            <a:ext cx="10901265" cy="4662815"/>
          </a:xfrm>
          <a:prstGeom prst="rect">
            <a:avLst/>
          </a:prstGeom>
        </p:spPr>
        <p:txBody>
          <a:bodyPr wrap="square">
            <a:spAutoFit/>
          </a:bodyPr>
          <a:lstStyle/>
          <a:p>
            <a:pPr>
              <a:lnSpc>
                <a:spcPct val="150000"/>
              </a:lnSpc>
            </a:pPr>
            <a:r>
              <a:rPr lang="en-US" altLang="zh-CN" b="1" dirty="0">
                <a:solidFill>
                  <a:srgbClr val="7030A0"/>
                </a:solidFill>
              </a:rPr>
              <a:t>PWM (Pulse Width Modulation) </a:t>
            </a:r>
            <a:r>
              <a:rPr lang="zh-CN" altLang="en-US" b="1" dirty="0">
                <a:solidFill>
                  <a:srgbClr val="7030A0"/>
                </a:solidFill>
              </a:rPr>
              <a:t>脉冲宽度调制</a:t>
            </a:r>
            <a:r>
              <a:rPr lang="zh-CN" altLang="en-US" dirty="0">
                <a:solidFill>
                  <a:srgbClr val="7030A0"/>
                </a:solidFill>
              </a:rPr>
              <a:t> </a:t>
            </a:r>
            <a:br>
              <a:rPr lang="zh-CN" altLang="en-US" dirty="0"/>
            </a:br>
            <a:r>
              <a:rPr lang="zh-CN" altLang="en-US" dirty="0"/>
              <a:t>      它是利用微处理器的数字输出来对模拟电路进行控制的一种非常有效的技术。其控制简单、灵活和动态响应好等优点而成为电力电子技术最广泛应用的控制方式，其应用领域包括测量、通信、功率控制与变换、电机控制、伺服控制、调光、开关电源，甚至某些音频放大器。</a:t>
            </a:r>
            <a:br>
              <a:rPr lang="zh-CN" altLang="en-US" dirty="0"/>
            </a:br>
            <a:r>
              <a:rPr lang="zh-CN" altLang="en-US" dirty="0"/>
              <a:t>      </a:t>
            </a:r>
            <a:r>
              <a:rPr lang="en-US" altLang="zh-CN" dirty="0"/>
              <a:t>PWM </a:t>
            </a:r>
            <a:r>
              <a:rPr lang="zh-CN" altLang="en-US" dirty="0"/>
              <a:t>是一种对模拟信号电平进行数字编码的方法。通过高分辨率计数器的使用，方波的占空比被调制用来对一个具体模拟信号的电平进行编码。</a:t>
            </a:r>
            <a:r>
              <a:rPr lang="en-US" altLang="zh-CN" dirty="0"/>
              <a:t>PWM </a:t>
            </a:r>
            <a:r>
              <a:rPr lang="zh-CN" altLang="en-US" dirty="0"/>
              <a:t>信号仍然是数字的，因为在给定的任何时刻，满幅值的直流供电要么完全有（</a:t>
            </a:r>
            <a:r>
              <a:rPr lang="en-US" altLang="zh-CN" dirty="0"/>
              <a:t>ON</a:t>
            </a:r>
            <a:r>
              <a:rPr lang="zh-CN" altLang="en-US" dirty="0"/>
              <a:t>）</a:t>
            </a:r>
            <a:r>
              <a:rPr lang="en-US" altLang="zh-CN" dirty="0"/>
              <a:t>,</a:t>
            </a:r>
            <a:r>
              <a:rPr lang="zh-CN" altLang="en-US" dirty="0"/>
              <a:t>要么完全无（</a:t>
            </a:r>
            <a:r>
              <a:rPr lang="en-US" altLang="zh-CN" dirty="0"/>
              <a:t>OFF</a:t>
            </a:r>
            <a:r>
              <a:rPr lang="zh-CN" altLang="en-US" dirty="0"/>
              <a:t>）。电压或电流是以一种通或断的重复脉冲序列被加到模拟负载上去的。 通的时候即是直流供电被加载到负载上的时候，断的时候即是供电被断开的时候。只要带宽足够，任何模拟值都可以使用</a:t>
            </a:r>
            <a:r>
              <a:rPr lang="en-US" altLang="zh-CN" dirty="0"/>
              <a:t>PWM</a:t>
            </a:r>
            <a:r>
              <a:rPr lang="zh-CN" altLang="en-US" dirty="0"/>
              <a:t>进行编码。</a:t>
            </a:r>
            <a:br>
              <a:rPr lang="zh-CN" altLang="en-US" dirty="0"/>
            </a:br>
            <a:r>
              <a:rPr lang="zh-CN" altLang="en-US" dirty="0"/>
              <a:t>      </a:t>
            </a:r>
            <a:r>
              <a:rPr lang="en-US" altLang="zh-CN" dirty="0"/>
              <a:t>STM32</a:t>
            </a:r>
            <a:r>
              <a:rPr lang="zh-CN" altLang="en-US" dirty="0"/>
              <a:t>除了</a:t>
            </a:r>
            <a:r>
              <a:rPr lang="en-US" altLang="zh-CN" dirty="0"/>
              <a:t>TIM6 </a:t>
            </a:r>
            <a:r>
              <a:rPr lang="zh-CN" altLang="en-US" dirty="0"/>
              <a:t>和 </a:t>
            </a:r>
            <a:r>
              <a:rPr lang="en-US" altLang="zh-CN" dirty="0"/>
              <a:t>TIM7</a:t>
            </a:r>
            <a:r>
              <a:rPr lang="zh-CN" altLang="en-US" dirty="0"/>
              <a:t>，其他定时器都可以用来产生</a:t>
            </a:r>
            <a:r>
              <a:rPr lang="en-US" altLang="zh-CN" dirty="0"/>
              <a:t>PWM</a:t>
            </a:r>
            <a:r>
              <a:rPr lang="zh-CN" altLang="en-US" dirty="0"/>
              <a:t>输出。其中高级定时器 </a:t>
            </a:r>
            <a:r>
              <a:rPr lang="en-US" altLang="zh-CN" dirty="0"/>
              <a:t>TIM1 </a:t>
            </a:r>
            <a:r>
              <a:rPr lang="zh-CN" altLang="en-US" dirty="0"/>
              <a:t>和 </a:t>
            </a:r>
            <a:r>
              <a:rPr lang="en-US" altLang="zh-CN" dirty="0"/>
              <a:t>TIM8 </a:t>
            </a:r>
            <a:r>
              <a:rPr lang="zh-CN" altLang="en-US" dirty="0"/>
              <a:t>可以同时产生多达</a:t>
            </a:r>
            <a:r>
              <a:rPr lang="en-US" altLang="zh-CN" dirty="0"/>
              <a:t>7</a:t>
            </a:r>
            <a:r>
              <a:rPr lang="zh-CN" altLang="en-US" dirty="0"/>
              <a:t>路的</a:t>
            </a:r>
            <a:r>
              <a:rPr lang="en-US" altLang="zh-CN" dirty="0"/>
              <a:t>PWM</a:t>
            </a:r>
            <a:r>
              <a:rPr lang="zh-CN" altLang="en-US" dirty="0"/>
              <a:t>输出。而通用定时器同时产生多达</a:t>
            </a:r>
            <a:r>
              <a:rPr lang="en-US" altLang="zh-CN" dirty="0"/>
              <a:t>4 </a:t>
            </a:r>
            <a:r>
              <a:rPr lang="zh-CN" altLang="en-US" dirty="0"/>
              <a:t>路的</a:t>
            </a:r>
            <a:r>
              <a:rPr lang="en-US" altLang="zh-CN" dirty="0"/>
              <a:t>PWM</a:t>
            </a:r>
            <a:r>
              <a:rPr lang="zh-CN" altLang="en-US" dirty="0"/>
              <a:t>输出。</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28735" y="605231"/>
            <a:ext cx="11283820" cy="369332"/>
          </a:xfrm>
          <a:prstGeom prst="rect">
            <a:avLst/>
          </a:prstGeom>
        </p:spPr>
        <p:txBody>
          <a:bodyPr wrap="square">
            <a:spAutoFit/>
          </a:bodyPr>
          <a:lstStyle/>
          <a:p>
            <a:r>
              <a:rPr lang="zh-CN" altLang="en-US" dirty="0"/>
              <a:t> 在</a:t>
            </a:r>
            <a:r>
              <a:rPr lang="en-US" altLang="zh-CN" dirty="0"/>
              <a:t>STM32</a:t>
            </a:r>
            <a:r>
              <a:rPr lang="zh-CN" altLang="en-US" dirty="0"/>
              <a:t>上定时器有专门的</a:t>
            </a:r>
            <a:r>
              <a:rPr lang="en-US" altLang="zh-CN" dirty="0"/>
              <a:t>PWM</a:t>
            </a:r>
            <a:r>
              <a:rPr lang="zh-CN" altLang="en-US" dirty="0"/>
              <a:t>模式，它的原理就是使用比较输出的方式，如下图</a:t>
            </a:r>
          </a:p>
        </p:txBody>
      </p:sp>
      <p:pic>
        <p:nvPicPr>
          <p:cNvPr id="99330" name="Picture 2" descr="https://img-blog.csdn.net/20180530180843190?watermark/2/text/aHR0cHM6Ly9ibG9nLmNzZG4ubmV0L2E1Njg3MTMxOTc=/font/5a6L5L2T/fontsize/400/fill/I0JBQkFCMA==/dissolve/70"/>
          <p:cNvPicPr>
            <a:picLocks noChangeAspect="1" noChangeArrowheads="1"/>
          </p:cNvPicPr>
          <p:nvPr/>
        </p:nvPicPr>
        <p:blipFill>
          <a:blip r:embed="rId2"/>
          <a:srcRect/>
          <a:stretch>
            <a:fillRect/>
          </a:stretch>
        </p:blipFill>
        <p:spPr bwMode="auto">
          <a:xfrm>
            <a:off x="510139" y="1149059"/>
            <a:ext cx="4752975" cy="2886076"/>
          </a:xfrm>
          <a:prstGeom prst="rect">
            <a:avLst/>
          </a:prstGeom>
          <a:noFill/>
        </p:spPr>
      </p:pic>
      <p:sp>
        <p:nvSpPr>
          <p:cNvPr id="6" name="矩形 5"/>
          <p:cNvSpPr/>
          <p:nvPr/>
        </p:nvSpPr>
        <p:spPr>
          <a:xfrm>
            <a:off x="556727" y="4139501"/>
            <a:ext cx="11106538" cy="1754326"/>
          </a:xfrm>
          <a:prstGeom prst="rect">
            <a:avLst/>
          </a:prstGeom>
        </p:spPr>
        <p:txBody>
          <a:bodyPr wrap="square">
            <a:spAutoFit/>
          </a:bodyPr>
          <a:lstStyle/>
          <a:p>
            <a:pPr>
              <a:lnSpc>
                <a:spcPct val="150000"/>
              </a:lnSpc>
            </a:pPr>
            <a:r>
              <a:rPr lang="zh-CN" altLang="en-US" dirty="0"/>
              <a:t>      </a:t>
            </a:r>
            <a:r>
              <a:rPr lang="en-US" altLang="zh-CN" dirty="0"/>
              <a:t>ARR</a:t>
            </a:r>
            <a:r>
              <a:rPr lang="zh-CN" altLang="en-US" dirty="0"/>
              <a:t>为自动重载寄存器，</a:t>
            </a:r>
            <a:r>
              <a:rPr lang="en-US" altLang="zh-CN" dirty="0"/>
              <a:t>CCR</a:t>
            </a:r>
            <a:r>
              <a:rPr lang="zh-CN" altLang="en-US" dirty="0"/>
              <a:t>为捕获</a:t>
            </a:r>
            <a:r>
              <a:rPr lang="en-US" altLang="zh-CN" dirty="0"/>
              <a:t>/</a:t>
            </a:r>
            <a:r>
              <a:rPr lang="zh-CN" altLang="en-US" dirty="0"/>
              <a:t>比较寄存器，</a:t>
            </a:r>
            <a:r>
              <a:rPr lang="en-US" altLang="zh-CN" dirty="0"/>
              <a:t>CNT</a:t>
            </a:r>
            <a:r>
              <a:rPr lang="zh-CN" altLang="en-US" dirty="0"/>
              <a:t>就是定时器的计数器，</a:t>
            </a:r>
            <a:r>
              <a:rPr lang="en-US" altLang="zh-CN" dirty="0"/>
              <a:t>CNT</a:t>
            </a:r>
            <a:r>
              <a:rPr lang="zh-CN" altLang="en-US" dirty="0"/>
              <a:t>的值从</a:t>
            </a:r>
            <a:r>
              <a:rPr lang="en-US" altLang="zh-CN" dirty="0"/>
              <a:t>0</a:t>
            </a:r>
            <a:r>
              <a:rPr lang="zh-CN" altLang="en-US" dirty="0"/>
              <a:t>开始递增，使用</a:t>
            </a:r>
            <a:r>
              <a:rPr lang="en-US" altLang="zh-CN" dirty="0"/>
              <a:t>PWM</a:t>
            </a:r>
            <a:r>
              <a:rPr lang="zh-CN" altLang="en-US" dirty="0"/>
              <a:t>模式后，可以设置有效电平，以及</a:t>
            </a:r>
            <a:r>
              <a:rPr lang="en-US" altLang="zh-CN" dirty="0"/>
              <a:t>PWM</a:t>
            </a:r>
            <a:r>
              <a:rPr lang="zh-CN" altLang="en-US" dirty="0"/>
              <a:t>的模式。上图所示的是当</a:t>
            </a:r>
            <a:r>
              <a:rPr lang="en-US" altLang="zh-CN" dirty="0"/>
              <a:t>CNT</a:t>
            </a:r>
            <a:r>
              <a:rPr lang="zh-CN" altLang="en-US" dirty="0"/>
              <a:t>的值小于</a:t>
            </a:r>
            <a:r>
              <a:rPr lang="en-US" altLang="zh-CN" dirty="0" err="1"/>
              <a:t>CCRx</a:t>
            </a:r>
            <a:r>
              <a:rPr lang="zh-CN" altLang="en-US" dirty="0"/>
              <a:t>时，输出低电平，当</a:t>
            </a:r>
            <a:r>
              <a:rPr lang="en-US" altLang="zh-CN" dirty="0"/>
              <a:t>CNT</a:t>
            </a:r>
            <a:r>
              <a:rPr lang="zh-CN" altLang="en-US" dirty="0"/>
              <a:t>的值大于</a:t>
            </a:r>
            <a:r>
              <a:rPr lang="en-US" altLang="zh-CN" dirty="0" err="1"/>
              <a:t>CCRx</a:t>
            </a:r>
            <a:r>
              <a:rPr lang="zh-CN" altLang="en-US" dirty="0"/>
              <a:t>时，输出高点平，所以我们可以通过改变</a:t>
            </a:r>
            <a:r>
              <a:rPr lang="en-US" altLang="zh-CN" dirty="0"/>
              <a:t>ARR</a:t>
            </a:r>
            <a:r>
              <a:rPr lang="zh-CN" altLang="en-US" dirty="0"/>
              <a:t>的值来改变</a:t>
            </a:r>
            <a:r>
              <a:rPr lang="en-US" altLang="zh-CN" dirty="0"/>
              <a:t>PWM</a:t>
            </a:r>
            <a:r>
              <a:rPr lang="zh-CN" altLang="en-US" dirty="0"/>
              <a:t>的周期，改变</a:t>
            </a:r>
            <a:r>
              <a:rPr lang="en-US" altLang="zh-CN" dirty="0" err="1"/>
              <a:t>CCRx</a:t>
            </a:r>
            <a:r>
              <a:rPr lang="zh-CN" altLang="en-US" dirty="0"/>
              <a:t>的值来改变</a:t>
            </a:r>
            <a:r>
              <a:rPr lang="en-US" altLang="zh-CN" dirty="0"/>
              <a:t>PWM</a:t>
            </a:r>
            <a:r>
              <a:rPr lang="zh-CN" altLang="en-US" dirty="0"/>
              <a:t>的占空比，从而实现任意频率任意占空比的</a:t>
            </a:r>
            <a:r>
              <a:rPr lang="en-US" altLang="zh-CN" dirty="0"/>
              <a:t>PWM</a:t>
            </a:r>
            <a:r>
              <a:rPr lang="zh-CN" altLang="en-US" dirty="0"/>
              <a:t>波。</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0073" y="664133"/>
            <a:ext cx="10593356" cy="1338828"/>
          </a:xfrm>
          <a:prstGeom prst="rect">
            <a:avLst/>
          </a:prstGeom>
        </p:spPr>
        <p:txBody>
          <a:bodyPr wrap="square">
            <a:spAutoFit/>
          </a:bodyPr>
          <a:lstStyle/>
          <a:p>
            <a:pPr>
              <a:lnSpc>
                <a:spcPct val="150000"/>
              </a:lnSpc>
            </a:pPr>
            <a:r>
              <a:rPr lang="zh-CN" altLang="en-US" b="1" dirty="0">
                <a:solidFill>
                  <a:srgbClr val="7030A0"/>
                </a:solidFill>
              </a:rPr>
              <a:t>寄存器</a:t>
            </a:r>
            <a:br>
              <a:rPr lang="zh-CN" altLang="en-US" dirty="0"/>
            </a:br>
            <a:r>
              <a:rPr lang="en-US" altLang="zh-CN" b="1" dirty="0" err="1">
                <a:solidFill>
                  <a:srgbClr val="FF0000"/>
                </a:solidFill>
              </a:rPr>
              <a:t>TIMx_ARR</a:t>
            </a:r>
            <a:r>
              <a:rPr lang="en-US" altLang="zh-CN" b="1" dirty="0">
                <a:solidFill>
                  <a:srgbClr val="FF0000"/>
                </a:solidFill>
              </a:rPr>
              <a:t> </a:t>
            </a:r>
            <a:r>
              <a:rPr lang="zh-CN" altLang="en-US" dirty="0"/>
              <a:t>自动重装载寄存器 确定周期</a:t>
            </a:r>
            <a:r>
              <a:rPr lang="en-US" altLang="zh-CN" dirty="0"/>
              <a:t>(</a:t>
            </a:r>
            <a:r>
              <a:rPr lang="zh-CN" altLang="en-US" dirty="0"/>
              <a:t>频率</a:t>
            </a:r>
            <a:r>
              <a:rPr lang="en-US" altLang="zh-CN" dirty="0"/>
              <a:t>)</a:t>
            </a:r>
            <a:br>
              <a:rPr lang="zh-CN" altLang="en-US" dirty="0"/>
            </a:br>
            <a:r>
              <a:rPr lang="en-US" altLang="zh-CN" b="1" dirty="0" err="1">
                <a:solidFill>
                  <a:srgbClr val="FF0000"/>
                </a:solidFill>
              </a:rPr>
              <a:t>TIMx_CCRx</a:t>
            </a:r>
            <a:r>
              <a:rPr lang="en-US" altLang="zh-CN" b="1" dirty="0">
                <a:solidFill>
                  <a:srgbClr val="FF0000"/>
                </a:solidFill>
              </a:rPr>
              <a:t> </a:t>
            </a:r>
            <a:r>
              <a:rPr lang="zh-CN" altLang="en-US" dirty="0"/>
              <a:t>捕获</a:t>
            </a:r>
            <a:r>
              <a:rPr lang="en-US" altLang="zh-CN" dirty="0"/>
              <a:t>/</a:t>
            </a:r>
            <a:r>
              <a:rPr lang="zh-CN" altLang="en-US" dirty="0"/>
              <a:t>比较寄存器 确定占空比的信号。占是指高电平持续的，占整个周期的百分比。</a:t>
            </a:r>
          </a:p>
        </p:txBody>
      </p:sp>
      <p:pic>
        <p:nvPicPr>
          <p:cNvPr id="91138" name="Picture 2" descr="https://img-blog.csdn.net/20180507234205793?watermark/2/text/aHR0cHM6Ly9ibG9nLmNzZG4ubmV0L3lvdXNoaWppYW45OQ==/font/5a6L5L2T/fontsize/400/fill/I0JBQkFCMA==/dissolve/70"/>
          <p:cNvPicPr>
            <a:picLocks noChangeAspect="1" noChangeArrowheads="1"/>
          </p:cNvPicPr>
          <p:nvPr/>
        </p:nvPicPr>
        <p:blipFill>
          <a:blip r:embed="rId2"/>
          <a:srcRect/>
          <a:stretch>
            <a:fillRect/>
          </a:stretch>
        </p:blipFill>
        <p:spPr bwMode="auto">
          <a:xfrm>
            <a:off x="2460236" y="2233612"/>
            <a:ext cx="5705475" cy="2981326"/>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0742" y="639060"/>
            <a:ext cx="11209175" cy="5632311"/>
          </a:xfrm>
          <a:prstGeom prst="rect">
            <a:avLst/>
          </a:prstGeom>
        </p:spPr>
        <p:txBody>
          <a:bodyPr wrap="square">
            <a:spAutoFit/>
          </a:bodyPr>
          <a:lstStyle/>
          <a:p>
            <a:pPr>
              <a:lnSpc>
                <a:spcPct val="150000"/>
              </a:lnSpc>
            </a:pPr>
            <a:r>
              <a:rPr lang="zh-CN" altLang="en-US" sz="2400" b="1" dirty="0">
                <a:solidFill>
                  <a:srgbClr val="FF0000"/>
                </a:solidFill>
              </a:rPr>
              <a:t>比较输出</a:t>
            </a:r>
            <a:r>
              <a:rPr lang="en-US" altLang="zh-CN" sz="2400" b="1" dirty="0">
                <a:solidFill>
                  <a:srgbClr val="FF0000"/>
                </a:solidFill>
              </a:rPr>
              <a:t>【Compare Output】</a:t>
            </a:r>
            <a:r>
              <a:rPr lang="zh-CN" altLang="en-US" sz="2400" b="1" dirty="0">
                <a:solidFill>
                  <a:srgbClr val="FF0000"/>
                </a:solidFill>
              </a:rPr>
              <a:t>功能：</a:t>
            </a:r>
            <a:r>
              <a:rPr lang="zh-CN" altLang="en-US" sz="2400" dirty="0"/>
              <a:t>定时器通过对预设的比较值与计数器的值做匹配比较之后，依据比较结果结合相应的输出模式从而实现各类输出。如</a:t>
            </a:r>
            <a:r>
              <a:rPr lang="en-US" altLang="zh-CN" sz="2400" dirty="0"/>
              <a:t>PWM</a:t>
            </a:r>
            <a:r>
              <a:rPr lang="zh-CN" altLang="en-US" sz="2400" dirty="0"/>
              <a:t>输出、电平翻转、单脉冲输出、强制输出等。一般来讲，</a:t>
            </a:r>
            <a:r>
              <a:rPr lang="en-US" altLang="zh-CN" sz="2400" dirty="0"/>
              <a:t>STM32</a:t>
            </a:r>
            <a:r>
              <a:rPr lang="zh-CN" altLang="en-US" sz="2400" dirty="0"/>
              <a:t>的通用定时期和高级定时器都具有输入捕获、比较输出功能，不同的定时器可能通道数量上有差异。</a:t>
            </a:r>
            <a:endParaRPr lang="en-US" altLang="zh-CN" sz="2400" dirty="0"/>
          </a:p>
          <a:p>
            <a:pPr>
              <a:lnSpc>
                <a:spcPct val="150000"/>
              </a:lnSpc>
            </a:pPr>
            <a:r>
              <a:rPr lang="zh-CN" altLang="en-US" sz="2400" dirty="0"/>
              <a:t>      这里提到的比较值就是指放在</a:t>
            </a:r>
            <a:r>
              <a:rPr lang="en-US" altLang="zh-CN" sz="2400" b="1" dirty="0"/>
              <a:t>CCR</a:t>
            </a:r>
            <a:r>
              <a:rPr lang="zh-CN" altLang="en-US" sz="2400" dirty="0"/>
              <a:t>寄存器中的值，计数器的值当然就是</a:t>
            </a:r>
            <a:r>
              <a:rPr lang="en-US" altLang="zh-CN" sz="2400" dirty="0"/>
              <a:t>CNT</a:t>
            </a:r>
            <a:r>
              <a:rPr lang="zh-CN" altLang="en-US" sz="2400" dirty="0"/>
              <a:t>寄存器的值。一般来讲，在计数过程中，</a:t>
            </a:r>
            <a:r>
              <a:rPr lang="en-US" altLang="zh-CN" sz="2400" dirty="0"/>
              <a:t>CNT</a:t>
            </a:r>
            <a:r>
              <a:rPr lang="zh-CN" altLang="en-US" sz="2400" dirty="0"/>
              <a:t>寄存器的值往往是连续动态变化并呈现周期性，其变化规律跟我们设置的计数器的计数模式有关，比如向上计数模式、向下计数模式或者中心对齐计数模式等。这里的比较结果无非三种情况：</a:t>
            </a:r>
            <a:endParaRPr lang="en-US" altLang="zh-CN" sz="2400" dirty="0"/>
          </a:p>
          <a:p>
            <a:pPr>
              <a:lnSpc>
                <a:spcPct val="150000"/>
              </a:lnSpc>
            </a:pPr>
            <a:r>
              <a:rPr lang="en-US" sz="2400" dirty="0"/>
              <a:t>①</a:t>
            </a:r>
            <a:r>
              <a:rPr lang="en-US" sz="2400" b="1" dirty="0"/>
              <a:t>CCR = CNT</a:t>
            </a:r>
            <a:r>
              <a:rPr lang="en-US" sz="2400" dirty="0"/>
              <a:t>②</a:t>
            </a:r>
            <a:r>
              <a:rPr lang="en-US" sz="2400" b="1" dirty="0"/>
              <a:t>CCR &gt; CNT</a:t>
            </a:r>
            <a:r>
              <a:rPr lang="en-US" sz="2400" dirty="0"/>
              <a:t>③</a:t>
            </a:r>
            <a:r>
              <a:rPr lang="en-US" sz="2400" b="1" dirty="0"/>
              <a:t>CCR &lt; CNT</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2061" y="697076"/>
            <a:ext cx="3182281" cy="5078313"/>
          </a:xfrm>
          <a:prstGeom prst="rect">
            <a:avLst/>
          </a:prstGeom>
        </p:spPr>
        <p:txBody>
          <a:bodyPr wrap="none">
            <a:spAutoFit/>
          </a:bodyPr>
          <a:lstStyle/>
          <a:p>
            <a:pPr>
              <a:lnSpc>
                <a:spcPct val="150000"/>
              </a:lnSpc>
            </a:pPr>
            <a:r>
              <a:rPr lang="zh-CN" altLang="en-US" b="1" dirty="0">
                <a:solidFill>
                  <a:srgbClr val="FF0000"/>
                </a:solidFill>
              </a:rPr>
              <a:t>基本的比较输出模式有</a:t>
            </a:r>
            <a:r>
              <a:rPr lang="en-US" altLang="zh-CN" b="1" dirty="0">
                <a:solidFill>
                  <a:srgbClr val="FF0000"/>
                </a:solidFill>
              </a:rPr>
              <a:t>3</a:t>
            </a:r>
            <a:r>
              <a:rPr lang="zh-CN" altLang="en-US" b="1" dirty="0">
                <a:solidFill>
                  <a:srgbClr val="FF0000"/>
                </a:solidFill>
              </a:rPr>
              <a:t>种：</a:t>
            </a:r>
            <a:endParaRPr lang="en-US" altLang="zh-CN" b="1" dirty="0">
              <a:solidFill>
                <a:srgbClr val="FF0000"/>
              </a:solidFill>
            </a:endParaRPr>
          </a:p>
          <a:p>
            <a:pPr>
              <a:lnSpc>
                <a:spcPct val="150000"/>
              </a:lnSpc>
              <a:buClr>
                <a:srgbClr val="FF0000"/>
              </a:buClr>
              <a:buFont typeface="Wingdings" pitchFamily="2" charset="2"/>
              <a:buChar char="u"/>
            </a:pPr>
            <a:r>
              <a:rPr lang="en-US" altLang="zh-CN" dirty="0"/>
              <a:t>1</a:t>
            </a:r>
            <a:r>
              <a:rPr lang="zh-CN" altLang="en-US" dirty="0"/>
              <a:t>、强制输出模式；</a:t>
            </a:r>
            <a:endParaRPr lang="en-US" altLang="zh-CN" dirty="0"/>
          </a:p>
          <a:p>
            <a:pPr>
              <a:lnSpc>
                <a:spcPct val="150000"/>
              </a:lnSpc>
            </a:pPr>
            <a:r>
              <a:rPr lang="zh-CN" altLang="en-US" dirty="0"/>
              <a:t>无视比较结果，直接根据配</a:t>
            </a:r>
            <a:endParaRPr lang="en-US" altLang="zh-CN" dirty="0"/>
          </a:p>
          <a:p>
            <a:pPr>
              <a:lnSpc>
                <a:spcPct val="150000"/>
              </a:lnSpc>
            </a:pPr>
            <a:r>
              <a:rPr lang="zh-CN" altLang="en-US" dirty="0"/>
              <a:t>置指令输出相应电平；</a:t>
            </a:r>
          </a:p>
          <a:p>
            <a:pPr>
              <a:lnSpc>
                <a:spcPct val="150000"/>
              </a:lnSpc>
              <a:buClr>
                <a:srgbClr val="FF0000"/>
              </a:buClr>
              <a:buFont typeface="Wingdings" pitchFamily="2" charset="2"/>
              <a:buChar char="u"/>
            </a:pPr>
            <a:r>
              <a:rPr lang="en-US" altLang="zh-CN" dirty="0"/>
              <a:t>2</a:t>
            </a:r>
            <a:r>
              <a:rPr lang="zh-CN" altLang="en-US" dirty="0"/>
              <a:t>、匹配输出模式</a:t>
            </a:r>
            <a:endParaRPr lang="en-US" altLang="zh-CN" dirty="0"/>
          </a:p>
          <a:p>
            <a:pPr>
              <a:lnSpc>
                <a:spcPct val="150000"/>
              </a:lnSpc>
            </a:pPr>
            <a:r>
              <a:rPr lang="zh-CN" altLang="en-US" dirty="0"/>
              <a:t>只关注</a:t>
            </a:r>
            <a:r>
              <a:rPr lang="en-US" altLang="zh-CN" dirty="0"/>
              <a:t>CCR=CNT</a:t>
            </a:r>
            <a:r>
              <a:rPr lang="zh-CN" altLang="en-US" dirty="0"/>
              <a:t>值的时候，</a:t>
            </a:r>
            <a:endParaRPr lang="en-US" altLang="zh-CN" dirty="0"/>
          </a:p>
          <a:p>
            <a:pPr>
              <a:lnSpc>
                <a:spcPct val="150000"/>
              </a:lnSpc>
            </a:pPr>
            <a:r>
              <a:rPr lang="zh-CN" altLang="en-US" dirty="0"/>
              <a:t>做相应电平的输出；</a:t>
            </a:r>
          </a:p>
          <a:p>
            <a:pPr>
              <a:lnSpc>
                <a:spcPct val="150000"/>
              </a:lnSpc>
              <a:buClr>
                <a:srgbClr val="FF0000"/>
              </a:buClr>
              <a:buFont typeface="Wingdings" pitchFamily="2" charset="2"/>
              <a:buChar char="u"/>
            </a:pPr>
            <a:r>
              <a:rPr lang="en-US" altLang="zh-CN" dirty="0"/>
              <a:t>3</a:t>
            </a:r>
            <a:r>
              <a:rPr lang="zh-CN" altLang="en-US" dirty="0"/>
              <a:t>、</a:t>
            </a:r>
            <a:r>
              <a:rPr lang="en-US" altLang="zh-CN" dirty="0"/>
              <a:t>PMW</a:t>
            </a:r>
            <a:r>
              <a:rPr lang="zh-CN" altLang="en-US" dirty="0"/>
              <a:t>输出模式</a:t>
            </a:r>
            <a:endParaRPr lang="en-US" altLang="zh-CN" dirty="0"/>
          </a:p>
          <a:p>
            <a:pPr>
              <a:lnSpc>
                <a:spcPct val="150000"/>
              </a:lnSpc>
            </a:pPr>
            <a:r>
              <a:rPr lang="zh-CN" altLang="en-US" dirty="0"/>
              <a:t>根据</a:t>
            </a:r>
            <a:r>
              <a:rPr lang="en-US" altLang="zh-CN" dirty="0"/>
              <a:t>CCR</a:t>
            </a:r>
            <a:r>
              <a:rPr lang="zh-CN" altLang="en-US" dirty="0"/>
              <a:t>是小于</a:t>
            </a:r>
            <a:r>
              <a:rPr lang="en-US" altLang="zh-CN" dirty="0"/>
              <a:t>CNT</a:t>
            </a:r>
            <a:r>
              <a:rPr lang="zh-CN" altLang="en-US" dirty="0"/>
              <a:t>还是</a:t>
            </a:r>
            <a:endParaRPr lang="en-US" altLang="zh-CN" dirty="0"/>
          </a:p>
          <a:p>
            <a:pPr>
              <a:lnSpc>
                <a:spcPct val="150000"/>
              </a:lnSpc>
            </a:pPr>
            <a:r>
              <a:rPr lang="en-US" altLang="zh-CN" dirty="0"/>
              <a:t>CCR</a:t>
            </a:r>
            <a:r>
              <a:rPr lang="zh-CN" altLang="en-US" dirty="0"/>
              <a:t>不小于</a:t>
            </a:r>
            <a:r>
              <a:rPr lang="en-US" altLang="zh-CN" dirty="0"/>
              <a:t>CNT</a:t>
            </a:r>
            <a:r>
              <a:rPr lang="zh-CN" altLang="en-US" dirty="0"/>
              <a:t>的比较结果</a:t>
            </a:r>
            <a:endParaRPr lang="en-US" altLang="zh-CN" dirty="0"/>
          </a:p>
          <a:p>
            <a:pPr>
              <a:lnSpc>
                <a:spcPct val="150000"/>
              </a:lnSpc>
            </a:pPr>
            <a:r>
              <a:rPr lang="zh-CN" altLang="en-US" dirty="0"/>
              <a:t>做不同的输出；</a:t>
            </a:r>
          </a:p>
          <a:p>
            <a:pPr>
              <a:lnSpc>
                <a:spcPct val="150000"/>
              </a:lnSpc>
            </a:pPr>
            <a:endParaRPr lang="zh-CN" altLang="en-US" dirty="0"/>
          </a:p>
        </p:txBody>
      </p:sp>
      <p:pic>
        <p:nvPicPr>
          <p:cNvPr id="56322" name="Picture 2"/>
          <p:cNvPicPr>
            <a:picLocks noChangeAspect="1" noChangeArrowheads="1"/>
          </p:cNvPicPr>
          <p:nvPr/>
        </p:nvPicPr>
        <p:blipFill>
          <a:blip r:embed="rId2"/>
          <a:srcRect/>
          <a:stretch>
            <a:fillRect/>
          </a:stretch>
        </p:blipFill>
        <p:spPr bwMode="auto">
          <a:xfrm>
            <a:off x="3703184" y="575291"/>
            <a:ext cx="8181975" cy="5800725"/>
          </a:xfrm>
          <a:prstGeom prst="rect">
            <a:avLst/>
          </a:prstGeom>
          <a:noFill/>
          <a:ln w="9525">
            <a:noFill/>
            <a:miter lim="800000"/>
            <a:headEnd/>
            <a:tailEnd/>
          </a:ln>
          <a:effectLst/>
        </p:spPr>
      </p:pic>
      <p:sp>
        <p:nvSpPr>
          <p:cNvPr id="6" name="矩形 5"/>
          <p:cNvSpPr/>
          <p:nvPr/>
        </p:nvSpPr>
        <p:spPr>
          <a:xfrm>
            <a:off x="703021" y="5306399"/>
            <a:ext cx="2717411" cy="873060"/>
          </a:xfrm>
          <a:prstGeom prst="rect">
            <a:avLst/>
          </a:prstGeom>
        </p:spPr>
        <p:txBody>
          <a:bodyPr wrap="none">
            <a:spAutoFit/>
          </a:bodyPr>
          <a:lstStyle/>
          <a:p>
            <a:pPr>
              <a:lnSpc>
                <a:spcPct val="150000"/>
              </a:lnSpc>
            </a:pPr>
            <a:r>
              <a:rPr lang="zh-CN" altLang="en-US" b="1" dirty="0">
                <a:solidFill>
                  <a:srgbClr val="C00000"/>
                </a:solidFill>
              </a:rPr>
              <a:t>有效电平：</a:t>
            </a:r>
            <a:r>
              <a:rPr lang="en-US" altLang="zh-CN" b="1" dirty="0">
                <a:solidFill>
                  <a:srgbClr val="C00000"/>
                </a:solidFill>
              </a:rPr>
              <a:t>OC1REF=1</a:t>
            </a:r>
          </a:p>
          <a:p>
            <a:pPr>
              <a:lnSpc>
                <a:spcPct val="150000"/>
              </a:lnSpc>
            </a:pPr>
            <a:r>
              <a:rPr lang="zh-CN" altLang="en-US" b="1" dirty="0">
                <a:solidFill>
                  <a:srgbClr val="C00000"/>
                </a:solidFill>
              </a:rPr>
              <a:t>无效电平：</a:t>
            </a:r>
            <a:r>
              <a:rPr lang="en-US" altLang="zh-CN" b="1" dirty="0">
                <a:solidFill>
                  <a:srgbClr val="C00000"/>
                </a:solidFill>
              </a:rPr>
              <a:t>OC1REF=0</a:t>
            </a:r>
            <a:endParaRPr lang="zh-CN" altLang="en-US" b="1" dirty="0">
              <a:solidFill>
                <a:srgbClr val="C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31372" y="3621938"/>
            <a:ext cx="10518710" cy="1754326"/>
          </a:xfrm>
          <a:prstGeom prst="rect">
            <a:avLst/>
          </a:prstGeom>
        </p:spPr>
        <p:txBody>
          <a:bodyPr wrap="square">
            <a:spAutoFit/>
          </a:bodyPr>
          <a:lstStyle/>
          <a:p>
            <a:pPr>
              <a:lnSpc>
                <a:spcPct val="150000"/>
              </a:lnSpc>
            </a:pPr>
            <a:r>
              <a:rPr lang="zh-CN" altLang="en-US" dirty="0"/>
              <a:t>最终的输出信号是</a:t>
            </a:r>
            <a:r>
              <a:rPr lang="en-US" altLang="zh-CN" dirty="0"/>
              <a:t>OC1</a:t>
            </a:r>
            <a:r>
              <a:rPr lang="zh-CN" altLang="en-US" dirty="0"/>
              <a:t>，并不是</a:t>
            </a:r>
            <a:r>
              <a:rPr lang="en-US" altLang="zh-CN" dirty="0"/>
              <a:t>OC1REF</a:t>
            </a:r>
            <a:r>
              <a:rPr lang="zh-CN" altLang="en-US" dirty="0"/>
              <a:t>。 </a:t>
            </a:r>
            <a:r>
              <a:rPr lang="en-US" altLang="zh-CN" dirty="0"/>
              <a:t>oc1ref</a:t>
            </a:r>
            <a:r>
              <a:rPr lang="zh-CN" altLang="en-US" dirty="0"/>
              <a:t>从输出模式控制器（</a:t>
            </a:r>
            <a:r>
              <a:rPr lang="en-US" altLang="zh-CN" dirty="0"/>
              <a:t>Output mode controller</a:t>
            </a:r>
            <a:r>
              <a:rPr lang="zh-CN" altLang="en-US" dirty="0"/>
              <a:t>）开始，分为两路，上面一路至主模式控制器（</a:t>
            </a:r>
            <a:r>
              <a:rPr lang="en-US" altLang="zh-CN" dirty="0"/>
              <a:t>To the master mode controller</a:t>
            </a:r>
            <a:r>
              <a:rPr lang="zh-CN" altLang="en-US" dirty="0"/>
              <a:t>）下面一路在进入双路开关之前又被分成了两路</a:t>
            </a:r>
            <a:r>
              <a:rPr lang="en-US" altLang="zh-CN" dirty="0"/>
              <a:t>——</a:t>
            </a:r>
            <a:r>
              <a:rPr lang="zh-CN" altLang="en-US" dirty="0"/>
              <a:t>一路是原信号，一路是原信号的非。显然</a:t>
            </a:r>
            <a:r>
              <a:rPr lang="en-US" altLang="zh-CN" dirty="0" err="1"/>
              <a:t>TIMx_CCER</a:t>
            </a:r>
            <a:r>
              <a:rPr lang="zh-CN" altLang="en-US" dirty="0"/>
              <a:t>中的</a:t>
            </a:r>
            <a:r>
              <a:rPr lang="en-US" altLang="zh-CN" dirty="0"/>
              <a:t>CC1P</a:t>
            </a:r>
            <a:r>
              <a:rPr lang="zh-CN" altLang="en-US" dirty="0"/>
              <a:t>位用来控制这个开关，</a:t>
            </a:r>
            <a:r>
              <a:rPr lang="en-US" altLang="zh-CN" dirty="0"/>
              <a:t>CC1E</a:t>
            </a:r>
            <a:r>
              <a:rPr lang="zh-CN" altLang="en-US" dirty="0"/>
              <a:t>位控制着整条信号链的通断。</a:t>
            </a:r>
          </a:p>
        </p:txBody>
      </p:sp>
      <p:pic>
        <p:nvPicPr>
          <p:cNvPr id="57348" name="Picture 4" descr="http://www.openedv.com/data/attachment/forum/2010/12/24/f5d74541d4af0cde5414921fadb143d2_734.jpg"/>
          <p:cNvPicPr>
            <a:picLocks noChangeAspect="1" noChangeArrowheads="1"/>
          </p:cNvPicPr>
          <p:nvPr/>
        </p:nvPicPr>
        <p:blipFill>
          <a:blip r:embed="rId2"/>
          <a:srcRect/>
          <a:stretch>
            <a:fillRect/>
          </a:stretch>
        </p:blipFill>
        <p:spPr bwMode="auto">
          <a:xfrm>
            <a:off x="2105673" y="571985"/>
            <a:ext cx="7315200" cy="3048001"/>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ChangeAspect="1" noChangeArrowheads="1"/>
          </p:cNvPicPr>
          <p:nvPr/>
        </p:nvPicPr>
        <p:blipFill>
          <a:blip r:embed="rId2"/>
          <a:srcRect/>
          <a:stretch>
            <a:fillRect/>
          </a:stretch>
        </p:blipFill>
        <p:spPr bwMode="auto">
          <a:xfrm>
            <a:off x="617669" y="2306314"/>
            <a:ext cx="4187597" cy="1781537"/>
          </a:xfrm>
          <a:prstGeom prst="rect">
            <a:avLst/>
          </a:prstGeom>
          <a:noFill/>
          <a:ln w="9525">
            <a:noFill/>
            <a:miter lim="800000"/>
            <a:headEnd/>
            <a:tailEnd/>
          </a:ln>
          <a:effectLst/>
        </p:spPr>
      </p:pic>
      <p:sp>
        <p:nvSpPr>
          <p:cNvPr id="6" name="矩形 5"/>
          <p:cNvSpPr/>
          <p:nvPr/>
        </p:nvSpPr>
        <p:spPr>
          <a:xfrm>
            <a:off x="669115" y="1994032"/>
            <a:ext cx="3239990" cy="369332"/>
          </a:xfrm>
          <a:prstGeom prst="rect">
            <a:avLst/>
          </a:prstGeom>
        </p:spPr>
        <p:txBody>
          <a:bodyPr wrap="none">
            <a:spAutoFit/>
          </a:bodyPr>
          <a:lstStyle/>
          <a:p>
            <a:r>
              <a:rPr lang="zh-CN" altLang="en-US" dirty="0"/>
              <a:t>当</a:t>
            </a:r>
            <a:r>
              <a:rPr lang="en-US" dirty="0"/>
              <a:t>CC1P=0</a:t>
            </a:r>
            <a:r>
              <a:rPr lang="zh-CN" altLang="en-US" dirty="0"/>
              <a:t>时（</a:t>
            </a:r>
            <a:r>
              <a:rPr lang="en-US" dirty="0"/>
              <a:t>CC1E=1）：</a:t>
            </a:r>
            <a:endParaRPr lang="zh-CN" altLang="en-US" dirty="0"/>
          </a:p>
        </p:txBody>
      </p:sp>
      <p:sp>
        <p:nvSpPr>
          <p:cNvPr id="7" name="矩形 6"/>
          <p:cNvSpPr/>
          <p:nvPr/>
        </p:nvSpPr>
        <p:spPr>
          <a:xfrm>
            <a:off x="696686" y="496183"/>
            <a:ext cx="10919926" cy="1288558"/>
          </a:xfrm>
          <a:prstGeom prst="rect">
            <a:avLst/>
          </a:prstGeom>
        </p:spPr>
        <p:txBody>
          <a:bodyPr wrap="square">
            <a:spAutoFit/>
          </a:bodyPr>
          <a:lstStyle/>
          <a:p>
            <a:pPr>
              <a:lnSpc>
                <a:spcPct val="150000"/>
              </a:lnSpc>
            </a:pPr>
            <a:r>
              <a:rPr lang="zh-CN" altLang="en-US" dirty="0"/>
              <a:t>当极性选择位</a:t>
            </a:r>
            <a:r>
              <a:rPr lang="en-US" altLang="zh-CN" dirty="0" err="1"/>
              <a:t>CCxP</a:t>
            </a:r>
            <a:r>
              <a:rPr lang="en-US" altLang="zh-CN" dirty="0"/>
              <a:t>=0</a:t>
            </a:r>
            <a:r>
              <a:rPr lang="zh-CN" altLang="en-US" dirty="0"/>
              <a:t>时，高电平作为</a:t>
            </a:r>
            <a:r>
              <a:rPr lang="en-US" altLang="zh-CN" dirty="0" err="1"/>
              <a:t>Ocx</a:t>
            </a:r>
            <a:r>
              <a:rPr lang="zh-CN" altLang="en-US" dirty="0"/>
              <a:t>的有效输出信号，当</a:t>
            </a:r>
            <a:r>
              <a:rPr lang="en-US" altLang="zh-CN" dirty="0" err="1"/>
              <a:t>CCxP</a:t>
            </a:r>
            <a:r>
              <a:rPr lang="en-US" altLang="zh-CN" dirty="0"/>
              <a:t>=1</a:t>
            </a:r>
            <a:r>
              <a:rPr lang="zh-CN" altLang="en-US" dirty="0"/>
              <a:t>时，低电平作为</a:t>
            </a:r>
            <a:r>
              <a:rPr lang="en-US" altLang="zh-CN" dirty="0" err="1"/>
              <a:t>Ocx</a:t>
            </a:r>
            <a:r>
              <a:rPr lang="zh-CN" altLang="en-US" dirty="0"/>
              <a:t>的有效输出。 或者说，当极性选择位</a:t>
            </a:r>
            <a:r>
              <a:rPr lang="en-US" altLang="zh-CN" dirty="0" err="1"/>
              <a:t>CCxP</a:t>
            </a:r>
            <a:r>
              <a:rPr lang="en-US" altLang="zh-CN" dirty="0"/>
              <a:t>=0</a:t>
            </a:r>
            <a:r>
              <a:rPr lang="zh-CN" altLang="en-US" dirty="0"/>
              <a:t>时，</a:t>
            </a:r>
            <a:r>
              <a:rPr lang="en-US" altLang="zh-CN" dirty="0" err="1"/>
              <a:t>Ocx</a:t>
            </a:r>
            <a:r>
              <a:rPr lang="zh-CN" altLang="en-US" dirty="0"/>
              <a:t>输出与</a:t>
            </a:r>
            <a:r>
              <a:rPr lang="en-US" altLang="zh-CN" dirty="0" err="1"/>
              <a:t>OcxREF</a:t>
            </a:r>
            <a:r>
              <a:rPr lang="zh-CN" altLang="en-US" dirty="0"/>
              <a:t>信号同相；当</a:t>
            </a:r>
            <a:r>
              <a:rPr lang="en-US" altLang="zh-CN" dirty="0" err="1"/>
              <a:t>CCxP</a:t>
            </a:r>
            <a:r>
              <a:rPr lang="en-US" altLang="zh-CN" dirty="0"/>
              <a:t>=1</a:t>
            </a:r>
            <a:r>
              <a:rPr lang="zh-CN" altLang="en-US" dirty="0"/>
              <a:t>时，</a:t>
            </a:r>
            <a:r>
              <a:rPr lang="en-US" altLang="zh-CN" dirty="0" err="1"/>
              <a:t>Ocx</a:t>
            </a:r>
            <a:r>
              <a:rPr lang="zh-CN" altLang="en-US" dirty="0"/>
              <a:t>输出与</a:t>
            </a:r>
            <a:r>
              <a:rPr lang="en-US" altLang="zh-CN" dirty="0" err="1"/>
              <a:t>OcxREF</a:t>
            </a:r>
            <a:r>
              <a:rPr lang="zh-CN" altLang="en-US" dirty="0"/>
              <a:t>信号反相</a:t>
            </a:r>
          </a:p>
        </p:txBody>
      </p:sp>
      <p:pic>
        <p:nvPicPr>
          <p:cNvPr id="58371" name="Picture 3"/>
          <p:cNvPicPr>
            <a:picLocks noChangeAspect="1" noChangeArrowheads="1"/>
          </p:cNvPicPr>
          <p:nvPr/>
        </p:nvPicPr>
        <p:blipFill>
          <a:blip r:embed="rId3"/>
          <a:srcRect/>
          <a:stretch>
            <a:fillRect/>
          </a:stretch>
        </p:blipFill>
        <p:spPr bwMode="auto">
          <a:xfrm>
            <a:off x="617960" y="4161452"/>
            <a:ext cx="4307360" cy="2079755"/>
          </a:xfrm>
          <a:prstGeom prst="rect">
            <a:avLst/>
          </a:prstGeom>
          <a:noFill/>
          <a:ln w="9525">
            <a:noFill/>
            <a:miter lim="800000"/>
            <a:headEnd/>
            <a:tailEnd/>
          </a:ln>
          <a:effectLst/>
        </p:spPr>
      </p:pic>
      <p:pic>
        <p:nvPicPr>
          <p:cNvPr id="58372" name="Picture 4"/>
          <p:cNvPicPr>
            <a:picLocks noChangeAspect="1" noChangeArrowheads="1"/>
          </p:cNvPicPr>
          <p:nvPr/>
        </p:nvPicPr>
        <p:blipFill>
          <a:blip r:embed="rId4"/>
          <a:srcRect/>
          <a:stretch>
            <a:fillRect/>
          </a:stretch>
        </p:blipFill>
        <p:spPr bwMode="auto">
          <a:xfrm>
            <a:off x="5941074" y="2258008"/>
            <a:ext cx="4200255" cy="1709252"/>
          </a:xfrm>
          <a:prstGeom prst="rect">
            <a:avLst/>
          </a:prstGeom>
          <a:noFill/>
          <a:ln w="9525">
            <a:noFill/>
            <a:miter lim="800000"/>
            <a:headEnd/>
            <a:tailEnd/>
          </a:ln>
          <a:effectLst/>
        </p:spPr>
      </p:pic>
      <p:sp>
        <p:nvSpPr>
          <p:cNvPr id="9" name="矩形 8"/>
          <p:cNvSpPr/>
          <p:nvPr/>
        </p:nvSpPr>
        <p:spPr>
          <a:xfrm>
            <a:off x="6000344" y="1863404"/>
            <a:ext cx="3009157" cy="369332"/>
          </a:xfrm>
          <a:prstGeom prst="rect">
            <a:avLst/>
          </a:prstGeom>
        </p:spPr>
        <p:txBody>
          <a:bodyPr wrap="none">
            <a:spAutoFit/>
          </a:bodyPr>
          <a:lstStyle/>
          <a:p>
            <a:r>
              <a:rPr lang="zh-CN" altLang="en-US" dirty="0"/>
              <a:t>当</a:t>
            </a:r>
            <a:r>
              <a:rPr lang="en-US" dirty="0"/>
              <a:t>CC1P=1</a:t>
            </a:r>
            <a:r>
              <a:rPr lang="zh-CN" altLang="en-US" dirty="0"/>
              <a:t>时（</a:t>
            </a:r>
            <a:r>
              <a:rPr lang="en-US" dirty="0"/>
              <a:t>CC1E=1）</a:t>
            </a:r>
            <a:endParaRPr lang="zh-CN" altLang="en-US" dirty="0"/>
          </a:p>
        </p:txBody>
      </p:sp>
      <p:pic>
        <p:nvPicPr>
          <p:cNvPr id="58373" name="Picture 5"/>
          <p:cNvPicPr>
            <a:picLocks noChangeAspect="1" noChangeArrowheads="1"/>
          </p:cNvPicPr>
          <p:nvPr/>
        </p:nvPicPr>
        <p:blipFill>
          <a:blip r:embed="rId5"/>
          <a:srcRect/>
          <a:stretch>
            <a:fillRect/>
          </a:stretch>
        </p:blipFill>
        <p:spPr bwMode="auto">
          <a:xfrm>
            <a:off x="6049542" y="3951960"/>
            <a:ext cx="4689993" cy="2241621"/>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54090" y="583078"/>
            <a:ext cx="11190514" cy="1338828"/>
          </a:xfrm>
          <a:prstGeom prst="rect">
            <a:avLst/>
          </a:prstGeom>
        </p:spPr>
        <p:txBody>
          <a:bodyPr wrap="square">
            <a:spAutoFit/>
          </a:bodyPr>
          <a:lstStyle/>
          <a:p>
            <a:pPr>
              <a:lnSpc>
                <a:spcPct val="150000"/>
              </a:lnSpc>
            </a:pPr>
            <a:r>
              <a:rPr lang="zh-CN" altLang="en-US" dirty="0"/>
              <a:t>      向上计数，在 </a:t>
            </a:r>
            <a:r>
              <a:rPr lang="en-US" altLang="zh-CN" dirty="0"/>
              <a:t>PWM </a:t>
            </a:r>
            <a:r>
              <a:rPr lang="zh-CN" altLang="en-US" dirty="0"/>
              <a:t>模式 </a:t>
            </a:r>
            <a:r>
              <a:rPr lang="en-US" altLang="zh-CN" dirty="0"/>
              <a:t>1 , </a:t>
            </a:r>
            <a:r>
              <a:rPr lang="zh-CN" altLang="en-US" dirty="0"/>
              <a:t>当 </a:t>
            </a:r>
            <a:r>
              <a:rPr lang="en-US" altLang="zh-CN" dirty="0" err="1"/>
              <a:t>TIMx_CNT</a:t>
            </a:r>
            <a:r>
              <a:rPr lang="en-US" altLang="zh-CN" dirty="0"/>
              <a:t> &lt; </a:t>
            </a:r>
            <a:r>
              <a:rPr lang="en-US" altLang="zh-CN" dirty="0" err="1"/>
              <a:t>TIMx_CCRx</a:t>
            </a:r>
            <a:r>
              <a:rPr lang="en-US" altLang="zh-CN" dirty="0"/>
              <a:t> </a:t>
            </a:r>
            <a:r>
              <a:rPr lang="zh-CN" altLang="en-US" dirty="0"/>
              <a:t>时， </a:t>
            </a:r>
            <a:r>
              <a:rPr lang="en-US" altLang="zh-CN" dirty="0"/>
              <a:t>PWM </a:t>
            </a:r>
            <a:r>
              <a:rPr lang="zh-CN" altLang="en-US" dirty="0"/>
              <a:t>参考信号 </a:t>
            </a:r>
            <a:r>
              <a:rPr lang="en-US" altLang="zh-CN" dirty="0" err="1"/>
              <a:t>OCxREF</a:t>
            </a:r>
            <a:r>
              <a:rPr lang="en-US" altLang="zh-CN" dirty="0"/>
              <a:t> </a:t>
            </a:r>
            <a:r>
              <a:rPr lang="zh-CN" altLang="en-US" dirty="0"/>
              <a:t>为高，否则为低。如果 </a:t>
            </a:r>
            <a:r>
              <a:rPr lang="en-US" altLang="zh-CN" dirty="0" err="1"/>
              <a:t>TIMx_CCRx</a:t>
            </a:r>
            <a:r>
              <a:rPr lang="en-US" altLang="zh-CN" dirty="0"/>
              <a:t> </a:t>
            </a:r>
            <a:r>
              <a:rPr lang="zh-CN" altLang="en-US" dirty="0"/>
              <a:t>中的值 大于 </a:t>
            </a:r>
            <a:r>
              <a:rPr lang="en-US" altLang="zh-CN" dirty="0" err="1"/>
              <a:t>TIMx_ARR</a:t>
            </a:r>
            <a:r>
              <a:rPr lang="en-US" altLang="zh-CN" dirty="0"/>
              <a:t> </a:t>
            </a:r>
            <a:r>
              <a:rPr lang="zh-CN" altLang="en-US" dirty="0"/>
              <a:t>， 则 </a:t>
            </a:r>
            <a:r>
              <a:rPr lang="en-US" altLang="zh-CN" dirty="0" err="1"/>
              <a:t>OCxREF</a:t>
            </a:r>
            <a:r>
              <a:rPr lang="en-US" altLang="zh-CN" dirty="0"/>
              <a:t> </a:t>
            </a:r>
            <a:r>
              <a:rPr lang="zh-CN" altLang="en-US" dirty="0"/>
              <a:t>保持为 </a:t>
            </a:r>
            <a:r>
              <a:rPr lang="en-US" altLang="zh-CN" dirty="0"/>
              <a:t>1 </a:t>
            </a:r>
            <a:r>
              <a:rPr lang="zh-CN" altLang="en-US" dirty="0"/>
              <a:t>。 如果  </a:t>
            </a:r>
            <a:r>
              <a:rPr lang="en-US" altLang="zh-CN" dirty="0" err="1"/>
              <a:t>TIMx_CCRx</a:t>
            </a:r>
            <a:r>
              <a:rPr lang="en-US" altLang="zh-CN" dirty="0"/>
              <a:t>  </a:t>
            </a:r>
            <a:r>
              <a:rPr lang="zh-CN" altLang="en-US" dirty="0"/>
              <a:t>值为 </a:t>
            </a:r>
            <a:r>
              <a:rPr lang="en-US" altLang="zh-CN" dirty="0"/>
              <a:t>0 </a:t>
            </a:r>
            <a:r>
              <a:rPr lang="zh-CN" altLang="en-US" dirty="0"/>
              <a:t>， 则 </a:t>
            </a:r>
            <a:r>
              <a:rPr lang="en-US" altLang="zh-CN" dirty="0" err="1"/>
              <a:t>OCxREF</a:t>
            </a:r>
            <a:r>
              <a:rPr lang="en-US" altLang="zh-CN" dirty="0"/>
              <a:t> </a:t>
            </a:r>
            <a:r>
              <a:rPr lang="zh-CN" altLang="en-US" dirty="0"/>
              <a:t>保持为 </a:t>
            </a:r>
            <a:r>
              <a:rPr lang="en-US" altLang="zh-CN" dirty="0"/>
              <a:t>0</a:t>
            </a:r>
            <a:r>
              <a:rPr lang="zh-CN" altLang="en-US" dirty="0"/>
              <a:t>。</a:t>
            </a:r>
            <a:r>
              <a:rPr lang="en-US" altLang="zh-CN" dirty="0" err="1"/>
              <a:t>OCxREF</a:t>
            </a:r>
            <a:r>
              <a:rPr lang="en-US" altLang="zh-CN" dirty="0"/>
              <a:t> </a:t>
            </a:r>
            <a:r>
              <a:rPr lang="zh-CN" altLang="en-US" dirty="0"/>
              <a:t>为</a:t>
            </a:r>
            <a:r>
              <a:rPr lang="en-US" altLang="zh-CN" dirty="0"/>
              <a:t>PWM</a:t>
            </a:r>
            <a:r>
              <a:rPr lang="zh-CN" altLang="en-US" dirty="0"/>
              <a:t>输出的高低电平。</a:t>
            </a:r>
          </a:p>
        </p:txBody>
      </p:sp>
      <p:pic>
        <p:nvPicPr>
          <p:cNvPr id="91138" name="Picture 2" descr="https://img-blog.csdn.net/20180610171050427?watermark/2/text/aHR0cHM6Ly9ibG9nLmNzZG4ubmV0L3lvdXNoaWppYW45OQ==/font/5a6L5L2T/fontsize/400/fill/I0JBQkFCMA==/dissolve/70"/>
          <p:cNvPicPr>
            <a:picLocks noChangeAspect="1" noChangeArrowheads="1"/>
          </p:cNvPicPr>
          <p:nvPr/>
        </p:nvPicPr>
        <p:blipFill>
          <a:blip r:embed="rId2"/>
          <a:srcRect/>
          <a:stretch>
            <a:fillRect/>
          </a:stretch>
        </p:blipFill>
        <p:spPr bwMode="auto">
          <a:xfrm>
            <a:off x="1409649" y="1848831"/>
            <a:ext cx="8950694" cy="4673267"/>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70115" y="601739"/>
            <a:ext cx="11255828" cy="1200329"/>
          </a:xfrm>
          <a:prstGeom prst="rect">
            <a:avLst/>
          </a:prstGeom>
        </p:spPr>
        <p:txBody>
          <a:bodyPr wrap="square">
            <a:spAutoFit/>
          </a:bodyPr>
          <a:lstStyle/>
          <a:p>
            <a:r>
              <a:rPr lang="en-US" altLang="zh-CN" b="1" dirty="0"/>
              <a:t>PWM </a:t>
            </a:r>
            <a:r>
              <a:rPr lang="zh-CN" altLang="en-US" b="1" dirty="0"/>
              <a:t>中央对齐模式</a:t>
            </a:r>
            <a:br>
              <a:rPr lang="zh-CN" altLang="en-US" b="1" dirty="0"/>
            </a:br>
            <a:r>
              <a:rPr lang="zh-CN" altLang="en-US" dirty="0"/>
              <a:t>      </a:t>
            </a:r>
            <a:r>
              <a:rPr lang="en-US" altLang="zh-CN" dirty="0" err="1"/>
              <a:t>TIMx_CRx</a:t>
            </a:r>
            <a:r>
              <a:rPr lang="en-US" altLang="zh-CN" dirty="0"/>
              <a:t> </a:t>
            </a:r>
            <a:r>
              <a:rPr lang="zh-CN" altLang="en-US" dirty="0"/>
              <a:t>寄存器的 </a:t>
            </a:r>
            <a:r>
              <a:rPr lang="en-US" altLang="zh-CN" dirty="0"/>
              <a:t>CMS </a:t>
            </a:r>
            <a:r>
              <a:rPr lang="zh-CN" altLang="en-US" dirty="0"/>
              <a:t>位不为</a:t>
            </a:r>
            <a:r>
              <a:rPr lang="en-US" altLang="zh-CN" dirty="0"/>
              <a:t>00</a:t>
            </a:r>
            <a:r>
              <a:rPr lang="zh-CN" altLang="en-US" dirty="0"/>
              <a:t>时，为中央对齐模式。根据不同的</a:t>
            </a:r>
            <a:r>
              <a:rPr lang="en-US" altLang="zh-CN" dirty="0"/>
              <a:t>CMS</a:t>
            </a:r>
            <a:r>
              <a:rPr lang="zh-CN" altLang="en-US" dirty="0"/>
              <a:t>位设置，比较标志可能 在计数器向上计数时置为</a:t>
            </a:r>
            <a:r>
              <a:rPr lang="en-US" altLang="zh-CN" dirty="0"/>
              <a:t>1</a:t>
            </a:r>
            <a:r>
              <a:rPr lang="zh-CN" altLang="en-US" dirty="0"/>
              <a:t>、在向下计数时被置为</a:t>
            </a:r>
            <a:r>
              <a:rPr lang="en-US" altLang="zh-CN" dirty="0"/>
              <a:t>1,</a:t>
            </a:r>
            <a:r>
              <a:rPr lang="zh-CN" altLang="en-US" dirty="0"/>
              <a:t>、或在计数器向上和向下计数时被置为</a:t>
            </a:r>
            <a:r>
              <a:rPr lang="en-US" altLang="zh-CN" dirty="0"/>
              <a:t>1</a:t>
            </a:r>
            <a:r>
              <a:rPr lang="zh-CN" altLang="en-US" dirty="0"/>
              <a:t>。</a:t>
            </a:r>
            <a:r>
              <a:rPr lang="en-US" altLang="zh-CN" dirty="0" err="1"/>
              <a:t>TIMx_CRx</a:t>
            </a:r>
            <a:r>
              <a:rPr lang="zh-CN" altLang="en-US" dirty="0"/>
              <a:t>寄存器中的计数方向位（</a:t>
            </a:r>
            <a:r>
              <a:rPr lang="en-US" altLang="zh-CN" dirty="0"/>
              <a:t>DIR</a:t>
            </a:r>
            <a:r>
              <a:rPr lang="zh-CN" altLang="en-US" dirty="0"/>
              <a:t>）由硬件更新，不要软件修改。</a:t>
            </a:r>
          </a:p>
        </p:txBody>
      </p:sp>
      <p:pic>
        <p:nvPicPr>
          <p:cNvPr id="94210" name="Picture 2" descr="https://img-blog.csdn.net/20180610173803457?watermark/2/text/aHR0cHM6Ly9ibG9nLmNzZG4ubmV0L3lvdXNoaWppYW45OQ==/font/5a6L5L2T/fontsize/400/fill/I0JBQkFCMA==/dissolve/70"/>
          <p:cNvPicPr>
            <a:picLocks noChangeAspect="1" noChangeArrowheads="1"/>
          </p:cNvPicPr>
          <p:nvPr/>
        </p:nvPicPr>
        <p:blipFill>
          <a:blip r:embed="rId2"/>
          <a:srcRect/>
          <a:stretch>
            <a:fillRect/>
          </a:stretch>
        </p:blipFill>
        <p:spPr bwMode="auto">
          <a:xfrm>
            <a:off x="5781935" y="1533041"/>
            <a:ext cx="4789649" cy="476164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12709" y="611069"/>
            <a:ext cx="10826621" cy="2169825"/>
          </a:xfrm>
          <a:prstGeom prst="rect">
            <a:avLst/>
          </a:prstGeom>
        </p:spPr>
        <p:txBody>
          <a:bodyPr wrap="square">
            <a:spAutoFit/>
          </a:bodyPr>
          <a:lstStyle/>
          <a:p>
            <a:pPr>
              <a:lnSpc>
                <a:spcPct val="150000"/>
              </a:lnSpc>
            </a:pPr>
            <a:r>
              <a:rPr lang="zh-CN" altLang="en-US" dirty="0"/>
              <a:t>要使 </a:t>
            </a:r>
            <a:r>
              <a:rPr lang="en-US" altLang="zh-CN" dirty="0"/>
              <a:t>STM32 </a:t>
            </a:r>
            <a:r>
              <a:rPr lang="zh-CN" altLang="en-US" dirty="0"/>
              <a:t>的通用定时器 </a:t>
            </a:r>
            <a:r>
              <a:rPr lang="en-US" altLang="zh-CN" dirty="0" err="1"/>
              <a:t>TIMx</a:t>
            </a:r>
            <a:r>
              <a:rPr lang="en-US" altLang="zh-CN" dirty="0"/>
              <a:t> </a:t>
            </a:r>
            <a:r>
              <a:rPr lang="zh-CN" altLang="en-US" dirty="0"/>
              <a:t>产生 </a:t>
            </a:r>
            <a:r>
              <a:rPr lang="en-US" altLang="zh-CN" dirty="0"/>
              <a:t>PWM </a:t>
            </a:r>
            <a:r>
              <a:rPr lang="zh-CN" altLang="en-US" dirty="0"/>
              <a:t>输出，除了之前的寄存器外，我们还会 用到 </a:t>
            </a:r>
            <a:r>
              <a:rPr lang="en-US" altLang="zh-CN" dirty="0"/>
              <a:t>3 </a:t>
            </a:r>
            <a:r>
              <a:rPr lang="zh-CN" altLang="en-US" dirty="0"/>
              <a:t>个寄存器，来控制 </a:t>
            </a:r>
            <a:r>
              <a:rPr lang="en-US" altLang="zh-CN" dirty="0"/>
              <a:t>PWM </a:t>
            </a:r>
            <a:r>
              <a:rPr lang="zh-CN" altLang="en-US" dirty="0"/>
              <a:t>。</a:t>
            </a:r>
            <a:r>
              <a:rPr lang="zh-CN" altLang="en-US" b="1" dirty="0">
                <a:solidFill>
                  <a:srgbClr val="C00000"/>
                </a:solidFill>
              </a:rPr>
              <a:t>这三个寄存器分别是：捕获</a:t>
            </a:r>
            <a:r>
              <a:rPr lang="en-US" altLang="zh-CN" b="1" dirty="0">
                <a:solidFill>
                  <a:srgbClr val="C00000"/>
                </a:solidFill>
              </a:rPr>
              <a:t>/</a:t>
            </a:r>
            <a:r>
              <a:rPr lang="zh-CN" altLang="en-US" b="1" dirty="0">
                <a:solidFill>
                  <a:srgbClr val="C00000"/>
                </a:solidFill>
              </a:rPr>
              <a:t>比较模式寄存器 （</a:t>
            </a:r>
            <a:r>
              <a:rPr lang="en-US" altLang="zh-CN" b="1" dirty="0">
                <a:solidFill>
                  <a:srgbClr val="C00000"/>
                </a:solidFill>
              </a:rPr>
              <a:t>TIMx_CCMR1/2</a:t>
            </a:r>
            <a:r>
              <a:rPr lang="zh-CN" altLang="en-US" b="1" dirty="0">
                <a:solidFill>
                  <a:srgbClr val="C00000"/>
                </a:solidFill>
              </a:rPr>
              <a:t>）、捕获</a:t>
            </a:r>
            <a:r>
              <a:rPr lang="en-US" altLang="zh-CN" b="1" dirty="0">
                <a:solidFill>
                  <a:srgbClr val="C00000"/>
                </a:solidFill>
              </a:rPr>
              <a:t>/</a:t>
            </a:r>
            <a:r>
              <a:rPr lang="zh-CN" altLang="en-US" b="1" dirty="0">
                <a:solidFill>
                  <a:srgbClr val="C00000"/>
                </a:solidFill>
              </a:rPr>
              <a:t>比较使能寄存器（</a:t>
            </a:r>
            <a:r>
              <a:rPr lang="en-US" altLang="zh-CN" b="1" dirty="0" err="1">
                <a:solidFill>
                  <a:srgbClr val="C00000"/>
                </a:solidFill>
              </a:rPr>
              <a:t>TIMx_CCER</a:t>
            </a:r>
            <a:r>
              <a:rPr lang="zh-CN" altLang="en-US" b="1" dirty="0">
                <a:solidFill>
                  <a:srgbClr val="C00000"/>
                </a:solidFill>
              </a:rPr>
              <a:t>）、捕获</a:t>
            </a:r>
            <a:r>
              <a:rPr lang="en-US" altLang="zh-CN" b="1" dirty="0">
                <a:solidFill>
                  <a:srgbClr val="C00000"/>
                </a:solidFill>
              </a:rPr>
              <a:t>/</a:t>
            </a:r>
            <a:r>
              <a:rPr lang="zh-CN" altLang="en-US" b="1" dirty="0">
                <a:solidFill>
                  <a:srgbClr val="C00000"/>
                </a:solidFill>
              </a:rPr>
              <a:t>比较寄存器（</a:t>
            </a:r>
            <a:r>
              <a:rPr lang="en-US" altLang="zh-CN" b="1" dirty="0">
                <a:solidFill>
                  <a:srgbClr val="C00000"/>
                </a:solidFill>
              </a:rPr>
              <a:t>TIMx_CCR1~4</a:t>
            </a:r>
            <a:r>
              <a:rPr lang="zh-CN" altLang="en-US" b="1" dirty="0">
                <a:solidFill>
                  <a:srgbClr val="C00000"/>
                </a:solidFill>
              </a:rPr>
              <a:t>）</a:t>
            </a:r>
            <a:r>
              <a:rPr lang="zh-CN" altLang="en-US" dirty="0"/>
              <a:t>。</a:t>
            </a:r>
            <a:endParaRPr lang="en-US" altLang="zh-CN" dirty="0"/>
          </a:p>
          <a:p>
            <a:pPr>
              <a:lnSpc>
                <a:spcPct val="150000"/>
              </a:lnSpc>
              <a:buClr>
                <a:srgbClr val="C00000"/>
              </a:buClr>
              <a:buFont typeface="Wingdings" pitchFamily="2" charset="2"/>
              <a:buChar char="u"/>
            </a:pPr>
            <a:r>
              <a:rPr lang="zh-CN" altLang="en-US" dirty="0"/>
              <a:t>捕获</a:t>
            </a:r>
            <a:r>
              <a:rPr lang="en-US" altLang="zh-CN" dirty="0"/>
              <a:t>/</a:t>
            </a:r>
            <a:r>
              <a:rPr lang="zh-CN" altLang="en-US" dirty="0"/>
              <a:t>比较模式寄存器（</a:t>
            </a:r>
            <a:r>
              <a:rPr lang="en-US" altLang="zh-CN" dirty="0"/>
              <a:t>TIMx_CCMR1/2</a:t>
            </a:r>
            <a:r>
              <a:rPr lang="zh-CN" altLang="en-US" dirty="0"/>
              <a:t>），该寄存器总共有 </a:t>
            </a:r>
            <a:r>
              <a:rPr lang="en-US" altLang="zh-CN" dirty="0"/>
              <a:t>2 </a:t>
            </a:r>
            <a:r>
              <a:rPr lang="zh-CN" altLang="en-US" dirty="0"/>
              <a:t>个，</a:t>
            </a:r>
            <a:r>
              <a:rPr lang="en-US" altLang="zh-CN" dirty="0" err="1"/>
              <a:t>TIMx</a:t>
            </a:r>
            <a:r>
              <a:rPr lang="en-US" altLang="zh-CN" dirty="0"/>
              <a:t> _CCMR1 </a:t>
            </a:r>
            <a:r>
              <a:rPr lang="zh-CN" altLang="en-US" dirty="0"/>
              <a:t>和 </a:t>
            </a:r>
            <a:r>
              <a:rPr lang="en-US" altLang="zh-CN" dirty="0" err="1"/>
              <a:t>TIMx</a:t>
            </a:r>
            <a:r>
              <a:rPr lang="en-US" altLang="zh-CN" dirty="0"/>
              <a:t> _CCMR2</a:t>
            </a:r>
            <a:r>
              <a:rPr lang="zh-CN" altLang="en-US" dirty="0"/>
              <a:t>。</a:t>
            </a:r>
            <a:r>
              <a:rPr lang="en-US" altLang="zh-CN" dirty="0"/>
              <a:t>TIMx_CCMR1 </a:t>
            </a:r>
            <a:r>
              <a:rPr lang="zh-CN" altLang="en-US" dirty="0"/>
              <a:t>控制 </a:t>
            </a:r>
            <a:r>
              <a:rPr lang="en-US" altLang="zh-CN" dirty="0"/>
              <a:t>CH1 </a:t>
            </a:r>
            <a:r>
              <a:rPr lang="zh-CN" altLang="en-US" dirty="0"/>
              <a:t>和 </a:t>
            </a:r>
            <a:r>
              <a:rPr lang="en-US" altLang="zh-CN" dirty="0"/>
              <a:t>2</a:t>
            </a:r>
            <a:r>
              <a:rPr lang="zh-CN" altLang="en-US" dirty="0"/>
              <a:t>，而 </a:t>
            </a:r>
            <a:r>
              <a:rPr lang="en-US" altLang="zh-CN" dirty="0"/>
              <a:t>TIMx_CCMR2 </a:t>
            </a:r>
            <a:r>
              <a:rPr lang="zh-CN" altLang="en-US" dirty="0"/>
              <a:t>控制 </a:t>
            </a:r>
            <a:r>
              <a:rPr lang="en-US" altLang="zh-CN" dirty="0"/>
              <a:t>CH3 </a:t>
            </a:r>
            <a:r>
              <a:rPr lang="zh-CN" altLang="en-US" dirty="0"/>
              <a:t>和 </a:t>
            </a:r>
            <a:r>
              <a:rPr lang="en-US" altLang="zh-CN" dirty="0"/>
              <a:t>4</a:t>
            </a:r>
            <a:r>
              <a:rPr lang="zh-CN" altLang="en-US" dirty="0"/>
              <a:t>。</a:t>
            </a:r>
          </a:p>
        </p:txBody>
      </p:sp>
      <p:pic>
        <p:nvPicPr>
          <p:cNvPr id="93185" name="Picture 1"/>
          <p:cNvPicPr>
            <a:picLocks noChangeAspect="1" noChangeArrowheads="1"/>
          </p:cNvPicPr>
          <p:nvPr/>
        </p:nvPicPr>
        <p:blipFill>
          <a:blip r:embed="rId2"/>
          <a:srcRect/>
          <a:stretch>
            <a:fillRect/>
          </a:stretch>
        </p:blipFill>
        <p:spPr bwMode="auto">
          <a:xfrm>
            <a:off x="606684" y="2855848"/>
            <a:ext cx="10344150" cy="1762125"/>
          </a:xfrm>
          <a:prstGeom prst="rect">
            <a:avLst/>
          </a:prstGeom>
          <a:noFill/>
          <a:ln w="9525">
            <a:noFill/>
            <a:miter lim="800000"/>
            <a:headEnd/>
            <a:tailEnd/>
          </a:ln>
          <a:effectLst/>
        </p:spPr>
      </p:pic>
      <p:sp>
        <p:nvSpPr>
          <p:cNvPr id="10" name="矩形 9"/>
          <p:cNvSpPr/>
          <p:nvPr/>
        </p:nvSpPr>
        <p:spPr>
          <a:xfrm>
            <a:off x="575387" y="4788264"/>
            <a:ext cx="10481388" cy="923330"/>
          </a:xfrm>
          <a:prstGeom prst="rect">
            <a:avLst/>
          </a:prstGeom>
        </p:spPr>
        <p:txBody>
          <a:bodyPr wrap="square">
            <a:spAutoFit/>
          </a:bodyPr>
          <a:lstStyle/>
          <a:p>
            <a:pPr>
              <a:lnSpc>
                <a:spcPct val="150000"/>
              </a:lnSpc>
            </a:pPr>
            <a:r>
              <a:rPr lang="zh-CN" altLang="en-US" dirty="0"/>
              <a:t>模式设置位 </a:t>
            </a:r>
            <a:r>
              <a:rPr lang="en-US" altLang="zh-CN" dirty="0" err="1"/>
              <a:t>OCxM</a:t>
            </a:r>
            <a:r>
              <a:rPr lang="zh-CN" altLang="en-US" dirty="0"/>
              <a:t>，此部分由 </a:t>
            </a:r>
            <a:r>
              <a:rPr lang="en-US" altLang="zh-CN" dirty="0"/>
              <a:t>3 </a:t>
            </a:r>
            <a:r>
              <a:rPr lang="zh-CN" altLang="en-US" dirty="0"/>
              <a:t>位组成。 总共可以配置成 </a:t>
            </a:r>
            <a:r>
              <a:rPr lang="en-US" altLang="zh-CN" dirty="0"/>
              <a:t>7 </a:t>
            </a:r>
            <a:r>
              <a:rPr lang="zh-CN" altLang="en-US" dirty="0"/>
              <a:t>种模式，我们使用的是 </a:t>
            </a:r>
            <a:r>
              <a:rPr lang="en-US" altLang="zh-CN" dirty="0"/>
              <a:t>PWM </a:t>
            </a:r>
            <a:r>
              <a:rPr lang="zh-CN" altLang="en-US" dirty="0"/>
              <a:t>模式，所以这 </a:t>
            </a:r>
            <a:r>
              <a:rPr lang="en-US" altLang="zh-CN" dirty="0"/>
              <a:t>3 </a:t>
            </a:r>
            <a:r>
              <a:rPr lang="zh-CN" altLang="en-US" dirty="0"/>
              <a:t>位必须设置为 </a:t>
            </a:r>
            <a:r>
              <a:rPr lang="en-US" altLang="zh-CN" dirty="0"/>
              <a:t>110/111</a:t>
            </a:r>
            <a:r>
              <a:rPr lang="zh-CN" altLang="en-US" dirty="0"/>
              <a:t>。这两种 </a:t>
            </a:r>
            <a:r>
              <a:rPr lang="en-US" altLang="zh-CN" dirty="0"/>
              <a:t>PWM </a:t>
            </a:r>
            <a:r>
              <a:rPr lang="zh-CN" altLang="en-US" dirty="0"/>
              <a:t>模式的区别就是输出电平的极性相反。</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06016" y="679876"/>
            <a:ext cx="10686662" cy="369332"/>
          </a:xfrm>
          <a:prstGeom prst="rect">
            <a:avLst/>
          </a:prstGeom>
        </p:spPr>
        <p:txBody>
          <a:bodyPr wrap="square">
            <a:spAutoFit/>
          </a:bodyPr>
          <a:lstStyle/>
          <a:p>
            <a:pPr>
              <a:buClr>
                <a:srgbClr val="C00000"/>
              </a:buClr>
              <a:buFont typeface="Wingdings" pitchFamily="2" charset="2"/>
              <a:buChar char="u"/>
            </a:pPr>
            <a:r>
              <a:rPr lang="zh-CN" altLang="en-US" dirty="0"/>
              <a:t>捕获</a:t>
            </a:r>
            <a:r>
              <a:rPr lang="en-US" altLang="zh-CN" dirty="0"/>
              <a:t>/</a:t>
            </a:r>
            <a:r>
              <a:rPr lang="zh-CN" altLang="en-US" dirty="0"/>
              <a:t>比较使能寄存器（</a:t>
            </a:r>
            <a:r>
              <a:rPr lang="en-US" altLang="zh-CN" dirty="0" err="1"/>
              <a:t>TIMx_CCER</a:t>
            </a:r>
            <a:r>
              <a:rPr lang="zh-CN" altLang="en-US" dirty="0"/>
              <a:t>），该寄存器控制着各个输入输出通 道的开关。</a:t>
            </a:r>
          </a:p>
        </p:txBody>
      </p:sp>
      <p:pic>
        <p:nvPicPr>
          <p:cNvPr id="92161" name="Picture 1"/>
          <p:cNvPicPr>
            <a:picLocks noChangeAspect="1" noChangeArrowheads="1"/>
          </p:cNvPicPr>
          <p:nvPr/>
        </p:nvPicPr>
        <p:blipFill>
          <a:blip r:embed="rId2"/>
          <a:srcRect/>
          <a:stretch>
            <a:fillRect/>
          </a:stretch>
        </p:blipFill>
        <p:spPr bwMode="auto">
          <a:xfrm>
            <a:off x="573930" y="1164675"/>
            <a:ext cx="10353675" cy="1076325"/>
          </a:xfrm>
          <a:prstGeom prst="rect">
            <a:avLst/>
          </a:prstGeom>
          <a:noFill/>
          <a:ln w="9525">
            <a:noFill/>
            <a:miter lim="800000"/>
            <a:headEnd/>
            <a:tailEnd/>
          </a:ln>
          <a:effectLst/>
        </p:spPr>
      </p:pic>
      <p:sp>
        <p:nvSpPr>
          <p:cNvPr id="6" name="矩形 5"/>
          <p:cNvSpPr/>
          <p:nvPr/>
        </p:nvSpPr>
        <p:spPr>
          <a:xfrm>
            <a:off x="743338" y="2424701"/>
            <a:ext cx="10406743" cy="369332"/>
          </a:xfrm>
          <a:prstGeom prst="rect">
            <a:avLst/>
          </a:prstGeom>
        </p:spPr>
        <p:txBody>
          <a:bodyPr wrap="square">
            <a:spAutoFit/>
          </a:bodyPr>
          <a:lstStyle/>
          <a:p>
            <a:pPr>
              <a:buClr>
                <a:srgbClr val="C00000"/>
              </a:buClr>
              <a:buFont typeface="Wingdings" pitchFamily="2" charset="2"/>
              <a:buChar char="u"/>
            </a:pPr>
            <a:r>
              <a:rPr lang="zh-CN" altLang="en-US" dirty="0"/>
              <a:t>捕获</a:t>
            </a:r>
            <a:r>
              <a:rPr lang="en-US" altLang="zh-CN" dirty="0"/>
              <a:t>/</a:t>
            </a:r>
            <a:r>
              <a:rPr lang="zh-CN" altLang="en-US" dirty="0"/>
              <a:t>比较寄存器（</a:t>
            </a:r>
            <a:r>
              <a:rPr lang="en-US" altLang="zh-CN" dirty="0"/>
              <a:t>TIMx_CCR1~4</a:t>
            </a:r>
            <a:r>
              <a:rPr lang="zh-CN" altLang="en-US" dirty="0"/>
              <a:t>），该寄存器总共有 </a:t>
            </a:r>
            <a:r>
              <a:rPr lang="en-US" altLang="zh-CN" dirty="0"/>
              <a:t>4 </a:t>
            </a:r>
            <a:r>
              <a:rPr lang="zh-CN" altLang="en-US" dirty="0"/>
              <a:t>个，对应 </a:t>
            </a:r>
            <a:r>
              <a:rPr lang="en-US" altLang="zh-CN" dirty="0"/>
              <a:t>4 </a:t>
            </a:r>
            <a:r>
              <a:rPr lang="zh-CN" altLang="en-US" dirty="0"/>
              <a:t>个 输通道 </a:t>
            </a:r>
            <a:r>
              <a:rPr lang="en-US" altLang="zh-CN" dirty="0"/>
              <a:t>CH1~4</a:t>
            </a:r>
            <a:endParaRPr lang="zh-CN" altLang="en-US" dirty="0"/>
          </a:p>
        </p:txBody>
      </p:sp>
      <p:pic>
        <p:nvPicPr>
          <p:cNvPr id="92162" name="Picture 2"/>
          <p:cNvPicPr>
            <a:picLocks noChangeAspect="1" noChangeArrowheads="1"/>
          </p:cNvPicPr>
          <p:nvPr/>
        </p:nvPicPr>
        <p:blipFill>
          <a:blip r:embed="rId3"/>
          <a:srcRect/>
          <a:stretch>
            <a:fillRect/>
          </a:stretch>
        </p:blipFill>
        <p:spPr bwMode="auto">
          <a:xfrm>
            <a:off x="419683" y="2876065"/>
            <a:ext cx="10382250" cy="3438525"/>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94048" y="1323688"/>
            <a:ext cx="9772261" cy="3970318"/>
          </a:xfrm>
          <a:prstGeom prst="rect">
            <a:avLst/>
          </a:prstGeom>
        </p:spPr>
        <p:txBody>
          <a:bodyPr wrap="square">
            <a:spAutoFit/>
          </a:bodyPr>
          <a:lstStyle/>
          <a:p>
            <a:pPr>
              <a:lnSpc>
                <a:spcPct val="150000"/>
              </a:lnSpc>
            </a:pPr>
            <a:r>
              <a:rPr lang="en-US" altLang="zh-CN" sz="2400" b="1" dirty="0">
                <a:solidFill>
                  <a:srgbClr val="C00000"/>
                </a:solidFill>
              </a:rPr>
              <a:t>PWM</a:t>
            </a:r>
            <a:r>
              <a:rPr lang="zh-CN" altLang="en-US" sz="2400" b="1" dirty="0">
                <a:solidFill>
                  <a:srgbClr val="C00000"/>
                </a:solidFill>
              </a:rPr>
              <a:t>设置步骤：</a:t>
            </a:r>
            <a:endParaRPr lang="en-US" altLang="zh-CN" sz="2400" b="1" dirty="0">
              <a:solidFill>
                <a:srgbClr val="C00000"/>
              </a:solidFill>
            </a:endParaRPr>
          </a:p>
          <a:p>
            <a:pPr>
              <a:lnSpc>
                <a:spcPct val="150000"/>
              </a:lnSpc>
            </a:pPr>
            <a:r>
              <a:rPr lang="en-US" altLang="zh-CN" sz="2400" dirty="0"/>
              <a:t>1</a:t>
            </a:r>
            <a:r>
              <a:rPr lang="zh-CN" altLang="en-US" sz="2400" dirty="0"/>
              <a:t>）开启 </a:t>
            </a:r>
            <a:r>
              <a:rPr lang="en-US" altLang="zh-CN" sz="2400" dirty="0"/>
              <a:t>TIM3 </a:t>
            </a:r>
            <a:r>
              <a:rPr lang="zh-CN" altLang="en-US" sz="2400" dirty="0"/>
              <a:t>时钟以及复用功能时钟，配置 </a:t>
            </a:r>
            <a:r>
              <a:rPr lang="en-US" altLang="zh-CN" sz="2400" dirty="0"/>
              <a:t>PB5 </a:t>
            </a:r>
            <a:r>
              <a:rPr lang="zh-CN" altLang="en-US" sz="2400" dirty="0"/>
              <a:t>为复用输出。</a:t>
            </a:r>
            <a:endParaRPr lang="en-US" altLang="zh-CN" sz="2400" dirty="0"/>
          </a:p>
          <a:p>
            <a:pPr>
              <a:lnSpc>
                <a:spcPct val="150000"/>
              </a:lnSpc>
            </a:pPr>
            <a:r>
              <a:rPr lang="en-US" altLang="zh-CN" sz="2400" dirty="0"/>
              <a:t>2</a:t>
            </a:r>
            <a:r>
              <a:rPr lang="zh-CN" altLang="en-US" sz="2400" dirty="0"/>
              <a:t>）设置 </a:t>
            </a:r>
            <a:r>
              <a:rPr lang="en-US" altLang="zh-CN" sz="2400" dirty="0"/>
              <a:t>TIM3_CH2 </a:t>
            </a:r>
            <a:r>
              <a:rPr lang="zh-CN" altLang="en-US" sz="2400" dirty="0"/>
              <a:t>重映射到 </a:t>
            </a:r>
            <a:r>
              <a:rPr lang="en-US" altLang="zh-CN" sz="2400" dirty="0"/>
              <a:t>PB5 </a:t>
            </a:r>
            <a:r>
              <a:rPr lang="zh-CN" altLang="en-US" sz="2400" dirty="0"/>
              <a:t>上。</a:t>
            </a:r>
            <a:endParaRPr lang="en-US" altLang="zh-CN" sz="2400" dirty="0"/>
          </a:p>
          <a:p>
            <a:pPr>
              <a:lnSpc>
                <a:spcPct val="150000"/>
              </a:lnSpc>
            </a:pPr>
            <a:r>
              <a:rPr lang="en-US" altLang="zh-CN" sz="2400" dirty="0"/>
              <a:t>3</a:t>
            </a:r>
            <a:r>
              <a:rPr lang="zh-CN" altLang="en-US" sz="2400" dirty="0"/>
              <a:t>）初始化 </a:t>
            </a:r>
            <a:r>
              <a:rPr lang="en-US" altLang="zh-CN" sz="2400" dirty="0"/>
              <a:t>TIM3,</a:t>
            </a:r>
            <a:r>
              <a:rPr lang="zh-CN" altLang="en-US" sz="2400" dirty="0"/>
              <a:t>设置 </a:t>
            </a:r>
            <a:r>
              <a:rPr lang="en-US" altLang="zh-CN" sz="2400" dirty="0"/>
              <a:t>TIM3 </a:t>
            </a:r>
            <a:r>
              <a:rPr lang="zh-CN" altLang="en-US" sz="2400" dirty="0"/>
              <a:t>的 </a:t>
            </a:r>
            <a:r>
              <a:rPr lang="en-US" altLang="zh-CN" sz="2400" dirty="0"/>
              <a:t>ARR </a:t>
            </a:r>
            <a:r>
              <a:rPr lang="zh-CN" altLang="en-US" sz="2400" dirty="0"/>
              <a:t>和 </a:t>
            </a:r>
            <a:r>
              <a:rPr lang="en-US" altLang="zh-CN" sz="2400" dirty="0"/>
              <a:t>PSC</a:t>
            </a:r>
            <a:r>
              <a:rPr lang="zh-CN" altLang="en-US" sz="2400" dirty="0"/>
              <a:t>。</a:t>
            </a:r>
            <a:endParaRPr lang="en-US" altLang="zh-CN" sz="2400" dirty="0"/>
          </a:p>
          <a:p>
            <a:pPr>
              <a:lnSpc>
                <a:spcPct val="150000"/>
              </a:lnSpc>
            </a:pPr>
            <a:r>
              <a:rPr lang="en-US" altLang="zh-CN" sz="2400" dirty="0"/>
              <a:t>4</a:t>
            </a:r>
            <a:r>
              <a:rPr lang="zh-CN" altLang="en-US" sz="2400" dirty="0"/>
              <a:t>）设置 </a:t>
            </a:r>
            <a:r>
              <a:rPr lang="en-US" altLang="zh-CN" sz="2400" dirty="0"/>
              <a:t>TIM3_CH2 </a:t>
            </a:r>
            <a:r>
              <a:rPr lang="zh-CN" altLang="en-US" sz="2400" dirty="0"/>
              <a:t>的 </a:t>
            </a:r>
            <a:r>
              <a:rPr lang="en-US" altLang="zh-CN" sz="2400" dirty="0"/>
              <a:t>PWM </a:t>
            </a:r>
            <a:r>
              <a:rPr lang="zh-CN" altLang="en-US" sz="2400" dirty="0"/>
              <a:t>模式，使能 </a:t>
            </a:r>
            <a:r>
              <a:rPr lang="en-US" altLang="zh-CN" sz="2400" dirty="0"/>
              <a:t>TIM3 </a:t>
            </a:r>
            <a:r>
              <a:rPr lang="zh-CN" altLang="en-US" sz="2400" dirty="0"/>
              <a:t>的 </a:t>
            </a:r>
            <a:r>
              <a:rPr lang="en-US" altLang="zh-CN" sz="2400" dirty="0"/>
              <a:t>CH2 </a:t>
            </a:r>
            <a:r>
              <a:rPr lang="zh-CN" altLang="en-US" sz="2400" dirty="0"/>
              <a:t>输出。</a:t>
            </a:r>
            <a:endParaRPr lang="en-US" altLang="zh-CN" sz="2400" dirty="0"/>
          </a:p>
          <a:p>
            <a:pPr>
              <a:lnSpc>
                <a:spcPct val="150000"/>
              </a:lnSpc>
            </a:pPr>
            <a:r>
              <a:rPr lang="en-US" altLang="zh-CN" sz="2400" dirty="0"/>
              <a:t>5</a:t>
            </a:r>
            <a:r>
              <a:rPr lang="zh-CN" altLang="en-US" sz="2400" dirty="0"/>
              <a:t>）使能 </a:t>
            </a:r>
            <a:r>
              <a:rPr lang="en-US" altLang="zh-CN" sz="2400" dirty="0"/>
              <a:t>TIM3</a:t>
            </a:r>
            <a:r>
              <a:rPr lang="zh-CN" altLang="en-US" sz="2400" dirty="0"/>
              <a:t>。</a:t>
            </a:r>
            <a:endParaRPr lang="en-US" altLang="zh-CN" sz="2400" dirty="0"/>
          </a:p>
          <a:p>
            <a:pPr>
              <a:lnSpc>
                <a:spcPct val="150000"/>
              </a:lnSpc>
            </a:pPr>
            <a:r>
              <a:rPr lang="en-US" altLang="zh-CN" sz="2400" dirty="0"/>
              <a:t>6</a:t>
            </a:r>
            <a:r>
              <a:rPr lang="zh-CN" altLang="en-US" sz="2400" dirty="0"/>
              <a:t>）修改 </a:t>
            </a:r>
            <a:r>
              <a:rPr lang="en-US" altLang="zh-CN" sz="2400" dirty="0"/>
              <a:t>TIM3_CCR2 </a:t>
            </a:r>
            <a:r>
              <a:rPr lang="zh-CN" altLang="en-US" sz="2400" dirty="0"/>
              <a:t>来控制占空比。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7354" y="651884"/>
            <a:ext cx="10854613" cy="3416320"/>
          </a:xfrm>
          <a:prstGeom prst="rect">
            <a:avLst/>
          </a:prstGeom>
        </p:spPr>
        <p:txBody>
          <a:bodyPr wrap="square">
            <a:spAutoFit/>
          </a:bodyPr>
          <a:lstStyle/>
          <a:p>
            <a:pPr>
              <a:lnSpc>
                <a:spcPct val="150000"/>
              </a:lnSpc>
            </a:pPr>
            <a:r>
              <a:rPr lang="zh-CN" altLang="en-US" sz="2400" dirty="0"/>
              <a:t>      我们要使用 </a:t>
            </a:r>
            <a:r>
              <a:rPr lang="en-US" altLang="zh-CN" sz="2400" dirty="0"/>
              <a:t>TIM3 </a:t>
            </a:r>
            <a:r>
              <a:rPr lang="zh-CN" altLang="en-US" sz="2400" dirty="0"/>
              <a:t>的 </a:t>
            </a:r>
            <a:r>
              <a:rPr lang="en-US" altLang="zh-CN" sz="2400" dirty="0"/>
              <a:t>CH2 </a:t>
            </a:r>
            <a:r>
              <a:rPr lang="zh-CN" altLang="en-US" sz="2400" dirty="0"/>
              <a:t>输出 </a:t>
            </a:r>
            <a:r>
              <a:rPr lang="en-US" altLang="zh-CN" sz="2400" dirty="0"/>
              <a:t>PWM </a:t>
            </a:r>
            <a:r>
              <a:rPr lang="zh-CN" altLang="en-US" sz="2400" dirty="0"/>
              <a:t>来控制 </a:t>
            </a:r>
            <a:r>
              <a:rPr lang="en-US" altLang="zh-CN" sz="2400" dirty="0"/>
              <a:t>DS0 </a:t>
            </a:r>
            <a:r>
              <a:rPr lang="zh-CN" altLang="en-US" sz="2400" dirty="0"/>
              <a:t>的亮度，但是 </a:t>
            </a:r>
            <a:r>
              <a:rPr lang="en-US" altLang="zh-CN" sz="2400" dirty="0"/>
              <a:t>TIM3_CH2 </a:t>
            </a:r>
            <a:r>
              <a:rPr lang="zh-CN" altLang="en-US" sz="2400" dirty="0"/>
              <a:t>默认是接在 </a:t>
            </a:r>
            <a:r>
              <a:rPr lang="en-US" altLang="zh-CN" sz="2400" dirty="0"/>
              <a:t>PA7 </a:t>
            </a:r>
            <a:r>
              <a:rPr lang="zh-CN" altLang="en-US" sz="2400" dirty="0"/>
              <a:t>上面的，而我们的 </a:t>
            </a:r>
            <a:r>
              <a:rPr lang="en-US" altLang="zh-CN" sz="2400" dirty="0"/>
              <a:t>DS0 </a:t>
            </a:r>
            <a:r>
              <a:rPr lang="zh-CN" altLang="en-US" sz="2400" dirty="0"/>
              <a:t>接在 </a:t>
            </a:r>
            <a:r>
              <a:rPr lang="en-US" altLang="zh-CN" sz="2400" dirty="0"/>
              <a:t>PB5 </a:t>
            </a:r>
            <a:r>
              <a:rPr lang="zh-CN" altLang="en-US" sz="2400" dirty="0"/>
              <a:t>上面，如果普通 </a:t>
            </a:r>
            <a:r>
              <a:rPr lang="en-US" altLang="zh-CN" sz="2400" dirty="0"/>
              <a:t>MCU</a:t>
            </a:r>
            <a:r>
              <a:rPr lang="zh-CN" altLang="en-US" sz="2400" dirty="0"/>
              <a:t>，可能就只能用飞线把 </a:t>
            </a:r>
            <a:r>
              <a:rPr lang="en-US" altLang="zh-CN" sz="2400" dirty="0"/>
              <a:t>PA7 </a:t>
            </a:r>
            <a:r>
              <a:rPr lang="zh-CN" altLang="en-US" sz="2400" dirty="0"/>
              <a:t>飞到 </a:t>
            </a:r>
            <a:r>
              <a:rPr lang="en-US" altLang="zh-CN" sz="2400" dirty="0"/>
              <a:t>PB5 </a:t>
            </a:r>
            <a:r>
              <a:rPr lang="zh-CN" altLang="en-US" sz="2400" dirty="0"/>
              <a:t>上来实现了，不过，我们用的是 </a:t>
            </a:r>
            <a:r>
              <a:rPr lang="en-US" altLang="zh-CN" sz="2400" dirty="0"/>
              <a:t>STM32</a:t>
            </a:r>
            <a:r>
              <a:rPr lang="zh-CN" altLang="en-US" sz="2400" dirty="0"/>
              <a:t>，它比较高级，可以通过重映射功能，把 </a:t>
            </a:r>
            <a:r>
              <a:rPr lang="en-US" altLang="zh-CN" sz="2400" dirty="0"/>
              <a:t>TIM3_CH2 </a:t>
            </a:r>
            <a:r>
              <a:rPr lang="zh-CN" altLang="en-US" sz="2400" dirty="0"/>
              <a:t>映射到 </a:t>
            </a:r>
            <a:r>
              <a:rPr lang="en-US" altLang="zh-CN" sz="2400" dirty="0"/>
              <a:t>PB5 </a:t>
            </a:r>
            <a:r>
              <a:rPr lang="zh-CN" altLang="en-US" sz="2400" dirty="0"/>
              <a:t>上。</a:t>
            </a:r>
            <a:endParaRPr lang="en-US" altLang="zh-CN" sz="2400" dirty="0"/>
          </a:p>
          <a:p>
            <a:pPr>
              <a:lnSpc>
                <a:spcPct val="150000"/>
              </a:lnSpc>
            </a:pPr>
            <a:r>
              <a:rPr lang="en-US" sz="2400" dirty="0"/>
              <a:t>        STM32 </a:t>
            </a:r>
            <a:r>
              <a:rPr lang="zh-CN" altLang="en-US" sz="2400" dirty="0"/>
              <a:t>的重映射控制是由复用重映射和调试 </a:t>
            </a:r>
            <a:r>
              <a:rPr lang="en-US" sz="2400" dirty="0"/>
              <a:t>IO </a:t>
            </a:r>
            <a:r>
              <a:rPr lang="zh-CN" altLang="en-US" sz="2400" dirty="0"/>
              <a:t>配置寄存器（</a:t>
            </a:r>
            <a:r>
              <a:rPr lang="en-US" sz="2400" dirty="0"/>
              <a:t>AFIO_MAPR）</a:t>
            </a:r>
            <a:r>
              <a:rPr lang="zh-CN" altLang="en-US" sz="2400" dirty="0"/>
              <a:t>控制</a:t>
            </a:r>
          </a:p>
        </p:txBody>
      </p:sp>
      <p:pic>
        <p:nvPicPr>
          <p:cNvPr id="56322" name="Picture 2"/>
          <p:cNvPicPr>
            <a:picLocks noChangeAspect="1" noChangeArrowheads="1"/>
          </p:cNvPicPr>
          <p:nvPr/>
        </p:nvPicPr>
        <p:blipFill>
          <a:blip r:embed="rId2"/>
          <a:srcRect/>
          <a:stretch>
            <a:fillRect/>
          </a:stretch>
        </p:blipFill>
        <p:spPr bwMode="auto">
          <a:xfrm>
            <a:off x="2211646" y="4021202"/>
            <a:ext cx="7510851" cy="2365093"/>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87354" y="651884"/>
            <a:ext cx="10854613" cy="1133259"/>
          </a:xfrm>
          <a:prstGeom prst="rect">
            <a:avLst/>
          </a:prstGeom>
        </p:spPr>
        <p:txBody>
          <a:bodyPr wrap="square">
            <a:spAutoFit/>
          </a:bodyPr>
          <a:lstStyle/>
          <a:p>
            <a:pPr>
              <a:lnSpc>
                <a:spcPct val="150000"/>
              </a:lnSpc>
            </a:pPr>
            <a:r>
              <a:rPr lang="zh-CN" altLang="en-US" sz="2400" dirty="0"/>
              <a:t>我们这里用到的是 </a:t>
            </a:r>
            <a:r>
              <a:rPr lang="en-US" sz="2400" dirty="0"/>
              <a:t>TIM3 </a:t>
            </a:r>
            <a:r>
              <a:rPr lang="zh-CN" altLang="en-US" sz="2400" dirty="0"/>
              <a:t>的重映射，从上图可以看出，</a:t>
            </a:r>
            <a:r>
              <a:rPr lang="en-US" sz="2400" dirty="0"/>
              <a:t>TIM3_REMAP </a:t>
            </a:r>
            <a:r>
              <a:rPr lang="zh-CN" altLang="en-US" sz="2400" dirty="0"/>
              <a:t>是由</a:t>
            </a:r>
            <a:r>
              <a:rPr lang="en-US" altLang="zh-CN" sz="2400" dirty="0"/>
              <a:t>[11:10]</a:t>
            </a:r>
            <a:r>
              <a:rPr lang="zh-CN" altLang="en-US" sz="2400" dirty="0"/>
              <a:t>这 </a:t>
            </a:r>
            <a:r>
              <a:rPr lang="en-US" altLang="zh-CN" sz="2400" dirty="0"/>
              <a:t>2 </a:t>
            </a:r>
            <a:r>
              <a:rPr lang="zh-CN" altLang="en-US" sz="2400" dirty="0"/>
              <a:t>个位 控制的。</a:t>
            </a:r>
            <a:r>
              <a:rPr lang="en-US" sz="2400" dirty="0"/>
              <a:t>TIM3_REMAP[1:0]</a:t>
            </a:r>
            <a:r>
              <a:rPr lang="zh-CN" altLang="en-US" sz="2400" dirty="0"/>
              <a:t>重映射控制表如表 所示：</a:t>
            </a:r>
          </a:p>
        </p:txBody>
      </p:sp>
      <p:pic>
        <p:nvPicPr>
          <p:cNvPr id="57346" name="Picture 2"/>
          <p:cNvPicPr>
            <a:picLocks noChangeAspect="1" noChangeArrowheads="1"/>
          </p:cNvPicPr>
          <p:nvPr/>
        </p:nvPicPr>
        <p:blipFill>
          <a:blip r:embed="rId2"/>
          <a:srcRect/>
          <a:stretch>
            <a:fillRect/>
          </a:stretch>
        </p:blipFill>
        <p:spPr bwMode="auto">
          <a:xfrm>
            <a:off x="1337388" y="1770777"/>
            <a:ext cx="8935616" cy="2212424"/>
          </a:xfrm>
          <a:prstGeom prst="rect">
            <a:avLst/>
          </a:prstGeom>
          <a:noFill/>
          <a:ln w="9525">
            <a:noFill/>
            <a:miter lim="800000"/>
            <a:headEnd/>
            <a:tailEnd/>
          </a:ln>
          <a:effectLst/>
        </p:spPr>
      </p:pic>
      <p:sp>
        <p:nvSpPr>
          <p:cNvPr id="5" name="矩形 4"/>
          <p:cNvSpPr/>
          <p:nvPr/>
        </p:nvSpPr>
        <p:spPr>
          <a:xfrm>
            <a:off x="510072" y="4063395"/>
            <a:ext cx="10621347" cy="2239074"/>
          </a:xfrm>
          <a:prstGeom prst="rect">
            <a:avLst/>
          </a:prstGeom>
        </p:spPr>
        <p:txBody>
          <a:bodyPr wrap="square">
            <a:spAutoFit/>
          </a:bodyPr>
          <a:lstStyle/>
          <a:p>
            <a:pPr>
              <a:lnSpc>
                <a:spcPct val="150000"/>
              </a:lnSpc>
            </a:pPr>
            <a:r>
              <a:rPr lang="zh-CN" altLang="en-US" sz="2400" dirty="0"/>
              <a:t>默认条件下，</a:t>
            </a:r>
            <a:r>
              <a:rPr lang="en-US" altLang="en-US" sz="2400" dirty="0"/>
              <a:t>TIM3_REMAP[1:0]</a:t>
            </a:r>
            <a:r>
              <a:rPr lang="zh-CN" altLang="en-US" sz="2400" dirty="0"/>
              <a:t>为 </a:t>
            </a:r>
            <a:r>
              <a:rPr lang="en-US" altLang="zh-CN" sz="2400" dirty="0"/>
              <a:t>00</a:t>
            </a:r>
            <a:r>
              <a:rPr lang="zh-CN" altLang="en-US" sz="2400" dirty="0"/>
              <a:t>，是没有重映射的，所以 </a:t>
            </a:r>
            <a:r>
              <a:rPr lang="en-US" altLang="en-US" sz="2400" dirty="0"/>
              <a:t>TIM3_CH1~TIM3_CH4 </a:t>
            </a:r>
            <a:r>
              <a:rPr lang="zh-CN" altLang="en-US" sz="2400" dirty="0"/>
              <a:t>分 别是接在 </a:t>
            </a:r>
            <a:r>
              <a:rPr lang="en-US" altLang="en-US" sz="2400" dirty="0"/>
              <a:t>PA6、PA7、PB0 </a:t>
            </a:r>
            <a:r>
              <a:rPr lang="zh-CN" altLang="en-US" sz="2400" dirty="0"/>
              <a:t>和 </a:t>
            </a:r>
            <a:r>
              <a:rPr lang="en-US" altLang="en-US" sz="2400" dirty="0"/>
              <a:t>PB1 </a:t>
            </a:r>
            <a:r>
              <a:rPr lang="zh-CN" altLang="en-US" sz="2400" dirty="0"/>
              <a:t>上的，而我们想让 </a:t>
            </a:r>
            <a:r>
              <a:rPr lang="en-US" altLang="en-US" sz="2400" dirty="0"/>
              <a:t>TIM3_CH2 </a:t>
            </a:r>
            <a:r>
              <a:rPr lang="zh-CN" altLang="en-US" sz="2400" dirty="0"/>
              <a:t>映射到 </a:t>
            </a:r>
            <a:r>
              <a:rPr lang="en-US" altLang="en-US" sz="2400" dirty="0"/>
              <a:t>PB5 </a:t>
            </a:r>
            <a:r>
              <a:rPr lang="zh-CN" altLang="en-US" sz="2400" dirty="0"/>
              <a:t>上，则需要设置 </a:t>
            </a:r>
            <a:r>
              <a:rPr lang="en-US" altLang="en-US" sz="2400" dirty="0"/>
              <a:t>TIM3_REMAP[1:0]=10，</a:t>
            </a:r>
            <a:r>
              <a:rPr lang="zh-CN" altLang="en-US" sz="2400" dirty="0"/>
              <a:t>即部分重映射，这里需要注意，此时 </a:t>
            </a:r>
            <a:r>
              <a:rPr lang="en-US" altLang="en-US" sz="2400" dirty="0"/>
              <a:t>TIM3_CH1 </a:t>
            </a:r>
            <a:r>
              <a:rPr lang="zh-CN" altLang="en-US" sz="2400" dirty="0"/>
              <a:t>也被映射到 </a:t>
            </a:r>
            <a:r>
              <a:rPr lang="en-US" altLang="en-US" sz="2400" dirty="0"/>
              <a:t>PB4 </a:t>
            </a:r>
            <a:r>
              <a:rPr lang="zh-CN" altLang="en-US" sz="2400" dirty="0"/>
              <a:t>上了。</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98517" y="519795"/>
            <a:ext cx="4548040" cy="523220"/>
          </a:xfrm>
          <a:prstGeom prst="rect">
            <a:avLst/>
          </a:prstGeom>
        </p:spPr>
        <p:txBody>
          <a:bodyPr wrap="none">
            <a:spAutoFit/>
          </a:bodyPr>
          <a:lstStyle/>
          <a:p>
            <a:r>
              <a:rPr lang="en-US" altLang="zh-CN" sz="2800" b="1" dirty="0"/>
              <a:t>PWM </a:t>
            </a:r>
            <a:r>
              <a:rPr lang="zh-CN" altLang="en-US" sz="2800" b="1" dirty="0"/>
              <a:t>相关函数和数据结构</a:t>
            </a:r>
            <a:endParaRPr lang="en-US" sz="2800" b="1" dirty="0"/>
          </a:p>
        </p:txBody>
      </p:sp>
      <p:sp>
        <p:nvSpPr>
          <p:cNvPr id="5" name="矩形 4"/>
          <p:cNvSpPr/>
          <p:nvPr/>
        </p:nvSpPr>
        <p:spPr>
          <a:xfrm>
            <a:off x="547396" y="1177318"/>
            <a:ext cx="10966580" cy="5632311"/>
          </a:xfrm>
          <a:prstGeom prst="rect">
            <a:avLst/>
          </a:prstGeom>
        </p:spPr>
        <p:txBody>
          <a:bodyPr wrap="square">
            <a:spAutoFit/>
          </a:bodyPr>
          <a:lstStyle/>
          <a:p>
            <a:pPr>
              <a:lnSpc>
                <a:spcPct val="150000"/>
              </a:lnSpc>
              <a:buClr>
                <a:srgbClr val="C00000"/>
              </a:buClr>
              <a:buFont typeface="Wingdings" pitchFamily="2" charset="2"/>
              <a:buChar char="u"/>
            </a:pPr>
            <a:r>
              <a:rPr lang="en-US" sz="2000" dirty="0" err="1"/>
              <a:t>typedef</a:t>
            </a:r>
            <a:r>
              <a:rPr lang="en-US" sz="2000" dirty="0"/>
              <a:t> </a:t>
            </a:r>
            <a:r>
              <a:rPr lang="en-US" sz="2000" dirty="0" err="1"/>
              <a:t>struct</a:t>
            </a:r>
            <a:br>
              <a:rPr lang="en-US" sz="2000" dirty="0"/>
            </a:br>
            <a:r>
              <a:rPr lang="en-US" sz="2000" dirty="0"/>
              <a:t>{</a:t>
            </a:r>
            <a:br>
              <a:rPr lang="en-US" sz="2000" dirty="0"/>
            </a:br>
            <a:r>
              <a:rPr lang="en-US" sz="2000" dirty="0"/>
              <a:t>  </a:t>
            </a:r>
            <a:r>
              <a:rPr lang="en-US" sz="2000" dirty="0">
                <a:solidFill>
                  <a:srgbClr val="C00000"/>
                </a:solidFill>
              </a:rPr>
              <a:t>uint16_t </a:t>
            </a:r>
            <a:r>
              <a:rPr lang="en-US" sz="2000" dirty="0" err="1">
                <a:solidFill>
                  <a:srgbClr val="C00000"/>
                </a:solidFill>
              </a:rPr>
              <a:t>TIM_OCMode</a:t>
            </a:r>
            <a:r>
              <a:rPr lang="en-US" sz="2000" dirty="0">
                <a:solidFill>
                  <a:srgbClr val="C00000"/>
                </a:solidFill>
              </a:rPr>
              <a:t>;         // </a:t>
            </a:r>
            <a:r>
              <a:rPr lang="zh-CN" altLang="en-US" sz="2000" dirty="0">
                <a:solidFill>
                  <a:srgbClr val="C00000"/>
                </a:solidFill>
              </a:rPr>
              <a:t>选择定时器模式，设置模式是 </a:t>
            </a:r>
            <a:r>
              <a:rPr lang="en-US" altLang="zh-CN" sz="2000" dirty="0">
                <a:solidFill>
                  <a:srgbClr val="C00000"/>
                </a:solidFill>
              </a:rPr>
              <a:t>PWM </a:t>
            </a:r>
            <a:r>
              <a:rPr lang="zh-CN" altLang="en-US" sz="2000" dirty="0">
                <a:solidFill>
                  <a:srgbClr val="C00000"/>
                </a:solidFill>
              </a:rPr>
              <a:t>还是输出比较</a:t>
            </a:r>
            <a:br>
              <a:rPr lang="zh-CN" altLang="en-US" sz="2000" dirty="0">
                <a:solidFill>
                  <a:srgbClr val="C00000"/>
                </a:solidFill>
              </a:rPr>
            </a:br>
            <a:r>
              <a:rPr lang="zh-CN" altLang="en-US" sz="2000" dirty="0"/>
              <a:t>  </a:t>
            </a:r>
            <a:r>
              <a:rPr lang="en-US" sz="2000" dirty="0">
                <a:solidFill>
                  <a:srgbClr val="C00000"/>
                </a:solidFill>
              </a:rPr>
              <a:t>uint16_t </a:t>
            </a:r>
            <a:r>
              <a:rPr lang="en-US" sz="2000" dirty="0" err="1">
                <a:solidFill>
                  <a:srgbClr val="C00000"/>
                </a:solidFill>
              </a:rPr>
              <a:t>TIM_OutputState</a:t>
            </a:r>
            <a:r>
              <a:rPr lang="en-US" sz="2000" dirty="0">
                <a:solidFill>
                  <a:srgbClr val="C00000"/>
                </a:solidFill>
              </a:rPr>
              <a:t>;   // </a:t>
            </a:r>
            <a:r>
              <a:rPr lang="zh-CN" altLang="en-US" sz="2000" dirty="0">
                <a:solidFill>
                  <a:srgbClr val="C00000"/>
                </a:solidFill>
              </a:rPr>
              <a:t>使能位</a:t>
            </a:r>
            <a:br>
              <a:rPr lang="zh-CN" altLang="en-US" sz="2000" dirty="0"/>
            </a:br>
            <a:r>
              <a:rPr lang="zh-CN" altLang="en-US" sz="2000" dirty="0"/>
              <a:t>  </a:t>
            </a:r>
            <a:r>
              <a:rPr lang="en-US" sz="2000" dirty="0"/>
              <a:t>uint16_t </a:t>
            </a:r>
            <a:r>
              <a:rPr lang="en-US" sz="2000" dirty="0" err="1"/>
              <a:t>TIM_OutputNState</a:t>
            </a:r>
            <a:r>
              <a:rPr lang="en-US" sz="2000" dirty="0"/>
              <a:t>;  </a:t>
            </a:r>
            <a:br>
              <a:rPr lang="en-US" sz="2000" dirty="0"/>
            </a:br>
            <a:r>
              <a:rPr lang="en-US" sz="2000" dirty="0"/>
              <a:t>  uint16_t </a:t>
            </a:r>
            <a:r>
              <a:rPr lang="en-US" sz="2000" dirty="0" err="1"/>
              <a:t>TIM_Pulse</a:t>
            </a:r>
            <a:r>
              <a:rPr lang="en-US" sz="2000" dirty="0"/>
              <a:t>;     </a:t>
            </a:r>
            <a:r>
              <a:rPr lang="zh-CN" altLang="en-US" sz="2000" dirty="0"/>
              <a:t>   </a:t>
            </a:r>
            <a:br>
              <a:rPr lang="zh-CN" altLang="en-US" sz="2000" dirty="0"/>
            </a:br>
            <a:r>
              <a:rPr lang="zh-CN" altLang="en-US" sz="2000" dirty="0"/>
              <a:t>  </a:t>
            </a:r>
            <a:r>
              <a:rPr lang="en-US" sz="2000" dirty="0">
                <a:solidFill>
                  <a:srgbClr val="C00000"/>
                </a:solidFill>
              </a:rPr>
              <a:t>uint16_t </a:t>
            </a:r>
            <a:r>
              <a:rPr lang="en-US" sz="2000" dirty="0" err="1">
                <a:solidFill>
                  <a:srgbClr val="C00000"/>
                </a:solidFill>
              </a:rPr>
              <a:t>TIM_OCPolarity</a:t>
            </a:r>
            <a:r>
              <a:rPr lang="en-US" sz="2000" dirty="0">
                <a:solidFill>
                  <a:srgbClr val="C00000"/>
                </a:solidFill>
              </a:rPr>
              <a:t>;     // </a:t>
            </a:r>
            <a:r>
              <a:rPr lang="zh-CN" altLang="en-US" sz="2000" dirty="0">
                <a:solidFill>
                  <a:srgbClr val="C00000"/>
                </a:solidFill>
              </a:rPr>
              <a:t>输出极性</a:t>
            </a:r>
            <a:br>
              <a:rPr lang="zh-CN" altLang="en-US" sz="2000" dirty="0"/>
            </a:br>
            <a:r>
              <a:rPr lang="zh-CN" altLang="en-US" sz="2000" dirty="0"/>
              <a:t>  </a:t>
            </a:r>
            <a:r>
              <a:rPr lang="en-US" sz="2000" dirty="0"/>
              <a:t>uint16_t </a:t>
            </a:r>
            <a:r>
              <a:rPr lang="en-US" sz="2000" dirty="0" err="1"/>
              <a:t>TIM_OCNPolarity</a:t>
            </a:r>
            <a:r>
              <a:rPr lang="en-US" sz="2000" dirty="0"/>
              <a:t>;  </a:t>
            </a:r>
            <a:br>
              <a:rPr lang="en-US" sz="2000" dirty="0"/>
            </a:br>
            <a:r>
              <a:rPr lang="en-US" sz="2000" dirty="0"/>
              <a:t>  uint16_t </a:t>
            </a:r>
            <a:r>
              <a:rPr lang="en-US" sz="2000" dirty="0" err="1"/>
              <a:t>TIM_OCIdleState</a:t>
            </a:r>
            <a:r>
              <a:rPr lang="en-US" sz="2000" dirty="0"/>
              <a:t>;   </a:t>
            </a:r>
            <a:br>
              <a:rPr lang="en-US" sz="2000" dirty="0"/>
            </a:br>
            <a:r>
              <a:rPr lang="en-US" sz="2000" dirty="0"/>
              <a:t>  uint16_t </a:t>
            </a:r>
            <a:r>
              <a:rPr lang="en-US" sz="2000" dirty="0" err="1"/>
              <a:t>TIM_OCNIdleState</a:t>
            </a:r>
            <a:r>
              <a:rPr lang="en-US" sz="2000" dirty="0"/>
              <a:t>;  </a:t>
            </a:r>
            <a:br>
              <a:rPr lang="en-US" sz="2000" dirty="0"/>
            </a:br>
            <a:r>
              <a:rPr lang="en-US" sz="2000" dirty="0"/>
              <a:t>} </a:t>
            </a:r>
            <a:r>
              <a:rPr lang="en-US" sz="2000" dirty="0" err="1"/>
              <a:t>TIM_OCInitTypeDef</a:t>
            </a:r>
            <a:r>
              <a:rPr lang="en-US" sz="2000" dirty="0"/>
              <a:t>;</a:t>
            </a:r>
            <a:br>
              <a:rPr lang="en-US" sz="2000" dirty="0"/>
            </a:br>
            <a:endParaRPr lang="zh-CN" alt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54563" y="181276"/>
            <a:ext cx="11448660" cy="3000821"/>
          </a:xfrm>
          <a:prstGeom prst="rect">
            <a:avLst/>
          </a:prstGeom>
        </p:spPr>
        <p:txBody>
          <a:bodyPr wrap="square">
            <a:spAutoFit/>
          </a:bodyPr>
          <a:lstStyle/>
          <a:p>
            <a:pPr>
              <a:lnSpc>
                <a:spcPct val="150000"/>
              </a:lnSpc>
            </a:pPr>
            <a:r>
              <a:rPr lang="en-US" altLang="zh-CN" dirty="0"/>
              <a:t>void TIM3_PWM_Init(uint16_t arr,uint16_t </a:t>
            </a:r>
            <a:r>
              <a:rPr lang="en-US" altLang="zh-CN" dirty="0" err="1"/>
              <a:t>psc</a:t>
            </a:r>
            <a:r>
              <a:rPr lang="en-US" altLang="zh-CN" dirty="0"/>
              <a:t>)</a:t>
            </a:r>
          </a:p>
          <a:p>
            <a:pPr>
              <a:lnSpc>
                <a:spcPct val="150000"/>
              </a:lnSpc>
            </a:pPr>
            <a:r>
              <a:rPr lang="en-US" altLang="zh-CN" dirty="0"/>
              <a:t>{  </a:t>
            </a:r>
          </a:p>
          <a:p>
            <a:pPr>
              <a:lnSpc>
                <a:spcPct val="150000"/>
              </a:lnSpc>
            </a:pPr>
            <a:r>
              <a:rPr lang="en-US" altLang="zh-CN" dirty="0"/>
              <a:t>	</a:t>
            </a:r>
            <a:r>
              <a:rPr lang="en-US" altLang="zh-CN" dirty="0" err="1"/>
              <a:t>TIM_TimeBaseInitTypeDef</a:t>
            </a:r>
            <a:r>
              <a:rPr lang="en-US" altLang="zh-CN" dirty="0"/>
              <a:t>  </a:t>
            </a:r>
            <a:r>
              <a:rPr lang="en-US" altLang="zh-CN" dirty="0" err="1"/>
              <a:t>TIM_TimeBaseStructure</a:t>
            </a:r>
            <a:r>
              <a:rPr lang="en-US" altLang="zh-CN" dirty="0"/>
              <a:t>;</a:t>
            </a:r>
          </a:p>
          <a:p>
            <a:pPr>
              <a:lnSpc>
                <a:spcPct val="150000"/>
              </a:lnSpc>
            </a:pPr>
            <a:r>
              <a:rPr lang="en-US" altLang="zh-CN" dirty="0"/>
              <a:t>	</a:t>
            </a:r>
            <a:r>
              <a:rPr lang="en-US" altLang="zh-CN" dirty="0" err="1"/>
              <a:t>TIM_OCInitTypeDef</a:t>
            </a:r>
            <a:r>
              <a:rPr lang="en-US" altLang="zh-CN" dirty="0"/>
              <a:t>  </a:t>
            </a:r>
            <a:r>
              <a:rPr lang="en-US" altLang="zh-CN" dirty="0" err="1"/>
              <a:t>TIM_OCInitStructure</a:t>
            </a:r>
            <a:r>
              <a:rPr lang="en-US" altLang="zh-CN" dirty="0"/>
              <a:t>;</a:t>
            </a:r>
          </a:p>
          <a:p>
            <a:pPr>
              <a:lnSpc>
                <a:spcPct val="150000"/>
              </a:lnSpc>
            </a:pPr>
            <a:r>
              <a:rPr lang="en-US" altLang="zh-CN" dirty="0"/>
              <a:t>	RCC_APB1PeriphClockCmd(RCC_APB1Periph_TIM3, ENABLE); //</a:t>
            </a:r>
            <a:r>
              <a:rPr lang="zh-CN" altLang="en-US" dirty="0"/>
              <a:t>时钟使能</a:t>
            </a:r>
          </a:p>
          <a:p>
            <a:pPr>
              <a:lnSpc>
                <a:spcPct val="150000"/>
              </a:lnSpc>
            </a:pPr>
            <a:r>
              <a:rPr lang="zh-CN" altLang="en-US" dirty="0"/>
              <a:t>	</a:t>
            </a:r>
            <a:r>
              <a:rPr lang="en-US" altLang="zh-CN" dirty="0"/>
              <a:t>RCC_APB2PeriphClockCmd( RCC_APB2Periph_AFIO, ENABLE); //①</a:t>
            </a:r>
            <a:r>
              <a:rPr lang="zh-CN" altLang="en-US" dirty="0"/>
              <a:t>使能</a:t>
            </a:r>
            <a:r>
              <a:rPr lang="en-US" altLang="zh-CN" dirty="0"/>
              <a:t>AFIO </a:t>
            </a:r>
            <a:r>
              <a:rPr lang="zh-CN" altLang="en-US" dirty="0"/>
              <a:t>复用功能时钟 </a:t>
            </a:r>
          </a:p>
          <a:p>
            <a:pPr>
              <a:lnSpc>
                <a:spcPct val="150000"/>
              </a:lnSpc>
            </a:pPr>
            <a:r>
              <a:rPr lang="zh-CN" altLang="en-US" dirty="0"/>
              <a:t>	</a:t>
            </a:r>
            <a:r>
              <a:rPr lang="en-US" altLang="zh-CN" dirty="0" err="1"/>
              <a:t>GPIO_PinRemapConfig</a:t>
            </a:r>
            <a:r>
              <a:rPr lang="en-US" altLang="zh-CN" dirty="0"/>
              <a:t>(GPIO_PartialRemap_TIM3, ENABLE); //②</a:t>
            </a:r>
            <a:r>
              <a:rPr lang="zh-CN" altLang="en-US" dirty="0"/>
              <a:t>重映射 </a:t>
            </a:r>
            <a:r>
              <a:rPr lang="en-US" altLang="zh-CN" dirty="0"/>
              <a:t>TIM3_CH2-&gt;PB5 </a:t>
            </a:r>
            <a:endParaRPr lang="zh-CN" altLang="en-US" dirty="0"/>
          </a:p>
        </p:txBody>
      </p:sp>
      <p:sp>
        <p:nvSpPr>
          <p:cNvPr id="7" name="矩形 6"/>
          <p:cNvSpPr/>
          <p:nvPr/>
        </p:nvSpPr>
        <p:spPr>
          <a:xfrm>
            <a:off x="444757" y="3216644"/>
            <a:ext cx="11358465" cy="3366050"/>
          </a:xfrm>
          <a:prstGeom prst="rect">
            <a:avLst/>
          </a:prstGeom>
        </p:spPr>
        <p:txBody>
          <a:bodyPr wrap="square">
            <a:spAutoFit/>
          </a:bodyPr>
          <a:lstStyle/>
          <a:p>
            <a:pPr>
              <a:lnSpc>
                <a:spcPct val="150000"/>
              </a:lnSpc>
            </a:pPr>
            <a:r>
              <a:rPr lang="en-US" altLang="zh-CN" dirty="0"/>
              <a:t>          </a:t>
            </a:r>
            <a:r>
              <a:rPr lang="en-US" altLang="zh-CN" dirty="0" err="1"/>
              <a:t>TIM_TimeBaseStructure.TIM_Period</a:t>
            </a:r>
            <a:r>
              <a:rPr lang="en-US" altLang="zh-CN" dirty="0"/>
              <a:t> = </a:t>
            </a:r>
            <a:r>
              <a:rPr lang="en-US" altLang="zh-CN" dirty="0" err="1"/>
              <a:t>arr</a:t>
            </a:r>
            <a:r>
              <a:rPr lang="en-US" altLang="zh-CN" dirty="0"/>
              <a:t>; //</a:t>
            </a:r>
            <a:r>
              <a:rPr lang="zh-CN" altLang="en-US" dirty="0"/>
              <a:t>设置在下一个更新事件装入活动的自动重装载寄存器周期的值计数到</a:t>
            </a:r>
            <a:r>
              <a:rPr lang="en-US" altLang="zh-CN" dirty="0"/>
              <a:t>5000</a:t>
            </a:r>
            <a:r>
              <a:rPr lang="zh-CN" altLang="en-US" dirty="0"/>
              <a:t>为</a:t>
            </a:r>
            <a:r>
              <a:rPr lang="en-US" altLang="zh-CN" dirty="0"/>
              <a:t>500ms</a:t>
            </a:r>
          </a:p>
          <a:p>
            <a:pPr>
              <a:lnSpc>
                <a:spcPct val="150000"/>
              </a:lnSpc>
            </a:pPr>
            <a:r>
              <a:rPr lang="en-US" altLang="zh-CN" dirty="0"/>
              <a:t>	</a:t>
            </a:r>
            <a:r>
              <a:rPr lang="en-US" altLang="zh-CN" dirty="0" err="1"/>
              <a:t>TIM_TimeBaseStructure.TIM_Prescaler</a:t>
            </a:r>
            <a:r>
              <a:rPr lang="en-US" altLang="zh-CN" dirty="0"/>
              <a:t> =</a:t>
            </a:r>
            <a:r>
              <a:rPr lang="en-US" altLang="zh-CN" dirty="0" err="1"/>
              <a:t>psc</a:t>
            </a:r>
            <a:r>
              <a:rPr lang="en-US" altLang="zh-CN" dirty="0"/>
              <a:t>; //</a:t>
            </a:r>
            <a:r>
              <a:rPr lang="zh-CN" altLang="en-US" dirty="0"/>
              <a:t>设置用来作为</a:t>
            </a:r>
            <a:r>
              <a:rPr lang="en-US" altLang="zh-CN" dirty="0" err="1"/>
              <a:t>TIMx</a:t>
            </a:r>
            <a:r>
              <a:rPr lang="zh-CN" altLang="en-US" dirty="0"/>
              <a:t>时钟频率除数的预分频值  </a:t>
            </a:r>
            <a:r>
              <a:rPr lang="en-US" altLang="zh-CN" dirty="0"/>
              <a:t>10Khz</a:t>
            </a:r>
            <a:r>
              <a:rPr lang="zh-CN" altLang="en-US" dirty="0"/>
              <a:t>的计数频率  </a:t>
            </a:r>
          </a:p>
          <a:p>
            <a:pPr>
              <a:lnSpc>
                <a:spcPct val="150000"/>
              </a:lnSpc>
            </a:pPr>
            <a:r>
              <a:rPr lang="zh-CN" altLang="en-US" dirty="0"/>
              <a:t>	</a:t>
            </a:r>
            <a:r>
              <a:rPr lang="en-US" altLang="zh-CN" dirty="0" err="1"/>
              <a:t>TIM_TimeBaseStructure.TIM_ClockDivision</a:t>
            </a:r>
            <a:r>
              <a:rPr lang="en-US" altLang="zh-CN" dirty="0"/>
              <a:t> = 0; //</a:t>
            </a:r>
            <a:r>
              <a:rPr lang="zh-CN" altLang="en-US" dirty="0"/>
              <a:t>设置时钟分割</a:t>
            </a:r>
            <a:r>
              <a:rPr lang="en-US" altLang="zh-CN" dirty="0"/>
              <a:t>:TDTS = </a:t>
            </a:r>
            <a:r>
              <a:rPr lang="en-US" altLang="zh-CN" dirty="0" err="1"/>
              <a:t>Tck_tim</a:t>
            </a:r>
            <a:endParaRPr lang="en-US" altLang="zh-CN" dirty="0"/>
          </a:p>
          <a:p>
            <a:pPr>
              <a:lnSpc>
                <a:spcPct val="150000"/>
              </a:lnSpc>
            </a:pPr>
            <a:r>
              <a:rPr lang="en-US" altLang="zh-CN" dirty="0"/>
              <a:t>	</a:t>
            </a:r>
            <a:r>
              <a:rPr lang="en-US" altLang="zh-CN" dirty="0" err="1"/>
              <a:t>TIM_TimeBaseStructure.TIM_CounterMode</a:t>
            </a:r>
            <a:r>
              <a:rPr lang="en-US" altLang="zh-CN" dirty="0"/>
              <a:t> = </a:t>
            </a:r>
            <a:r>
              <a:rPr lang="en-US" altLang="zh-CN" dirty="0" err="1"/>
              <a:t>TIM_CounterMode_Up</a:t>
            </a:r>
            <a:r>
              <a:rPr lang="en-US" altLang="zh-CN" dirty="0"/>
              <a:t>;  //TIM</a:t>
            </a:r>
            <a:r>
              <a:rPr lang="zh-CN" altLang="en-US" dirty="0"/>
              <a:t>向上计数模式</a:t>
            </a:r>
          </a:p>
          <a:p>
            <a:pPr>
              <a:lnSpc>
                <a:spcPct val="150000"/>
              </a:lnSpc>
            </a:pPr>
            <a:r>
              <a:rPr lang="zh-CN" altLang="en-US" dirty="0"/>
              <a:t>	</a:t>
            </a:r>
            <a:r>
              <a:rPr lang="en-US" altLang="zh-CN" dirty="0" err="1"/>
              <a:t>TIM_TimeBaseInit</a:t>
            </a:r>
            <a:r>
              <a:rPr lang="en-US" altLang="zh-CN" dirty="0"/>
              <a:t>(TIM3, &amp;</a:t>
            </a:r>
            <a:r>
              <a:rPr lang="en-US" altLang="zh-CN" dirty="0" err="1"/>
              <a:t>TIM_TimeBaseStructure</a:t>
            </a:r>
            <a:r>
              <a:rPr lang="en-US" altLang="zh-CN" dirty="0"/>
              <a:t>); //</a:t>
            </a:r>
            <a:r>
              <a:rPr lang="zh-CN" altLang="en-US" dirty="0"/>
              <a:t>根据</a:t>
            </a:r>
            <a:r>
              <a:rPr lang="en-US" altLang="zh-CN" dirty="0" err="1"/>
              <a:t>TIM_TimeBaseInitStruct</a:t>
            </a:r>
            <a:r>
              <a:rPr lang="zh-CN" altLang="en-US" dirty="0"/>
              <a:t>中指定的参数初始化</a:t>
            </a:r>
            <a:r>
              <a:rPr lang="en-US" altLang="zh-CN" dirty="0" err="1"/>
              <a:t>TIMx</a:t>
            </a:r>
            <a:r>
              <a:rPr lang="zh-CN" altLang="en-US" dirty="0"/>
              <a:t>的时间基数单位</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47868" y="423314"/>
            <a:ext cx="11047445" cy="5493812"/>
          </a:xfrm>
          <a:prstGeom prst="rect">
            <a:avLst/>
          </a:prstGeom>
        </p:spPr>
        <p:txBody>
          <a:bodyPr wrap="square">
            <a:spAutoFit/>
          </a:bodyPr>
          <a:lstStyle/>
          <a:p>
            <a:pPr>
              <a:lnSpc>
                <a:spcPct val="150000"/>
              </a:lnSpc>
            </a:pPr>
            <a:r>
              <a:rPr lang="en-US" altLang="zh-CN" dirty="0"/>
              <a:t>//</a:t>
            </a:r>
            <a:r>
              <a:rPr lang="zh-CN" altLang="en-US" dirty="0"/>
              <a:t>初始化</a:t>
            </a:r>
            <a:r>
              <a:rPr lang="en-US" altLang="zh-CN" dirty="0"/>
              <a:t>TIM3 Channel2 PWM</a:t>
            </a:r>
            <a:r>
              <a:rPr lang="zh-CN" altLang="en-US" dirty="0"/>
              <a:t>模式	 </a:t>
            </a:r>
          </a:p>
          <a:p>
            <a:pPr>
              <a:lnSpc>
                <a:spcPct val="150000"/>
              </a:lnSpc>
            </a:pPr>
            <a:r>
              <a:rPr lang="zh-CN" altLang="en-US" dirty="0"/>
              <a:t>	</a:t>
            </a:r>
            <a:r>
              <a:rPr lang="en-US" altLang="zh-CN" dirty="0" err="1"/>
              <a:t>TIM_OCInitStructure.TIM_OCMode</a:t>
            </a:r>
            <a:r>
              <a:rPr lang="en-US" altLang="zh-CN" dirty="0"/>
              <a:t> = TIM_OCMode_PWM2; //</a:t>
            </a:r>
            <a:r>
              <a:rPr lang="zh-CN" altLang="en-US" dirty="0"/>
              <a:t>选择定时器模式</a:t>
            </a:r>
            <a:r>
              <a:rPr lang="en-US" altLang="zh-CN" dirty="0"/>
              <a:t>:TIM</a:t>
            </a:r>
            <a:r>
              <a:rPr lang="zh-CN" altLang="en-US" dirty="0"/>
              <a:t>脉冲宽度调制模式</a:t>
            </a:r>
            <a:r>
              <a:rPr lang="en-US" altLang="zh-CN" dirty="0"/>
              <a:t>2</a:t>
            </a:r>
          </a:p>
          <a:p>
            <a:pPr>
              <a:lnSpc>
                <a:spcPct val="150000"/>
              </a:lnSpc>
            </a:pPr>
            <a:r>
              <a:rPr lang="en-US" altLang="zh-CN" dirty="0"/>
              <a:t> 	</a:t>
            </a:r>
            <a:r>
              <a:rPr lang="en-US" altLang="zh-CN" dirty="0" err="1"/>
              <a:t>TIM_OCInitStructure.TIM_OutputState</a:t>
            </a:r>
            <a:r>
              <a:rPr lang="en-US" altLang="zh-CN" dirty="0"/>
              <a:t> = </a:t>
            </a:r>
            <a:r>
              <a:rPr lang="en-US" altLang="zh-CN" dirty="0" err="1"/>
              <a:t>TIM_OutputState_Enable</a:t>
            </a:r>
            <a:r>
              <a:rPr lang="en-US" altLang="zh-CN" dirty="0"/>
              <a:t>; //</a:t>
            </a:r>
            <a:r>
              <a:rPr lang="zh-CN" altLang="en-US" dirty="0"/>
              <a:t>比较输出使能</a:t>
            </a:r>
          </a:p>
          <a:p>
            <a:pPr>
              <a:lnSpc>
                <a:spcPct val="150000"/>
              </a:lnSpc>
            </a:pPr>
            <a:r>
              <a:rPr lang="zh-CN" altLang="en-US" dirty="0"/>
              <a:t>	</a:t>
            </a:r>
            <a:r>
              <a:rPr lang="en-US" altLang="zh-CN" dirty="0" err="1"/>
              <a:t>TIM_OCInitStructure.TIM_OCPolarity</a:t>
            </a:r>
            <a:r>
              <a:rPr lang="en-US" altLang="zh-CN" dirty="0"/>
              <a:t> = </a:t>
            </a:r>
            <a:r>
              <a:rPr lang="en-US" altLang="zh-CN" dirty="0" err="1"/>
              <a:t>TIM_OCPolarity_High</a:t>
            </a:r>
            <a:r>
              <a:rPr lang="en-US" altLang="zh-CN" dirty="0"/>
              <a:t>; //</a:t>
            </a:r>
            <a:r>
              <a:rPr lang="zh-CN" altLang="en-US" dirty="0"/>
              <a:t>输出极性</a:t>
            </a:r>
            <a:r>
              <a:rPr lang="en-US" altLang="zh-CN" dirty="0"/>
              <a:t>:TIM</a:t>
            </a:r>
            <a:r>
              <a:rPr lang="zh-CN" altLang="en-US" dirty="0"/>
              <a:t>输出比较极性高</a:t>
            </a:r>
          </a:p>
          <a:p>
            <a:pPr>
              <a:lnSpc>
                <a:spcPct val="150000"/>
              </a:lnSpc>
            </a:pPr>
            <a:r>
              <a:rPr lang="zh-CN" altLang="en-US" dirty="0"/>
              <a:t>	</a:t>
            </a:r>
            <a:r>
              <a:rPr lang="en-US" altLang="zh-CN" dirty="0"/>
              <a:t>TIM_OC2Init(TIM3, &amp;</a:t>
            </a:r>
            <a:r>
              <a:rPr lang="en-US" altLang="zh-CN" dirty="0" err="1"/>
              <a:t>TIM_OCInitStructure</a:t>
            </a:r>
            <a:r>
              <a:rPr lang="en-US" altLang="zh-CN" dirty="0"/>
              <a:t>);  //</a:t>
            </a:r>
            <a:r>
              <a:rPr lang="zh-CN" altLang="en-US" dirty="0"/>
              <a:t>根据</a:t>
            </a:r>
            <a:r>
              <a:rPr lang="en-US" altLang="zh-CN" dirty="0"/>
              <a:t>T</a:t>
            </a:r>
            <a:r>
              <a:rPr lang="zh-CN" altLang="en-US" dirty="0"/>
              <a:t>指定的参数初始化外设</a:t>
            </a:r>
            <a:r>
              <a:rPr lang="en-US" altLang="zh-CN" dirty="0"/>
              <a:t>TIM3 OC2</a:t>
            </a:r>
          </a:p>
          <a:p>
            <a:pPr>
              <a:lnSpc>
                <a:spcPct val="150000"/>
              </a:lnSpc>
            </a:pPr>
            <a:endParaRPr lang="en-US" altLang="zh-CN" dirty="0"/>
          </a:p>
          <a:p>
            <a:pPr>
              <a:lnSpc>
                <a:spcPct val="150000"/>
              </a:lnSpc>
            </a:pPr>
            <a:r>
              <a:rPr lang="en-US" altLang="zh-CN" dirty="0"/>
              <a:t>	TIM_OC2PreloadConfig(TIM3, </a:t>
            </a:r>
            <a:r>
              <a:rPr lang="en-US" altLang="zh-CN" dirty="0" err="1"/>
              <a:t>TIM_OCPreload_Enable</a:t>
            </a:r>
            <a:r>
              <a:rPr lang="en-US" altLang="zh-CN" dirty="0"/>
              <a:t>);  //</a:t>
            </a:r>
            <a:r>
              <a:rPr lang="zh-CN" altLang="en-US" dirty="0"/>
              <a:t>使能</a:t>
            </a:r>
            <a:r>
              <a:rPr lang="en-US" altLang="zh-CN" dirty="0"/>
              <a:t>TIM3</a:t>
            </a:r>
            <a:r>
              <a:rPr lang="zh-CN" altLang="en-US" dirty="0"/>
              <a:t>在</a:t>
            </a:r>
            <a:r>
              <a:rPr lang="en-US" altLang="zh-CN" dirty="0"/>
              <a:t>CCR2</a:t>
            </a:r>
            <a:r>
              <a:rPr lang="zh-CN" altLang="en-US" dirty="0"/>
              <a:t>上的预装载寄存器</a:t>
            </a:r>
          </a:p>
          <a:p>
            <a:pPr>
              <a:lnSpc>
                <a:spcPct val="150000"/>
              </a:lnSpc>
            </a:pPr>
            <a:r>
              <a:rPr lang="zh-CN" altLang="en-US" dirty="0"/>
              <a:t> 	</a:t>
            </a:r>
            <a:r>
              <a:rPr lang="en-US" altLang="zh-CN" dirty="0" err="1"/>
              <a:t>TIM_Cmd</a:t>
            </a:r>
            <a:r>
              <a:rPr lang="en-US" altLang="zh-CN" dirty="0"/>
              <a:t>(TIM3, ENABLE);  //</a:t>
            </a:r>
            <a:r>
              <a:rPr lang="zh-CN" altLang="en-US" dirty="0"/>
              <a:t>使能</a:t>
            </a:r>
            <a:r>
              <a:rPr lang="en-US" altLang="zh-CN" dirty="0"/>
              <a:t>TIM3</a:t>
            </a:r>
          </a:p>
          <a:p>
            <a:pPr>
              <a:lnSpc>
                <a:spcPct val="150000"/>
              </a:lnSpc>
            </a:pPr>
            <a:r>
              <a:rPr lang="en-US" altLang="zh-CN" dirty="0"/>
              <a:t>	</a:t>
            </a:r>
          </a:p>
          <a:p>
            <a:pPr>
              <a:lnSpc>
                <a:spcPct val="150000"/>
              </a:lnSpc>
            </a:pPr>
            <a:endParaRPr lang="en-US"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47868" y="423314"/>
            <a:ext cx="11047445" cy="2585323"/>
          </a:xfrm>
          <a:prstGeom prst="rect">
            <a:avLst/>
          </a:prstGeom>
        </p:spPr>
        <p:txBody>
          <a:bodyPr wrap="square">
            <a:spAutoFit/>
          </a:bodyPr>
          <a:lstStyle/>
          <a:p>
            <a:pPr>
              <a:lnSpc>
                <a:spcPct val="150000"/>
              </a:lnSpc>
            </a:pPr>
            <a:r>
              <a:rPr lang="en-US" altLang="zh-CN" dirty="0"/>
              <a:t>//</a:t>
            </a:r>
            <a:r>
              <a:rPr lang="zh-CN" altLang="en-US" dirty="0"/>
              <a:t>设置该引脚为复用输出功能</a:t>
            </a:r>
            <a:r>
              <a:rPr lang="en-US" altLang="zh-CN" dirty="0"/>
              <a:t>,</a:t>
            </a:r>
            <a:r>
              <a:rPr lang="zh-CN" altLang="en-US" dirty="0"/>
              <a:t>输出 </a:t>
            </a:r>
            <a:r>
              <a:rPr lang="en-US" dirty="0"/>
              <a:t>TIM3 CH2 </a:t>
            </a:r>
            <a:r>
              <a:rPr lang="zh-CN" altLang="en-US" dirty="0"/>
              <a:t>的 </a:t>
            </a:r>
            <a:r>
              <a:rPr lang="en-US" dirty="0"/>
              <a:t>PWM </a:t>
            </a:r>
            <a:r>
              <a:rPr lang="zh-CN" altLang="en-US" dirty="0"/>
              <a:t>脉冲波形 </a:t>
            </a:r>
            <a:r>
              <a:rPr lang="en-US" dirty="0"/>
              <a:t>GPIOB.5 </a:t>
            </a:r>
            <a:r>
              <a:rPr lang="en-US" dirty="0" err="1"/>
              <a:t>GPIO_InitStructure.GPIO_Pin</a:t>
            </a:r>
            <a:r>
              <a:rPr lang="en-US" dirty="0"/>
              <a:t> = GPIO_Pin_5; //</a:t>
            </a:r>
          </a:p>
          <a:p>
            <a:pPr>
              <a:lnSpc>
                <a:spcPct val="150000"/>
              </a:lnSpc>
            </a:pPr>
            <a:r>
              <a:rPr lang="en-US" dirty="0"/>
              <a:t>TIM_CH2 </a:t>
            </a:r>
            <a:r>
              <a:rPr lang="en-US" dirty="0" err="1"/>
              <a:t>GPIO_InitStructure.GPIO_Mode</a:t>
            </a:r>
            <a:r>
              <a:rPr lang="en-US" dirty="0"/>
              <a:t> = </a:t>
            </a:r>
            <a:r>
              <a:rPr lang="en-US" dirty="0" err="1"/>
              <a:t>GPIO_Mode_AF_PP</a:t>
            </a:r>
            <a:r>
              <a:rPr lang="en-US" dirty="0"/>
              <a:t>; //</a:t>
            </a:r>
            <a:r>
              <a:rPr lang="zh-CN" altLang="en-US" dirty="0"/>
              <a:t>复用推挽输出 </a:t>
            </a:r>
            <a:r>
              <a:rPr lang="en-US" dirty="0" err="1"/>
              <a:t>GPIO_InitStructure.GPIO_Speed</a:t>
            </a:r>
            <a:r>
              <a:rPr lang="en-US" dirty="0"/>
              <a:t> = </a:t>
            </a:r>
            <a:r>
              <a:rPr lang="en-US"/>
              <a:t>GPIO_Speed_50MHz;</a:t>
            </a:r>
          </a:p>
          <a:p>
            <a:pPr>
              <a:lnSpc>
                <a:spcPct val="150000"/>
              </a:lnSpc>
            </a:pPr>
            <a:r>
              <a:rPr lang="en-US"/>
              <a:t> </a:t>
            </a:r>
            <a:r>
              <a:rPr lang="en-US" dirty="0" err="1"/>
              <a:t>GPIO_Init</a:t>
            </a:r>
            <a:r>
              <a:rPr lang="en-US" dirty="0"/>
              <a:t>(GPIOB, &amp;</a:t>
            </a:r>
            <a:r>
              <a:rPr lang="en-US" dirty="0" err="1"/>
              <a:t>GPIO_InitStructure</a:t>
            </a:r>
            <a:r>
              <a:rPr lang="en-US" dirty="0"/>
              <a:t>); //①</a:t>
            </a:r>
            <a:r>
              <a:rPr lang="zh-CN" altLang="en-US" dirty="0"/>
              <a:t>初始化 </a:t>
            </a:r>
            <a:r>
              <a:rPr lang="en-US" dirty="0"/>
              <a:t>GPIO</a:t>
            </a:r>
          </a:p>
          <a:p>
            <a:pPr>
              <a:lnSpc>
                <a:spcPct val="150000"/>
              </a:lnSpc>
            </a:pPr>
            <a:r>
              <a:rPr lang="en-US" altLang="zh-CN" dirty="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241" y="338193"/>
            <a:ext cx="11420669" cy="5078313"/>
          </a:xfrm>
          <a:prstGeom prst="rect">
            <a:avLst/>
          </a:prstGeom>
        </p:spPr>
        <p:txBody>
          <a:bodyPr wrap="square">
            <a:spAutoFit/>
          </a:bodyPr>
          <a:lstStyle/>
          <a:p>
            <a:r>
              <a:rPr lang="en-US" altLang="zh-CN" dirty="0"/>
              <a:t> </a:t>
            </a:r>
            <a:r>
              <a:rPr lang="en-US" altLang="zh-CN" dirty="0" err="1"/>
              <a:t>int</a:t>
            </a:r>
            <a:r>
              <a:rPr lang="en-US" altLang="zh-CN" dirty="0"/>
              <a:t> main(void)</a:t>
            </a:r>
          </a:p>
          <a:p>
            <a:r>
              <a:rPr lang="en-US" altLang="zh-CN" dirty="0"/>
              <a:t> {		</a:t>
            </a:r>
          </a:p>
          <a:p>
            <a:r>
              <a:rPr lang="en-US" altLang="zh-CN" dirty="0"/>
              <a:t> 	u16 led0pwmval=0;</a:t>
            </a:r>
          </a:p>
          <a:p>
            <a:r>
              <a:rPr lang="en-US" altLang="zh-CN" dirty="0"/>
              <a:t>	u8 dir=1;	</a:t>
            </a:r>
          </a:p>
          <a:p>
            <a:r>
              <a:rPr lang="en-US" altLang="zh-CN" dirty="0"/>
              <a:t>	</a:t>
            </a:r>
            <a:r>
              <a:rPr lang="en-US" altLang="zh-CN" dirty="0" err="1"/>
              <a:t>LED_Init</a:t>
            </a:r>
            <a:r>
              <a:rPr lang="en-US" altLang="zh-CN" dirty="0"/>
              <a:t>();			     //LED</a:t>
            </a:r>
            <a:r>
              <a:rPr lang="zh-CN" altLang="en-US" dirty="0"/>
              <a:t>端口初始化</a:t>
            </a:r>
          </a:p>
          <a:p>
            <a:r>
              <a:rPr lang="zh-CN" altLang="en-US" dirty="0"/>
              <a:t> 	</a:t>
            </a:r>
            <a:r>
              <a:rPr lang="en-US" altLang="zh-CN" dirty="0"/>
              <a:t>TIM3_PWM_Init(899,0);	 //</a:t>
            </a:r>
            <a:r>
              <a:rPr lang="zh-CN" altLang="en-US" dirty="0"/>
              <a:t>不分频。</a:t>
            </a:r>
            <a:r>
              <a:rPr lang="en-US" altLang="zh-CN" dirty="0"/>
              <a:t>PWM</a:t>
            </a:r>
            <a:r>
              <a:rPr lang="zh-CN" altLang="en-US" dirty="0"/>
              <a:t>频率</a:t>
            </a:r>
            <a:r>
              <a:rPr lang="en-US" altLang="zh-CN" dirty="0"/>
              <a:t>=72000000/900=80Khz</a:t>
            </a:r>
          </a:p>
          <a:p>
            <a:r>
              <a:rPr lang="en-US" altLang="zh-CN" dirty="0"/>
              <a:t>   	while(1)</a:t>
            </a:r>
          </a:p>
          <a:p>
            <a:r>
              <a:rPr lang="en-US" altLang="zh-CN" dirty="0"/>
              <a:t>	{</a:t>
            </a:r>
          </a:p>
          <a:p>
            <a:r>
              <a:rPr lang="en-US" altLang="zh-CN" dirty="0"/>
              <a:t> 		</a:t>
            </a:r>
            <a:r>
              <a:rPr lang="en-US" altLang="zh-CN" dirty="0" err="1"/>
              <a:t>delay_ms</a:t>
            </a:r>
            <a:r>
              <a:rPr lang="en-US" altLang="zh-CN" dirty="0"/>
              <a:t>(10);	 </a:t>
            </a:r>
          </a:p>
          <a:p>
            <a:r>
              <a:rPr lang="en-US" altLang="zh-CN" dirty="0"/>
              <a:t>		if(dir)led0pwmval++;</a:t>
            </a:r>
          </a:p>
          <a:p>
            <a:r>
              <a:rPr lang="en-US" altLang="zh-CN" dirty="0"/>
              <a:t>		else led0pwmval--;</a:t>
            </a:r>
          </a:p>
          <a:p>
            <a:endParaRPr lang="en-US" altLang="zh-CN" dirty="0"/>
          </a:p>
          <a:p>
            <a:r>
              <a:rPr lang="en-US" altLang="zh-CN" dirty="0"/>
              <a:t> 		if(led0pwmval&gt;300)dir=0;</a:t>
            </a:r>
          </a:p>
          <a:p>
            <a:r>
              <a:rPr lang="en-US" altLang="zh-CN" dirty="0"/>
              <a:t>		if(led0pwmval==0)dir=1;										 </a:t>
            </a:r>
          </a:p>
          <a:p>
            <a:r>
              <a:rPr lang="en-US" altLang="zh-CN" dirty="0"/>
              <a:t>		TIM_SetCompare2(TIM3,led0pwmval);		   </a:t>
            </a:r>
          </a:p>
          <a:p>
            <a:r>
              <a:rPr lang="en-US" altLang="zh-CN" dirty="0"/>
              <a:t>	}	 </a:t>
            </a:r>
          </a:p>
          <a:p>
            <a:r>
              <a:rPr lang="en-US" altLang="zh-CN" dirty="0"/>
              <a:t> }</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5.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6.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7.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8.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9.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7587</TotalTime>
  <Words>5363</Words>
  <Application>Microsoft Office PowerPoint</Application>
  <PresentationFormat>宽屏</PresentationFormat>
  <Paragraphs>248</Paragraphs>
  <Slides>51</Slides>
  <Notes>0</Notes>
  <HiddenSlides>0</HiddenSlides>
  <MMClips>0</MMClips>
  <ScaleCrop>false</ScaleCrop>
  <HeadingPairs>
    <vt:vector size="8" baseType="variant">
      <vt:variant>
        <vt:lpstr>已用的字体</vt:lpstr>
      </vt:variant>
      <vt:variant>
        <vt:i4>5</vt:i4>
      </vt:variant>
      <vt:variant>
        <vt:lpstr>主题</vt:lpstr>
      </vt:variant>
      <vt:variant>
        <vt:i4>2</vt:i4>
      </vt:variant>
      <vt:variant>
        <vt:lpstr>嵌入 OLE 服务器</vt:lpstr>
      </vt:variant>
      <vt:variant>
        <vt:i4>1</vt:i4>
      </vt:variant>
      <vt:variant>
        <vt:lpstr>幻灯片标题</vt:lpstr>
      </vt:variant>
      <vt:variant>
        <vt:i4>51</vt:i4>
      </vt:variant>
    </vt:vector>
  </HeadingPairs>
  <TitlesOfParts>
    <vt:vector size="59" baseType="lpstr">
      <vt:lpstr>等线</vt:lpstr>
      <vt:lpstr>Arial</vt:lpstr>
      <vt:lpstr>Century Gothic</vt:lpstr>
      <vt:lpstr>Verdana</vt:lpstr>
      <vt:lpstr>Wingdings</vt:lpstr>
      <vt:lpstr>Office 主题</vt:lpstr>
      <vt:lpstr>mjwangyu</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宇佩 马</cp:lastModifiedBy>
  <cp:revision>717</cp:revision>
  <dcterms:created xsi:type="dcterms:W3CDTF">2017-06-03T01:25:00Z</dcterms:created>
  <dcterms:modified xsi:type="dcterms:W3CDTF">2026-06-02T10:22:56Z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