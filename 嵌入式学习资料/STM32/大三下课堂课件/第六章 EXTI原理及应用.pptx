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46"/>
  </p:notesMasterIdLst>
  <p:sldIdLst>
    <p:sldId id="256" r:id="rId3"/>
    <p:sldId id="438" r:id="rId4"/>
    <p:sldId id="472" r:id="rId5"/>
    <p:sldId id="476" r:id="rId6"/>
    <p:sldId id="473" r:id="rId7"/>
    <p:sldId id="474" r:id="rId8"/>
    <p:sldId id="439" r:id="rId9"/>
    <p:sldId id="478" r:id="rId10"/>
    <p:sldId id="501" r:id="rId11"/>
    <p:sldId id="481" r:id="rId12"/>
    <p:sldId id="479" r:id="rId13"/>
    <p:sldId id="480" r:id="rId14"/>
    <p:sldId id="482" r:id="rId15"/>
    <p:sldId id="486" r:id="rId16"/>
    <p:sldId id="487" r:id="rId17"/>
    <p:sldId id="488" r:id="rId18"/>
    <p:sldId id="489" r:id="rId19"/>
    <p:sldId id="490" r:id="rId20"/>
    <p:sldId id="492" r:id="rId21"/>
    <p:sldId id="493" r:id="rId22"/>
    <p:sldId id="494" r:id="rId23"/>
    <p:sldId id="491" r:id="rId24"/>
    <p:sldId id="483" r:id="rId25"/>
    <p:sldId id="484" r:id="rId26"/>
    <p:sldId id="495" r:id="rId27"/>
    <p:sldId id="432" r:id="rId28"/>
    <p:sldId id="485" r:id="rId29"/>
    <p:sldId id="440" r:id="rId30"/>
    <p:sldId id="441" r:id="rId31"/>
    <p:sldId id="442" r:id="rId32"/>
    <p:sldId id="443" r:id="rId33"/>
    <p:sldId id="497" r:id="rId34"/>
    <p:sldId id="448" r:id="rId35"/>
    <p:sldId id="444" r:id="rId36"/>
    <p:sldId id="446" r:id="rId37"/>
    <p:sldId id="445" r:id="rId38"/>
    <p:sldId id="447" r:id="rId39"/>
    <p:sldId id="496" r:id="rId40"/>
    <p:sldId id="449" r:id="rId41"/>
    <p:sldId id="401" r:id="rId42"/>
    <p:sldId id="498" r:id="rId43"/>
    <p:sldId id="499" r:id="rId44"/>
    <p:sldId id="500" r:id="rId4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494C3"/>
    <a:srgbClr val="1452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showGuides="1">
      <p:cViewPr varScale="1">
        <p:scale>
          <a:sx n="104" d="100"/>
          <a:sy n="104" d="100"/>
        </p:scale>
        <p:origin x="80" y="208"/>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50.632"/>
    </inkml:context>
    <inkml:brush xml:id="br0">
      <inkml:brushProperty name="width" value="0.1" units="cm"/>
      <inkml:brushProperty name="height" value="0.1" units="cm"/>
      <inkml:brushProperty name="color" value="#E71224"/>
    </inkml:brush>
  </inkml:definitions>
  <inkml:trace contextRef="#ctx0" brushRef="#br0">0 1 8192,'6'0'3356,"2"11"-3356,2 14 5483,0 7-2854,-2 4-2629,-3 5 0,-1 1 0,-2 0 0,-2-5 0,0-6 0,0-8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51.521"/>
    </inkml:context>
    <inkml:brush xml:id="br0">
      <inkml:brushProperty name="width" value="0.1" units="cm"/>
      <inkml:brushProperty name="height" value="0.1" units="cm"/>
      <inkml:brushProperty name="color" value="#E71224"/>
    </inkml:brush>
  </inkml:definitions>
  <inkml:trace contextRef="#ctx0" brushRef="#br0">1 98 8192,'3'1'1027,"0"1"1,0 0-1,0-1 1,0 1-1,-1 0 1,1 1-1,0-1 1,-1 0-1,3 4 1,6 5 165,10 5-1193,40 28 0,-55-40 0,0-1 0,0 0 0,0 0 0,1 0 0,-1-1 0,1 0 0,0 0 0,9 0 0,-13-2 8,-1 0 0,1 0 0,-1-1 0,0 1 0,1-1 0,-1 0 0,0 1 0,0-1 0,0 0 0,1 0 0,-1-1 0,0 1 0,0 0 0,0-1 0,-1 1 0,4-4 0,27-32-424,-27 30 137,81-123-8439,-73 107 6527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0.695"/>
    </inkml:context>
    <inkml:brush xml:id="br0">
      <inkml:brushProperty name="width" value="0.1" units="cm"/>
      <inkml:brushProperty name="height" value="0.1" units="cm"/>
      <inkml:brushProperty name="color" value="#E71224"/>
    </inkml:brush>
  </inkml:definitions>
  <inkml:trace contextRef="#ctx0" brushRef="#br0">1 0 8192,'0'33'5081,"9"56"1,-5-67-4272,1 0-1,1-1 1,12 32-1,-12-40-1272,1 0 1,0 0-1,0 0 1,1-1-1,1-1 1,12 14-1,-13-16-627,1-1 0,0 0 0,1-1 0,0 0 0,0 0 0,0-1 0,1 0 0,14 5 0,-16-8 1034,-1 0 1,1-1 0,0 0 0,0 0 0,0-1 0,0 0 0,17 0 0,-20-1 61,-1-1 0,1 0 0,0 0 1,0-1-1,-1 0 0,1 0 1,0 0-1,-1 0 0,0-1 1,0 0-1,0 0 0,0 0 0,5-5 1,13-14-7,-1-1 0,-1-2 0,-1 0 0,-1-1 0,-2-1 0,0 0 0,19-48 0,-33 71 0,-2-1 0,1 1 0,0-1 0,-1 0 0,0 1 0,0-1 0,0 0 0,-1 0 0,0 1 0,1-1 0,-2 0 0,1 0 0,-2-6 0,2 8 0,-1 0 0,0 1 0,0-1 0,-1 0 0,1 1 0,0 0 0,-1-1 0,0 1 0,1 0 0,-1 0 0,0 0 0,0 0 0,0 0 0,0 0 0,-1 0 0,1 1 0,0-1 0,-1 1 0,1 0 0,-1 0 0,1-1 0,-1 2 0,-5-2 0,-9-1 1274,-1 0 0,0 2 1,0 0-1,1 1 0,-1 1 0,0 0 1,0 2-1,-24 6 0,38-8-1274,1 0 0,-1 0 0,1 0 0,0 0 0,0 1 0,0 0 0,0-1 0,0 1 0,0 0 0,0 1 0,0-1 0,-4 5 0,-1 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1.379"/>
    </inkml:context>
    <inkml:brush xml:id="br0">
      <inkml:brushProperty name="width" value="0.1" units="cm"/>
      <inkml:brushProperty name="height" value="0.1" units="cm"/>
      <inkml:brushProperty name="color" value="#E71224"/>
    </inkml:brush>
  </inkml:definitions>
  <inkml:trace contextRef="#ctx0" brushRef="#br0">62 279 8192,'0'14'1274,"1"0"0,1 0 1,0 0-1,1 0 0,0-1 0,1 1 1,1-1-1,11 24 0,-6-15-1274,-2-2 0,1-1 0,1 0 0,24 34 0,-30-48 0,0 0 0,1 0 0,0-1 0,0 1 0,0-1 0,1 0 0,-1-1 0,1 1 0,0-1 0,0 0 0,0 0 0,0-1 0,0 0 0,1 0 0,-1 0 0,14 0 0,-14-1 0,0-2 0,0 1 0,0-1 0,1 0 0,-1 0 0,0-1 0,-1 0 0,1 0 0,0 0 0,0 0 0,-1-1 0,1 0 0,-1-1 0,0 1 0,0-1 0,0 0 0,5-5 0,8-9 0,-1-1 0,26-36 0,-40 51 0,9-14 0,0-1 0,-1 0 0,-1-1 0,0 0 0,-2-1 0,-1 0 0,0 0 0,-1 0 0,-2-1 0,0 0 0,-1 0 0,-1 0 0,-2-41 0,0 58 0,-1-1 0,1 0 0,-1 0 0,-1 0 0,1 1 0,-1-1 0,1 1 0,-2-1 0,1 1 0,-1 0 0,1 0 0,-1 0 0,-1 0 0,1 0 0,-1 1 0,0-1 0,0 1 0,0 0 0,0 0 0,-1 1 0,0-1 0,0 1 0,0 0 0,0 0 0,0 1 0,0-1 0,-1 1 0,1 1 0,-9-3 0,-19-2-1203,1 1-1,-1 2 1,-61 1-1,-103 17-5082,150-10 5918,31-4 368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1.944"/>
    </inkml:context>
    <inkml:brush xml:id="br0">
      <inkml:brushProperty name="width" value="0.1" units="cm"/>
      <inkml:brushProperty name="height" value="0.1" units="cm"/>
      <inkml:brushProperty name="color" value="#E71224"/>
    </inkml:brush>
  </inkml:definitions>
  <inkml:trace contextRef="#ctx0" brushRef="#br0">18 116 8192,'-8'83'7564,"2"-22"-3660,6-57-3904,-3 50 0,6 88 0,-2-127 0,1 0 0,0-1 0,1 1 0,1-1 0,0 0 0,1 0 0,1 0 0,0-1 0,1 0 0,0 0 0,10 13 0,-16-25 0,0 1 0,1-1 0,-1 0 0,1 1 0,0-1 0,-1 0 0,1 0 0,0 0 0,0 0 0,-1 0 0,1-1 0,0 1 0,0 0 0,0-1 0,0 0 0,0 1 0,0-1 0,0 0 0,0 0 0,0 0 0,0 0 0,0 0 0,0-1 0,0 1 0,0-1 0,4 0 0,4-3 0,1-1 0,-1 0 0,17-10 0,-14 7 0,12-8-848,0-1 0,-1 0 0,-1-2-1,-1-1 1,-1-1 0,0-1 0,-2 0-1,0-2 1,-2 0 0,-1-1 0,0 0-1,20-51 1,-30 60 727,-1-1 0,-1 1 1,0-1-1,-1 0 0,0-20 0,-2 28 378,-1-1-1,-1 1 1,1 0 0,-2 0 0,1 0-1,-1 0 1,0 0 0,-1 0-1,0 0 1,-1 1 0,-4-10-1,5 15-428,0-1 0,0 0 0,0 1-1,-1-1 1,1 1 0,-1 0 0,0 0-1,0 0 1,0 1 0,0 0 0,0-1-1,-1 1 1,-7-2 0,-10-3 172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2.656"/>
    </inkml:context>
    <inkml:brush xml:id="br0">
      <inkml:brushProperty name="width" value="0.1" units="cm"/>
      <inkml:brushProperty name="height" value="0.1" units="cm"/>
      <inkml:brushProperty name="color" value="#E71224"/>
    </inkml:brush>
  </inkml:definitions>
  <inkml:trace contextRef="#ctx0" brushRef="#br0">0 0 8192,'10'1'1498,"0"0"1,1 0 0,-1 1-1,10 3 1,42 15 2154,-39-11-3331,763 274-4268,-705-253 508,93 50-1,-17 15 6739,-139-82-1558,-9-5-586,1-1 1,0-1-1,1 0 0,11 5 0,-9-7-1156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3.143"/>
    </inkml:context>
    <inkml:brush xml:id="br0">
      <inkml:brushProperty name="width" value="0.1" units="cm"/>
      <inkml:brushProperty name="height" value="0.1" units="cm"/>
      <inkml:brushProperty name="color" value="#E71224"/>
    </inkml:brush>
  </inkml:definitions>
  <inkml:trace contextRef="#ctx0" brushRef="#br0">1 431 8192,'6'-3'0,"7"-1"3356,8-3-3356,9-2 5996,5-1-5996,8 2 2116,8-1-2116,11-4 0,14-9 0,15-10-3356,15-7 3356,10-4-5483,5-2 2854,-9 0 2629,-12-1 0,-17 5 0,-17 8 0,-20 11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3.999"/>
    </inkml:context>
    <inkml:brush xml:id="br0">
      <inkml:brushProperty name="width" value="0.1" units="cm"/>
      <inkml:brushProperty name="height" value="0.1" units="cm"/>
      <inkml:brushProperty name="color" value="#E71224"/>
    </inkml:brush>
  </inkml:definitions>
  <inkml:trace contextRef="#ctx0" brushRef="#br0">1 1713 8192,'0'-3'785,"1"-1"0,1 0 1,-1 1-1,1-1 0,-1 1 0,1 0 1,0-1-1,0 1 0,0 0 0,1 0 1,-1 0-1,1 1 0,4-4 0,1-4-310,29-28-475,49-40 0,17-15 0,-54 38-875,-2-2 0,-2-2 1,47-81-1,91-204-5090,-54 94 3961,-108 212 2004,2 2 0,1 0 0,2 2 0,1 1 0,50-47 0,-49 54 596,29-26 4829,62-73-1,-75 56-5401,-35 57-23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5.079"/>
    </inkml:context>
    <inkml:brush xml:id="br0">
      <inkml:brushProperty name="width" value="0.1" units="cm"/>
      <inkml:brushProperty name="height" value="0.1" units="cm"/>
      <inkml:brushProperty name="color" value="#E71224"/>
    </inkml:brush>
  </inkml:definitions>
  <inkml:trace contextRef="#ctx0" brushRef="#br0">0 54 8192,'18'-8'1134,"0"0"0,1 1 0,0 2 0,0 0 0,1 0 0,21-1 0,120-2 2295,-131 8-3328,1003-1-6153,-493 3 4906,-306-2 7279,0 0-4322,400 0-3471,-617 0 2574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46.125"/>
    </inkml:context>
    <inkml:brush xml:id="br0">
      <inkml:brushProperty name="width" value="0.1" units="cm"/>
      <inkml:brushProperty name="height" value="0.1" units="cm"/>
      <inkml:brushProperty name="color" value="#E71224"/>
    </inkml:brush>
  </inkml:definitions>
  <inkml:trace contextRef="#ctx0" brushRef="#br0">1 0 8192,'14'16'9465,"-10"-14"-8676,5 5 425,92 79-1214,-59-52 0,41 42 0,-46-38 0,6 7 0,56 73 0,-97-116 0,-1-1 0,0 0 0,0 1 0,0-1 0,-1 1 0,1-1 0,0 1 0,0 0 0,-1-1 0,1 1 0,-1 0 0,1-1 0,-1 1 0,0 0 0,0-1 0,0 1 0,0 0 0,0 0 0,0-1 0,0 1 0,-1 2 0,-1-1 0,1 0 0,-1-1 0,0 1 0,0-1 0,0 1 0,0-1 0,-1 0 0,1 0 0,0 0 0,-1 0 0,-3 2 0,-131 76-911,24-15 942,91-51 464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58.891"/>
    </inkml:context>
    <inkml:brush xml:id="br0">
      <inkml:brushProperty name="width" value="0.1" units="cm"/>
      <inkml:brushProperty name="height" value="0.1" units="cm"/>
      <inkml:brushProperty name="color" value="#E71224"/>
    </inkml:brush>
  </inkml:definitions>
  <inkml:trace contextRef="#ctx0" brushRef="#br0">0 24 8192,'3'-2'559,"-1"0"0,1 1 0,0-1 0,-1 1 0,1 0 0,0 0 0,0-1 0,0 2 0,0-1 0,0 0 0,0 1 0,3-1 0,42 0 3169,-29 1-3255,725-2-6988,-378 4 3753,2507-2 12039,-2813-4-9277,-41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8:59.897"/>
    </inkml:context>
    <inkml:brush xml:id="br0">
      <inkml:brushProperty name="width" value="0.1" units="cm"/>
      <inkml:brushProperty name="height" value="0.1" units="cm"/>
      <inkml:brushProperty name="color" value="#E71224"/>
    </inkml:brush>
  </inkml:definitions>
  <inkml:trace contextRef="#ctx0" brushRef="#br0">0 36 8192,'31'-1'3053,"0"-2"0,32-7 0,35-4-744,411 6-9641,-329 10 5387,3097-1 11222,-3247-1-9277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0.550"/>
    </inkml:context>
    <inkml:brush xml:id="br0">
      <inkml:brushProperty name="width" value="0.1" units="cm"/>
      <inkml:brushProperty name="height" value="0.1" units="cm"/>
      <inkml:brushProperty name="color" value="#E71224"/>
    </inkml:brush>
  </inkml:definitions>
  <inkml:trace contextRef="#ctx0" brushRef="#br0">0 1 8192,'212'0'8781,"-1"0"-5320,210 0-6420,9 0-5886,-421 0 8854,195 0-690,-71 0 3391,-101 0-2215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0.925"/>
    </inkml:context>
    <inkml:brush xml:id="br0">
      <inkml:brushProperty name="width" value="0.1" units="cm"/>
      <inkml:brushProperty name="height" value="0.1" units="cm"/>
      <inkml:brushProperty name="color" value="#E71224"/>
    </inkml:brush>
  </inkml:definitions>
  <inkml:trace contextRef="#ctx0" brushRef="#br0">1 1 8192,'9'0'3356,"14"0"-3356,6 0 5996,5 0-5996,-2 0 2116,-6 0-2116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1.878"/>
    </inkml:context>
    <inkml:brush xml:id="br0">
      <inkml:brushProperty name="width" value="0.1" units="cm"/>
      <inkml:brushProperty name="height" value="0.1" units="cm"/>
      <inkml:brushProperty name="color" value="#E71224"/>
    </inkml:brush>
  </inkml:definitions>
  <inkml:trace contextRef="#ctx0" brushRef="#br0">0 0 8192,'12'1'891,"0"0"0,-1 1 0,1 0 0,-1 0 1,0 1-1,0 1 0,19 9 0,73 44 2890,-53-26-3223,59 23-558,-56-30 0,29 7 0,-80-30-31,0 1 0,0-1 0,0 1 0,0-1 0,0 1 1,-1 0-1,1-1 0,-1 1 0,1 0 0,-1 0 0,0 0 0,0 0 0,1 1 0,-2-1 0,1 0 0,0 0 0,0 1 0,-1-1 0,1 0 0,-1 1 0,0-1 0,0 1 0,0-1 0,0 0 1,0 1-1,0-1 0,-1 5 0,-1 1-199,0 1 0,0 0 0,-1-1 0,0 1 0,0-1 0,-6 9 0,-10 15-1514,-2 0-1,-2-2 1,0-1-1,-38 37 1,25-33 3007,-48 37 0,64-56-703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2.939"/>
    </inkml:context>
    <inkml:brush xml:id="br0">
      <inkml:brushProperty name="width" value="0.1" units="cm"/>
      <inkml:brushProperty name="height" value="0.1" units="cm"/>
      <inkml:brushProperty name="color" value="#E71224"/>
    </inkml:brush>
  </inkml:definitions>
  <inkml:trace contextRef="#ctx0" brushRef="#br0">7 1 8192,'0'14'0,"0"23"0,0 28 0,0 20 0,0 13 0,0 11 0,0 9 0,0-3 0,0-13 0,0-12 0,0-19 3356,-2-21 4756,-2-19-8112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3.944"/>
    </inkml:context>
    <inkml:brush xml:id="br0">
      <inkml:brushProperty name="width" value="0.1" units="cm"/>
      <inkml:brushProperty name="height" value="0.1" units="cm"/>
      <inkml:brushProperty name="color" value="#E71224"/>
    </inkml:brush>
  </inkml:definitions>
  <inkml:trace contextRef="#ctx0" brushRef="#br0">0 224 8192,'9'-1'1666,"0"0"0,0-1 1,0 0-1,0 0 0,8-4 0,15-4-195,77-12-1471,38-9 0,-124 24 0,0 0 0,-1-2 0,0 0 0,26-16 0,-20 7-781,-16 10-663,1 0 1,-1 1-1,1 1 0,0 0 1,25-8-1,40-3-96,-37 12 4617,-2 5 3477,-37 1-6491,1-1-1,0 1 1,-1 0-1,1 0 1,0 0-1,-1 0 1,1 0-1,-1 1 1,1-1 0,-1 1-1,0-1 1,0 1-1,0 0 1,0 0-1,0 0 1,0 0-1,0 0 1,0 0-1,-1 1 1,1-1-1,-1 1 1,0-1 0,0 1-1,0-1 1,0 1-1,1 5 1,1 6-146,0 0 0,-1 1 0,0 27 1,-2-37 76,-31 514-11462,23-134 13243,10-238-754,-2-120-461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4.500"/>
    </inkml:context>
    <inkml:brush xml:id="br0">
      <inkml:brushProperty name="width" value="0.1" units="cm"/>
      <inkml:brushProperty name="height" value="0.1" units="cm"/>
      <inkml:brushProperty name="color" value="#E71224"/>
    </inkml:brush>
  </inkml:definitions>
  <inkml:trace contextRef="#ctx0" brushRef="#br0">0 45 8192,'3'0'11468,"4"0"-11468,12 0 0,12-2 0,6-2 0,6 0 0,3 2 0,4-1 0,7 2 0,6 1 0,7-1 0,5-2 0,-1 0 0,-10-1 0,-13 1 0,-12-2 0,-11 0 0,-9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5.511"/>
    </inkml:context>
    <inkml:brush xml:id="br0">
      <inkml:brushProperty name="width" value="0.1" units="cm"/>
      <inkml:brushProperty name="height" value="0.1" units="cm"/>
      <inkml:brushProperty name="color" value="#E71224"/>
    </inkml:brush>
  </inkml:definitions>
  <inkml:trace contextRef="#ctx0" brushRef="#br0">0 70 8192,'4'-2'830,"-1"0"0,1 0-1,-1 1 1,1-1 0,0 1 0,-1 0 0,1 0 0,0 0 0,0 0 0,0 1 0,0 0 0,4-1 0,7 0-151,51-9-679,53-9 0,183-6 0,176 27 0,-464-2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07.644"/>
    </inkml:context>
    <inkml:brush xml:id="br0">
      <inkml:brushProperty name="width" value="0.1" units="cm"/>
      <inkml:brushProperty name="height" value="0.1" units="cm"/>
      <inkml:brushProperty name="color" value="#E71224"/>
    </inkml:brush>
  </inkml:definitions>
  <inkml:trace contextRef="#ctx0" brushRef="#br0">508 39 8192,'0'-1'352,"-1"0"1,1 0 0,0 0 0,-7-9 3879,6 10-3879,0-1-1,0 1 1,0-1 0,0 1-1,0-1 1,0 1 0,-1-1 0,-25-7 2650,-4 3-3003,-1 1 0,1 2 0,-1 1 0,-48 4 0,77-3 0,0 1 0,0-1 0,1 1 0,-1-1 0,0 1 0,0 0 0,1 0 0,-1 1 0,1-1 0,-1 0 0,1 1 0,-1-1 0,1 1 0,0 0 0,0 0 0,0 0 0,0 0 0,0 0 0,0 1 0,0-1 0,1 0 0,-1 1 0,1-1 0,0 1 0,0 0 0,0-1 0,0 1 0,0 0 0,-1 4 0,1 7 0,-1 0 0,1 1 0,1-1 0,3 26 0,0-12 0,-1 87-2166,-1-49-1390,13 100 1,0-92 1739,10 69 2370,-23-122 2134,0 0 0,-3 32-1,2-50-2657,-1 0-1,0 0 0,0 1 1,0-1-1,-1 0 0,1 0 1,-1 0-1,0 0 0,1 0 0,-1-1 1,-1 1-1,1 0 0,0-1 1,-1 0-1,1 1 0,-1-1 1,1 0-1,-1 0 0,-5 2 0,-6 3-136,0 0-1,-29 9 0,33-12 1441,0-1-1084,-49 14 337,56-16-583,0 0 0,0-1 0,0 1-1,0-1 1,-1 0 0,1 0 0,0 0 0,0 0 0,0-1-1,0 1 1,-1-1 0,1 0 0,0 0 0,0 0-1,-4-3 1,1-3-3,11 3 0,-4 4 0,0 0 0,1 0 0,-1 0 0,1 0 0,-1 0 0,0 0 0,1 0 0,-1 0 0,0 1 0,1-1 0,-1 0 0,0 1 0,2 0 0,4 4-72,0 1-1,0-1 1,-1 1-1,1 1 1,-1-1-1,-1 1 1,1 0-1,-1 0 1,-1 1-1,1-1 1,-1 1 0,5 13-1,2 11-828,14 64 1,-17-62 462,10 66-2881,-13-65 1663,2 1 0,15 46 0,-11-48 1656,7 43 0,-1-1 0,-4-23 995,-2 1 0,-3 1 0,1 57 1,-7 168 5223,-4-136-4951,1-131-1268,0-1 0,-6 24 0,4-22 0,0-1 0,0 18 0,2-13 0,0 25 0,6 83 0,-1-104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10.846"/>
    </inkml:context>
    <inkml:brush xml:id="br0">
      <inkml:brushProperty name="width" value="0.1" units="cm"/>
      <inkml:brushProperty name="height" value="0.1" units="cm"/>
      <inkml:brushProperty name="color" value="#E71224"/>
    </inkml:brush>
  </inkml:definitions>
  <inkml:trace contextRef="#ctx0" brushRef="#br0">1 37 8192,'767'0'3264,"379"0"-4887,-163 0-18,-652-25 10572,-303 22-8601,91-5 639,120 8 0,-101 2-700,30-3-269,164 2 0,-279 4-1949,-1 2 1,57 15-1,-55-10-862,101 10 0,164-21 2811,63 4 0,-281 2 0,180 18 0,-140-13 0,207-9 0,-180-5 0,323 2 3181,-458 0-2621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11.268"/>
    </inkml:context>
    <inkml:brush xml:id="br0">
      <inkml:brushProperty name="width" value="0.1" units="cm"/>
      <inkml:brushProperty name="height" value="0.1" units="cm"/>
      <inkml:brushProperty name="color" value="#E71224"/>
    </inkml:brush>
  </inkml:definitions>
  <inkml:trace contextRef="#ctx0" brushRef="#br0">1 361 8192,'15'1'7561,"6"5"-5253,5 0-1150,63 5-923,141-3 0,-166-7-264,807 0 29,-712-7-699,0-7 0,-1-6 0,219-58 0,-223 28-2162,-132 40 2052,1-2-1,-2 0 1,1-1-1,28-22 1,-42 27 648,-1 0 1,1 0 0,-2 0-1,1-1 1,-1 0 0,0 0-1,0 0 1,-1-1-1,0 0 1,5-15 0,7-27 160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11.361"/>
    </inkml:context>
    <inkml:brush xml:id="br0">
      <inkml:brushProperty name="width" value="0.1" units="cm"/>
      <inkml:brushProperty name="height" value="0.1" units="cm"/>
      <inkml:brushProperty name="color" value="#E71224"/>
    </inkml:brush>
  </inkml:definitions>
  <inkml:trace contextRef="#ctx0" brushRef="#br0">38 131 8192,'0'-12'0,"0"-6"3356,-8-12-3356,-7-7 5483,0 3-5483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11.595"/>
    </inkml:context>
    <inkml:brush xml:id="br0">
      <inkml:brushProperty name="width" value="0.1" units="cm"/>
      <inkml:brushProperty name="height" value="0.1" units="cm"/>
      <inkml:brushProperty name="color" value="#E71224"/>
    </inkml:brush>
  </inkml:definitions>
  <inkml:trace contextRef="#ctx0" brushRef="#br0">1550 0 8192,'-444'8'0,"7"34"0,361-29 804,-108 34 1,137-32-588,1 3-1,1 1 1,-60 36 0,89-45-577,0 0 0,0 2 0,2 0 0,-18 17 0,26-22 719,-1 1 1,1-1-1,0 1 0,1 1 1,0-1-1,0 1 0,1 0 1,0 0-1,-5 19 1,-2 35 3481,7 37-4243,17 63-1265,12-8 4800,-21-135-2751,2 0 0,0 0 0,2 0 1,0-1-1,16 26 0,-19-38-382,-1 0 0,2-1 0,-1 0 0,1 0 0,0 0 0,0-1 0,1 0 0,-1 0 0,1-1 0,0 0 0,0 0 0,1 0 0,-1-1 0,1 0 0,0-1 0,0 0 0,0 0 0,0 0 0,0-1 0,14 0 0,28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12.299"/>
    </inkml:context>
    <inkml:brush xml:id="br0">
      <inkml:brushProperty name="width" value="0.1" units="cm"/>
      <inkml:brushProperty name="height" value="0.1" units="cm"/>
      <inkml:brushProperty name="color" value="#E71224"/>
    </inkml:brush>
  </inkml:definitions>
  <inkml:trace contextRef="#ctx0" brushRef="#br0">1 248 8192,'16'0'8819,"-2"0"-8819,2 0 2649,5 0-2649,9 0 0,18 0 0,24 0 0,40-3 0,47-10 0,49-11 0,39-13 0,23-3 0,18-4 0,1 6 0,-15 9 0,-53 10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6:49:15.217"/>
    </inkml:context>
    <inkml:brush xml:id="br0">
      <inkml:brushProperty name="width" value="0.1" units="cm"/>
      <inkml:brushProperty name="height" value="0.1" units="cm"/>
      <inkml:brushProperty name="color" value="#E71224"/>
    </inkml:brush>
  </inkml:definitions>
  <inkml:trace contextRef="#ctx0" brushRef="#br0">1 41 8192,'1'-1'373,"0"0"0,-1 0 0,1 0 1,1 1-1,-1-1 0,0 0 0,0 1 0,0-1 1,0 0-1,0 1 0,1 0 0,-1-1 1,0 1-1,0 0 0,1-1 0,-1 1 0,0 0 1,2 0-1,2-1 888,59-9-270,103-4 1,69 13 24,-126 2-899,5783 1-117,-3112-3 0,-2721-2 0,-31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8T06:49:35.1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1 233,'1364'0,"-1293"1,-1 4,0 4,123 29,-130-22,1-4,0-2,120 3,54-5,3-1,973-8,-931 14,-214-8,40 11,-75-9,43 3,335-7,-216-5,1048 2,-1047 9,-15-1,24 1,17 0,1575-10,-1569-8,-7 0,1180 10,-1368-3,-1-1,66-16,24-3,303 14,-249 11,3821-3,-3917-5,0-3,133-30,65-9,-219 40,-1-4,0-1,59-22,2 2,198-25,-278 51,367-29,-265 28,106-2,3922 9,-3939-8,-12 0,206 9,175-2,-390-8,72 0,984 10,-1033-10,1 0,-218 10,0-2,0 0,18-4,-19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8T07:31:02.20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1 471,'34'-9,"1"2,0 2,0 1,51 1,-55 2,771-5,-493 8,-241-2,869-20,-833 13,175-15,-75 7,214 10,-80 5,-297-2,-1-1,1-2,-1-2,-1-2,65-23,-79 22,169-58,-138 51,87-15,335-8,-129 32,220-18,-28-15,503 41,-427 2,6062-2,-6564-1,0-5,148-27,-196 21,0 3,118-1,-106 11,-48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8T07:31:04.73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70,'14931'0,"-14817"-5,-1-5,135-28,-169 28,1 3,146 8,-96 1,-12-2,-86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7.874"/>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33.414"/>
    </inkml:context>
    <inkml:brush xml:id="br0">
      <inkml:brushProperty name="width" value="0.1" units="cm"/>
      <inkml:brushProperty name="height" value="0.1" units="cm"/>
      <inkml:brushProperty name="color" value="#E71224"/>
    </inkml:brush>
  </inkml:definitions>
  <inkml:trace contextRef="#ctx0" brushRef="#br0">0 69 8192,'20'-7'9395,"-5"1"-7322,25-2-2073,0 2 0,0 2 0,0 1 0,50 4 0,-28-1 0,1661-1-8306,-816 3 5144,3070-2 12154,-2525 0-16653,-923 0 5583,0 0 3421,177 0 9088,-422 1-9933,319-3-555,-324-14 57,24-1 0,579 15-8573,-451 4 5678,1458-2 14363,-1859 0-11468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1.660"/>
    </inkml:context>
    <inkml:brush xml:id="br0">
      <inkml:brushProperty name="width" value="0.1" units="cm"/>
      <inkml:brushProperty name="height" value="0.1" units="cm"/>
      <inkml:brushProperty name="color" value="#E71224"/>
    </inkml:brush>
  </inkml:definitions>
  <inkml:trace contextRef="#ctx0" brushRef="#br0">0 1 8192,'0'5'2971,"5"8"-2971,3 8 5848,5 0-5848,0 1 2649,-2 4-2649,9 14 0,0 6 0,4 6 0,-4 6 0,-4-7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2.191"/>
    </inkml:context>
    <inkml:brush xml:id="br0">
      <inkml:brushProperty name="width" value="0.1" units="cm"/>
      <inkml:brushProperty name="height" value="0.1" units="cm"/>
      <inkml:brushProperty name="color" value="#E71224"/>
    </inkml:brush>
  </inkml:definitions>
  <inkml:trace contextRef="#ctx0" brushRef="#br0">1 1 8192,'243'10'5734,"-202"-4"-4300,1 1-1,-1 1 1,68 25-1,-102-31-1433,-1 1 0,1 0 0,0 0 0,-1 1 0,1-1 0,-1 1 0,0 1 0,0-1 0,-1 1 0,1 0 0,-1 0 0,0 1 0,-1-1 0,1 1 0,-1 0 0,0 1 0,0-1 0,-1 1 0,0-1 0,0 1 0,-1 0 0,2 8 0,3 21 0,-2-1 0,-2 1 0,-1 0 0,-2 0 0,-1-1 0,-2 1 0,-2 0 0,-1-1 0,-15 49 0,14-59 0,-2 0 0,-1 0 0,-1-2 0,0 1 0,-2-1 0,-17 22 0,24-36 0,0-1 0,0-1 0,1 1 0,0 0 0,1 0 0,-5 11 0,8-16 0,1-1 0,-1 0 0,1 0 0,-1 0 0,1 1 0,0-1 0,0 0 0,0 0 0,0 1 0,0-1 0,1 0 0,-1 0 0,1 1 0,-1-1 0,1 0 0,0 0 0,0 0 0,0 0 0,0 0 0,0 0 0,0 0 0,1 0 0,-1-1 0,0 1 0,1 0 0,3 2 0,21 13 0,3-6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2.487"/>
    </inkml:context>
    <inkml:brush xml:id="br0">
      <inkml:brushProperty name="width" value="0.1" units="cm"/>
      <inkml:brushProperty name="height" value="0.1" units="cm"/>
      <inkml:brushProperty name="color" value="#E71224"/>
    </inkml:brush>
  </inkml:definitions>
  <inkml:trace contextRef="#ctx0" brushRef="#br0">34 0 8192,'0'6'11332,"0"13"-11332,0 20 136,0 21-136,0 17 0,0 7 0,-6 0 0,-7-13 0,-1-20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2.707"/>
    </inkml:context>
    <inkml:brush xml:id="br0">
      <inkml:brushProperty name="width" value="0.1" units="cm"/>
      <inkml:brushProperty name="height" value="0.1" units="cm"/>
      <inkml:brushProperty name="color" value="#E71224"/>
    </inkml:brush>
  </inkml:definitions>
  <inkml:trace contextRef="#ctx0" brushRef="#br0">1 1 8192,'5'0'2971,"2"11"-2971,6 15 5848,12 15-5848,13 12 2649,5 13-2649,2-4 0,-7-7 0,-10-13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3.092"/>
    </inkml:context>
    <inkml:brush xml:id="br0">
      <inkml:brushProperty name="width" value="0.1" units="cm"/>
      <inkml:brushProperty name="height" value="0.1" units="cm"/>
      <inkml:brushProperty name="color" value="#E71224"/>
    </inkml:brush>
  </inkml:definitions>
  <inkml:trace contextRef="#ctx0" brushRef="#br0">1 180 8192,'5'0'2971,"9"-6"-2971,17-7 5848,17-2-5848,15-3 2649,21 0-2649,2 4 0,-3-1 0,8-4 0,-7 1 0,-11 4 0,-19-2 0,-17 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3.450"/>
    </inkml:context>
    <inkml:brush xml:id="br0">
      <inkml:brushProperty name="width" value="0.1" units="cm"/>
      <inkml:brushProperty name="height" value="0.1" units="cm"/>
      <inkml:brushProperty name="color" value="#E71224"/>
    </inkml:brush>
  </inkml:definitions>
  <inkml:trace contextRef="#ctx0" brushRef="#br0">546 0 8192,'0'12'0,"-11"25"3356,-21 37-3356,-17 44 5483,-16 31-5483,-9 7 2629,-4 0-2629,13-22 0,10-21 0,10-30 0,12-19 0,12-13 0,9-10 0,8-7 0,3-9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3.760"/>
    </inkml:context>
    <inkml:brush xml:id="br0">
      <inkml:brushProperty name="width" value="0.1" units="cm"/>
      <inkml:brushProperty name="height" value="0.1" units="cm"/>
      <inkml:brushProperty name="color" value="#E71224"/>
    </inkml:brush>
  </inkml:definitions>
  <inkml:trace contextRef="#ctx0" brushRef="#br0">1 0 8192,'5'6'0,"9"18"3356,6 23-3356,6 26 5996,-1 11-5996,-5 10 2116,0 5-2116,-4-3 0,-5-1 0,-3-5 0,-4-12 0,-3-13 0,-6-35 0,-3-29 0,0-14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4.211"/>
    </inkml:context>
    <inkml:brush xml:id="br0">
      <inkml:brushProperty name="width" value="0.1" units="cm"/>
      <inkml:brushProperty name="height" value="0.1" units="cm"/>
      <inkml:brushProperty name="color" value="#E71224"/>
    </inkml:brush>
  </inkml:definitions>
  <inkml:trace contextRef="#ctx0" brushRef="#br0">0 162 8192,'14'-13'1079,"0"1"1,1 0-1,1 2 1,0 0-1,19-10 1,87-31 3911,-117 49-4991,13-5 0,1 1 0,0 1 0,-1 0 0,28-2 0,-42 6 0,1 1 0,0 0 0,-1 0 0,1 0 0,-1 1 0,1-1 0,0 1 0,-1 0 0,0 1 0,1-1 0,-1 1 0,0 0 0,1 0 0,-1 0 0,0 0 0,-1 1 0,1 0 0,0 0 0,-1 0 0,1 0 0,-1 0 0,0 1 0,0-1 0,2 5 0,3 7-243,-1 1-1,0 0 1,-1 0-1,-1 1 1,-1 0 0,0 0-1,2 22 1,2 9-606,13 73-1529,8 180 0,-25 121-1538,-6-377 3916,2-44 0,0-1 0,1 1 0,-1-1 0,0 1 0,0-1 0,0 1 0,0-1 0,-1 1 0,1-1 0,0 1 0,0-1 0,0 1 0,0-1 0,0 1 0,-1-1 0,1 1 0,0-1 0,0 1 0,-1-1 0,1 0 0,0 1 0,-1-1 0,1 0 0,0 1 0,-1-1 0,1 0 0,-1 1 0,-7-8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4.584"/>
    </inkml:context>
    <inkml:brush xml:id="br0">
      <inkml:brushProperty name="width" value="0.1" units="cm"/>
      <inkml:brushProperty name="height" value="0.1" units="cm"/>
      <inkml:brushProperty name="color" value="#E71224"/>
    </inkml:brush>
  </inkml:definitions>
  <inkml:trace contextRef="#ctx0" brushRef="#br0">1 64 8192,'11'-6'11468,"10"-7"-11468,7-2 0,4 2 0,2 4 0,-4 2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4.879"/>
    </inkml:context>
    <inkml:brush xml:id="br0">
      <inkml:brushProperty name="width" value="0.1" units="cm"/>
      <inkml:brushProperty name="height" value="0.1" units="cm"/>
      <inkml:brushProperty name="color" value="#E71224"/>
    </inkml:brush>
  </inkml:definitions>
  <inkml:trace contextRef="#ctx0" brushRef="#br0">1 59 8192,'5'0'11468,"8"0"-11468,7-6 0,12-1 0,6-6 0,2 0 0,0 2 0,-6 2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5.399"/>
    </inkml:context>
    <inkml:brush xml:id="br0">
      <inkml:brushProperty name="width" value="0.1" units="cm"/>
      <inkml:brushProperty name="height" value="0.1" units="cm"/>
      <inkml:brushProperty name="color" value="#E71224"/>
    </inkml:brush>
  </inkml:definitions>
  <inkml:trace contextRef="#ctx0" brushRef="#br0">0 122 8192,'6'0'11332,"13"-5"-11332,15-8 136,18-8-136,12 1 0,7 2 0,-3 0 0,-8 3 0,-14 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6.139"/>
    </inkml:context>
    <inkml:brush xml:id="br0">
      <inkml:brushProperty name="width" value="0.1" units="cm"/>
      <inkml:brushProperty name="height" value="0.1" units="cm"/>
      <inkml:brushProperty name="color" value="#E71224"/>
    </inkml:brush>
  </inkml:definitions>
  <inkml:trace contextRef="#ctx0" brushRef="#br0">236 1 8192,'-4'25'1774,"-14"43"-1,7-33-965,-53 196 3619,5 11-5433,29-100-2336,-15 206-1,44-330 3958,-3 88 1120,5-95-1018,-1 1 0,2-1-1,0 1 1,0-1-1,1 1 1,8 17-1,-10-26-658,-1-1-1,1 0 1,0 0 0,0 1-1,0-1 1,1 0 0,-1 0-1,0 0 1,1-1 0,-1 1-1,1 0 1,0 0 0,0-1-1,-1 1 1,1-1 0,0 0-1,0 1 1,1-1 0,-1 0-1,0 0 1,0 0 0,0-1-1,1 1 1,-1-1 0,0 1-1,1-1 1,-1 1 0,0-1-1,1 0 1,-1 0 0,1 0-1,-1-1 1,0 1-1,1-1 1,-1 1 0,0-1-1,4-1 1,2-2 33,0 0 0,0-1 0,0 0 1,-1 0-1,0-1 0,0 1 0,-1-1 0,10-12 0,1-4-91,-1-1 0,-1 0 0,-1-1 0,-1-1 0,12-31 0,38-133 0,-59 175 0,2-3 0,-2 0 0,0 0 0,3-33 0,-7 47 0,0-1 0,0 1 0,0-1 0,0 1 0,0-1 0,-1 1 0,0-1 0,0 1 0,0 0 0,0-1 0,0 1 0,-1 0 0,1 0 0,-1 0 0,0 0 0,0 0 0,0 0 0,0 0 0,0 1 0,-1-1 0,1 1 0,-1 0 0,0 0 0,1 0 0,-5-3 0,-28-8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6.498"/>
    </inkml:context>
    <inkml:brush xml:id="br0">
      <inkml:brushProperty name="width" value="0.1" units="cm"/>
      <inkml:brushProperty name="height" value="0.1" units="cm"/>
      <inkml:brushProperty name="color" value="#E71224"/>
    </inkml:brush>
  </inkml:definitions>
  <inkml:trace contextRef="#ctx0" brushRef="#br0">97 671 8192,'11'325'6477,"-4"-250"-4813,4 0-1,24 90 1,-34-163-1664,16 51 0,-15-48 0,-1-1 0,1 0 0,1 0 0,-1 0 0,0-1 0,1 1 0,0-1 0,0 1 0,4 3 0,-6-6 0,-1-1 0,1 1 0,0 0 0,0-1 0,-1 1 0,1-1 0,0 1 0,0-1 0,0 0 0,-1 1 0,1-1 0,0 0 0,0 0 0,0 1 0,0-1 0,0 0 0,0 0 0,0 0 0,0 0 0,-1 0 0,1 0 0,0 0 0,0-1 0,0 1 0,0 0 0,0 0 0,0-1 0,-1 1 0,1 0 0,0-1 0,0 1 0,0-1 0,-1 1 0,1-1 0,0 0 0,0 0 0,2-3 0,0 1 0,0-1 0,-1 0 0,0 0 0,0 0 0,0-1 0,2-4 0,8-31-140,-2 0 1,-2-1-1,5-69 0,18-670-9005,-30 733 8704,-3 1 0,-1 0 0,-13-58 0,15 97 441,-1 0 0,0 0 0,-1 0 0,0 0 0,0 0 0,0 1 0,-1-1 0,0 1 0,0 0 0,-1 0 0,0 1 0,-6-7 0,7 9 0,0 0 0,0 0 0,-1 1 0,1-1 0,-1 1 0,1 0 0,-1 0 0,0 0 0,0 1 0,0 0 0,0 0 0,0 0 0,0 1 0,0-1 0,0 1 0,0 0 0,-8 2 0,5-1 42,-1 1 0,1 0-1,-1 1 1,1 0 0,0 0 0,0 1 0,0 0 0,1 1 0,0-1 0,-1 1 0,2 1 0,-1-1 0,0 1 0,1 0-1,0 1 1,1-1 0,0 1 0,0 1 0,0-1 0,-7 16 0,-6 20-537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6.965"/>
    </inkml:context>
    <inkml:brush xml:id="br0">
      <inkml:brushProperty name="width" value="0.1" units="cm"/>
      <inkml:brushProperty name="height" value="0.1" units="cm"/>
      <inkml:brushProperty name="color" value="#E71224"/>
    </inkml:brush>
  </inkml:definitions>
  <inkml:trace contextRef="#ctx0" brushRef="#br0">333 0 8192,'-12'18'3356,"-8"16"-3356,-20 25 5483,-7 15-5483,-13 5 2629,-2 1-2629,9-19 0,14-19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7.231"/>
    </inkml:context>
    <inkml:brush xml:id="br0">
      <inkml:brushProperty name="width" value="0.1" units="cm"/>
      <inkml:brushProperty name="height" value="0.1" units="cm"/>
      <inkml:brushProperty name="color" value="#E71224"/>
    </inkml:brush>
  </inkml:definitions>
  <inkml:trace contextRef="#ctx0" brushRef="#br0">0 0 8192,'12'0'3356,"9"11"2640,13 16-5996,22 14 2116,20 11-2116,8 4 0,1 8 0,-3-1 0,-9 1 0,-12-11 0,-10-14 0,-14-15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7.624"/>
    </inkml:context>
    <inkml:brush xml:id="br0">
      <inkml:brushProperty name="width" value="0.1" units="cm"/>
      <inkml:brushProperty name="height" value="0.1" units="cm"/>
      <inkml:brushProperty name="color" value="#E71224"/>
    </inkml:brush>
  </inkml:definitions>
  <inkml:trace contextRef="#ctx0" brushRef="#br0">0 0 8192,'0'18'2971,"0"15"-2971,0 27 5848,0 36-5848,0 36 2649,0 47-2649,0 27-2971,0 12-2877,0-7 5848,0-30-2649,0-38 2649,0-45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1:18.886"/>
    </inkml:context>
    <inkml:brush xml:id="br0">
      <inkml:brushProperty name="width" value="0.1" units="cm"/>
      <inkml:brushProperty name="height" value="0.1" units="cm"/>
      <inkml:brushProperty name="color" value="#E71224"/>
    </inkml:brush>
  </inkml:definitions>
  <inkml:trace contextRef="#ctx0" brushRef="#br0">0 1 8192,'34'0'0,"69"17"0,101 11 0,107 12 0,92 11 0,79-3 0,60-10 0,46-11 0,15-11 0,-17-7 0,-39-6 0,-91-3 0,-116-8 0,-117-8 0,-95-6 11468,-71 0-11468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2:22.343"/>
    </inkml:context>
    <inkml:brush xml:id="br0">
      <inkml:brushProperty name="width" value="0.1" units="cm"/>
      <inkml:brushProperty name="height" value="0.1" units="cm"/>
      <inkml:brushProperty name="color" value="#E71224"/>
    </inkml:brush>
  </inkml:definitions>
  <inkml:trace contextRef="#ctx0" brushRef="#br0">1 1 8192,'6'0'11468,"7"0"-11468,7 0 0,6 0 0,4 0 0,3 0 0,2 0 0,0 0 0,5 0 0,8 0 0,1 0 0,4 0 0,-2 0 0,-4 0 0,-9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2:34.574"/>
    </inkml:context>
    <inkml:brush xml:id="br0">
      <inkml:brushProperty name="width" value="0.1" units="cm"/>
      <inkml:brushProperty name="height" value="0.1" units="cm"/>
      <inkml:brushProperty name="color" value="#E71224"/>
    </inkml:brush>
  </inkml:definitions>
  <inkml:trace contextRef="#ctx0" brushRef="#br0">1 281 8192,'248'1'6076,"279"-3"-684,-147-31-5392,-1 0 0,-240 32 0,-51 2 0,108-13 0,121-27 0,5 22 0,-281 17 0,269-11 0,71-13-1221,2 25-444,-158 1 1690,747-2 88,-545 0-8395,166-38 7761,-290 11 604,-144 14-83,244-10 0,779 22 0,-529 3 0,-98-2 11468,-543 0-11468,0 0 0,0-1 0,20-4 0,-9-3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2:47.784"/>
    </inkml:context>
    <inkml:brush xml:id="br0">
      <inkml:brushProperty name="width" value="0.1" units="cm"/>
      <inkml:brushProperty name="height" value="0.1" units="cm"/>
      <inkml:brushProperty name="color" value="#E71224"/>
    </inkml:brush>
  </inkml:definitions>
  <inkml:trace contextRef="#ctx0" brushRef="#br0">0 1 8192,'141'11'9786,"-58"-2"-8104,719 7-1682,-537-18 0,1713 2-8897,-1032 0 8237,-919 0 10217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4:26.962"/>
    </inkml:context>
    <inkml:brush xml:id="br0">
      <inkml:brushProperty name="width" value="0.1" units="cm"/>
      <inkml:brushProperty name="height" value="0.1" units="cm"/>
      <inkml:brushProperty name="color" value="#E71224"/>
    </inkml:brush>
  </inkml:definitions>
  <inkml:trace contextRef="#ctx0" brushRef="#br0">0 69 8192,'143'2'6135,"159"-5"-802,-168-10-5333,25-2 0,-9 10 0,192-14 0,-185 6-4639,196 10 0,-199 5 2802,-47-3 1474,114 4 932,-148 4-755,-1 3-1,90 26 1,-65-2 186,-75-25 0,-1-1 0,1 0 0,0-2 0,40 7 0,187-10 6633,-136-6-5743,28 3-8461,1 0 7484,-16 0 9779,230 0-9509,178 0-5560,46 0 1014,-535 3 4363,70 11 0,18 3 0,270-15 0,-209-4 0,186 2 9026,-200 0-15898,0 0 3983,360 0 7772,-495-2-2736,0-3-1,67-15 1,-26 4-1267,27-7-10437,-74 11 7646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4:30.063"/>
    </inkml:context>
    <inkml:brush xml:id="br0">
      <inkml:brushProperty name="width" value="0.1" units="cm"/>
      <inkml:brushProperty name="height" value="0.1" units="cm"/>
      <inkml:brushProperty name="color" value="#E71224"/>
    </inkml:brush>
  </inkml:definitions>
  <inkml:trace contextRef="#ctx0" brushRef="#br0">0 69 8192,'10'-12'7197,"-8"11"-6897,20-6 3352,-15 6-3333,55-14-1216,1 3-1,0 2 0,71-1 1,199 11-5020,-153 3 4309,8-3 10015,0 0-6953,-67 0-4628,-1 0-3513,487 0 15006,-554 2-10889,63 12 0,33 1-962,297-13 3532,-231-3 0,-193 2 384,-1 2 1,0 0 0,0 1-1,0 1 1,27 11-1,24 5-215,-42-15-743,0-1 1,53 2 0,64-9 2178,-66 0-3086,-9 1 858,97 2 366,-82 14 257,2 0 0,-16-10 0,-26-3 0,47 9 0,-23-2 0,-1-2 0,105-5 0,19 1 0,-166 0 0,0 2 0,-1 1 0,30 10 0,-25-7 0,56 10 0,30-10 4598,153-9 0,-111-2-2885,196 2-12809,-184 0 11475,1 0 8690,-134-1-8837,47-8 0,-51 4-4874,54-17 0,-67 15 5092,7-10 8216,-12 3-6755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4:37.261"/>
    </inkml:context>
    <inkml:brush xml:id="br0">
      <inkml:brushProperty name="width" value="0.1" units="cm"/>
      <inkml:brushProperty name="height" value="0.1" units="cm"/>
      <inkml:brushProperty name="color" value="#E71224"/>
    </inkml:brush>
  </inkml:definitions>
  <inkml:trace contextRef="#ctx0" brushRef="#br0">1 1 13460,'836'34'0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4:41.260"/>
    </inkml:context>
    <inkml:brush xml:id="br0">
      <inkml:brushProperty name="width" value="0.1" units="cm"/>
      <inkml:brushProperty name="height" value="0.1" units="cm"/>
      <inkml:brushProperty name="color" value="#E71224"/>
    </inkml:brush>
  </inkml:definitions>
  <inkml:trace contextRef="#ctx0" brushRef="#br0">345 260 8192,'5'0'11468,"3"-5"-11468,-6-3 0,-10 1 0,-2-4 0,-6-1 0,0-3 0,-3 0 0,-16-15 0,-7-1 0,-2-1 0,0 4 0,3 8 0,8 0 0,3 5 0,8 4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6:47.980"/>
    </inkml:context>
    <inkml:brush xml:id="br0">
      <inkml:brushProperty name="width" value="0.1" units="cm"/>
      <inkml:brushProperty name="height" value="0.1" units="cm"/>
      <inkml:brushProperty name="color" value="#E71224"/>
    </inkml:brush>
  </inkml:definitions>
  <inkml:trace contextRef="#ctx0" brushRef="#br0">1 0 8192,'15'17'2315,"-1"0"-1,-1 1 1,19 33 0,-3-3-106,14 14-2209,-7-10 0,40 75 0,127 219-2977,-177-304 1805,-15-25-349,1 3 72,1 0-1,0-1 0,21 22 1,-34-41 1449,1 1 0,0 0 0,0 0 0,-1 0 0,1 0 0,0 0 0,0-1 0,0 1 0,0 0 0,0-1 0,0 1 0,0-1 0,1 1 0,-1-1 0,0 0 0,0 1 0,0-1 0,0 0 0,0 0 0,1 0 0,-1 0 0,2 0 0,-3 0 0,1-1 0,0 1 0,0-1 0,0 0 0,0 1 0,-1-1 0,1 0 0,0 0 0,-1 1 0,1-1 0,0 0 0,-1 0 0,1 0 0,-1 0 0,1 0 0,-1 0 0,0 0 0,1 0 0,-1-1 0,2-8 0,-1 1 0,0-1 0,0-18 0,-1 27 0,-3-80 642,1 40-184,1 1 1,2-1-1,7-46 1,4 33-2440,1 4 1486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6:48.429"/>
    </inkml:context>
    <inkml:brush xml:id="br0">
      <inkml:brushProperty name="width" value="0.1" units="cm"/>
      <inkml:brushProperty name="height" value="0.1" units="cm"/>
      <inkml:brushProperty name="color" value="#E71224"/>
    </inkml:brush>
  </inkml:definitions>
  <inkml:trace contextRef="#ctx0" brushRef="#br0">1 691 8192,'0'-11'11468,"6"-21"-11468,13-28 0,14-20 0,25-9 0,20-6 0,19 3 0,4 10 0,-15 14 0,-17 18 0,-19 18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6:48.893"/>
    </inkml:context>
    <inkml:brush xml:id="br0">
      <inkml:brushProperty name="width" value="0.1" units="cm"/>
      <inkml:brushProperty name="height" value="0.1" units="cm"/>
      <inkml:brushProperty name="color" value="#E71224"/>
    </inkml:brush>
  </inkml:definitions>
  <inkml:trace contextRef="#ctx0" brushRef="#br0">79 0 8192,'6'11'2971,"1"22"-2971,0 15 5848,-1 12-5848,-2 6 2649,-13 10-2649,-5 3 0,-5 11 0,-1-5 0,5-10 0,-2-19 0,2-18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6:49.375"/>
    </inkml:context>
    <inkml:brush xml:id="br0">
      <inkml:brushProperty name="width" value="0.1" units="cm"/>
      <inkml:brushProperty name="height" value="0.1" units="cm"/>
      <inkml:brushProperty name="color" value="#E71224"/>
    </inkml:brush>
  </inkml:definitions>
  <inkml:trace contextRef="#ctx0" brushRef="#br0">3 13 8192,'0'97'1453,"-2"-15"1885,3 0 1,14 84-1,-14-158-3338,1-1 0,0 1 0,0-1 0,0 0 0,1 0 0,0 0 0,1 0 0,5 9 0,-8-15 0,0 1 0,0-1 0,0 0 0,0 0 0,1 0 0,-1 0 0,0 0 0,0 0 0,1 0 0,-1 0 0,1 0 0,-1-1 0,1 1 0,-1-1 0,1 1 0,-1-1 0,1 1 0,1-1 0,0 0 0,-1 0 0,0-1 0,0 1 0,0-1 0,0 0 0,0 1 0,0-1 0,0 0 0,0 0 0,0 0 0,0-1 0,0 1 0,0 0 0,-1-1 0,1 1 0,0-1 0,1-2 0,4-3 0,-1-2 0,0 1 0,0-1 0,-1 0 0,0 0 0,-1-1 0,0 0 0,4-12 0,16-86 0,-17 78 0,-2-1 0,-1 0 0,-2 0 0,-1 0 0,-3-39 0,1 65 0,1 1 0,-1-1 0,0 0 0,0 1 0,-1-1 0,0 1 0,0-1 0,0 1 0,0 0 0,0-1 0,-1 1 0,0 1 0,0-1 0,-4-5 0,-15-6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36:49.967"/>
    </inkml:context>
    <inkml:brush xml:id="br0">
      <inkml:brushProperty name="width" value="0.1" units="cm"/>
      <inkml:brushProperty name="height" value="0.1" units="cm"/>
      <inkml:brushProperty name="color" value="#E71224"/>
    </inkml:brush>
  </inkml:definitions>
  <inkml:trace contextRef="#ctx0" brushRef="#br0">1 0 8192,'21'1'1635,"0"1"1,1 1-1,-1 1 0,36 11 1,78 35 1624,-122-45-3229,-7-2-245,1 0 0,-1 0 0,1 1 0,-1-1-1,-1 1 1,1 1 0,0-1 0,-1 1 0,0 0-1,0 0 1,0 1 0,-1-1 0,0 1 0,0 0 0,4 8-1,-3-3-400,-1 1-1,0 0 0,-1 0 1,0 1-1,-1-1 0,0 1 0,0 22 1,0 155-943,-40 355 0,27-471 1558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5.784"/>
    </inkml:context>
    <inkml:brush xml:id="br0">
      <inkml:brushProperty name="width" value="0.1" units="cm"/>
      <inkml:brushProperty name="height" value="0.1" units="cm"/>
      <inkml:brushProperty name="color" value="#E71224"/>
    </inkml:brush>
  </inkml:definitions>
  <inkml:trace contextRef="#ctx0" brushRef="#br0">251 1 8192,'0'17'0,"0"17"3356,0 31-3356,-6 27 5996,-13 39-3880,-9 30-2116,-6 16 0,-2-4 0,-1-21 0,6-25 0,8-28 0,2-31 0,5-27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6.683"/>
    </inkml:context>
    <inkml:brush xml:id="br0">
      <inkml:brushProperty name="width" value="0.1" units="cm"/>
      <inkml:brushProperty name="height" value="0.1" units="cm"/>
      <inkml:brushProperty name="color" value="#E71224"/>
    </inkml:brush>
  </inkml:definitions>
  <inkml:trace contextRef="#ctx0" brushRef="#br0">160 32 8192,'17'-1'2857,"-1"-1"-1,30-6 1,1 0-312,-22 4-2350,-3 0-134,0 2 0,0 0 0,23 2 0,-39 0-67,0 1 1,0 0 0,0 0-1,0 0 1,-1 1 0,1-1-1,0 2 1,-1-1 0,1 1-1,-1-1 1,0 1 0,0 1-1,0-1 1,0 1 0,8 8-1,-1 3 6,-1 0 0,0 0 0,-2 1 0,1 0 0,-2 1 0,0 0 0,8 28 0,-10-23 0,0 0 0,-2 0 0,0 0 0,-1 1 0,-2 42 0,-1-59 0,0 0 0,-1 0 0,0 1 0,0-1 0,-1 0 0,0 0 0,0 0 0,0-1 0,-1 1 0,0-1 0,0 1 0,0-1 0,-1 0 0,0 0 0,0 0 0,0 0 0,0-1 0,-1 0 0,0 0 0,0 0 0,0 0 0,0-1 0,0 0 0,-10 4 0,-6 1 0,-1 0 0,0-2 0,0-1 0,0 0 0,-29 1 0,45-6 0,0 1 0,0 0 0,0 0 0,0 1 0,0 0 0,1 0 0,-7 3 0,11-5 0,1 1 0,-1-1 0,0 1 0,1-1 0,-1 1 0,0 0 0,1-1 0,-1 1 0,0 0 0,1-1 0,-1 1 0,1 0 0,0 0 0,-1-1 0,1 1 0,-1 0 0,1 0 0,0 0 0,0 0 0,0-1 0,-1 2 0,1 0 0,1 0 0,-1-1 0,1 1 0,-1 0 0,1-1 0,-1 1 0,1-1 0,0 1 0,0-1 0,0 1 0,-1-1 0,2 1 0,-1-1 0,0 0 0,2 2 0,10 9 0,1 0 0,0-1 0,31 17 0,5 5 0,-31-19-1042,-1 1-1,0 1 0,-2 0 1,1 2-1,-2 0 1,-1 0-1,0 1 1,-1 1-1,-1 1 0,12 28 1,-21-43 1042,0 1 0,-1-1 0,0 1 0,0 0 0,-1 0 0,1 0 0,-1 7 0,-1-11 0,0-1 0,0 1 0,0-1 0,-1 1 0,1-1 0,-1 1 0,0-1 0,1 0 0,-1 1 0,0-1 0,-1 0 0,1 0 0,0 1 0,0-1 0,-1 0 0,0 0 0,1-1 0,-1 1 0,0 0 0,0 0 0,0-1 0,0 1 0,-2 0 0,-7 4 0,0-1 0,0 0 0,-1-1 0,0 0 0,0-1 0,0 0 0,-18 1 0,-91 3 0,94-7 0,0 1 0,-118 0 0,117-3 0,0 0 0,0-2 0,-28-7 0,20-2 0,12-1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6.962"/>
    </inkml:context>
    <inkml:brush xml:id="br0">
      <inkml:brushProperty name="width" value="0.1" units="cm"/>
      <inkml:brushProperty name="height" value="0.1" units="cm"/>
      <inkml:brushProperty name="color" value="#E71224"/>
    </inkml:brush>
  </inkml:definitions>
  <inkml:trace contextRef="#ctx0" brushRef="#br0">0 1 8192,'6'13'3356,"1"-7"-3356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7.226"/>
    </inkml:context>
    <inkml:brush xml:id="br0">
      <inkml:brushProperty name="width" value="0.1" units="cm"/>
      <inkml:brushProperty name="height" value="0.1" units="cm"/>
      <inkml:brushProperty name="color" value="#E71224"/>
    </inkml:brush>
  </inkml:definitions>
  <inkml:trace contextRef="#ctx0" brushRef="#br0">0 1 8192,'6'11'0,"2"16"2971,-1 9 2877,-1 3-5848,-2 1 2649,-1-6-2649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7.508"/>
    </inkml:context>
    <inkml:brush xml:id="br0">
      <inkml:brushProperty name="width" value="0.1" units="cm"/>
      <inkml:brushProperty name="height" value="0.1" units="cm"/>
      <inkml:brushProperty name="color" value="#E71224"/>
    </inkml:brush>
  </inkml:definitions>
  <inkml:trace contextRef="#ctx0" brushRef="#br0">1 321 8192,'5'-6'3356,"20"-13"-3356,16-9 5483,19-6-5483,10-8 2629,10 3-2629,3 2 0,-6 2 0,-17 2 0,-14 5 0,-13 9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7.896"/>
    </inkml:context>
    <inkml:brush xml:id="br0">
      <inkml:brushProperty name="width" value="0.1" units="cm"/>
      <inkml:brushProperty name="height" value="0.1" units="cm"/>
      <inkml:brushProperty name="color" value="#E71224"/>
    </inkml:brush>
  </inkml:definitions>
  <inkml:trace contextRef="#ctx0" brushRef="#br0">1 0 8192,'0'1019'11468,"-1"-984"-11468,4 82 0,-2-104 0,0 1 0,2-1 0,0 0 0,0 0 0,10 26 0,-12-38 0,-1 0 0,0 0 0,1-1 0,-1 1 0,0 0 0,1 0 0,-1 0 0,1 0 0,0 0 0,-1 0 0,1-1 0,0 1 0,-1 0 0,1-1 0,0 1 0,0 0 0,0-1 0,-1 1 0,1-1 0,0 1 0,0-1 0,0 0 0,0 1 0,0-1 0,1 0 0,-1 0 0,0 0 0,0-1 0,0 1 0,0-1 0,1 1 0,-1-1 0,-1 1 0,1-1 0,0 0 0,0 0 0,0 1 0,0-1 0,0 0 0,-1 0 0,1 0 0,0 0 0,0-2 0,5-7 0,-1 0 0,0-1 0,4-13 0,-9 23 0,39-139 0,-21 55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8.471"/>
    </inkml:context>
    <inkml:brush xml:id="br0">
      <inkml:brushProperty name="width" value="0.1" units="cm"/>
      <inkml:brushProperty name="height" value="0.1" units="cm"/>
      <inkml:brushProperty name="color" value="#E71224"/>
    </inkml:brush>
  </inkml:definitions>
  <inkml:trace contextRef="#ctx0" brushRef="#br0">1 0 8192,'38'2'2873,"0"1"0,40 9 0,-26-3-2231,224 22 1358,-189-23-1793,-75-7-207,0 0 0,0 1 0,-1 1 0,22 6 0,-29-7 0,-1 0 0,1 0 0,-1 0 0,1 0 0,-1 0 0,0 1 0,1 0 0,-1-1 0,-1 1 0,1 0 0,0 1 0,-1-1 0,1 0 0,-1 1 0,0-1 0,0 1 0,1 4 0,0 1-93,0 1 0,0 0 1,-1 0-1,0 0 0,-1 0 0,0 19 0,-9 62-1254,4-59 868,-24 179-2804,-12 142-2426,36-272 5709,3-13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39.702"/>
    </inkml:context>
    <inkml:brush xml:id="br0">
      <inkml:brushProperty name="width" value="0.1" units="cm"/>
      <inkml:brushProperty name="height" value="0.1" units="cm"/>
      <inkml:brushProperty name="color" value="#E71224"/>
    </inkml:brush>
  </inkml:definitions>
  <inkml:trace contextRef="#ctx0" brushRef="#br0">138 1 8192,'0'2'119,"0"0"0,0 0 0,0 0 1,-1 0-1,1 0 0,-1-1 0,1 1 0,-1 0 1,0 0-1,0 0 0,0 0 0,0-1 1,0 1-1,-2 1 0,-5 10 889,-7 15 786,1 1 0,2 0 0,-13 45 0,12-27-764,-9 79 0,5 232-3705,17-307 2310,2 691-8352,0-525 10353,-1-151 6010,3-51-5870,-4-15-1763,0 1 0,0-1 0,0 0 1,0 0-1,0 0 0,0 0 0,0 0 0,1 0 0,-1 0 0,0 1 1,0-1-1,0 0 0,0 0 0,0 0 0,0 0 0,1 0 1,-1 0-1,0 0 0,0 0 0,0 0 0,0 0 0,0 0 1,1 0-1,-1 0 0,0 0 0,0 0 0,0 0 0,0 0 0,0 0 1,1 0-1,-1 0 0,0 0 0,0 0 0,0 0 0,0 0 1,0 0-1,0-1 0,1 1 0,-1 0 0,0 0 0,0 0 1,0 0-1,0 0 0,0 0 0,14-22-404,-11 15 325,54-106 66,-6-2 0,64-216 0,-98 277 0,-9 31 0,-1-1 0,-1 0 0,-1 0 0,2-31 0,-7 50 0,0-1 0,-1 0 0,1 1 0,-1-1 0,-1 0 0,1 1 0,-1-1 0,0 1 0,0 0 0,-1 0 0,-3-7 0,0 3 0,-1 0 0,0 0 0,0 1 0,-15-14 0,-2 2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40.713"/>
    </inkml:context>
    <inkml:brush xml:id="br0">
      <inkml:brushProperty name="width" value="0.1" units="cm"/>
      <inkml:brushProperty name="height" value="0.1" units="cm"/>
      <inkml:brushProperty name="color" value="#E71224"/>
    </inkml:brush>
  </inkml:definitions>
  <inkml:trace contextRef="#ctx0" brushRef="#br0">77 0 8192,'-21'596'11468,"4"-456"-11468,3-24 0,0 127 0,15-219-107,2 0 0,0-1 0,2 1 0,0-1 0,2 0-1,0-1 1,2 1 0,15 28 0,13 16-1146,57 77 0,-44-69 15,-41-63-41,16 30-2415,-24-40 3595,0 0 0,0-1-1,0 1 1,0 0 0,-1 0-1,1 0 1,-1 0 0,1 0-1,-1 0 1,0 0 0,0 0 0,0 0-1,0 0 1,0 0 0,0 0-1,0 0 1,-2 4 0,2-5 99,-1-1 0,0 1 0,1 0 0,-1-1 0,0 1 0,1 0 0,-1-1 0,0 1 0,0 0 0,0-1 0,1 1 0,-1-1 0,0 0 0,0 1 0,0-1 0,0 0 0,0 1 0,0-1 0,0 0 0,0 0 0,0 0 0,0 0 0,0 0 0,0 0 0,0 0 0,0 0 0,0 0 0,0-1 0,0 1 0,0 0 0,1-1 0,-3 0 0,-33-16 0,34 16 0,-175-116 0,128 83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41.010"/>
    </inkml:context>
    <inkml:brush xml:id="br0">
      <inkml:brushProperty name="width" value="0.1" units="cm"/>
      <inkml:brushProperty name="height" value="0.1" units="cm"/>
      <inkml:brushProperty name="color" value="#E71224"/>
    </inkml:brush>
  </inkml:definitions>
  <inkml:trace contextRef="#ctx0" brushRef="#br0">1 184 8192,'11'0'0,"33"0"3356,31-5-3356,43-8 5996,35-8-5996,20-11-2971,-8-6-2878,-32-2 5849,-38 6 10936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41.927"/>
    </inkml:context>
    <inkml:brush xml:id="br0">
      <inkml:brushProperty name="width" value="0.1" units="cm"/>
      <inkml:brushProperty name="height" value="0.1" units="cm"/>
      <inkml:brushProperty name="color" value="#E71224"/>
    </inkml:brush>
  </inkml:definitions>
  <inkml:trace contextRef="#ctx0" brushRef="#br0">1 1 8192,'6'32'0,"0"0"0,1 60 0,-5-55 0,12 427 495,-14-439 365,-1-9 655,1 0-1,1 0 1,4 19-1,-5-31-1289,1 0 1,1 0-1,-1 0 0,0 0 1,1-1-1,0 1 0,0 0 0,0-1 1,0 1-1,1-1 0,-1 1 0,1-1 1,0 0-1,0 0 0,0-1 1,0 1-1,4 2 0,1-1-225,1 0 0,-1-1 0,1 0 0,0-1 0,-1 0 0,1 0 0,0 0 0,0-2 0,0 1 0,0-1 0,0 0 0,1-1 0,-1 0 0,0 0 0,-1-1 0,12-3 0,16-6 0,0-2 0,50-25 0,334-189 0,-256 123-2796,-111 64 2236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3:42.284"/>
    </inkml:context>
    <inkml:brush xml:id="br0">
      <inkml:brushProperty name="width" value="0.1" units="cm"/>
      <inkml:brushProperty name="height" value="0.1" units="cm"/>
      <inkml:brushProperty name="color" value="#E71224"/>
    </inkml:brush>
  </inkml:definitions>
  <inkml:trace contextRef="#ctx0" brushRef="#br0">174 1 8192,'0'17'0,"0"17"3356,0 20-3356,0 23 5996,0 33-5996,0 43-2971,0 47-2878,-6 12 5849,-7-2-532,-13-2 532,-8 3 0,2-23 0,7-26 0,7-35 0,7-34 0,5-26 0,3-26 11468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4:59.681"/>
    </inkml:context>
    <inkml:brush xml:id="br0">
      <inkml:brushProperty name="width" value="0.1" units="cm"/>
      <inkml:brushProperty name="height" value="0.1" units="cm"/>
      <inkml:brushProperty name="color" value="#E71224"/>
    </inkml:brush>
  </inkml:definitions>
  <inkml:trace contextRef="#ctx0" brushRef="#br0">258 0 8192,'-8'12'3356,"-10"19"-3356,-10 15 5996,-15 13-5996,-9 10 2116,5 3-2116,11-8 0,10-15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4:59.977"/>
    </inkml:context>
    <inkml:brush xml:id="br0">
      <inkml:brushProperty name="width" value="0.1" units="cm"/>
      <inkml:brushProperty name="height" value="0.1" units="cm"/>
      <inkml:brushProperty name="color" value="#E71224"/>
    </inkml:brush>
  </inkml:definitions>
  <inkml:trace contextRef="#ctx0" brushRef="#br0">1 0 8192,'7'12'2971,"11"15"-2971,10 14 5848,3 9-5848,2 3 2649,-6 0-2649,0-5 0,-3-6 0,-7-7 0,-2-10 0,-4-4 0,-3-3 0,-4 0 0,-2-3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0.818"/>
    </inkml:context>
    <inkml:brush xml:id="br0">
      <inkml:brushProperty name="width" value="0.1" units="cm"/>
      <inkml:brushProperty name="height" value="0.1" units="cm"/>
      <inkml:brushProperty name="color" value="#E71224"/>
    </inkml:brush>
  </inkml:definitions>
  <inkml:trace contextRef="#ctx0" brushRef="#br0">1 0 8192,'8'0'478,"-1"1"-1,1-1 1,0 1 0,-1 1 0,1-1 0,-1 1 0,1 0 0,-1 1-1,0 0 1,0 0 0,0 1 0,0 0 0,-1 0 0,1 0 0,-1 1-1,0 0 1,-1 0 0,1 0 0,-1 1 0,0 0 0,0 0-1,-1 0 1,6 10 0,6 14-478,-2 0 0,0 2 0,-3-1 0,0 2 0,-2-1 0,-1 1 0,4 43 0,5 241 0,-17-238 0,-4 0 0,-2 0 0,-4-1 0,-28 104 0,38-180 0,-19 52 0,18-50 0,-1 0 0,0-1 0,0 1 0,0-1 0,0 0 0,-1 0 0,1 1 0,-1-2 0,0 1 0,0 0 0,-4 3 0,5-5 0,1-1 0,-1 1 0,1 0 0,-1-1 0,0 1 0,1-1 0,-1 1 0,0-1 0,1 0 0,-1 1 0,0-1 0,0 0 0,1 0 0,-1 0 0,0-1 0,0 1 0,1 0 0,-1-1 0,-2 0 0,-1-1 0,0 0 0,0-1 0,1 0 0,-9-5 0,-22-22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1.299"/>
    </inkml:context>
    <inkml:brush xml:id="br0">
      <inkml:brushProperty name="width" value="0.1" units="cm"/>
      <inkml:brushProperty name="height" value="0.1" units="cm"/>
      <inkml:brushProperty name="color" value="#E71224"/>
    </inkml:brush>
  </inkml:definitions>
  <inkml:trace contextRef="#ctx0" brushRef="#br0">176 0 8192,'0'12'0,"0"15"3356,-3 11-3356,-10 14 5483,-10 6-5483,-5 5 2629,-1-4-2629,0-9 0,1-9 0,5-11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1.760"/>
    </inkml:context>
    <inkml:brush xml:id="br0">
      <inkml:brushProperty name="width" value="0.1" units="cm"/>
      <inkml:brushProperty name="height" value="0.1" units="cm"/>
      <inkml:brushProperty name="color" value="#E71224"/>
    </inkml:brush>
  </inkml:definitions>
  <inkml:trace contextRef="#ctx0" brushRef="#br0">236 0 8192,'-8'12'0,"-10"15"2971,-10 18-2971,-8 10 5848,-1-1-5848,1-2 2649,3-10-2649,7-8 0,12-6 0,20 8 0,21 9 0,12 13 0,5 0 0,-6-14 0,-9-25 0,-9-17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2.056"/>
    </inkml:context>
    <inkml:brush xml:id="br0">
      <inkml:brushProperty name="width" value="0.1" units="cm"/>
      <inkml:brushProperty name="height" value="0.1" units="cm"/>
      <inkml:brushProperty name="color" value="#E71224"/>
    </inkml:brush>
  </inkml:definitions>
  <inkml:trace contextRef="#ctx0" brushRef="#br0">61 0 8192,'0'12'0,"-4"19"3356,-1 12-3356,0 11 5996,-3 7-5996,1-3 2116,0 1-2116,-2-7 0,1-15 0,1-26 0,7-18 0,2-16 0,13-16 0,7-12 0,1 2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2.303"/>
    </inkml:context>
    <inkml:brush xml:id="br0">
      <inkml:brushProperty name="width" value="0.1" units="cm"/>
      <inkml:brushProperty name="height" value="0.1" units="cm"/>
      <inkml:brushProperty name="color" value="#E71224"/>
    </inkml:brush>
  </inkml:definitions>
  <inkml:trace contextRef="#ctx0" brushRef="#br0">1 1 8192,'0'3'3356,"3"10"-3356,3 13 5483,3 11-5483,0 11 2629,-1 4-2629,-2 9 0,-3 6 0,0-1 0,-2-4 0,-1-20 0,0-25 0,-1-27 0,1-12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2.694"/>
    </inkml:context>
    <inkml:brush xml:id="br0">
      <inkml:brushProperty name="width" value="0.1" units="cm"/>
      <inkml:brushProperty name="height" value="0.1" units="cm"/>
      <inkml:brushProperty name="color" value="#E71224"/>
    </inkml:brush>
  </inkml:definitions>
  <inkml:trace contextRef="#ctx0" brushRef="#br0">0 1 8192,'3'0'292,"0"0"-1,0 1 1,1-1 0,-1 1 0,0 0 0,-1 0-1,1 0 1,0 0 0,0 0 0,0 1 0,-1 0-1,1-1 1,0 1 0,-1 0 0,0 0-1,1 0 1,-1 0 0,3 5 0,3 4 1185,-1 0 0,0 0 0,6 14 0,-12-22-1461,12 25-16,-2 0 0,-1 1 0,-1 1 0,-2 0 0,7 51 0,-8-14 0,-4 105 0,-7-103 0,-25 130 0,30-198 0,-9 35 0,8-34 0,0 1 0,0-1 0,-1 0 0,1 0 0,0 1 0,-1-1 0,1 0 0,-1 0 0,0 0 0,1-1 0,-4 3 0,-13 4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3.368"/>
    </inkml:context>
    <inkml:brush xml:id="br0">
      <inkml:brushProperty name="width" value="0.1" units="cm"/>
      <inkml:brushProperty name="height" value="0.1" units="cm"/>
      <inkml:brushProperty name="color" value="#E71224"/>
    </inkml:brush>
  </inkml:definitions>
  <inkml:trace contextRef="#ctx0" brushRef="#br0">107 1 8192,'2'0'212,"-1"0"0,1 0 0,-1 0 0,1 0 0,-1 1 0,1-1 0,-1 0 0,1 1 0,-1-1 0,0 1 0,1 0 0,-1 0 0,0-1 0,1 1 0,-1 0 0,0 0 0,0 0 0,0 0 0,0 0 1,0 0-1,0 1 0,0-1 0,0 0 0,-1 0 0,1 1 0,0-1 0,-1 0 0,1 1 0,-1-1 0,1 3 0,0 2 487,0 0 1,0 0-1,0 0 0,-1 0 1,0 1-1,-2 8 0,1-4-699,-2-1 0,1 0 0,-1 0 0,-1 0 0,1 0 0,-2 0 0,-10 17 0,-4 0 0,-25 30 0,19-26 0,22-28 0,1-1 0,0 1 0,0 0 0,0 0 0,1 0 0,-1 0 0,1 1 0,0-1 0,0 0 0,-1 5 0,2-6 0,0-1 0,0 1 0,0 0 0,0-1 0,0 0 0,0 1 0,1-1 0,-1 1 0,1-1 0,-1 1 0,1-1 0,0 0 0,-1 1 0,1-1 0,0 0 0,0 0 0,0 1 0,0-1 0,0 0 0,0 0 0,0 0 0,0 0 0,0 0 0,1 0 0,1 1 0,6 2-889,1 1-1,16 5 1,-17-7-529,0 0 1,-1 1-1,14 7 0,-19-9 1210,0 0-1,-1 0 0,1 0 1,-1 0-1,0 1 0,1-1 1,-1 1-1,0-1 1,-1 1-1,1 0 0,0 0 1,-1 0-1,0 0 0,2 5 1,-2-3 208,0 1 0,0-1 0,-1 0 0,1 0 0,-2 1 0,1-1 0,0 0 0,-1 0 0,0 1 0,0-1 0,-1 0 0,1 0 0,-1 0 0,0 0 0,-1-1 0,-4 10 0,-5 3 0,0 0 0,-26 27 0,34-40 0,1-1 0,0 0 0,0 1 0,1-1 0,-1 1 0,1 0 0,-3 4 0,5-8 0,0 1 0,-1 0 0,1-1 0,0 1 0,0 0 0,0-1 0,0 1 0,0 0 0,0-1 0,0 1 0,0 0 0,0-1 0,0 1 0,0 0 0,0-1 0,0 1 0,1 0 0,-1 1 0,1-2 0,0 1 0,0 0 0,-1 0 0,1 0 0,0-1 0,0 1 0,0 0 0,0-1 0,0 1 0,0-1 0,0 1 0,0-1 0,0 1 0,0-1 0,2 1 0,12 2 0,0-1 0,0 0 0,31-1 0,-32-1 0,128-1 0,28 0 0,-116 3 0,59 9 0,-67-2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4.183"/>
    </inkml:context>
    <inkml:brush xml:id="br0">
      <inkml:brushProperty name="width" value="0.1" units="cm"/>
      <inkml:brushProperty name="height" value="0.1" units="cm"/>
      <inkml:brushProperty name="color" value="#E71224"/>
    </inkml:brush>
  </inkml:definitions>
  <inkml:trace contextRef="#ctx0" brushRef="#br0">1 0 8192,'7'0'11332,"11"0"-11196,18 0-136,25 0 0,27 0 0,24 0-2971,9 0 2971,-8 0-5848,-20 0 5848,-22 0 3355,-22 0-3355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4.477"/>
    </inkml:context>
    <inkml:brush xml:id="br0">
      <inkml:brushProperty name="width" value="0.1" units="cm"/>
      <inkml:brushProperty name="height" value="0.1" units="cm"/>
      <inkml:brushProperty name="color" value="#E71224"/>
    </inkml:brush>
  </inkml:definitions>
  <inkml:trace contextRef="#ctx0" brushRef="#br0">0 5 8192,'0'8'3356,"0"6"2127,0 5-5483,0 3 2629,4-3-2629,5-11 0,5-16 0,8-13 0,3-12 0,-1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4.838"/>
    </inkml:context>
    <inkml:brush xml:id="br0">
      <inkml:brushProperty name="width" value="0.1" units="cm"/>
      <inkml:brushProperty name="height" value="0.1" units="cm"/>
      <inkml:brushProperty name="color" value="#E71224"/>
    </inkml:brush>
  </inkml:definitions>
  <inkml:trace contextRef="#ctx0" brushRef="#br0">331 43 8192,'12'24'1237,"24"53"5090,-32-66-5677,-1 0 1,0 0 0,0 0 0,-1 0-1,1 15 1,-3-21-651,0-1 0,0 1 0,-1 0 0,1-1 0,-1 1 0,0-1 0,-1 1 0,1-1 0,-1 1 0,0-1 0,0 0 0,-3 4 0,1-1 0,-1-1 0,0 0 0,0 0 0,-1-1 0,1 1 0,-12 7 0,2-3 0,-1-1 0,-1 0 0,0-1 0,0 0 0,-25 6 0,-89 20 0,100-26 0,-3-1 0,34-7 0,-1 1 0,1-1 0,-1 0 0,1 0 0,-1 0 0,1 0 0,-1 0 0,1 0 0,-1 0 0,1 0 0,-1 0 0,1 0 0,-1 0 0,1 0 0,-1 0 0,1 0 0,-1 0 0,1-1 0,-1 1 0,1 0 0,-1 0 0,1-1 0,-1 1 0,0-1 0,1 1 0,1-1 0,-1 0 0,0 1 0,0-1 0,0 0 0,1 1 0,-1-1 0,0 0 0,1 1 0,-1-1 0,1 1 0,-1-1 0,1 1 0,-1-1 0,1 1 0,-1-1 0,1 1 0,0-1 0,27-22-1393,42-26 0,-33 24 823,6-6-1458,69-60 0,-99 78 1577,0 1 1,-2-2-1,0 0 0,0 0 1,-1-1-1,-1-1 0,0 1 0,12-35 1,-6 2 450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5.165"/>
    </inkml:context>
    <inkml:brush xml:id="br0">
      <inkml:brushProperty name="width" value="0.1" units="cm"/>
      <inkml:brushProperty name="height" value="0.1" units="cm"/>
      <inkml:brushProperty name="color" value="#E71224"/>
    </inkml:brush>
  </inkml:definitions>
  <inkml:trace contextRef="#ctx0" brushRef="#br0">64 0 8192,'-1'15'2100,"0"0"0,-1-1 1,-6 24-1,-3 14-797,-7 166-440,14 5-3912,4-139 2644,-1 1016-6628,1-1012 6953,0-15 80,-3-49 0,1-23 0,0-5 0,-4-31 0,1-9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5.446"/>
    </inkml:context>
    <inkml:brush xml:id="br0">
      <inkml:brushProperty name="width" value="0.1" units="cm"/>
      <inkml:brushProperty name="height" value="0.1" units="cm"/>
      <inkml:brushProperty name="color" value="#E71224"/>
    </inkml:brush>
  </inkml:definitions>
  <inkml:trace contextRef="#ctx0" brushRef="#br0">460 1 8192,'0'7'0,"0"11"3356,-4 14-3356,-13 20 5483,-11 21-2854,-17 10-2629,-8 6 0,-6-9 0,-2-9 0,7-14 0,7-16 0,9-11 0,7-15 0,8-9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5.836"/>
    </inkml:context>
    <inkml:brush xml:id="br0">
      <inkml:brushProperty name="width" value="0.1" units="cm"/>
      <inkml:brushProperty name="height" value="0.1" units="cm"/>
      <inkml:brushProperty name="color" value="#E71224"/>
    </inkml:brush>
  </inkml:definitions>
  <inkml:trace contextRef="#ctx0" brushRef="#br0">0 0 8192,'4'0'3356,"9"8"2640,13 10-5996,15 6 2116,11 6-2116,9 6 0,9 5 0,9-1 0,6 1 0,-4 1 0,-4 8 0,-7 4 0,-12-3 0,-16-11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6.180"/>
    </inkml:context>
    <inkml:brush xml:id="br0">
      <inkml:brushProperty name="width" value="0.1" units="cm"/>
      <inkml:brushProperty name="height" value="0.1" units="cm"/>
      <inkml:brushProperty name="color" value="#E71224"/>
    </inkml:brush>
  </inkml:definitions>
  <inkml:trace contextRef="#ctx0" brushRef="#br0">0 232 8192,'0'-4'11468,"12"-5"-11468,11-9 0,13-13 0,17-4 0,6-5 0,-3 1 0,-6 7 0,-13 8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6.492"/>
    </inkml:context>
    <inkml:brush xml:id="br0">
      <inkml:brushProperty name="width" value="0.1" units="cm"/>
      <inkml:brushProperty name="height" value="0.1" units="cm"/>
      <inkml:brushProperty name="color" value="#E71224"/>
    </inkml:brush>
  </inkml:definitions>
  <inkml:trace contextRef="#ctx0" brushRef="#br0">25 0 8192,'-4'16'0,"-2"16"2971,1 10-2971,1 7 5848,1 6-5848,2 5 2649,0 0-2649,0 2 0,1-2 0,1-16 0,-1-22 0,0-27 0,0-20 0,0-14 0,0-11 0,0-9 0,0 5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6.854"/>
    </inkml:context>
    <inkml:brush xml:id="br0">
      <inkml:brushProperty name="width" value="0.1" units="cm"/>
      <inkml:brushProperty name="height" value="0.1" units="cm"/>
      <inkml:brushProperty name="color" value="#E71224"/>
    </inkml:brush>
  </inkml:definitions>
  <inkml:trace contextRef="#ctx0" brushRef="#br0">0 0 8192,'29'0'1687,"-1"2"0,1 0 1,-1 2-1,30 8 0,-46-9-1434,0 1-1,0 0 1,0 1 0,0 1-1,-1 0 1,0 0 0,0 1 0,-1 0-1,0 1 1,0 0 0,13 15-1,-16-15-238,-1 1 0,-1-1-1,1 1 1,-1 1 0,-1-1 0,0 1-1,0 0 1,4 17 0,-2 4-323,5 49-1,-10-66-719,-1 0 0,0 1 0,-1-1 0,-1 0 0,0 0 0,-8 27 0,3-18 638,-2-1 1,-1-1-1,-16 29 0,-4 2-713,-49 62 1,78-113 1103,-3 5 0,-1 0 0,0-1 0,-9 8 0,13-12 0,0 0 0,0 0 0,0 0 0,-1-1 0,1 1 0,0 0 0,-1-1 0,1 1 0,-1-1 0,1 1 0,0-1 0,-1 0 0,1 1 0,-1-1 0,1 0 0,-1 0 0,1 0 0,-1 0 0,1 0 0,-1-1 0,1 1 0,-4-1 0,3 0 0,0 0 0,0-1 0,0 1 0,0 0 0,0-1 0,-3-3 0,-11-13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7.119"/>
    </inkml:context>
    <inkml:brush xml:id="br0">
      <inkml:brushProperty name="width" value="0.1" units="cm"/>
      <inkml:brushProperty name="height" value="0.1" units="cm"/>
      <inkml:brushProperty name="color" value="#E71224"/>
    </inkml:brush>
  </inkml:definitions>
  <inkml:trace contextRef="#ctx0" brushRef="#br0">0 239 8192,'0'-4'2971,"8"-13"2877,14-11-5848,11-9 2649,12-5-2649,1 4 0,-2 5 0,-6 8 0,-8 11 0,-11 13 0,-7 7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7.416"/>
    </inkml:context>
    <inkml:brush xml:id="br0">
      <inkml:brushProperty name="width" value="0.1" units="cm"/>
      <inkml:brushProperty name="height" value="0.1" units="cm"/>
      <inkml:brushProperty name="color" value="#E71224"/>
    </inkml:brush>
  </inkml:definitions>
  <inkml:trace contextRef="#ctx0" brushRef="#br0">77 0 8192,'1'154'3775,"-3"170"3918,2-320-7693,0 16 0,-1-1 0,-1 0 0,-1 1 0,-9 34 0,11-51 0,0 0 0,0-1 0,-1 1 0,1-1 0,-1 1 0,1-1 0,-1 0 0,-2 3 0,4-5 0,-1 0 0,1 1 0,0-1 0,-1 0 0,1 1 0,-1-1 0,1 0 0,-1 0 0,1 1 0,-1-1 0,1 0 0,-1 0 0,1 0 0,-1 0 0,1 0 0,-1 0 0,0 1 0,1-1 0,-1-1 0,1 1 0,-1 0 0,1 0 0,-1 0 0,1 0 0,-1 0 0,1 0 0,-1-1 0,1 1 0,-1 0 0,1 0 0,-1-1 0,1 1 0,-1 0 0,1-1 0,-1 1 0,1 0 0,0-1 0,-1 1 0,1-1 0,0 1 0,-1-1 0,1 1 0,0 0 0,0-1 0,-1-1 0,-10-20 0,0-5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08.148"/>
    </inkml:context>
    <inkml:brush xml:id="br0">
      <inkml:brushProperty name="width" value="0.1" units="cm"/>
      <inkml:brushProperty name="height" value="0.1" units="cm"/>
      <inkml:brushProperty name="color" value="#E71224"/>
    </inkml:brush>
  </inkml:definitions>
  <inkml:trace contextRef="#ctx0" brushRef="#br0">1 0 8192,'-1'125'3541,"2"144"4386,0-261-7927,3 89 0,-2-76 0,1-1 0,10 34 0,-11-49 0,0 1 0,0-1 0,1 1 0,0-1 0,0 0 0,1 0 0,-1 0 0,1-1 0,0 1 0,0-1 0,1 0 0,-1 0 0,1 0 0,0-1 0,0 0 0,7 4 0,7 2 0,1-1 0,0-1 0,25 6 0,-43-12 0,7 2 4,24 6 63,39 5 1,-62-12-146,0-1 1,-1-1-1,1 0 1,0 0-1,0-1 1,-1 0-1,1 0 0,18-7 1,-17 4-195,0-1 0,0-1 0,0 0 0,0 0 0,-1-1 0,0 0-1,12-12 1,-9 6-467,0-1-1,-1 0 1,-1-1-1,13-21 1,-4-2-520,-1 0 0,-2-1 1,17-62-1,-21 51 3696,-10 34-64,1 1 1,7-19-1,-11 32-2174,1 1 0,-1 0 0,1 0 0,-1 0 0,1 0 0,0 0 1,-1 0-1,1 0 0,0 0 0,0 0 0,1-1 0,-1 2-213,-1 0 1,1 0-1,-1 0 0,0 0 1,1 0-1,-1 0 0,1 0 1,-1 0-1,1 0 1,-1 0-1,1 0 0,-1 0 1,1 0-1,-1 0 0,1 0 1,-1 1-1,0-1 0,1 0 1,-1 0-1,1 1 0,-1-1 1,0 0-1,1 1 0,-1-1 1,0 0-1,1 1 0,-1-1 1,0 0-1,0 1 0,1-1 1,-1 1-1,0-1 0,0 0 1,1 2-1,8 15 14,-1 0 0,0 0 0,-1 1 0,-1 1 0,4 18 0,-4-16 0,31 123-530,31 99 180,-59-217 845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6.132"/>
    </inkml:context>
    <inkml:brush xml:id="br0">
      <inkml:brushProperty name="width" value="0.1" units="cm"/>
      <inkml:brushProperty name="height" value="0.1" units="cm"/>
      <inkml:brushProperty name="color" value="#E71224"/>
    </inkml:brush>
  </inkml:definitions>
  <inkml:trace contextRef="#ctx0" brushRef="#br0">1 0 8192,'0'12'3356,"0"11"2640,0 9-5996,0 12 2116,0 9-2116,0 7 0,0 9 0,0 1 0,0-20 0,0-18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6.614"/>
    </inkml:context>
    <inkml:brush xml:id="br0">
      <inkml:brushProperty name="width" value="0.1" units="cm"/>
      <inkml:brushProperty name="height" value="0.1" units="cm"/>
      <inkml:brushProperty name="color" value="#E71224"/>
    </inkml:brush>
  </inkml:definitions>
  <inkml:trace contextRef="#ctx0" brushRef="#br0">22 76 8192,'-4'14'2110,"0"1"1,-1 17-1,-1 62 1904,5-67-3329,-1 307-247,2-327-438,1 0 0,0-1 0,0 1 0,0 0 0,1-1 0,0 1 0,0-1 0,1 0 0,5 11 0,-6-14 0,0-1 0,-1 0 0,1 0 0,0 1 0,0-1 0,1-1 0,-1 1 0,0 0 0,1 0 0,-1-1 0,1 1 0,-1-1 0,1 0 0,0 0 0,-1 0 0,1 0 0,0 0 0,0-1 0,0 1 0,0-1 0,-1 0 0,1 1 0,0-2 0,0 1 0,3 0 0,2-2-32,0 1-1,0-1 0,0 0 1,0-1-1,0 0 1,-1 0-1,13-8 1,-7 3-133,-1 0 1,-1-1 0,19-18 0,-1-6-713,47-67 1,-69 90 750,96-147-4630,-88 131 3973,-1-1 0,-2 0-1,0-1 1,8-35 0,-17 54 946,-1 0 0,-1 0 0,0 0 0,0 0 0,-1-16 1,0 21-74,0 1 1,-1 0 0,1 0 0,-1 0 0,0-1 0,0 1 0,-1 0 0,1 0 0,0 0-1,-1 1 1,0-1 0,0 0 0,0 1 0,0-1 0,0 1 0,0-1 0,0 1 0,-1 0-1,-2-2 1,-1 1-56,0 0 0,0 0 0,0 1 0,0 0 0,0 0 0,0 0 0,0 1 0,-1 0 0,1 0 0,-10 0 0,-7 1 525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7.381"/>
    </inkml:context>
    <inkml:brush xml:id="br0">
      <inkml:brushProperty name="width" value="0.1" units="cm"/>
      <inkml:brushProperty name="height" value="0.1" units="cm"/>
      <inkml:brushProperty name="color" value="#E71224"/>
    </inkml:brush>
  </inkml:definitions>
  <inkml:trace contextRef="#ctx0" brushRef="#br0">150 0 8192,'18'17'6287,"-12"-12"-5251,0 0 0,-1 1 1,1-1-1,4 9 0,2 3-1036,0 1 0,-2 0 0,0 1 0,-2 0 0,0 1 0,-1 0 0,0 0 0,3 21 0,-10-36 0,1 0 0,-1 0 0,0 0 0,0 0 0,0-1 0,-1 1 0,0 0 0,0 0 0,0 0 0,0-1 0,-1 1 0,0-1 0,0 1 0,0-1 0,0 1 0,-1-1 0,-5 7 0,2-4 0,-1-1 0,1 1 0,-1-1 0,-1-1 0,1 1 0,-1-1 0,0-1 0,-13 7 0,-65 22-1687,23-9-1334,36-10-2387,21-7 4056,10-3 1014,14 0 676,43 1-338,82-5 0,-77-2 0,-35 2 0,64-3 0,-86 2 0,0 0 0,0-1 0,-1 0 0,1 0 0,-1-1 0,0 0 0,0-1 0,10-5 0,0-5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7.865"/>
    </inkml:context>
    <inkml:brush xml:id="br0">
      <inkml:brushProperty name="width" value="0.1" units="cm"/>
      <inkml:brushProperty name="height" value="0.1" units="cm"/>
      <inkml:brushProperty name="color" value="#E71224"/>
    </inkml:brush>
  </inkml:definitions>
  <inkml:trace contextRef="#ctx0" brushRef="#br0">23 433 8192,'0'384'11468,"0"-356"-11468,1 0 0,2 0 0,7 37 0,-8-55 0,1 0 0,0 0 0,1 0 0,0 0 0,0-1 0,1 0 0,0 1 0,1-2 0,0 1 0,1-1 0,-1 0 0,10 8 0,-7-8-305,1-1 0,0 0 0,1 0 0,0-2 0,0 1 0,0-1 0,0 0 0,1-1-1,0-1 1,-1 0 0,1 0 0,1-2 0,-1 1 0,0-1 0,0-1 0,22-2 0,-22 1-20,-1 0 0,1-2 1,-1 1-1,0-1 0,1-1 1,-2 0-1,1-1 1,0 0-1,-1 0 0,0-1 1,0-1-1,-1 1 0,1-2 1,-2 1-1,1-1 0,-1-1 1,13-16-1,-10 8 247,-1 0-1,-1-1 1,-1 0 0,0 0 0,-1-1-1,4-20 1,0-10 133,5-65 0,-7 23-55,-5 0 0,-10-141 0,3 200 0,-1 1 0,-2 0 0,-13-44 0,15 64 0,-1-1 0,0 1 0,0 0 0,-14-18 0,14 23 0,0 0 0,0 0 0,-1 0 0,1 0 0,-2 1 0,1 0 0,0 1 0,-10-6 0,6 5 70,0 1 0,0 0-1,0 0 1,-1 1 0,0 1 0,1-1 0,-1 2 0,0-1 0,0 2 0,0-1 0,0 2 0,0-1 0,-11 3 0,8 0 111,-1 0 1,1 1 0,1 1 0,-1 0-1,1 1 1,-1 0 0,2 1 0,-1 0 0,-14 12-1,11-6-102,0 0 0,1 2-1,0 0 1,2 0 0,0 1 0,0 1-1,1 0 1,2 1 0,-1 0-1,2 1 1,-12 35 0,9-15-79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8.751"/>
    </inkml:context>
    <inkml:brush xml:id="br0">
      <inkml:brushProperty name="width" value="0.1" units="cm"/>
      <inkml:brushProperty name="height" value="0.1" units="cm"/>
      <inkml:brushProperty name="color" value="#E71224"/>
    </inkml:brush>
  </inkml:definitions>
  <inkml:trace contextRef="#ctx0" brushRef="#br0">345 1 8192,'7'0'498,"-1"0"0,0 1 0,1 0 1,-1 0-1,0 1 0,0 0 0,0 0 1,0 0-1,0 1 0,0 0 0,-1 0 0,8 5 1,-9-4-187,1-1 0,-2 0 0,1 1 0,0 0 0,-1 0 0,1 0-1,-1 0 1,-1 1 0,1-1 0,0 1 0,-1-1 0,0 1 0,0 0 0,0 0 0,1 8 0,-2-5-312,-1 0 0,1 0 0,-1-1 0,-1 1 0,1 0 0,-2 0 0,1-1 0,-1 1 0,0-1 0,0 1 0,-4 7 0,-5 8 0,-28 43 0,25-43 0,-27 39 0,-83 95 0,122-155 0,0 1 0,0-1 0,0 1 0,0 0 0,0 0 0,-2 5 0,4-7 0,0 0 0,-1 0 0,1 0 0,0 0 0,0 0 0,0 0 0,0 0 0,0 0 0,0 0 0,1 0 0,-1 0 0,0-1 0,0 1 0,1 0 0,-1 0 0,0 0 0,1 0 0,-1 0 0,1 0 0,-1 0 0,1-1 0,0 1 0,-1 0 0,1 0 0,1 0 0,11 11 0,27 17 0,-23-18 0,18 17 0,-24-18 0,-1 1 0,1 0 0,-2 1 0,10 13 0,-16-20 0,0 0 0,0 0 0,-1 1 0,1-1 0,-1 1 0,0 0 0,-1-1 0,1 1 0,-1 0 0,0 0 0,-1 0 0,1 0 0,-2 8 0,1-11 0,-1 0 0,1-1 0,-1 1 0,0-1 0,0 1 0,0-1 0,-1 0 0,1 1 0,0-1 0,-1 0 0,0 0 0,1 0 0,-1 0 0,0 0 0,0 0 0,0-1 0,0 1 0,-1-1 0,1 1 0,0-1 0,0 0 0,-1 0 0,-2 1 0,-6 2 0,0 0 0,0-2 0,0 1 0,-14 1 0,-4-1-1727,-1 0-1,-41-2 1,62-2 1277,0 0 1,0 0-1,0 0 0,0-1 1,0-1-1,0 0 1,0 0-1,1 0 1,0-1-1,0 0 0,0-1 1,-10-7-1,10 5 303,1 0 0,-9-10 0,-8-15 147</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9.204"/>
    </inkml:context>
    <inkml:brush xml:id="br0">
      <inkml:brushProperty name="width" value="0.1" units="cm"/>
      <inkml:brushProperty name="height" value="0.1" units="cm"/>
      <inkml:brushProperty name="color" value="#E71224"/>
    </inkml:brush>
  </inkml:definitions>
  <inkml:trace contextRef="#ctx0" brushRef="#br0">1 447 8192,'-1'247'0,"4"285"0,-2-478-70,13 73 0,-10-104 186,1 0 1,1-1-1,1 1 1,1-1 0,18 33-1,-21-46 228,0 0 1,1 0-1,0-1 1,0 1-1,1-1 0,12 11 1,-16-17-450,0 0 0,0 0 0,-1 0 1,1 0-1,0 0 0,1-1 0,-1 0 0,0 1 0,0-1 1,1 0-1,-1-1 0,0 1 0,1 0 0,-1-1 1,1 0-1,-1 0 0,1 0 0,-1 0 0,1-1 1,-1 1-1,0-1 0,7-2 0,-4 1 128,1-1 0,-1 0-1,0-1 1,0 1 0,0-1 0,10-10-1,-3 2 857,21-27 0,30-54-879,29-59-2180,34-91 3457,-19-10-62,-51 82-3508,-8-29 1674,-44 172 640,-2 0-1,-1 0 1,-1 0-1,-1 0 1,-5-32 0,2 46 29,0 1 1,0-1 0,-1 1 0,-1 0-1,0 1 1,-1-1 0,0 1-1,-1 0 1,-1 1 0,0-1 0,0 1-1,-1 1 1,0 0 0,-1 0-1,-18-14 1,18 17-47,0 0 0,-1 0 0,0 1-1,-1 0 1,1 1 0,-1 0 0,0 1 0,0 1 0,0-1-1,-1 2 1,1 0 0,-1 0 0,1 1 0,-1 1-1,0 0 1,1 1 0,-16 3 0,8 0 456,1 2 1,-1 1-1,1 0 0,-22 13 0,-10 7 100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9.672"/>
    </inkml:context>
    <inkml:brush xml:id="br0">
      <inkml:brushProperty name="width" value="0.1" units="cm"/>
      <inkml:brushProperty name="height" value="0.1" units="cm"/>
      <inkml:brushProperty name="color" value="#E71224"/>
    </inkml:brush>
  </inkml:definitions>
  <inkml:trace contextRef="#ctx0" brushRef="#br0">452 0 8192,'-8'12'0,"-10"19"0,-10 12 0,-16 10 0,-11 12 0,-5 6 0,-7 0 0,4-10 0,12-7 0,15-20 0,14-16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19.922"/>
    </inkml:context>
    <inkml:brush xml:id="br0">
      <inkml:brushProperty name="width" value="0.1" units="cm"/>
      <inkml:brushProperty name="height" value="0.1" units="cm"/>
      <inkml:brushProperty name="color" value="#E71224"/>
    </inkml:brush>
  </inkml:definitions>
  <inkml:trace contextRef="#ctx0" brushRef="#br0">1 0 8192,'7'8'11332,"7"14"-11332,5 11 136,15 12-136,8 9 0,2 4 0,-7-5 0,-9-3 0,-6-6 0,-7-7 0,-5-10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0.387"/>
    </inkml:context>
    <inkml:brush xml:id="br0">
      <inkml:brushProperty name="width" value="0.1" units="cm"/>
      <inkml:brushProperty name="height" value="0.1" units="cm"/>
      <inkml:brushProperty name="color" value="#E71224"/>
    </inkml:brush>
  </inkml:definitions>
  <inkml:trace contextRef="#ctx0" brushRef="#br0">0 54 8192,'6'-2'1780,"0"0"1,0 0-1,0 0 1,0 1-1,12-2 1,-1 1-996,190-33-785,-196 33 0,-1 1 0,1 0 0,-1 0 0,17 2 0,-23-1 0,1 1 0,0 0 0,0 0 0,-1 1 0,1-1 0,-1 1 0,1 0 0,-1 0 0,0 1 0,0-1 0,0 1 0,4 4 0,-1 0-263,0 0-1,-1 1 0,0-1 1,0 1-1,0 1 1,-2-1-1,1 1 0,-1 0 1,0 0-1,0 0 1,-1 1-1,2 12 0,1 11-1377,-2-1-1,1 48 0,-4-46 873,-1 1-1,-7 49 1,4-69 679,0-1 1,0 0-1,-1 0 0,-1 0 0,0 0 0,-1-1 0,-1 0 1,-13 20-1,16-28 90,0 0 0,-1 0 0,0-1 0,0 0 0,0 0 0,0 0 0,-1 0 0,0-1 0,1 0 0,-1 0 0,0 0 0,-1-1 0,1 0 0,0 0 0,-1-1 0,1 1 0,-1-1 0,1-1 0,-1 1 0,-8-2 0,11 1 0,1 0 0,-1-1 0,0 1 0,1-1 0,0 0 0,-1 0 0,1 0 0,-1 0 0,1-1 0,0 1 0,0-1 0,0 0 0,0 0 0,0 0 0,0-1 0,-2-1 0,-1-3 0,1 0 0,-1 0 0,1 0 0,0 0 0,-4-10 0,-8-20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0.667"/>
    </inkml:context>
    <inkml:brush xml:id="br0">
      <inkml:brushProperty name="width" value="0.1" units="cm"/>
      <inkml:brushProperty name="height" value="0.1" units="cm"/>
      <inkml:brushProperty name="color" value="#E71224"/>
    </inkml:brush>
  </inkml:definitions>
  <inkml:trace contextRef="#ctx0" brushRef="#br0">257 0 8192,'0'12'3356,"-4"15"-3356,-1 11 0,1 10 5996,-12 13-3880,-2 4-2116,-14 2 0,-9 5 0,-2-1 0,4-10 0,7-18 0,10-17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1.102"/>
    </inkml:context>
    <inkml:brush xml:id="br0">
      <inkml:brushProperty name="width" value="0.1" units="cm"/>
      <inkml:brushProperty name="height" value="0.1" units="cm"/>
      <inkml:brushProperty name="color" value="#E71224"/>
    </inkml:brush>
  </inkml:definitions>
  <inkml:trace contextRef="#ctx0" brushRef="#br0">0 1 8192,'4'7'2971,"5"19"-2971,1 16 5848,-1 9-5848,-2 7 2649,-3 5-2649,-1 4 0,-2-6 0,-1-9 0,0-10 0,0-15 0,0-17 0,-1-10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1.678"/>
    </inkml:context>
    <inkml:brush xml:id="br0">
      <inkml:brushProperty name="width" value="0.1" units="cm"/>
      <inkml:brushProperty name="height" value="0.1" units="cm"/>
      <inkml:brushProperty name="color" value="#E71224"/>
    </inkml:brush>
  </inkml:definitions>
  <inkml:trace contextRef="#ctx0" brushRef="#br0">0 0 8192,'304'0'11468,"-294"0"-11468,-1 0 0,1 1 0,-1 0 0,19 5 0,-24-5 0,0 1 0,0-1 0,-1 1 0,1 0 0,-1 0 0,1 0 0,-1 1 0,0-1 0,1 1 0,-1 0 0,0-1 0,-1 2 0,1-1 0,2 4 0,0 1-343,-1 1 0,0 0 0,0 0 0,-1 0 0,0 0 0,-1 0 0,3 18 0,1 69-4158,-5-79 3901,-5 172-1943,0-153 2273,-1 0 0,-2 0 0,-13 38 0,18-69 270,-29 78 0,28-75 0,-1 0 0,0-1 0,-1 0 0,0 0 0,0 0 0,0 0 0,-1-1 0,-7 7 0,11-11 107,-1 0 1,1 0 0,-1-1-1,1 0 1,-1 1 0,1-1-1,-1 0 1,0 0 0,0-1-1,0 1 1,1 0-1,-1-1 1,0 0 0,0 0-1,0 1 1,0-2 0,0 1-1,0 0 1,0-1 0,1 1-1,-1-1 1,-5-2 0,-11-5 387</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2.134"/>
    </inkml:context>
    <inkml:brush xml:id="br0">
      <inkml:brushProperty name="width" value="0.1" units="cm"/>
      <inkml:brushProperty name="height" value="0.1" units="cm"/>
      <inkml:brushProperty name="color" value="#E71224"/>
    </inkml:brush>
  </inkml:definitions>
  <inkml:trace contextRef="#ctx0" brushRef="#br0">37 152 8192,'-12'9'11468,"-2"-4"-11468,4-1 0,11-9 0,13-7 0,8-6 0,5-3 0,5-3 0,4 0 0,5 4 0,-5 0 0,-5 5 0,-8 5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2.447"/>
    </inkml:context>
    <inkml:brush xml:id="br0">
      <inkml:brushProperty name="width" value="0.1" units="cm"/>
      <inkml:brushProperty name="height" value="0.1" units="cm"/>
      <inkml:brushProperty name="color" value="#E71224"/>
    </inkml:brush>
  </inkml:definitions>
  <inkml:trace contextRef="#ctx0" brushRef="#br0">63 0 8192,'0'4'11468,"0"12"-11468,0 16 0,0 10 0,0 13 0,-7 13 0,-4 2 0,-2 2 0,0-9 0,2-10 0,4-15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2.742"/>
    </inkml:context>
    <inkml:brush xml:id="br0">
      <inkml:brushProperty name="width" value="0.1" units="cm"/>
      <inkml:brushProperty name="height" value="0.1" units="cm"/>
      <inkml:brushProperty name="color" value="#E71224"/>
    </inkml:brush>
  </inkml:definitions>
  <inkml:trace contextRef="#ctx0" brushRef="#br0">0 41 8192,'8'9'11468,"10"-4"-11468,14-5 0,12-6 0,7-3 0,7-2 0,1-1 0,-2 2 0,-11 3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3.056"/>
    </inkml:context>
    <inkml:brush xml:id="br0">
      <inkml:brushProperty name="width" value="0.1" units="cm"/>
      <inkml:brushProperty name="height" value="0.1" units="cm"/>
      <inkml:brushProperty name="color" value="#E71224"/>
    </inkml:brush>
  </inkml:definitions>
  <inkml:trace contextRef="#ctx0" brushRef="#br0">482 0 8192,'0'4'3356,"-4"5"-3356,-5 5 5483,-5 8-5483,-3 3 2629,-8 10-2629,-6 7 0,-10 3 0,-14 3 0,-8 3 0,-2-1 0,3-7 0,7-10 0,14-11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3.321"/>
    </inkml:context>
    <inkml:brush xml:id="br0">
      <inkml:brushProperty name="width" value="0.1" units="cm"/>
      <inkml:brushProperty name="height" value="0.1" units="cm"/>
      <inkml:brushProperty name="color" value="#E71224"/>
    </inkml:brush>
  </inkml:definitions>
  <inkml:trace contextRef="#ctx0" brushRef="#br0">0 1 8192,'8'0'11468,"10"0"-11468,9 0 0,13 3 0,18 3 0,11-1 0,6-1 0,1-1 0,-1-2 0,-5 0 0,-11 0 0,-15-1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3.662"/>
    </inkml:context>
    <inkml:brush xml:id="br0">
      <inkml:brushProperty name="width" value="0.1" units="cm"/>
      <inkml:brushProperty name="height" value="0.1" units="cm"/>
      <inkml:brushProperty name="color" value="#E71224"/>
    </inkml:brush>
  </inkml:definitions>
  <inkml:trace contextRef="#ctx0" brushRef="#br0">60 0 8192,'0'8'0,"-4"10"3356,-5 17-3356,-1 11 5483,1 2-5483,-1-5 2629,0-16-2629,2-13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4.523"/>
    </inkml:context>
    <inkml:brush xml:id="br0">
      <inkml:brushProperty name="width" value="0.1" units="cm"/>
      <inkml:brushProperty name="height" value="0.1" units="cm"/>
      <inkml:brushProperty name="color" value="#E71224"/>
    </inkml:brush>
  </inkml:definitions>
  <inkml:trace contextRef="#ctx0" brushRef="#br0">136 1 8192,'0'95'937,"-2"129"5355,-1-179-4879,-2 0 0,-20 82 0,24-123-1413,-14 42 0,14-42 0,-1 0 0,0 0 0,0-1 0,0 1 0,0-1 0,-1 1 0,1-1 0,-7 6 0,9-9 0,-1 1 0,0 0 0,1-1 0,-1 1 0,0-1 0,0 1 0,1-1 0,-1 1 0,0-1 0,0 1 0,0-1 0,0 0 0,0 0 0,0 1 0,1-1 0,-1 0 0,0 0 0,0 0 0,0 0 0,0 0 0,0 0 0,0 0 0,0 0 0,0 0 0,0-1 0,0 1 0,0 0 0,1-1 0,-1 1 0,0 0 0,0-1 0,0 1 0,0-1 0,1 0 0,-1 1 0,0-1 0,1 1 0,-1-1 0,0 0 0,1 0 0,-1 1 0,0-2 0,-1-2 0,-1-1 0,1 1 0,0-1 0,0 0 0,0 0 0,-1-8 0,-1-4 0,2-1 0,0 0 0,2-30 0,3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5:24.957"/>
    </inkml:context>
    <inkml:brush xml:id="br0">
      <inkml:brushProperty name="width" value="0.1" units="cm"/>
      <inkml:brushProperty name="height" value="0.1" units="cm"/>
      <inkml:brushProperty name="color" value="#E71224"/>
    </inkml:brush>
  </inkml:definitions>
  <inkml:trace contextRef="#ctx0" brushRef="#br0">12 1 8192,'12'27'1095,"-1"2"1,-1 0-1,-2 0 1,-1 1-1,6 51 1,-7-7 1352,-4 86-1,-7-95-2447,-25 123 0,1-14 0,18-90 0,5-54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2.117"/>
    </inkml:context>
    <inkml:brush xml:id="br0">
      <inkml:brushProperty name="width" value="0.1" units="cm"/>
      <inkml:brushProperty name="height" value="0.1" units="cm"/>
      <inkml:brushProperty name="color" value="#E71224"/>
    </inkml:brush>
  </inkml:definitions>
  <inkml:trace contextRef="#ctx0" brushRef="#br0">0 0 8192,'0'11'0,"0"27"3356,0 29-3356,0 38 5483,0 29-5483,0 9 2629,0-9-2629,0-21 0,0-30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3.270"/>
    </inkml:context>
    <inkml:brush xml:id="br0">
      <inkml:brushProperty name="width" value="0.1" units="cm"/>
      <inkml:brushProperty name="height" value="0.1" units="cm"/>
      <inkml:brushProperty name="color" value="#E71224"/>
    </inkml:brush>
  </inkml:definitions>
  <inkml:trace contextRef="#ctx0" brushRef="#br0">37 0 8192,'-1'14'1934,"0"0"1,-2-1 0,-6 26-1,-3 17 1796,4 38-3730,6 119 0,3-125 0,2 7 0,5 0 0,3-1 0,5 0 0,4-1 0,4-1 0,4-1 0,41 91 0,-66-176 0,44 93 0,-41-88 0,1-1 0,0 0 0,1 0 0,0-1 0,0 0 0,18 15 0,-22-21 0,0-1 0,0 1 0,0-1 0,0 0 0,0 0 0,0 0 0,1-1 0,-1 1 0,1-1 0,-1 0 0,1 0 0,0-1 0,-1 0 0,1 1 0,0-1 0,-1-1 0,1 1 0,0-1 0,-1 0 0,1 0 0,-1 0 0,7-3 0,7-4 0,-1 0 0,-1-1 0,0-1 0,19-15 0,-27 19 0,61-46 0,-3-2 0,-2-3 0,-2-4 0,55-70 0,-104 115 0,-1-1 0,0-1 0,12-25 0,-19 32 0,0 0 0,-1-1 0,0 1 0,-1-1 0,-1 0 0,0 0 0,1-13 0,-2-14-335,-1 0-1,-2 0 0,-2 0 1,-10-45-1,8 57 97,-2 1-1,0 0 0,-2 1 0,-1 0 1,-1 0-1,-27-41 0,6 21-571,-1 2 0,-2 2 0,-2 1-1,-80-64 1,85 78 232,-2 2-1,-1 2 1,0 1-1,-2 2 1,0 1-1,-81-25 1,105 39 1111,-1 1 0,0 0-1,0 1 1,1 1 0,-18 0 0,25 2-174,0-1 0,0 1 0,0 0 0,0 1 0,0 0 0,1 0 0,-1 0 0,0 1 0,1 0 0,0 0 0,0 1 0,-10 6 0,-9 14 616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3.970"/>
    </inkml:context>
    <inkml:brush xml:id="br0">
      <inkml:brushProperty name="width" value="0.1" units="cm"/>
      <inkml:brushProperty name="height" value="0.1" units="cm"/>
      <inkml:brushProperty name="color" value="#E71224"/>
    </inkml:brush>
  </inkml:definitions>
  <inkml:trace contextRef="#ctx0" brushRef="#br0">1 1 8192,'0'5'2971,"0"14"2877,0 20-5848,0 15 2649,0 16-2649,0 1 0,0-12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5.137"/>
    </inkml:context>
    <inkml:brush xml:id="br0">
      <inkml:brushProperty name="width" value="0.1" units="cm"/>
      <inkml:brushProperty name="height" value="0.1" units="cm"/>
      <inkml:brushProperty name="color" value="#E71224"/>
    </inkml:brush>
  </inkml:definitions>
  <inkml:trace contextRef="#ctx0" brushRef="#br0">1 0 8192,'36'2'955,"0"1"1,0 1 0,0 2 0,0 2-1,-1 1 1,0 2 0,-1 1-1,-1 2 1,0 1 0,0 1-1,29 22 1,-54-34-975,-1 1 0,1 1 0,-1-1 0,-1 1 0,1 0 0,-1 1 0,0-1 0,0 1 0,-1 1 0,0-1 0,0 1 0,-1 0 0,0 0 0,0 0 0,-1 0-1,0 1 1,0-1 0,-1 1 0,0 0 0,-1 0 0,0 0 0,0-1 0,-1 1 0,0 0 0,-2 16 0,1-17-300,-1 0 1,0-1-1,0 1 0,0 0 0,-1-1 1,0 0-1,-1 0 0,1 0 0,-1 0 0,-1 0 1,1-1-1,-1 0 0,0 0 0,-11 9 1,-3 1-1102,-2 0 0,0-2 0,-26 14 0,13-8 908,29-17 512,1 0 0,-1 0 0,1 0 0,-7 8 0,10-11 0,1 1 0,0-1 0,-1 0 0,1 1 0,0-1 0,-1 1 0,1-1 0,0 0 0,0 1 0,0-1 0,-1 1 0,1-1 0,0 1 0,0-1 0,0 1 0,0-1 0,0 1 0,0-1 0,0 1 0,0-1 0,0 1 0,0-1 0,0 1 0,1 0 0,-1-1 0,1 1 0,-1 0 0,1-1 0,0 1 0,0 0 0,-1-1 0,1 1 0,0-1 0,0 1 0,0-1 0,0 1 0,0-1 0,-1 0 0,1 1 0,0-1 0,0 0 0,2 0 0,26 5 0,0-3 0,0 0 0,1-2 0,53-6 0,-72 5 1593,-1-1-1,1 0 1,-1-1 0,0 0 0,13-6 0,7-6 318</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5.511"/>
    </inkml:context>
    <inkml:brush xml:id="br0">
      <inkml:brushProperty name="width" value="0.1" units="cm"/>
      <inkml:brushProperty name="height" value="0.1" units="cm"/>
      <inkml:brushProperty name="color" value="#E71224"/>
    </inkml:brush>
  </inkml:definitions>
  <inkml:trace contextRef="#ctx0" brushRef="#br0">0 727 8192,'17'17'1542,"-15"-13"-921,1-1-1,0 0 0,0 0 1,0 0-1,0 0 1,1 0-1,-1-1 0,1 1 1,0-1-1,0 0 0,0 0 1,0 0-1,0-1 0,0 0 1,6 2-1,9 1-620,1 0 0,-1-2 0,1 0 0,0-1 0,0-1 0,0-1 0,0 0 0,0-2 0,-1 0 0,1-2 0,-1 0 0,0-1 0,27-12 0,-21 4 0,-1-2 0,0 0 0,-1-1 0,-1-1 0,25-28 0,-13 8 0,-1-1 0,31-49 0,-44 56 0,-2 0 0,-2-1 0,-1 0 0,-1-1 0,-2-1 0,-2 0 0,-1-1 0,9-73 0,-11 25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5.838"/>
    </inkml:context>
    <inkml:brush xml:id="br0">
      <inkml:brushProperty name="width" value="0.1" units="cm"/>
      <inkml:brushProperty name="height" value="0.1" units="cm"/>
      <inkml:brushProperty name="color" value="#E71224"/>
    </inkml:brush>
  </inkml:definitions>
  <inkml:trace contextRef="#ctx0" brushRef="#br0">337 1 8192,'-28'15'1147,"0"1"-1,1 1 1,0 2 0,-28 25 0,40-29-430,1-1 0,0 2-1,1 0 1,1 0 0,0 1 0,2 1-1,-16 32 1,16-24-717,1 0 0,1 1 0,1 0 0,-4 33 0,1 111 0,9-138 0,4 245 0,1-219 0,3-1 0,23 99 0,-15-105 0,2-1 0,34 72 0,-36-94 0,1 0 0,2 0 0,1-2 0,1 0 0,27 26 0,-13-19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7.536"/>
    </inkml:context>
    <inkml:brush xml:id="br0">
      <inkml:brushProperty name="width" value="0.1" units="cm"/>
      <inkml:brushProperty name="height" value="0.1" units="cm"/>
      <inkml:brushProperty name="color" value="#E71224"/>
    </inkml:brush>
  </inkml:definitions>
  <inkml:trace contextRef="#ctx0" brushRef="#br0">0 1 8192,'14'12'2095,"0"0"-1,0-1 1,2-1 0,16 9 0,5 5-1101,9 4-994,60 43 0,-93-62 0,-2 1 0,1 1 0,-1 0 0,-1 1 0,0 0 0,10 14 0,-19-24 0,43 76 0,-40-70 0,0-1 0,-1 1 0,-1 0 0,1 0 0,-1 0 0,0 1 0,-1-1 0,1 14 0,-3-18 0,1-1 0,-1 1 0,0-1 0,0 1 0,-1-1 0,1 1 0,-1-1 0,0 0 0,1 0 0,-1 0 0,-1 0 0,1 0 0,0 0 0,-1 0 0,1-1 0,-1 1 0,0-1 0,0 0 0,0 0 0,0 0 0,-6 3 0,-6 2 0,0 0 0,-1-1 0,-24 7 0,-64 10-2582,66-16 70,0 2 1,-54 20 0,91-29 2450,0 0 1,1 0 0,-1 0-1,0 0 1,1 1 0,-1-1-1,1 0 1,-1 0 0,0 1-1,1-1 1,-1 0 0,1 1-1,-1-1 1,1 0-1,-1 1 1,1-1 0,-1 1-1,1-1 1,-1 1 0,1-1-1,-1 1 1,1 0 0,0-1-1,0 1 1,-1-1-1,1 1 1,-1 1 0,2-2 82,0 1 1,0 0-1,0 0 1,0-1-1,1 1 1,-1-1-1,0 1 1,0-1 0,0 1-1,0-1 1,0 0-1,1 0 1,-1 1-1,2-1 1,128 15 3071,0-1 2338,-110-11-4702,1 2 0,-1 1 0,38 14-1,-54-18-732,-1 0-1,0 0 1,1 1-1,-1-1 1,0 1-1,0 0 0,-1 0 1,7 7-1,-9-9-82,0 0-1,0 1 1,0-1-1,0 1 1,-1 0 0,1-1-1,0 1 1,-1 0-1,1-1 1,-1 1-1,0 0 1,0-1-1,1 1 1,-1 0-1,0 0 1,0 0-1,-1-1 1,1 1 0,0 0-1,-1 0 1,1-1-1,-1 1 1,1 0-1,-1-1 1,0 1-1,1-1 1,-2 2-1,-5 8 196,0 0-1,-1-1 0,0 0 1,-1 0-1,0-1 0,-1 0 1,-16 12-1,2-4 428,0-1 1,-36 16-1,5-7-536</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7.929"/>
    </inkml:context>
    <inkml:brush xml:id="br0">
      <inkml:brushProperty name="width" value="0.1" units="cm"/>
      <inkml:brushProperty name="height" value="0.1" units="cm"/>
      <inkml:brushProperty name="color" value="#E71224"/>
    </inkml:brush>
  </inkml:definitions>
  <inkml:trace contextRef="#ctx0" brushRef="#br0">1 1072 8192,'0'7'819,"0"0"0,0 1 0,1-1 0,0 0 1,0 0-1,5 14 0,-4-17-461,0-1 1,-1 0-1,1 0 1,1 0-1,-1 0 0,0 0 1,1 0-1,-1 0 0,1-1 1,0 0-1,0 1 1,0-1-1,0 0 0,0 0 1,7 2-1,3 2-358,1-1 0,1-1 0,-1 0 0,0-1 0,1-1 0,20 1 0,-2-2 0,61-6 0,-70 2 0,1-2 0,-2 0 0,1-1 0,0-2 0,-1 0 0,-1-1 0,39-22 0,-30 11 0,-2-1 0,0-1 0,-1-1 0,40-45 0,-41 39 0,-1-2 0,-2 0 0,-2-2 0,31-58 0,-40 63 0,-1-1 0,-1 0 0,-1-1 0,-2 0 0,-1 0 0,5-47 0,-5-14 0,-4 0 0,-17-171 0,4 199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08.272"/>
    </inkml:context>
    <inkml:brush xml:id="br0">
      <inkml:brushProperty name="width" value="0.1" units="cm"/>
      <inkml:brushProperty name="height" value="0.1" units="cm"/>
      <inkml:brushProperty name="color" value="#E71224"/>
    </inkml:brush>
  </inkml:definitions>
  <inkml:trace contextRef="#ctx0" brushRef="#br0">669 65 8192,'-12'-1'1424,"0"-1"-1,-1 0 1,1 0 0,-21-8 0,1 1 734,28 8-2114,-135-30 1358,121 28-1278,-1 1 0,0 1 1,0 1-1,0 0 0,-29 5 0,40-4-124,0 1 0,-1 1 0,1-1 0,0 1 0,0 1 0,1-1 0,-1 2 0,1-1 0,0 1 0,0 0 0,-9 9 0,7-6 0,1 1 0,1 0 0,0 1 0,0 0 0,1 0 0,0 0 0,-6 16 0,-1 11 0,2 1 0,2 0 0,-9 75 0,17-108 0,-53 673 0,54-653 0,0-1 0,2 1 0,6 34 0,-5-43 0,2 0 0,0-1 0,0 0 0,2 0 0,0 0 0,10 16 0,32 44 0,88 103 0,-110-149-45,2-2 0,1 0 0,1-3 0,1 0 0,2-2 0,0-1 0,1-2 0,0-2 0,2-1 0,47 14 0,-24-13 540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0.576"/>
    </inkml:context>
    <inkml:brush xml:id="br0">
      <inkml:brushProperty name="width" value="0.1" units="cm"/>
      <inkml:brushProperty name="height" value="0.1" units="cm"/>
      <inkml:brushProperty name="color" value="#E71224"/>
    </inkml:brush>
  </inkml:definitions>
  <inkml:trace contextRef="#ctx0" brushRef="#br0">33 1 8192,'-15'221'7754,"1"-64"-4040,13-142-3714,-1 140 0,2-151 0,0-1 0,0 0 0,0 1 0,1-1 0,0 1 0,-1-1 0,1 0 0,0 1 0,1-1 0,-1 0 0,1 0 0,-1 0 0,1 0 0,3 4 0,-3-5 0,1-1 0,-1 1 0,0-1 0,0 0 0,1 1 0,-1-1 0,1 0 0,-1-1 0,1 1 0,-1 0 0,1-1 0,0 1 0,-1-1 0,1 0 0,0 0 0,-1 0 0,1 0 0,0 0 0,3-2 0,20-3 12,-1-2 0,0 0 0,0-2-1,26-12 1,17-7-566,7 4-3027,122-21 1,-54 15 209,-88 15 2930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1.044"/>
    </inkml:context>
    <inkml:brush xml:id="br0">
      <inkml:brushProperty name="width" value="0.1" units="cm"/>
      <inkml:brushProperty name="height" value="0.1" units="cm"/>
      <inkml:brushProperty name="color" value="#E71224"/>
    </inkml:brush>
  </inkml:definitions>
  <inkml:trace contextRef="#ctx0" brushRef="#br0">132 0 8192,'0'6'2971,"-5"13"-2971,-3 14 5848,1 14-5848,-11 15 2649,-7 9-2649,1 9 0,3-3 0,7-10 0,4-15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1.511"/>
    </inkml:context>
    <inkml:brush xml:id="br0">
      <inkml:brushProperty name="width" value="0.1" units="cm"/>
      <inkml:brushProperty name="height" value="0.1" units="cm"/>
      <inkml:brushProperty name="color" value="#E71224"/>
    </inkml:brush>
  </inkml:definitions>
  <inkml:trace contextRef="#ctx0" brushRef="#br0">2 612 8192,'-1'61'3629,"3"72"4210,-2-126-7839,1 0 0,0 0 0,0 0 0,1 0 0,0-1 0,0 1 0,1 0 0,-1-1 0,1 0 0,1 0 0,5 9 0,-5-11 0,0 1 0,0-1 0,0 0 0,1 0 0,0-1 0,0 1 0,0-1 0,0 0 0,0-1 0,0 1 0,1-1 0,-1 0 0,1 0 0,6 1 0,9 1-478,0-1 0,0-1 1,0-1-1,0-1 0,0-1 0,0 0 0,0-2 0,0 0 1,0-2-1,-1 0 0,34-13 0,-37 10 68,0 1 1,0-2-1,-1 0 1,0-1-1,-1-1 0,0 0 1,0-1-1,-1-1 1,-1 0-1,0-1 1,-1 0-1,-1-1 0,15-24 1,-10 7 409,-2 0 0,-1 0 0,-1-2 0,-2 1 0,-1-2 0,-2 1 0,4-48 0,-6-248 0,-6 313 0,-1-53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2.279"/>
    </inkml:context>
    <inkml:brush xml:id="br0">
      <inkml:brushProperty name="width" value="0.1" units="cm"/>
      <inkml:brushProperty name="height" value="0.1" units="cm"/>
      <inkml:brushProperty name="color" value="#E71224"/>
    </inkml:brush>
  </inkml:definitions>
  <inkml:trace contextRef="#ctx0" brushRef="#br0">803 1 8192,'-15'6'6888,"-9"15"-4991,9-7-1405,-85 61 383,53-42-546,2 1 0,2 3 0,-48 51 0,36-20-2484,-64 102 0,-30 82-2812,134-223 4626,0 1 0,-17 54 0,22-50 1816,1 0 1,2 1-1,2 0 0,-2 54 0,7-50-561,2-1 1,1 1-1,2-1 1,10 37 0,-4-36-3917,27 68 0,-9-42-378,66 109 0,-89-165 3324,0 0 1,1 0 0,0-1 0,0 0 0,1 0 0,0-1 0,14 11 0,-15-14 63,1 0 0,-1 0 0,1-1 0,0 0 0,0 0 0,0-1 0,1 0 0,-1 0 0,0-1 0,11 1 0,12-1-8,-1-1 0,1-1 0,0-2 0,-1-1 0,0-2 0,48-14 0,-54 12 0,0-2 0,-1 0 0,0-1 0,-1-2 0,0 0 0,-1-1 0,-1-2 0,27-24 0,41-51 0,-55 58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2.829"/>
    </inkml:context>
    <inkml:brush xml:id="br0">
      <inkml:brushProperty name="width" value="0.1" units="cm"/>
      <inkml:brushProperty name="height" value="0.1" units="cm"/>
      <inkml:brushProperty name="color" value="#E71224"/>
    </inkml:brush>
  </inkml:definitions>
  <inkml:trace contextRef="#ctx0" brushRef="#br0">0 1 8192,'11'11'11332,"22"21"-11196,15 22-136,17 19 0,9 14 0,-2 4 0,-3 3 0,-6-9 0,-9-7 0,-14-11 0,-7-1 0,-10 7 0,-9 1 0,-7 6 0,-4 6-3356,-3-12 3356</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3.887"/>
    </inkml:context>
    <inkml:brush xml:id="br0">
      <inkml:brushProperty name="width" value="0.1" units="cm"/>
      <inkml:brushProperty name="height" value="0.1" units="cm"/>
      <inkml:brushProperty name="color" value="#E71224"/>
    </inkml:brush>
  </inkml:definitions>
  <inkml:trace contextRef="#ctx0" brushRef="#br0">1 0 8192,'4'10'1260,"0"0"-1,0 0 1,-1 1 0,0-1 0,2 19 0,1 55 2367,-5-56-3345,0 90-282,-16 136 0,0-16 0,14-221 0,2 176 0,1-164 0,2 0 0,0 0 0,2-1 0,16 46 0,-8-39 0,2-1 0,27 44 0,48 58 0,-43-66 0,-46-67 0,7 8 0,-2 1 0,0 0 0,0 0 0,-1 0 0,6 18 0,-11-27 0,-1 0 0,1-1 0,-1 1 0,1-1 0,-1 1 0,0 0 0,0-1 0,0 1 0,0 0 0,-1-1 0,1 1 0,-1-1 0,1 1 0,-1-1 0,0 1 0,0-1 0,0 1 0,0-1 0,-1 0 0,1 1 0,-1-1 0,1 0 0,-1 0 0,0 0 0,0 0 0,0 0 0,0-1 0,0 1 0,0-1 0,0 1 0,0-1 0,-1 0 0,-3 2 0,-4 1 0,0 0 0,0-1 0,0-1 0,0 1 0,0-2 0,0 1 0,-1-1 0,1-1 0,0 0 0,-1 0 0,1-1 0,0-1 0,-1 1 0,1-2 0,0 1 0,0-1 0,1-1 0,-1 0 0,1 0 0,-15-10 0,-11-9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4.228"/>
    </inkml:context>
    <inkml:brush xml:id="br0">
      <inkml:brushProperty name="width" value="0.1" units="cm"/>
      <inkml:brushProperty name="height" value="0.1" units="cm"/>
      <inkml:brushProperty name="color" value="#E71224"/>
    </inkml:brush>
  </inkml:definitions>
  <inkml:trace contextRef="#ctx0" brushRef="#br0">0 376 8192,'0'-5'11332,"0"-14"-11196,12-15-136,14-12 0,26-17 0,10-2 0,6 4 0,-3 12 0,-13 15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15.205"/>
    </inkml:context>
    <inkml:brush xml:id="br0">
      <inkml:brushProperty name="width" value="0.1" units="cm"/>
      <inkml:brushProperty name="height" value="0.1" units="cm"/>
      <inkml:brushProperty name="color" value="#E71224"/>
    </inkml:brush>
  </inkml:definitions>
  <inkml:trace contextRef="#ctx0" brushRef="#br0">608 1640 8192,'-1'36'2293,"2"-1"1,1 1 0,2-1 0,9 36-1,2-18-2293,32 78 0,-33-102 0,0 0 0,2-1 0,2-1 0,20 26 0,-25-37 0,0-1 0,1 0 0,1-1 0,18 13 0,-23-20 0,1 0 0,-1-1 0,2 0 0,-1 0 0,1-1 0,-1-1 0,26 6 0,-13-5 0,1-2 0,-1-1 0,1 0 0,0-2 0,0-1 0,46-8 0,-52 5 0,0 0 0,0-2 0,0 0 0,-1-2 0,0 0 0,0 0 0,-1-2 0,0 0 0,19-17 0,-7 3 0,-1-2 0,-2-1 0,-1-1 0,-1-1 0,21-34 0,-17 19 0,-3-2 0,-2 0 0,20-56 0,-11 2 0,-4 0 0,-5-2 0,12-120 0,-13-89 0,-22 0 0,0 234 0,-1 40 0,-1-1 0,-1 1 0,-3 0 0,0 0 0,-3 0 0,-13-36 0,16 56 0,-1 1 0,-1-1 0,-1 2 0,0-1 0,0 1 0,-2 1 0,0-1 0,0 2 0,-2 0 0,1 0 0,-2 1 0,0 1 0,0 0 0,-26-14 0,20 13 0,0 2 0,-1 0 0,-1 1 0,1 1 0,-1 2 0,-1 0 0,1 1 0,-40-3 0,-336 11 0,354-1 70,-75 15 0,104-14-148,0 1 1,0 0-1,1 1 0,0 1 1,0 1-1,0 0 0,0 0 1,-19 16-1,-39 40-2418,3 5 3349,28-28 469,-106 122-3224,87-85-2297,-70 119 0,107-155 4148,3 1-1,0 1 1,3 1-1,2 1 1,2 0-1,-15 94 1,22-87 61,2 1 0,2 0 1,3 0-1,2-1 0,3 1 0,12 53 1,18 50-11,8-2 0,77 184 0,-105-302 1398,24 41 0,-16-39-838</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2.288"/>
    </inkml:context>
    <inkml:brush xml:id="br0">
      <inkml:brushProperty name="width" value="0.1" units="cm"/>
      <inkml:brushProperty name="height" value="0.1" units="cm"/>
      <inkml:brushProperty name="color" value="#E71224"/>
    </inkml:brush>
  </inkml:definitions>
  <inkml:trace contextRef="#ctx0" brushRef="#br0">0 0 8192,'6'6'11332,"8"7"-11332,6 8 136,1 5-136,-4 10 0,1 11 0,-2 2 0,-4-2 0,1 4 0,-1-2 0,-2-10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2.722"/>
    </inkml:context>
    <inkml:brush xml:id="br0">
      <inkml:brushProperty name="width" value="0.1" units="cm"/>
      <inkml:brushProperty name="height" value="0.1" units="cm"/>
      <inkml:brushProperty name="color" value="#E71224"/>
    </inkml:brush>
  </inkml:definitions>
  <inkml:trace contextRef="#ctx0" brushRef="#br0">0 166 8192,'12'0'3356,"21"-6"2640,15-1-3880,29-1-2116,29 2 0,37 2 0,39 1 0,23 2 0,-6-5 0,-20-1 0,-18 0-3356,-25-4 3356,-24-6-5483,-26-1 5483,-15-1 8839,-9-5-8839,-15 3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3.078"/>
    </inkml:context>
    <inkml:brush xml:id="br0">
      <inkml:brushProperty name="width" value="0.1" units="cm"/>
      <inkml:brushProperty name="height" value="0.1" units="cm"/>
      <inkml:brushProperty name="color" value="#E71224"/>
    </inkml:brush>
  </inkml:definitions>
  <inkml:trace contextRef="#ctx0" brushRef="#br0">14 0 8192,'0'17'3356,"0"17"-3356,0 15 5483,0 3-5483,0 6 2629,0-3-2629,-6-15 0,-2-15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3.765"/>
    </inkml:context>
    <inkml:brush xml:id="br0">
      <inkml:brushProperty name="width" value="0.1" units="cm"/>
      <inkml:brushProperty name="height" value="0.1" units="cm"/>
      <inkml:brushProperty name="color" value="#E71224"/>
    </inkml:brush>
  </inkml:definitions>
  <inkml:trace contextRef="#ctx0" brushRef="#br0">1 63 8192,'32'-3'7657,"15"-10"-5649,-6 2-646,14-1-1252,1 3 0,0 2 1,67 0-1,-115 7-110,0 0 0,0 1 0,-1 0 0,1 0 0,-1 1 0,1 0 0,12 6 0,-15-6 0,-1 1 0,0-1 0,0 1 0,0 0 0,0 0 0,0 1 0,0-1 0,-1 1 0,0 0 0,0 0 0,0 0 0,5 8 0,-2 1 0,0 1 0,-1-1 0,-1 1 0,0 0 0,0 0 0,-2 1 0,0-1 0,0 0 0,-1 1 0,-1-1 0,-1 1 0,-3 24 0,0-19 0,0-2 0,-1 1 0,-1 0 0,-1-1 0,0 0 0,-2-1 0,0 0 0,0 0 0,-15 17 0,3-7-718,-2-2 0,0-1-1,-2-1 1,-1-1 0,-39 27-1,28-25-523,0-2 1,-2-2-1,-70 28 0,65-36-182,42-11 1387,1-1 1,-1 1-1,1-1 1,-1 0-1,0 1 1,1-1-1,-1 0 0,1 0 1,-1 0-1,0 0 1,1-1-1,-1 1 1,1 0-1,-1-1 1,0 1-1,1-1 1,-1 1-1,1-1 1,-1 0-1,-2-1 1,4 1 36,0 1 0,0-1 0,0 0 0,0 1 0,0-1 0,0 1 0,1-1 0,-1 1 0,0-1 0,0 1 0,0-1 0,0 0 0,1 1 0,-1-1 0,0 1 0,0-1 0,1 1 0,-1 0 0,1-1 0,-1 1 0,0-1 0,1 1 0,-1 0 0,1-1 0,-1 1 0,1 0 0,-1-1 0,1 1 0,-1 0 0,2-1 0,7-5 0,1 0 0,-1 1 0,2 0 0,-1 0 0,15-4 0,60-13 0,-52 15 0,222-40 2476,-196 40-1981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6.733"/>
    </inkml:context>
    <inkml:brush xml:id="br0">
      <inkml:brushProperty name="width" value="0.1" units="cm"/>
      <inkml:brushProperty name="height" value="0.1" units="cm"/>
      <inkml:brushProperty name="color" value="#E71224"/>
    </inkml:brush>
  </inkml:definitions>
  <inkml:trace contextRef="#ctx0" brushRef="#br0">1 0 8192,'0'29'2971,"0"26"-2971,0 21 5848,0 9-5848,0 7 0,0-1 2649,0-10-2649,6-13 0,1-7 0,1-9 0,-2-6 0,-2-6 0,4-4 0,1-8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7.263"/>
    </inkml:context>
    <inkml:brush xml:id="br0">
      <inkml:brushProperty name="width" value="0.1" units="cm"/>
      <inkml:brushProperty name="height" value="0.1" units="cm"/>
      <inkml:brushProperty name="color" value="#E71224"/>
    </inkml:brush>
  </inkml:definitions>
  <inkml:trace contextRef="#ctx0" brushRef="#br0">0 304 8192,'93'-56'7379,"-7"6"-3731,1 7-3372,104-36 0,-129 59-313,1 2 0,106-17 0,-160 34 37,1 0 0,-1 0 0,1 1 0,0 0 0,-1 1 0,13 2 0,-17-2 0,-1 0 0,1 1 0,-1 0 0,1 0 0,-1 0 0,1 1 0,-1-1 0,0 1 0,0 0 0,0 0 0,-1 1 0,1-1 0,5 8 0,2 5-611,-1 0 0,0 1-1,-1 0 1,-1 1-1,11 36 1,-12-35-76,8 30-31,-1 1 1,-3 1-1,-2-1 0,-3 2 1,1 64-1,-8-1-686,-19 139 1,-71 292 1403,86-522 0,3-11 0,-1 0 0,0 0 0,-1 0 0,0-1 0,-1 1 0,-1-1 0,0 0 0,-8 12 0,13-22 0,0-1 0,0 0 0,0 0 0,0 0 0,0 0 0,0 0 0,0 0 0,0-1 0,-1 1 0,1 0 0,0 0 0,0-1 0,-1 1 0,1-1 0,0 1 0,-3 0 0,-15-6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7.745"/>
    </inkml:context>
    <inkml:brush xml:id="br0">
      <inkml:brushProperty name="width" value="0.1" units="cm"/>
      <inkml:brushProperty name="height" value="0.1" units="cm"/>
      <inkml:brushProperty name="color" value="#E71224"/>
    </inkml:brush>
  </inkml:definitions>
  <inkml:trace contextRef="#ctx0" brushRef="#br0">192 408 8192,'4'79'5727,"27"147"0,-29-219-5713,0 10-14,11 45 0,-12-58 0,1 0 0,-1 0 0,1 0 0,0 0 0,0 0 0,0 0 0,1 0 0,-1 0 0,1-1 0,0 0 0,4 5 0,-5-7 0,-1 0 0,1 0 0,0 0 0,-1 0 0,1-1 0,0 1 0,0 0 0,-1-1 0,1 1 0,0-1 0,0 0 0,0 1 0,0-1 0,0 0 0,0 0 0,0 0 0,0-1 0,-1 1 0,1 0 0,4-2 0,0 0 0,1-1 0,0 0 0,-1 0 0,10-7 0,3-3-440,-1-2 0,0 0 0,-1 0 0,-1-2 0,-1 0-1,15-21 1,72-123-4765,-92 144 4674,-1 0 1,0-1-1,-1 0 0,9-35 1,-15 45 494,-1 1 1,0-1 0,-1 0 0,1 0-1,-1 0 1,-1 0 0,1 0 0,-2 0-1,1 0 1,-1 0 0,0 0 0,0 1-1,-1-1 1,-6-11 0,-3-1 144,0 1-1,-1 1 1,-1 0 0,-1 0 0,0 1-1,-2 1 1,1 1 0,-38-26 0,30 26 150,-1 0 1,0 1 0,-1 2-1,-1 0 1,0 2 0,-48-12-1,61 19 421,-1 1 1,1 0-1,-1 1 0,0 0 0,-20 3 0,27-1-303,0 0 1,-1 0 0,1 2-1,0-1 1,0 1-1,0 0 1,0 0-1,1 1 1,-1 0-1,-8 7 1,-11 12 60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8.138"/>
    </inkml:context>
    <inkml:brush xml:id="br0">
      <inkml:brushProperty name="width" value="0.1" units="cm"/>
      <inkml:brushProperty name="height" value="0.1" units="cm"/>
      <inkml:brushProperty name="color" value="#E71224"/>
    </inkml:brush>
  </inkml:definitions>
  <inkml:trace contextRef="#ctx0" brushRef="#br0">435 0 8192,'0'12'0,"0"20"3356,-17 27-3356,-11 16 5483,-18 12-5483,-18 14 2629,-10-5-2629,-3-7 0,5-19 0,15-20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8.420"/>
    </inkml:context>
    <inkml:brush xml:id="br0">
      <inkml:brushProperty name="width" value="0.1" units="cm"/>
      <inkml:brushProperty name="height" value="0.1" units="cm"/>
      <inkml:brushProperty name="color" value="#E71224"/>
    </inkml:brush>
  </inkml:definitions>
  <inkml:trace contextRef="#ctx0" brushRef="#br0">1 1 8192,'23'23'0,"7"18"2971,-2 20-2971,1 17 5848,-5 12-5848,-6 7 2649,-7 10-2649,-5 5 0,-3-7 0,-3-9 0,0-9 0,4-20 0,2-16 0,-11-27 0,-6-41 0,1-23 0,0-5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8.653"/>
    </inkml:context>
    <inkml:brush xml:id="br0">
      <inkml:brushProperty name="width" value="0.1" units="cm"/>
      <inkml:brushProperty name="height" value="0.1" units="cm"/>
      <inkml:brushProperty name="color" value="#E71224"/>
    </inkml:brush>
  </inkml:definitions>
  <inkml:trace contextRef="#ctx0" brushRef="#br0">1 0 8192,'0'17'2971,"6"17"-2971,13 20 5848,9 17-5848,0 3 2649,-5-5-2649,-7-10 0,-5-8 0,-5-2 0,-3 2 0,-14-7 0,-5-6 0,0-9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8.854"/>
    </inkml:context>
    <inkml:brush xml:id="br0">
      <inkml:brushProperty name="width" value="0.1" units="cm"/>
      <inkml:brushProperty name="height" value="0.1" units="cm"/>
      <inkml:brushProperty name="color" value="#E71224"/>
    </inkml:brush>
  </inkml:definitions>
  <inkml:trace contextRef="#ctx0" brushRef="#br0">1 30 8192,'11'0'11332,"16"0"-11196,13 0-136,13-5 0,7-3 0,1 1 0,-6 2 0,-12 1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9.103"/>
    </inkml:context>
    <inkml:brush xml:id="br0">
      <inkml:brushProperty name="width" value="0.1" units="cm"/>
      <inkml:brushProperty name="height" value="0.1" units="cm"/>
      <inkml:brushProperty name="color" value="#E71224"/>
    </inkml:brush>
  </inkml:definitions>
  <inkml:trace contextRef="#ctx0" brushRef="#br0">1 1 8192,'0'11'3356,"0"21"-3356,0 22 5483,6 14-5483,7 5 2629,7 3-2629,1-6 0,2-16 0,3-27 0,-4-19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39.585"/>
    </inkml:context>
    <inkml:brush xml:id="br0">
      <inkml:brushProperty name="width" value="0.1" units="cm"/>
      <inkml:brushProperty name="height" value="0.1" units="cm"/>
      <inkml:brushProperty name="color" value="#E71224"/>
    </inkml:brush>
  </inkml:definitions>
  <inkml:trace contextRef="#ctx0" brushRef="#br0">648 1 8192,'1'97'2248,"-3"129"6619,1-201-8720,-1-1 0,-10 48 0,8-59-159,0 1-1,-1-1 1,0 0-1,-1-1 0,-1 1 1,-14 21-1,1-10 13,-1 0 0,-1-1 0,-1-2 0,-1 0 0,-1-1 0,0-2 0,-1-1 0,-43 22 0,13-13 0,0-2 0,-2-3 0,-80 19 0,121-34 0,36-5 0,677-13-2796,-578 6 884,-23-2-4848</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0.397"/>
    </inkml:context>
    <inkml:brush xml:id="br0">
      <inkml:brushProperty name="width" value="0.1" units="cm"/>
      <inkml:brushProperty name="height" value="0.1" units="cm"/>
      <inkml:brushProperty name="color" value="#E71224"/>
    </inkml:brush>
  </inkml:definitions>
  <inkml:trace contextRef="#ctx0" brushRef="#br0">394 1 8192,'-3'0'718,"0"1"1,0 0 0,0 0-1,0 0 1,0 0 0,1 1-1,-1-1 1,0 1 0,1-1-1,0 1 1,-1 0 0,1 0-1,0 0 1,-3 3 0,-7 6-31,-14 14-688,1 1 0,1 2 0,1 0 0,-30 50 0,10-15 0,16-25 0,6-11 0,2 0 0,1 2 0,1 0 0,-14 34 0,28-53-57,0 1-1,1 0 0,0-1 1,1 1-1,0 0 1,0-1-1,1 1 1,1 0-1,0 0 0,1 0 1,-1-1-1,2 1 1,0-1-1,0 0 1,1 1-1,9 16 0,1 0-305,2 0-1,1-1 1,1-1-1,35 37 1,-32-40-1264,1 0 0,29 22 0,-6-14 1938,-10-10 7055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0.960"/>
    </inkml:context>
    <inkml:brush xml:id="br0">
      <inkml:brushProperty name="width" value="0.1" units="cm"/>
      <inkml:brushProperty name="height" value="0.1" units="cm"/>
      <inkml:brushProperty name="color" value="#E71224"/>
    </inkml:brush>
  </inkml:definitions>
  <inkml:trace contextRef="#ctx0" brushRef="#br0">173 63 8192,'-7'139'6573,"5"-117"-5594,-2 0 0,-1 0 0,-1 0 0,-10 24 0,-39 71-979,6-14 0,49-101 0,-1 0 0,0 0 0,1 0 0,-1 0 0,1 0 0,0 0 0,0 1 0,0-1 0,0 0 0,0 0 0,0 0 0,0 1 0,1-1 0,-1 0 0,1 0 0,-1 0 0,1 0 0,0 0 0,0 0 0,0 0 0,0 0 0,0 0 0,2 1 0,10 23 0,-9-10-98,1 1 0,-2-1 1,-1 1-1,0 0 0,-1 0 0,0 0 0,-2 0 0,0 0 0,-6 33 0,-4-4-508,-2-1 1,-22 50-1,46-116 1366,24-40 1,-24 42-366,124-179-2314,-100 155-61,1 2 1,61-53 0,-54 57 1481,176-159-1228,-167 145 1557,-2-3 0,42-59 0,-28 21 169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1.197"/>
    </inkml:context>
    <inkml:brush xml:id="br0">
      <inkml:brushProperty name="width" value="0.1" units="cm"/>
      <inkml:brushProperty name="height" value="0.1" units="cm"/>
      <inkml:brushProperty name="color" value="#E71224"/>
    </inkml:brush>
  </inkml:definitions>
  <inkml:trace contextRef="#ctx0" brushRef="#br0">554 0 8192,'-5'11'2971,"-14"21"-2971,-9 17 5848,-23 22-5848,-8 10 2649,-5 9-2649,-4 12 0,-1 0 0,5-1 0,8-17 0,14-18 0,14-19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1.413"/>
    </inkml:context>
    <inkml:brush xml:id="br0">
      <inkml:brushProperty name="width" value="0.1" units="cm"/>
      <inkml:brushProperty name="height" value="0.1" units="cm"/>
      <inkml:brushProperty name="color" value="#E71224"/>
    </inkml:brush>
  </inkml:definitions>
  <inkml:trace contextRef="#ctx0" brushRef="#br0">1 1 8192,'17'0'0,"17"6"2971,19 7-2971,25 14 5848,9 1-5848,2 2 2649,-9-5-2649,-12 0 0,-18-4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1.646"/>
    </inkml:context>
    <inkml:brush xml:id="br0">
      <inkml:brushProperty name="width" value="0.1" units="cm"/>
      <inkml:brushProperty name="height" value="0.1" units="cm"/>
      <inkml:brushProperty name="color" value="#E71224"/>
    </inkml:brush>
  </inkml:definitions>
  <inkml:trace contextRef="#ctx0" brushRef="#br0">1 40 8192,'11'0'11468,"21"0"-11468,22 0 0,13 0 0,18 0 0,-5-6 0,-5-1 0,-16-6 0,-17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2.004"/>
    </inkml:context>
    <inkml:brush xml:id="br0">
      <inkml:brushProperty name="width" value="0.1" units="cm"/>
      <inkml:brushProperty name="height" value="0.1" units="cm"/>
      <inkml:brushProperty name="color" value="#E71224"/>
    </inkml:brush>
  </inkml:definitions>
  <inkml:trace contextRef="#ctx0" brushRef="#br0">161 477 8192,'-1'69'5558,"-11"86"-1,8-130-5343,1-10-170,1 0 1,1 0 0,0 0 0,1 21 0,1-32-49,-1-1 0,1 1 1,0 0-1,0 0 0,0-1 1,0 1-1,1-1 0,-1 1 1,1-1-1,0 0 0,0 0 1,0 0-1,0 0 0,1 0 1,-1 0-1,1 0 0,0-1 1,0 1-1,0-1 0,0 0 1,0 0-1,6 3 0,-2-2 4,0-1 0,1 0 0,-1 0 0,1-1 0,-1 1 0,1-2 0,0 1 0,0-1 0,-1 0 0,1-1 0,0 0 0,-1 0 0,1-1 0,12-3 0,-5-1 0,1 0 0,-1 0 0,0-2 0,0 0 0,25-19 0,-27 17 0,0-2 0,-1 0 0,-1 0 0,0-1 0,0 0 0,-2-1 0,1 0 0,-2 0 0,10-22 0,-7 10 0,-2 0 0,-1-1 0,0 0 0,6-53 0,-13 63 0,0 1 0,-2-1 0,1 0 0,-2 0 0,0 0 0,-2 1 0,1 0 0,-2-1 0,0 1 0,-1 1 0,-1-1 0,0 1 0,-1 0 0,0 0 0,-2 1 0,1 1 0,-2-1 0,-18-17 0,9 11 0,-2 0 0,0 2 0,-1 1 0,-1 0 0,0 2 0,-1 1 0,-1 1 0,0 1 0,-1 1 0,-30-7 0,46 14 0,0 2 0,0 0 0,0 0 0,0 1 0,-18 0 0,24 1 0,0 1 0,0 0 0,0 0 0,1 0 0,-1 0 0,0 1 0,1 0 0,-1 0 0,1 0 0,-1 0 0,1 1 0,0-1 0,0 1 0,-5 5 0,-18 24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2.515"/>
    </inkml:context>
    <inkml:brush xml:id="br0">
      <inkml:brushProperty name="width" value="0.1" units="cm"/>
      <inkml:brushProperty name="height" value="0.1" units="cm"/>
      <inkml:brushProperty name="color" value="#E71224"/>
    </inkml:brush>
  </inkml:definitions>
  <inkml:trace contextRef="#ctx0" brushRef="#br0">0 1 8192,'6'0'3356,"1"6"-3356,0 13 5483,-1 15-5483,-2 24 2629,-2 19-2629,-1 14 0,0 9 0,-1 4 0,0-5 0,-1-7 0,1-20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2.731"/>
    </inkml:context>
    <inkml:brush xml:id="br0">
      <inkml:brushProperty name="width" value="0.1" units="cm"/>
      <inkml:brushProperty name="height" value="0.1" units="cm"/>
      <inkml:brushProperty name="color" value="#E71224"/>
    </inkml:brush>
  </inkml:definitions>
  <inkml:trace contextRef="#ctx0" brushRef="#br0">0 187 8192,'6'-11'11332,"19"-16"-11332,16-2 0,19 3 136,16 6-136,18 1 0,-8-2 0,-11 2 0,-20 5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3.042"/>
    </inkml:context>
    <inkml:brush xml:id="br0">
      <inkml:brushProperty name="width" value="0.1" units="cm"/>
      <inkml:brushProperty name="height" value="0.1" units="cm"/>
      <inkml:brushProperty name="color" value="#E71224"/>
    </inkml:brush>
  </inkml:definitions>
  <inkml:trace contextRef="#ctx0" brushRef="#br0">0 1 8192,'0'5'2971,"0"9"2877,0 12-5848,0 14 2649,6 16-2649,2 17 0,-1 6 0,-1 2 0,-2-2 0,-1-3 0,-2-8 0,0-22 0,-1-24 0,0-16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3.521"/>
    </inkml:context>
    <inkml:brush xml:id="br0">
      <inkml:brushProperty name="width" value="0.1" units="cm"/>
      <inkml:brushProperty name="height" value="0.1" units="cm"/>
      <inkml:brushProperty name="color" value="#E71224"/>
    </inkml:brush>
  </inkml:definitions>
  <inkml:trace contextRef="#ctx0" brushRef="#br0">266 2 8192,'133'-1'2684,"148"2"6100,-269 0-8784,7-1 0,1 1 0,-1 1 0,22 6 0,-36-7 0,0 0 0,0 1 0,0 0 0,0 0 0,0 0 0,-1 1 0,1 0 0,-1-1 0,1 2 0,-1-1 0,0 0 0,0 1 0,-1 0 0,1 0 0,-1 0 0,4 6 0,-2-1 0,-1 0 0,0 0 0,-1 0 0,0 1 0,-1-1 0,0 1 0,0-1 0,-1 1 0,0 0 0,-1 0 0,0-1 0,0 1 0,-1 0 0,-3 10 0,0 2 0,-1-1 0,-2 0 0,0 0 0,-1-1 0,-15 28 0,9-24 0,-1-1 0,-1 0 0,-1-1 0,0 0 0,-2-2 0,-1 0 0,-38 30 0,25-26 0,0-3 0,-2 0 0,0-2 0,-69 26 0,10-14 0,-1-4 0,-136 21 0,405-72 0,182-36 0,-278 39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3.864"/>
    </inkml:context>
    <inkml:brush xml:id="br0">
      <inkml:brushProperty name="width" value="0.1" units="cm"/>
      <inkml:brushProperty name="height" value="0.1" units="cm"/>
      <inkml:brushProperty name="color" value="#E71224"/>
    </inkml:brush>
  </inkml:definitions>
  <inkml:trace contextRef="#ctx0" brushRef="#br0">0 1 8192,'6'6'3356,"2"18"2640,4 29-5996,2 22 2116,-3 9-2116,-3 3 0,-3-3 0,-2 1 0,-7-2 0,-8-4 0,-3-9 0,1-18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4.085"/>
    </inkml:context>
    <inkml:brush xml:id="br0">
      <inkml:brushProperty name="width" value="0.1" units="cm"/>
      <inkml:brushProperty name="height" value="0.1" units="cm"/>
      <inkml:brushProperty name="color" value="#E71224"/>
    </inkml:brush>
  </inkml:definitions>
  <inkml:trace contextRef="#ctx0" brushRef="#br0">0 252 8192,'12'-19'8819,"14"5"-8819,21 1 2649,36 3-2649,50-3 0,24-21 0,3-11 0,-20-9 0,-34 4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4.395"/>
    </inkml:context>
    <inkml:brush xml:id="br0">
      <inkml:brushProperty name="width" value="0.1" units="cm"/>
      <inkml:brushProperty name="height" value="0.1" units="cm"/>
      <inkml:brushProperty name="color" value="#E71224"/>
    </inkml:brush>
  </inkml:definitions>
  <inkml:trace contextRef="#ctx0" brushRef="#br0">34 0 8192,'0'6'0,"0"25"3356,0 23-3356,0 26 5996,0 34-5996,0 42-2971,0 46 2971,0 23-5849,0 7 5849,0-13-532,0-32 532,0-43 0,-6-45 11468,-7-46-14439,-1-31 2971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4.677"/>
    </inkml:context>
    <inkml:brush xml:id="br0">
      <inkml:brushProperty name="width" value="0.1" units="cm"/>
      <inkml:brushProperty name="height" value="0.1" units="cm"/>
      <inkml:brushProperty name="color" value="#E71224"/>
    </inkml:brush>
  </inkml:definitions>
  <inkml:trace contextRef="#ctx0" brushRef="#br0">1 144 8192,'0'-5'11468,"5"-9"-11468,14-1 0,21-4 0,20 2 0,17 3 0,18 4 0,11 4 0,-3-2 0,-12-1 0,-22-4 0,-23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4.943"/>
    </inkml:context>
    <inkml:brush xml:id="br0">
      <inkml:brushProperty name="width" value="0.1" units="cm"/>
      <inkml:brushProperty name="height" value="0.1" units="cm"/>
      <inkml:brushProperty name="color" value="#E71224"/>
    </inkml:brush>
  </inkml:definitions>
  <inkml:trace contextRef="#ctx0" brushRef="#br0">158 1 8192,'-5'12'3356,"-9"20"2127,-6 28-5483,-1 14 2629,4 13-2629,-1 2 0,2-8 0,4-12 0,-1-18 0,1-29 0,3-35 0,8-38 0,5-11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6:45.209"/>
    </inkml:context>
    <inkml:brush xml:id="br0">
      <inkml:brushProperty name="width" value="0.1" units="cm"/>
      <inkml:brushProperty name="height" value="0.1" units="cm"/>
      <inkml:brushProperty name="color" value="#E71224"/>
    </inkml:brush>
  </inkml:definitions>
  <inkml:trace contextRef="#ctx0" brushRef="#br0">1 0 8192,'3'0'586,"0"1"0,-1-1 0,1 1 0,0-1 0,0 1 0,0 0 0,0 0 0,-1 0 0,1 0 0,3 2 0,-1 0-27,-1 1 1,1-1 0,-1 1-1,8 7 1,-1 3-52,0 0 1,12 21 0,-18-27-164,51 90-168,76 180-1,-126-262-176,-2-5 0,1 0 0,0 0 0,12 17 0,-16-26 0,1 0 0,-1 0 0,1 0 0,0 0 0,0 0 0,0 0 0,0 0 0,0-1 0,0 1 0,1-1 0,-1 0 0,1 1 0,-1-1 0,1 0 0,-1 0 0,1-1 0,-1 1 0,1 0 0,0-1 0,-1 0 0,6 1 0,-2-2-57,1 0 1,-1-1-1,0 1 0,1-1 0,-1 0 0,0-1 1,0 0-1,0 0 0,-1 0 0,1 0 0,-1-1 1,8-7-1,7-6-675,31-37-1,-39 41 460,240-298-8278,-207 244 8110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4.250"/>
    </inkml:context>
    <inkml:brush xml:id="br0">
      <inkml:brushProperty name="width" value="0.1" units="cm"/>
      <inkml:brushProperty name="height" value="0.1" units="cm"/>
      <inkml:brushProperty name="color" value="#E71224"/>
    </inkml:brush>
  </inkml:definitions>
  <inkml:trace contextRef="#ctx0" brushRef="#br0">1 1 8192,'11'17'3356,"10"17"-3356,12 25 5483,7 20-5483,-4 13 2629,-2-3-2629,-7-5 0,-8-11 0,-7-19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4.641"/>
    </inkml:context>
    <inkml:brush xml:id="br0">
      <inkml:brushProperty name="width" value="0.1" units="cm"/>
      <inkml:brushProperty name="height" value="0.1" units="cm"/>
      <inkml:brushProperty name="color" value="#E71224"/>
    </inkml:brush>
  </inkml:definitions>
  <inkml:trace contextRef="#ctx0" brushRef="#br0">1305 0 8192,'0'6'3356,"0"7"-3356,-12 19 5483,-26 21-5483,-18 7 2629,-28 10-2629,-35 5 0,-46 1 0,-31-7 0,-4-3 0,15-14 0,38-9 0,45-13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4.968"/>
    </inkml:context>
    <inkml:brush xml:id="br0">
      <inkml:brushProperty name="width" value="0.1" units="cm"/>
      <inkml:brushProperty name="height" value="0.1" units="cm"/>
      <inkml:brushProperty name="color" value="#E71224"/>
    </inkml:brush>
  </inkml:definitions>
  <inkml:trace contextRef="#ctx0" brushRef="#br0">1 0 8192,'6'17'3356,"1"35"-3356,6 30 5483,6 25-5483,0 10 2629,2-2-2629,4-10 0,-4-17 0,2-30 0,2-29 0,-3-20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5.715"/>
    </inkml:context>
    <inkml:brush xml:id="br0">
      <inkml:brushProperty name="width" value="0.1" units="cm"/>
      <inkml:brushProperty name="height" value="0.1" units="cm"/>
      <inkml:brushProperty name="color" value="#E71224"/>
    </inkml:brush>
  </inkml:definitions>
  <inkml:trace contextRef="#ctx0" brushRef="#br0">279 1 8192,'-14'10'104,"1"0"-1,0 1 1,1 1 0,0 0 0,-13 18 0,-44 71 2723,50-71-1975,2 1 0,1 0 0,2 1 0,0 1 0,-7 34 0,15-44-529,1-1 0,2 1 0,0 0-1,1 0 1,2 0 0,0 0 0,1 0 0,8 41 0,43 154-323,4 19 0,-45-185 0,-1 2 0,2-2 0,37 102 0,-48-151 0,1 0 0,-1 0 0,1 0 0,0 0 0,0-1 0,0 1 0,0-1 0,1 1 0,-1-1 0,1 0 0,-1 1 0,6 2 0,-6-4 0,-1 0 0,1-1 0,0 1 0,0 0 0,0-1 0,0 1 0,0-1 0,0 0 0,0 0 0,0 0 0,0 0 0,0 0 0,0 0 0,0 0 0,0-1 0,0 1 0,0 0 0,0-1 0,0 0 0,0 0 0,0 1 0,0-1 0,2-2 0,9-7 0,0 0 0,-1 0 0,-1-1 0,0-1 0,0 0 0,-1-1 0,15-23 0,-9 9 0,0-1 0,-2-1 0,11-31 0,-22 52 0,0-1 0,0 1 0,-1-1 0,0 0 0,-1 1 0,0-1 0,0 0 0,-1 0 0,0 0 0,0 0 0,-1 0 0,0 1 0,-1-1 0,0 0 0,0 1 0,-1-1 0,0 1 0,-1 0 0,-6-13 0,6 16 0,1-1 0,0 1 0,0-1 0,1 0 0,-1 0 0,1 0 0,-1-8 0,3 10 0,-1 1 0,1-1 0,1 1 0,-1 0 0,0-1 0,1 1 0,0-1 0,0 1 0,0 0 0,0-1 0,0 1 0,1 0 0,-1 0 0,1 0 0,2-4 0,3-1 0,-1-1 0,1 1 0,1 0 0,0 0 0,0 1 0,10-7 0,57-33 0,-31 21 0,83-61-5734,-107 72 4587,-1-2 0,-1 0 0,0-1 1,16-21-1,-9 3 1147</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6.012"/>
    </inkml:context>
    <inkml:brush xml:id="br0">
      <inkml:brushProperty name="width" value="0.1" units="cm"/>
      <inkml:brushProperty name="height" value="0.1" units="cm"/>
      <inkml:brushProperty name="color" value="#E71224"/>
    </inkml:brush>
  </inkml:definitions>
  <inkml:trace contextRef="#ctx0" brushRef="#br0">0 1 8192,'0'11'3356,"6"16"-3356,7 14 5996,7 23-5996,18 18 2116,13 23-2116,4 11 0,-2 2 0,2-7 0,-3-11 0,-5-5 0,-5-20 0,-9-22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6.260"/>
    </inkml:context>
    <inkml:brush xml:id="br0">
      <inkml:brushProperty name="width" value="0.1" units="cm"/>
      <inkml:brushProperty name="height" value="0.1" units="cm"/>
      <inkml:brushProperty name="color" value="#E71224"/>
    </inkml:brush>
  </inkml:definitions>
  <inkml:trace contextRef="#ctx0" brushRef="#br0">1 1 8192,'0'5'11468,"5"9"-11468,8 6 0,7 6 0,7 4 0,-3-2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6.776"/>
    </inkml:context>
    <inkml:brush xml:id="br0">
      <inkml:brushProperty name="width" value="0.1" units="cm"/>
      <inkml:brushProperty name="height" value="0.1" units="cm"/>
      <inkml:brushProperty name="color" value="#E71224"/>
    </inkml:brush>
  </inkml:definitions>
  <inkml:trace contextRef="#ctx0" brushRef="#br0">648 1 8192,'-22'23'2971,"-25"24"-2971,-16 16 5848,-26 14-3199,-14 0-2649,-13-2 0,2-2 0,21-14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7.026"/>
    </inkml:context>
    <inkml:brush xml:id="br0">
      <inkml:brushProperty name="width" value="0.1" units="cm"/>
      <inkml:brushProperty name="height" value="0.1" units="cm"/>
      <inkml:brushProperty name="color" value="#E71224"/>
    </inkml:brush>
  </inkml:definitions>
  <inkml:trace contextRef="#ctx0" brushRef="#br0">113 0 8192,'0'12'0,"6"25"3356,2 59-3356,-1 58 5996,-1 49-5996,-2 34-2971,-1 12 2971,-2-2-5849,0-22 5849,-7-48-532,-2-48 532,-11-53 11468,-19-61-11468,-4-56 0,6-21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7.229"/>
    </inkml:context>
    <inkml:brush xml:id="br0">
      <inkml:brushProperty name="width" value="0.1" units="cm"/>
      <inkml:brushProperty name="height" value="0.1" units="cm"/>
      <inkml:brushProperty name="color" value="#E71224"/>
    </inkml:brush>
  </inkml:definitions>
  <inkml:trace contextRef="#ctx0" brushRef="#br0">0 0 8192,'6'12'0,"8"14"3356,1 9-3356,-2 5 5996,3 6-5996,-2 18 2116,-3 16-2116,-4 5 0,-2 5 0,-3-6 0,-1-13 0,-1-12 0,-12-17 0,-4-14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7.414"/>
    </inkml:context>
    <inkml:brush xml:id="br0">
      <inkml:brushProperty name="width" value="0.1" units="cm"/>
      <inkml:brushProperty name="height" value="0.1" units="cm"/>
      <inkml:brushProperty name="color" value="#E71224"/>
    </inkml:brush>
  </inkml:definitions>
  <inkml:trace contextRef="#ctx0" brushRef="#br0">0 77 8192,'6'5'11332,"12"2"-11196,22 0-136,19-1 0,30-8 0,15-8 0,8-9 0,-4-7 0,-14 2 0,-24 4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7.679"/>
    </inkml:context>
    <inkml:brush xml:id="br0">
      <inkml:brushProperty name="width" value="0.1" units="cm"/>
      <inkml:brushProperty name="height" value="0.1" units="cm"/>
      <inkml:brushProperty name="color" value="#E71224"/>
    </inkml:brush>
  </inkml:definitions>
  <inkml:trace contextRef="#ctx0" brushRef="#br0">0 0 8192,'0'17'2971,"6"17"-2971,2 8 5848,5 14-5848,6 9 2649,6-6-2649,-2-8 0,-4-7 0,0-16 0,2-25 0,-2-13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8.069"/>
    </inkml:context>
    <inkml:brush xml:id="br0">
      <inkml:brushProperty name="width" value="0.1" units="cm"/>
      <inkml:brushProperty name="height" value="0.1" units="cm"/>
      <inkml:brushProperty name="color" value="#E71224"/>
    </inkml:brush>
  </inkml:definitions>
  <inkml:trace contextRef="#ctx0" brushRef="#br0">619 1 8192,'8'19'1539,"-1"0"0,0 0 0,-1 1 0,5 32 0,1 38 470,-9-64-1894,-1 1 0,-2-1-1,-1 1 1,0 0 0,-2-1-1,-1 1 1,-2-1 0,0 0-1,-14 35 1,12-44-71,0 1 0,0-1 0,-2-1 0,0 0 0,-1 0 0,-1-1 1,0-1-1,-1 0 0,0 0 0,-1-1 0,-1-1 0,0-1 0,-33 20 0,9-12-44,0-2 0,-1-2 0,0-2 0,-2-1 0,1-3 0,-1-1 0,-1-2 0,-68 2 0,361-21 0,-48-4 0,5-1 0,-174 17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8.568"/>
    </inkml:context>
    <inkml:brush xml:id="br0">
      <inkml:brushProperty name="width" value="0.1" units="cm"/>
      <inkml:brushProperty name="height" value="0.1" units="cm"/>
      <inkml:brushProperty name="color" value="#E71224"/>
    </inkml:brush>
  </inkml:definitions>
  <inkml:trace contextRef="#ctx0" brushRef="#br0">234 1 8192,'-11'12'0,"-16"14"3356,-8 4-3356,-4-4 5483,4 0-5483,3 0 2629,6 2-2629,8 2 0,7 8 0,11 7 0,12 9 0,9 0 0,12 3 0,1-9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8.895"/>
    </inkml:context>
    <inkml:brush xml:id="br0">
      <inkml:brushProperty name="width" value="0.1" units="cm"/>
      <inkml:brushProperty name="height" value="0.1" units="cm"/>
      <inkml:brushProperty name="color" value="#E71224"/>
    </inkml:brush>
  </inkml:definitions>
  <inkml:trace contextRef="#ctx0" brushRef="#br0">299 1 8192,'0'11'3356,"0"21"-3356,0 16 5483,0 12-5483,0 6 2629,0 10-2629,-12 3 0,-8-6 0,-20-5 0,-7-13 0,-2-11 0,2-7 0,9-3 0,10 2 0,11-3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9.094"/>
    </inkml:context>
    <inkml:brush xml:id="br0">
      <inkml:brushProperty name="width" value="0.1" units="cm"/>
      <inkml:brushProperty name="height" value="0.1" units="cm"/>
      <inkml:brushProperty name="color" value="#E71224"/>
    </inkml:brush>
  </inkml:definitions>
  <inkml:trace contextRef="#ctx0" brushRef="#br0">1 606 8192,'16'-11'11468,"18"-16"-11468,14-8 0,16-5 0,20-11 0,12-16 0,13-17 0,5-14 0,-5-5 0,-22 14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9.578"/>
    </inkml:context>
    <inkml:brush xml:id="br0">
      <inkml:brushProperty name="width" value="0.1" units="cm"/>
      <inkml:brushProperty name="height" value="0.1" units="cm"/>
      <inkml:brushProperty name="color" value="#E71224"/>
    </inkml:brush>
  </inkml:definitions>
  <inkml:trace contextRef="#ctx0" brushRef="#br0">561 1 8192,'0'5'11332,"-6"14"-11332,-24 21 136,-13 14-136,-11 15 0,-13 20 0,-6 4 0,-2 5 0,0-4 0,12-11 0,18-32 0,16-24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29.827"/>
    </inkml:context>
    <inkml:brush xml:id="br0">
      <inkml:brushProperty name="width" value="0.1" units="cm"/>
      <inkml:brushProperty name="height" value="0.1" units="cm"/>
      <inkml:brushProperty name="color" value="#E71224"/>
    </inkml:brush>
  </inkml:definitions>
  <inkml:trace contextRef="#ctx0" brushRef="#br0">0 1 8192,'6'0'0,"7"0"3356,7 6-3356,12 7 5483,12 8-2854,21 16-2629,16 9 0,12 1 0,1-7 0,-4-4 0,-11-9 0,-20-9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30.076"/>
    </inkml:context>
    <inkml:brush xml:id="br0">
      <inkml:brushProperty name="width" value="0.1" units="cm"/>
      <inkml:brushProperty name="height" value="0.1" units="cm"/>
      <inkml:brushProperty name="color" value="#E71224"/>
    </inkml:brush>
  </inkml:definitions>
  <inkml:trace contextRef="#ctx0" brushRef="#br0">0 0 8192,'6'19'8819,"12"2"-8819,16-1 2649,24-2-2649,19-6 0,8-4 0,2-3 0,-4-9 0,-10-9 0,-17-8 0,-18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30.527"/>
    </inkml:context>
    <inkml:brush xml:id="br0">
      <inkml:brushProperty name="width" value="0.1" units="cm"/>
      <inkml:brushProperty name="height" value="0.1" units="cm"/>
      <inkml:brushProperty name="color" value="#E71224"/>
    </inkml:brush>
  </inkml:definitions>
  <inkml:trace contextRef="#ctx0" brushRef="#br0">1 1 8192,'2'0'311,"1"1"0,-1 0 1,1-1-1,-1 1 1,1 0-1,-1 0 0,1 0 1,-1 1-1,0-1 0,0 1 1,1-1-1,-1 1 1,0 0-1,-1-1 0,1 1 1,3 4-1,0 0 853,0 1 1,0 0-1,-1 0 1,5 9-1,2 13-952,15 55-1,-8-21-281,-5-22 70,-3-6 0,2-1 0,0 0 0,29 50 0,-38-78 0,1 0 0,0 0 0,1-1 0,-1 1 0,1-1 0,0 0 0,0-1 0,1 1 0,-1-1 0,1 0 0,11 6 0,-12-8 0,0-1 0,0 1 0,0-1 0,0 1 0,1-2 0,-1 1 0,1 0 0,-1-1 0,1 0 0,-1-1 0,0 1 0,1-1 0,-1 0 0,0 0 0,8-3 0,1-2-331,-1 0 1,0-1-1,-1 0 0,1-1 1,-2 0-1,1-1 0,-1 0 0,0-1 1,-1 0-1,0-1 0,-1 0 0,11-16 1,-4 3-497,-1-1 0,-1-1 0,-2 0 0,0 0 0,10-36 0,-17 46 575,0 0 0,-2 0 0,0 0 0,-1 0 0,1-24 0,-3 37 259,0 0 0,0-1 0,0 1 0,-1 0 0,1 0 1,-1 0-1,0 0 0,0 0 0,0 0 0,0 0 0,-1 0 0,1 0 0,-1 0 1,0 0-1,1 1 0,-1-1 0,-1 1 0,1-1 0,0 1 0,0 0 0,-1 0 1,1 0-1,-1 0 0,0 0 0,0 1 0,0-1 0,1 1 0,-1 0 0,0 0 1,-1 0-1,1 0 0,0 0 0,0 1 0,-5-1 0,-9 1 924,0 0-1,-1 1 1,1 1-1,0 1 1,0 1-1,1 0 1,-1 1-1,1 0 1,0 2-1,-17 8 1,27-12-895,0 1 0,0-1 0,0 1 0,0 0 0,1 0 0,0 1 0,-9 9 0,-1 7-36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31.148"/>
    </inkml:context>
    <inkml:brush xml:id="br0">
      <inkml:brushProperty name="width" value="0.1" units="cm"/>
      <inkml:brushProperty name="height" value="0.1" units="cm"/>
      <inkml:brushProperty name="color" value="#E71224"/>
    </inkml:brush>
  </inkml:definitions>
  <inkml:trace contextRef="#ctx0" brushRef="#br0">476 1 8192,'-154'95'435,"85"-54"1246,-85 66-1,144-100-1180,2 1 1,-1 0-1,1 0 1,0 1-1,1 0 1,0 1-1,0 0 1,1 0-1,-6 13 1,9-14-296,0 0 0,0 0 0,1 0 1,0 0-1,1 0 0,-1 0 0,2 1 0,0-1 1,0 0-1,0 1 0,1-1 0,3 11 0,2 6-205,2 0 0,1 0 0,1 0 0,21 39 0,65 91 0,-57-96 0,34 67 0,-71-123 0,1 1 0,-1 0 0,0 0 0,-1 0 0,1 0 0,-1 0 0,0 1 0,-1-1 0,1 9 0,-1-12 0,0 1 0,-1-1 0,1 0 0,-1 1 0,0-1 0,0 0 0,0 0 0,0 0 0,0 0 0,0 0 0,0 0 0,-1 0 0,1 0 0,-1-1 0,1 1 0,-1 0 0,0-1 0,0 1 0,0-1 0,1 0 0,-1 1 0,-4 0 0,0 1 0,0 0 0,-1-1 0,1 0 0,0-1 0,-1 1 0,1-1 0,-1-1 0,1 1 0,-1-1 0,-6 0 0,-21-5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31.677"/>
    </inkml:context>
    <inkml:brush xml:id="br0">
      <inkml:brushProperty name="width" value="0.1" units="cm"/>
      <inkml:brushProperty name="height" value="0.1" units="cm"/>
      <inkml:brushProperty name="color" value="#E71224"/>
    </inkml:brush>
  </inkml:definitions>
  <inkml:trace contextRef="#ctx0" brushRef="#br0">1 39 8192,'1'23'2565,"1"0"1,5 24-1,2 13-984,5 292 610,-13-312-2191,-1-40 0,0 1 0,0-1 0,0 1 0,0-1 0,0 0 0,-1 1 0,1-1 0,0 0 0,0 1 0,0-1 0,1 1 0,-1-1 0,0 0 0,0 1 0,0-1 0,0 0 0,0 1 0,0-1 0,0 0 0,1 1 0,-1-1 0,0 0 0,0 1 0,0-1 0,1 0 0,-1 0 0,0 1 0,1-1 0,-1 0 0,0 0 0,0 1 0,1-1 0,-1 0 0,0 0 0,1 0 0,-1 1 0,0-1 0,1 0 0,-1 0 0,1 0 0,-1 0 0,0 0 0,1 0 0,-1 0 0,0 0 0,1 0 0,-1 0 0,1 0 0,16-14 0,-12 10 0,63-67-2250,-4-2 0,73-107 0,-23 29-277,-109 145 2378,45-52-1198,-46 54 1277,0 0 1,1 0-1,0 0 1,0 0-1,0 1 1,0 0-1,0 0 1,1 1-1,8-4 1,-12 6 69,0-1 0,0 1 0,0-1 0,1 1 0,-1 0 0,0 0 0,0 0 0,0 0 0,0 1 0,1-1 0,-1 0 0,0 1 0,0-1 0,0 1 0,0 0 0,0 0 0,0 0 0,0 0 0,0 0 0,2 2 0,0 1 0,-1-1 0,1 1 0,-1 0 0,0 0 0,0 1 0,0-1 0,0 0 0,1 6 0,8 18 0,0 1 0,12 54 0,6 68 0,-16-72 0,-1-2 2081,10 39 5395,-20-110-6322,-1-11-1607,-1-16-1133,-1-88 3502,-1 46-1421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32.017"/>
    </inkml:context>
    <inkml:brush xml:id="br0">
      <inkml:brushProperty name="width" value="0.1" units="cm"/>
      <inkml:brushProperty name="height" value="0.1" units="cm"/>
      <inkml:brushProperty name="color" value="#E71224"/>
    </inkml:brush>
  </inkml:definitions>
  <inkml:trace contextRef="#ctx0" brushRef="#br0">0 0 8192,'6'0'3356,"2"11"-3356,-1 21 5483,5 17-5483,-1 16 2629,5 26-2629,-2 26 0,-2 11 0,-3-1 0,-4-4 0,-2-11 0,-2-14 0,-1-18 0,-1-34 0,1-42 0,-1-21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57:32.450"/>
    </inkml:context>
    <inkml:brush xml:id="br0">
      <inkml:brushProperty name="width" value="0.1" units="cm"/>
      <inkml:brushProperty name="height" value="0.1" units="cm"/>
      <inkml:brushProperty name="color" value="#E71224"/>
    </inkml:brush>
  </inkml:definitions>
  <inkml:trace contextRef="#ctx0" brushRef="#br0">284 63 8192,'9'-12'7371,"-7"10"-6962,17-8 3113,-15 8-3356,11-4-166,-1 0 0,1 1 0,0 0 0,0 1 0,0 1 0,0 0 0,1 1 0,18 0 0,-26 2 0,1 0 0,-1 1 0,0 0 0,0 0 0,0 1 0,-1 0 0,1 0 0,0 1 0,-1 0 0,1 1 0,-1-1 0,0 1 0,0 1 0,0-1 0,-1 1 0,0 0 0,10 11 0,-6-4-588,-2 0 0,1 1 0,-2 0 0,0 1 0,0 0-1,-1 0 1,-1 0 0,4 16 0,2 16-2323,6 59 0,-13-79 2800,-2-1 1,-1 1 0,-4 50 0,1-63 118,0 0 1,-1 0 0,-1-1 0,0 1 0,0-1-1,-1 0 1,-1 0 0,0-1 0,-13 19 0,5-13-9,-1 0 0,0 0 0,-2-2 0,-25 20 0,-82 50 0,65-47 0,-45 35 0,-123 76 0,184-127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2026/6/21</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2026/6/21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2026/6/21</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3.png"/><Relationship Id="rId26" Type="http://schemas.openxmlformats.org/officeDocument/2006/relationships/image" Target="../media/image17.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1.png"/><Relationship Id="rId42" Type="http://schemas.openxmlformats.org/officeDocument/2006/relationships/image" Target="../media/image25.png"/><Relationship Id="rId47" Type="http://schemas.openxmlformats.org/officeDocument/2006/relationships/customXml" Target="../ink/ink23.xml"/><Relationship Id="rId50" Type="http://schemas.openxmlformats.org/officeDocument/2006/relationships/image" Target="../media/image29.png"/><Relationship Id="rId55" Type="http://schemas.openxmlformats.org/officeDocument/2006/relationships/customXml" Target="../ink/ink27.xml"/><Relationship Id="rId7" Type="http://schemas.openxmlformats.org/officeDocument/2006/relationships/customXml" Target="../ink/ink3.xml"/><Relationship Id="rId2" Type="http://schemas.openxmlformats.org/officeDocument/2006/relationships/slideLayout" Target="../slideLayouts/slideLayout1.xml"/><Relationship Id="rId16" Type="http://schemas.openxmlformats.org/officeDocument/2006/relationships/image" Target="../media/image12.png"/><Relationship Id="rId29" Type="http://schemas.openxmlformats.org/officeDocument/2006/relationships/customXml" Target="../ink/ink14.xml"/><Relationship Id="rId11" Type="http://schemas.openxmlformats.org/officeDocument/2006/relationships/customXml" Target="../ink/ink5.xml"/><Relationship Id="rId24" Type="http://schemas.openxmlformats.org/officeDocument/2006/relationships/image" Target="../media/image16.png"/><Relationship Id="rId32" Type="http://schemas.openxmlformats.org/officeDocument/2006/relationships/image" Target="../media/image20.png"/><Relationship Id="rId37" Type="http://schemas.openxmlformats.org/officeDocument/2006/relationships/customXml" Target="../ink/ink18.xml"/><Relationship Id="rId40" Type="http://schemas.openxmlformats.org/officeDocument/2006/relationships/image" Target="../media/image24.png"/><Relationship Id="rId45" Type="http://schemas.openxmlformats.org/officeDocument/2006/relationships/customXml" Target="../ink/ink22.xml"/><Relationship Id="rId53" Type="http://schemas.openxmlformats.org/officeDocument/2006/relationships/customXml" Target="../ink/ink26.xml"/><Relationship Id="rId5" Type="http://schemas.openxmlformats.org/officeDocument/2006/relationships/customXml" Target="../ink/ink2.xml"/><Relationship Id="rId10" Type="http://schemas.openxmlformats.org/officeDocument/2006/relationships/image" Target="../media/image9.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6.png"/><Relationship Id="rId52" Type="http://schemas.openxmlformats.org/officeDocument/2006/relationships/image" Target="../media/image30.png"/><Relationship Id="rId4" Type="http://schemas.openxmlformats.org/officeDocument/2006/relationships/image" Target="../media/image6.png"/><Relationship Id="rId9" Type="http://schemas.openxmlformats.org/officeDocument/2006/relationships/customXml" Target="../ink/ink4.xml"/><Relationship Id="rId14" Type="http://schemas.openxmlformats.org/officeDocument/2006/relationships/image" Target="../media/image11.png"/><Relationship Id="rId22" Type="http://schemas.openxmlformats.org/officeDocument/2006/relationships/image" Target="../media/image15.png"/><Relationship Id="rId27" Type="http://schemas.openxmlformats.org/officeDocument/2006/relationships/customXml" Target="../ink/ink13.xml"/><Relationship Id="rId30" Type="http://schemas.openxmlformats.org/officeDocument/2006/relationships/image" Target="../media/image19.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28.png"/><Relationship Id="rId56" Type="http://schemas.openxmlformats.org/officeDocument/2006/relationships/image" Target="../media/image32.png"/><Relationship Id="rId8" Type="http://schemas.openxmlformats.org/officeDocument/2006/relationships/image" Target="../media/image8.png"/><Relationship Id="rId51" Type="http://schemas.openxmlformats.org/officeDocument/2006/relationships/customXml" Target="../ink/ink25.xml"/><Relationship Id="rId3" Type="http://schemas.openxmlformats.org/officeDocument/2006/relationships/customXml" Target="../ink/ink1.xml"/><Relationship Id="rId12" Type="http://schemas.openxmlformats.org/officeDocument/2006/relationships/image" Target="../media/image1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3.png"/><Relationship Id="rId46" Type="http://schemas.openxmlformats.org/officeDocument/2006/relationships/image" Target="../media/image27.png"/><Relationship Id="rId20" Type="http://schemas.openxmlformats.org/officeDocument/2006/relationships/image" Target="../media/image14.png"/><Relationship Id="rId41" Type="http://schemas.openxmlformats.org/officeDocument/2006/relationships/customXml" Target="../ink/ink20.xml"/><Relationship Id="rId54" Type="http://schemas.openxmlformats.org/officeDocument/2006/relationships/image" Target="../media/image31.png"/><Relationship Id="rId1" Type="http://schemas.openxmlformats.org/officeDocument/2006/relationships/tags" Target="../tags/tag1.xml"/><Relationship Id="rId6" Type="http://schemas.openxmlformats.org/officeDocument/2006/relationships/image" Target="../media/image7.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8.png"/><Relationship Id="rId36" Type="http://schemas.openxmlformats.org/officeDocument/2006/relationships/image" Target="../media/image22.png"/><Relationship Id="rId49" Type="http://schemas.openxmlformats.org/officeDocument/2006/relationships/customXml" Target="../ink/ink24.xml"/></Relationships>
</file>

<file path=ppt/slides/_rels/slide3.xml.rels><?xml version="1.0" encoding="UTF-8" standalone="yes"?>
<Relationships xmlns="http://schemas.openxmlformats.org/package/2006/relationships"><Relationship Id="rId3" Type="http://schemas.openxmlformats.org/officeDocument/2006/relationships/hyperlink" Target="https://wenwen.sogou.com/s/?w=8Bit&amp;ch=ww.xqy.chain" TargetMode="Externa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3" Type="http://schemas.openxmlformats.org/officeDocument/2006/relationships/image" Target="../media/image38.png"/><Relationship Id="rId18" Type="http://schemas.openxmlformats.org/officeDocument/2006/relationships/customXml" Target="../ink/ink36.xml"/><Relationship Id="rId26" Type="http://schemas.openxmlformats.org/officeDocument/2006/relationships/customXml" Target="../ink/ink40.xml"/><Relationship Id="rId39" Type="http://schemas.openxmlformats.org/officeDocument/2006/relationships/image" Target="../media/image51.png"/><Relationship Id="rId21" Type="http://schemas.openxmlformats.org/officeDocument/2006/relationships/image" Target="../media/image42.png"/><Relationship Id="rId34" Type="http://schemas.openxmlformats.org/officeDocument/2006/relationships/customXml" Target="../ink/ink44.xml"/><Relationship Id="rId42" Type="http://schemas.openxmlformats.org/officeDocument/2006/relationships/customXml" Target="../ink/ink48.xml"/><Relationship Id="rId47" Type="http://schemas.openxmlformats.org/officeDocument/2006/relationships/image" Target="../media/image55.png"/><Relationship Id="rId7" Type="http://schemas.openxmlformats.org/officeDocument/2006/relationships/image" Target="../media/image35.png"/><Relationship Id="rId2" Type="http://schemas.openxmlformats.org/officeDocument/2006/relationships/customXml" Target="../ink/ink28.xml"/><Relationship Id="rId16" Type="http://schemas.openxmlformats.org/officeDocument/2006/relationships/customXml" Target="../ink/ink35.xml"/><Relationship Id="rId29" Type="http://schemas.openxmlformats.org/officeDocument/2006/relationships/image" Target="../media/image46.png"/><Relationship Id="rId11" Type="http://schemas.openxmlformats.org/officeDocument/2006/relationships/image" Target="../media/image37.png"/><Relationship Id="rId24" Type="http://schemas.openxmlformats.org/officeDocument/2006/relationships/customXml" Target="../ink/ink39.xml"/><Relationship Id="rId32" Type="http://schemas.openxmlformats.org/officeDocument/2006/relationships/customXml" Target="../ink/ink43.xml"/><Relationship Id="rId37" Type="http://schemas.openxmlformats.org/officeDocument/2006/relationships/image" Target="../media/image50.png"/><Relationship Id="rId40" Type="http://schemas.openxmlformats.org/officeDocument/2006/relationships/customXml" Target="../ink/ink47.xml"/><Relationship Id="rId45" Type="http://schemas.openxmlformats.org/officeDocument/2006/relationships/image" Target="../media/image54.png"/><Relationship Id="rId5" Type="http://schemas.openxmlformats.org/officeDocument/2006/relationships/image" Target="../media/image34.png"/><Relationship Id="rId15" Type="http://schemas.openxmlformats.org/officeDocument/2006/relationships/image" Target="../media/image39.png"/><Relationship Id="rId23" Type="http://schemas.openxmlformats.org/officeDocument/2006/relationships/image" Target="../media/image43.png"/><Relationship Id="rId28" Type="http://schemas.openxmlformats.org/officeDocument/2006/relationships/customXml" Target="../ink/ink41.xml"/><Relationship Id="rId36" Type="http://schemas.openxmlformats.org/officeDocument/2006/relationships/customXml" Target="../ink/ink45.xml"/><Relationship Id="rId49" Type="http://schemas.openxmlformats.org/officeDocument/2006/relationships/image" Target="../media/image56.png"/><Relationship Id="rId10" Type="http://schemas.openxmlformats.org/officeDocument/2006/relationships/customXml" Target="../ink/ink32.xml"/><Relationship Id="rId19" Type="http://schemas.openxmlformats.org/officeDocument/2006/relationships/image" Target="../media/image41.png"/><Relationship Id="rId31" Type="http://schemas.openxmlformats.org/officeDocument/2006/relationships/image" Target="../media/image47.png"/><Relationship Id="rId44" Type="http://schemas.openxmlformats.org/officeDocument/2006/relationships/customXml" Target="../ink/ink49.xml"/><Relationship Id="rId4" Type="http://schemas.openxmlformats.org/officeDocument/2006/relationships/customXml" Target="../ink/ink29.xml"/><Relationship Id="rId9" Type="http://schemas.openxmlformats.org/officeDocument/2006/relationships/image" Target="../media/image36.png"/><Relationship Id="rId14" Type="http://schemas.openxmlformats.org/officeDocument/2006/relationships/customXml" Target="../ink/ink34.xml"/><Relationship Id="rId22" Type="http://schemas.openxmlformats.org/officeDocument/2006/relationships/customXml" Target="../ink/ink38.xml"/><Relationship Id="rId27" Type="http://schemas.openxmlformats.org/officeDocument/2006/relationships/image" Target="../media/image45.png"/><Relationship Id="rId30" Type="http://schemas.openxmlformats.org/officeDocument/2006/relationships/customXml" Target="../ink/ink42.xml"/><Relationship Id="rId35" Type="http://schemas.openxmlformats.org/officeDocument/2006/relationships/image" Target="../media/image49.png"/><Relationship Id="rId43" Type="http://schemas.openxmlformats.org/officeDocument/2006/relationships/image" Target="../media/image53.png"/><Relationship Id="rId48" Type="http://schemas.openxmlformats.org/officeDocument/2006/relationships/customXml" Target="../ink/ink51.xml"/><Relationship Id="rId8" Type="http://schemas.openxmlformats.org/officeDocument/2006/relationships/customXml" Target="../ink/ink31.xml"/><Relationship Id="rId3" Type="http://schemas.openxmlformats.org/officeDocument/2006/relationships/image" Target="../media/image33.png"/><Relationship Id="rId12" Type="http://schemas.openxmlformats.org/officeDocument/2006/relationships/customXml" Target="../ink/ink33.xml"/><Relationship Id="rId17" Type="http://schemas.openxmlformats.org/officeDocument/2006/relationships/image" Target="../media/image40.png"/><Relationship Id="rId25" Type="http://schemas.openxmlformats.org/officeDocument/2006/relationships/image" Target="../media/image44.png"/><Relationship Id="rId33" Type="http://schemas.openxmlformats.org/officeDocument/2006/relationships/image" Target="../media/image48.png"/><Relationship Id="rId38" Type="http://schemas.openxmlformats.org/officeDocument/2006/relationships/customXml" Target="../ink/ink46.xml"/><Relationship Id="rId46" Type="http://schemas.openxmlformats.org/officeDocument/2006/relationships/customXml" Target="../ink/ink50.xml"/><Relationship Id="rId20" Type="http://schemas.openxmlformats.org/officeDocument/2006/relationships/customXml" Target="../ink/ink37.xml"/><Relationship Id="rId41"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customXml" Target="../ink/ink30.xml"/></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customXml" Target="../ink/ink57.xml"/><Relationship Id="rId18" Type="http://schemas.openxmlformats.org/officeDocument/2006/relationships/image" Target="../media/image65.png"/><Relationship Id="rId3" Type="http://schemas.openxmlformats.org/officeDocument/2006/relationships/customXml" Target="../ink/ink52.xml"/><Relationship Id="rId7" Type="http://schemas.openxmlformats.org/officeDocument/2006/relationships/customXml" Target="../ink/ink54.xml"/><Relationship Id="rId12" Type="http://schemas.openxmlformats.org/officeDocument/2006/relationships/image" Target="../media/image62.png"/><Relationship Id="rId17" Type="http://schemas.openxmlformats.org/officeDocument/2006/relationships/customXml" Target="../ink/ink59.xml"/><Relationship Id="rId2" Type="http://schemas.openxmlformats.org/officeDocument/2006/relationships/image" Target="../media/image57.png"/><Relationship Id="rId16" Type="http://schemas.openxmlformats.org/officeDocument/2006/relationships/image" Target="../media/image64.png"/><Relationship Id="rId20"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customXml" Target="../ink/ink56.xml"/><Relationship Id="rId5" Type="http://schemas.openxmlformats.org/officeDocument/2006/relationships/customXml" Target="../ink/ink53.xml"/><Relationship Id="rId15" Type="http://schemas.openxmlformats.org/officeDocument/2006/relationships/customXml" Target="../ink/ink58.xml"/><Relationship Id="rId10" Type="http://schemas.openxmlformats.org/officeDocument/2006/relationships/image" Target="../media/image61.png"/><Relationship Id="rId19" Type="http://schemas.openxmlformats.org/officeDocument/2006/relationships/customXml" Target="../ink/ink60.xml"/><Relationship Id="rId4" Type="http://schemas.openxmlformats.org/officeDocument/2006/relationships/image" Target="../media/image58.png"/><Relationship Id="rId9" Type="http://schemas.openxmlformats.org/officeDocument/2006/relationships/customXml" Target="../ink/ink55.xml"/><Relationship Id="rId14" Type="http://schemas.openxmlformats.org/officeDocument/2006/relationships/image" Target="../media/image63.png"/></Relationships>
</file>

<file path=ppt/slides/_rels/slide9.xml.rels><?xml version="1.0" encoding="UTF-8" standalone="yes"?>
<Relationships xmlns="http://schemas.openxmlformats.org/package/2006/relationships"><Relationship Id="rId117" Type="http://schemas.openxmlformats.org/officeDocument/2006/relationships/image" Target="../media/image124.png"/><Relationship Id="rId21" Type="http://schemas.openxmlformats.org/officeDocument/2006/relationships/image" Target="../media/image76.png"/><Relationship Id="rId42" Type="http://schemas.openxmlformats.org/officeDocument/2006/relationships/customXml" Target="../ink/ink81.xml"/><Relationship Id="rId63" Type="http://schemas.openxmlformats.org/officeDocument/2006/relationships/image" Target="../media/image97.png"/><Relationship Id="rId84" Type="http://schemas.openxmlformats.org/officeDocument/2006/relationships/customXml" Target="../ink/ink102.xml"/><Relationship Id="rId138" Type="http://schemas.openxmlformats.org/officeDocument/2006/relationships/customXml" Target="../ink/ink129.xml"/><Relationship Id="rId159" Type="http://schemas.openxmlformats.org/officeDocument/2006/relationships/image" Target="../media/image145.png"/><Relationship Id="rId170" Type="http://schemas.openxmlformats.org/officeDocument/2006/relationships/customXml" Target="../ink/ink145.xml"/><Relationship Id="rId191" Type="http://schemas.openxmlformats.org/officeDocument/2006/relationships/image" Target="../media/image161.png"/><Relationship Id="rId205" Type="http://schemas.openxmlformats.org/officeDocument/2006/relationships/image" Target="../media/image168.png"/><Relationship Id="rId226" Type="http://schemas.openxmlformats.org/officeDocument/2006/relationships/customXml" Target="../ink/ink173.xml"/><Relationship Id="rId107" Type="http://schemas.openxmlformats.org/officeDocument/2006/relationships/image" Target="../media/image119.png"/><Relationship Id="rId11" Type="http://schemas.openxmlformats.org/officeDocument/2006/relationships/image" Target="../media/image71.png"/><Relationship Id="rId32" Type="http://schemas.openxmlformats.org/officeDocument/2006/relationships/customXml" Target="../ink/ink76.xml"/><Relationship Id="rId53" Type="http://schemas.openxmlformats.org/officeDocument/2006/relationships/image" Target="../media/image92.png"/><Relationship Id="rId74" Type="http://schemas.openxmlformats.org/officeDocument/2006/relationships/customXml" Target="../ink/ink97.xml"/><Relationship Id="rId128" Type="http://schemas.openxmlformats.org/officeDocument/2006/relationships/customXml" Target="../ink/ink124.xml"/><Relationship Id="rId149" Type="http://schemas.openxmlformats.org/officeDocument/2006/relationships/image" Target="../media/image140.png"/><Relationship Id="rId5" Type="http://schemas.openxmlformats.org/officeDocument/2006/relationships/image" Target="../media/image68.png"/><Relationship Id="rId95" Type="http://schemas.openxmlformats.org/officeDocument/2006/relationships/image" Target="../media/image113.png"/><Relationship Id="rId160" Type="http://schemas.openxmlformats.org/officeDocument/2006/relationships/customXml" Target="../ink/ink140.xml"/><Relationship Id="rId181" Type="http://schemas.openxmlformats.org/officeDocument/2006/relationships/image" Target="../media/image156.png"/><Relationship Id="rId216" Type="http://schemas.openxmlformats.org/officeDocument/2006/relationships/customXml" Target="../ink/ink168.xml"/><Relationship Id="rId237" Type="http://schemas.openxmlformats.org/officeDocument/2006/relationships/image" Target="../media/image184.png"/><Relationship Id="rId22" Type="http://schemas.openxmlformats.org/officeDocument/2006/relationships/customXml" Target="../ink/ink71.xml"/><Relationship Id="rId43" Type="http://schemas.openxmlformats.org/officeDocument/2006/relationships/image" Target="../media/image87.png"/><Relationship Id="rId64" Type="http://schemas.openxmlformats.org/officeDocument/2006/relationships/customXml" Target="../ink/ink92.xml"/><Relationship Id="rId118" Type="http://schemas.openxmlformats.org/officeDocument/2006/relationships/customXml" Target="../ink/ink119.xml"/><Relationship Id="rId139" Type="http://schemas.openxmlformats.org/officeDocument/2006/relationships/image" Target="../media/image135.png"/><Relationship Id="rId85" Type="http://schemas.openxmlformats.org/officeDocument/2006/relationships/image" Target="../media/image108.png"/><Relationship Id="rId150" Type="http://schemas.openxmlformats.org/officeDocument/2006/relationships/customXml" Target="../ink/ink135.xml"/><Relationship Id="rId171" Type="http://schemas.openxmlformats.org/officeDocument/2006/relationships/image" Target="../media/image151.png"/><Relationship Id="rId192" Type="http://schemas.openxmlformats.org/officeDocument/2006/relationships/customXml" Target="../ink/ink156.xml"/><Relationship Id="rId206" Type="http://schemas.openxmlformats.org/officeDocument/2006/relationships/customXml" Target="../ink/ink163.xml"/><Relationship Id="rId227" Type="http://schemas.openxmlformats.org/officeDocument/2006/relationships/image" Target="../media/image179.png"/><Relationship Id="rId12" Type="http://schemas.openxmlformats.org/officeDocument/2006/relationships/customXml" Target="../ink/ink66.xml"/><Relationship Id="rId33" Type="http://schemas.openxmlformats.org/officeDocument/2006/relationships/image" Target="../media/image82.png"/><Relationship Id="rId108" Type="http://schemas.openxmlformats.org/officeDocument/2006/relationships/customXml" Target="../ink/ink114.xml"/><Relationship Id="rId129" Type="http://schemas.openxmlformats.org/officeDocument/2006/relationships/image" Target="../media/image130.png"/><Relationship Id="rId54" Type="http://schemas.openxmlformats.org/officeDocument/2006/relationships/customXml" Target="../ink/ink87.xml"/><Relationship Id="rId75" Type="http://schemas.openxmlformats.org/officeDocument/2006/relationships/image" Target="../media/image103.png"/><Relationship Id="rId96" Type="http://schemas.openxmlformats.org/officeDocument/2006/relationships/customXml" Target="../ink/ink108.xml"/><Relationship Id="rId140" Type="http://schemas.openxmlformats.org/officeDocument/2006/relationships/customXml" Target="../ink/ink130.xml"/><Relationship Id="rId161" Type="http://schemas.openxmlformats.org/officeDocument/2006/relationships/image" Target="../media/image146.png"/><Relationship Id="rId182" Type="http://schemas.openxmlformats.org/officeDocument/2006/relationships/customXml" Target="../ink/ink151.xml"/><Relationship Id="rId217" Type="http://schemas.openxmlformats.org/officeDocument/2006/relationships/image" Target="../media/image174.png"/><Relationship Id="rId6" Type="http://schemas.openxmlformats.org/officeDocument/2006/relationships/customXml" Target="../ink/ink63.xml"/><Relationship Id="rId238" Type="http://schemas.openxmlformats.org/officeDocument/2006/relationships/customXml" Target="../ink/ink179.xml"/><Relationship Id="rId23" Type="http://schemas.openxmlformats.org/officeDocument/2006/relationships/image" Target="../media/image77.png"/><Relationship Id="rId119" Type="http://schemas.openxmlformats.org/officeDocument/2006/relationships/image" Target="../media/image125.png"/><Relationship Id="rId44" Type="http://schemas.openxmlformats.org/officeDocument/2006/relationships/customXml" Target="../ink/ink82.xml"/><Relationship Id="rId65" Type="http://schemas.openxmlformats.org/officeDocument/2006/relationships/image" Target="../media/image98.png"/><Relationship Id="rId86" Type="http://schemas.openxmlformats.org/officeDocument/2006/relationships/customXml" Target="../ink/ink103.xml"/><Relationship Id="rId130" Type="http://schemas.openxmlformats.org/officeDocument/2006/relationships/customXml" Target="../ink/ink125.xml"/><Relationship Id="rId151" Type="http://schemas.openxmlformats.org/officeDocument/2006/relationships/image" Target="../media/image141.png"/><Relationship Id="rId172" Type="http://schemas.openxmlformats.org/officeDocument/2006/relationships/customXml" Target="../ink/ink146.xml"/><Relationship Id="rId193" Type="http://schemas.openxmlformats.org/officeDocument/2006/relationships/image" Target="../media/image162.png"/><Relationship Id="rId207" Type="http://schemas.openxmlformats.org/officeDocument/2006/relationships/image" Target="../media/image169.png"/><Relationship Id="rId228" Type="http://schemas.openxmlformats.org/officeDocument/2006/relationships/customXml" Target="../ink/ink174.xml"/><Relationship Id="rId13" Type="http://schemas.openxmlformats.org/officeDocument/2006/relationships/image" Target="../media/image72.png"/><Relationship Id="rId109" Type="http://schemas.openxmlformats.org/officeDocument/2006/relationships/image" Target="../media/image120.png"/><Relationship Id="rId34" Type="http://schemas.openxmlformats.org/officeDocument/2006/relationships/customXml" Target="../ink/ink77.xml"/><Relationship Id="rId55" Type="http://schemas.openxmlformats.org/officeDocument/2006/relationships/image" Target="../media/image93.png"/><Relationship Id="rId76" Type="http://schemas.openxmlformats.org/officeDocument/2006/relationships/customXml" Target="../ink/ink98.xml"/><Relationship Id="rId97" Type="http://schemas.openxmlformats.org/officeDocument/2006/relationships/image" Target="../media/image114.png"/><Relationship Id="rId120" Type="http://schemas.openxmlformats.org/officeDocument/2006/relationships/customXml" Target="../ink/ink120.xml"/><Relationship Id="rId141" Type="http://schemas.openxmlformats.org/officeDocument/2006/relationships/image" Target="../media/image136.png"/><Relationship Id="rId7" Type="http://schemas.openxmlformats.org/officeDocument/2006/relationships/image" Target="../media/image69.png"/><Relationship Id="rId162" Type="http://schemas.openxmlformats.org/officeDocument/2006/relationships/customXml" Target="../ink/ink141.xml"/><Relationship Id="rId183" Type="http://schemas.openxmlformats.org/officeDocument/2006/relationships/image" Target="../media/image157.png"/><Relationship Id="rId218" Type="http://schemas.openxmlformats.org/officeDocument/2006/relationships/customXml" Target="../ink/ink169.xml"/><Relationship Id="rId239" Type="http://schemas.openxmlformats.org/officeDocument/2006/relationships/image" Target="../media/image185.png"/><Relationship Id="rId24" Type="http://schemas.openxmlformats.org/officeDocument/2006/relationships/customXml" Target="../ink/ink72.xml"/><Relationship Id="rId45" Type="http://schemas.openxmlformats.org/officeDocument/2006/relationships/image" Target="../media/image88.png"/><Relationship Id="rId66" Type="http://schemas.openxmlformats.org/officeDocument/2006/relationships/customXml" Target="../ink/ink93.xml"/><Relationship Id="rId87" Type="http://schemas.openxmlformats.org/officeDocument/2006/relationships/image" Target="../media/image109.png"/><Relationship Id="rId110" Type="http://schemas.openxmlformats.org/officeDocument/2006/relationships/customXml" Target="../ink/ink115.xml"/><Relationship Id="rId131" Type="http://schemas.openxmlformats.org/officeDocument/2006/relationships/image" Target="../media/image131.png"/><Relationship Id="rId152" Type="http://schemas.openxmlformats.org/officeDocument/2006/relationships/customXml" Target="../ink/ink136.xml"/><Relationship Id="rId173" Type="http://schemas.openxmlformats.org/officeDocument/2006/relationships/image" Target="../media/image152.png"/><Relationship Id="rId194" Type="http://schemas.openxmlformats.org/officeDocument/2006/relationships/customXml" Target="../ink/ink157.xml"/><Relationship Id="rId208" Type="http://schemas.openxmlformats.org/officeDocument/2006/relationships/customXml" Target="../ink/ink164.xml"/><Relationship Id="rId229" Type="http://schemas.openxmlformats.org/officeDocument/2006/relationships/image" Target="../media/image180.png"/><Relationship Id="rId240" Type="http://schemas.openxmlformats.org/officeDocument/2006/relationships/customXml" Target="../ink/ink180.xml"/><Relationship Id="rId14" Type="http://schemas.openxmlformats.org/officeDocument/2006/relationships/customXml" Target="../ink/ink67.xml"/><Relationship Id="rId35" Type="http://schemas.openxmlformats.org/officeDocument/2006/relationships/image" Target="../media/image83.png"/><Relationship Id="rId56" Type="http://schemas.openxmlformats.org/officeDocument/2006/relationships/customXml" Target="../ink/ink88.xml"/><Relationship Id="rId77" Type="http://schemas.openxmlformats.org/officeDocument/2006/relationships/image" Target="../media/image104.png"/><Relationship Id="rId100" Type="http://schemas.openxmlformats.org/officeDocument/2006/relationships/customXml" Target="../ink/ink110.xml"/><Relationship Id="rId8" Type="http://schemas.openxmlformats.org/officeDocument/2006/relationships/customXml" Target="../ink/ink64.xml"/><Relationship Id="rId98" Type="http://schemas.openxmlformats.org/officeDocument/2006/relationships/customXml" Target="../ink/ink109.xml"/><Relationship Id="rId121" Type="http://schemas.openxmlformats.org/officeDocument/2006/relationships/image" Target="../media/image126.png"/><Relationship Id="rId142" Type="http://schemas.openxmlformats.org/officeDocument/2006/relationships/customXml" Target="../ink/ink131.xml"/><Relationship Id="rId163" Type="http://schemas.openxmlformats.org/officeDocument/2006/relationships/image" Target="../media/image147.png"/><Relationship Id="rId184" Type="http://schemas.openxmlformats.org/officeDocument/2006/relationships/customXml" Target="../ink/ink152.xml"/><Relationship Id="rId219" Type="http://schemas.openxmlformats.org/officeDocument/2006/relationships/image" Target="../media/image175.png"/><Relationship Id="rId230" Type="http://schemas.openxmlformats.org/officeDocument/2006/relationships/customXml" Target="../ink/ink175.xml"/><Relationship Id="rId25" Type="http://schemas.openxmlformats.org/officeDocument/2006/relationships/image" Target="../media/image78.png"/><Relationship Id="rId46" Type="http://schemas.openxmlformats.org/officeDocument/2006/relationships/customXml" Target="../ink/ink83.xml"/><Relationship Id="rId67" Type="http://schemas.openxmlformats.org/officeDocument/2006/relationships/image" Target="../media/image99.png"/><Relationship Id="rId88" Type="http://schemas.openxmlformats.org/officeDocument/2006/relationships/customXml" Target="../ink/ink104.xml"/><Relationship Id="rId111" Type="http://schemas.openxmlformats.org/officeDocument/2006/relationships/image" Target="../media/image121.png"/><Relationship Id="rId132" Type="http://schemas.openxmlformats.org/officeDocument/2006/relationships/customXml" Target="../ink/ink126.xml"/><Relationship Id="rId153" Type="http://schemas.openxmlformats.org/officeDocument/2006/relationships/image" Target="../media/image142.png"/><Relationship Id="rId174" Type="http://schemas.openxmlformats.org/officeDocument/2006/relationships/customXml" Target="../ink/ink147.xml"/><Relationship Id="rId195" Type="http://schemas.openxmlformats.org/officeDocument/2006/relationships/image" Target="../media/image163.png"/><Relationship Id="rId209" Type="http://schemas.openxmlformats.org/officeDocument/2006/relationships/image" Target="../media/image170.png"/><Relationship Id="rId220" Type="http://schemas.openxmlformats.org/officeDocument/2006/relationships/customXml" Target="../ink/ink170.xml"/><Relationship Id="rId241" Type="http://schemas.openxmlformats.org/officeDocument/2006/relationships/image" Target="../media/image186.png"/><Relationship Id="rId15" Type="http://schemas.openxmlformats.org/officeDocument/2006/relationships/image" Target="../media/image73.png"/><Relationship Id="rId36" Type="http://schemas.openxmlformats.org/officeDocument/2006/relationships/customXml" Target="../ink/ink78.xml"/><Relationship Id="rId57" Type="http://schemas.openxmlformats.org/officeDocument/2006/relationships/image" Target="../media/image94.png"/><Relationship Id="rId10" Type="http://schemas.openxmlformats.org/officeDocument/2006/relationships/customXml" Target="../ink/ink65.xml"/><Relationship Id="rId31" Type="http://schemas.openxmlformats.org/officeDocument/2006/relationships/image" Target="../media/image81.png"/><Relationship Id="rId52" Type="http://schemas.openxmlformats.org/officeDocument/2006/relationships/customXml" Target="../ink/ink86.xml"/><Relationship Id="rId73" Type="http://schemas.openxmlformats.org/officeDocument/2006/relationships/image" Target="../media/image102.png"/><Relationship Id="rId78" Type="http://schemas.openxmlformats.org/officeDocument/2006/relationships/customXml" Target="../ink/ink99.xml"/><Relationship Id="rId94" Type="http://schemas.openxmlformats.org/officeDocument/2006/relationships/customXml" Target="../ink/ink107.xml"/><Relationship Id="rId99" Type="http://schemas.openxmlformats.org/officeDocument/2006/relationships/image" Target="../media/image115.png"/><Relationship Id="rId101" Type="http://schemas.openxmlformats.org/officeDocument/2006/relationships/image" Target="../media/image116.png"/><Relationship Id="rId122" Type="http://schemas.openxmlformats.org/officeDocument/2006/relationships/customXml" Target="../ink/ink121.xml"/><Relationship Id="rId143" Type="http://schemas.openxmlformats.org/officeDocument/2006/relationships/image" Target="../media/image137.png"/><Relationship Id="rId148" Type="http://schemas.openxmlformats.org/officeDocument/2006/relationships/customXml" Target="../ink/ink134.xml"/><Relationship Id="rId164" Type="http://schemas.openxmlformats.org/officeDocument/2006/relationships/customXml" Target="../ink/ink142.xml"/><Relationship Id="rId169" Type="http://schemas.openxmlformats.org/officeDocument/2006/relationships/image" Target="../media/image150.png"/><Relationship Id="rId185" Type="http://schemas.openxmlformats.org/officeDocument/2006/relationships/image" Target="../media/image158.png"/><Relationship Id="rId4" Type="http://schemas.openxmlformats.org/officeDocument/2006/relationships/customXml" Target="../ink/ink62.xml"/><Relationship Id="rId9" Type="http://schemas.openxmlformats.org/officeDocument/2006/relationships/image" Target="../media/image70.png"/><Relationship Id="rId180" Type="http://schemas.openxmlformats.org/officeDocument/2006/relationships/customXml" Target="../ink/ink150.xml"/><Relationship Id="rId210" Type="http://schemas.openxmlformats.org/officeDocument/2006/relationships/customXml" Target="../ink/ink165.xml"/><Relationship Id="rId215" Type="http://schemas.openxmlformats.org/officeDocument/2006/relationships/image" Target="../media/image173.png"/><Relationship Id="rId236" Type="http://schemas.openxmlformats.org/officeDocument/2006/relationships/customXml" Target="../ink/ink178.xml"/><Relationship Id="rId26" Type="http://schemas.openxmlformats.org/officeDocument/2006/relationships/customXml" Target="../ink/ink73.xml"/><Relationship Id="rId231" Type="http://schemas.openxmlformats.org/officeDocument/2006/relationships/image" Target="../media/image181.png"/><Relationship Id="rId47" Type="http://schemas.openxmlformats.org/officeDocument/2006/relationships/image" Target="../media/image89.png"/><Relationship Id="rId68" Type="http://schemas.openxmlformats.org/officeDocument/2006/relationships/customXml" Target="../ink/ink94.xml"/><Relationship Id="rId89" Type="http://schemas.openxmlformats.org/officeDocument/2006/relationships/image" Target="../media/image110.png"/><Relationship Id="rId112" Type="http://schemas.openxmlformats.org/officeDocument/2006/relationships/customXml" Target="../ink/ink116.xml"/><Relationship Id="rId133" Type="http://schemas.openxmlformats.org/officeDocument/2006/relationships/image" Target="../media/image132.png"/><Relationship Id="rId154" Type="http://schemas.openxmlformats.org/officeDocument/2006/relationships/customXml" Target="../ink/ink137.xml"/><Relationship Id="rId175" Type="http://schemas.openxmlformats.org/officeDocument/2006/relationships/image" Target="../media/image153.png"/><Relationship Id="rId196" Type="http://schemas.openxmlformats.org/officeDocument/2006/relationships/customXml" Target="../ink/ink158.xml"/><Relationship Id="rId200" Type="http://schemas.openxmlformats.org/officeDocument/2006/relationships/customXml" Target="../ink/ink160.xml"/><Relationship Id="rId16" Type="http://schemas.openxmlformats.org/officeDocument/2006/relationships/customXml" Target="../ink/ink68.xml"/><Relationship Id="rId221" Type="http://schemas.openxmlformats.org/officeDocument/2006/relationships/image" Target="../media/image176.png"/><Relationship Id="rId242" Type="http://schemas.openxmlformats.org/officeDocument/2006/relationships/customXml" Target="../ink/ink181.xml"/><Relationship Id="rId37" Type="http://schemas.openxmlformats.org/officeDocument/2006/relationships/image" Target="../media/image84.png"/><Relationship Id="rId58" Type="http://schemas.openxmlformats.org/officeDocument/2006/relationships/customXml" Target="../ink/ink89.xml"/><Relationship Id="rId79" Type="http://schemas.openxmlformats.org/officeDocument/2006/relationships/image" Target="../media/image105.png"/><Relationship Id="rId102" Type="http://schemas.openxmlformats.org/officeDocument/2006/relationships/customXml" Target="../ink/ink111.xml"/><Relationship Id="rId123" Type="http://schemas.openxmlformats.org/officeDocument/2006/relationships/image" Target="../media/image127.png"/><Relationship Id="rId144" Type="http://schemas.openxmlformats.org/officeDocument/2006/relationships/customXml" Target="../ink/ink132.xml"/><Relationship Id="rId90" Type="http://schemas.openxmlformats.org/officeDocument/2006/relationships/customXml" Target="../ink/ink105.xml"/><Relationship Id="rId165" Type="http://schemas.openxmlformats.org/officeDocument/2006/relationships/image" Target="../media/image148.png"/><Relationship Id="rId186" Type="http://schemas.openxmlformats.org/officeDocument/2006/relationships/customXml" Target="../ink/ink153.xml"/><Relationship Id="rId211" Type="http://schemas.openxmlformats.org/officeDocument/2006/relationships/image" Target="../media/image171.png"/><Relationship Id="rId232" Type="http://schemas.openxmlformats.org/officeDocument/2006/relationships/customXml" Target="../ink/ink176.xml"/><Relationship Id="rId27" Type="http://schemas.openxmlformats.org/officeDocument/2006/relationships/image" Target="../media/image79.png"/><Relationship Id="rId48" Type="http://schemas.openxmlformats.org/officeDocument/2006/relationships/customXml" Target="../ink/ink84.xml"/><Relationship Id="rId69" Type="http://schemas.openxmlformats.org/officeDocument/2006/relationships/image" Target="../media/image100.png"/><Relationship Id="rId113" Type="http://schemas.openxmlformats.org/officeDocument/2006/relationships/image" Target="../media/image122.png"/><Relationship Id="rId134" Type="http://schemas.openxmlformats.org/officeDocument/2006/relationships/customXml" Target="../ink/ink127.xml"/><Relationship Id="rId80" Type="http://schemas.openxmlformats.org/officeDocument/2006/relationships/customXml" Target="../ink/ink100.xml"/><Relationship Id="rId155" Type="http://schemas.openxmlformats.org/officeDocument/2006/relationships/image" Target="../media/image143.png"/><Relationship Id="rId176" Type="http://schemas.openxmlformats.org/officeDocument/2006/relationships/customXml" Target="../ink/ink148.xml"/><Relationship Id="rId197" Type="http://schemas.openxmlformats.org/officeDocument/2006/relationships/image" Target="../media/image164.png"/><Relationship Id="rId201" Type="http://schemas.openxmlformats.org/officeDocument/2006/relationships/image" Target="../media/image166.png"/><Relationship Id="rId222" Type="http://schemas.openxmlformats.org/officeDocument/2006/relationships/customXml" Target="../ink/ink171.xml"/><Relationship Id="rId243" Type="http://schemas.openxmlformats.org/officeDocument/2006/relationships/image" Target="../media/image187.png"/><Relationship Id="rId17" Type="http://schemas.openxmlformats.org/officeDocument/2006/relationships/image" Target="../media/image74.png"/><Relationship Id="rId38" Type="http://schemas.openxmlformats.org/officeDocument/2006/relationships/customXml" Target="../ink/ink79.xml"/><Relationship Id="rId59" Type="http://schemas.openxmlformats.org/officeDocument/2006/relationships/image" Target="../media/image95.png"/><Relationship Id="rId103" Type="http://schemas.openxmlformats.org/officeDocument/2006/relationships/image" Target="../media/image117.png"/><Relationship Id="rId124" Type="http://schemas.openxmlformats.org/officeDocument/2006/relationships/customXml" Target="../ink/ink122.xml"/><Relationship Id="rId70" Type="http://schemas.openxmlformats.org/officeDocument/2006/relationships/customXml" Target="../ink/ink95.xml"/><Relationship Id="rId91" Type="http://schemas.openxmlformats.org/officeDocument/2006/relationships/image" Target="../media/image111.png"/><Relationship Id="rId145" Type="http://schemas.openxmlformats.org/officeDocument/2006/relationships/image" Target="../media/image138.png"/><Relationship Id="rId166" Type="http://schemas.openxmlformats.org/officeDocument/2006/relationships/customXml" Target="../ink/ink143.xml"/><Relationship Id="rId187" Type="http://schemas.openxmlformats.org/officeDocument/2006/relationships/image" Target="../media/image159.png"/><Relationship Id="rId1" Type="http://schemas.openxmlformats.org/officeDocument/2006/relationships/slideLayout" Target="../slideLayouts/slideLayout2.xml"/><Relationship Id="rId212" Type="http://schemas.openxmlformats.org/officeDocument/2006/relationships/customXml" Target="../ink/ink166.xml"/><Relationship Id="rId233" Type="http://schemas.openxmlformats.org/officeDocument/2006/relationships/image" Target="../media/image182.png"/><Relationship Id="rId28" Type="http://schemas.openxmlformats.org/officeDocument/2006/relationships/customXml" Target="../ink/ink74.xml"/><Relationship Id="rId49" Type="http://schemas.openxmlformats.org/officeDocument/2006/relationships/image" Target="../media/image90.png"/><Relationship Id="rId114" Type="http://schemas.openxmlformats.org/officeDocument/2006/relationships/customXml" Target="../ink/ink117.xml"/><Relationship Id="rId60" Type="http://schemas.openxmlformats.org/officeDocument/2006/relationships/customXml" Target="../ink/ink90.xml"/><Relationship Id="rId81" Type="http://schemas.openxmlformats.org/officeDocument/2006/relationships/image" Target="../media/image106.png"/><Relationship Id="rId135" Type="http://schemas.openxmlformats.org/officeDocument/2006/relationships/image" Target="../media/image133.png"/><Relationship Id="rId156" Type="http://schemas.openxmlformats.org/officeDocument/2006/relationships/customXml" Target="../ink/ink138.xml"/><Relationship Id="rId177" Type="http://schemas.openxmlformats.org/officeDocument/2006/relationships/image" Target="../media/image154.png"/><Relationship Id="rId198" Type="http://schemas.openxmlformats.org/officeDocument/2006/relationships/customXml" Target="../ink/ink159.xml"/><Relationship Id="rId202" Type="http://schemas.openxmlformats.org/officeDocument/2006/relationships/customXml" Target="../ink/ink161.xml"/><Relationship Id="rId223" Type="http://schemas.openxmlformats.org/officeDocument/2006/relationships/image" Target="../media/image177.png"/><Relationship Id="rId244" Type="http://schemas.openxmlformats.org/officeDocument/2006/relationships/customXml" Target="../ink/ink182.xml"/><Relationship Id="rId18" Type="http://schemas.openxmlformats.org/officeDocument/2006/relationships/customXml" Target="../ink/ink69.xml"/><Relationship Id="rId39" Type="http://schemas.openxmlformats.org/officeDocument/2006/relationships/image" Target="../media/image85.png"/><Relationship Id="rId50" Type="http://schemas.openxmlformats.org/officeDocument/2006/relationships/customXml" Target="../ink/ink85.xml"/><Relationship Id="rId104" Type="http://schemas.openxmlformats.org/officeDocument/2006/relationships/customXml" Target="../ink/ink112.xml"/><Relationship Id="rId125" Type="http://schemas.openxmlformats.org/officeDocument/2006/relationships/image" Target="../media/image128.png"/><Relationship Id="rId146" Type="http://schemas.openxmlformats.org/officeDocument/2006/relationships/customXml" Target="../ink/ink133.xml"/><Relationship Id="rId167" Type="http://schemas.openxmlformats.org/officeDocument/2006/relationships/image" Target="../media/image149.png"/><Relationship Id="rId188" Type="http://schemas.openxmlformats.org/officeDocument/2006/relationships/customXml" Target="../ink/ink154.xml"/><Relationship Id="rId71" Type="http://schemas.openxmlformats.org/officeDocument/2006/relationships/image" Target="../media/image101.png"/><Relationship Id="rId92" Type="http://schemas.openxmlformats.org/officeDocument/2006/relationships/customXml" Target="../ink/ink106.xml"/><Relationship Id="rId213" Type="http://schemas.openxmlformats.org/officeDocument/2006/relationships/image" Target="../media/image172.png"/><Relationship Id="rId234" Type="http://schemas.openxmlformats.org/officeDocument/2006/relationships/customXml" Target="../ink/ink177.xml"/><Relationship Id="rId2" Type="http://schemas.openxmlformats.org/officeDocument/2006/relationships/customXml" Target="../ink/ink61.xml"/><Relationship Id="rId29" Type="http://schemas.openxmlformats.org/officeDocument/2006/relationships/image" Target="../media/image80.png"/><Relationship Id="rId40" Type="http://schemas.openxmlformats.org/officeDocument/2006/relationships/customXml" Target="../ink/ink80.xml"/><Relationship Id="rId115" Type="http://schemas.openxmlformats.org/officeDocument/2006/relationships/image" Target="../media/image123.png"/><Relationship Id="rId136" Type="http://schemas.openxmlformats.org/officeDocument/2006/relationships/customXml" Target="../ink/ink128.xml"/><Relationship Id="rId157" Type="http://schemas.openxmlformats.org/officeDocument/2006/relationships/image" Target="../media/image144.png"/><Relationship Id="rId178" Type="http://schemas.openxmlformats.org/officeDocument/2006/relationships/customXml" Target="../ink/ink149.xml"/><Relationship Id="rId61" Type="http://schemas.openxmlformats.org/officeDocument/2006/relationships/image" Target="../media/image96.png"/><Relationship Id="rId82" Type="http://schemas.openxmlformats.org/officeDocument/2006/relationships/customXml" Target="../ink/ink101.xml"/><Relationship Id="rId199" Type="http://schemas.openxmlformats.org/officeDocument/2006/relationships/image" Target="../media/image165.png"/><Relationship Id="rId203" Type="http://schemas.openxmlformats.org/officeDocument/2006/relationships/image" Target="../media/image167.png"/><Relationship Id="rId19" Type="http://schemas.openxmlformats.org/officeDocument/2006/relationships/image" Target="../media/image75.png"/><Relationship Id="rId224" Type="http://schemas.openxmlformats.org/officeDocument/2006/relationships/customXml" Target="../ink/ink172.xml"/><Relationship Id="rId245" Type="http://schemas.openxmlformats.org/officeDocument/2006/relationships/image" Target="../media/image188.png"/><Relationship Id="rId30" Type="http://schemas.openxmlformats.org/officeDocument/2006/relationships/customXml" Target="../ink/ink75.xml"/><Relationship Id="rId105" Type="http://schemas.openxmlformats.org/officeDocument/2006/relationships/image" Target="../media/image118.png"/><Relationship Id="rId126" Type="http://schemas.openxmlformats.org/officeDocument/2006/relationships/customXml" Target="../ink/ink123.xml"/><Relationship Id="rId147" Type="http://schemas.openxmlformats.org/officeDocument/2006/relationships/image" Target="../media/image139.png"/><Relationship Id="rId168" Type="http://schemas.openxmlformats.org/officeDocument/2006/relationships/customXml" Target="../ink/ink144.xml"/><Relationship Id="rId51" Type="http://schemas.openxmlformats.org/officeDocument/2006/relationships/image" Target="../media/image91.png"/><Relationship Id="rId72" Type="http://schemas.openxmlformats.org/officeDocument/2006/relationships/customXml" Target="../ink/ink96.xml"/><Relationship Id="rId93" Type="http://schemas.openxmlformats.org/officeDocument/2006/relationships/image" Target="../media/image112.png"/><Relationship Id="rId189" Type="http://schemas.openxmlformats.org/officeDocument/2006/relationships/image" Target="../media/image160.png"/><Relationship Id="rId3" Type="http://schemas.openxmlformats.org/officeDocument/2006/relationships/image" Target="../media/image67.png"/><Relationship Id="rId214" Type="http://schemas.openxmlformats.org/officeDocument/2006/relationships/customXml" Target="../ink/ink167.xml"/><Relationship Id="rId235" Type="http://schemas.openxmlformats.org/officeDocument/2006/relationships/image" Target="../media/image183.png"/><Relationship Id="rId116" Type="http://schemas.openxmlformats.org/officeDocument/2006/relationships/customXml" Target="../ink/ink118.xml"/><Relationship Id="rId137" Type="http://schemas.openxmlformats.org/officeDocument/2006/relationships/image" Target="../media/image134.png"/><Relationship Id="rId158" Type="http://schemas.openxmlformats.org/officeDocument/2006/relationships/customXml" Target="../ink/ink139.xml"/><Relationship Id="rId20" Type="http://schemas.openxmlformats.org/officeDocument/2006/relationships/customXml" Target="../ink/ink70.xml"/><Relationship Id="rId41" Type="http://schemas.openxmlformats.org/officeDocument/2006/relationships/image" Target="../media/image86.png"/><Relationship Id="rId62" Type="http://schemas.openxmlformats.org/officeDocument/2006/relationships/customXml" Target="../ink/ink91.xml"/><Relationship Id="rId83" Type="http://schemas.openxmlformats.org/officeDocument/2006/relationships/image" Target="../media/image107.png"/><Relationship Id="rId179" Type="http://schemas.openxmlformats.org/officeDocument/2006/relationships/image" Target="../media/image155.png"/><Relationship Id="rId190" Type="http://schemas.openxmlformats.org/officeDocument/2006/relationships/customXml" Target="../ink/ink155.xml"/><Relationship Id="rId204" Type="http://schemas.openxmlformats.org/officeDocument/2006/relationships/customXml" Target="../ink/ink162.xml"/><Relationship Id="rId225" Type="http://schemas.openxmlformats.org/officeDocument/2006/relationships/image" Target="../media/image178.png"/><Relationship Id="rId106" Type="http://schemas.openxmlformats.org/officeDocument/2006/relationships/customXml" Target="../ink/ink113.xml"/><Relationship Id="rId127" Type="http://schemas.openxmlformats.org/officeDocument/2006/relationships/image" Target="../media/image1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9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9.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a:solidFill>
                  <a:schemeClr val="tx1"/>
                </a:solidFill>
              </a:rPr>
              <a:t>第六章</a:t>
            </a:r>
            <a:br>
              <a:rPr lang="en-US" altLang="zh-CN" sz="6000" dirty="0">
                <a:solidFill>
                  <a:schemeClr val="tx1"/>
                </a:solidFill>
              </a:rPr>
            </a:br>
            <a:r>
              <a:rPr lang="en-US" altLang="zh-CN" sz="6000" dirty="0">
                <a:solidFill>
                  <a:schemeClr val="tx1"/>
                </a:solidFill>
              </a:rPr>
              <a:t>EXTI</a:t>
            </a:r>
            <a:r>
              <a:rPr lang="zh-CN" altLang="en-US" sz="6000" dirty="0">
                <a:solidFill>
                  <a:schemeClr val="tx1"/>
                </a:solidFill>
              </a:rPr>
              <a:t>原理及应用</a:t>
            </a: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173000"/>
                    </a14:imgEffect>
                  </a14:imgLayer>
                </a14:imgProps>
              </a:ext>
              <a:ext uri="{28A0092B-C50C-407E-A947-70E740481C1C}">
                <a14:useLocalDpi xmlns:a14="http://schemas.microsoft.com/office/drawing/2010/main" val="0"/>
              </a:ext>
            </a:extLst>
          </a:blip>
          <a:stretch>
            <a:fillRect/>
          </a:stretch>
        </p:blipFill>
        <p:spPr bwMode="auto">
          <a:xfrm>
            <a:off x="1077273" y="763659"/>
            <a:ext cx="1352760" cy="135276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575864"/>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6.1 STM32</a:t>
            </a:r>
            <a:r>
              <a:rPr lang="zh-CN" altLang="en-US" sz="2800" b="1" dirty="0">
                <a:solidFill>
                  <a:srgbClr val="14529E"/>
                </a:solidFill>
              </a:rPr>
              <a:t>中断通道</a:t>
            </a:r>
            <a:endParaRPr lang="zh-CN" altLang="en-US" sz="2800" b="1" dirty="0">
              <a:solidFill>
                <a:srgbClr val="C00000"/>
              </a:solidFill>
            </a:endParaRPr>
          </a:p>
        </p:txBody>
      </p:sp>
      <p:sp>
        <p:nvSpPr>
          <p:cNvPr id="9" name="矩形 8"/>
          <p:cNvSpPr/>
          <p:nvPr/>
        </p:nvSpPr>
        <p:spPr>
          <a:xfrm>
            <a:off x="771330" y="1247897"/>
            <a:ext cx="10779967" cy="3970318"/>
          </a:xfrm>
          <a:prstGeom prst="rect">
            <a:avLst/>
          </a:prstGeom>
        </p:spPr>
        <p:txBody>
          <a:bodyPr wrap="square">
            <a:spAutoFit/>
          </a:bodyPr>
          <a:lstStyle/>
          <a:p>
            <a:pPr>
              <a:lnSpc>
                <a:spcPct val="150000"/>
              </a:lnSpc>
              <a:buClr>
                <a:srgbClr val="C00000"/>
              </a:buClr>
              <a:buFont typeface="Wingdings" pitchFamily="2" charset="2"/>
              <a:buChar char="u"/>
            </a:pPr>
            <a:r>
              <a:rPr lang="zh-CN" altLang="en-US" sz="2400" dirty="0"/>
              <a:t>中断通道</a:t>
            </a:r>
            <a:r>
              <a:rPr lang="en-US" altLang="zh-CN" sz="2400" dirty="0"/>
              <a:t>(IRQ Channel)</a:t>
            </a:r>
            <a:r>
              <a:rPr lang="zh-CN" altLang="en-US" sz="2400" dirty="0"/>
              <a:t>是处理中断的信号通路，每个中断通道对应唯一的中断向量和唯一的中断服务程序，但该中断通道可具有多个中断源，这些中断源都能通过对应的中断通道向内核申请中断。</a:t>
            </a:r>
            <a:endParaRPr lang="en-US" altLang="zh-CN" sz="2400" dirty="0"/>
          </a:p>
          <a:p>
            <a:pPr>
              <a:lnSpc>
                <a:spcPct val="150000"/>
              </a:lnSpc>
              <a:buClr>
                <a:srgbClr val="C00000"/>
              </a:buClr>
              <a:buFont typeface="Wingdings" pitchFamily="2" charset="2"/>
              <a:buChar char="u"/>
            </a:pPr>
            <a:r>
              <a:rPr lang="en-US" altLang="zh-CN" sz="2400" dirty="0"/>
              <a:t>STM32</a:t>
            </a:r>
            <a:r>
              <a:rPr lang="zh-CN" altLang="en-US" sz="2400" dirty="0"/>
              <a:t>的中断系统没有使用</a:t>
            </a:r>
            <a:r>
              <a:rPr lang="en-US" altLang="zh-CN" sz="2400" dirty="0"/>
              <a:t>CM3</a:t>
            </a:r>
            <a:r>
              <a:rPr lang="zh-CN" altLang="en-US" sz="2400" dirty="0"/>
              <a:t>的</a:t>
            </a:r>
            <a:r>
              <a:rPr lang="en-US" altLang="zh-CN" sz="2400" dirty="0"/>
              <a:t>NVIC</a:t>
            </a:r>
            <a:r>
              <a:rPr lang="zh-CN" altLang="en-US" sz="2400" dirty="0"/>
              <a:t>全部功能，出了</a:t>
            </a:r>
            <a:r>
              <a:rPr lang="en-US" altLang="zh-CN" sz="2400" dirty="0"/>
              <a:t>15</a:t>
            </a:r>
            <a:r>
              <a:rPr lang="zh-CN" altLang="en-US" sz="2400" dirty="0"/>
              <a:t>个</a:t>
            </a:r>
            <a:r>
              <a:rPr lang="en-US" altLang="zh-CN" sz="2400" dirty="0"/>
              <a:t>CM3</a:t>
            </a:r>
            <a:r>
              <a:rPr lang="zh-CN" altLang="en-US" sz="2400" dirty="0"/>
              <a:t>异常海外，</a:t>
            </a:r>
            <a:r>
              <a:rPr lang="en-US" altLang="zh-CN" sz="2400" dirty="0"/>
              <a:t>F103</a:t>
            </a:r>
            <a:r>
              <a:rPr lang="zh-CN" altLang="en-US" sz="2400" dirty="0"/>
              <a:t>具有</a:t>
            </a:r>
            <a:r>
              <a:rPr lang="en-US" altLang="zh-CN" sz="2400" dirty="0"/>
              <a:t>60</a:t>
            </a:r>
            <a:r>
              <a:rPr lang="zh-CN" altLang="en-US" sz="2400" dirty="0"/>
              <a:t>个中断通道；</a:t>
            </a:r>
            <a:r>
              <a:rPr lang="en-US" altLang="zh-CN" sz="2400" dirty="0"/>
              <a:t>F107</a:t>
            </a:r>
            <a:r>
              <a:rPr lang="zh-CN" altLang="en-US" sz="2400" dirty="0"/>
              <a:t>有</a:t>
            </a:r>
            <a:r>
              <a:rPr lang="en-US" altLang="zh-CN" sz="2400" dirty="0"/>
              <a:t>68</a:t>
            </a:r>
            <a:r>
              <a:rPr lang="zh-CN" altLang="en-US" sz="2400" dirty="0"/>
              <a:t>个中断通道，中断优先级有</a:t>
            </a:r>
            <a:r>
              <a:rPr lang="en-US" altLang="zh-CN" sz="2400" dirty="0"/>
              <a:t>16</a:t>
            </a:r>
            <a:r>
              <a:rPr lang="zh-CN" altLang="en-US" sz="2400" dirty="0"/>
              <a:t>级。</a:t>
            </a:r>
            <a:endParaRPr lang="en-US" altLang="zh-CN" sz="2400" dirty="0"/>
          </a:p>
          <a:p>
            <a:pPr>
              <a:lnSpc>
                <a:spcPct val="150000"/>
              </a:lnSpc>
              <a:buClr>
                <a:srgbClr val="C00000"/>
              </a:buClr>
              <a:buFont typeface="Wingdings" pitchFamily="2" charset="2"/>
              <a:buChar char="u"/>
            </a:pPr>
            <a:r>
              <a:rPr lang="en-US" altLang="zh-CN" sz="2400" dirty="0"/>
              <a:t>STM32</a:t>
            </a:r>
            <a:r>
              <a:rPr lang="zh-CN" altLang="en-US" sz="2400" dirty="0"/>
              <a:t>的固件库</a:t>
            </a:r>
            <a:r>
              <a:rPr lang="en-US" altLang="zh-CN" sz="2400" dirty="0"/>
              <a:t>stm32f10x.h</a:t>
            </a:r>
            <a:r>
              <a:rPr lang="zh-CN" altLang="en-US" sz="2400" dirty="0"/>
              <a:t>文件中，中断号宏定义将中断号和宏名联系起来，因此，使用时直接引用具体宏名即可。</a:t>
            </a:r>
          </a:p>
        </p:txBody>
      </p:sp>
      <p:grpSp>
        <p:nvGrpSpPr>
          <p:cNvPr id="28" name="组合 27">
            <a:extLst>
              <a:ext uri="{FF2B5EF4-FFF2-40B4-BE49-F238E27FC236}">
                <a16:creationId xmlns:a16="http://schemas.microsoft.com/office/drawing/2014/main" id="{B073883D-13FC-E3DD-29E7-F1980838ECCF}"/>
              </a:ext>
            </a:extLst>
          </p:cNvPr>
          <p:cNvGrpSpPr/>
          <p:nvPr/>
        </p:nvGrpSpPr>
        <p:grpSpPr>
          <a:xfrm>
            <a:off x="3645022" y="5044161"/>
            <a:ext cx="3970800" cy="1244160"/>
            <a:chOff x="3645022" y="5044161"/>
            <a:chExt cx="3970800" cy="1244160"/>
          </a:xfrm>
        </p:grpSpPr>
        <mc:AlternateContent xmlns:mc="http://schemas.openxmlformats.org/markup-compatibility/2006" xmlns:p14="http://schemas.microsoft.com/office/powerpoint/2010/main">
          <mc:Choice Requires="p14">
            <p:contentPart p14:bwMode="auto" r:id="rId3">
              <p14:nvContentPartPr>
                <p14:cNvPr id="14" name="墨迹 13">
                  <a:extLst>
                    <a:ext uri="{FF2B5EF4-FFF2-40B4-BE49-F238E27FC236}">
                      <a16:creationId xmlns:a16="http://schemas.microsoft.com/office/drawing/2014/main" id="{71D7C080-82BA-BFF8-EACA-883C5EB4A68B}"/>
                    </a:ext>
                  </a:extLst>
                </p14:cNvPr>
                <p14:cNvContentPartPr/>
                <p14:nvPr/>
              </p14:nvContentPartPr>
              <p14:xfrm>
                <a:off x="3682102" y="5044161"/>
                <a:ext cx="19440" cy="115560"/>
              </p14:xfrm>
            </p:contentPart>
          </mc:Choice>
          <mc:Fallback xmlns="">
            <p:pic>
              <p:nvPicPr>
                <p:cNvPr id="14" name="墨迹 13">
                  <a:extLst>
                    <a:ext uri="{FF2B5EF4-FFF2-40B4-BE49-F238E27FC236}">
                      <a16:creationId xmlns:a16="http://schemas.microsoft.com/office/drawing/2014/main" id="{71D7C080-82BA-BFF8-EACA-883C5EB4A68B}"/>
                    </a:ext>
                  </a:extLst>
                </p:cNvPr>
                <p:cNvPicPr/>
                <p:nvPr/>
              </p:nvPicPr>
              <p:blipFill>
                <a:blip r:embed="rId4"/>
                <a:stretch>
                  <a:fillRect/>
                </a:stretch>
              </p:blipFill>
              <p:spPr>
                <a:xfrm>
                  <a:off x="3664102" y="5026521"/>
                  <a:ext cx="5508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墨迹 14">
                  <a:extLst>
                    <a:ext uri="{FF2B5EF4-FFF2-40B4-BE49-F238E27FC236}">
                      <a16:creationId xmlns:a16="http://schemas.microsoft.com/office/drawing/2014/main" id="{80AA5215-7FDB-FAB4-8FF4-31C7239B91E3}"/>
                    </a:ext>
                  </a:extLst>
                </p14:cNvPr>
                <p14:cNvContentPartPr/>
                <p14:nvPr/>
              </p14:nvContentPartPr>
              <p14:xfrm>
                <a:off x="3645022" y="5132001"/>
                <a:ext cx="132480" cy="78120"/>
              </p14:xfrm>
            </p:contentPart>
          </mc:Choice>
          <mc:Fallback xmlns="">
            <p:pic>
              <p:nvPicPr>
                <p:cNvPr id="15" name="墨迹 14">
                  <a:extLst>
                    <a:ext uri="{FF2B5EF4-FFF2-40B4-BE49-F238E27FC236}">
                      <a16:creationId xmlns:a16="http://schemas.microsoft.com/office/drawing/2014/main" id="{80AA5215-7FDB-FAB4-8FF4-31C7239B91E3}"/>
                    </a:ext>
                  </a:extLst>
                </p:cNvPr>
                <p:cNvPicPr/>
                <p:nvPr/>
              </p:nvPicPr>
              <p:blipFill>
                <a:blip r:embed="rId6"/>
                <a:stretch>
                  <a:fillRect/>
                </a:stretch>
              </p:blipFill>
              <p:spPr>
                <a:xfrm>
                  <a:off x="3627382" y="5114361"/>
                  <a:ext cx="1681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7EF00B43-1C36-A0F3-A7F8-858882FAC2EA}"/>
                    </a:ext>
                  </a:extLst>
                </p14:cNvPr>
                <p14:cNvContentPartPr/>
                <p14:nvPr/>
              </p14:nvContentPartPr>
              <p14:xfrm>
                <a:off x="3645022" y="5339001"/>
                <a:ext cx="204120" cy="153000"/>
              </p14:xfrm>
            </p:contentPart>
          </mc:Choice>
          <mc:Fallback xmlns="">
            <p:pic>
              <p:nvPicPr>
                <p:cNvPr id="2" name="墨迹 1">
                  <a:extLst>
                    <a:ext uri="{FF2B5EF4-FFF2-40B4-BE49-F238E27FC236}">
                      <a16:creationId xmlns:a16="http://schemas.microsoft.com/office/drawing/2014/main" id="{7EF00B43-1C36-A0F3-A7F8-858882FAC2EA}"/>
                    </a:ext>
                  </a:extLst>
                </p:cNvPr>
                <p:cNvPicPr/>
                <p:nvPr/>
              </p:nvPicPr>
              <p:blipFill>
                <a:blip r:embed="rId8"/>
                <a:stretch>
                  <a:fillRect/>
                </a:stretch>
              </p:blipFill>
              <p:spPr>
                <a:xfrm>
                  <a:off x="3627382" y="5321001"/>
                  <a:ext cx="2397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墨迹 2">
                  <a:extLst>
                    <a:ext uri="{FF2B5EF4-FFF2-40B4-BE49-F238E27FC236}">
                      <a16:creationId xmlns:a16="http://schemas.microsoft.com/office/drawing/2014/main" id="{30E991E5-C54B-128E-172D-2AB52B8290A2}"/>
                    </a:ext>
                  </a:extLst>
                </p14:cNvPr>
                <p14:cNvContentPartPr/>
                <p14:nvPr/>
              </p14:nvContentPartPr>
              <p14:xfrm>
                <a:off x="3684262" y="5619441"/>
                <a:ext cx="201960" cy="222480"/>
              </p14:xfrm>
            </p:contentPart>
          </mc:Choice>
          <mc:Fallback xmlns="">
            <p:pic>
              <p:nvPicPr>
                <p:cNvPr id="3" name="墨迹 2">
                  <a:extLst>
                    <a:ext uri="{FF2B5EF4-FFF2-40B4-BE49-F238E27FC236}">
                      <a16:creationId xmlns:a16="http://schemas.microsoft.com/office/drawing/2014/main" id="{30E991E5-C54B-128E-172D-2AB52B8290A2}"/>
                    </a:ext>
                  </a:extLst>
                </p:cNvPr>
                <p:cNvPicPr/>
                <p:nvPr/>
              </p:nvPicPr>
              <p:blipFill>
                <a:blip r:embed="rId10"/>
                <a:stretch>
                  <a:fillRect/>
                </a:stretch>
              </p:blipFill>
              <p:spPr>
                <a:xfrm>
                  <a:off x="3666622" y="5601801"/>
                  <a:ext cx="2376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墨迹 3">
                  <a:extLst>
                    <a:ext uri="{FF2B5EF4-FFF2-40B4-BE49-F238E27FC236}">
                      <a16:creationId xmlns:a16="http://schemas.microsoft.com/office/drawing/2014/main" id="{6E32906B-FEBD-D8BE-9EA2-1BE8B5B1AEF2}"/>
                    </a:ext>
                  </a:extLst>
                </p14:cNvPr>
                <p14:cNvContentPartPr/>
                <p14:nvPr/>
              </p14:nvContentPartPr>
              <p14:xfrm>
                <a:off x="3724942" y="6052161"/>
                <a:ext cx="180720" cy="236160"/>
              </p14:xfrm>
            </p:contentPart>
          </mc:Choice>
          <mc:Fallback xmlns="">
            <p:pic>
              <p:nvPicPr>
                <p:cNvPr id="4" name="墨迹 3">
                  <a:extLst>
                    <a:ext uri="{FF2B5EF4-FFF2-40B4-BE49-F238E27FC236}">
                      <a16:creationId xmlns:a16="http://schemas.microsoft.com/office/drawing/2014/main" id="{6E32906B-FEBD-D8BE-9EA2-1BE8B5B1AEF2}"/>
                    </a:ext>
                  </a:extLst>
                </p:cNvPr>
                <p:cNvPicPr/>
                <p:nvPr/>
              </p:nvPicPr>
              <p:blipFill>
                <a:blip r:embed="rId12"/>
                <a:stretch>
                  <a:fillRect/>
                </a:stretch>
              </p:blipFill>
              <p:spPr>
                <a:xfrm>
                  <a:off x="3707302" y="6034521"/>
                  <a:ext cx="21636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墨迹 5">
                  <a:extLst>
                    <a:ext uri="{FF2B5EF4-FFF2-40B4-BE49-F238E27FC236}">
                      <a16:creationId xmlns:a16="http://schemas.microsoft.com/office/drawing/2014/main" id="{94DF993B-9FA2-1770-AD66-1D4547F1F5F1}"/>
                    </a:ext>
                  </a:extLst>
                </p14:cNvPr>
                <p14:cNvContentPartPr/>
                <p14:nvPr/>
              </p14:nvContentPartPr>
              <p14:xfrm>
                <a:off x="3847702" y="5387961"/>
                <a:ext cx="517320" cy="209880"/>
              </p14:xfrm>
            </p:contentPart>
          </mc:Choice>
          <mc:Fallback xmlns="">
            <p:pic>
              <p:nvPicPr>
                <p:cNvPr id="6" name="墨迹 5">
                  <a:extLst>
                    <a:ext uri="{FF2B5EF4-FFF2-40B4-BE49-F238E27FC236}">
                      <a16:creationId xmlns:a16="http://schemas.microsoft.com/office/drawing/2014/main" id="{94DF993B-9FA2-1770-AD66-1D4547F1F5F1}"/>
                    </a:ext>
                  </a:extLst>
                </p:cNvPr>
                <p:cNvPicPr/>
                <p:nvPr/>
              </p:nvPicPr>
              <p:blipFill>
                <a:blip r:embed="rId14"/>
                <a:stretch>
                  <a:fillRect/>
                </a:stretch>
              </p:blipFill>
              <p:spPr>
                <a:xfrm>
                  <a:off x="3829702" y="5369961"/>
                  <a:ext cx="5529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墨迹 7">
                  <a:extLst>
                    <a:ext uri="{FF2B5EF4-FFF2-40B4-BE49-F238E27FC236}">
                      <a16:creationId xmlns:a16="http://schemas.microsoft.com/office/drawing/2014/main" id="{B3F44DEF-24AB-EFDB-2BBC-007A6A79105A}"/>
                    </a:ext>
                  </a:extLst>
                </p14:cNvPr>
                <p14:cNvContentPartPr/>
                <p14:nvPr/>
              </p14:nvContentPartPr>
              <p14:xfrm>
                <a:off x="3933382" y="5613681"/>
                <a:ext cx="424440" cy="155160"/>
              </p14:xfrm>
            </p:contentPart>
          </mc:Choice>
          <mc:Fallback xmlns="">
            <p:pic>
              <p:nvPicPr>
                <p:cNvPr id="8" name="墨迹 7">
                  <a:extLst>
                    <a:ext uri="{FF2B5EF4-FFF2-40B4-BE49-F238E27FC236}">
                      <a16:creationId xmlns:a16="http://schemas.microsoft.com/office/drawing/2014/main" id="{B3F44DEF-24AB-EFDB-2BBC-007A6A79105A}"/>
                    </a:ext>
                  </a:extLst>
                </p:cNvPr>
                <p:cNvPicPr/>
                <p:nvPr/>
              </p:nvPicPr>
              <p:blipFill>
                <a:blip r:embed="rId16"/>
                <a:stretch>
                  <a:fillRect/>
                </a:stretch>
              </p:blipFill>
              <p:spPr>
                <a:xfrm>
                  <a:off x="3915742" y="5595681"/>
                  <a:ext cx="4600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墨迹 9">
                  <a:extLst>
                    <a:ext uri="{FF2B5EF4-FFF2-40B4-BE49-F238E27FC236}">
                      <a16:creationId xmlns:a16="http://schemas.microsoft.com/office/drawing/2014/main" id="{BEA6F10B-FDD0-EE89-92FF-EFCD4F1A7807}"/>
                    </a:ext>
                  </a:extLst>
                </p14:cNvPr>
                <p14:cNvContentPartPr/>
                <p14:nvPr/>
              </p14:nvContentPartPr>
              <p14:xfrm>
                <a:off x="3896662" y="5624481"/>
                <a:ext cx="455760" cy="617040"/>
              </p14:xfrm>
            </p:contentPart>
          </mc:Choice>
          <mc:Fallback xmlns="">
            <p:pic>
              <p:nvPicPr>
                <p:cNvPr id="10" name="墨迹 9">
                  <a:extLst>
                    <a:ext uri="{FF2B5EF4-FFF2-40B4-BE49-F238E27FC236}">
                      <a16:creationId xmlns:a16="http://schemas.microsoft.com/office/drawing/2014/main" id="{BEA6F10B-FDD0-EE89-92FF-EFCD4F1A7807}"/>
                    </a:ext>
                  </a:extLst>
                </p:cNvPr>
                <p:cNvPicPr/>
                <p:nvPr/>
              </p:nvPicPr>
              <p:blipFill>
                <a:blip r:embed="rId18"/>
                <a:stretch>
                  <a:fillRect/>
                </a:stretch>
              </p:blipFill>
              <p:spPr>
                <a:xfrm>
                  <a:off x="3879022" y="5606481"/>
                  <a:ext cx="491400" cy="652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墨迹 10">
                  <a:extLst>
                    <a:ext uri="{FF2B5EF4-FFF2-40B4-BE49-F238E27FC236}">
                      <a16:creationId xmlns:a16="http://schemas.microsoft.com/office/drawing/2014/main" id="{B488D154-1465-B139-8FCF-CF331B2AAB4F}"/>
                    </a:ext>
                  </a:extLst>
                </p14:cNvPr>
                <p14:cNvContentPartPr/>
                <p14:nvPr/>
              </p14:nvContentPartPr>
              <p14:xfrm>
                <a:off x="4326502" y="5632761"/>
                <a:ext cx="1093680" cy="19440"/>
              </p14:xfrm>
            </p:contentPart>
          </mc:Choice>
          <mc:Fallback xmlns="">
            <p:pic>
              <p:nvPicPr>
                <p:cNvPr id="11" name="墨迹 10">
                  <a:extLst>
                    <a:ext uri="{FF2B5EF4-FFF2-40B4-BE49-F238E27FC236}">
                      <a16:creationId xmlns:a16="http://schemas.microsoft.com/office/drawing/2014/main" id="{B488D154-1465-B139-8FCF-CF331B2AAB4F}"/>
                    </a:ext>
                  </a:extLst>
                </p:cNvPr>
                <p:cNvPicPr/>
                <p:nvPr/>
              </p:nvPicPr>
              <p:blipFill>
                <a:blip r:embed="rId20"/>
                <a:stretch>
                  <a:fillRect/>
                </a:stretch>
              </p:blipFill>
              <p:spPr>
                <a:xfrm>
                  <a:off x="4308502" y="5615121"/>
                  <a:ext cx="11293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墨迹 11">
                  <a:extLst>
                    <a:ext uri="{FF2B5EF4-FFF2-40B4-BE49-F238E27FC236}">
                      <a16:creationId xmlns:a16="http://schemas.microsoft.com/office/drawing/2014/main" id="{A3C0FA1D-DF77-C16E-E8B7-7A787A759C21}"/>
                    </a:ext>
                  </a:extLst>
                </p14:cNvPr>
                <p14:cNvContentPartPr/>
                <p14:nvPr/>
              </p14:nvContentPartPr>
              <p14:xfrm>
                <a:off x="5387782" y="5535561"/>
                <a:ext cx="159840" cy="234000"/>
              </p14:xfrm>
            </p:contentPart>
          </mc:Choice>
          <mc:Fallback xmlns="">
            <p:pic>
              <p:nvPicPr>
                <p:cNvPr id="12" name="墨迹 11">
                  <a:extLst>
                    <a:ext uri="{FF2B5EF4-FFF2-40B4-BE49-F238E27FC236}">
                      <a16:creationId xmlns:a16="http://schemas.microsoft.com/office/drawing/2014/main" id="{A3C0FA1D-DF77-C16E-E8B7-7A787A759C21}"/>
                    </a:ext>
                  </a:extLst>
                </p:cNvPr>
                <p:cNvPicPr/>
                <p:nvPr/>
              </p:nvPicPr>
              <p:blipFill>
                <a:blip r:embed="rId22"/>
                <a:stretch>
                  <a:fillRect/>
                </a:stretch>
              </p:blipFill>
              <p:spPr>
                <a:xfrm>
                  <a:off x="5370142" y="5517561"/>
                  <a:ext cx="1954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墨迹 16">
                  <a:extLst>
                    <a:ext uri="{FF2B5EF4-FFF2-40B4-BE49-F238E27FC236}">
                      <a16:creationId xmlns:a16="http://schemas.microsoft.com/office/drawing/2014/main" id="{45475656-5D2D-1EA0-FFA6-AB6763C6F433}"/>
                    </a:ext>
                  </a:extLst>
                </p14:cNvPr>
                <p14:cNvContentPartPr/>
                <p14:nvPr/>
              </p14:nvContentPartPr>
              <p14:xfrm>
                <a:off x="4436662" y="5612601"/>
                <a:ext cx="1501200" cy="8640"/>
              </p14:xfrm>
            </p:contentPart>
          </mc:Choice>
          <mc:Fallback xmlns="">
            <p:pic>
              <p:nvPicPr>
                <p:cNvPr id="17" name="墨迹 16">
                  <a:extLst>
                    <a:ext uri="{FF2B5EF4-FFF2-40B4-BE49-F238E27FC236}">
                      <a16:creationId xmlns:a16="http://schemas.microsoft.com/office/drawing/2014/main" id="{45475656-5D2D-1EA0-FFA6-AB6763C6F433}"/>
                    </a:ext>
                  </a:extLst>
                </p:cNvPr>
                <p:cNvPicPr/>
                <p:nvPr/>
              </p:nvPicPr>
              <p:blipFill>
                <a:blip r:embed="rId24"/>
                <a:stretch>
                  <a:fillRect/>
                </a:stretch>
              </p:blipFill>
              <p:spPr>
                <a:xfrm>
                  <a:off x="4418662" y="5594961"/>
                  <a:ext cx="15368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墨迹 18">
                  <a:extLst>
                    <a:ext uri="{FF2B5EF4-FFF2-40B4-BE49-F238E27FC236}">
                      <a16:creationId xmlns:a16="http://schemas.microsoft.com/office/drawing/2014/main" id="{13A7670A-3ED6-BF00-C346-8539B7EEA8DA}"/>
                    </a:ext>
                  </a:extLst>
                </p14:cNvPr>
                <p14:cNvContentPartPr/>
                <p14:nvPr/>
              </p14:nvContentPartPr>
              <p14:xfrm>
                <a:off x="4897102" y="5583801"/>
                <a:ext cx="1519200" cy="13320"/>
              </p14:xfrm>
            </p:contentPart>
          </mc:Choice>
          <mc:Fallback xmlns="">
            <p:pic>
              <p:nvPicPr>
                <p:cNvPr id="19" name="墨迹 18">
                  <a:extLst>
                    <a:ext uri="{FF2B5EF4-FFF2-40B4-BE49-F238E27FC236}">
                      <a16:creationId xmlns:a16="http://schemas.microsoft.com/office/drawing/2014/main" id="{13A7670A-3ED6-BF00-C346-8539B7EEA8DA}"/>
                    </a:ext>
                  </a:extLst>
                </p:cNvPr>
                <p:cNvPicPr/>
                <p:nvPr/>
              </p:nvPicPr>
              <p:blipFill>
                <a:blip r:embed="rId26"/>
                <a:stretch>
                  <a:fillRect/>
                </a:stretch>
              </p:blipFill>
              <p:spPr>
                <a:xfrm>
                  <a:off x="4879102" y="5565801"/>
                  <a:ext cx="15548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墨迹 19">
                  <a:extLst>
                    <a:ext uri="{FF2B5EF4-FFF2-40B4-BE49-F238E27FC236}">
                      <a16:creationId xmlns:a16="http://schemas.microsoft.com/office/drawing/2014/main" id="{0AFBFEF5-C4F1-5461-9F30-70246A649940}"/>
                    </a:ext>
                  </a:extLst>
                </p14:cNvPr>
                <p14:cNvContentPartPr/>
                <p14:nvPr/>
              </p14:nvContentPartPr>
              <p14:xfrm>
                <a:off x="5498662" y="5584521"/>
                <a:ext cx="595080" cy="360"/>
              </p14:xfrm>
            </p:contentPart>
          </mc:Choice>
          <mc:Fallback xmlns="">
            <p:pic>
              <p:nvPicPr>
                <p:cNvPr id="20" name="墨迹 19">
                  <a:extLst>
                    <a:ext uri="{FF2B5EF4-FFF2-40B4-BE49-F238E27FC236}">
                      <a16:creationId xmlns:a16="http://schemas.microsoft.com/office/drawing/2014/main" id="{0AFBFEF5-C4F1-5461-9F30-70246A649940}"/>
                    </a:ext>
                  </a:extLst>
                </p:cNvPr>
                <p:cNvPicPr/>
                <p:nvPr/>
              </p:nvPicPr>
              <p:blipFill>
                <a:blip r:embed="rId28"/>
                <a:stretch>
                  <a:fillRect/>
                </a:stretch>
              </p:blipFill>
              <p:spPr>
                <a:xfrm>
                  <a:off x="5480662" y="5566881"/>
                  <a:ext cx="630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墨迹 20">
                  <a:extLst>
                    <a:ext uri="{FF2B5EF4-FFF2-40B4-BE49-F238E27FC236}">
                      <a16:creationId xmlns:a16="http://schemas.microsoft.com/office/drawing/2014/main" id="{1130EE10-2D15-AC1A-E5F8-9F3F1FD8BFA3}"/>
                    </a:ext>
                  </a:extLst>
                </p14:cNvPr>
                <p14:cNvContentPartPr/>
                <p14:nvPr/>
              </p14:nvContentPartPr>
              <p14:xfrm>
                <a:off x="5915542" y="5602881"/>
                <a:ext cx="55800" cy="360"/>
              </p14:xfrm>
            </p:contentPart>
          </mc:Choice>
          <mc:Fallback xmlns="">
            <p:pic>
              <p:nvPicPr>
                <p:cNvPr id="21" name="墨迹 20">
                  <a:extLst>
                    <a:ext uri="{FF2B5EF4-FFF2-40B4-BE49-F238E27FC236}">
                      <a16:creationId xmlns:a16="http://schemas.microsoft.com/office/drawing/2014/main" id="{1130EE10-2D15-AC1A-E5F8-9F3F1FD8BFA3}"/>
                    </a:ext>
                  </a:extLst>
                </p:cNvPr>
                <p:cNvPicPr/>
                <p:nvPr/>
              </p:nvPicPr>
              <p:blipFill>
                <a:blip r:embed="rId30"/>
                <a:stretch>
                  <a:fillRect/>
                </a:stretch>
              </p:blipFill>
              <p:spPr>
                <a:xfrm>
                  <a:off x="5897902" y="5585241"/>
                  <a:ext cx="914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墨迹 21">
                  <a:extLst>
                    <a:ext uri="{FF2B5EF4-FFF2-40B4-BE49-F238E27FC236}">
                      <a16:creationId xmlns:a16="http://schemas.microsoft.com/office/drawing/2014/main" id="{911E984F-40E3-1EBB-C5CB-31FD0B4F2D93}"/>
                    </a:ext>
                  </a:extLst>
                </p14:cNvPr>
                <p14:cNvContentPartPr/>
                <p14:nvPr/>
              </p14:nvContentPartPr>
              <p14:xfrm>
                <a:off x="6210382" y="5461761"/>
                <a:ext cx="192600" cy="238320"/>
              </p14:xfrm>
            </p:contentPart>
          </mc:Choice>
          <mc:Fallback xmlns="">
            <p:pic>
              <p:nvPicPr>
                <p:cNvPr id="22" name="墨迹 21">
                  <a:extLst>
                    <a:ext uri="{FF2B5EF4-FFF2-40B4-BE49-F238E27FC236}">
                      <a16:creationId xmlns:a16="http://schemas.microsoft.com/office/drawing/2014/main" id="{911E984F-40E3-1EBB-C5CB-31FD0B4F2D93}"/>
                    </a:ext>
                  </a:extLst>
                </p:cNvPr>
                <p:cNvPicPr/>
                <p:nvPr/>
              </p:nvPicPr>
              <p:blipFill>
                <a:blip r:embed="rId32"/>
                <a:stretch>
                  <a:fillRect/>
                </a:stretch>
              </p:blipFill>
              <p:spPr>
                <a:xfrm>
                  <a:off x="6192382" y="5443761"/>
                  <a:ext cx="22824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墨迹 22">
                  <a:extLst>
                    <a:ext uri="{FF2B5EF4-FFF2-40B4-BE49-F238E27FC236}">
                      <a16:creationId xmlns:a16="http://schemas.microsoft.com/office/drawing/2014/main" id="{9C0E438E-D97B-7D26-17B8-4BC1CE01A5B2}"/>
                    </a:ext>
                  </a:extLst>
                </p14:cNvPr>
                <p14:cNvContentPartPr/>
                <p14:nvPr/>
              </p14:nvContentPartPr>
              <p14:xfrm>
                <a:off x="6539422" y="5455281"/>
                <a:ext cx="2880" cy="354960"/>
              </p14:xfrm>
            </p:contentPart>
          </mc:Choice>
          <mc:Fallback xmlns="">
            <p:pic>
              <p:nvPicPr>
                <p:cNvPr id="23" name="墨迹 22">
                  <a:extLst>
                    <a:ext uri="{FF2B5EF4-FFF2-40B4-BE49-F238E27FC236}">
                      <a16:creationId xmlns:a16="http://schemas.microsoft.com/office/drawing/2014/main" id="{9C0E438E-D97B-7D26-17B8-4BC1CE01A5B2}"/>
                    </a:ext>
                  </a:extLst>
                </p:cNvPr>
                <p:cNvPicPr/>
                <p:nvPr/>
              </p:nvPicPr>
              <p:blipFill>
                <a:blip r:embed="rId34"/>
                <a:stretch>
                  <a:fillRect/>
                </a:stretch>
              </p:blipFill>
              <p:spPr>
                <a:xfrm>
                  <a:off x="6521782" y="5437641"/>
                  <a:ext cx="3852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墨迹 23">
                  <a:extLst>
                    <a:ext uri="{FF2B5EF4-FFF2-40B4-BE49-F238E27FC236}">
                      <a16:creationId xmlns:a16="http://schemas.microsoft.com/office/drawing/2014/main" id="{8D4ACEAB-951E-3FC7-5052-F35068128048}"/>
                    </a:ext>
                  </a:extLst>
                </p14:cNvPr>
                <p14:cNvContentPartPr/>
                <p14:nvPr/>
              </p14:nvContentPartPr>
              <p14:xfrm>
                <a:off x="6554182" y="5369241"/>
                <a:ext cx="302040" cy="439920"/>
              </p14:xfrm>
            </p:contentPart>
          </mc:Choice>
          <mc:Fallback xmlns="">
            <p:pic>
              <p:nvPicPr>
                <p:cNvPr id="24" name="墨迹 23">
                  <a:extLst>
                    <a:ext uri="{FF2B5EF4-FFF2-40B4-BE49-F238E27FC236}">
                      <a16:creationId xmlns:a16="http://schemas.microsoft.com/office/drawing/2014/main" id="{8D4ACEAB-951E-3FC7-5052-F35068128048}"/>
                    </a:ext>
                  </a:extLst>
                </p:cNvPr>
                <p:cNvPicPr/>
                <p:nvPr/>
              </p:nvPicPr>
              <p:blipFill>
                <a:blip r:embed="rId36"/>
                <a:stretch>
                  <a:fillRect/>
                </a:stretch>
              </p:blipFill>
              <p:spPr>
                <a:xfrm>
                  <a:off x="6536182" y="5351601"/>
                  <a:ext cx="337680" cy="475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墨迹 24">
                  <a:extLst>
                    <a:ext uri="{FF2B5EF4-FFF2-40B4-BE49-F238E27FC236}">
                      <a16:creationId xmlns:a16="http://schemas.microsoft.com/office/drawing/2014/main" id="{249DD4EC-1645-9C64-BB29-67BAD29D05AD}"/>
                    </a:ext>
                  </a:extLst>
                </p14:cNvPr>
                <p14:cNvContentPartPr/>
                <p14:nvPr/>
              </p14:nvContentPartPr>
              <p14:xfrm>
                <a:off x="6535822" y="5776761"/>
                <a:ext cx="279720" cy="16560"/>
              </p14:xfrm>
            </p:contentPart>
          </mc:Choice>
          <mc:Fallback xmlns="">
            <p:pic>
              <p:nvPicPr>
                <p:cNvPr id="25" name="墨迹 24">
                  <a:extLst>
                    <a:ext uri="{FF2B5EF4-FFF2-40B4-BE49-F238E27FC236}">
                      <a16:creationId xmlns:a16="http://schemas.microsoft.com/office/drawing/2014/main" id="{249DD4EC-1645-9C64-BB29-67BAD29D05AD}"/>
                    </a:ext>
                  </a:extLst>
                </p:cNvPr>
                <p:cNvPicPr/>
                <p:nvPr/>
              </p:nvPicPr>
              <p:blipFill>
                <a:blip r:embed="rId38"/>
                <a:stretch>
                  <a:fillRect/>
                </a:stretch>
              </p:blipFill>
              <p:spPr>
                <a:xfrm>
                  <a:off x="6517822" y="5758761"/>
                  <a:ext cx="3153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墨迹 25">
                  <a:extLst>
                    <a:ext uri="{FF2B5EF4-FFF2-40B4-BE49-F238E27FC236}">
                      <a16:creationId xmlns:a16="http://schemas.microsoft.com/office/drawing/2014/main" id="{9B0803DF-A54F-54B9-B34D-84B26A5423B3}"/>
                    </a:ext>
                  </a:extLst>
                </p14:cNvPr>
                <p14:cNvContentPartPr/>
                <p14:nvPr/>
              </p14:nvContentPartPr>
              <p14:xfrm>
                <a:off x="6885382" y="5571561"/>
                <a:ext cx="376920" cy="25560"/>
              </p14:xfrm>
            </p:contentPart>
          </mc:Choice>
          <mc:Fallback xmlns="">
            <p:pic>
              <p:nvPicPr>
                <p:cNvPr id="26" name="墨迹 25">
                  <a:extLst>
                    <a:ext uri="{FF2B5EF4-FFF2-40B4-BE49-F238E27FC236}">
                      <a16:creationId xmlns:a16="http://schemas.microsoft.com/office/drawing/2014/main" id="{9B0803DF-A54F-54B9-B34D-84B26A5423B3}"/>
                    </a:ext>
                  </a:extLst>
                </p:cNvPr>
                <p:cNvPicPr/>
                <p:nvPr/>
              </p:nvPicPr>
              <p:blipFill>
                <a:blip r:embed="rId40"/>
                <a:stretch>
                  <a:fillRect/>
                </a:stretch>
              </p:blipFill>
              <p:spPr>
                <a:xfrm>
                  <a:off x="6867382" y="5553561"/>
                  <a:ext cx="41256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墨迹 26">
                  <a:extLst>
                    <a:ext uri="{FF2B5EF4-FFF2-40B4-BE49-F238E27FC236}">
                      <a16:creationId xmlns:a16="http://schemas.microsoft.com/office/drawing/2014/main" id="{812C9641-270D-6D48-84F9-D9C0550BAD71}"/>
                    </a:ext>
                  </a:extLst>
                </p14:cNvPr>
                <p14:cNvContentPartPr/>
                <p14:nvPr/>
              </p14:nvContentPartPr>
              <p14:xfrm>
                <a:off x="7432942" y="5263761"/>
                <a:ext cx="182880" cy="961200"/>
              </p14:xfrm>
            </p:contentPart>
          </mc:Choice>
          <mc:Fallback xmlns="">
            <p:pic>
              <p:nvPicPr>
                <p:cNvPr id="27" name="墨迹 26">
                  <a:extLst>
                    <a:ext uri="{FF2B5EF4-FFF2-40B4-BE49-F238E27FC236}">
                      <a16:creationId xmlns:a16="http://schemas.microsoft.com/office/drawing/2014/main" id="{812C9641-270D-6D48-84F9-D9C0550BAD71}"/>
                    </a:ext>
                  </a:extLst>
                </p:cNvPr>
                <p:cNvPicPr/>
                <p:nvPr/>
              </p:nvPicPr>
              <p:blipFill>
                <a:blip r:embed="rId42"/>
                <a:stretch>
                  <a:fillRect/>
                </a:stretch>
              </p:blipFill>
              <p:spPr>
                <a:xfrm>
                  <a:off x="7415302" y="5246121"/>
                  <a:ext cx="218520" cy="996840"/>
                </a:xfrm>
                <a:prstGeom prst="rect">
                  <a:avLst/>
                </a:prstGeom>
              </p:spPr>
            </p:pic>
          </mc:Fallback>
        </mc:AlternateContent>
      </p:grpSp>
      <p:grpSp>
        <p:nvGrpSpPr>
          <p:cNvPr id="34" name="组合 33">
            <a:extLst>
              <a:ext uri="{FF2B5EF4-FFF2-40B4-BE49-F238E27FC236}">
                <a16:creationId xmlns:a16="http://schemas.microsoft.com/office/drawing/2014/main" id="{10F17E89-2A00-38B4-6786-0B208C3DEB59}"/>
              </a:ext>
            </a:extLst>
          </p:cNvPr>
          <p:cNvGrpSpPr/>
          <p:nvPr/>
        </p:nvGrpSpPr>
        <p:grpSpPr>
          <a:xfrm>
            <a:off x="6112102" y="1914681"/>
            <a:ext cx="4830840" cy="472680"/>
            <a:chOff x="6112102" y="1914681"/>
            <a:chExt cx="4830840" cy="472680"/>
          </a:xfrm>
        </p:grpSpPr>
        <mc:AlternateContent xmlns:mc="http://schemas.openxmlformats.org/markup-compatibility/2006" xmlns:p14="http://schemas.microsoft.com/office/powerpoint/2010/main">
          <mc:Choice Requires="p14">
            <p:contentPart p14:bwMode="auto" r:id="rId43">
              <p14:nvContentPartPr>
                <p14:cNvPr id="29" name="墨迹 28">
                  <a:extLst>
                    <a:ext uri="{FF2B5EF4-FFF2-40B4-BE49-F238E27FC236}">
                      <a16:creationId xmlns:a16="http://schemas.microsoft.com/office/drawing/2014/main" id="{B2F7D843-7C31-E5DD-42EF-36B7305BD71E}"/>
                    </a:ext>
                  </a:extLst>
                </p14:cNvPr>
                <p14:cNvContentPartPr/>
                <p14:nvPr/>
              </p14:nvContentPartPr>
              <p14:xfrm>
                <a:off x="6112102" y="2251281"/>
                <a:ext cx="2498040" cy="44640"/>
              </p14:xfrm>
            </p:contentPart>
          </mc:Choice>
          <mc:Fallback xmlns="">
            <p:pic>
              <p:nvPicPr>
                <p:cNvPr id="29" name="墨迹 28">
                  <a:extLst>
                    <a:ext uri="{FF2B5EF4-FFF2-40B4-BE49-F238E27FC236}">
                      <a16:creationId xmlns:a16="http://schemas.microsoft.com/office/drawing/2014/main" id="{B2F7D843-7C31-E5DD-42EF-36B7305BD71E}"/>
                    </a:ext>
                  </a:extLst>
                </p:cNvPr>
                <p:cNvPicPr/>
                <p:nvPr/>
              </p:nvPicPr>
              <p:blipFill>
                <a:blip r:embed="rId44"/>
                <a:stretch>
                  <a:fillRect/>
                </a:stretch>
              </p:blipFill>
              <p:spPr>
                <a:xfrm>
                  <a:off x="6094462" y="2233641"/>
                  <a:ext cx="253368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墨迹 29">
                  <a:extLst>
                    <a:ext uri="{FF2B5EF4-FFF2-40B4-BE49-F238E27FC236}">
                      <a16:creationId xmlns:a16="http://schemas.microsoft.com/office/drawing/2014/main" id="{C46DD2BF-5484-053B-A960-24A905342776}"/>
                    </a:ext>
                  </a:extLst>
                </p14:cNvPr>
                <p14:cNvContentPartPr/>
                <p14:nvPr/>
              </p14:nvContentPartPr>
              <p14:xfrm>
                <a:off x="8695822" y="2165241"/>
                <a:ext cx="919080" cy="142200"/>
              </p14:xfrm>
            </p:contentPart>
          </mc:Choice>
          <mc:Fallback xmlns="">
            <p:pic>
              <p:nvPicPr>
                <p:cNvPr id="30" name="墨迹 29">
                  <a:extLst>
                    <a:ext uri="{FF2B5EF4-FFF2-40B4-BE49-F238E27FC236}">
                      <a16:creationId xmlns:a16="http://schemas.microsoft.com/office/drawing/2014/main" id="{C46DD2BF-5484-053B-A960-24A905342776}"/>
                    </a:ext>
                  </a:extLst>
                </p:cNvPr>
                <p:cNvPicPr/>
                <p:nvPr/>
              </p:nvPicPr>
              <p:blipFill>
                <a:blip r:embed="rId46"/>
                <a:stretch>
                  <a:fillRect/>
                </a:stretch>
              </p:blipFill>
              <p:spPr>
                <a:xfrm>
                  <a:off x="8678182" y="2147601"/>
                  <a:ext cx="9547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墨迹 30">
                  <a:extLst>
                    <a:ext uri="{FF2B5EF4-FFF2-40B4-BE49-F238E27FC236}">
                      <a16:creationId xmlns:a16="http://schemas.microsoft.com/office/drawing/2014/main" id="{49E1717D-ED6E-C741-4B71-41A0F66F4856}"/>
                    </a:ext>
                  </a:extLst>
                </p14:cNvPr>
                <p14:cNvContentPartPr/>
                <p14:nvPr/>
              </p14:nvContentPartPr>
              <p14:xfrm>
                <a:off x="9602662" y="1984161"/>
                <a:ext cx="14040" cy="47520"/>
              </p14:xfrm>
            </p:contentPart>
          </mc:Choice>
          <mc:Fallback xmlns="">
            <p:pic>
              <p:nvPicPr>
                <p:cNvPr id="31" name="墨迹 30">
                  <a:extLst>
                    <a:ext uri="{FF2B5EF4-FFF2-40B4-BE49-F238E27FC236}">
                      <a16:creationId xmlns:a16="http://schemas.microsoft.com/office/drawing/2014/main" id="{49E1717D-ED6E-C741-4B71-41A0F66F4856}"/>
                    </a:ext>
                  </a:extLst>
                </p:cNvPr>
                <p:cNvPicPr/>
                <p:nvPr/>
              </p:nvPicPr>
              <p:blipFill>
                <a:blip r:embed="rId48"/>
                <a:stretch>
                  <a:fillRect/>
                </a:stretch>
              </p:blipFill>
              <p:spPr>
                <a:xfrm>
                  <a:off x="9584662" y="1966161"/>
                  <a:ext cx="4968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墨迹 31">
                  <a:extLst>
                    <a:ext uri="{FF2B5EF4-FFF2-40B4-BE49-F238E27FC236}">
                      <a16:creationId xmlns:a16="http://schemas.microsoft.com/office/drawing/2014/main" id="{61CFDCA5-7AEE-6303-3C05-F5245C68FC10}"/>
                    </a:ext>
                  </a:extLst>
                </p14:cNvPr>
                <p14:cNvContentPartPr/>
                <p14:nvPr/>
              </p14:nvContentPartPr>
              <p14:xfrm>
                <a:off x="8856022" y="1914681"/>
                <a:ext cx="558000" cy="397800"/>
              </p14:xfrm>
            </p:contentPart>
          </mc:Choice>
          <mc:Fallback xmlns="">
            <p:pic>
              <p:nvPicPr>
                <p:cNvPr id="32" name="墨迹 31">
                  <a:extLst>
                    <a:ext uri="{FF2B5EF4-FFF2-40B4-BE49-F238E27FC236}">
                      <a16:creationId xmlns:a16="http://schemas.microsoft.com/office/drawing/2014/main" id="{61CFDCA5-7AEE-6303-3C05-F5245C68FC10}"/>
                    </a:ext>
                  </a:extLst>
                </p:cNvPr>
                <p:cNvPicPr/>
                <p:nvPr/>
              </p:nvPicPr>
              <p:blipFill>
                <a:blip r:embed="rId50"/>
                <a:stretch>
                  <a:fillRect/>
                </a:stretch>
              </p:blipFill>
              <p:spPr>
                <a:xfrm>
                  <a:off x="8838022" y="1896681"/>
                  <a:ext cx="59364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墨迹 32">
                  <a:extLst>
                    <a:ext uri="{FF2B5EF4-FFF2-40B4-BE49-F238E27FC236}">
                      <a16:creationId xmlns:a16="http://schemas.microsoft.com/office/drawing/2014/main" id="{E6A25356-1F29-FF54-A8D4-1D63EAB2F67D}"/>
                    </a:ext>
                  </a:extLst>
                </p14:cNvPr>
                <p14:cNvContentPartPr/>
                <p14:nvPr/>
              </p14:nvContentPartPr>
              <p14:xfrm>
                <a:off x="10119622" y="2298081"/>
                <a:ext cx="823320" cy="89280"/>
              </p14:xfrm>
            </p:contentPart>
          </mc:Choice>
          <mc:Fallback xmlns="">
            <p:pic>
              <p:nvPicPr>
                <p:cNvPr id="33" name="墨迹 32">
                  <a:extLst>
                    <a:ext uri="{FF2B5EF4-FFF2-40B4-BE49-F238E27FC236}">
                      <a16:creationId xmlns:a16="http://schemas.microsoft.com/office/drawing/2014/main" id="{E6A25356-1F29-FF54-A8D4-1D63EAB2F67D}"/>
                    </a:ext>
                  </a:extLst>
                </p:cNvPr>
                <p:cNvPicPr/>
                <p:nvPr/>
              </p:nvPicPr>
              <p:blipFill>
                <a:blip r:embed="rId52"/>
                <a:stretch>
                  <a:fillRect/>
                </a:stretch>
              </p:blipFill>
              <p:spPr>
                <a:xfrm>
                  <a:off x="10101982" y="2280441"/>
                  <a:ext cx="858960" cy="124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
            <p14:nvContentPartPr>
              <p14:cNvPr id="35" name="墨迹 34">
                <a:extLst>
                  <a:ext uri="{FF2B5EF4-FFF2-40B4-BE49-F238E27FC236}">
                    <a16:creationId xmlns:a16="http://schemas.microsoft.com/office/drawing/2014/main" id="{F7CD995F-855D-7492-3A95-82C1E727A559}"/>
                  </a:ext>
                </a:extLst>
              </p14:cNvPr>
              <p14:cNvContentPartPr/>
              <p14:nvPr/>
            </p14:nvContentPartPr>
            <p14:xfrm>
              <a:off x="2380702" y="2838801"/>
              <a:ext cx="3372840" cy="14760"/>
            </p14:xfrm>
          </p:contentPart>
        </mc:Choice>
        <mc:Fallback xmlns="">
          <p:pic>
            <p:nvPicPr>
              <p:cNvPr id="35" name="墨迹 34">
                <a:extLst>
                  <a:ext uri="{FF2B5EF4-FFF2-40B4-BE49-F238E27FC236}">
                    <a16:creationId xmlns:a16="http://schemas.microsoft.com/office/drawing/2014/main" id="{F7CD995F-855D-7492-3A95-82C1E727A559}"/>
                  </a:ext>
                </a:extLst>
              </p:cNvPr>
              <p:cNvPicPr/>
              <p:nvPr/>
            </p:nvPicPr>
            <p:blipFill>
              <a:blip r:embed="rId54"/>
              <a:stretch>
                <a:fillRect/>
              </a:stretch>
            </p:blipFill>
            <p:spPr>
              <a:xfrm>
                <a:off x="2363062" y="2821161"/>
                <a:ext cx="34084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墨迹 35">
                <a:extLst>
                  <a:ext uri="{FF2B5EF4-FFF2-40B4-BE49-F238E27FC236}">
                    <a16:creationId xmlns:a16="http://schemas.microsoft.com/office/drawing/2014/main" id="{6B19A0EA-3696-609A-CE9E-5C7BABF886DF}"/>
                  </a:ext>
                </a:extLst>
              </p14:cNvPr>
              <p14:cNvContentPartPr/>
              <p14:nvPr/>
            </p14:nvContentPartPr>
            <p14:xfrm>
              <a:off x="854122" y="3667881"/>
              <a:ext cx="9289080" cy="158040"/>
            </p14:xfrm>
          </p:contentPart>
        </mc:Choice>
        <mc:Fallback xmlns="">
          <p:pic>
            <p:nvPicPr>
              <p:cNvPr id="36" name="墨迹 35">
                <a:extLst>
                  <a:ext uri="{FF2B5EF4-FFF2-40B4-BE49-F238E27FC236}">
                    <a16:creationId xmlns:a16="http://schemas.microsoft.com/office/drawing/2014/main" id="{6B19A0EA-3696-609A-CE9E-5C7BABF886DF}"/>
                  </a:ext>
                </a:extLst>
              </p:cNvPr>
              <p:cNvPicPr/>
              <p:nvPr/>
            </p:nvPicPr>
            <p:blipFill>
              <a:blip r:embed="rId56"/>
              <a:stretch>
                <a:fillRect/>
              </a:stretch>
            </p:blipFill>
            <p:spPr>
              <a:xfrm>
                <a:off x="800482" y="3559881"/>
                <a:ext cx="9396720" cy="37368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53039" y="1136390"/>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400" b="1" dirty="0">
                <a:solidFill>
                  <a:srgbClr val="14529E"/>
                </a:solidFill>
              </a:rPr>
              <a:t>6.3 NVIC</a:t>
            </a:r>
            <a:r>
              <a:rPr lang="zh-CN" altLang="en-US" sz="2400" b="1" dirty="0">
                <a:solidFill>
                  <a:srgbClr val="14529E"/>
                </a:solidFill>
              </a:rPr>
              <a:t>硬件结构及软件配置</a:t>
            </a:r>
            <a:endParaRPr lang="en-US" altLang="zh-CN" sz="2400" b="1" dirty="0">
              <a:solidFill>
                <a:srgbClr val="14529E"/>
              </a:solidFill>
            </a:endParaRPr>
          </a:p>
          <a:p>
            <a:pPr marR="0" lvl="0" indent="0" fontAlgn="auto">
              <a:lnSpc>
                <a:spcPct val="90000"/>
              </a:lnSpc>
              <a:spcBef>
                <a:spcPct val="0"/>
              </a:spcBef>
              <a:spcAft>
                <a:spcPts val="0"/>
              </a:spcAft>
              <a:buClrTx/>
              <a:buSzTx/>
              <a:buFontTx/>
              <a:buNone/>
              <a:tabLst/>
              <a:defRPr/>
            </a:pPr>
            <a:r>
              <a:rPr lang="en-US" altLang="zh-CN" sz="2400" b="1" dirty="0">
                <a:solidFill>
                  <a:srgbClr val="14529E"/>
                </a:solidFill>
              </a:rPr>
              <a:t>6.3.1 NVIC</a:t>
            </a:r>
            <a:r>
              <a:rPr lang="zh-CN" altLang="en-US" sz="2400" b="1" dirty="0">
                <a:solidFill>
                  <a:srgbClr val="14529E"/>
                </a:solidFill>
              </a:rPr>
              <a:t>硬件结构</a:t>
            </a:r>
            <a:endParaRPr lang="en-US" altLang="zh-CN" sz="24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9" name="矩形 8"/>
          <p:cNvSpPr/>
          <p:nvPr/>
        </p:nvSpPr>
        <p:spPr>
          <a:xfrm>
            <a:off x="388775" y="1087189"/>
            <a:ext cx="11489094" cy="5309146"/>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a:t>在</a:t>
            </a:r>
            <a:r>
              <a:rPr lang="en-US" altLang="zh-CN" dirty="0"/>
              <a:t>core_cm0.h</a:t>
            </a:r>
            <a:r>
              <a:rPr lang="zh-CN" altLang="en-US" dirty="0"/>
              <a:t>文件中的标准库中的</a:t>
            </a:r>
            <a:r>
              <a:rPr lang="en-US" altLang="zh-CN" dirty="0"/>
              <a:t>NVIC</a:t>
            </a:r>
            <a:r>
              <a:rPr lang="zh-CN" altLang="en-US" dirty="0"/>
              <a:t>结构体：</a:t>
            </a:r>
            <a:endParaRPr lang="en-US" altLang="zh-CN" dirty="0"/>
          </a:p>
          <a:p>
            <a:pPr>
              <a:lnSpc>
                <a:spcPct val="150000"/>
              </a:lnSpc>
              <a:buClr>
                <a:srgbClr val="C00000"/>
              </a:buClr>
            </a:pPr>
            <a:r>
              <a:rPr lang="en-US" sz="1200" dirty="0" err="1"/>
              <a:t>typedef</a:t>
            </a:r>
            <a:r>
              <a:rPr lang="en-US" sz="1200" dirty="0"/>
              <a:t> </a:t>
            </a:r>
            <a:r>
              <a:rPr lang="en-US" sz="1200" dirty="0" err="1"/>
              <a:t>struct</a:t>
            </a:r>
            <a:r>
              <a:rPr lang="en-US" sz="1200" dirty="0"/>
              <a:t> </a:t>
            </a:r>
          </a:p>
          <a:p>
            <a:pPr>
              <a:lnSpc>
                <a:spcPct val="150000"/>
              </a:lnSpc>
              <a:buClr>
                <a:srgbClr val="C00000"/>
              </a:buClr>
            </a:pPr>
            <a:r>
              <a:rPr lang="en-US" sz="1200" dirty="0"/>
              <a:t>{</a:t>
            </a:r>
          </a:p>
          <a:p>
            <a:pPr>
              <a:lnSpc>
                <a:spcPct val="150000"/>
              </a:lnSpc>
              <a:buClr>
                <a:srgbClr val="C00000"/>
              </a:buClr>
            </a:pPr>
            <a:r>
              <a:rPr lang="en-US" sz="1200" b="1" dirty="0"/>
              <a:t> </a:t>
            </a:r>
            <a:r>
              <a:rPr lang="en-US" sz="1200" b="1" dirty="0">
                <a:solidFill>
                  <a:srgbClr val="7030A0"/>
                </a:solidFill>
              </a:rPr>
              <a:t>__IO uint32_t ISER[8]; /*!&lt; Offset: 0x000 </a:t>
            </a:r>
            <a:r>
              <a:rPr lang="en-US" sz="1200" b="1" dirty="0">
                <a:solidFill>
                  <a:srgbClr val="7030A0"/>
                </a:solidFill>
                <a:highlight>
                  <a:srgbClr val="FFFF00"/>
                </a:highlight>
              </a:rPr>
              <a:t>Interrupt Set Enable Register </a:t>
            </a:r>
            <a:r>
              <a:rPr lang="en-US" sz="1200" b="1" dirty="0">
                <a:solidFill>
                  <a:srgbClr val="7030A0"/>
                </a:solidFill>
              </a:rPr>
              <a:t>*/ </a:t>
            </a:r>
          </a:p>
          <a:p>
            <a:pPr>
              <a:lnSpc>
                <a:spcPct val="150000"/>
              </a:lnSpc>
              <a:buClr>
                <a:srgbClr val="C00000"/>
              </a:buClr>
            </a:pPr>
            <a:r>
              <a:rPr lang="en-US" sz="1200" dirty="0"/>
              <a:t>uint32_t RESERVED0[24];</a:t>
            </a:r>
          </a:p>
          <a:p>
            <a:pPr>
              <a:lnSpc>
                <a:spcPct val="150000"/>
              </a:lnSpc>
              <a:buClr>
                <a:srgbClr val="C00000"/>
              </a:buClr>
            </a:pPr>
            <a:r>
              <a:rPr lang="en-US" sz="1200" dirty="0"/>
              <a:t> </a:t>
            </a:r>
            <a:r>
              <a:rPr lang="en-US" sz="1200" b="1" dirty="0">
                <a:solidFill>
                  <a:srgbClr val="7030A0"/>
                </a:solidFill>
              </a:rPr>
              <a:t>__IO uint32_t ICER[8]; /*!&lt; Offset: 0x080 </a:t>
            </a:r>
            <a:r>
              <a:rPr lang="en-US" sz="1200" b="1" dirty="0">
                <a:solidFill>
                  <a:srgbClr val="7030A0"/>
                </a:solidFill>
                <a:highlight>
                  <a:srgbClr val="FFFF00"/>
                </a:highlight>
              </a:rPr>
              <a:t>Interrupt Clear Enable Register </a:t>
            </a:r>
            <a:r>
              <a:rPr lang="en-US" sz="1200" b="1" dirty="0">
                <a:solidFill>
                  <a:srgbClr val="7030A0"/>
                </a:solidFill>
              </a:rPr>
              <a:t>*/ </a:t>
            </a:r>
          </a:p>
          <a:p>
            <a:pPr>
              <a:lnSpc>
                <a:spcPct val="150000"/>
              </a:lnSpc>
              <a:buClr>
                <a:srgbClr val="C00000"/>
              </a:buClr>
            </a:pPr>
            <a:r>
              <a:rPr lang="en-US" sz="1200" dirty="0"/>
              <a:t>uint32_t RSERVED1[24];</a:t>
            </a:r>
          </a:p>
          <a:p>
            <a:pPr>
              <a:lnSpc>
                <a:spcPct val="150000"/>
              </a:lnSpc>
              <a:buClr>
                <a:srgbClr val="C00000"/>
              </a:buClr>
            </a:pPr>
            <a:r>
              <a:rPr lang="en-US" sz="1200" b="1" dirty="0"/>
              <a:t> </a:t>
            </a:r>
            <a:r>
              <a:rPr lang="en-US" sz="1200" b="1" dirty="0">
                <a:solidFill>
                  <a:srgbClr val="7030A0"/>
                </a:solidFill>
              </a:rPr>
              <a:t>__IO uint32_t ISPR[8]; /*!&lt; Offset: 0x100 Interrupt Set Pending Register */</a:t>
            </a:r>
          </a:p>
          <a:p>
            <a:pPr>
              <a:lnSpc>
                <a:spcPct val="150000"/>
              </a:lnSpc>
              <a:buClr>
                <a:srgbClr val="C00000"/>
              </a:buClr>
            </a:pPr>
            <a:r>
              <a:rPr lang="en-US" sz="1200" dirty="0"/>
              <a:t> uint32_t RESERVED2[24];</a:t>
            </a:r>
          </a:p>
          <a:p>
            <a:pPr>
              <a:lnSpc>
                <a:spcPct val="150000"/>
              </a:lnSpc>
              <a:buClr>
                <a:srgbClr val="C00000"/>
              </a:buClr>
            </a:pPr>
            <a:r>
              <a:rPr lang="en-US" sz="1200" dirty="0"/>
              <a:t> </a:t>
            </a:r>
            <a:r>
              <a:rPr lang="en-US" sz="1200" b="1" dirty="0">
                <a:solidFill>
                  <a:srgbClr val="7030A0"/>
                </a:solidFill>
              </a:rPr>
              <a:t>__IO uint32_t ICPR[8]; /*!&lt; Offset: 0x180 Interrupt Clear Pending Register */</a:t>
            </a:r>
          </a:p>
          <a:p>
            <a:pPr>
              <a:lnSpc>
                <a:spcPct val="150000"/>
              </a:lnSpc>
              <a:buClr>
                <a:srgbClr val="C00000"/>
              </a:buClr>
            </a:pPr>
            <a:r>
              <a:rPr lang="en-US" sz="1200" dirty="0"/>
              <a:t> uint32_t RESERVED3[24];</a:t>
            </a:r>
          </a:p>
          <a:p>
            <a:pPr>
              <a:lnSpc>
                <a:spcPct val="150000"/>
              </a:lnSpc>
              <a:buClr>
                <a:srgbClr val="C00000"/>
              </a:buClr>
            </a:pPr>
            <a:r>
              <a:rPr lang="en-US" sz="1200" b="1" dirty="0"/>
              <a:t> </a:t>
            </a:r>
            <a:r>
              <a:rPr lang="en-US" sz="1200" b="1" dirty="0">
                <a:solidFill>
                  <a:srgbClr val="7030A0"/>
                </a:solidFill>
              </a:rPr>
              <a:t>__IO uint32_t IABR[8]; /*!&lt; Offset: 0x200 Interrupt Active bit Register */ </a:t>
            </a:r>
          </a:p>
          <a:p>
            <a:pPr>
              <a:lnSpc>
                <a:spcPct val="150000"/>
              </a:lnSpc>
              <a:buClr>
                <a:srgbClr val="C00000"/>
              </a:buClr>
            </a:pPr>
            <a:r>
              <a:rPr lang="en-US" sz="1200" dirty="0"/>
              <a:t>uint32_t RESERVED4[56];</a:t>
            </a:r>
          </a:p>
          <a:p>
            <a:pPr>
              <a:lnSpc>
                <a:spcPct val="150000"/>
              </a:lnSpc>
              <a:buClr>
                <a:srgbClr val="C00000"/>
              </a:buClr>
            </a:pPr>
            <a:r>
              <a:rPr lang="en-US" sz="1200" b="1" dirty="0"/>
              <a:t> </a:t>
            </a:r>
            <a:r>
              <a:rPr lang="en-US" sz="1200" b="1" dirty="0">
                <a:solidFill>
                  <a:srgbClr val="7030A0"/>
                </a:solidFill>
              </a:rPr>
              <a:t>__IO uint8_t IP[240]; /*!&lt; Offset: 0x300 </a:t>
            </a:r>
            <a:r>
              <a:rPr lang="en-US" sz="1200" b="1" dirty="0">
                <a:solidFill>
                  <a:srgbClr val="7030A0"/>
                </a:solidFill>
                <a:highlight>
                  <a:srgbClr val="FFFF00"/>
                </a:highlight>
              </a:rPr>
              <a:t>Interrupt Priority Register (</a:t>
            </a:r>
            <a:r>
              <a:rPr lang="en-US" sz="1200" b="1" dirty="0">
                <a:solidFill>
                  <a:srgbClr val="7030A0"/>
                </a:solidFill>
                <a:highlight>
                  <a:srgbClr val="FFFF00"/>
                </a:highlight>
                <a:hlinkClick r:id="rId3"/>
              </a:rPr>
              <a:t>8Bit</a:t>
            </a:r>
            <a:r>
              <a:rPr lang="en-US" sz="1200" b="1" dirty="0">
                <a:solidFill>
                  <a:srgbClr val="7030A0"/>
                </a:solidFill>
                <a:highlight>
                  <a:srgbClr val="FFFF00"/>
                </a:highlight>
              </a:rPr>
              <a:t> wide) </a:t>
            </a:r>
            <a:r>
              <a:rPr lang="en-US" sz="1200" b="1" dirty="0">
                <a:solidFill>
                  <a:srgbClr val="7030A0"/>
                </a:solidFill>
              </a:rPr>
              <a:t>*/</a:t>
            </a:r>
          </a:p>
          <a:p>
            <a:pPr>
              <a:lnSpc>
                <a:spcPct val="150000"/>
              </a:lnSpc>
              <a:buClr>
                <a:srgbClr val="C00000"/>
              </a:buClr>
            </a:pPr>
            <a:r>
              <a:rPr lang="en-US" sz="1200" dirty="0"/>
              <a:t> uint32_t RESERVED5[644]; </a:t>
            </a:r>
          </a:p>
          <a:p>
            <a:pPr>
              <a:lnSpc>
                <a:spcPct val="150000"/>
              </a:lnSpc>
              <a:buClr>
                <a:srgbClr val="C00000"/>
              </a:buClr>
            </a:pPr>
            <a:r>
              <a:rPr lang="en-US" sz="1200" dirty="0"/>
              <a:t>__IO uint32_t STIR; /*!&lt; Offset: 0xE00 Software Trigger Interrupt Register */</a:t>
            </a:r>
          </a:p>
          <a:p>
            <a:pPr>
              <a:lnSpc>
                <a:spcPct val="150000"/>
              </a:lnSpc>
              <a:buClr>
                <a:srgbClr val="C00000"/>
              </a:buClr>
            </a:pPr>
            <a:r>
              <a:rPr lang="en-US" sz="1200" dirty="0"/>
              <a:t> } </a:t>
            </a:r>
            <a:r>
              <a:rPr lang="en-US" sz="1200" dirty="0" err="1"/>
              <a:t>NVIC_Type</a:t>
            </a:r>
            <a:r>
              <a:rPr lang="en-US" sz="1200" dirty="0"/>
              <a:t>;</a:t>
            </a:r>
            <a:endParaRPr lang="en-US" altLang="zh-CN" sz="1200" dirty="0"/>
          </a:p>
          <a:p>
            <a:pPr>
              <a:lnSpc>
                <a:spcPct val="150000"/>
              </a:lnSpc>
              <a:buClr>
                <a:srgbClr val="C00000"/>
              </a:buClr>
              <a:buFont typeface="Wingdings" pitchFamily="2" charset="2"/>
              <a:buChar char="u"/>
            </a:pPr>
            <a:r>
              <a:rPr lang="zh-CN" altLang="en-US" sz="1600" dirty="0"/>
              <a:t>其中，</a:t>
            </a:r>
            <a:r>
              <a:rPr lang="zh-CN" altLang="en-US" sz="1600" dirty="0">
                <a:highlight>
                  <a:srgbClr val="FFFF00"/>
                </a:highlight>
              </a:rPr>
              <a:t>我们一般只用到</a:t>
            </a:r>
            <a:r>
              <a:rPr lang="en-US" altLang="zh-CN" sz="1600" dirty="0">
                <a:highlight>
                  <a:srgbClr val="FFFF00"/>
                </a:highlight>
              </a:rPr>
              <a:t>ISER</a:t>
            </a:r>
            <a:r>
              <a:rPr lang="zh-CN" altLang="en-US" sz="1600" dirty="0">
                <a:highlight>
                  <a:srgbClr val="FFFF00"/>
                </a:highlight>
              </a:rPr>
              <a:t>、</a:t>
            </a:r>
            <a:r>
              <a:rPr lang="en-US" altLang="zh-CN" sz="1600" dirty="0">
                <a:highlight>
                  <a:srgbClr val="FFFF00"/>
                </a:highlight>
              </a:rPr>
              <a:t>ICER</a:t>
            </a:r>
            <a:r>
              <a:rPr lang="zh-CN" altLang="en-US" sz="1600" dirty="0">
                <a:highlight>
                  <a:srgbClr val="FFFF00"/>
                </a:highlight>
              </a:rPr>
              <a:t>、</a:t>
            </a:r>
            <a:r>
              <a:rPr lang="en-US" altLang="zh-CN" sz="1600" dirty="0">
                <a:highlight>
                  <a:srgbClr val="FFFF00"/>
                </a:highlight>
              </a:rPr>
              <a:t>IP</a:t>
            </a:r>
            <a:r>
              <a:rPr lang="zh-CN" altLang="en-US" sz="1600" dirty="0">
                <a:highlight>
                  <a:srgbClr val="FFFF00"/>
                </a:highlight>
              </a:rPr>
              <a:t>这</a:t>
            </a:r>
            <a:r>
              <a:rPr lang="en-US" altLang="zh-CN" sz="1600" dirty="0">
                <a:highlight>
                  <a:srgbClr val="FFFF00"/>
                </a:highlight>
              </a:rPr>
              <a:t>3</a:t>
            </a:r>
            <a:r>
              <a:rPr lang="zh-CN" altLang="en-US" sz="1600" dirty="0">
                <a:highlight>
                  <a:srgbClr val="FFFF00"/>
                </a:highlight>
              </a:rPr>
              <a:t>个寄存器</a:t>
            </a:r>
            <a:r>
              <a:rPr lang="zh-CN" altLang="en-US" sz="1600" dirty="0"/>
              <a:t>。</a:t>
            </a:r>
            <a:r>
              <a:rPr lang="en-US" altLang="zh-CN" sz="1600" dirty="0"/>
              <a:t>ISER</a:t>
            </a:r>
            <a:r>
              <a:rPr lang="zh-CN" altLang="en-US" sz="1600" dirty="0"/>
              <a:t>用于使能中断，</a:t>
            </a:r>
            <a:r>
              <a:rPr lang="en-US" altLang="zh-CN" sz="1600" dirty="0"/>
              <a:t>ICER</a:t>
            </a:r>
            <a:r>
              <a:rPr lang="zh-CN" altLang="en-US" sz="1600" dirty="0"/>
              <a:t>用来清除中断，</a:t>
            </a:r>
            <a:r>
              <a:rPr lang="en-US" altLang="zh-CN" sz="1600" dirty="0"/>
              <a:t>IP</a:t>
            </a:r>
            <a:r>
              <a:rPr lang="zh-CN" altLang="en-US" sz="1600" dirty="0"/>
              <a:t>用来设置中断优先级。</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6.3 NVIC</a:t>
            </a:r>
            <a:r>
              <a:rPr lang="zh-CN" altLang="en-US" sz="2800" b="1" dirty="0">
                <a:solidFill>
                  <a:srgbClr val="14529E"/>
                </a:solidFill>
              </a:rPr>
              <a:t>硬件结构及软件配置</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6.3.1 NVIC</a:t>
            </a:r>
            <a:r>
              <a:rPr lang="zh-CN" altLang="en-US" sz="2800" b="1" dirty="0">
                <a:solidFill>
                  <a:srgbClr val="14529E"/>
                </a:solidFill>
              </a:rPr>
              <a:t>硬件结构</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9" name="矩形 8"/>
          <p:cNvSpPr/>
          <p:nvPr/>
        </p:nvSpPr>
        <p:spPr>
          <a:xfrm>
            <a:off x="771330" y="1247897"/>
            <a:ext cx="10779967" cy="6268767"/>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a:t>中断向量嵌套控制器是用来管理所有中断和事件的，包括中断的使能和除能，中断的优先级。</a:t>
            </a:r>
            <a:endParaRPr lang="en-US" altLang="zh-CN" dirty="0"/>
          </a:p>
          <a:p>
            <a:pPr>
              <a:lnSpc>
                <a:spcPct val="150000"/>
              </a:lnSpc>
              <a:buClr>
                <a:srgbClr val="C00000"/>
              </a:buClr>
              <a:buFont typeface="Wingdings" pitchFamily="2" charset="2"/>
              <a:buChar char="u"/>
            </a:pPr>
            <a:r>
              <a:rPr lang="zh-CN" altLang="en-US" b="1" dirty="0"/>
              <a:t>中断挂起设置寄存器</a:t>
            </a:r>
            <a:r>
              <a:rPr lang="en-US" b="1" dirty="0"/>
              <a:t>NVIC_ISPR[8]</a:t>
            </a:r>
          </a:p>
          <a:p>
            <a:pPr>
              <a:lnSpc>
                <a:spcPct val="150000"/>
              </a:lnSpc>
              <a:buClr>
                <a:srgbClr val="C00000"/>
              </a:buClr>
              <a:buFont typeface="Wingdings" pitchFamily="2" charset="2"/>
              <a:buChar char="u"/>
            </a:pPr>
            <a:r>
              <a:rPr lang="zh-CN" altLang="en-US" b="1" dirty="0"/>
              <a:t>解除中断挂起寄存器</a:t>
            </a:r>
            <a:r>
              <a:rPr lang="en-US" b="1" dirty="0"/>
              <a:t>NVIC_ICPR[8]</a:t>
            </a:r>
            <a:endParaRPr lang="en-US" altLang="zh-CN" dirty="0"/>
          </a:p>
          <a:p>
            <a:pPr>
              <a:lnSpc>
                <a:spcPct val="150000"/>
              </a:lnSpc>
              <a:buClr>
                <a:srgbClr val="C00000"/>
              </a:buClr>
              <a:buFont typeface="Wingdings" pitchFamily="2" charset="2"/>
              <a:buChar char="u"/>
            </a:pPr>
            <a:r>
              <a:rPr lang="zh-CN" altLang="en-US" b="1" dirty="0"/>
              <a:t>中断使能寄存器</a:t>
            </a:r>
            <a:r>
              <a:rPr lang="en-US" altLang="zh-CN" b="1" dirty="0"/>
              <a:t>NVIC_ISER[8]</a:t>
            </a:r>
            <a:endParaRPr lang="zh-CN" altLang="en-US" dirty="0"/>
          </a:p>
          <a:p>
            <a:pPr>
              <a:lnSpc>
                <a:spcPct val="150000"/>
              </a:lnSpc>
            </a:pPr>
            <a:r>
              <a:rPr lang="zh-CN" altLang="en-US" dirty="0"/>
              <a:t>中断使能寄存器共有</a:t>
            </a:r>
            <a:r>
              <a:rPr lang="en-US" altLang="zh-CN" dirty="0"/>
              <a:t>8</a:t>
            </a:r>
            <a:r>
              <a:rPr lang="zh-CN" altLang="en-US" dirty="0"/>
              <a:t>个，</a:t>
            </a:r>
            <a:r>
              <a:rPr lang="en-US" altLang="zh-CN" dirty="0"/>
              <a:t>ISER[0]</a:t>
            </a:r>
            <a:r>
              <a:rPr lang="zh-CN" altLang="en-US" dirty="0"/>
              <a:t>设置</a:t>
            </a:r>
            <a:r>
              <a:rPr lang="en-US" altLang="zh-CN" dirty="0"/>
              <a:t>0~31</a:t>
            </a:r>
            <a:r>
              <a:rPr lang="zh-CN" altLang="en-US" dirty="0"/>
              <a:t>号中断的使能，</a:t>
            </a:r>
            <a:r>
              <a:rPr lang="en-US" altLang="zh-CN" dirty="0"/>
              <a:t>ISER[1]</a:t>
            </a:r>
            <a:r>
              <a:rPr lang="zh-CN" altLang="en-US" dirty="0"/>
              <a:t>设置</a:t>
            </a:r>
            <a:r>
              <a:rPr lang="en-US" altLang="zh-CN" dirty="0"/>
              <a:t>32~63</a:t>
            </a:r>
            <a:r>
              <a:rPr lang="zh-CN" altLang="en-US" dirty="0"/>
              <a:t>号中断的使能，如此类推。</a:t>
            </a:r>
          </a:p>
          <a:p>
            <a:pPr>
              <a:lnSpc>
                <a:spcPct val="150000"/>
              </a:lnSpc>
              <a:buClr>
                <a:srgbClr val="C00000"/>
              </a:buClr>
              <a:buFont typeface="Wingdings" pitchFamily="2" charset="2"/>
              <a:buChar char="u"/>
            </a:pPr>
            <a:r>
              <a:rPr lang="zh-CN" altLang="en-US" b="1" dirty="0"/>
              <a:t>中断除能寄存器</a:t>
            </a:r>
            <a:r>
              <a:rPr lang="en-US" altLang="zh-CN" b="1" dirty="0"/>
              <a:t>NVIC_ICER[8]</a:t>
            </a:r>
            <a:endParaRPr lang="zh-CN" altLang="en-US" dirty="0"/>
          </a:p>
          <a:p>
            <a:pPr>
              <a:lnSpc>
                <a:spcPct val="150000"/>
              </a:lnSpc>
            </a:pPr>
            <a:r>
              <a:rPr lang="zh-CN" altLang="en-US" dirty="0"/>
              <a:t>中断除能寄存器共有</a:t>
            </a:r>
            <a:r>
              <a:rPr lang="en-US" altLang="zh-CN" dirty="0"/>
              <a:t>8</a:t>
            </a:r>
            <a:r>
              <a:rPr lang="zh-CN" altLang="en-US" dirty="0"/>
              <a:t>个，</a:t>
            </a:r>
            <a:r>
              <a:rPr lang="en-US" altLang="zh-CN" dirty="0"/>
              <a:t>ICER[0]</a:t>
            </a:r>
            <a:r>
              <a:rPr lang="zh-CN" altLang="en-US" dirty="0"/>
              <a:t>设置</a:t>
            </a:r>
            <a:r>
              <a:rPr lang="en-US" altLang="zh-CN" dirty="0"/>
              <a:t>0~31</a:t>
            </a:r>
            <a:r>
              <a:rPr lang="zh-CN" altLang="en-US" dirty="0"/>
              <a:t>号中断除能，</a:t>
            </a:r>
            <a:r>
              <a:rPr lang="en-US" altLang="zh-CN" dirty="0"/>
              <a:t>ICER[1]</a:t>
            </a:r>
            <a:r>
              <a:rPr lang="zh-CN" altLang="en-US" dirty="0"/>
              <a:t>设置</a:t>
            </a:r>
            <a:r>
              <a:rPr lang="en-US" altLang="zh-CN" dirty="0"/>
              <a:t>32~63</a:t>
            </a:r>
            <a:r>
              <a:rPr lang="zh-CN" altLang="en-US" dirty="0"/>
              <a:t>号中断的除能，如此类推。</a:t>
            </a:r>
            <a:endParaRPr lang="en-US" altLang="zh-CN" dirty="0"/>
          </a:p>
          <a:p>
            <a:pPr>
              <a:lnSpc>
                <a:spcPct val="150000"/>
              </a:lnSpc>
              <a:buClr>
                <a:srgbClr val="C00000"/>
              </a:buClr>
              <a:buFont typeface="Wingdings" pitchFamily="2" charset="2"/>
              <a:buChar char="u"/>
            </a:pPr>
            <a:r>
              <a:rPr lang="zh-CN" altLang="en-US" b="1" dirty="0"/>
              <a:t>中断激活位寄存器</a:t>
            </a:r>
            <a:r>
              <a:rPr lang="en-US" b="1" dirty="0"/>
              <a:t>NVIC_IABR[8]</a:t>
            </a:r>
          </a:p>
          <a:p>
            <a:pPr>
              <a:lnSpc>
                <a:spcPct val="150000"/>
              </a:lnSpc>
            </a:pPr>
            <a:r>
              <a:rPr lang="zh-CN" altLang="en-US" dirty="0"/>
              <a:t>相应的中断的状态是作为一个活跃或正被挂起的，读该位将会读出</a:t>
            </a:r>
            <a:r>
              <a:rPr lang="en-US" altLang="zh-CN" dirty="0"/>
              <a:t>1</a:t>
            </a:r>
            <a:r>
              <a:rPr lang="zh-CN" altLang="en-US" dirty="0"/>
              <a:t>。</a:t>
            </a:r>
            <a:endParaRPr lang="en-US" altLang="zh-CN" dirty="0"/>
          </a:p>
          <a:p>
            <a:pPr>
              <a:lnSpc>
                <a:spcPct val="150000"/>
              </a:lnSpc>
              <a:buClr>
                <a:srgbClr val="C00000"/>
              </a:buClr>
              <a:buFont typeface="Wingdings" pitchFamily="2" charset="2"/>
              <a:buChar char="u"/>
            </a:pPr>
            <a:r>
              <a:rPr lang="zh-CN" altLang="en-US" b="1" dirty="0"/>
              <a:t>中断优先级寄存器</a:t>
            </a:r>
            <a:r>
              <a:rPr lang="en-US" altLang="zh-CN" b="1" dirty="0"/>
              <a:t>NVIC_IPR[60]</a:t>
            </a:r>
          </a:p>
          <a:p>
            <a:pPr>
              <a:lnSpc>
                <a:spcPct val="150000"/>
              </a:lnSpc>
            </a:pPr>
            <a:endParaRPr lang="zh-CN" altLang="en-US" dirty="0"/>
          </a:p>
          <a:p>
            <a:pPr>
              <a:lnSpc>
                <a:spcPct val="150000"/>
              </a:lnSpc>
            </a:pPr>
            <a:br>
              <a:rPr lang="zh-CN" altLang="en-US" dirty="0"/>
            </a:b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15716" y="94044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6.3.2 STM32</a:t>
            </a:r>
            <a:r>
              <a:rPr lang="zh-CN" altLang="en-US" sz="2800" b="1" dirty="0">
                <a:solidFill>
                  <a:srgbClr val="14529E"/>
                </a:solidFill>
              </a:rPr>
              <a:t>中断优先级</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9" name="矩形 8"/>
          <p:cNvSpPr/>
          <p:nvPr/>
        </p:nvSpPr>
        <p:spPr>
          <a:xfrm>
            <a:off x="612710" y="1004731"/>
            <a:ext cx="10779967" cy="5853269"/>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a:t> </a:t>
            </a:r>
            <a:r>
              <a:rPr lang="en-US" altLang="zh-CN" dirty="0"/>
              <a:t>STM32</a:t>
            </a:r>
            <a:r>
              <a:rPr lang="zh-CN" altLang="en-US" dirty="0"/>
              <a:t>（</a:t>
            </a:r>
            <a:r>
              <a:rPr lang="en-US" altLang="zh-CN" dirty="0"/>
              <a:t>Cortex-M3</a:t>
            </a:r>
            <a:r>
              <a:rPr lang="zh-CN" altLang="en-US" dirty="0"/>
              <a:t>）中有两个优先级的概念：</a:t>
            </a:r>
            <a:r>
              <a:rPr lang="zh-CN" altLang="en-US" b="1" u="sng" dirty="0"/>
              <a:t>抢占式优先级</a:t>
            </a:r>
            <a:r>
              <a:rPr lang="zh-CN" altLang="en-US" dirty="0"/>
              <a:t>和</a:t>
            </a:r>
            <a:r>
              <a:rPr lang="zh-CN" altLang="en-US" b="1" u="sng" dirty="0"/>
              <a:t>响应优先级</a:t>
            </a:r>
            <a:r>
              <a:rPr lang="zh-CN" altLang="en-US" dirty="0"/>
              <a:t>，也把响应优先级称作“亚优先级”或“副优先级”，每个中断源都需要被指定这两种优先级。</a:t>
            </a:r>
            <a:endParaRPr lang="en-US" altLang="zh-CN" dirty="0"/>
          </a:p>
          <a:p>
            <a:pPr>
              <a:lnSpc>
                <a:spcPct val="150000"/>
              </a:lnSpc>
              <a:buClr>
                <a:srgbClr val="C00000"/>
              </a:buClr>
              <a:buFont typeface="Wingdings" pitchFamily="2" charset="2"/>
              <a:buChar char="u"/>
            </a:pPr>
            <a:r>
              <a:rPr lang="zh-CN" altLang="en-US" b="1" dirty="0"/>
              <a:t>占先式优先级（</a:t>
            </a:r>
            <a:r>
              <a:rPr lang="en-US" altLang="zh-CN" b="1" dirty="0"/>
              <a:t>pre-emption priority</a:t>
            </a:r>
            <a:r>
              <a:rPr lang="zh-CN" altLang="en-US" b="1" dirty="0"/>
              <a:t>）</a:t>
            </a:r>
            <a:endParaRPr lang="zh-CN" altLang="en-US" dirty="0"/>
          </a:p>
          <a:p>
            <a:pPr>
              <a:lnSpc>
                <a:spcPct val="150000"/>
              </a:lnSpc>
            </a:pPr>
            <a:r>
              <a:rPr lang="zh-CN" altLang="en-US" dirty="0"/>
              <a:t>    高占先式优先级的中断事件会打断当前的主程序</a:t>
            </a:r>
            <a:r>
              <a:rPr lang="en-US" altLang="zh-CN" dirty="0"/>
              <a:t>/</a:t>
            </a:r>
            <a:r>
              <a:rPr lang="zh-CN" altLang="en-US" dirty="0"/>
              <a:t>中断程序运行</a:t>
            </a:r>
            <a:r>
              <a:rPr lang="en-US" altLang="zh-CN" dirty="0"/>
              <a:t>—</a:t>
            </a:r>
            <a:r>
              <a:rPr lang="zh-CN" altLang="en-US" dirty="0"/>
              <a:t>抢断式优先响应，俗称中断嵌套。</a:t>
            </a:r>
          </a:p>
          <a:p>
            <a:pPr>
              <a:lnSpc>
                <a:spcPct val="150000"/>
              </a:lnSpc>
              <a:buClr>
                <a:srgbClr val="C00000"/>
              </a:buClr>
              <a:buFont typeface="Wingdings" pitchFamily="2" charset="2"/>
              <a:buChar char="u"/>
            </a:pPr>
            <a:r>
              <a:rPr lang="zh-CN" altLang="en-US" b="1" dirty="0"/>
              <a:t>副优先级（</a:t>
            </a:r>
            <a:r>
              <a:rPr lang="en-US" altLang="zh-CN" b="1" dirty="0" err="1"/>
              <a:t>subpriority</a:t>
            </a:r>
            <a:r>
              <a:rPr lang="zh-CN" altLang="en-US" b="1" dirty="0"/>
              <a:t>）</a:t>
            </a:r>
            <a:endParaRPr lang="zh-CN" altLang="en-US" dirty="0"/>
          </a:p>
          <a:p>
            <a:pPr>
              <a:lnSpc>
                <a:spcPct val="150000"/>
              </a:lnSpc>
            </a:pPr>
            <a:r>
              <a:rPr lang="zh-CN" altLang="en-US" dirty="0"/>
              <a:t>    在占先式优先级相同的情况下，高副优先级的中断优先被响应；</a:t>
            </a:r>
          </a:p>
          <a:p>
            <a:pPr>
              <a:lnSpc>
                <a:spcPct val="150000"/>
              </a:lnSpc>
            </a:pPr>
            <a:r>
              <a:rPr lang="zh-CN" altLang="en-US" dirty="0"/>
              <a:t>    在占先式优先级相同的情况下，如果有低副优先级中断正在执行，高副优先级的中断要等待已被响应的低副优先级中断执行结束后才能得到响应</a:t>
            </a:r>
            <a:r>
              <a:rPr lang="en-US" altLang="zh-CN" dirty="0"/>
              <a:t>—</a:t>
            </a:r>
            <a:r>
              <a:rPr lang="zh-CN" altLang="en-US" dirty="0"/>
              <a:t>非抢断式响应（不能嵌套）。</a:t>
            </a:r>
            <a:endParaRPr lang="en-US" altLang="zh-CN" dirty="0"/>
          </a:p>
          <a:p>
            <a:pPr>
              <a:lnSpc>
                <a:spcPct val="150000"/>
              </a:lnSpc>
              <a:buClr>
                <a:srgbClr val="C00000"/>
              </a:buClr>
              <a:buFont typeface="Wingdings" pitchFamily="2" charset="2"/>
              <a:buChar char="u"/>
            </a:pPr>
            <a:r>
              <a:rPr lang="zh-CN" altLang="en-US" dirty="0">
                <a:highlight>
                  <a:srgbClr val="FFFF00"/>
                </a:highlight>
              </a:rPr>
              <a:t>当相同占先优先级和相同副优先级的中断同时申请服务时，首先响应中断通道锁对应的中断向量地址低的那个中断。</a:t>
            </a:r>
            <a:endParaRPr lang="en-US" altLang="zh-CN" dirty="0">
              <a:highlight>
                <a:srgbClr val="FFFF00"/>
              </a:highlight>
            </a:endParaRPr>
          </a:p>
          <a:p>
            <a:pPr>
              <a:lnSpc>
                <a:spcPct val="150000"/>
              </a:lnSpc>
              <a:buClr>
                <a:srgbClr val="C00000"/>
              </a:buClr>
              <a:buFont typeface="Wingdings" pitchFamily="2" charset="2"/>
              <a:buChar char="u"/>
            </a:pPr>
            <a:r>
              <a:rPr lang="zh-CN" altLang="en-US" dirty="0"/>
              <a:t>说明：</a:t>
            </a:r>
            <a:endParaRPr lang="en-US" altLang="zh-CN" dirty="0"/>
          </a:p>
          <a:p>
            <a:pPr>
              <a:lnSpc>
                <a:spcPct val="150000"/>
              </a:lnSpc>
            </a:pPr>
            <a:r>
              <a:rPr lang="zh-CN" altLang="en-US" dirty="0"/>
              <a:t>      中断优先级的概念是针对“中断通道”的，当中断通道的优先级确定后，该中断通道对应的所有中断源都享有相同的中断优先级。至于该中断通道对应的多个中断源的执行顺序，取决于用户的中断服务程序。</a:t>
            </a:r>
          </a:p>
          <a:p>
            <a:pPr>
              <a:lnSpc>
                <a:spcPct val="150000"/>
              </a:lnSpc>
              <a:buClr>
                <a:srgbClr val="C00000"/>
              </a:buClr>
              <a:buFont typeface="Wingdings" pitchFamily="2" charset="2"/>
              <a:buChar char="u"/>
            </a:pP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94048" y="893335"/>
            <a:ext cx="10901265" cy="3970318"/>
          </a:xfrm>
          <a:prstGeom prst="rect">
            <a:avLst/>
          </a:prstGeom>
        </p:spPr>
        <p:txBody>
          <a:bodyPr wrap="square">
            <a:spAutoFit/>
          </a:bodyPr>
          <a:lstStyle/>
          <a:p>
            <a:pPr>
              <a:lnSpc>
                <a:spcPct val="150000"/>
              </a:lnSpc>
            </a:pPr>
            <a:r>
              <a:rPr lang="zh-CN" altLang="en-US" sz="2400" b="1" dirty="0">
                <a:solidFill>
                  <a:srgbClr val="FF0000"/>
                </a:solidFill>
              </a:rPr>
              <a:t>中断通道：</a:t>
            </a:r>
            <a:r>
              <a:rPr lang="zh-CN" altLang="en-US" sz="2400" dirty="0"/>
              <a:t>因为尽管每个中断对应一个外围设备，但该外围设备通常具备若干个可以引起中断的中断源或中断事件</a:t>
            </a:r>
            <a:r>
              <a:rPr lang="en-US" altLang="zh-CN" sz="2400" b="1" dirty="0">
                <a:solidFill>
                  <a:srgbClr val="FFC000"/>
                </a:solidFill>
              </a:rPr>
              <a:t>[</a:t>
            </a:r>
            <a:r>
              <a:rPr lang="zh-CN" altLang="en-US" sz="2400" b="1" dirty="0">
                <a:solidFill>
                  <a:srgbClr val="FFC000"/>
                </a:solidFill>
              </a:rPr>
              <a:t>外围设备与中断源的关系为</a:t>
            </a:r>
            <a:r>
              <a:rPr lang="en-US" altLang="zh-CN" sz="2400" b="1" dirty="0">
                <a:solidFill>
                  <a:srgbClr val="FFC000"/>
                </a:solidFill>
              </a:rPr>
              <a:t>1</a:t>
            </a:r>
            <a:r>
              <a:rPr lang="zh-CN" altLang="en-US" sz="2400" b="1" dirty="0">
                <a:solidFill>
                  <a:srgbClr val="FFC000"/>
                </a:solidFill>
              </a:rPr>
              <a:t>对</a:t>
            </a:r>
            <a:r>
              <a:rPr lang="en-US" altLang="zh-CN" sz="2400" b="1" dirty="0">
                <a:solidFill>
                  <a:srgbClr val="FFC000"/>
                </a:solidFill>
              </a:rPr>
              <a:t>N]</a:t>
            </a:r>
            <a:r>
              <a:rPr lang="zh-CN" altLang="en-US" sz="2400" dirty="0"/>
              <a:t>。而该设备的所有的中断都只能通过该指定的“中断通道”向内核申请中断。因此，</a:t>
            </a:r>
            <a:r>
              <a:rPr lang="zh-CN" altLang="en-US" sz="2400" dirty="0">
                <a:highlight>
                  <a:srgbClr val="FFFF00"/>
                </a:highlight>
              </a:rPr>
              <a:t>关于中断优先级的概念都是针对“中断通道”</a:t>
            </a:r>
            <a:r>
              <a:rPr lang="zh-CN" altLang="en-US" sz="2400" dirty="0"/>
              <a:t>的。</a:t>
            </a:r>
            <a:r>
              <a:rPr lang="zh-CN" altLang="en-US" sz="2400" b="1" dirty="0"/>
              <a:t>当该中断通道的优先级确定后，也就确定了该外围设备的中断优先级，并且</a:t>
            </a:r>
            <a:r>
              <a:rPr lang="zh-CN" altLang="en-US" sz="2400" b="1" dirty="0">
                <a:highlight>
                  <a:srgbClr val="FFFF00"/>
                </a:highlight>
              </a:rPr>
              <a:t>该设备所能产生的所有类型的中断，都享有相同的通道中断优先级。至于该设备本身产生的多个中断的执行顺序，则取决于用户的中断服务程序。（简单理解，多个中断源来了，利用</a:t>
            </a:r>
            <a:r>
              <a:rPr lang="en-US" altLang="zh-CN" sz="2400" b="1" dirty="0">
                <a:highlight>
                  <a:srgbClr val="FFFF00"/>
                </a:highlight>
              </a:rPr>
              <a:t>if</a:t>
            </a:r>
            <a:r>
              <a:rPr lang="zh-CN" altLang="en-US" sz="2400" b="1" dirty="0">
                <a:highlight>
                  <a:srgbClr val="FFFF00"/>
                </a:highlight>
              </a:rPr>
              <a:t>来区分）</a:t>
            </a:r>
            <a:endParaRPr lang="zh-CN" altLang="en-US" sz="2400" dirty="0">
              <a:highlight>
                <a:srgbClr val="FFFF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1886" y="679304"/>
            <a:ext cx="10972800" cy="5022272"/>
          </a:xfrm>
          <a:prstGeom prst="rect">
            <a:avLst/>
          </a:prstGeom>
        </p:spPr>
        <p:txBody>
          <a:bodyPr wrap="square">
            <a:spAutoFit/>
          </a:bodyPr>
          <a:lstStyle/>
          <a:p>
            <a:pPr>
              <a:lnSpc>
                <a:spcPct val="150000"/>
              </a:lnSpc>
              <a:buClr>
                <a:srgbClr val="C00000"/>
              </a:buClr>
              <a:buFont typeface="Wingdings" pitchFamily="2" charset="2"/>
              <a:buChar char="u"/>
            </a:pPr>
            <a:r>
              <a:rPr lang="en-US" altLang="zh-CN" dirty="0"/>
              <a:t>Cortex-M3</a:t>
            </a:r>
            <a:r>
              <a:rPr lang="zh-CN" altLang="en-US" dirty="0"/>
              <a:t>内核支持</a:t>
            </a:r>
            <a:r>
              <a:rPr lang="en-US" altLang="zh-CN" dirty="0">
                <a:highlight>
                  <a:srgbClr val="FFFF00"/>
                </a:highlight>
              </a:rPr>
              <a:t>256</a:t>
            </a:r>
            <a:r>
              <a:rPr lang="zh-CN" altLang="en-US" dirty="0">
                <a:highlight>
                  <a:srgbClr val="FFFF00"/>
                </a:highlight>
              </a:rPr>
              <a:t>个中断</a:t>
            </a:r>
            <a:r>
              <a:rPr lang="zh-CN" altLang="en-US" dirty="0"/>
              <a:t>，其中包含了</a:t>
            </a:r>
            <a:r>
              <a:rPr lang="en-US" altLang="zh-CN" dirty="0">
                <a:highlight>
                  <a:srgbClr val="FFFF00"/>
                </a:highlight>
              </a:rPr>
              <a:t>16</a:t>
            </a:r>
            <a:r>
              <a:rPr lang="zh-CN" altLang="en-US" dirty="0">
                <a:highlight>
                  <a:srgbClr val="FFFF00"/>
                </a:highlight>
              </a:rPr>
              <a:t>个内核中断（异常）和</a:t>
            </a:r>
            <a:r>
              <a:rPr lang="en-US" altLang="zh-CN" dirty="0">
                <a:highlight>
                  <a:srgbClr val="FFFF00"/>
                </a:highlight>
              </a:rPr>
              <a:t>240</a:t>
            </a:r>
            <a:r>
              <a:rPr lang="zh-CN" altLang="en-US" dirty="0">
                <a:highlight>
                  <a:srgbClr val="FFFF00"/>
                </a:highlight>
              </a:rPr>
              <a:t>个外部中断</a:t>
            </a:r>
            <a:r>
              <a:rPr lang="zh-CN" altLang="en-US" dirty="0"/>
              <a:t>，并且具有</a:t>
            </a:r>
            <a:r>
              <a:rPr lang="en-US" altLang="zh-CN" dirty="0"/>
              <a:t>256</a:t>
            </a:r>
            <a:r>
              <a:rPr lang="zh-CN" altLang="en-US" dirty="0"/>
              <a:t>级的可编程中断设置。但是，</a:t>
            </a:r>
            <a:r>
              <a:rPr lang="en-US" altLang="zh-CN" dirty="0"/>
              <a:t>STM32</a:t>
            </a:r>
            <a:r>
              <a:rPr lang="zh-CN" altLang="en-US" dirty="0"/>
              <a:t>并没有使用</a:t>
            </a:r>
            <a:r>
              <a:rPr lang="en-US" altLang="zh-CN" dirty="0"/>
              <a:t>CM3</a:t>
            </a:r>
            <a:r>
              <a:rPr lang="zh-CN" altLang="en-US" dirty="0"/>
              <a:t>内核的全部东西，而是只用了它的一部分。</a:t>
            </a:r>
            <a:r>
              <a:rPr lang="en-US" altLang="zh-CN" dirty="0">
                <a:highlight>
                  <a:srgbClr val="FFFF00"/>
                </a:highlight>
              </a:rPr>
              <a:t>STM32</a:t>
            </a:r>
            <a:r>
              <a:rPr lang="zh-CN" altLang="en-US" dirty="0">
                <a:highlight>
                  <a:srgbClr val="FFFF00"/>
                </a:highlight>
              </a:rPr>
              <a:t>有</a:t>
            </a:r>
            <a:r>
              <a:rPr lang="en-US" altLang="zh-CN" dirty="0">
                <a:highlight>
                  <a:srgbClr val="FFFF00"/>
                </a:highlight>
              </a:rPr>
              <a:t>84</a:t>
            </a:r>
            <a:r>
              <a:rPr lang="zh-CN" altLang="en-US" dirty="0">
                <a:highlight>
                  <a:srgbClr val="FFFF00"/>
                </a:highlight>
              </a:rPr>
              <a:t>个中断，包括</a:t>
            </a:r>
            <a:r>
              <a:rPr lang="en-US" altLang="zh-CN" dirty="0">
                <a:highlight>
                  <a:srgbClr val="FFFF00"/>
                </a:highlight>
              </a:rPr>
              <a:t>15</a:t>
            </a:r>
            <a:r>
              <a:rPr lang="zh-CN" altLang="en-US" dirty="0">
                <a:highlight>
                  <a:srgbClr val="FFFF00"/>
                </a:highlight>
              </a:rPr>
              <a:t>个内核中断（异常）和</a:t>
            </a:r>
            <a:r>
              <a:rPr lang="en-US" altLang="zh-CN" dirty="0">
                <a:highlight>
                  <a:srgbClr val="FFFF00"/>
                </a:highlight>
              </a:rPr>
              <a:t>68</a:t>
            </a:r>
            <a:r>
              <a:rPr lang="zh-CN" altLang="en-US" dirty="0">
                <a:highlight>
                  <a:srgbClr val="FFFF00"/>
                </a:highlight>
              </a:rPr>
              <a:t>个可屏蔽中断，具有</a:t>
            </a:r>
            <a:r>
              <a:rPr lang="en-US" altLang="zh-CN" dirty="0">
                <a:highlight>
                  <a:srgbClr val="FFFF00"/>
                </a:highlight>
              </a:rPr>
              <a:t>16</a:t>
            </a:r>
            <a:r>
              <a:rPr lang="zh-CN" altLang="en-US" dirty="0">
                <a:highlight>
                  <a:srgbClr val="FFFF00"/>
                </a:highlight>
              </a:rPr>
              <a:t>级可编程的中断优先级</a:t>
            </a:r>
            <a:r>
              <a:rPr lang="zh-CN" altLang="en-US" dirty="0"/>
              <a:t>。而</a:t>
            </a:r>
            <a:r>
              <a:rPr lang="en-US" altLang="zh-CN" dirty="0">
                <a:highlight>
                  <a:srgbClr val="FFFF00"/>
                </a:highlight>
              </a:rPr>
              <a:t>STM32F103</a:t>
            </a:r>
            <a:r>
              <a:rPr lang="zh-CN" altLang="en-US" dirty="0">
                <a:highlight>
                  <a:srgbClr val="FFFF00"/>
                </a:highlight>
              </a:rPr>
              <a:t>系列上面，</a:t>
            </a:r>
            <a:r>
              <a:rPr lang="en-US" altLang="zh-CN" dirty="0">
                <a:highlight>
                  <a:srgbClr val="FFFF00"/>
                </a:highlight>
              </a:rPr>
              <a:t>15</a:t>
            </a:r>
            <a:r>
              <a:rPr lang="zh-CN" altLang="en-US" dirty="0">
                <a:highlight>
                  <a:srgbClr val="FFFF00"/>
                </a:highlight>
              </a:rPr>
              <a:t>个内核中断（异常）不变，而可屏蔽中断只有</a:t>
            </a:r>
            <a:r>
              <a:rPr lang="en-US" altLang="zh-CN" dirty="0">
                <a:highlight>
                  <a:srgbClr val="FFFF00"/>
                </a:highlight>
              </a:rPr>
              <a:t>60</a:t>
            </a:r>
            <a:r>
              <a:rPr lang="zh-CN" altLang="en-US" dirty="0">
                <a:highlight>
                  <a:srgbClr val="FFFF00"/>
                </a:highlight>
              </a:rPr>
              <a:t>个（在</a:t>
            </a:r>
            <a:r>
              <a:rPr lang="en-US" altLang="zh-CN" dirty="0">
                <a:highlight>
                  <a:srgbClr val="FFFF00"/>
                </a:highlight>
              </a:rPr>
              <a:t>107</a:t>
            </a:r>
            <a:r>
              <a:rPr lang="zh-CN" altLang="en-US" dirty="0">
                <a:highlight>
                  <a:srgbClr val="FFFF00"/>
                </a:highlight>
              </a:rPr>
              <a:t>系列才有</a:t>
            </a:r>
            <a:r>
              <a:rPr lang="en-US" altLang="zh-CN" dirty="0">
                <a:highlight>
                  <a:srgbClr val="FFFF00"/>
                </a:highlight>
              </a:rPr>
              <a:t>68</a:t>
            </a:r>
            <a:r>
              <a:rPr lang="zh-CN" altLang="en-US" dirty="0">
                <a:highlight>
                  <a:srgbClr val="FFFF00"/>
                </a:highlight>
              </a:rPr>
              <a:t>个）</a:t>
            </a:r>
            <a:r>
              <a:rPr lang="zh-CN" altLang="en-US" dirty="0"/>
              <a:t>。</a:t>
            </a:r>
            <a:endParaRPr lang="en-US" altLang="zh-CN" dirty="0"/>
          </a:p>
          <a:p>
            <a:pPr>
              <a:lnSpc>
                <a:spcPct val="150000"/>
              </a:lnSpc>
              <a:buClr>
                <a:srgbClr val="C00000"/>
              </a:buClr>
              <a:buFont typeface="Wingdings" pitchFamily="2" charset="2"/>
              <a:buChar char="u"/>
            </a:pPr>
            <a:r>
              <a:rPr lang="en-US" altLang="zh-CN" dirty="0"/>
              <a:t>IP</a:t>
            </a:r>
            <a:r>
              <a:rPr lang="zh-CN" altLang="en-US" dirty="0"/>
              <a:t>寄存器组长度为</a:t>
            </a:r>
            <a:r>
              <a:rPr lang="en-US" altLang="zh-CN" dirty="0"/>
              <a:t>240</a:t>
            </a:r>
            <a:r>
              <a:rPr lang="zh-CN" altLang="en-US" dirty="0"/>
              <a:t>，这个寄存器为</a:t>
            </a:r>
            <a:r>
              <a:rPr lang="en-US" altLang="zh-CN" dirty="0"/>
              <a:t>8</a:t>
            </a:r>
            <a:r>
              <a:rPr lang="zh-CN" altLang="en-US" dirty="0"/>
              <a:t>位寄存器。</a:t>
            </a:r>
            <a:r>
              <a:rPr lang="en-US" altLang="zh-CN" dirty="0"/>
              <a:t>240</a:t>
            </a:r>
            <a:r>
              <a:rPr lang="zh-CN" altLang="en-US" dirty="0"/>
              <a:t>个</a:t>
            </a:r>
            <a:r>
              <a:rPr lang="en-US" altLang="zh-CN" dirty="0"/>
              <a:t>8</a:t>
            </a:r>
            <a:r>
              <a:rPr lang="zh-CN" altLang="en-US" dirty="0"/>
              <a:t>位寄存器，每个中断使用一个寄存器来确定优先级。由于</a:t>
            </a:r>
            <a:r>
              <a:rPr lang="en-US" altLang="zh-CN" dirty="0"/>
              <a:t>CM3</a:t>
            </a:r>
            <a:r>
              <a:rPr lang="zh-CN" altLang="en-US" dirty="0"/>
              <a:t>由</a:t>
            </a:r>
            <a:r>
              <a:rPr lang="en-US" altLang="zh-CN" dirty="0"/>
              <a:t>240</a:t>
            </a:r>
            <a:r>
              <a:rPr lang="zh-CN" altLang="en-US" dirty="0"/>
              <a:t>个外部中断，所以这个寄存器组的数目就是</a:t>
            </a:r>
            <a:r>
              <a:rPr lang="en-US" altLang="zh-CN" dirty="0"/>
              <a:t>240</a:t>
            </a:r>
            <a:r>
              <a:rPr lang="zh-CN" altLang="en-US" dirty="0"/>
              <a:t>（注意与上面寄存器的区别，一个是一个寄存器控制一个，一个是一位控制一个）。</a:t>
            </a:r>
          </a:p>
          <a:p>
            <a:pPr>
              <a:lnSpc>
                <a:spcPct val="150000"/>
              </a:lnSpc>
              <a:buClr>
                <a:srgbClr val="C00000"/>
              </a:buClr>
              <a:buFont typeface="Wingdings" pitchFamily="2" charset="2"/>
              <a:buChar char="u"/>
            </a:pPr>
            <a:r>
              <a:rPr lang="en-US" altLang="zh-CN" dirty="0"/>
              <a:t>IP[240]</a:t>
            </a:r>
            <a:r>
              <a:rPr lang="zh-CN" altLang="en-US" dirty="0"/>
              <a:t>（</a:t>
            </a:r>
            <a:r>
              <a:rPr lang="en-US" altLang="zh-CN" dirty="0"/>
              <a:t>Interrupt Priority Registers</a:t>
            </a:r>
            <a:r>
              <a:rPr lang="zh-CN" altLang="en-US" dirty="0"/>
              <a:t>）：中断优先级控制的寄存器。这是用来控制每个中断的优先级。由于</a:t>
            </a:r>
            <a:r>
              <a:rPr lang="en-US" altLang="zh-CN" dirty="0"/>
              <a:t>STM32F10x</a:t>
            </a:r>
            <a:r>
              <a:rPr lang="zh-CN" altLang="en-US" dirty="0"/>
              <a:t>系列一共</a:t>
            </a:r>
            <a:r>
              <a:rPr lang="en-US" altLang="zh-CN" dirty="0"/>
              <a:t>60</a:t>
            </a:r>
            <a:r>
              <a:rPr lang="zh-CN" altLang="en-US" dirty="0"/>
              <a:t>个可屏蔽中断，故使用</a:t>
            </a:r>
            <a:r>
              <a:rPr lang="en-US" altLang="zh-CN" dirty="0"/>
              <a:t>IP[59]~IP[0]</a:t>
            </a:r>
            <a:r>
              <a:rPr lang="zh-CN" altLang="en-US" dirty="0"/>
              <a:t>。其中每个</a:t>
            </a:r>
            <a:r>
              <a:rPr lang="en-US" altLang="zh-CN" dirty="0"/>
              <a:t>IP</a:t>
            </a:r>
            <a:r>
              <a:rPr lang="zh-CN" altLang="en-US" dirty="0"/>
              <a:t>寄存器的高</a:t>
            </a:r>
            <a:r>
              <a:rPr lang="en-US" altLang="zh-CN" dirty="0"/>
              <a:t>4</a:t>
            </a:r>
            <a:r>
              <a:rPr lang="zh-CN" altLang="en-US" dirty="0"/>
              <a:t>位</a:t>
            </a:r>
            <a:r>
              <a:rPr lang="en-US" altLang="zh-CN" dirty="0"/>
              <a:t>[7:4]</a:t>
            </a:r>
            <a:r>
              <a:rPr lang="zh-CN" altLang="en-US" dirty="0"/>
              <a:t>用来设置抢占和响应优先级（根据分组），低</a:t>
            </a:r>
            <a:r>
              <a:rPr lang="en-US" altLang="zh-CN" dirty="0"/>
              <a:t>4</a:t>
            </a:r>
            <a:r>
              <a:rPr lang="zh-CN" altLang="en-US" dirty="0"/>
              <a:t>位没有用到。而两个优先级各占几个位又要由上面讲到的中断优先级分组决定。</a:t>
            </a:r>
          </a:p>
          <a:p>
            <a:pPr>
              <a:lnSpc>
                <a:spcPct val="150000"/>
              </a:lnSpc>
            </a:pPr>
            <a:endParaRPr lang="zh-CN" altLang="en-US" dirty="0"/>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35261003-FC2A-735F-F34C-FBF86C3B75DE}"/>
                  </a:ext>
                </a:extLst>
              </p14:cNvPr>
              <p14:cNvContentPartPr/>
              <p14:nvPr/>
            </p14:nvContentPartPr>
            <p14:xfrm>
              <a:off x="5474198" y="4101688"/>
              <a:ext cx="5630040" cy="169560"/>
            </p14:xfrm>
          </p:contentPart>
        </mc:Choice>
        <mc:Fallback xmlns="">
          <p:pic>
            <p:nvPicPr>
              <p:cNvPr id="2" name="墨迹 1">
                <a:extLst>
                  <a:ext uri="{FF2B5EF4-FFF2-40B4-BE49-F238E27FC236}">
                    <a16:creationId xmlns:a16="http://schemas.microsoft.com/office/drawing/2014/main" id="{35261003-FC2A-735F-F34C-FBF86C3B75DE}"/>
                  </a:ext>
                </a:extLst>
              </p:cNvPr>
              <p:cNvPicPr/>
              <p:nvPr/>
            </p:nvPicPr>
            <p:blipFill>
              <a:blip r:embed="rId3"/>
              <a:stretch>
                <a:fillRect/>
              </a:stretch>
            </p:blipFill>
            <p:spPr>
              <a:xfrm>
                <a:off x="5420558" y="3993688"/>
                <a:ext cx="573768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C901E3A4-A4F8-D910-991C-024585AF7773}"/>
                  </a:ext>
                </a:extLst>
              </p14:cNvPr>
              <p14:cNvContentPartPr/>
              <p14:nvPr/>
            </p14:nvContentPartPr>
            <p14:xfrm>
              <a:off x="456878" y="4583008"/>
              <a:ext cx="5785920" cy="25200"/>
            </p14:xfrm>
          </p:contentPart>
        </mc:Choice>
        <mc:Fallback xmlns="">
          <p:pic>
            <p:nvPicPr>
              <p:cNvPr id="3" name="墨迹 2">
                <a:extLst>
                  <a:ext uri="{FF2B5EF4-FFF2-40B4-BE49-F238E27FC236}">
                    <a16:creationId xmlns:a16="http://schemas.microsoft.com/office/drawing/2014/main" id="{C901E3A4-A4F8-D910-991C-024585AF7773}"/>
                  </a:ext>
                </a:extLst>
              </p:cNvPr>
              <p:cNvPicPr/>
              <p:nvPr/>
            </p:nvPicPr>
            <p:blipFill>
              <a:blip r:embed="rId5"/>
              <a:stretch>
                <a:fillRect/>
              </a:stretch>
            </p:blipFill>
            <p:spPr>
              <a:xfrm>
                <a:off x="402878" y="4475008"/>
                <a:ext cx="58935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墨迹 20">
                <a:extLst>
                  <a:ext uri="{FF2B5EF4-FFF2-40B4-BE49-F238E27FC236}">
                    <a16:creationId xmlns:a16="http://schemas.microsoft.com/office/drawing/2014/main" id="{6BE00327-B84B-E2A9-21D0-8B4A1E50A836}"/>
                  </a:ext>
                </a:extLst>
              </p14:cNvPr>
              <p14:cNvContentPartPr/>
              <p14:nvPr/>
            </p14:nvContentPartPr>
            <p14:xfrm>
              <a:off x="6280598" y="5931208"/>
              <a:ext cx="360" cy="360"/>
            </p14:xfrm>
          </p:contentPart>
        </mc:Choice>
        <mc:Fallback xmlns="">
          <p:pic>
            <p:nvPicPr>
              <p:cNvPr id="21" name="墨迹 20">
                <a:extLst>
                  <a:ext uri="{FF2B5EF4-FFF2-40B4-BE49-F238E27FC236}">
                    <a16:creationId xmlns:a16="http://schemas.microsoft.com/office/drawing/2014/main" id="{6BE00327-B84B-E2A9-21D0-8B4A1E50A836}"/>
                  </a:ext>
                </a:extLst>
              </p:cNvPr>
              <p:cNvPicPr/>
              <p:nvPr/>
            </p:nvPicPr>
            <p:blipFill>
              <a:blip r:embed="rId7"/>
              <a:stretch>
                <a:fillRect/>
              </a:stretch>
            </p:blipFill>
            <p:spPr>
              <a:xfrm>
                <a:off x="6262598" y="591320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墨迹 23">
                <a:extLst>
                  <a:ext uri="{FF2B5EF4-FFF2-40B4-BE49-F238E27FC236}">
                    <a16:creationId xmlns:a16="http://schemas.microsoft.com/office/drawing/2014/main" id="{26346E7C-6FB9-E975-E013-A26B9B86C16C}"/>
                  </a:ext>
                </a:extLst>
              </p14:cNvPr>
              <p14:cNvContentPartPr/>
              <p14:nvPr/>
            </p14:nvContentPartPr>
            <p14:xfrm>
              <a:off x="3007838" y="2345248"/>
              <a:ext cx="5353560" cy="24840"/>
            </p14:xfrm>
          </p:contentPart>
        </mc:Choice>
        <mc:Fallback xmlns="">
          <p:pic>
            <p:nvPicPr>
              <p:cNvPr id="24" name="墨迹 23">
                <a:extLst>
                  <a:ext uri="{FF2B5EF4-FFF2-40B4-BE49-F238E27FC236}">
                    <a16:creationId xmlns:a16="http://schemas.microsoft.com/office/drawing/2014/main" id="{26346E7C-6FB9-E975-E013-A26B9B86C16C}"/>
                  </a:ext>
                </a:extLst>
              </p:cNvPr>
              <p:cNvPicPr/>
              <p:nvPr/>
            </p:nvPicPr>
            <p:blipFill>
              <a:blip r:embed="rId9"/>
              <a:stretch>
                <a:fillRect/>
              </a:stretch>
            </p:blipFill>
            <p:spPr>
              <a:xfrm>
                <a:off x="2989838" y="2327608"/>
                <a:ext cx="5389200" cy="60480"/>
              </a:xfrm>
              <a:prstGeom prst="rect">
                <a:avLst/>
              </a:prstGeom>
            </p:spPr>
          </p:pic>
        </mc:Fallback>
      </mc:AlternateContent>
      <p:grpSp>
        <p:nvGrpSpPr>
          <p:cNvPr id="26" name="组合 25">
            <a:extLst>
              <a:ext uri="{FF2B5EF4-FFF2-40B4-BE49-F238E27FC236}">
                <a16:creationId xmlns:a16="http://schemas.microsoft.com/office/drawing/2014/main" id="{67D95815-DB87-7B65-38F8-768A05D32E6A}"/>
              </a:ext>
            </a:extLst>
          </p:cNvPr>
          <p:cNvGrpSpPr/>
          <p:nvPr/>
        </p:nvGrpSpPr>
        <p:grpSpPr>
          <a:xfrm>
            <a:off x="3501038" y="5113288"/>
            <a:ext cx="2263320" cy="1207080"/>
            <a:chOff x="3501038" y="5113288"/>
            <a:chExt cx="2263320" cy="1207080"/>
          </a:xfrm>
        </p:grpSpPr>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E83940AC-3BE4-7A44-BA4F-525C434137C9}"/>
                    </a:ext>
                  </a:extLst>
                </p14:cNvPr>
                <p14:cNvContentPartPr/>
                <p14:nvPr/>
              </p14:nvContentPartPr>
              <p14:xfrm>
                <a:off x="3645758" y="5221648"/>
                <a:ext cx="54360" cy="128160"/>
              </p14:xfrm>
            </p:contentPart>
          </mc:Choice>
          <mc:Fallback xmlns="">
            <p:pic>
              <p:nvPicPr>
                <p:cNvPr id="4" name="墨迹 3">
                  <a:extLst>
                    <a:ext uri="{FF2B5EF4-FFF2-40B4-BE49-F238E27FC236}">
                      <a16:creationId xmlns:a16="http://schemas.microsoft.com/office/drawing/2014/main" id="{E83940AC-3BE4-7A44-BA4F-525C434137C9}"/>
                    </a:ext>
                  </a:extLst>
                </p:cNvPr>
                <p:cNvPicPr/>
                <p:nvPr/>
              </p:nvPicPr>
              <p:blipFill>
                <a:blip r:embed="rId11"/>
                <a:stretch>
                  <a:fillRect/>
                </a:stretch>
              </p:blipFill>
              <p:spPr>
                <a:xfrm>
                  <a:off x="3627758" y="5204008"/>
                  <a:ext cx="9000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3B3EF8BC-9FBC-81F9-478F-D60878DB2CC6}"/>
                    </a:ext>
                  </a:extLst>
                </p14:cNvPr>
                <p14:cNvContentPartPr/>
                <p14:nvPr/>
              </p14:nvContentPartPr>
              <p14:xfrm>
                <a:off x="3705518" y="5113288"/>
                <a:ext cx="219240" cy="337680"/>
              </p14:xfrm>
            </p:contentPart>
          </mc:Choice>
          <mc:Fallback xmlns="">
            <p:pic>
              <p:nvPicPr>
                <p:cNvPr id="5" name="墨迹 4">
                  <a:extLst>
                    <a:ext uri="{FF2B5EF4-FFF2-40B4-BE49-F238E27FC236}">
                      <a16:creationId xmlns:a16="http://schemas.microsoft.com/office/drawing/2014/main" id="{3B3EF8BC-9FBC-81F9-478F-D60878DB2CC6}"/>
                    </a:ext>
                  </a:extLst>
                </p:cNvPr>
                <p:cNvPicPr/>
                <p:nvPr/>
              </p:nvPicPr>
              <p:blipFill>
                <a:blip r:embed="rId13"/>
                <a:stretch>
                  <a:fillRect/>
                </a:stretch>
              </p:blipFill>
              <p:spPr>
                <a:xfrm>
                  <a:off x="3687878" y="5095648"/>
                  <a:ext cx="25488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墨迹 6">
                  <a:extLst>
                    <a:ext uri="{FF2B5EF4-FFF2-40B4-BE49-F238E27FC236}">
                      <a16:creationId xmlns:a16="http://schemas.microsoft.com/office/drawing/2014/main" id="{E9647AF2-4700-0ACE-30F2-7610E1388DDD}"/>
                    </a:ext>
                  </a:extLst>
                </p14:cNvPr>
                <p14:cNvContentPartPr/>
                <p14:nvPr/>
              </p14:nvContentPartPr>
              <p14:xfrm>
                <a:off x="3777518" y="5582728"/>
                <a:ext cx="12240" cy="177120"/>
              </p14:xfrm>
            </p:contentPart>
          </mc:Choice>
          <mc:Fallback xmlns="">
            <p:pic>
              <p:nvPicPr>
                <p:cNvPr id="7" name="墨迹 6">
                  <a:extLst>
                    <a:ext uri="{FF2B5EF4-FFF2-40B4-BE49-F238E27FC236}">
                      <a16:creationId xmlns:a16="http://schemas.microsoft.com/office/drawing/2014/main" id="{E9647AF2-4700-0ACE-30F2-7610E1388DDD}"/>
                    </a:ext>
                  </a:extLst>
                </p:cNvPr>
                <p:cNvPicPr/>
                <p:nvPr/>
              </p:nvPicPr>
              <p:blipFill>
                <a:blip r:embed="rId15"/>
                <a:stretch>
                  <a:fillRect/>
                </a:stretch>
              </p:blipFill>
              <p:spPr>
                <a:xfrm>
                  <a:off x="3759878" y="5564728"/>
                  <a:ext cx="4788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墨迹 7">
                  <a:extLst>
                    <a:ext uri="{FF2B5EF4-FFF2-40B4-BE49-F238E27FC236}">
                      <a16:creationId xmlns:a16="http://schemas.microsoft.com/office/drawing/2014/main" id="{244ED375-769B-FFBC-C2AC-62FD5B859EA3}"/>
                    </a:ext>
                  </a:extLst>
                </p14:cNvPr>
                <p14:cNvContentPartPr/>
                <p14:nvPr/>
              </p14:nvContentPartPr>
              <p14:xfrm>
                <a:off x="3946358" y="5714848"/>
                <a:ext cx="87480" cy="128520"/>
              </p14:xfrm>
            </p:contentPart>
          </mc:Choice>
          <mc:Fallback xmlns="">
            <p:pic>
              <p:nvPicPr>
                <p:cNvPr id="8" name="墨迹 7">
                  <a:extLst>
                    <a:ext uri="{FF2B5EF4-FFF2-40B4-BE49-F238E27FC236}">
                      <a16:creationId xmlns:a16="http://schemas.microsoft.com/office/drawing/2014/main" id="{244ED375-769B-FFBC-C2AC-62FD5B859EA3}"/>
                    </a:ext>
                  </a:extLst>
                </p:cNvPr>
                <p:cNvPicPr/>
                <p:nvPr/>
              </p:nvPicPr>
              <p:blipFill>
                <a:blip r:embed="rId17"/>
                <a:stretch>
                  <a:fillRect/>
                </a:stretch>
              </p:blipFill>
              <p:spPr>
                <a:xfrm>
                  <a:off x="3928718" y="5697208"/>
                  <a:ext cx="1231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墨迹 8">
                  <a:extLst>
                    <a:ext uri="{FF2B5EF4-FFF2-40B4-BE49-F238E27FC236}">
                      <a16:creationId xmlns:a16="http://schemas.microsoft.com/office/drawing/2014/main" id="{457FFA0C-FB83-8C5C-8298-C0A123386548}"/>
                    </a:ext>
                  </a:extLst>
                </p14:cNvPr>
                <p14:cNvContentPartPr/>
                <p14:nvPr/>
              </p14:nvContentPartPr>
              <p14:xfrm>
                <a:off x="4198718" y="5241088"/>
                <a:ext cx="271440" cy="65160"/>
              </p14:xfrm>
            </p:contentPart>
          </mc:Choice>
          <mc:Fallback xmlns="">
            <p:pic>
              <p:nvPicPr>
                <p:cNvPr id="9" name="墨迹 8">
                  <a:extLst>
                    <a:ext uri="{FF2B5EF4-FFF2-40B4-BE49-F238E27FC236}">
                      <a16:creationId xmlns:a16="http://schemas.microsoft.com/office/drawing/2014/main" id="{457FFA0C-FB83-8C5C-8298-C0A123386548}"/>
                    </a:ext>
                  </a:extLst>
                </p:cNvPr>
                <p:cNvPicPr/>
                <p:nvPr/>
              </p:nvPicPr>
              <p:blipFill>
                <a:blip r:embed="rId19"/>
                <a:stretch>
                  <a:fillRect/>
                </a:stretch>
              </p:blipFill>
              <p:spPr>
                <a:xfrm>
                  <a:off x="4181078" y="5223088"/>
                  <a:ext cx="3070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墨迹 9">
                  <a:extLst>
                    <a:ext uri="{FF2B5EF4-FFF2-40B4-BE49-F238E27FC236}">
                      <a16:creationId xmlns:a16="http://schemas.microsoft.com/office/drawing/2014/main" id="{DE9525E4-28E0-8E4E-58A8-25B330FA5E01}"/>
                    </a:ext>
                  </a:extLst>
                </p14:cNvPr>
                <p14:cNvContentPartPr/>
                <p14:nvPr/>
              </p14:nvContentPartPr>
              <p14:xfrm>
                <a:off x="4206998" y="5173408"/>
                <a:ext cx="196560" cy="449280"/>
              </p14:xfrm>
            </p:contentPart>
          </mc:Choice>
          <mc:Fallback xmlns="">
            <p:pic>
              <p:nvPicPr>
                <p:cNvPr id="10" name="墨迹 9">
                  <a:extLst>
                    <a:ext uri="{FF2B5EF4-FFF2-40B4-BE49-F238E27FC236}">
                      <a16:creationId xmlns:a16="http://schemas.microsoft.com/office/drawing/2014/main" id="{DE9525E4-28E0-8E4E-58A8-25B330FA5E01}"/>
                    </a:ext>
                  </a:extLst>
                </p:cNvPr>
                <p:cNvPicPr/>
                <p:nvPr/>
              </p:nvPicPr>
              <p:blipFill>
                <a:blip r:embed="rId21"/>
                <a:stretch>
                  <a:fillRect/>
                </a:stretch>
              </p:blipFill>
              <p:spPr>
                <a:xfrm>
                  <a:off x="4189358" y="5155408"/>
                  <a:ext cx="23220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墨迹 10">
                  <a:extLst>
                    <a:ext uri="{FF2B5EF4-FFF2-40B4-BE49-F238E27FC236}">
                      <a16:creationId xmlns:a16="http://schemas.microsoft.com/office/drawing/2014/main" id="{4A500F9A-F350-A23C-1563-FAB4202C6FF3}"/>
                    </a:ext>
                  </a:extLst>
                </p14:cNvPr>
                <p14:cNvContentPartPr/>
                <p14:nvPr/>
              </p14:nvContentPartPr>
              <p14:xfrm>
                <a:off x="4367198" y="5414248"/>
                <a:ext cx="61560" cy="317880"/>
              </p14:xfrm>
            </p:contentPart>
          </mc:Choice>
          <mc:Fallback xmlns="">
            <p:pic>
              <p:nvPicPr>
                <p:cNvPr id="11" name="墨迹 10">
                  <a:extLst>
                    <a:ext uri="{FF2B5EF4-FFF2-40B4-BE49-F238E27FC236}">
                      <a16:creationId xmlns:a16="http://schemas.microsoft.com/office/drawing/2014/main" id="{4A500F9A-F350-A23C-1563-FAB4202C6FF3}"/>
                    </a:ext>
                  </a:extLst>
                </p:cNvPr>
                <p:cNvPicPr/>
                <p:nvPr/>
              </p:nvPicPr>
              <p:blipFill>
                <a:blip r:embed="rId23"/>
                <a:stretch>
                  <a:fillRect/>
                </a:stretch>
              </p:blipFill>
              <p:spPr>
                <a:xfrm>
                  <a:off x="4349558" y="5396248"/>
                  <a:ext cx="9720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墨迹 11">
                  <a:extLst>
                    <a:ext uri="{FF2B5EF4-FFF2-40B4-BE49-F238E27FC236}">
                      <a16:creationId xmlns:a16="http://schemas.microsoft.com/office/drawing/2014/main" id="{4893681B-1E75-6F51-CE1E-0A6F6B2DB5FF}"/>
                    </a:ext>
                  </a:extLst>
                </p14:cNvPr>
                <p14:cNvContentPartPr/>
                <p14:nvPr/>
              </p14:nvContentPartPr>
              <p14:xfrm>
                <a:off x="4415798" y="5403808"/>
                <a:ext cx="205200" cy="415080"/>
              </p14:xfrm>
            </p:contentPart>
          </mc:Choice>
          <mc:Fallback xmlns="">
            <p:pic>
              <p:nvPicPr>
                <p:cNvPr id="12" name="墨迹 11">
                  <a:extLst>
                    <a:ext uri="{FF2B5EF4-FFF2-40B4-BE49-F238E27FC236}">
                      <a16:creationId xmlns:a16="http://schemas.microsoft.com/office/drawing/2014/main" id="{4893681B-1E75-6F51-CE1E-0A6F6B2DB5FF}"/>
                    </a:ext>
                  </a:extLst>
                </p:cNvPr>
                <p:cNvPicPr/>
                <p:nvPr/>
              </p:nvPicPr>
              <p:blipFill>
                <a:blip r:embed="rId25"/>
                <a:stretch>
                  <a:fillRect/>
                </a:stretch>
              </p:blipFill>
              <p:spPr>
                <a:xfrm>
                  <a:off x="4397798" y="5386168"/>
                  <a:ext cx="24084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墨迹 12">
                  <a:extLst>
                    <a:ext uri="{FF2B5EF4-FFF2-40B4-BE49-F238E27FC236}">
                      <a16:creationId xmlns:a16="http://schemas.microsoft.com/office/drawing/2014/main" id="{73F7C7EF-97DC-9E1A-F39C-DE5B3D544728}"/>
                    </a:ext>
                  </a:extLst>
                </p14:cNvPr>
                <p14:cNvContentPartPr/>
                <p14:nvPr/>
              </p14:nvContentPartPr>
              <p14:xfrm>
                <a:off x="4463318" y="5451328"/>
                <a:ext cx="56520" cy="23040"/>
              </p14:xfrm>
            </p:contentPart>
          </mc:Choice>
          <mc:Fallback xmlns="">
            <p:pic>
              <p:nvPicPr>
                <p:cNvPr id="13" name="墨迹 12">
                  <a:extLst>
                    <a:ext uri="{FF2B5EF4-FFF2-40B4-BE49-F238E27FC236}">
                      <a16:creationId xmlns:a16="http://schemas.microsoft.com/office/drawing/2014/main" id="{73F7C7EF-97DC-9E1A-F39C-DE5B3D544728}"/>
                    </a:ext>
                  </a:extLst>
                </p:cNvPr>
                <p:cNvPicPr/>
                <p:nvPr/>
              </p:nvPicPr>
              <p:blipFill>
                <a:blip r:embed="rId27"/>
                <a:stretch>
                  <a:fillRect/>
                </a:stretch>
              </p:blipFill>
              <p:spPr>
                <a:xfrm>
                  <a:off x="4445678" y="5433688"/>
                  <a:ext cx="921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 name="墨迹 13">
                  <a:extLst>
                    <a:ext uri="{FF2B5EF4-FFF2-40B4-BE49-F238E27FC236}">
                      <a16:creationId xmlns:a16="http://schemas.microsoft.com/office/drawing/2014/main" id="{3E767527-1510-0EDC-47E0-EC0E314CAE2D}"/>
                    </a:ext>
                  </a:extLst>
                </p14:cNvPr>
                <p14:cNvContentPartPr/>
                <p14:nvPr/>
              </p14:nvContentPartPr>
              <p14:xfrm>
                <a:off x="4451798" y="5609368"/>
                <a:ext cx="80280" cy="21600"/>
              </p14:xfrm>
            </p:contentPart>
          </mc:Choice>
          <mc:Fallback xmlns="">
            <p:pic>
              <p:nvPicPr>
                <p:cNvPr id="14" name="墨迹 13">
                  <a:extLst>
                    <a:ext uri="{FF2B5EF4-FFF2-40B4-BE49-F238E27FC236}">
                      <a16:creationId xmlns:a16="http://schemas.microsoft.com/office/drawing/2014/main" id="{3E767527-1510-0EDC-47E0-EC0E314CAE2D}"/>
                    </a:ext>
                  </a:extLst>
                </p:cNvPr>
                <p:cNvPicPr/>
                <p:nvPr/>
              </p:nvPicPr>
              <p:blipFill>
                <a:blip r:embed="rId29"/>
                <a:stretch>
                  <a:fillRect/>
                </a:stretch>
              </p:blipFill>
              <p:spPr>
                <a:xfrm>
                  <a:off x="4434158" y="5591368"/>
                  <a:ext cx="1159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墨迹 14">
                  <a:extLst>
                    <a:ext uri="{FF2B5EF4-FFF2-40B4-BE49-F238E27FC236}">
                      <a16:creationId xmlns:a16="http://schemas.microsoft.com/office/drawing/2014/main" id="{9EA43028-FA39-7E4C-90B3-B04A2B2E63A4}"/>
                    </a:ext>
                  </a:extLst>
                </p14:cNvPr>
                <p14:cNvContentPartPr/>
                <p14:nvPr/>
              </p14:nvContentPartPr>
              <p14:xfrm>
                <a:off x="4427318" y="5718808"/>
                <a:ext cx="151560" cy="44280"/>
              </p14:xfrm>
            </p:contentPart>
          </mc:Choice>
          <mc:Fallback xmlns="">
            <p:pic>
              <p:nvPicPr>
                <p:cNvPr id="15" name="墨迹 14">
                  <a:extLst>
                    <a:ext uri="{FF2B5EF4-FFF2-40B4-BE49-F238E27FC236}">
                      <a16:creationId xmlns:a16="http://schemas.microsoft.com/office/drawing/2014/main" id="{9EA43028-FA39-7E4C-90B3-B04A2B2E63A4}"/>
                    </a:ext>
                  </a:extLst>
                </p:cNvPr>
                <p:cNvPicPr/>
                <p:nvPr/>
              </p:nvPicPr>
              <p:blipFill>
                <a:blip r:embed="rId31"/>
                <a:stretch>
                  <a:fillRect/>
                </a:stretch>
              </p:blipFill>
              <p:spPr>
                <a:xfrm>
                  <a:off x="4409318" y="5700808"/>
                  <a:ext cx="1872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5648E618-EF46-1BA3-680E-7A6E1B9C5E60}"/>
                    </a:ext>
                  </a:extLst>
                </p14:cNvPr>
                <p14:cNvContentPartPr/>
                <p14:nvPr/>
              </p14:nvContentPartPr>
              <p14:xfrm>
                <a:off x="4811798" y="5221648"/>
                <a:ext cx="129600" cy="487800"/>
              </p14:xfrm>
            </p:contentPart>
          </mc:Choice>
          <mc:Fallback xmlns="">
            <p:pic>
              <p:nvPicPr>
                <p:cNvPr id="16" name="墨迹 15">
                  <a:extLst>
                    <a:ext uri="{FF2B5EF4-FFF2-40B4-BE49-F238E27FC236}">
                      <a16:creationId xmlns:a16="http://schemas.microsoft.com/office/drawing/2014/main" id="{5648E618-EF46-1BA3-680E-7A6E1B9C5E60}"/>
                    </a:ext>
                  </a:extLst>
                </p:cNvPr>
                <p:cNvPicPr/>
                <p:nvPr/>
              </p:nvPicPr>
              <p:blipFill>
                <a:blip r:embed="rId33"/>
                <a:stretch>
                  <a:fillRect/>
                </a:stretch>
              </p:blipFill>
              <p:spPr>
                <a:xfrm>
                  <a:off x="4793798" y="5204008"/>
                  <a:ext cx="16524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1DB539F8-DD47-ECCB-D44C-02F0B5A68DD6}"/>
                    </a:ext>
                  </a:extLst>
                </p14:cNvPr>
                <p14:cNvContentPartPr/>
                <p14:nvPr/>
              </p14:nvContentPartPr>
              <p14:xfrm>
                <a:off x="5102678" y="5281048"/>
                <a:ext cx="120600" cy="509760"/>
              </p14:xfrm>
            </p:contentPart>
          </mc:Choice>
          <mc:Fallback xmlns="">
            <p:pic>
              <p:nvPicPr>
                <p:cNvPr id="17" name="墨迹 16">
                  <a:extLst>
                    <a:ext uri="{FF2B5EF4-FFF2-40B4-BE49-F238E27FC236}">
                      <a16:creationId xmlns:a16="http://schemas.microsoft.com/office/drawing/2014/main" id="{1DB539F8-DD47-ECCB-D44C-02F0B5A68DD6}"/>
                    </a:ext>
                  </a:extLst>
                </p:cNvPr>
                <p:cNvPicPr/>
                <p:nvPr/>
              </p:nvPicPr>
              <p:blipFill>
                <a:blip r:embed="rId35"/>
                <a:stretch>
                  <a:fillRect/>
                </a:stretch>
              </p:blipFill>
              <p:spPr>
                <a:xfrm>
                  <a:off x="5084678" y="5263048"/>
                  <a:ext cx="156240" cy="545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EDE3F74A-C746-5CBF-4C74-2FE90F6ECBA0}"/>
                    </a:ext>
                  </a:extLst>
                </p14:cNvPr>
                <p14:cNvContentPartPr/>
                <p14:nvPr/>
              </p14:nvContentPartPr>
              <p14:xfrm>
                <a:off x="5414798" y="5438008"/>
                <a:ext cx="119880" cy="160920"/>
              </p14:xfrm>
            </p:contentPart>
          </mc:Choice>
          <mc:Fallback xmlns="">
            <p:pic>
              <p:nvPicPr>
                <p:cNvPr id="18" name="墨迹 17">
                  <a:extLst>
                    <a:ext uri="{FF2B5EF4-FFF2-40B4-BE49-F238E27FC236}">
                      <a16:creationId xmlns:a16="http://schemas.microsoft.com/office/drawing/2014/main" id="{EDE3F74A-C746-5CBF-4C74-2FE90F6ECBA0}"/>
                    </a:ext>
                  </a:extLst>
                </p:cNvPr>
                <p:cNvPicPr/>
                <p:nvPr/>
              </p:nvPicPr>
              <p:blipFill>
                <a:blip r:embed="rId37"/>
                <a:stretch>
                  <a:fillRect/>
                </a:stretch>
              </p:blipFill>
              <p:spPr>
                <a:xfrm>
                  <a:off x="5396798" y="5420008"/>
                  <a:ext cx="1555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墨迹 18">
                  <a:extLst>
                    <a:ext uri="{FF2B5EF4-FFF2-40B4-BE49-F238E27FC236}">
                      <a16:creationId xmlns:a16="http://schemas.microsoft.com/office/drawing/2014/main" id="{3B142D2C-307D-6B9B-4970-43B7B367E20B}"/>
                    </a:ext>
                  </a:extLst>
                </p14:cNvPr>
                <p14:cNvContentPartPr/>
                <p14:nvPr/>
              </p14:nvContentPartPr>
              <p14:xfrm>
                <a:off x="5522078" y="5402008"/>
                <a:ext cx="242280" cy="178200"/>
              </p14:xfrm>
            </p:contentPart>
          </mc:Choice>
          <mc:Fallback xmlns="">
            <p:pic>
              <p:nvPicPr>
                <p:cNvPr id="19" name="墨迹 18">
                  <a:extLst>
                    <a:ext uri="{FF2B5EF4-FFF2-40B4-BE49-F238E27FC236}">
                      <a16:creationId xmlns:a16="http://schemas.microsoft.com/office/drawing/2014/main" id="{3B142D2C-307D-6B9B-4970-43B7B367E20B}"/>
                    </a:ext>
                  </a:extLst>
                </p:cNvPr>
                <p:cNvPicPr/>
                <p:nvPr/>
              </p:nvPicPr>
              <p:blipFill>
                <a:blip r:embed="rId39"/>
                <a:stretch>
                  <a:fillRect/>
                </a:stretch>
              </p:blipFill>
              <p:spPr>
                <a:xfrm>
                  <a:off x="5504078" y="5384008"/>
                  <a:ext cx="2779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0" name="墨迹 19">
                  <a:extLst>
                    <a:ext uri="{FF2B5EF4-FFF2-40B4-BE49-F238E27FC236}">
                      <a16:creationId xmlns:a16="http://schemas.microsoft.com/office/drawing/2014/main" id="{60D1968A-A3D3-A5A4-0CD1-63B351E726E1}"/>
                    </a:ext>
                  </a:extLst>
                </p14:cNvPr>
                <p14:cNvContentPartPr/>
                <p14:nvPr/>
              </p14:nvContentPartPr>
              <p14:xfrm>
                <a:off x="5594438" y="5522608"/>
                <a:ext cx="360" cy="567360"/>
              </p14:xfrm>
            </p:contentPart>
          </mc:Choice>
          <mc:Fallback xmlns="">
            <p:pic>
              <p:nvPicPr>
                <p:cNvPr id="20" name="墨迹 19">
                  <a:extLst>
                    <a:ext uri="{FF2B5EF4-FFF2-40B4-BE49-F238E27FC236}">
                      <a16:creationId xmlns:a16="http://schemas.microsoft.com/office/drawing/2014/main" id="{60D1968A-A3D3-A5A4-0CD1-63B351E726E1}"/>
                    </a:ext>
                  </a:extLst>
                </p:cNvPr>
                <p:cNvPicPr/>
                <p:nvPr/>
              </p:nvPicPr>
              <p:blipFill>
                <a:blip r:embed="rId41"/>
                <a:stretch>
                  <a:fillRect/>
                </a:stretch>
              </p:blipFill>
              <p:spPr>
                <a:xfrm>
                  <a:off x="5576438" y="5504608"/>
                  <a:ext cx="36000"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墨迹 21">
                  <a:extLst>
                    <a:ext uri="{FF2B5EF4-FFF2-40B4-BE49-F238E27FC236}">
                      <a16:creationId xmlns:a16="http://schemas.microsoft.com/office/drawing/2014/main" id="{D72037B8-CCD6-2BD6-82AD-F9F804FF088D}"/>
                    </a:ext>
                  </a:extLst>
                </p14:cNvPr>
                <p14:cNvContentPartPr/>
                <p14:nvPr/>
              </p14:nvContentPartPr>
              <p14:xfrm>
                <a:off x="3501038" y="6220288"/>
                <a:ext cx="2018880" cy="100080"/>
              </p14:xfrm>
            </p:contentPart>
          </mc:Choice>
          <mc:Fallback xmlns="">
            <p:pic>
              <p:nvPicPr>
                <p:cNvPr id="22" name="墨迹 21">
                  <a:extLst>
                    <a:ext uri="{FF2B5EF4-FFF2-40B4-BE49-F238E27FC236}">
                      <a16:creationId xmlns:a16="http://schemas.microsoft.com/office/drawing/2014/main" id="{D72037B8-CCD6-2BD6-82AD-F9F804FF088D}"/>
                    </a:ext>
                  </a:extLst>
                </p:cNvPr>
                <p:cNvPicPr/>
                <p:nvPr/>
              </p:nvPicPr>
              <p:blipFill>
                <a:blip r:embed="rId43"/>
                <a:stretch>
                  <a:fillRect/>
                </a:stretch>
              </p:blipFill>
              <p:spPr>
                <a:xfrm>
                  <a:off x="3483038" y="6202648"/>
                  <a:ext cx="20545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墨迹 24">
                  <a:extLst>
                    <a:ext uri="{FF2B5EF4-FFF2-40B4-BE49-F238E27FC236}">
                      <a16:creationId xmlns:a16="http://schemas.microsoft.com/office/drawing/2014/main" id="{440EC372-415F-B8BB-02E0-2F134E452313}"/>
                    </a:ext>
                  </a:extLst>
                </p14:cNvPr>
                <p14:cNvContentPartPr/>
                <p14:nvPr/>
              </p14:nvContentPartPr>
              <p14:xfrm>
                <a:off x="3705518" y="5390128"/>
                <a:ext cx="189000" cy="360"/>
              </p14:xfrm>
            </p:contentPart>
          </mc:Choice>
          <mc:Fallback xmlns="">
            <p:pic>
              <p:nvPicPr>
                <p:cNvPr id="25" name="墨迹 24">
                  <a:extLst>
                    <a:ext uri="{FF2B5EF4-FFF2-40B4-BE49-F238E27FC236}">
                      <a16:creationId xmlns:a16="http://schemas.microsoft.com/office/drawing/2014/main" id="{440EC372-415F-B8BB-02E0-2F134E452313}"/>
                    </a:ext>
                  </a:extLst>
                </p:cNvPr>
                <p:cNvPicPr/>
                <p:nvPr/>
              </p:nvPicPr>
              <p:blipFill>
                <a:blip r:embed="rId45"/>
                <a:stretch>
                  <a:fillRect/>
                </a:stretch>
              </p:blipFill>
              <p:spPr>
                <a:xfrm>
                  <a:off x="3687878" y="5372488"/>
                  <a:ext cx="22464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27" name="墨迹 26">
                <a:extLst>
                  <a:ext uri="{FF2B5EF4-FFF2-40B4-BE49-F238E27FC236}">
                    <a16:creationId xmlns:a16="http://schemas.microsoft.com/office/drawing/2014/main" id="{C968781A-42B1-2317-2148-F7F39555FEDF}"/>
                  </a:ext>
                </a:extLst>
              </p14:cNvPr>
              <p14:cNvContentPartPr/>
              <p14:nvPr/>
            </p14:nvContentPartPr>
            <p14:xfrm>
              <a:off x="7904558" y="2702008"/>
              <a:ext cx="3339000" cy="101880"/>
            </p14:xfrm>
          </p:contentPart>
        </mc:Choice>
        <mc:Fallback xmlns="">
          <p:pic>
            <p:nvPicPr>
              <p:cNvPr id="27" name="墨迹 26">
                <a:extLst>
                  <a:ext uri="{FF2B5EF4-FFF2-40B4-BE49-F238E27FC236}">
                    <a16:creationId xmlns:a16="http://schemas.microsoft.com/office/drawing/2014/main" id="{C968781A-42B1-2317-2148-F7F39555FEDF}"/>
                  </a:ext>
                </a:extLst>
              </p:cNvPr>
              <p:cNvPicPr/>
              <p:nvPr/>
            </p:nvPicPr>
            <p:blipFill>
              <a:blip r:embed="rId47"/>
              <a:stretch>
                <a:fillRect/>
              </a:stretch>
            </p:blipFill>
            <p:spPr>
              <a:xfrm>
                <a:off x="7886918" y="2684008"/>
                <a:ext cx="337464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墨迹 27">
                <a:extLst>
                  <a:ext uri="{FF2B5EF4-FFF2-40B4-BE49-F238E27FC236}">
                    <a16:creationId xmlns:a16="http://schemas.microsoft.com/office/drawing/2014/main" id="{F8620FEF-57B0-ADBF-859D-FA8FD835D0D4}"/>
                  </a:ext>
                </a:extLst>
              </p14:cNvPr>
              <p14:cNvContentPartPr/>
              <p14:nvPr/>
            </p14:nvContentPartPr>
            <p14:xfrm>
              <a:off x="4752038" y="1948888"/>
              <a:ext cx="1527480" cy="13320"/>
            </p14:xfrm>
          </p:contentPart>
        </mc:Choice>
        <mc:Fallback xmlns="">
          <p:pic>
            <p:nvPicPr>
              <p:cNvPr id="28" name="墨迹 27">
                <a:extLst>
                  <a:ext uri="{FF2B5EF4-FFF2-40B4-BE49-F238E27FC236}">
                    <a16:creationId xmlns:a16="http://schemas.microsoft.com/office/drawing/2014/main" id="{F8620FEF-57B0-ADBF-859D-FA8FD835D0D4}"/>
                  </a:ext>
                </a:extLst>
              </p:cNvPr>
              <p:cNvPicPr/>
              <p:nvPr/>
            </p:nvPicPr>
            <p:blipFill>
              <a:blip r:embed="rId49"/>
              <a:stretch>
                <a:fillRect/>
              </a:stretch>
            </p:blipFill>
            <p:spPr>
              <a:xfrm>
                <a:off x="4734038" y="1931248"/>
                <a:ext cx="1563120" cy="4896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1886" y="679304"/>
            <a:ext cx="10972800" cy="5218288"/>
          </a:xfrm>
          <a:prstGeom prst="rect">
            <a:avLst/>
          </a:prstGeom>
        </p:spPr>
        <p:txBody>
          <a:bodyPr wrap="square">
            <a:spAutoFit/>
          </a:bodyPr>
          <a:lstStyle/>
          <a:p>
            <a:pPr>
              <a:lnSpc>
                <a:spcPct val="150000"/>
              </a:lnSpc>
              <a:buClr>
                <a:srgbClr val="C00000"/>
              </a:buClr>
              <a:buFont typeface="Wingdings" pitchFamily="2" charset="2"/>
              <a:buChar char="u"/>
            </a:pPr>
            <a:r>
              <a:rPr lang="zh-CN" altLang="en-US" sz="1600" dirty="0"/>
              <a:t> </a:t>
            </a:r>
            <a:r>
              <a:rPr lang="en-US" altLang="zh-CN" sz="1600" dirty="0"/>
              <a:t>STM32 </a:t>
            </a:r>
            <a:r>
              <a:rPr lang="zh-CN" altLang="en-US" sz="1600" dirty="0"/>
              <a:t>可以支持的 </a:t>
            </a:r>
            <a:r>
              <a:rPr lang="en-US" altLang="zh-CN" sz="1600" dirty="0"/>
              <a:t>68 </a:t>
            </a:r>
            <a:r>
              <a:rPr lang="zh-CN" altLang="en-US" sz="1600" dirty="0"/>
              <a:t>个外部中断通道，已经固定的分配给相应的外部设备。每个中断 通道都具备自己的中断优先级控制字节 </a:t>
            </a:r>
            <a:r>
              <a:rPr lang="en-US" altLang="zh-CN" sz="1600" dirty="0" err="1"/>
              <a:t>PRI_n</a:t>
            </a:r>
            <a:r>
              <a:rPr lang="zh-CN" altLang="en-US" sz="1600" dirty="0"/>
              <a:t>（</a:t>
            </a:r>
            <a:r>
              <a:rPr lang="en-US" altLang="zh-CN" sz="1600" dirty="0"/>
              <a:t>8 </a:t>
            </a:r>
            <a:r>
              <a:rPr lang="zh-CN" altLang="en-US" sz="1600" dirty="0"/>
              <a:t>位，但在 </a:t>
            </a:r>
            <a:r>
              <a:rPr lang="en-US" altLang="zh-CN" sz="1600" dirty="0"/>
              <a:t>STM32 </a:t>
            </a:r>
            <a:r>
              <a:rPr lang="zh-CN" altLang="en-US" sz="1600" dirty="0"/>
              <a:t>中只使用 </a:t>
            </a:r>
            <a:r>
              <a:rPr lang="en-US" altLang="zh-CN" sz="1600" dirty="0"/>
              <a:t>4 </a:t>
            </a:r>
            <a:r>
              <a:rPr lang="zh-CN" altLang="en-US" sz="1600" dirty="0"/>
              <a:t>位，高 </a:t>
            </a:r>
            <a:r>
              <a:rPr lang="en-US" altLang="zh-CN" sz="1600" dirty="0"/>
              <a:t>4 </a:t>
            </a:r>
            <a:r>
              <a:rPr lang="zh-CN" altLang="en-US" sz="1600" dirty="0"/>
              <a:t>位有 效）</a:t>
            </a:r>
            <a:r>
              <a:rPr lang="en-US" altLang="zh-CN" sz="1600" dirty="0"/>
              <a:t>(</a:t>
            </a:r>
            <a:r>
              <a:rPr lang="sv-SE" altLang="zh-CN" sz="1600" dirty="0"/>
              <a:t>IP </a:t>
            </a:r>
            <a:r>
              <a:rPr lang="zh-CN" altLang="en-US" sz="1600" dirty="0"/>
              <a:t>寄存器</a:t>
            </a:r>
            <a:r>
              <a:rPr lang="en-US" altLang="zh-CN" sz="1600" dirty="0"/>
              <a:t>)</a:t>
            </a:r>
            <a:r>
              <a:rPr lang="zh-CN" altLang="en-US" sz="1600" dirty="0"/>
              <a:t>，每 </a:t>
            </a:r>
            <a:r>
              <a:rPr lang="en-US" altLang="zh-CN" sz="1600" dirty="0"/>
              <a:t>4 </a:t>
            </a:r>
            <a:r>
              <a:rPr lang="zh-CN" altLang="en-US" sz="1600" dirty="0"/>
              <a:t>个通道的 </a:t>
            </a:r>
            <a:r>
              <a:rPr lang="en-US" altLang="zh-CN" sz="1600" dirty="0"/>
              <a:t>8 </a:t>
            </a:r>
            <a:r>
              <a:rPr lang="zh-CN" altLang="en-US" sz="1600" dirty="0"/>
              <a:t>位中断优先级控制字（</a:t>
            </a:r>
            <a:r>
              <a:rPr lang="en-US" altLang="zh-CN" sz="1600" dirty="0" err="1"/>
              <a:t>PRI_n</a:t>
            </a:r>
            <a:r>
              <a:rPr lang="zh-CN" altLang="en-US" sz="1600" dirty="0"/>
              <a:t>）构成一个 </a:t>
            </a:r>
            <a:r>
              <a:rPr lang="en-US" altLang="zh-CN" sz="1600" dirty="0"/>
              <a:t>32 </a:t>
            </a:r>
            <a:r>
              <a:rPr lang="zh-CN" altLang="en-US" sz="1600" dirty="0"/>
              <a:t>位的优先级寄存器（</a:t>
            </a:r>
            <a:r>
              <a:rPr lang="en-US" altLang="zh-CN" sz="1600" dirty="0"/>
              <a:t>Priority Register</a:t>
            </a:r>
            <a:r>
              <a:rPr lang="zh-CN" altLang="en-US" sz="1600" dirty="0"/>
              <a:t>）。</a:t>
            </a:r>
            <a:r>
              <a:rPr lang="en-US" altLang="zh-CN" sz="1600" dirty="0"/>
              <a:t>68 </a:t>
            </a:r>
            <a:r>
              <a:rPr lang="zh-CN" altLang="en-US" sz="1600" dirty="0"/>
              <a:t>个通道的优先级控制字至少构成 </a:t>
            </a:r>
            <a:r>
              <a:rPr lang="en-US" altLang="zh-CN" sz="1600" dirty="0"/>
              <a:t>17 </a:t>
            </a:r>
            <a:r>
              <a:rPr lang="zh-CN" altLang="en-US" sz="1600" dirty="0"/>
              <a:t>个 </a:t>
            </a:r>
            <a:r>
              <a:rPr lang="en-US" altLang="zh-CN" sz="1600" dirty="0"/>
              <a:t>32 </a:t>
            </a:r>
            <a:r>
              <a:rPr lang="zh-CN" altLang="en-US" sz="1600" dirty="0"/>
              <a:t>位的优先级寄存器</a:t>
            </a:r>
            <a:r>
              <a:rPr lang="en-US" altLang="zh-CN" sz="1600" dirty="0"/>
              <a:t>(</a:t>
            </a:r>
            <a:r>
              <a:rPr lang="zh-CN" altLang="en-US" sz="1600" dirty="0">
                <a:solidFill>
                  <a:srgbClr val="FF0000"/>
                </a:solidFill>
              </a:rPr>
              <a:t>这纯粹是为了配合 </a:t>
            </a:r>
            <a:r>
              <a:rPr lang="en-US" altLang="zh-CN" sz="1600" dirty="0">
                <a:solidFill>
                  <a:srgbClr val="FF0000"/>
                </a:solidFill>
              </a:rPr>
              <a:t>32 </a:t>
            </a:r>
            <a:r>
              <a:rPr lang="zh-CN" altLang="en-US" sz="1600" dirty="0">
                <a:solidFill>
                  <a:srgbClr val="FF0000"/>
                </a:solidFill>
              </a:rPr>
              <a:t>位 </a:t>
            </a:r>
            <a:r>
              <a:rPr lang="en-US" altLang="zh-CN" sz="1600" dirty="0">
                <a:solidFill>
                  <a:srgbClr val="FF0000"/>
                </a:solidFill>
              </a:rPr>
              <a:t>CPU </a:t>
            </a:r>
            <a:r>
              <a:rPr lang="zh-CN" altLang="en-US" sz="1600" dirty="0">
                <a:solidFill>
                  <a:srgbClr val="FF0000"/>
                </a:solidFill>
              </a:rPr>
              <a:t>的寻址习惯</a:t>
            </a:r>
            <a:r>
              <a:rPr lang="zh-CN" altLang="en-US" sz="1600" dirty="0"/>
              <a:t>。</a:t>
            </a:r>
            <a:r>
              <a:rPr lang="en-US" altLang="zh-CN" sz="1600" dirty="0"/>
              <a:t>)</a:t>
            </a:r>
            <a:r>
              <a:rPr lang="zh-CN" altLang="en-US" sz="1600" dirty="0"/>
              <a:t>，它们是 </a:t>
            </a:r>
            <a:r>
              <a:rPr lang="en-US" altLang="zh-CN" sz="1600" dirty="0"/>
              <a:t>NVIC </a:t>
            </a:r>
            <a:r>
              <a:rPr lang="zh-CN" altLang="en-US" sz="1600" dirty="0"/>
              <a:t>寄存器中的一个重要部分。 </a:t>
            </a:r>
            <a:endParaRPr lang="en-US" altLang="zh-CN" sz="1600" dirty="0"/>
          </a:p>
          <a:p>
            <a:pPr>
              <a:lnSpc>
                <a:spcPct val="150000"/>
              </a:lnSpc>
              <a:buClr>
                <a:srgbClr val="C00000"/>
              </a:buClr>
              <a:buFont typeface="Wingdings" pitchFamily="2" charset="2"/>
              <a:buChar char="u"/>
            </a:pPr>
            <a:r>
              <a:rPr lang="zh-CN" altLang="en-US" sz="1600" dirty="0"/>
              <a:t>对于这 </a:t>
            </a:r>
            <a:r>
              <a:rPr lang="en-US" altLang="zh-CN" sz="1600" dirty="0"/>
              <a:t>4bit </a:t>
            </a:r>
            <a:r>
              <a:rPr lang="zh-CN" altLang="en-US" sz="1600" dirty="0"/>
              <a:t>的中断优先级控制位还必须分成 </a:t>
            </a:r>
            <a:r>
              <a:rPr lang="en-US" altLang="zh-CN" sz="1600" dirty="0"/>
              <a:t>2 </a:t>
            </a:r>
            <a:r>
              <a:rPr lang="zh-CN" altLang="en-US" sz="1600" dirty="0"/>
              <a:t>组看：从高位开始，前面是定义抢先式优 先级的位，后面用于定义子优先级。</a:t>
            </a:r>
            <a:r>
              <a:rPr lang="en-US" altLang="zh-CN" sz="1600" dirty="0"/>
              <a:t>4bit </a:t>
            </a:r>
            <a:r>
              <a:rPr lang="zh-CN" altLang="en-US" sz="1600" dirty="0"/>
              <a:t>的分组组合可以有以下几种形式：</a:t>
            </a:r>
            <a:endParaRPr lang="en-US" altLang="zh-CN" sz="1600" dirty="0"/>
          </a:p>
          <a:p>
            <a:pPr>
              <a:lnSpc>
                <a:spcPct val="150000"/>
              </a:lnSpc>
              <a:buClr>
                <a:srgbClr val="C00000"/>
              </a:buClr>
              <a:buFont typeface="Wingdings" pitchFamily="2" charset="2"/>
              <a:buChar char="u"/>
            </a:pPr>
            <a:endParaRPr lang="en-US" altLang="zh-CN" sz="1600" dirty="0"/>
          </a:p>
          <a:p>
            <a:pPr>
              <a:lnSpc>
                <a:spcPct val="150000"/>
              </a:lnSpc>
              <a:buClr>
                <a:srgbClr val="C00000"/>
              </a:buClr>
              <a:buFont typeface="Wingdings" pitchFamily="2" charset="2"/>
              <a:buChar char="u"/>
            </a:pPr>
            <a:endParaRPr lang="en-US" altLang="zh-CN" sz="1600" dirty="0"/>
          </a:p>
          <a:p>
            <a:pPr>
              <a:lnSpc>
                <a:spcPct val="150000"/>
              </a:lnSpc>
              <a:buClr>
                <a:srgbClr val="C00000"/>
              </a:buClr>
              <a:buFont typeface="Wingdings" pitchFamily="2" charset="2"/>
              <a:buChar char="u"/>
            </a:pPr>
            <a:endParaRPr lang="en-US" altLang="zh-CN" sz="1600" dirty="0"/>
          </a:p>
          <a:p>
            <a:pPr>
              <a:lnSpc>
                <a:spcPct val="150000"/>
              </a:lnSpc>
              <a:buClr>
                <a:srgbClr val="C00000"/>
              </a:buClr>
              <a:buFont typeface="Wingdings" pitchFamily="2" charset="2"/>
              <a:buChar char="u"/>
            </a:pPr>
            <a:endParaRPr lang="en-US" altLang="zh-CN" sz="1600" dirty="0"/>
          </a:p>
          <a:p>
            <a:pPr>
              <a:lnSpc>
                <a:spcPct val="150000"/>
              </a:lnSpc>
              <a:buClr>
                <a:srgbClr val="C00000"/>
              </a:buClr>
              <a:buFont typeface="Wingdings" pitchFamily="2" charset="2"/>
              <a:buChar char="u"/>
            </a:pPr>
            <a:r>
              <a:rPr lang="zh-CN" altLang="en-US" sz="1600" dirty="0"/>
              <a:t>在一个系统中，通常只使用上面 </a:t>
            </a:r>
            <a:r>
              <a:rPr lang="en-US" altLang="zh-CN" sz="1600" dirty="0"/>
              <a:t>5 </a:t>
            </a:r>
            <a:r>
              <a:rPr lang="zh-CN" altLang="en-US" sz="1600" dirty="0"/>
              <a:t>种分配情况的一种，具体采用哪一种，需要在初始化 时写入到一个 </a:t>
            </a:r>
            <a:r>
              <a:rPr lang="en-US" altLang="zh-CN" sz="1600" dirty="0"/>
              <a:t>32 </a:t>
            </a:r>
            <a:r>
              <a:rPr lang="zh-CN" altLang="en-US" sz="1600" dirty="0"/>
              <a:t>位寄存器 </a:t>
            </a:r>
            <a:r>
              <a:rPr lang="en-US" sz="1600" dirty="0" err="1"/>
              <a:t>AIRC（Application</a:t>
            </a:r>
            <a:r>
              <a:rPr lang="en-US" sz="1600" dirty="0"/>
              <a:t> Interrupt and Reset Control Register）</a:t>
            </a:r>
            <a:br>
              <a:rPr lang="en-US" sz="1600" dirty="0"/>
            </a:br>
            <a:r>
              <a:rPr lang="zh-CN" altLang="en-US" sz="1600" dirty="0"/>
              <a:t>的第</a:t>
            </a:r>
            <a:r>
              <a:rPr lang="en-US" altLang="zh-CN" sz="1600" dirty="0"/>
              <a:t>[10</a:t>
            </a:r>
            <a:r>
              <a:rPr lang="zh-CN" altLang="en-US" sz="1600" dirty="0"/>
              <a:t>：</a:t>
            </a:r>
            <a:r>
              <a:rPr lang="en-US" altLang="zh-CN" sz="1600" dirty="0"/>
              <a:t>8]</a:t>
            </a:r>
            <a:r>
              <a:rPr lang="zh-CN" altLang="en-US" sz="1600" dirty="0"/>
              <a:t>这 </a:t>
            </a:r>
            <a:r>
              <a:rPr lang="en-US" altLang="zh-CN" sz="1600" dirty="0"/>
              <a:t>3 </a:t>
            </a:r>
            <a:r>
              <a:rPr lang="zh-CN" altLang="en-US" sz="1600" dirty="0"/>
              <a:t>个位中。比如你将 </a:t>
            </a:r>
            <a:r>
              <a:rPr lang="en-US" altLang="zh-CN" sz="1600" dirty="0"/>
              <a:t>0</a:t>
            </a:r>
            <a:r>
              <a:rPr lang="en-US" sz="1600" dirty="0"/>
              <a:t>x05（</a:t>
            </a:r>
            <a:r>
              <a:rPr lang="zh-CN" altLang="en-US" sz="1600" dirty="0"/>
              <a:t>即上表中的编号）写到 </a:t>
            </a:r>
            <a:r>
              <a:rPr lang="en-US" sz="1600" dirty="0"/>
              <a:t>AIRC </a:t>
            </a:r>
            <a:r>
              <a:rPr lang="zh-CN" altLang="en-US" sz="1600" dirty="0"/>
              <a:t>的</a:t>
            </a:r>
            <a:r>
              <a:rPr lang="en-US" altLang="zh-CN" sz="1600" dirty="0"/>
              <a:t>[10</a:t>
            </a:r>
            <a:r>
              <a:rPr lang="zh-CN" altLang="en-US" sz="1600" dirty="0"/>
              <a:t>：</a:t>
            </a:r>
            <a:r>
              <a:rPr lang="en-US" altLang="zh-CN" sz="1600" dirty="0"/>
              <a:t>8]</a:t>
            </a:r>
            <a:r>
              <a:rPr lang="zh-CN" altLang="en-US" sz="1600" dirty="0"/>
              <a:t>中，那么也就规定了你的系统中只 有 </a:t>
            </a:r>
            <a:r>
              <a:rPr lang="en-US" altLang="zh-CN" sz="1600" dirty="0"/>
              <a:t>4 </a:t>
            </a:r>
            <a:r>
              <a:rPr lang="zh-CN" altLang="en-US" sz="1600" dirty="0"/>
              <a:t>个抢先式优先级，相同的抢先式优先级下还可以有 </a:t>
            </a:r>
            <a:r>
              <a:rPr lang="en-US" altLang="zh-CN" sz="1600" dirty="0"/>
              <a:t>4 </a:t>
            </a:r>
            <a:r>
              <a:rPr lang="zh-CN" altLang="en-US" sz="1600" dirty="0"/>
              <a:t>个不同级别的子优先级。   </a:t>
            </a:r>
          </a:p>
        </p:txBody>
      </p:sp>
      <p:pic>
        <p:nvPicPr>
          <p:cNvPr id="83970" name="Picture 2" descr="https://img-blog.csdnimg.cn/20200213201635731.png"/>
          <p:cNvPicPr>
            <a:picLocks noChangeAspect="1" noChangeArrowheads="1"/>
          </p:cNvPicPr>
          <p:nvPr/>
        </p:nvPicPr>
        <p:blipFill>
          <a:blip r:embed="rId2"/>
          <a:srcRect/>
          <a:stretch>
            <a:fillRect/>
          </a:stretch>
        </p:blipFill>
        <p:spPr bwMode="auto">
          <a:xfrm>
            <a:off x="2653674" y="2945060"/>
            <a:ext cx="5477295" cy="1486568"/>
          </a:xfrm>
          <a:prstGeom prst="rect">
            <a:avLst/>
          </a:prstGeom>
          <a:noFill/>
        </p:spPr>
      </p:pic>
      <mc:AlternateContent xmlns:mc="http://schemas.openxmlformats.org/markup-compatibility/2006" xmlns:p14="http://schemas.microsoft.com/office/powerpoint/2010/main">
        <mc:Choice Requires="p14">
          <p:contentPart p14:bwMode="auto" r:id="rId3">
            <p14:nvContentPartPr>
              <p14:cNvPr id="9" name="墨迹 8">
                <a:extLst>
                  <a:ext uri="{FF2B5EF4-FFF2-40B4-BE49-F238E27FC236}">
                    <a16:creationId xmlns:a16="http://schemas.microsoft.com/office/drawing/2014/main" id="{8F145046-E00B-74A1-E2A4-8BC65E2D62F2}"/>
                  </a:ext>
                </a:extLst>
              </p14:cNvPr>
              <p14:cNvContentPartPr/>
              <p14:nvPr/>
            </p14:nvContentPartPr>
            <p14:xfrm>
              <a:off x="4018718" y="1515088"/>
              <a:ext cx="2745720" cy="61920"/>
            </p14:xfrm>
          </p:contentPart>
        </mc:Choice>
        <mc:Fallback xmlns="">
          <p:pic>
            <p:nvPicPr>
              <p:cNvPr id="9" name="墨迹 8">
                <a:extLst>
                  <a:ext uri="{FF2B5EF4-FFF2-40B4-BE49-F238E27FC236}">
                    <a16:creationId xmlns:a16="http://schemas.microsoft.com/office/drawing/2014/main" id="{8F145046-E00B-74A1-E2A4-8BC65E2D62F2}"/>
                  </a:ext>
                </a:extLst>
              </p:cNvPr>
              <p:cNvPicPr/>
              <p:nvPr/>
            </p:nvPicPr>
            <p:blipFill>
              <a:blip r:embed="rId4"/>
              <a:stretch>
                <a:fillRect/>
              </a:stretch>
            </p:blipFill>
            <p:spPr>
              <a:xfrm>
                <a:off x="4000718" y="1497088"/>
                <a:ext cx="27813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墨迹 9">
                <a:extLst>
                  <a:ext uri="{FF2B5EF4-FFF2-40B4-BE49-F238E27FC236}">
                    <a16:creationId xmlns:a16="http://schemas.microsoft.com/office/drawing/2014/main" id="{FED61CA3-F7A3-7B69-8F40-699C2AD0E5B2}"/>
                  </a:ext>
                </a:extLst>
              </p14:cNvPr>
              <p14:cNvContentPartPr/>
              <p14:nvPr/>
            </p14:nvContentPartPr>
            <p14:xfrm>
              <a:off x="6761558" y="1527328"/>
              <a:ext cx="2391840" cy="86040"/>
            </p14:xfrm>
          </p:contentPart>
        </mc:Choice>
        <mc:Fallback xmlns="">
          <p:pic>
            <p:nvPicPr>
              <p:cNvPr id="10" name="墨迹 9">
                <a:extLst>
                  <a:ext uri="{FF2B5EF4-FFF2-40B4-BE49-F238E27FC236}">
                    <a16:creationId xmlns:a16="http://schemas.microsoft.com/office/drawing/2014/main" id="{FED61CA3-F7A3-7B69-8F40-699C2AD0E5B2}"/>
                  </a:ext>
                </a:extLst>
              </p:cNvPr>
              <p:cNvPicPr/>
              <p:nvPr/>
            </p:nvPicPr>
            <p:blipFill>
              <a:blip r:embed="rId6"/>
              <a:stretch>
                <a:fillRect/>
              </a:stretch>
            </p:blipFill>
            <p:spPr>
              <a:xfrm>
                <a:off x="6743558" y="1509328"/>
                <a:ext cx="24274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墨迹 11">
                <a:extLst>
                  <a:ext uri="{FF2B5EF4-FFF2-40B4-BE49-F238E27FC236}">
                    <a16:creationId xmlns:a16="http://schemas.microsoft.com/office/drawing/2014/main" id="{A348F6FA-D99B-8AEA-9A27-D2E39A2980D6}"/>
                  </a:ext>
                </a:extLst>
              </p14:cNvPr>
              <p14:cNvContentPartPr/>
              <p14:nvPr/>
            </p14:nvContentPartPr>
            <p14:xfrm>
              <a:off x="8843078" y="1599688"/>
              <a:ext cx="301320" cy="12600"/>
            </p14:xfrm>
          </p:contentPart>
        </mc:Choice>
        <mc:Fallback xmlns="">
          <p:pic>
            <p:nvPicPr>
              <p:cNvPr id="12" name="墨迹 11">
                <a:extLst>
                  <a:ext uri="{FF2B5EF4-FFF2-40B4-BE49-F238E27FC236}">
                    <a16:creationId xmlns:a16="http://schemas.microsoft.com/office/drawing/2014/main" id="{A348F6FA-D99B-8AEA-9A27-D2E39A2980D6}"/>
                  </a:ext>
                </a:extLst>
              </p:cNvPr>
              <p:cNvPicPr/>
              <p:nvPr/>
            </p:nvPicPr>
            <p:blipFill>
              <a:blip r:embed="rId8"/>
              <a:stretch>
                <a:fillRect/>
              </a:stretch>
            </p:blipFill>
            <p:spPr>
              <a:xfrm>
                <a:off x="8825438" y="1582048"/>
                <a:ext cx="3369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墨迹 12">
                <a:extLst>
                  <a:ext uri="{FF2B5EF4-FFF2-40B4-BE49-F238E27FC236}">
                    <a16:creationId xmlns:a16="http://schemas.microsoft.com/office/drawing/2014/main" id="{F64B5BE1-8486-51C2-8AED-279B3DE3795F}"/>
                  </a:ext>
                </a:extLst>
              </p14:cNvPr>
              <p14:cNvContentPartPr/>
              <p14:nvPr/>
            </p14:nvContentPartPr>
            <p14:xfrm>
              <a:off x="3906398" y="1446328"/>
              <a:ext cx="129960" cy="93960"/>
            </p14:xfrm>
          </p:contentPart>
        </mc:Choice>
        <mc:Fallback xmlns="">
          <p:pic>
            <p:nvPicPr>
              <p:cNvPr id="13" name="墨迹 12">
                <a:extLst>
                  <a:ext uri="{FF2B5EF4-FFF2-40B4-BE49-F238E27FC236}">
                    <a16:creationId xmlns:a16="http://schemas.microsoft.com/office/drawing/2014/main" id="{F64B5BE1-8486-51C2-8AED-279B3DE3795F}"/>
                  </a:ext>
                </a:extLst>
              </p:cNvPr>
              <p:cNvPicPr/>
              <p:nvPr/>
            </p:nvPicPr>
            <p:blipFill>
              <a:blip r:embed="rId10"/>
              <a:stretch>
                <a:fillRect/>
              </a:stretch>
            </p:blipFill>
            <p:spPr>
              <a:xfrm>
                <a:off x="3888398" y="1428328"/>
                <a:ext cx="165600" cy="129600"/>
              </a:xfrm>
              <a:prstGeom prst="rect">
                <a:avLst/>
              </a:prstGeom>
            </p:spPr>
          </p:pic>
        </mc:Fallback>
      </mc:AlternateContent>
      <p:grpSp>
        <p:nvGrpSpPr>
          <p:cNvPr id="19" name="组合 18">
            <a:extLst>
              <a:ext uri="{FF2B5EF4-FFF2-40B4-BE49-F238E27FC236}">
                <a16:creationId xmlns:a16="http://schemas.microsoft.com/office/drawing/2014/main" id="{66880D3C-B7BB-84BF-6FBB-6F44C4969EC9}"/>
              </a:ext>
            </a:extLst>
          </p:cNvPr>
          <p:cNvGrpSpPr/>
          <p:nvPr/>
        </p:nvGrpSpPr>
        <p:grpSpPr>
          <a:xfrm>
            <a:off x="2971478" y="312688"/>
            <a:ext cx="1217880" cy="651960"/>
            <a:chOff x="2971478" y="312688"/>
            <a:chExt cx="1217880" cy="651960"/>
          </a:xfrm>
        </p:grpSpPr>
        <mc:AlternateContent xmlns:mc="http://schemas.openxmlformats.org/markup-compatibility/2006" xmlns:p14="http://schemas.microsoft.com/office/powerpoint/2010/main">
          <mc:Choice Requires="p14">
            <p:contentPart p14:bwMode="auto" r:id="rId11">
              <p14:nvContentPartPr>
                <p14:cNvPr id="14" name="墨迹 13">
                  <a:extLst>
                    <a:ext uri="{FF2B5EF4-FFF2-40B4-BE49-F238E27FC236}">
                      <a16:creationId xmlns:a16="http://schemas.microsoft.com/office/drawing/2014/main" id="{954C420B-0FD7-295A-2682-3BAEFCB348DB}"/>
                    </a:ext>
                  </a:extLst>
                </p14:cNvPr>
                <p14:cNvContentPartPr/>
                <p14:nvPr/>
              </p14:nvContentPartPr>
              <p14:xfrm>
                <a:off x="2971478" y="637408"/>
                <a:ext cx="230760" cy="327240"/>
              </p14:xfrm>
            </p:contentPart>
          </mc:Choice>
          <mc:Fallback xmlns="">
            <p:pic>
              <p:nvPicPr>
                <p:cNvPr id="14" name="墨迹 13">
                  <a:extLst>
                    <a:ext uri="{FF2B5EF4-FFF2-40B4-BE49-F238E27FC236}">
                      <a16:creationId xmlns:a16="http://schemas.microsoft.com/office/drawing/2014/main" id="{954C420B-0FD7-295A-2682-3BAEFCB348DB}"/>
                    </a:ext>
                  </a:extLst>
                </p:cNvPr>
                <p:cNvPicPr/>
                <p:nvPr/>
              </p:nvPicPr>
              <p:blipFill>
                <a:blip r:embed="rId12"/>
                <a:stretch>
                  <a:fillRect/>
                </a:stretch>
              </p:blipFill>
              <p:spPr>
                <a:xfrm>
                  <a:off x="2953838" y="619408"/>
                  <a:ext cx="26640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墨迹 14">
                  <a:extLst>
                    <a:ext uri="{FF2B5EF4-FFF2-40B4-BE49-F238E27FC236}">
                      <a16:creationId xmlns:a16="http://schemas.microsoft.com/office/drawing/2014/main" id="{C6F7984A-B660-A4EA-0DC0-9841CE6DF9D0}"/>
                    </a:ext>
                  </a:extLst>
                </p14:cNvPr>
                <p14:cNvContentPartPr/>
                <p14:nvPr/>
              </p14:nvContentPartPr>
              <p14:xfrm>
                <a:off x="3139958" y="497008"/>
                <a:ext cx="215280" cy="249120"/>
              </p14:xfrm>
            </p:contentPart>
          </mc:Choice>
          <mc:Fallback xmlns="">
            <p:pic>
              <p:nvPicPr>
                <p:cNvPr id="15" name="墨迹 14">
                  <a:extLst>
                    <a:ext uri="{FF2B5EF4-FFF2-40B4-BE49-F238E27FC236}">
                      <a16:creationId xmlns:a16="http://schemas.microsoft.com/office/drawing/2014/main" id="{C6F7984A-B660-A4EA-0DC0-9841CE6DF9D0}"/>
                    </a:ext>
                  </a:extLst>
                </p:cNvPr>
                <p:cNvPicPr/>
                <p:nvPr/>
              </p:nvPicPr>
              <p:blipFill>
                <a:blip r:embed="rId14"/>
                <a:stretch>
                  <a:fillRect/>
                </a:stretch>
              </p:blipFill>
              <p:spPr>
                <a:xfrm>
                  <a:off x="3122318" y="479008"/>
                  <a:ext cx="25092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墨迹 15">
                  <a:extLst>
                    <a:ext uri="{FF2B5EF4-FFF2-40B4-BE49-F238E27FC236}">
                      <a16:creationId xmlns:a16="http://schemas.microsoft.com/office/drawing/2014/main" id="{AD5D4186-BE1E-9F50-4A30-6D0B3F02091C}"/>
                    </a:ext>
                  </a:extLst>
                </p14:cNvPr>
                <p14:cNvContentPartPr/>
                <p14:nvPr/>
              </p14:nvContentPartPr>
              <p14:xfrm>
                <a:off x="3653318" y="385048"/>
                <a:ext cx="39240" cy="258480"/>
              </p14:xfrm>
            </p:contentPart>
          </mc:Choice>
          <mc:Fallback xmlns="">
            <p:pic>
              <p:nvPicPr>
                <p:cNvPr id="16" name="墨迹 15">
                  <a:extLst>
                    <a:ext uri="{FF2B5EF4-FFF2-40B4-BE49-F238E27FC236}">
                      <a16:creationId xmlns:a16="http://schemas.microsoft.com/office/drawing/2014/main" id="{AD5D4186-BE1E-9F50-4A30-6D0B3F02091C}"/>
                    </a:ext>
                  </a:extLst>
                </p:cNvPr>
                <p:cNvPicPr/>
                <p:nvPr/>
              </p:nvPicPr>
              <p:blipFill>
                <a:blip r:embed="rId16"/>
                <a:stretch>
                  <a:fillRect/>
                </a:stretch>
              </p:blipFill>
              <p:spPr>
                <a:xfrm>
                  <a:off x="3635318" y="367048"/>
                  <a:ext cx="7488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墨迹 16">
                  <a:extLst>
                    <a:ext uri="{FF2B5EF4-FFF2-40B4-BE49-F238E27FC236}">
                      <a16:creationId xmlns:a16="http://schemas.microsoft.com/office/drawing/2014/main" id="{9A43305B-301A-69B8-D38E-7960E95FB7C2}"/>
                    </a:ext>
                  </a:extLst>
                </p14:cNvPr>
                <p14:cNvContentPartPr/>
                <p14:nvPr/>
              </p14:nvContentPartPr>
              <p14:xfrm>
                <a:off x="3849158" y="500608"/>
                <a:ext cx="73440" cy="191160"/>
              </p14:xfrm>
            </p:contentPart>
          </mc:Choice>
          <mc:Fallback xmlns="">
            <p:pic>
              <p:nvPicPr>
                <p:cNvPr id="17" name="墨迹 16">
                  <a:extLst>
                    <a:ext uri="{FF2B5EF4-FFF2-40B4-BE49-F238E27FC236}">
                      <a16:creationId xmlns:a16="http://schemas.microsoft.com/office/drawing/2014/main" id="{9A43305B-301A-69B8-D38E-7960E95FB7C2}"/>
                    </a:ext>
                  </a:extLst>
                </p:cNvPr>
                <p:cNvPicPr/>
                <p:nvPr/>
              </p:nvPicPr>
              <p:blipFill>
                <a:blip r:embed="rId18"/>
                <a:stretch>
                  <a:fillRect/>
                </a:stretch>
              </p:blipFill>
              <p:spPr>
                <a:xfrm>
                  <a:off x="3831518" y="482608"/>
                  <a:ext cx="10908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墨迹 17">
                  <a:extLst>
                    <a:ext uri="{FF2B5EF4-FFF2-40B4-BE49-F238E27FC236}">
                      <a16:creationId xmlns:a16="http://schemas.microsoft.com/office/drawing/2014/main" id="{F71BEAE4-8213-D48E-DCC7-FFBE9E34C80C}"/>
                    </a:ext>
                  </a:extLst>
                </p14:cNvPr>
                <p14:cNvContentPartPr/>
                <p14:nvPr/>
              </p14:nvContentPartPr>
              <p14:xfrm>
                <a:off x="4042478" y="312688"/>
                <a:ext cx="146880" cy="392400"/>
              </p14:xfrm>
            </p:contentPart>
          </mc:Choice>
          <mc:Fallback xmlns="">
            <p:pic>
              <p:nvPicPr>
                <p:cNvPr id="18" name="墨迹 17">
                  <a:extLst>
                    <a:ext uri="{FF2B5EF4-FFF2-40B4-BE49-F238E27FC236}">
                      <a16:creationId xmlns:a16="http://schemas.microsoft.com/office/drawing/2014/main" id="{F71BEAE4-8213-D48E-DCC7-FFBE9E34C80C}"/>
                    </a:ext>
                  </a:extLst>
                </p:cNvPr>
                <p:cNvPicPr/>
                <p:nvPr/>
              </p:nvPicPr>
              <p:blipFill>
                <a:blip r:embed="rId20"/>
                <a:stretch>
                  <a:fillRect/>
                </a:stretch>
              </p:blipFill>
              <p:spPr>
                <a:xfrm>
                  <a:off x="4024838" y="294688"/>
                  <a:ext cx="182520" cy="428040"/>
                </a:xfrm>
                <a:prstGeom prst="rect">
                  <a:avLst/>
                </a:prstGeom>
              </p:spPr>
            </p:pic>
          </mc:Fallback>
        </mc:AlternateContent>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42A35B39-6AC1-1099-9AB9-52729BDD32E8}"/>
              </a:ext>
            </a:extLst>
          </p:cNvPr>
          <p:cNvGraphicFramePr>
            <a:graphicFrameLocks noGrp="1"/>
          </p:cNvGraphicFramePr>
          <p:nvPr>
            <p:extLst>
              <p:ext uri="{D42A27DB-BD31-4B8C-83A1-F6EECF244321}">
                <p14:modId xmlns:p14="http://schemas.microsoft.com/office/powerpoint/2010/main" val="4051486284"/>
              </p:ext>
            </p:extLst>
          </p:nvPr>
        </p:nvGraphicFramePr>
        <p:xfrm>
          <a:off x="2164347" y="1525781"/>
          <a:ext cx="8128000" cy="1806966"/>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07090909"/>
                    </a:ext>
                  </a:extLst>
                </a:gridCol>
                <a:gridCol w="2032000">
                  <a:extLst>
                    <a:ext uri="{9D8B030D-6E8A-4147-A177-3AD203B41FA5}">
                      <a16:colId xmlns:a16="http://schemas.microsoft.com/office/drawing/2014/main" val="587367524"/>
                    </a:ext>
                  </a:extLst>
                </a:gridCol>
                <a:gridCol w="2032000">
                  <a:extLst>
                    <a:ext uri="{9D8B030D-6E8A-4147-A177-3AD203B41FA5}">
                      <a16:colId xmlns:a16="http://schemas.microsoft.com/office/drawing/2014/main" val="2756892849"/>
                    </a:ext>
                  </a:extLst>
                </a:gridCol>
                <a:gridCol w="2032000">
                  <a:extLst>
                    <a:ext uri="{9D8B030D-6E8A-4147-A177-3AD203B41FA5}">
                      <a16:colId xmlns:a16="http://schemas.microsoft.com/office/drawing/2014/main" val="763581530"/>
                    </a:ext>
                  </a:extLst>
                </a:gridCol>
              </a:tblGrid>
              <a:tr h="1806966">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413064327"/>
                  </a:ext>
                </a:extLst>
              </a:tr>
            </a:tbl>
          </a:graphicData>
        </a:graphic>
      </p:graphicFrame>
      <p:grpSp>
        <p:nvGrpSpPr>
          <p:cNvPr id="11" name="组合 10">
            <a:extLst>
              <a:ext uri="{FF2B5EF4-FFF2-40B4-BE49-F238E27FC236}">
                <a16:creationId xmlns:a16="http://schemas.microsoft.com/office/drawing/2014/main" id="{5B29F7A4-73CD-24A6-C6BD-0EE3714900D5}"/>
              </a:ext>
            </a:extLst>
          </p:cNvPr>
          <p:cNvGrpSpPr/>
          <p:nvPr/>
        </p:nvGrpSpPr>
        <p:grpSpPr>
          <a:xfrm>
            <a:off x="2616878" y="3910168"/>
            <a:ext cx="1010160" cy="505800"/>
            <a:chOff x="2616878" y="3910168"/>
            <a:chExt cx="1010160" cy="505800"/>
          </a:xfrm>
        </p:grpSpPr>
        <mc:AlternateContent xmlns:mc="http://schemas.openxmlformats.org/markup-compatibility/2006" xmlns:p14="http://schemas.microsoft.com/office/powerpoint/2010/main">
          <mc:Choice Requires="p14">
            <p:contentPart p14:bwMode="auto" r:id="rId2">
              <p14:nvContentPartPr>
                <p14:cNvPr id="3" name="墨迹 2">
                  <a:extLst>
                    <a:ext uri="{FF2B5EF4-FFF2-40B4-BE49-F238E27FC236}">
                      <a16:creationId xmlns:a16="http://schemas.microsoft.com/office/drawing/2014/main" id="{A87E39E1-A390-E5F2-795D-58996129B150}"/>
                    </a:ext>
                  </a:extLst>
                </p14:cNvPr>
                <p14:cNvContentPartPr/>
                <p14:nvPr/>
              </p14:nvContentPartPr>
              <p14:xfrm>
                <a:off x="2616878" y="3933928"/>
                <a:ext cx="90720" cy="482040"/>
              </p14:xfrm>
            </p:contentPart>
          </mc:Choice>
          <mc:Fallback xmlns="">
            <p:pic>
              <p:nvPicPr>
                <p:cNvPr id="3" name="墨迹 2">
                  <a:extLst>
                    <a:ext uri="{FF2B5EF4-FFF2-40B4-BE49-F238E27FC236}">
                      <a16:creationId xmlns:a16="http://schemas.microsoft.com/office/drawing/2014/main" id="{A87E39E1-A390-E5F2-795D-58996129B150}"/>
                    </a:ext>
                  </a:extLst>
                </p:cNvPr>
                <p:cNvPicPr/>
                <p:nvPr/>
              </p:nvPicPr>
              <p:blipFill>
                <a:blip r:embed="rId3"/>
                <a:stretch>
                  <a:fillRect/>
                </a:stretch>
              </p:blipFill>
              <p:spPr>
                <a:xfrm>
                  <a:off x="2598878" y="3916288"/>
                  <a:ext cx="12636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06C07C68-0C6D-B847-305C-2146677DC878}"/>
                    </a:ext>
                  </a:extLst>
                </p14:cNvPr>
                <p14:cNvContentPartPr/>
                <p14:nvPr/>
              </p14:nvContentPartPr>
              <p14:xfrm>
                <a:off x="2709758" y="3958768"/>
                <a:ext cx="238320" cy="387000"/>
              </p14:xfrm>
            </p:contentPart>
          </mc:Choice>
          <mc:Fallback xmlns="">
            <p:pic>
              <p:nvPicPr>
                <p:cNvPr id="4" name="墨迹 3">
                  <a:extLst>
                    <a:ext uri="{FF2B5EF4-FFF2-40B4-BE49-F238E27FC236}">
                      <a16:creationId xmlns:a16="http://schemas.microsoft.com/office/drawing/2014/main" id="{06C07C68-0C6D-B847-305C-2146677DC878}"/>
                    </a:ext>
                  </a:extLst>
                </p:cNvPr>
                <p:cNvPicPr/>
                <p:nvPr/>
              </p:nvPicPr>
              <p:blipFill>
                <a:blip r:embed="rId5"/>
                <a:stretch>
                  <a:fillRect/>
                </a:stretch>
              </p:blipFill>
              <p:spPr>
                <a:xfrm>
                  <a:off x="2692118" y="3941128"/>
                  <a:ext cx="27396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4B4EFC70-CD19-C84E-2102-F42F600927F9}"/>
                    </a:ext>
                  </a:extLst>
                </p14:cNvPr>
                <p14:cNvContentPartPr/>
                <p14:nvPr/>
              </p14:nvContentPartPr>
              <p14:xfrm>
                <a:off x="2984078" y="3958408"/>
                <a:ext cx="5040" cy="7560"/>
              </p14:xfrm>
            </p:contentPart>
          </mc:Choice>
          <mc:Fallback xmlns="">
            <p:pic>
              <p:nvPicPr>
                <p:cNvPr id="5" name="墨迹 4">
                  <a:extLst>
                    <a:ext uri="{FF2B5EF4-FFF2-40B4-BE49-F238E27FC236}">
                      <a16:creationId xmlns:a16="http://schemas.microsoft.com/office/drawing/2014/main" id="{4B4EFC70-CD19-C84E-2102-F42F600927F9}"/>
                    </a:ext>
                  </a:extLst>
                </p:cNvPr>
                <p:cNvPicPr/>
                <p:nvPr/>
              </p:nvPicPr>
              <p:blipFill>
                <a:blip r:embed="rId7"/>
                <a:stretch>
                  <a:fillRect/>
                </a:stretch>
              </p:blipFill>
              <p:spPr>
                <a:xfrm>
                  <a:off x="2966078" y="3940768"/>
                  <a:ext cx="406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13E84ADF-9AC5-DD79-77B4-E623FF9E27E9}"/>
                    </a:ext>
                  </a:extLst>
                </p14:cNvPr>
                <p14:cNvContentPartPr/>
                <p14:nvPr/>
              </p14:nvContentPartPr>
              <p14:xfrm>
                <a:off x="3007838" y="4294648"/>
                <a:ext cx="12600" cy="68040"/>
              </p14:xfrm>
            </p:contentPart>
          </mc:Choice>
          <mc:Fallback xmlns="">
            <p:pic>
              <p:nvPicPr>
                <p:cNvPr id="6" name="墨迹 5">
                  <a:extLst>
                    <a:ext uri="{FF2B5EF4-FFF2-40B4-BE49-F238E27FC236}">
                      <a16:creationId xmlns:a16="http://schemas.microsoft.com/office/drawing/2014/main" id="{13E84ADF-9AC5-DD79-77B4-E623FF9E27E9}"/>
                    </a:ext>
                  </a:extLst>
                </p:cNvPr>
                <p:cNvPicPr/>
                <p:nvPr/>
              </p:nvPicPr>
              <p:blipFill>
                <a:blip r:embed="rId9"/>
                <a:stretch>
                  <a:fillRect/>
                </a:stretch>
              </p:blipFill>
              <p:spPr>
                <a:xfrm>
                  <a:off x="2989838" y="4277008"/>
                  <a:ext cx="482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A3609728-B3CA-99F1-F318-90FDDE89E334}"/>
                    </a:ext>
                  </a:extLst>
                </p14:cNvPr>
                <p14:cNvContentPartPr/>
                <p14:nvPr/>
              </p14:nvContentPartPr>
              <p14:xfrm>
                <a:off x="3043838" y="4011688"/>
                <a:ext cx="209160" cy="115560"/>
              </p14:xfrm>
            </p:contentPart>
          </mc:Choice>
          <mc:Fallback xmlns="">
            <p:pic>
              <p:nvPicPr>
                <p:cNvPr id="7" name="墨迹 6">
                  <a:extLst>
                    <a:ext uri="{FF2B5EF4-FFF2-40B4-BE49-F238E27FC236}">
                      <a16:creationId xmlns:a16="http://schemas.microsoft.com/office/drawing/2014/main" id="{A3609728-B3CA-99F1-F318-90FDDE89E334}"/>
                    </a:ext>
                  </a:extLst>
                </p:cNvPr>
                <p:cNvPicPr/>
                <p:nvPr/>
              </p:nvPicPr>
              <p:blipFill>
                <a:blip r:embed="rId11"/>
                <a:stretch>
                  <a:fillRect/>
                </a:stretch>
              </p:blipFill>
              <p:spPr>
                <a:xfrm>
                  <a:off x="3026198" y="3994048"/>
                  <a:ext cx="2448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D748CFB7-461B-D407-ABB4-6711EB8841B0}"/>
                    </a:ext>
                  </a:extLst>
                </p14:cNvPr>
                <p14:cNvContentPartPr/>
                <p14:nvPr/>
              </p14:nvContentPartPr>
              <p14:xfrm>
                <a:off x="3187838" y="3910168"/>
                <a:ext cx="52560" cy="465840"/>
              </p14:xfrm>
            </p:contentPart>
          </mc:Choice>
          <mc:Fallback xmlns="">
            <p:pic>
              <p:nvPicPr>
                <p:cNvPr id="8" name="墨迹 7">
                  <a:extLst>
                    <a:ext uri="{FF2B5EF4-FFF2-40B4-BE49-F238E27FC236}">
                      <a16:creationId xmlns:a16="http://schemas.microsoft.com/office/drawing/2014/main" id="{D748CFB7-461B-D407-ABB4-6711EB8841B0}"/>
                    </a:ext>
                  </a:extLst>
                </p:cNvPr>
                <p:cNvPicPr/>
                <p:nvPr/>
              </p:nvPicPr>
              <p:blipFill>
                <a:blip r:embed="rId13"/>
                <a:stretch>
                  <a:fillRect/>
                </a:stretch>
              </p:blipFill>
              <p:spPr>
                <a:xfrm>
                  <a:off x="3169838" y="3892168"/>
                  <a:ext cx="88200" cy="501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1023390E-C2F7-6140-498C-248919DFAC5B}"/>
                    </a:ext>
                  </a:extLst>
                </p14:cNvPr>
                <p14:cNvContentPartPr/>
                <p14:nvPr/>
              </p14:nvContentPartPr>
              <p14:xfrm>
                <a:off x="3368558" y="3922408"/>
                <a:ext cx="258480" cy="381600"/>
              </p14:xfrm>
            </p:contentPart>
          </mc:Choice>
          <mc:Fallback xmlns="">
            <p:pic>
              <p:nvPicPr>
                <p:cNvPr id="9" name="墨迹 8">
                  <a:extLst>
                    <a:ext uri="{FF2B5EF4-FFF2-40B4-BE49-F238E27FC236}">
                      <a16:creationId xmlns:a16="http://schemas.microsoft.com/office/drawing/2014/main" id="{1023390E-C2F7-6140-498C-248919DFAC5B}"/>
                    </a:ext>
                  </a:extLst>
                </p:cNvPr>
                <p:cNvPicPr/>
                <p:nvPr/>
              </p:nvPicPr>
              <p:blipFill>
                <a:blip r:embed="rId15"/>
                <a:stretch>
                  <a:fillRect/>
                </a:stretch>
              </p:blipFill>
              <p:spPr>
                <a:xfrm>
                  <a:off x="3350918" y="3904408"/>
                  <a:ext cx="294120" cy="417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0" name="墨迹 9">
                <a:extLst>
                  <a:ext uri="{FF2B5EF4-FFF2-40B4-BE49-F238E27FC236}">
                    <a16:creationId xmlns:a16="http://schemas.microsoft.com/office/drawing/2014/main" id="{093B30BC-2BE7-CA2A-7B1A-6E89D9DCE870}"/>
                  </a:ext>
                </a:extLst>
              </p14:cNvPr>
              <p14:cNvContentPartPr/>
              <p14:nvPr/>
            </p14:nvContentPartPr>
            <p14:xfrm>
              <a:off x="5713238" y="3765448"/>
              <a:ext cx="109800" cy="657720"/>
            </p14:xfrm>
          </p:contentPart>
        </mc:Choice>
        <mc:Fallback xmlns="">
          <p:pic>
            <p:nvPicPr>
              <p:cNvPr id="10" name="墨迹 9">
                <a:extLst>
                  <a:ext uri="{FF2B5EF4-FFF2-40B4-BE49-F238E27FC236}">
                    <a16:creationId xmlns:a16="http://schemas.microsoft.com/office/drawing/2014/main" id="{093B30BC-2BE7-CA2A-7B1A-6E89D9DCE870}"/>
                  </a:ext>
                </a:extLst>
              </p:cNvPr>
              <p:cNvPicPr/>
              <p:nvPr/>
            </p:nvPicPr>
            <p:blipFill>
              <a:blip r:embed="rId17"/>
              <a:stretch>
                <a:fillRect/>
              </a:stretch>
            </p:blipFill>
            <p:spPr>
              <a:xfrm>
                <a:off x="5695598" y="3747808"/>
                <a:ext cx="145440" cy="693360"/>
              </a:xfrm>
              <a:prstGeom prst="rect">
                <a:avLst/>
              </a:prstGeom>
            </p:spPr>
          </p:pic>
        </mc:Fallback>
      </mc:AlternateContent>
      <p:grpSp>
        <p:nvGrpSpPr>
          <p:cNvPr id="17" name="组合 16">
            <a:extLst>
              <a:ext uri="{FF2B5EF4-FFF2-40B4-BE49-F238E27FC236}">
                <a16:creationId xmlns:a16="http://schemas.microsoft.com/office/drawing/2014/main" id="{98BD22BB-00F5-24C9-B166-6A970A754A5E}"/>
              </a:ext>
            </a:extLst>
          </p:cNvPr>
          <p:cNvGrpSpPr/>
          <p:nvPr/>
        </p:nvGrpSpPr>
        <p:grpSpPr>
          <a:xfrm>
            <a:off x="7900958" y="3814048"/>
            <a:ext cx="399960" cy="619920"/>
            <a:chOff x="7900958" y="3814048"/>
            <a:chExt cx="399960" cy="619920"/>
          </a:xfrm>
        </p:grpSpPr>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8248EC7C-CB15-466B-2225-42346FD5F921}"/>
                    </a:ext>
                  </a:extLst>
                </p14:cNvPr>
                <p14:cNvContentPartPr/>
                <p14:nvPr/>
              </p14:nvContentPartPr>
              <p14:xfrm>
                <a:off x="7900958" y="3814048"/>
                <a:ext cx="107280" cy="619920"/>
              </p14:xfrm>
            </p:contentPart>
          </mc:Choice>
          <mc:Fallback xmlns="">
            <p:pic>
              <p:nvPicPr>
                <p:cNvPr id="12" name="墨迹 11">
                  <a:extLst>
                    <a:ext uri="{FF2B5EF4-FFF2-40B4-BE49-F238E27FC236}">
                      <a16:creationId xmlns:a16="http://schemas.microsoft.com/office/drawing/2014/main" id="{8248EC7C-CB15-466B-2225-42346FD5F921}"/>
                    </a:ext>
                  </a:extLst>
                </p:cNvPr>
                <p:cNvPicPr/>
                <p:nvPr/>
              </p:nvPicPr>
              <p:blipFill>
                <a:blip r:embed="rId19"/>
                <a:stretch>
                  <a:fillRect/>
                </a:stretch>
              </p:blipFill>
              <p:spPr>
                <a:xfrm>
                  <a:off x="7883318" y="3796048"/>
                  <a:ext cx="142920" cy="655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墨迹 12">
                  <a:extLst>
                    <a:ext uri="{FF2B5EF4-FFF2-40B4-BE49-F238E27FC236}">
                      <a16:creationId xmlns:a16="http://schemas.microsoft.com/office/drawing/2014/main" id="{620357D7-0F4D-C6A3-39AE-68A516630A46}"/>
                    </a:ext>
                  </a:extLst>
                </p14:cNvPr>
                <p14:cNvContentPartPr/>
                <p14:nvPr/>
              </p14:nvContentPartPr>
              <p14:xfrm>
                <a:off x="7952438" y="4000168"/>
                <a:ext cx="348480" cy="66240"/>
              </p14:xfrm>
            </p:contentPart>
          </mc:Choice>
          <mc:Fallback xmlns="">
            <p:pic>
              <p:nvPicPr>
                <p:cNvPr id="13" name="墨迹 12">
                  <a:extLst>
                    <a:ext uri="{FF2B5EF4-FFF2-40B4-BE49-F238E27FC236}">
                      <a16:creationId xmlns:a16="http://schemas.microsoft.com/office/drawing/2014/main" id="{620357D7-0F4D-C6A3-39AE-68A516630A46}"/>
                    </a:ext>
                  </a:extLst>
                </p:cNvPr>
                <p:cNvPicPr/>
                <p:nvPr/>
              </p:nvPicPr>
              <p:blipFill>
                <a:blip r:embed="rId21"/>
                <a:stretch>
                  <a:fillRect/>
                </a:stretch>
              </p:blipFill>
              <p:spPr>
                <a:xfrm>
                  <a:off x="7934798" y="3982528"/>
                  <a:ext cx="384120" cy="101880"/>
                </a:xfrm>
                <a:prstGeom prst="rect">
                  <a:avLst/>
                </a:prstGeom>
              </p:spPr>
            </p:pic>
          </mc:Fallback>
        </mc:AlternateContent>
      </p:grpSp>
      <p:grpSp>
        <p:nvGrpSpPr>
          <p:cNvPr id="16" name="组合 15">
            <a:extLst>
              <a:ext uri="{FF2B5EF4-FFF2-40B4-BE49-F238E27FC236}">
                <a16:creationId xmlns:a16="http://schemas.microsoft.com/office/drawing/2014/main" id="{08ED0D0D-713D-7496-961A-9309E84F1759}"/>
              </a:ext>
            </a:extLst>
          </p:cNvPr>
          <p:cNvGrpSpPr/>
          <p:nvPr/>
        </p:nvGrpSpPr>
        <p:grpSpPr>
          <a:xfrm>
            <a:off x="9660998" y="3873808"/>
            <a:ext cx="374040" cy="779760"/>
            <a:chOff x="9660998" y="3873808"/>
            <a:chExt cx="374040" cy="779760"/>
          </a:xfrm>
        </p:grpSpPr>
        <mc:AlternateContent xmlns:mc="http://schemas.openxmlformats.org/markup-compatibility/2006" xmlns:p14="http://schemas.microsoft.com/office/powerpoint/2010/main">
          <mc:Choice Requires="p14">
            <p:contentPart p14:bwMode="auto" r:id="rId22">
              <p14:nvContentPartPr>
                <p14:cNvPr id="14" name="墨迹 13">
                  <a:extLst>
                    <a:ext uri="{FF2B5EF4-FFF2-40B4-BE49-F238E27FC236}">
                      <a16:creationId xmlns:a16="http://schemas.microsoft.com/office/drawing/2014/main" id="{28F3A0BD-9157-4818-302F-5E86CAFE27E3}"/>
                    </a:ext>
                  </a:extLst>
                </p14:cNvPr>
                <p14:cNvContentPartPr/>
                <p14:nvPr/>
              </p14:nvContentPartPr>
              <p14:xfrm>
                <a:off x="9660998" y="3969928"/>
                <a:ext cx="374040" cy="307080"/>
              </p14:xfrm>
            </p:contentPart>
          </mc:Choice>
          <mc:Fallback xmlns="">
            <p:pic>
              <p:nvPicPr>
                <p:cNvPr id="14" name="墨迹 13">
                  <a:extLst>
                    <a:ext uri="{FF2B5EF4-FFF2-40B4-BE49-F238E27FC236}">
                      <a16:creationId xmlns:a16="http://schemas.microsoft.com/office/drawing/2014/main" id="{28F3A0BD-9157-4818-302F-5E86CAFE27E3}"/>
                    </a:ext>
                  </a:extLst>
                </p:cNvPr>
                <p:cNvPicPr/>
                <p:nvPr/>
              </p:nvPicPr>
              <p:blipFill>
                <a:blip r:embed="rId23"/>
                <a:stretch>
                  <a:fillRect/>
                </a:stretch>
              </p:blipFill>
              <p:spPr>
                <a:xfrm>
                  <a:off x="9643358" y="3952288"/>
                  <a:ext cx="40968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墨迹 14">
                  <a:extLst>
                    <a:ext uri="{FF2B5EF4-FFF2-40B4-BE49-F238E27FC236}">
                      <a16:creationId xmlns:a16="http://schemas.microsoft.com/office/drawing/2014/main" id="{1446FF57-40A9-442E-B699-DD31406493AA}"/>
                    </a:ext>
                  </a:extLst>
                </p14:cNvPr>
                <p14:cNvContentPartPr/>
                <p14:nvPr/>
              </p14:nvContentPartPr>
              <p14:xfrm>
                <a:off x="9827318" y="3873808"/>
                <a:ext cx="62640" cy="779760"/>
              </p14:xfrm>
            </p:contentPart>
          </mc:Choice>
          <mc:Fallback xmlns="">
            <p:pic>
              <p:nvPicPr>
                <p:cNvPr id="15" name="墨迹 14">
                  <a:extLst>
                    <a:ext uri="{FF2B5EF4-FFF2-40B4-BE49-F238E27FC236}">
                      <a16:creationId xmlns:a16="http://schemas.microsoft.com/office/drawing/2014/main" id="{1446FF57-40A9-442E-B699-DD31406493AA}"/>
                    </a:ext>
                  </a:extLst>
                </p:cNvPr>
                <p:cNvPicPr/>
                <p:nvPr/>
              </p:nvPicPr>
              <p:blipFill>
                <a:blip r:embed="rId25"/>
                <a:stretch>
                  <a:fillRect/>
                </a:stretch>
              </p:blipFill>
              <p:spPr>
                <a:xfrm>
                  <a:off x="9809318" y="3856168"/>
                  <a:ext cx="98280" cy="815400"/>
                </a:xfrm>
                <a:prstGeom prst="rect">
                  <a:avLst/>
                </a:prstGeom>
              </p:spPr>
            </p:pic>
          </mc:Fallback>
        </mc:AlternateContent>
      </p:grpSp>
      <p:grpSp>
        <p:nvGrpSpPr>
          <p:cNvPr id="49" name="组合 48">
            <a:extLst>
              <a:ext uri="{FF2B5EF4-FFF2-40B4-BE49-F238E27FC236}">
                <a16:creationId xmlns:a16="http://schemas.microsoft.com/office/drawing/2014/main" id="{EA85CCBA-5F96-53DE-F6E5-284BE7B0E3C9}"/>
              </a:ext>
            </a:extLst>
          </p:cNvPr>
          <p:cNvGrpSpPr/>
          <p:nvPr/>
        </p:nvGrpSpPr>
        <p:grpSpPr>
          <a:xfrm>
            <a:off x="729702" y="4477528"/>
            <a:ext cx="1653282" cy="1069361"/>
            <a:chOff x="729702" y="4477528"/>
            <a:chExt cx="1653282" cy="1069361"/>
          </a:xfrm>
        </p:grpSpPr>
        <mc:AlternateContent xmlns:mc="http://schemas.openxmlformats.org/markup-compatibility/2006" xmlns:p14="http://schemas.microsoft.com/office/powerpoint/2010/main">
          <mc:Choice Requires="p14">
            <p:contentPart p14:bwMode="auto" r:id="rId26">
              <p14:nvContentPartPr>
                <p14:cNvPr id="18" name="墨迹 17">
                  <a:extLst>
                    <a:ext uri="{FF2B5EF4-FFF2-40B4-BE49-F238E27FC236}">
                      <a16:creationId xmlns:a16="http://schemas.microsoft.com/office/drawing/2014/main" id="{C7273632-3C3C-56C8-827A-4C928D5D1CC2}"/>
                    </a:ext>
                  </a:extLst>
                </p14:cNvPr>
                <p14:cNvContentPartPr/>
                <p14:nvPr/>
              </p14:nvContentPartPr>
              <p14:xfrm>
                <a:off x="729702" y="4723365"/>
                <a:ext cx="93046" cy="144711"/>
              </p14:xfrm>
            </p:contentPart>
          </mc:Choice>
          <mc:Fallback xmlns="">
            <p:pic>
              <p:nvPicPr>
                <p:cNvPr id="18" name="墨迹 17">
                  <a:extLst>
                    <a:ext uri="{FF2B5EF4-FFF2-40B4-BE49-F238E27FC236}">
                      <a16:creationId xmlns:a16="http://schemas.microsoft.com/office/drawing/2014/main" id="{C7273632-3C3C-56C8-827A-4C928D5D1CC2}"/>
                    </a:ext>
                  </a:extLst>
                </p:cNvPr>
                <p:cNvPicPr/>
                <p:nvPr/>
              </p:nvPicPr>
              <p:blipFill>
                <a:blip r:embed="rId27"/>
                <a:stretch>
                  <a:fillRect/>
                </a:stretch>
              </p:blipFill>
              <p:spPr>
                <a:xfrm>
                  <a:off x="711739" y="4705366"/>
                  <a:ext cx="128612" cy="180349"/>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墨迹 18">
                  <a:extLst>
                    <a:ext uri="{FF2B5EF4-FFF2-40B4-BE49-F238E27FC236}">
                      <a16:creationId xmlns:a16="http://schemas.microsoft.com/office/drawing/2014/main" id="{311F93B1-4CD4-4145-8FB6-60C106242031}"/>
                    </a:ext>
                  </a:extLst>
                </p14:cNvPr>
                <p14:cNvContentPartPr/>
                <p14:nvPr/>
              </p14:nvContentPartPr>
              <p14:xfrm>
                <a:off x="969908" y="4625177"/>
                <a:ext cx="91332" cy="165034"/>
              </p14:xfrm>
            </p:contentPart>
          </mc:Choice>
          <mc:Fallback xmlns="">
            <p:pic>
              <p:nvPicPr>
                <p:cNvPr id="19" name="墨迹 18">
                  <a:extLst>
                    <a:ext uri="{FF2B5EF4-FFF2-40B4-BE49-F238E27FC236}">
                      <a16:creationId xmlns:a16="http://schemas.microsoft.com/office/drawing/2014/main" id="{311F93B1-4CD4-4145-8FB6-60C106242031}"/>
                    </a:ext>
                  </a:extLst>
                </p:cNvPr>
                <p:cNvPicPr/>
                <p:nvPr/>
              </p:nvPicPr>
              <p:blipFill>
                <a:blip r:embed="rId29"/>
                <a:stretch>
                  <a:fillRect/>
                </a:stretch>
              </p:blipFill>
              <p:spPr>
                <a:xfrm>
                  <a:off x="952289" y="4607199"/>
                  <a:ext cx="126930" cy="20063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墨迹 19">
                  <a:extLst>
                    <a:ext uri="{FF2B5EF4-FFF2-40B4-BE49-F238E27FC236}">
                      <a16:creationId xmlns:a16="http://schemas.microsoft.com/office/drawing/2014/main" id="{91E725FE-E9D6-C077-329C-119D41FCAF55}"/>
                    </a:ext>
                  </a:extLst>
                </p14:cNvPr>
                <p14:cNvContentPartPr/>
                <p14:nvPr/>
              </p14:nvContentPartPr>
              <p14:xfrm>
                <a:off x="1395511" y="5075649"/>
                <a:ext cx="98640" cy="471240"/>
              </p14:xfrm>
            </p:contentPart>
          </mc:Choice>
          <mc:Fallback xmlns="">
            <p:pic>
              <p:nvPicPr>
                <p:cNvPr id="20" name="墨迹 19">
                  <a:extLst>
                    <a:ext uri="{FF2B5EF4-FFF2-40B4-BE49-F238E27FC236}">
                      <a16:creationId xmlns:a16="http://schemas.microsoft.com/office/drawing/2014/main" id="{91E725FE-E9D6-C077-329C-119D41FCAF55}"/>
                    </a:ext>
                  </a:extLst>
                </p:cNvPr>
                <p:cNvPicPr/>
                <p:nvPr/>
              </p:nvPicPr>
              <p:blipFill>
                <a:blip r:embed="rId31"/>
                <a:stretch>
                  <a:fillRect/>
                </a:stretch>
              </p:blipFill>
              <p:spPr>
                <a:xfrm>
                  <a:off x="1377871" y="5057649"/>
                  <a:ext cx="134280" cy="506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墨迹 20">
                  <a:extLst>
                    <a:ext uri="{FF2B5EF4-FFF2-40B4-BE49-F238E27FC236}">
                      <a16:creationId xmlns:a16="http://schemas.microsoft.com/office/drawing/2014/main" id="{88B960A1-E0D2-254F-5075-20500933479D}"/>
                    </a:ext>
                  </a:extLst>
                </p14:cNvPr>
                <p14:cNvContentPartPr/>
                <p14:nvPr/>
              </p14:nvContentPartPr>
              <p14:xfrm>
                <a:off x="865353" y="4968958"/>
                <a:ext cx="63663" cy="154995"/>
              </p14:xfrm>
            </p:contentPart>
          </mc:Choice>
          <mc:Fallback xmlns="">
            <p:pic>
              <p:nvPicPr>
                <p:cNvPr id="21" name="墨迹 20">
                  <a:extLst>
                    <a:ext uri="{FF2B5EF4-FFF2-40B4-BE49-F238E27FC236}">
                      <a16:creationId xmlns:a16="http://schemas.microsoft.com/office/drawing/2014/main" id="{88B960A1-E0D2-254F-5075-20500933479D}"/>
                    </a:ext>
                  </a:extLst>
                </p:cNvPr>
                <p:cNvPicPr/>
                <p:nvPr/>
              </p:nvPicPr>
              <p:blipFill>
                <a:blip r:embed="rId33"/>
                <a:stretch>
                  <a:fillRect/>
                </a:stretch>
              </p:blipFill>
              <p:spPr>
                <a:xfrm>
                  <a:off x="847369" y="4950977"/>
                  <a:ext cx="99271" cy="190597"/>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墨迹 21">
                  <a:extLst>
                    <a:ext uri="{FF2B5EF4-FFF2-40B4-BE49-F238E27FC236}">
                      <a16:creationId xmlns:a16="http://schemas.microsoft.com/office/drawing/2014/main" id="{01BF6642-D515-CD4C-DDD4-F3FF43903404}"/>
                    </a:ext>
                  </a:extLst>
                </p14:cNvPr>
                <p14:cNvContentPartPr/>
                <p14:nvPr/>
              </p14:nvContentPartPr>
              <p14:xfrm>
                <a:off x="1040672" y="4854364"/>
                <a:ext cx="84966" cy="220127"/>
              </p14:xfrm>
            </p:contentPart>
          </mc:Choice>
          <mc:Fallback xmlns="">
            <p:pic>
              <p:nvPicPr>
                <p:cNvPr id="22" name="墨迹 21">
                  <a:extLst>
                    <a:ext uri="{FF2B5EF4-FFF2-40B4-BE49-F238E27FC236}">
                      <a16:creationId xmlns:a16="http://schemas.microsoft.com/office/drawing/2014/main" id="{01BF6642-D515-CD4C-DDD4-F3FF43903404}"/>
                    </a:ext>
                  </a:extLst>
                </p:cNvPr>
                <p:cNvPicPr/>
                <p:nvPr/>
              </p:nvPicPr>
              <p:blipFill>
                <a:blip r:embed="rId35"/>
                <a:stretch>
                  <a:fillRect/>
                </a:stretch>
              </p:blipFill>
              <p:spPr>
                <a:xfrm>
                  <a:off x="1022671" y="4836380"/>
                  <a:ext cx="120609" cy="255736"/>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墨迹 22">
                  <a:extLst>
                    <a:ext uri="{FF2B5EF4-FFF2-40B4-BE49-F238E27FC236}">
                      <a16:creationId xmlns:a16="http://schemas.microsoft.com/office/drawing/2014/main" id="{BE700765-1614-CE4C-2055-A196500CCC7D}"/>
                    </a:ext>
                  </a:extLst>
                </p14:cNvPr>
                <p14:cNvContentPartPr/>
                <p14:nvPr/>
              </p14:nvContentPartPr>
              <p14:xfrm>
                <a:off x="1144247" y="5001279"/>
                <a:ext cx="22772" cy="150588"/>
              </p14:xfrm>
            </p:contentPart>
          </mc:Choice>
          <mc:Fallback xmlns="">
            <p:pic>
              <p:nvPicPr>
                <p:cNvPr id="23" name="墨迹 22">
                  <a:extLst>
                    <a:ext uri="{FF2B5EF4-FFF2-40B4-BE49-F238E27FC236}">
                      <a16:creationId xmlns:a16="http://schemas.microsoft.com/office/drawing/2014/main" id="{BE700765-1614-CE4C-2055-A196500CCC7D}"/>
                    </a:ext>
                  </a:extLst>
                </p:cNvPr>
                <p:cNvPicPr/>
                <p:nvPr/>
              </p:nvPicPr>
              <p:blipFill>
                <a:blip r:embed="rId37"/>
                <a:stretch>
                  <a:fillRect/>
                </a:stretch>
              </p:blipFill>
              <p:spPr>
                <a:xfrm>
                  <a:off x="1126535" y="4983309"/>
                  <a:ext cx="58557" cy="186168"/>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墨迹 23">
                  <a:extLst>
                    <a:ext uri="{FF2B5EF4-FFF2-40B4-BE49-F238E27FC236}">
                      <a16:creationId xmlns:a16="http://schemas.microsoft.com/office/drawing/2014/main" id="{5EA4C59E-2CEE-31F6-FFDC-60703A9235F3}"/>
                    </a:ext>
                  </a:extLst>
                </p14:cNvPr>
                <p14:cNvContentPartPr/>
                <p14:nvPr/>
              </p14:nvContentPartPr>
              <p14:xfrm>
                <a:off x="1247822" y="4903336"/>
                <a:ext cx="17630" cy="178257"/>
              </p14:xfrm>
            </p:contentPart>
          </mc:Choice>
          <mc:Fallback xmlns="">
            <p:pic>
              <p:nvPicPr>
                <p:cNvPr id="24" name="墨迹 23">
                  <a:extLst>
                    <a:ext uri="{FF2B5EF4-FFF2-40B4-BE49-F238E27FC236}">
                      <a16:creationId xmlns:a16="http://schemas.microsoft.com/office/drawing/2014/main" id="{5EA4C59E-2CEE-31F6-FFDC-60703A9235F3}"/>
                    </a:ext>
                  </a:extLst>
                </p:cNvPr>
                <p:cNvPicPr/>
                <p:nvPr/>
              </p:nvPicPr>
              <p:blipFill>
                <a:blip r:embed="rId39"/>
                <a:stretch>
                  <a:fillRect/>
                </a:stretch>
              </p:blipFill>
              <p:spPr>
                <a:xfrm>
                  <a:off x="1230192" y="4885726"/>
                  <a:ext cx="53250" cy="213837"/>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墨迹 24">
                  <a:extLst>
                    <a:ext uri="{FF2B5EF4-FFF2-40B4-BE49-F238E27FC236}">
                      <a16:creationId xmlns:a16="http://schemas.microsoft.com/office/drawing/2014/main" id="{8CB558E9-0C9F-254A-9374-067BDB95DA17}"/>
                    </a:ext>
                  </a:extLst>
                </p14:cNvPr>
                <p14:cNvContentPartPr/>
                <p14:nvPr/>
              </p14:nvContentPartPr>
              <p14:xfrm>
                <a:off x="1395471" y="4780417"/>
                <a:ext cx="58766" cy="322723"/>
              </p14:xfrm>
            </p:contentPart>
          </mc:Choice>
          <mc:Fallback xmlns="">
            <p:pic>
              <p:nvPicPr>
                <p:cNvPr id="25" name="墨迹 24">
                  <a:extLst>
                    <a:ext uri="{FF2B5EF4-FFF2-40B4-BE49-F238E27FC236}">
                      <a16:creationId xmlns:a16="http://schemas.microsoft.com/office/drawing/2014/main" id="{8CB558E9-0C9F-254A-9374-067BDB95DA17}"/>
                    </a:ext>
                  </a:extLst>
                </p:cNvPr>
                <p:cNvPicPr/>
                <p:nvPr/>
              </p:nvPicPr>
              <p:blipFill>
                <a:blip r:embed="rId41"/>
                <a:stretch>
                  <a:fillRect/>
                </a:stretch>
              </p:blipFill>
              <p:spPr>
                <a:xfrm>
                  <a:off x="1377555" y="4762788"/>
                  <a:ext cx="94241" cy="358341"/>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墨迹 25">
                  <a:extLst>
                    <a:ext uri="{FF2B5EF4-FFF2-40B4-BE49-F238E27FC236}">
                      <a16:creationId xmlns:a16="http://schemas.microsoft.com/office/drawing/2014/main" id="{FB36F203-0419-C576-226C-2DABDD23C428}"/>
                    </a:ext>
                  </a:extLst>
                </p14:cNvPr>
                <p14:cNvContentPartPr/>
                <p14:nvPr/>
              </p14:nvContentPartPr>
              <p14:xfrm>
                <a:off x="1266921" y="4903336"/>
                <a:ext cx="247552" cy="255142"/>
              </p14:xfrm>
            </p:contentPart>
          </mc:Choice>
          <mc:Fallback xmlns="">
            <p:pic>
              <p:nvPicPr>
                <p:cNvPr id="26" name="墨迹 25">
                  <a:extLst>
                    <a:ext uri="{FF2B5EF4-FFF2-40B4-BE49-F238E27FC236}">
                      <a16:creationId xmlns:a16="http://schemas.microsoft.com/office/drawing/2014/main" id="{FB36F203-0419-C576-226C-2DABDD23C428}"/>
                    </a:ext>
                  </a:extLst>
                </p:cNvPr>
                <p:cNvPicPr/>
                <p:nvPr/>
              </p:nvPicPr>
              <p:blipFill>
                <a:blip r:embed="rId43"/>
                <a:stretch>
                  <a:fillRect/>
                </a:stretch>
              </p:blipFill>
              <p:spPr>
                <a:xfrm>
                  <a:off x="1249290" y="4885703"/>
                  <a:ext cx="283174" cy="290768"/>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墨迹 26">
                  <a:extLst>
                    <a:ext uri="{FF2B5EF4-FFF2-40B4-BE49-F238E27FC236}">
                      <a16:creationId xmlns:a16="http://schemas.microsoft.com/office/drawing/2014/main" id="{ED662369-9F6B-86F7-ADFF-2CF70704984E}"/>
                    </a:ext>
                  </a:extLst>
                </p14:cNvPr>
                <p14:cNvContentPartPr/>
                <p14:nvPr/>
              </p14:nvContentPartPr>
              <p14:xfrm>
                <a:off x="1591602" y="4715040"/>
                <a:ext cx="277179" cy="245"/>
              </p14:xfrm>
            </p:contentPart>
          </mc:Choice>
          <mc:Fallback xmlns="">
            <p:pic>
              <p:nvPicPr>
                <p:cNvPr id="27" name="墨迹 26">
                  <a:extLst>
                    <a:ext uri="{FF2B5EF4-FFF2-40B4-BE49-F238E27FC236}">
                      <a16:creationId xmlns:a16="http://schemas.microsoft.com/office/drawing/2014/main" id="{ED662369-9F6B-86F7-ADFF-2CF70704984E}"/>
                    </a:ext>
                  </a:extLst>
                </p:cNvPr>
                <p:cNvPicPr/>
                <p:nvPr/>
              </p:nvPicPr>
              <p:blipFill>
                <a:blip r:embed="rId45"/>
                <a:stretch>
                  <a:fillRect/>
                </a:stretch>
              </p:blipFill>
              <p:spPr>
                <a:xfrm>
                  <a:off x="1573963" y="4702790"/>
                  <a:ext cx="312816" cy="245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墨迹 27">
                  <a:extLst>
                    <a:ext uri="{FF2B5EF4-FFF2-40B4-BE49-F238E27FC236}">
                      <a16:creationId xmlns:a16="http://schemas.microsoft.com/office/drawing/2014/main" id="{225C9CEC-04F3-FB16-9707-61BA80758F63}"/>
                    </a:ext>
                  </a:extLst>
                </p14:cNvPr>
                <p14:cNvContentPartPr/>
                <p14:nvPr/>
              </p14:nvContentPartPr>
              <p14:xfrm>
                <a:off x="1730927" y="4819595"/>
                <a:ext cx="35504" cy="34280"/>
              </p14:xfrm>
            </p:contentPart>
          </mc:Choice>
          <mc:Fallback xmlns="">
            <p:pic>
              <p:nvPicPr>
                <p:cNvPr id="28" name="墨迹 27">
                  <a:extLst>
                    <a:ext uri="{FF2B5EF4-FFF2-40B4-BE49-F238E27FC236}">
                      <a16:creationId xmlns:a16="http://schemas.microsoft.com/office/drawing/2014/main" id="{225C9CEC-04F3-FB16-9707-61BA80758F63}"/>
                    </a:ext>
                  </a:extLst>
                </p:cNvPr>
                <p:cNvPicPr/>
                <p:nvPr/>
              </p:nvPicPr>
              <p:blipFill>
                <a:blip r:embed="rId47"/>
                <a:stretch>
                  <a:fillRect/>
                </a:stretch>
              </p:blipFill>
              <p:spPr>
                <a:xfrm>
                  <a:off x="1712996" y="4801553"/>
                  <a:ext cx="71008" cy="70003"/>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墨迹 28">
                  <a:extLst>
                    <a:ext uri="{FF2B5EF4-FFF2-40B4-BE49-F238E27FC236}">
                      <a16:creationId xmlns:a16="http://schemas.microsoft.com/office/drawing/2014/main" id="{2B02CD0C-74CC-287A-6EE0-4C5AEBB6C248}"/>
                    </a:ext>
                  </a:extLst>
                </p14:cNvPr>
                <p14:cNvContentPartPr/>
                <p14:nvPr/>
              </p14:nvContentPartPr>
              <p14:xfrm>
                <a:off x="1734600" y="4707939"/>
                <a:ext cx="151567" cy="160137"/>
              </p14:xfrm>
            </p:contentPart>
          </mc:Choice>
          <mc:Fallback xmlns="">
            <p:pic>
              <p:nvPicPr>
                <p:cNvPr id="29" name="墨迹 28">
                  <a:extLst>
                    <a:ext uri="{FF2B5EF4-FFF2-40B4-BE49-F238E27FC236}">
                      <a16:creationId xmlns:a16="http://schemas.microsoft.com/office/drawing/2014/main" id="{2B02CD0C-74CC-287A-6EE0-4C5AEBB6C248}"/>
                    </a:ext>
                  </a:extLst>
                </p:cNvPr>
                <p:cNvPicPr/>
                <p:nvPr/>
              </p:nvPicPr>
              <p:blipFill>
                <a:blip r:embed="rId49"/>
                <a:stretch>
                  <a:fillRect/>
                </a:stretch>
              </p:blipFill>
              <p:spPr>
                <a:xfrm>
                  <a:off x="1716599" y="4689946"/>
                  <a:ext cx="187209" cy="195763"/>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墨迹 29">
                  <a:extLst>
                    <a:ext uri="{FF2B5EF4-FFF2-40B4-BE49-F238E27FC236}">
                      <a16:creationId xmlns:a16="http://schemas.microsoft.com/office/drawing/2014/main" id="{6A538C18-D65D-31CA-6FB4-D3F4F4F825FC}"/>
                    </a:ext>
                  </a:extLst>
                </p14:cNvPr>
                <p14:cNvContentPartPr/>
                <p14:nvPr/>
              </p14:nvContentPartPr>
              <p14:xfrm>
                <a:off x="1789693" y="4477528"/>
                <a:ext cx="23017" cy="700294"/>
              </p14:xfrm>
            </p:contentPart>
          </mc:Choice>
          <mc:Fallback xmlns="">
            <p:pic>
              <p:nvPicPr>
                <p:cNvPr id="30" name="墨迹 29">
                  <a:extLst>
                    <a:ext uri="{FF2B5EF4-FFF2-40B4-BE49-F238E27FC236}">
                      <a16:creationId xmlns:a16="http://schemas.microsoft.com/office/drawing/2014/main" id="{6A538C18-D65D-31CA-6FB4-D3F4F4F825FC}"/>
                    </a:ext>
                  </a:extLst>
                </p:cNvPr>
                <p:cNvPicPr/>
                <p:nvPr/>
              </p:nvPicPr>
              <p:blipFill>
                <a:blip r:embed="rId51"/>
                <a:stretch>
                  <a:fillRect/>
                </a:stretch>
              </p:blipFill>
              <p:spPr>
                <a:xfrm>
                  <a:off x="1771711" y="4459535"/>
                  <a:ext cx="58621" cy="735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墨迹 30">
                  <a:extLst>
                    <a:ext uri="{FF2B5EF4-FFF2-40B4-BE49-F238E27FC236}">
                      <a16:creationId xmlns:a16="http://schemas.microsoft.com/office/drawing/2014/main" id="{C62D4A51-62FA-1A43-16A5-96869687D0B8}"/>
                    </a:ext>
                  </a:extLst>
                </p14:cNvPr>
                <p14:cNvContentPartPr/>
                <p14:nvPr/>
              </p14:nvContentPartPr>
              <p14:xfrm>
                <a:off x="1590133" y="5017930"/>
                <a:ext cx="165524" cy="235798"/>
              </p14:xfrm>
            </p:contentPart>
          </mc:Choice>
          <mc:Fallback xmlns="">
            <p:pic>
              <p:nvPicPr>
                <p:cNvPr id="31" name="墨迹 30">
                  <a:extLst>
                    <a:ext uri="{FF2B5EF4-FFF2-40B4-BE49-F238E27FC236}">
                      <a16:creationId xmlns:a16="http://schemas.microsoft.com/office/drawing/2014/main" id="{C62D4A51-62FA-1A43-16A5-96869687D0B8}"/>
                    </a:ext>
                  </a:extLst>
                </p:cNvPr>
                <p:cNvPicPr/>
                <p:nvPr/>
              </p:nvPicPr>
              <p:blipFill>
                <a:blip r:embed="rId53"/>
                <a:stretch>
                  <a:fillRect/>
                </a:stretch>
              </p:blipFill>
              <p:spPr>
                <a:xfrm>
                  <a:off x="1572141" y="5000290"/>
                  <a:ext cx="201148" cy="271438"/>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墨迹 31">
                  <a:extLst>
                    <a:ext uri="{FF2B5EF4-FFF2-40B4-BE49-F238E27FC236}">
                      <a16:creationId xmlns:a16="http://schemas.microsoft.com/office/drawing/2014/main" id="{DC899BB7-4CC7-4591-F72E-E4C8FB81F0C8}"/>
                    </a:ext>
                  </a:extLst>
                </p14:cNvPr>
                <p14:cNvContentPartPr/>
                <p14:nvPr/>
              </p14:nvContentPartPr>
              <p14:xfrm>
                <a:off x="1739252" y="4993444"/>
                <a:ext cx="273506" cy="171156"/>
              </p14:xfrm>
            </p:contentPart>
          </mc:Choice>
          <mc:Fallback xmlns="">
            <p:pic>
              <p:nvPicPr>
                <p:cNvPr id="32" name="墨迹 31">
                  <a:extLst>
                    <a:ext uri="{FF2B5EF4-FFF2-40B4-BE49-F238E27FC236}">
                      <a16:creationId xmlns:a16="http://schemas.microsoft.com/office/drawing/2014/main" id="{DC899BB7-4CC7-4591-F72E-E4C8FB81F0C8}"/>
                    </a:ext>
                  </a:extLst>
                </p:cNvPr>
                <p:cNvPicPr/>
                <p:nvPr/>
              </p:nvPicPr>
              <p:blipFill>
                <a:blip r:embed="rId55"/>
                <a:stretch>
                  <a:fillRect/>
                </a:stretch>
              </p:blipFill>
              <p:spPr>
                <a:xfrm>
                  <a:off x="1721258" y="4975465"/>
                  <a:ext cx="309134" cy="206754"/>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墨迹 32">
                  <a:extLst>
                    <a:ext uri="{FF2B5EF4-FFF2-40B4-BE49-F238E27FC236}">
                      <a16:creationId xmlns:a16="http://schemas.microsoft.com/office/drawing/2014/main" id="{9786975C-54E5-365C-C559-6AA5E63FE56C}"/>
                    </a:ext>
                  </a:extLst>
                </p14:cNvPr>
                <p14:cNvContentPartPr/>
                <p14:nvPr/>
              </p14:nvContentPartPr>
              <p14:xfrm>
                <a:off x="2123924" y="4721651"/>
                <a:ext cx="117532" cy="83741"/>
              </p14:xfrm>
            </p:contentPart>
          </mc:Choice>
          <mc:Fallback xmlns="">
            <p:pic>
              <p:nvPicPr>
                <p:cNvPr id="33" name="墨迹 32">
                  <a:extLst>
                    <a:ext uri="{FF2B5EF4-FFF2-40B4-BE49-F238E27FC236}">
                      <a16:creationId xmlns:a16="http://schemas.microsoft.com/office/drawing/2014/main" id="{9786975C-54E5-365C-C559-6AA5E63FE56C}"/>
                    </a:ext>
                  </a:extLst>
                </p:cNvPr>
                <p:cNvPicPr/>
                <p:nvPr/>
              </p:nvPicPr>
              <p:blipFill>
                <a:blip r:embed="rId57"/>
                <a:stretch>
                  <a:fillRect/>
                </a:stretch>
              </p:blipFill>
              <p:spPr>
                <a:xfrm>
                  <a:off x="2105953" y="4703681"/>
                  <a:ext cx="153115" cy="119322"/>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墨迹 33">
                  <a:extLst>
                    <a:ext uri="{FF2B5EF4-FFF2-40B4-BE49-F238E27FC236}">
                      <a16:creationId xmlns:a16="http://schemas.microsoft.com/office/drawing/2014/main" id="{C00A84B3-9069-2DB1-FE46-3A42845DD86F}"/>
                    </a:ext>
                  </a:extLst>
                </p14:cNvPr>
                <p14:cNvContentPartPr/>
                <p14:nvPr/>
              </p14:nvContentPartPr>
              <p14:xfrm>
                <a:off x="2115109" y="4993444"/>
                <a:ext cx="9060" cy="180950"/>
              </p14:xfrm>
            </p:contentPart>
          </mc:Choice>
          <mc:Fallback xmlns="">
            <p:pic>
              <p:nvPicPr>
                <p:cNvPr id="34" name="墨迹 33">
                  <a:extLst>
                    <a:ext uri="{FF2B5EF4-FFF2-40B4-BE49-F238E27FC236}">
                      <a16:creationId xmlns:a16="http://schemas.microsoft.com/office/drawing/2014/main" id="{C00A84B3-9069-2DB1-FE46-3A42845DD86F}"/>
                    </a:ext>
                  </a:extLst>
                </p:cNvPr>
                <p:cNvPicPr/>
                <p:nvPr/>
              </p:nvPicPr>
              <p:blipFill>
                <a:blip r:embed="rId59"/>
                <a:stretch>
                  <a:fillRect/>
                </a:stretch>
              </p:blipFill>
              <p:spPr>
                <a:xfrm>
                  <a:off x="2096989" y="4975457"/>
                  <a:ext cx="44938" cy="216564"/>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5" name="墨迹 34">
                  <a:extLst>
                    <a:ext uri="{FF2B5EF4-FFF2-40B4-BE49-F238E27FC236}">
                      <a16:creationId xmlns:a16="http://schemas.microsoft.com/office/drawing/2014/main" id="{90A126B8-699A-4E2F-592D-7A55A599757C}"/>
                    </a:ext>
                  </a:extLst>
                </p14:cNvPr>
                <p14:cNvContentPartPr/>
                <p14:nvPr/>
              </p14:nvContentPartPr>
              <p14:xfrm>
                <a:off x="2156245" y="4935902"/>
                <a:ext cx="138590" cy="275955"/>
              </p14:xfrm>
            </p:contentPart>
          </mc:Choice>
          <mc:Fallback xmlns="">
            <p:pic>
              <p:nvPicPr>
                <p:cNvPr id="35" name="墨迹 34">
                  <a:extLst>
                    <a:ext uri="{FF2B5EF4-FFF2-40B4-BE49-F238E27FC236}">
                      <a16:creationId xmlns:a16="http://schemas.microsoft.com/office/drawing/2014/main" id="{90A126B8-699A-4E2F-592D-7A55A599757C}"/>
                    </a:ext>
                  </a:extLst>
                </p:cNvPr>
                <p:cNvPicPr/>
                <p:nvPr/>
              </p:nvPicPr>
              <p:blipFill>
                <a:blip r:embed="rId61"/>
                <a:stretch>
                  <a:fillRect/>
                </a:stretch>
              </p:blipFill>
              <p:spPr>
                <a:xfrm>
                  <a:off x="2138246" y="4917913"/>
                  <a:ext cx="174227" cy="311574"/>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墨迹 35">
                  <a:extLst>
                    <a:ext uri="{FF2B5EF4-FFF2-40B4-BE49-F238E27FC236}">
                      <a16:creationId xmlns:a16="http://schemas.microsoft.com/office/drawing/2014/main" id="{89EAD5AD-95C7-B0A9-7C46-A426E4313AED}"/>
                    </a:ext>
                  </a:extLst>
                </p14:cNvPr>
                <p14:cNvContentPartPr/>
                <p14:nvPr/>
              </p14:nvContentPartPr>
              <p14:xfrm>
                <a:off x="2156245" y="5013767"/>
                <a:ext cx="107003" cy="86190"/>
              </p14:xfrm>
            </p:contentPart>
          </mc:Choice>
          <mc:Fallback xmlns="">
            <p:pic>
              <p:nvPicPr>
                <p:cNvPr id="36" name="墨迹 35">
                  <a:extLst>
                    <a:ext uri="{FF2B5EF4-FFF2-40B4-BE49-F238E27FC236}">
                      <a16:creationId xmlns:a16="http://schemas.microsoft.com/office/drawing/2014/main" id="{89EAD5AD-95C7-B0A9-7C46-A426E4313AED}"/>
                    </a:ext>
                  </a:extLst>
                </p:cNvPr>
                <p:cNvPicPr/>
                <p:nvPr/>
              </p:nvPicPr>
              <p:blipFill>
                <a:blip r:embed="rId63"/>
                <a:stretch>
                  <a:fillRect/>
                </a:stretch>
              </p:blipFill>
              <p:spPr>
                <a:xfrm>
                  <a:off x="2138231" y="4995736"/>
                  <a:ext cx="142671" cy="121892"/>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墨迹 36">
                  <a:extLst>
                    <a:ext uri="{FF2B5EF4-FFF2-40B4-BE49-F238E27FC236}">
                      <a16:creationId xmlns:a16="http://schemas.microsoft.com/office/drawing/2014/main" id="{CBD4EE20-FE5A-28D7-5263-2EFE9273F40F}"/>
                    </a:ext>
                  </a:extLst>
                </p14:cNvPr>
                <p14:cNvContentPartPr/>
                <p14:nvPr/>
              </p14:nvContentPartPr>
              <p14:xfrm>
                <a:off x="2186363" y="4968958"/>
                <a:ext cx="28159" cy="231636"/>
              </p14:xfrm>
            </p:contentPart>
          </mc:Choice>
          <mc:Fallback xmlns="">
            <p:pic>
              <p:nvPicPr>
                <p:cNvPr id="37" name="墨迹 36">
                  <a:extLst>
                    <a:ext uri="{FF2B5EF4-FFF2-40B4-BE49-F238E27FC236}">
                      <a16:creationId xmlns:a16="http://schemas.microsoft.com/office/drawing/2014/main" id="{CBD4EE20-FE5A-28D7-5263-2EFE9273F40F}"/>
                    </a:ext>
                  </a:extLst>
                </p:cNvPr>
                <p:cNvPicPr/>
                <p:nvPr/>
              </p:nvPicPr>
              <p:blipFill>
                <a:blip r:embed="rId65"/>
                <a:stretch>
                  <a:fillRect/>
                </a:stretch>
              </p:blipFill>
              <p:spPr>
                <a:xfrm>
                  <a:off x="2168312" y="4950946"/>
                  <a:ext cx="63899" cy="2673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墨迹 37">
                  <a:extLst>
                    <a:ext uri="{FF2B5EF4-FFF2-40B4-BE49-F238E27FC236}">
                      <a16:creationId xmlns:a16="http://schemas.microsoft.com/office/drawing/2014/main" id="{5BBD314E-F32E-3572-3A73-D541D1E3B222}"/>
                    </a:ext>
                  </a:extLst>
                </p14:cNvPr>
                <p14:cNvContentPartPr/>
                <p14:nvPr/>
              </p14:nvContentPartPr>
              <p14:xfrm>
                <a:off x="2057812" y="4935902"/>
                <a:ext cx="325172" cy="288198"/>
              </p14:xfrm>
            </p:contentPart>
          </mc:Choice>
          <mc:Fallback xmlns="">
            <p:pic>
              <p:nvPicPr>
                <p:cNvPr id="38" name="墨迹 37">
                  <a:extLst>
                    <a:ext uri="{FF2B5EF4-FFF2-40B4-BE49-F238E27FC236}">
                      <a16:creationId xmlns:a16="http://schemas.microsoft.com/office/drawing/2014/main" id="{5BBD314E-F32E-3572-3A73-D541D1E3B222}"/>
                    </a:ext>
                  </a:extLst>
                </p:cNvPr>
                <p:cNvPicPr/>
                <p:nvPr/>
              </p:nvPicPr>
              <p:blipFill>
                <a:blip r:embed="rId67"/>
                <a:stretch>
                  <a:fillRect/>
                </a:stretch>
              </p:blipFill>
              <p:spPr>
                <a:xfrm>
                  <a:off x="2039807" y="4917912"/>
                  <a:ext cx="360822" cy="323818"/>
                </a:xfrm>
                <a:prstGeom prst="rect">
                  <a:avLst/>
                </a:prstGeom>
              </p:spPr>
            </p:pic>
          </mc:Fallback>
        </mc:AlternateContent>
      </p:grpSp>
      <p:grpSp>
        <p:nvGrpSpPr>
          <p:cNvPr id="70" name="组合 69">
            <a:extLst>
              <a:ext uri="{FF2B5EF4-FFF2-40B4-BE49-F238E27FC236}">
                <a16:creationId xmlns:a16="http://schemas.microsoft.com/office/drawing/2014/main" id="{B917DDDD-7F05-22E4-601E-EB4A20426834}"/>
              </a:ext>
            </a:extLst>
          </p:cNvPr>
          <p:cNvGrpSpPr/>
          <p:nvPr/>
        </p:nvGrpSpPr>
        <p:grpSpPr>
          <a:xfrm>
            <a:off x="2688567" y="4812983"/>
            <a:ext cx="973310" cy="685358"/>
            <a:chOff x="2688567" y="4812983"/>
            <a:chExt cx="973310" cy="685358"/>
          </a:xfrm>
        </p:grpSpPr>
        <mc:AlternateContent xmlns:mc="http://schemas.openxmlformats.org/markup-compatibility/2006" xmlns:p14="http://schemas.microsoft.com/office/powerpoint/2010/main">
          <mc:Choice Requires="p14">
            <p:contentPart p14:bwMode="auto" r:id="rId68">
              <p14:nvContentPartPr>
                <p14:cNvPr id="50" name="墨迹 49">
                  <a:extLst>
                    <a:ext uri="{FF2B5EF4-FFF2-40B4-BE49-F238E27FC236}">
                      <a16:creationId xmlns:a16="http://schemas.microsoft.com/office/drawing/2014/main" id="{77A844FF-083F-D8F5-55C7-54A2B3E79DE8}"/>
                    </a:ext>
                  </a:extLst>
                </p14:cNvPr>
                <p14:cNvContentPartPr/>
                <p14:nvPr/>
              </p14:nvContentPartPr>
              <p14:xfrm>
                <a:off x="2729213" y="4968958"/>
                <a:ext cx="245" cy="160627"/>
              </p14:xfrm>
            </p:contentPart>
          </mc:Choice>
          <mc:Fallback xmlns="">
            <p:pic>
              <p:nvPicPr>
                <p:cNvPr id="50" name="墨迹 49">
                  <a:extLst>
                    <a:ext uri="{FF2B5EF4-FFF2-40B4-BE49-F238E27FC236}">
                      <a16:creationId xmlns:a16="http://schemas.microsoft.com/office/drawing/2014/main" id="{77A844FF-083F-D8F5-55C7-54A2B3E79DE8}"/>
                    </a:ext>
                  </a:extLst>
                </p:cNvPr>
                <p:cNvPicPr/>
                <p:nvPr/>
              </p:nvPicPr>
              <p:blipFill>
                <a:blip r:embed="rId69"/>
                <a:stretch>
                  <a:fillRect/>
                </a:stretch>
              </p:blipFill>
              <p:spPr>
                <a:xfrm>
                  <a:off x="2717208" y="4950950"/>
                  <a:ext cx="24500" cy="196282"/>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1" name="墨迹 50">
                  <a:extLst>
                    <a:ext uri="{FF2B5EF4-FFF2-40B4-BE49-F238E27FC236}">
                      <a16:creationId xmlns:a16="http://schemas.microsoft.com/office/drawing/2014/main" id="{B3A4772B-9C55-E669-1286-8376F0C4911A}"/>
                    </a:ext>
                  </a:extLst>
                </p14:cNvPr>
                <p14:cNvContentPartPr/>
                <p14:nvPr/>
              </p14:nvContentPartPr>
              <p14:xfrm>
                <a:off x="2688567" y="4892562"/>
                <a:ext cx="189765" cy="251959"/>
              </p14:xfrm>
            </p:contentPart>
          </mc:Choice>
          <mc:Fallback xmlns="">
            <p:pic>
              <p:nvPicPr>
                <p:cNvPr id="51" name="墨迹 50">
                  <a:extLst>
                    <a:ext uri="{FF2B5EF4-FFF2-40B4-BE49-F238E27FC236}">
                      <a16:creationId xmlns:a16="http://schemas.microsoft.com/office/drawing/2014/main" id="{B3A4772B-9C55-E669-1286-8376F0C4911A}"/>
                    </a:ext>
                  </a:extLst>
                </p:cNvPr>
                <p:cNvPicPr/>
                <p:nvPr/>
              </p:nvPicPr>
              <p:blipFill>
                <a:blip r:embed="rId71"/>
                <a:stretch>
                  <a:fillRect/>
                </a:stretch>
              </p:blipFill>
              <p:spPr>
                <a:xfrm>
                  <a:off x="2670563" y="4874565"/>
                  <a:ext cx="225413" cy="287593"/>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2" name="墨迹 51">
                  <a:extLst>
                    <a:ext uri="{FF2B5EF4-FFF2-40B4-BE49-F238E27FC236}">
                      <a16:creationId xmlns:a16="http://schemas.microsoft.com/office/drawing/2014/main" id="{4F5DA3B2-F0B2-BE16-1220-D58B4A472B7A}"/>
                    </a:ext>
                  </a:extLst>
                </p14:cNvPr>
                <p14:cNvContentPartPr/>
                <p14:nvPr/>
              </p14:nvContentPartPr>
              <p14:xfrm>
                <a:off x="3027205" y="4911416"/>
                <a:ext cx="188051" cy="174094"/>
              </p14:xfrm>
            </p:contentPart>
          </mc:Choice>
          <mc:Fallback xmlns="">
            <p:pic>
              <p:nvPicPr>
                <p:cNvPr id="52" name="墨迹 51">
                  <a:extLst>
                    <a:ext uri="{FF2B5EF4-FFF2-40B4-BE49-F238E27FC236}">
                      <a16:creationId xmlns:a16="http://schemas.microsoft.com/office/drawing/2014/main" id="{4F5DA3B2-F0B2-BE16-1220-D58B4A472B7A}"/>
                    </a:ext>
                  </a:extLst>
                </p:cNvPr>
                <p:cNvPicPr/>
                <p:nvPr/>
              </p:nvPicPr>
              <p:blipFill>
                <a:blip r:embed="rId73"/>
                <a:stretch>
                  <a:fillRect/>
                </a:stretch>
              </p:blipFill>
              <p:spPr>
                <a:xfrm>
                  <a:off x="3009192" y="4893431"/>
                  <a:ext cx="223716" cy="209704"/>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3" name="墨迹 52">
                  <a:extLst>
                    <a:ext uri="{FF2B5EF4-FFF2-40B4-BE49-F238E27FC236}">
                      <a16:creationId xmlns:a16="http://schemas.microsoft.com/office/drawing/2014/main" id="{0AE371A9-69D4-6F41-EE62-83F3980E7810}"/>
                    </a:ext>
                  </a:extLst>
                </p14:cNvPr>
                <p14:cNvContentPartPr/>
                <p14:nvPr/>
              </p14:nvContentPartPr>
              <p14:xfrm>
                <a:off x="3031858" y="4812983"/>
                <a:ext cx="224290" cy="417728"/>
              </p14:xfrm>
            </p:contentPart>
          </mc:Choice>
          <mc:Fallback xmlns="">
            <p:pic>
              <p:nvPicPr>
                <p:cNvPr id="53" name="墨迹 52">
                  <a:extLst>
                    <a:ext uri="{FF2B5EF4-FFF2-40B4-BE49-F238E27FC236}">
                      <a16:creationId xmlns:a16="http://schemas.microsoft.com/office/drawing/2014/main" id="{0AE371A9-69D4-6F41-EE62-83F3980E7810}"/>
                    </a:ext>
                  </a:extLst>
                </p:cNvPr>
                <p:cNvPicPr/>
                <p:nvPr/>
              </p:nvPicPr>
              <p:blipFill>
                <a:blip r:embed="rId75"/>
                <a:stretch>
                  <a:fillRect/>
                </a:stretch>
              </p:blipFill>
              <p:spPr>
                <a:xfrm>
                  <a:off x="3013857" y="4794993"/>
                  <a:ext cx="259932" cy="453348"/>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4" name="墨迹 53">
                  <a:extLst>
                    <a:ext uri="{FF2B5EF4-FFF2-40B4-BE49-F238E27FC236}">
                      <a16:creationId xmlns:a16="http://schemas.microsoft.com/office/drawing/2014/main" id="{7882D8AD-A34E-EAC4-4FA3-413C82E1B2EC}"/>
                    </a:ext>
                  </a:extLst>
                </p14:cNvPr>
                <p14:cNvContentPartPr/>
                <p14:nvPr/>
              </p14:nvContentPartPr>
              <p14:xfrm>
                <a:off x="3390575" y="4960388"/>
                <a:ext cx="173604" cy="321009"/>
              </p14:xfrm>
            </p:contentPart>
          </mc:Choice>
          <mc:Fallback xmlns="">
            <p:pic>
              <p:nvPicPr>
                <p:cNvPr id="54" name="墨迹 53">
                  <a:extLst>
                    <a:ext uri="{FF2B5EF4-FFF2-40B4-BE49-F238E27FC236}">
                      <a16:creationId xmlns:a16="http://schemas.microsoft.com/office/drawing/2014/main" id="{7882D8AD-A34E-EAC4-4FA3-413C82E1B2EC}"/>
                    </a:ext>
                  </a:extLst>
                </p:cNvPr>
                <p:cNvPicPr/>
                <p:nvPr/>
              </p:nvPicPr>
              <p:blipFill>
                <a:blip r:embed="rId77"/>
                <a:stretch>
                  <a:fillRect/>
                </a:stretch>
              </p:blipFill>
              <p:spPr>
                <a:xfrm>
                  <a:off x="3372566" y="4942754"/>
                  <a:ext cx="209261" cy="356637"/>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5" name="墨迹 54">
                  <a:extLst>
                    <a:ext uri="{FF2B5EF4-FFF2-40B4-BE49-F238E27FC236}">
                      <a16:creationId xmlns:a16="http://schemas.microsoft.com/office/drawing/2014/main" id="{EAFF243A-30A6-36A9-B1C0-B7804F39313A}"/>
                    </a:ext>
                  </a:extLst>
                </p14:cNvPr>
                <p14:cNvContentPartPr/>
                <p14:nvPr/>
              </p14:nvContentPartPr>
              <p14:xfrm>
                <a:off x="3367313" y="4898194"/>
                <a:ext cx="294564" cy="600147"/>
              </p14:xfrm>
            </p:contentPart>
          </mc:Choice>
          <mc:Fallback xmlns="">
            <p:pic>
              <p:nvPicPr>
                <p:cNvPr id="55" name="墨迹 54">
                  <a:extLst>
                    <a:ext uri="{FF2B5EF4-FFF2-40B4-BE49-F238E27FC236}">
                      <a16:creationId xmlns:a16="http://schemas.microsoft.com/office/drawing/2014/main" id="{EAFF243A-30A6-36A9-B1C0-B7804F39313A}"/>
                    </a:ext>
                  </a:extLst>
                </p:cNvPr>
                <p:cNvPicPr/>
                <p:nvPr/>
              </p:nvPicPr>
              <p:blipFill>
                <a:blip r:embed="rId79"/>
                <a:stretch>
                  <a:fillRect/>
                </a:stretch>
              </p:blipFill>
              <p:spPr>
                <a:xfrm>
                  <a:off x="3349330" y="4880193"/>
                  <a:ext cx="330171" cy="635789"/>
                </a:xfrm>
                <a:prstGeom prst="rect">
                  <a:avLst/>
                </a:prstGeom>
              </p:spPr>
            </p:pic>
          </mc:Fallback>
        </mc:AlternateContent>
      </p:grpSp>
      <p:grpSp>
        <p:nvGrpSpPr>
          <p:cNvPr id="73" name="组合 72">
            <a:extLst>
              <a:ext uri="{FF2B5EF4-FFF2-40B4-BE49-F238E27FC236}">
                <a16:creationId xmlns:a16="http://schemas.microsoft.com/office/drawing/2014/main" id="{34CF933D-67D5-BEB8-4BBE-FCDE77523534}"/>
              </a:ext>
            </a:extLst>
          </p:cNvPr>
          <p:cNvGrpSpPr/>
          <p:nvPr/>
        </p:nvGrpSpPr>
        <p:grpSpPr>
          <a:xfrm>
            <a:off x="3859723" y="4747606"/>
            <a:ext cx="825906" cy="736778"/>
            <a:chOff x="3859723" y="4747606"/>
            <a:chExt cx="825906" cy="736778"/>
          </a:xfrm>
        </p:grpSpPr>
        <mc:AlternateContent xmlns:mc="http://schemas.openxmlformats.org/markup-compatibility/2006" xmlns:p14="http://schemas.microsoft.com/office/powerpoint/2010/main">
          <mc:Choice Requires="p14">
            <p:contentPart p14:bwMode="auto" r:id="rId80">
              <p14:nvContentPartPr>
                <p14:cNvPr id="56" name="墨迹 55">
                  <a:extLst>
                    <a:ext uri="{FF2B5EF4-FFF2-40B4-BE49-F238E27FC236}">
                      <a16:creationId xmlns:a16="http://schemas.microsoft.com/office/drawing/2014/main" id="{080D27E1-3ED7-9AD1-B574-0863C191A77C}"/>
                    </a:ext>
                  </a:extLst>
                </p14:cNvPr>
                <p14:cNvContentPartPr/>
                <p14:nvPr/>
              </p14:nvContentPartPr>
              <p14:xfrm>
                <a:off x="3859723" y="4821309"/>
                <a:ext cx="162831" cy="184868"/>
              </p14:xfrm>
            </p:contentPart>
          </mc:Choice>
          <mc:Fallback xmlns="">
            <p:pic>
              <p:nvPicPr>
                <p:cNvPr id="56" name="墨迹 55">
                  <a:extLst>
                    <a:ext uri="{FF2B5EF4-FFF2-40B4-BE49-F238E27FC236}">
                      <a16:creationId xmlns:a16="http://schemas.microsoft.com/office/drawing/2014/main" id="{080D27E1-3ED7-9AD1-B574-0863C191A77C}"/>
                    </a:ext>
                  </a:extLst>
                </p:cNvPr>
                <p:cNvPicPr/>
                <p:nvPr/>
              </p:nvPicPr>
              <p:blipFill>
                <a:blip r:embed="rId81"/>
                <a:stretch>
                  <a:fillRect/>
                </a:stretch>
              </p:blipFill>
              <p:spPr>
                <a:xfrm>
                  <a:off x="3841750" y="4803326"/>
                  <a:ext cx="198417" cy="220475"/>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7" name="墨迹 56">
                  <a:extLst>
                    <a:ext uri="{FF2B5EF4-FFF2-40B4-BE49-F238E27FC236}">
                      <a16:creationId xmlns:a16="http://schemas.microsoft.com/office/drawing/2014/main" id="{4B298954-8106-4D58-1772-ABDF78637580}"/>
                    </a:ext>
                  </a:extLst>
                </p14:cNvPr>
                <p14:cNvContentPartPr/>
                <p14:nvPr/>
              </p14:nvContentPartPr>
              <p14:xfrm>
                <a:off x="4038469" y="4862200"/>
                <a:ext cx="98188" cy="155240"/>
              </p14:xfrm>
            </p:contentPart>
          </mc:Choice>
          <mc:Fallback xmlns="">
            <p:pic>
              <p:nvPicPr>
                <p:cNvPr id="57" name="墨迹 56">
                  <a:extLst>
                    <a:ext uri="{FF2B5EF4-FFF2-40B4-BE49-F238E27FC236}">
                      <a16:creationId xmlns:a16="http://schemas.microsoft.com/office/drawing/2014/main" id="{4B298954-8106-4D58-1772-ABDF78637580}"/>
                    </a:ext>
                  </a:extLst>
                </p:cNvPr>
                <p:cNvPicPr/>
                <p:nvPr/>
              </p:nvPicPr>
              <p:blipFill>
                <a:blip r:embed="rId83"/>
                <a:stretch>
                  <a:fillRect/>
                </a:stretch>
              </p:blipFill>
              <p:spPr>
                <a:xfrm>
                  <a:off x="4020846" y="4844232"/>
                  <a:ext cx="133795" cy="190816"/>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8" name="墨迹 57">
                  <a:extLst>
                    <a:ext uri="{FF2B5EF4-FFF2-40B4-BE49-F238E27FC236}">
                      <a16:creationId xmlns:a16="http://schemas.microsoft.com/office/drawing/2014/main" id="{A8325098-A248-057C-6CC1-B1F005D91AB3}"/>
                    </a:ext>
                  </a:extLst>
                </p14:cNvPr>
                <p14:cNvContentPartPr/>
                <p14:nvPr/>
              </p14:nvContentPartPr>
              <p14:xfrm>
                <a:off x="4013983" y="5022827"/>
                <a:ext cx="174829" cy="234084"/>
              </p14:xfrm>
            </p:contentPart>
          </mc:Choice>
          <mc:Fallback xmlns="">
            <p:pic>
              <p:nvPicPr>
                <p:cNvPr id="58" name="墨迹 57">
                  <a:extLst>
                    <a:ext uri="{FF2B5EF4-FFF2-40B4-BE49-F238E27FC236}">
                      <a16:creationId xmlns:a16="http://schemas.microsoft.com/office/drawing/2014/main" id="{A8325098-A248-057C-6CC1-B1F005D91AB3}"/>
                    </a:ext>
                  </a:extLst>
                </p:cNvPr>
                <p:cNvPicPr/>
                <p:nvPr/>
              </p:nvPicPr>
              <p:blipFill>
                <a:blip r:embed="rId85"/>
                <a:stretch>
                  <a:fillRect/>
                </a:stretch>
              </p:blipFill>
              <p:spPr>
                <a:xfrm>
                  <a:off x="3995996" y="5004848"/>
                  <a:ext cx="210442" cy="269682"/>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9" name="墨迹 58">
                  <a:extLst>
                    <a:ext uri="{FF2B5EF4-FFF2-40B4-BE49-F238E27FC236}">
                      <a16:creationId xmlns:a16="http://schemas.microsoft.com/office/drawing/2014/main" id="{A5CBAA74-856F-3FC5-660E-CD534C29CC59}"/>
                    </a:ext>
                  </a:extLst>
                </p14:cNvPr>
                <p14:cNvContentPartPr/>
                <p14:nvPr/>
              </p14:nvContentPartPr>
              <p14:xfrm>
                <a:off x="3962318" y="5091387"/>
                <a:ext cx="92556" cy="212782"/>
              </p14:xfrm>
            </p:contentPart>
          </mc:Choice>
          <mc:Fallback xmlns="">
            <p:pic>
              <p:nvPicPr>
                <p:cNvPr id="59" name="墨迹 58">
                  <a:extLst>
                    <a:ext uri="{FF2B5EF4-FFF2-40B4-BE49-F238E27FC236}">
                      <a16:creationId xmlns:a16="http://schemas.microsoft.com/office/drawing/2014/main" id="{A5CBAA74-856F-3FC5-660E-CD534C29CC59}"/>
                    </a:ext>
                  </a:extLst>
                </p:cNvPr>
                <p:cNvPicPr/>
                <p:nvPr/>
              </p:nvPicPr>
              <p:blipFill>
                <a:blip r:embed="rId87"/>
                <a:stretch>
                  <a:fillRect/>
                </a:stretch>
              </p:blipFill>
              <p:spPr>
                <a:xfrm>
                  <a:off x="3944740" y="5073385"/>
                  <a:ext cx="128072" cy="248426"/>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0" name="墨迹 59">
                  <a:extLst>
                    <a:ext uri="{FF2B5EF4-FFF2-40B4-BE49-F238E27FC236}">
                      <a16:creationId xmlns:a16="http://schemas.microsoft.com/office/drawing/2014/main" id="{03A34357-D29D-73D7-79EC-5C12F0F49EF7}"/>
                    </a:ext>
                  </a:extLst>
                </p14:cNvPr>
                <p14:cNvContentPartPr/>
                <p14:nvPr/>
              </p14:nvContentPartPr>
              <p14:xfrm>
                <a:off x="4431466" y="4845794"/>
                <a:ext cx="17140" cy="182419"/>
              </p14:xfrm>
            </p:contentPart>
          </mc:Choice>
          <mc:Fallback xmlns="">
            <p:pic>
              <p:nvPicPr>
                <p:cNvPr id="60" name="墨迹 59">
                  <a:extLst>
                    <a:ext uri="{FF2B5EF4-FFF2-40B4-BE49-F238E27FC236}">
                      <a16:creationId xmlns:a16="http://schemas.microsoft.com/office/drawing/2014/main" id="{03A34357-D29D-73D7-79EC-5C12F0F49EF7}"/>
                    </a:ext>
                  </a:extLst>
                </p:cNvPr>
                <p:cNvPicPr/>
                <p:nvPr/>
              </p:nvPicPr>
              <p:blipFill>
                <a:blip r:embed="rId89"/>
                <a:stretch>
                  <a:fillRect/>
                </a:stretch>
              </p:blipFill>
              <p:spPr>
                <a:xfrm>
                  <a:off x="4413612" y="4828164"/>
                  <a:ext cx="52491" cy="218039"/>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墨迹 60">
                  <a:extLst>
                    <a:ext uri="{FF2B5EF4-FFF2-40B4-BE49-F238E27FC236}">
                      <a16:creationId xmlns:a16="http://schemas.microsoft.com/office/drawing/2014/main" id="{835B5241-5E0C-E536-8730-C56BB1DD458A}"/>
                    </a:ext>
                  </a:extLst>
                </p14:cNvPr>
                <p14:cNvContentPartPr/>
                <p14:nvPr/>
              </p14:nvContentPartPr>
              <p14:xfrm>
                <a:off x="4513249" y="4747606"/>
                <a:ext cx="165279" cy="285994"/>
              </p14:xfrm>
            </p:contentPart>
          </mc:Choice>
          <mc:Fallback xmlns="">
            <p:pic>
              <p:nvPicPr>
                <p:cNvPr id="61" name="墨迹 60">
                  <a:extLst>
                    <a:ext uri="{FF2B5EF4-FFF2-40B4-BE49-F238E27FC236}">
                      <a16:creationId xmlns:a16="http://schemas.microsoft.com/office/drawing/2014/main" id="{835B5241-5E0C-E536-8730-C56BB1DD458A}"/>
                    </a:ext>
                  </a:extLst>
                </p:cNvPr>
                <p:cNvPicPr/>
                <p:nvPr/>
              </p:nvPicPr>
              <p:blipFill>
                <a:blip r:embed="rId91"/>
                <a:stretch>
                  <a:fillRect/>
                </a:stretch>
              </p:blipFill>
              <p:spPr>
                <a:xfrm>
                  <a:off x="4495284" y="4729596"/>
                  <a:ext cx="200850" cy="321653"/>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墨迹 61">
                  <a:extLst>
                    <a:ext uri="{FF2B5EF4-FFF2-40B4-BE49-F238E27FC236}">
                      <a16:creationId xmlns:a16="http://schemas.microsoft.com/office/drawing/2014/main" id="{BE274A16-BBCF-E417-BA50-6F34D3AB63D1}"/>
                    </a:ext>
                  </a:extLst>
                </p14:cNvPr>
                <p14:cNvContentPartPr/>
                <p14:nvPr/>
              </p14:nvContentPartPr>
              <p14:xfrm>
                <a:off x="4475296" y="4872974"/>
                <a:ext cx="95250" cy="61214"/>
              </p14:xfrm>
            </p:contentPart>
          </mc:Choice>
          <mc:Fallback xmlns="">
            <p:pic>
              <p:nvPicPr>
                <p:cNvPr id="62" name="墨迹 61">
                  <a:extLst>
                    <a:ext uri="{FF2B5EF4-FFF2-40B4-BE49-F238E27FC236}">
                      <a16:creationId xmlns:a16="http://schemas.microsoft.com/office/drawing/2014/main" id="{BE274A16-BBCF-E417-BA50-6F34D3AB63D1}"/>
                    </a:ext>
                  </a:extLst>
                </p:cNvPr>
                <p:cNvPicPr/>
                <p:nvPr/>
              </p:nvPicPr>
              <p:blipFill>
                <a:blip r:embed="rId93"/>
                <a:stretch>
                  <a:fillRect/>
                </a:stretch>
              </p:blipFill>
              <p:spPr>
                <a:xfrm>
                  <a:off x="4457684" y="4855433"/>
                  <a:ext cx="130834" cy="96654"/>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墨迹 62">
                  <a:extLst>
                    <a:ext uri="{FF2B5EF4-FFF2-40B4-BE49-F238E27FC236}">
                      <a16:creationId xmlns:a16="http://schemas.microsoft.com/office/drawing/2014/main" id="{9D19F80F-BB69-EC0B-10BC-D4785343073C}"/>
                    </a:ext>
                  </a:extLst>
                </p14:cNvPr>
                <p14:cNvContentPartPr/>
                <p14:nvPr/>
              </p14:nvContentPartPr>
              <p14:xfrm>
                <a:off x="4539694" y="4813473"/>
                <a:ext cx="22772" cy="184868"/>
              </p14:xfrm>
            </p:contentPart>
          </mc:Choice>
          <mc:Fallback xmlns="">
            <p:pic>
              <p:nvPicPr>
                <p:cNvPr id="63" name="墨迹 62">
                  <a:extLst>
                    <a:ext uri="{FF2B5EF4-FFF2-40B4-BE49-F238E27FC236}">
                      <a16:creationId xmlns:a16="http://schemas.microsoft.com/office/drawing/2014/main" id="{9D19F80F-BB69-EC0B-10BC-D4785343073C}"/>
                    </a:ext>
                  </a:extLst>
                </p:cNvPr>
                <p:cNvPicPr/>
                <p:nvPr/>
              </p:nvPicPr>
              <p:blipFill>
                <a:blip r:embed="rId95"/>
                <a:stretch>
                  <a:fillRect/>
                </a:stretch>
              </p:blipFill>
              <p:spPr>
                <a:xfrm>
                  <a:off x="4522259" y="4795490"/>
                  <a:ext cx="57997" cy="220475"/>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墨迹 63">
                  <a:extLst>
                    <a:ext uri="{FF2B5EF4-FFF2-40B4-BE49-F238E27FC236}">
                      <a16:creationId xmlns:a16="http://schemas.microsoft.com/office/drawing/2014/main" id="{A48479D4-CDF3-EFC5-0FEB-BB2225A8C0D7}"/>
                    </a:ext>
                  </a:extLst>
                </p14:cNvPr>
                <p14:cNvContentPartPr/>
                <p14:nvPr/>
              </p14:nvContentPartPr>
              <p14:xfrm>
                <a:off x="4431466" y="5003238"/>
                <a:ext cx="134427" cy="19833"/>
              </p14:xfrm>
            </p:contentPart>
          </mc:Choice>
          <mc:Fallback xmlns="">
            <p:pic>
              <p:nvPicPr>
                <p:cNvPr id="64" name="墨迹 63">
                  <a:extLst>
                    <a:ext uri="{FF2B5EF4-FFF2-40B4-BE49-F238E27FC236}">
                      <a16:creationId xmlns:a16="http://schemas.microsoft.com/office/drawing/2014/main" id="{A48479D4-CDF3-EFC5-0FEB-BB2225A8C0D7}"/>
                    </a:ext>
                  </a:extLst>
                </p:cNvPr>
                <p:cNvPicPr/>
                <p:nvPr/>
              </p:nvPicPr>
              <p:blipFill>
                <a:blip r:embed="rId97"/>
                <a:stretch>
                  <a:fillRect/>
                </a:stretch>
              </p:blipFill>
              <p:spPr>
                <a:xfrm>
                  <a:off x="4413494" y="4985208"/>
                  <a:ext cx="170011" cy="55532"/>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墨迹 64">
                  <a:extLst>
                    <a:ext uri="{FF2B5EF4-FFF2-40B4-BE49-F238E27FC236}">
                      <a16:creationId xmlns:a16="http://schemas.microsoft.com/office/drawing/2014/main" id="{C139A059-9742-C2EA-1401-5DBF9708F304}"/>
                    </a:ext>
                  </a:extLst>
                </p14:cNvPr>
                <p14:cNvContentPartPr/>
                <p14:nvPr/>
              </p14:nvContentPartPr>
              <p14:xfrm>
                <a:off x="4356050" y="5026010"/>
                <a:ext cx="173604" cy="159892"/>
              </p14:xfrm>
            </p:contentPart>
          </mc:Choice>
          <mc:Fallback xmlns="">
            <p:pic>
              <p:nvPicPr>
                <p:cNvPr id="65" name="墨迹 64">
                  <a:extLst>
                    <a:ext uri="{FF2B5EF4-FFF2-40B4-BE49-F238E27FC236}">
                      <a16:creationId xmlns:a16="http://schemas.microsoft.com/office/drawing/2014/main" id="{C139A059-9742-C2EA-1401-5DBF9708F304}"/>
                    </a:ext>
                  </a:extLst>
                </p:cNvPr>
                <p:cNvPicPr/>
                <p:nvPr/>
              </p:nvPicPr>
              <p:blipFill>
                <a:blip r:embed="rId99"/>
                <a:stretch>
                  <a:fillRect/>
                </a:stretch>
              </p:blipFill>
              <p:spPr>
                <a:xfrm>
                  <a:off x="4338041" y="5008004"/>
                  <a:ext cx="209261" cy="195544"/>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墨迹 65">
                  <a:extLst>
                    <a:ext uri="{FF2B5EF4-FFF2-40B4-BE49-F238E27FC236}">
                      <a16:creationId xmlns:a16="http://schemas.microsoft.com/office/drawing/2014/main" id="{05C512E4-E439-1F6E-FFDE-5E742A2C5ECB}"/>
                    </a:ext>
                  </a:extLst>
                </p14:cNvPr>
                <p14:cNvContentPartPr/>
                <p14:nvPr/>
              </p14:nvContentPartPr>
              <p14:xfrm>
                <a:off x="4406981" y="5066656"/>
                <a:ext cx="223066" cy="9060"/>
              </p14:xfrm>
            </p:contentPart>
          </mc:Choice>
          <mc:Fallback xmlns="">
            <p:pic>
              <p:nvPicPr>
                <p:cNvPr id="66" name="墨迹 65">
                  <a:extLst>
                    <a:ext uri="{FF2B5EF4-FFF2-40B4-BE49-F238E27FC236}">
                      <a16:creationId xmlns:a16="http://schemas.microsoft.com/office/drawing/2014/main" id="{05C512E4-E439-1F6E-FFDE-5E742A2C5ECB}"/>
                    </a:ext>
                  </a:extLst>
                </p:cNvPr>
                <p:cNvPicPr/>
                <p:nvPr/>
              </p:nvPicPr>
              <p:blipFill>
                <a:blip r:embed="rId101"/>
                <a:stretch>
                  <a:fillRect/>
                </a:stretch>
              </p:blipFill>
              <p:spPr>
                <a:xfrm>
                  <a:off x="4388992" y="5048898"/>
                  <a:ext cx="258685" cy="44938"/>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7" name="墨迹 66">
                  <a:extLst>
                    <a:ext uri="{FF2B5EF4-FFF2-40B4-BE49-F238E27FC236}">
                      <a16:creationId xmlns:a16="http://schemas.microsoft.com/office/drawing/2014/main" id="{6C949FA1-D2F3-FAD8-66B1-641055CCCCD2}"/>
                    </a:ext>
                  </a:extLst>
                </p14:cNvPr>
                <p14:cNvContentPartPr/>
                <p14:nvPr/>
              </p14:nvContentPartPr>
              <p14:xfrm>
                <a:off x="4385433" y="5108037"/>
                <a:ext cx="21792" cy="85945"/>
              </p14:xfrm>
            </p:contentPart>
          </mc:Choice>
          <mc:Fallback xmlns="">
            <p:pic>
              <p:nvPicPr>
                <p:cNvPr id="67" name="墨迹 66">
                  <a:extLst>
                    <a:ext uri="{FF2B5EF4-FFF2-40B4-BE49-F238E27FC236}">
                      <a16:creationId xmlns:a16="http://schemas.microsoft.com/office/drawing/2014/main" id="{6C949FA1-D2F3-FAD8-66B1-641055CCCCD2}"/>
                    </a:ext>
                  </a:extLst>
                </p:cNvPr>
                <p:cNvPicPr/>
                <p:nvPr/>
              </p:nvPicPr>
              <p:blipFill>
                <a:blip r:embed="rId103"/>
                <a:stretch>
                  <a:fillRect/>
                </a:stretch>
              </p:blipFill>
              <p:spPr>
                <a:xfrm>
                  <a:off x="4367571" y="5090057"/>
                  <a:ext cx="57159" cy="121546"/>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1" name="墨迹 70">
                  <a:extLst>
                    <a:ext uri="{FF2B5EF4-FFF2-40B4-BE49-F238E27FC236}">
                      <a16:creationId xmlns:a16="http://schemas.microsoft.com/office/drawing/2014/main" id="{527A2C30-CBBC-900B-B167-AEFDE6F94933}"/>
                    </a:ext>
                  </a:extLst>
                </p14:cNvPr>
                <p14:cNvContentPartPr/>
                <p14:nvPr/>
              </p14:nvContentPartPr>
              <p14:xfrm>
                <a:off x="4415306" y="5124198"/>
                <a:ext cx="48972" cy="227718"/>
              </p14:xfrm>
            </p:contentPart>
          </mc:Choice>
          <mc:Fallback xmlns="">
            <p:pic>
              <p:nvPicPr>
                <p:cNvPr id="71" name="墨迹 70">
                  <a:extLst>
                    <a:ext uri="{FF2B5EF4-FFF2-40B4-BE49-F238E27FC236}">
                      <a16:creationId xmlns:a16="http://schemas.microsoft.com/office/drawing/2014/main" id="{527A2C30-CBBC-900B-B167-AEFDE6F94933}"/>
                    </a:ext>
                  </a:extLst>
                </p:cNvPr>
                <p:cNvPicPr/>
                <p:nvPr/>
              </p:nvPicPr>
              <p:blipFill>
                <a:blip r:embed="rId105"/>
                <a:stretch>
                  <a:fillRect/>
                </a:stretch>
              </p:blipFill>
              <p:spPr>
                <a:xfrm>
                  <a:off x="4397790" y="5106571"/>
                  <a:ext cx="84361" cy="263333"/>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2" name="墨迹 71">
                  <a:extLst>
                    <a:ext uri="{FF2B5EF4-FFF2-40B4-BE49-F238E27FC236}">
                      <a16:creationId xmlns:a16="http://schemas.microsoft.com/office/drawing/2014/main" id="{EAF1FF7D-8D7A-3C64-48D9-5E3003C0BE65}"/>
                    </a:ext>
                  </a:extLst>
                </p14:cNvPr>
                <p14:cNvContentPartPr/>
                <p14:nvPr/>
              </p14:nvContentPartPr>
              <p14:xfrm>
                <a:off x="4656491" y="5124198"/>
                <a:ext cx="29138" cy="360186"/>
              </p14:xfrm>
            </p:contentPart>
          </mc:Choice>
          <mc:Fallback xmlns="">
            <p:pic>
              <p:nvPicPr>
                <p:cNvPr id="72" name="墨迹 71">
                  <a:extLst>
                    <a:ext uri="{FF2B5EF4-FFF2-40B4-BE49-F238E27FC236}">
                      <a16:creationId xmlns:a16="http://schemas.microsoft.com/office/drawing/2014/main" id="{EAF1FF7D-8D7A-3C64-48D9-5E3003C0BE65}"/>
                    </a:ext>
                  </a:extLst>
                </p:cNvPr>
                <p:cNvPicPr/>
                <p:nvPr/>
              </p:nvPicPr>
              <p:blipFill>
                <a:blip r:embed="rId107"/>
                <a:stretch>
                  <a:fillRect/>
                </a:stretch>
              </p:blipFill>
              <p:spPr>
                <a:xfrm>
                  <a:off x="4638505" y="5106567"/>
                  <a:ext cx="64751" cy="395809"/>
                </a:xfrm>
                <a:prstGeom prst="rect">
                  <a:avLst/>
                </a:prstGeom>
              </p:spPr>
            </p:pic>
          </mc:Fallback>
        </mc:AlternateContent>
      </p:grpSp>
      <p:grpSp>
        <p:nvGrpSpPr>
          <p:cNvPr id="79" name="组合 78">
            <a:extLst>
              <a:ext uri="{FF2B5EF4-FFF2-40B4-BE49-F238E27FC236}">
                <a16:creationId xmlns:a16="http://schemas.microsoft.com/office/drawing/2014/main" id="{90D45D77-2112-2083-B646-FC7E3D0D586A}"/>
              </a:ext>
            </a:extLst>
          </p:cNvPr>
          <p:cNvGrpSpPr/>
          <p:nvPr/>
        </p:nvGrpSpPr>
        <p:grpSpPr>
          <a:xfrm>
            <a:off x="1972118" y="914248"/>
            <a:ext cx="355320" cy="568080"/>
            <a:chOff x="1972118" y="914248"/>
            <a:chExt cx="355320" cy="568080"/>
          </a:xfrm>
        </p:grpSpPr>
        <mc:AlternateContent xmlns:mc="http://schemas.openxmlformats.org/markup-compatibility/2006" xmlns:p14="http://schemas.microsoft.com/office/powerpoint/2010/main">
          <mc:Choice Requires="p14">
            <p:contentPart p14:bwMode="auto" r:id="rId108">
              <p14:nvContentPartPr>
                <p14:cNvPr id="76" name="墨迹 75">
                  <a:extLst>
                    <a:ext uri="{FF2B5EF4-FFF2-40B4-BE49-F238E27FC236}">
                      <a16:creationId xmlns:a16="http://schemas.microsoft.com/office/drawing/2014/main" id="{EA8D7AD7-0E33-8147-010E-69CE9E2E2F6F}"/>
                    </a:ext>
                  </a:extLst>
                </p14:cNvPr>
                <p14:cNvContentPartPr/>
                <p14:nvPr/>
              </p14:nvContentPartPr>
              <p14:xfrm>
                <a:off x="2009198" y="962848"/>
                <a:ext cx="360" cy="298440"/>
              </p14:xfrm>
            </p:contentPart>
          </mc:Choice>
          <mc:Fallback xmlns="">
            <p:pic>
              <p:nvPicPr>
                <p:cNvPr id="76" name="墨迹 75">
                  <a:extLst>
                    <a:ext uri="{FF2B5EF4-FFF2-40B4-BE49-F238E27FC236}">
                      <a16:creationId xmlns:a16="http://schemas.microsoft.com/office/drawing/2014/main" id="{EA8D7AD7-0E33-8147-010E-69CE9E2E2F6F}"/>
                    </a:ext>
                  </a:extLst>
                </p:cNvPr>
                <p:cNvPicPr/>
                <p:nvPr/>
              </p:nvPicPr>
              <p:blipFill>
                <a:blip r:embed="rId109"/>
                <a:stretch>
                  <a:fillRect/>
                </a:stretch>
              </p:blipFill>
              <p:spPr>
                <a:xfrm>
                  <a:off x="1991198" y="944848"/>
                  <a:ext cx="360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7" name="墨迹 76">
                  <a:extLst>
                    <a:ext uri="{FF2B5EF4-FFF2-40B4-BE49-F238E27FC236}">
                      <a16:creationId xmlns:a16="http://schemas.microsoft.com/office/drawing/2014/main" id="{B82C144C-9875-5415-FFE0-5C104904E505}"/>
                    </a:ext>
                  </a:extLst>
                </p14:cNvPr>
                <p14:cNvContentPartPr/>
                <p14:nvPr/>
              </p14:nvContentPartPr>
              <p14:xfrm>
                <a:off x="1972118" y="914248"/>
                <a:ext cx="355320" cy="568080"/>
              </p14:xfrm>
            </p:contentPart>
          </mc:Choice>
          <mc:Fallback xmlns="">
            <p:pic>
              <p:nvPicPr>
                <p:cNvPr id="77" name="墨迹 76">
                  <a:extLst>
                    <a:ext uri="{FF2B5EF4-FFF2-40B4-BE49-F238E27FC236}">
                      <a16:creationId xmlns:a16="http://schemas.microsoft.com/office/drawing/2014/main" id="{B82C144C-9875-5415-FFE0-5C104904E505}"/>
                    </a:ext>
                  </a:extLst>
                </p:cNvPr>
                <p:cNvPicPr/>
                <p:nvPr/>
              </p:nvPicPr>
              <p:blipFill>
                <a:blip r:embed="rId111"/>
                <a:stretch>
                  <a:fillRect/>
                </a:stretch>
              </p:blipFill>
              <p:spPr>
                <a:xfrm>
                  <a:off x="1954478" y="896248"/>
                  <a:ext cx="390960" cy="6037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8" name="墨迹 77">
                  <a:extLst>
                    <a:ext uri="{FF2B5EF4-FFF2-40B4-BE49-F238E27FC236}">
                      <a16:creationId xmlns:a16="http://schemas.microsoft.com/office/drawing/2014/main" id="{5A5944C7-5036-83D8-A9D0-462EBE30D493}"/>
                    </a:ext>
                  </a:extLst>
                </p14:cNvPr>
                <p14:cNvContentPartPr/>
                <p14:nvPr/>
              </p14:nvContentPartPr>
              <p14:xfrm>
                <a:off x="2189198" y="1094968"/>
                <a:ext cx="360" cy="114840"/>
              </p14:xfrm>
            </p:contentPart>
          </mc:Choice>
          <mc:Fallback xmlns="">
            <p:pic>
              <p:nvPicPr>
                <p:cNvPr id="78" name="墨迹 77">
                  <a:extLst>
                    <a:ext uri="{FF2B5EF4-FFF2-40B4-BE49-F238E27FC236}">
                      <a16:creationId xmlns:a16="http://schemas.microsoft.com/office/drawing/2014/main" id="{5A5944C7-5036-83D8-A9D0-462EBE30D493}"/>
                    </a:ext>
                  </a:extLst>
                </p:cNvPr>
                <p:cNvPicPr/>
                <p:nvPr/>
              </p:nvPicPr>
              <p:blipFill>
                <a:blip r:embed="rId113"/>
                <a:stretch>
                  <a:fillRect/>
                </a:stretch>
              </p:blipFill>
              <p:spPr>
                <a:xfrm>
                  <a:off x="2171558" y="1077328"/>
                  <a:ext cx="36000" cy="150480"/>
                </a:xfrm>
                <a:prstGeom prst="rect">
                  <a:avLst/>
                </a:prstGeom>
              </p:spPr>
            </p:pic>
          </mc:Fallback>
        </mc:AlternateContent>
      </p:grpSp>
      <p:grpSp>
        <p:nvGrpSpPr>
          <p:cNvPr id="87" name="组合 86">
            <a:extLst>
              <a:ext uri="{FF2B5EF4-FFF2-40B4-BE49-F238E27FC236}">
                <a16:creationId xmlns:a16="http://schemas.microsoft.com/office/drawing/2014/main" id="{229F4AEB-3568-9D8E-3440-340EBDA22621}"/>
              </a:ext>
            </a:extLst>
          </p:cNvPr>
          <p:cNvGrpSpPr/>
          <p:nvPr/>
        </p:nvGrpSpPr>
        <p:grpSpPr>
          <a:xfrm>
            <a:off x="4053998" y="841888"/>
            <a:ext cx="402480" cy="594000"/>
            <a:chOff x="4053998" y="841888"/>
            <a:chExt cx="402480" cy="594000"/>
          </a:xfrm>
        </p:grpSpPr>
        <mc:AlternateContent xmlns:mc="http://schemas.openxmlformats.org/markup-compatibility/2006" xmlns:p14="http://schemas.microsoft.com/office/powerpoint/2010/main">
          <mc:Choice Requires="p14">
            <p:contentPart p14:bwMode="auto" r:id="rId114">
              <p14:nvContentPartPr>
                <p14:cNvPr id="80" name="墨迹 79">
                  <a:extLst>
                    <a:ext uri="{FF2B5EF4-FFF2-40B4-BE49-F238E27FC236}">
                      <a16:creationId xmlns:a16="http://schemas.microsoft.com/office/drawing/2014/main" id="{FE295908-3EAD-F4F9-F14C-B9A52A133C70}"/>
                    </a:ext>
                  </a:extLst>
                </p14:cNvPr>
                <p14:cNvContentPartPr/>
                <p14:nvPr/>
              </p14:nvContentPartPr>
              <p14:xfrm>
                <a:off x="4053998" y="986608"/>
                <a:ext cx="228240" cy="219600"/>
              </p14:xfrm>
            </p:contentPart>
          </mc:Choice>
          <mc:Fallback xmlns="">
            <p:pic>
              <p:nvPicPr>
                <p:cNvPr id="80" name="墨迹 79">
                  <a:extLst>
                    <a:ext uri="{FF2B5EF4-FFF2-40B4-BE49-F238E27FC236}">
                      <a16:creationId xmlns:a16="http://schemas.microsoft.com/office/drawing/2014/main" id="{FE295908-3EAD-F4F9-F14C-B9A52A133C70}"/>
                    </a:ext>
                  </a:extLst>
                </p:cNvPr>
                <p:cNvPicPr/>
                <p:nvPr/>
              </p:nvPicPr>
              <p:blipFill>
                <a:blip r:embed="rId115"/>
                <a:stretch>
                  <a:fillRect/>
                </a:stretch>
              </p:blipFill>
              <p:spPr>
                <a:xfrm>
                  <a:off x="4036358" y="968608"/>
                  <a:ext cx="26388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1" name="墨迹 80">
                  <a:extLst>
                    <a:ext uri="{FF2B5EF4-FFF2-40B4-BE49-F238E27FC236}">
                      <a16:creationId xmlns:a16="http://schemas.microsoft.com/office/drawing/2014/main" id="{B667F6E6-CF67-30EF-9FF4-40C9227FF109}"/>
                    </a:ext>
                  </a:extLst>
                </p14:cNvPr>
                <p14:cNvContentPartPr/>
                <p14:nvPr/>
              </p14:nvContentPartPr>
              <p14:xfrm>
                <a:off x="4162718" y="1073728"/>
                <a:ext cx="293760" cy="287280"/>
              </p14:xfrm>
            </p:contentPart>
          </mc:Choice>
          <mc:Fallback xmlns="">
            <p:pic>
              <p:nvPicPr>
                <p:cNvPr id="81" name="墨迹 80">
                  <a:extLst>
                    <a:ext uri="{FF2B5EF4-FFF2-40B4-BE49-F238E27FC236}">
                      <a16:creationId xmlns:a16="http://schemas.microsoft.com/office/drawing/2014/main" id="{B667F6E6-CF67-30EF-9FF4-40C9227FF109}"/>
                    </a:ext>
                  </a:extLst>
                </p:cNvPr>
                <p:cNvPicPr/>
                <p:nvPr/>
              </p:nvPicPr>
              <p:blipFill>
                <a:blip r:embed="rId117"/>
                <a:stretch>
                  <a:fillRect/>
                </a:stretch>
              </p:blipFill>
              <p:spPr>
                <a:xfrm>
                  <a:off x="4144718" y="1055728"/>
                  <a:ext cx="32940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2" name="墨迹 81">
                  <a:extLst>
                    <a:ext uri="{FF2B5EF4-FFF2-40B4-BE49-F238E27FC236}">
                      <a16:creationId xmlns:a16="http://schemas.microsoft.com/office/drawing/2014/main" id="{67316F39-1A33-3051-B73F-37BB548A035F}"/>
                    </a:ext>
                  </a:extLst>
                </p14:cNvPr>
                <p14:cNvContentPartPr/>
                <p14:nvPr/>
              </p14:nvContentPartPr>
              <p14:xfrm>
                <a:off x="4137518" y="841888"/>
                <a:ext cx="121680" cy="594000"/>
              </p14:xfrm>
            </p:contentPart>
          </mc:Choice>
          <mc:Fallback xmlns="">
            <p:pic>
              <p:nvPicPr>
                <p:cNvPr id="82" name="墨迹 81">
                  <a:extLst>
                    <a:ext uri="{FF2B5EF4-FFF2-40B4-BE49-F238E27FC236}">
                      <a16:creationId xmlns:a16="http://schemas.microsoft.com/office/drawing/2014/main" id="{67316F39-1A33-3051-B73F-37BB548A035F}"/>
                    </a:ext>
                  </a:extLst>
                </p:cNvPr>
                <p:cNvPicPr/>
                <p:nvPr/>
              </p:nvPicPr>
              <p:blipFill>
                <a:blip r:embed="rId119"/>
                <a:stretch>
                  <a:fillRect/>
                </a:stretch>
              </p:blipFill>
              <p:spPr>
                <a:xfrm>
                  <a:off x="4119518" y="824248"/>
                  <a:ext cx="157320" cy="629640"/>
                </a:xfrm>
                <a:prstGeom prst="rect">
                  <a:avLst/>
                </a:prstGeom>
              </p:spPr>
            </p:pic>
          </mc:Fallback>
        </mc:AlternateContent>
      </p:grpSp>
      <p:grpSp>
        <p:nvGrpSpPr>
          <p:cNvPr id="86" name="组合 85">
            <a:extLst>
              <a:ext uri="{FF2B5EF4-FFF2-40B4-BE49-F238E27FC236}">
                <a16:creationId xmlns:a16="http://schemas.microsoft.com/office/drawing/2014/main" id="{545A63BE-9F74-B4B8-5656-C2104C2A4CC1}"/>
              </a:ext>
            </a:extLst>
          </p:cNvPr>
          <p:cNvGrpSpPr/>
          <p:nvPr/>
        </p:nvGrpSpPr>
        <p:grpSpPr>
          <a:xfrm>
            <a:off x="6039758" y="806608"/>
            <a:ext cx="365760" cy="662760"/>
            <a:chOff x="6039758" y="806608"/>
            <a:chExt cx="365760" cy="662760"/>
          </a:xfrm>
        </p:grpSpPr>
        <mc:AlternateContent xmlns:mc="http://schemas.openxmlformats.org/markup-compatibility/2006" xmlns:p14="http://schemas.microsoft.com/office/powerpoint/2010/main">
          <mc:Choice Requires="p14">
            <p:contentPart p14:bwMode="auto" r:id="rId120">
              <p14:nvContentPartPr>
                <p14:cNvPr id="83" name="墨迹 82">
                  <a:extLst>
                    <a:ext uri="{FF2B5EF4-FFF2-40B4-BE49-F238E27FC236}">
                      <a16:creationId xmlns:a16="http://schemas.microsoft.com/office/drawing/2014/main" id="{27E02F49-3465-D8F9-4B42-4F5D4E6F9D46}"/>
                    </a:ext>
                  </a:extLst>
                </p14:cNvPr>
                <p14:cNvContentPartPr/>
                <p14:nvPr/>
              </p14:nvContentPartPr>
              <p14:xfrm>
                <a:off x="6087638" y="938008"/>
                <a:ext cx="168120" cy="343080"/>
              </p14:xfrm>
            </p:contentPart>
          </mc:Choice>
          <mc:Fallback xmlns="">
            <p:pic>
              <p:nvPicPr>
                <p:cNvPr id="83" name="墨迹 82">
                  <a:extLst>
                    <a:ext uri="{FF2B5EF4-FFF2-40B4-BE49-F238E27FC236}">
                      <a16:creationId xmlns:a16="http://schemas.microsoft.com/office/drawing/2014/main" id="{27E02F49-3465-D8F9-4B42-4F5D4E6F9D46}"/>
                    </a:ext>
                  </a:extLst>
                </p:cNvPr>
                <p:cNvPicPr/>
                <p:nvPr/>
              </p:nvPicPr>
              <p:blipFill>
                <a:blip r:embed="rId121"/>
                <a:stretch>
                  <a:fillRect/>
                </a:stretch>
              </p:blipFill>
              <p:spPr>
                <a:xfrm>
                  <a:off x="6069638" y="920368"/>
                  <a:ext cx="20376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4" name="墨迹 83">
                  <a:extLst>
                    <a:ext uri="{FF2B5EF4-FFF2-40B4-BE49-F238E27FC236}">
                      <a16:creationId xmlns:a16="http://schemas.microsoft.com/office/drawing/2014/main" id="{23CC9C41-69A3-911E-DD5D-5874ADDA494C}"/>
                    </a:ext>
                  </a:extLst>
                </p14:cNvPr>
                <p14:cNvContentPartPr/>
                <p14:nvPr/>
              </p14:nvContentPartPr>
              <p14:xfrm>
                <a:off x="6063518" y="961768"/>
                <a:ext cx="342000" cy="435600"/>
              </p14:xfrm>
            </p:contentPart>
          </mc:Choice>
          <mc:Fallback xmlns="">
            <p:pic>
              <p:nvPicPr>
                <p:cNvPr id="84" name="墨迹 83">
                  <a:extLst>
                    <a:ext uri="{FF2B5EF4-FFF2-40B4-BE49-F238E27FC236}">
                      <a16:creationId xmlns:a16="http://schemas.microsoft.com/office/drawing/2014/main" id="{23CC9C41-69A3-911E-DD5D-5874ADDA494C}"/>
                    </a:ext>
                  </a:extLst>
                </p:cNvPr>
                <p:cNvPicPr/>
                <p:nvPr/>
              </p:nvPicPr>
              <p:blipFill>
                <a:blip r:embed="rId123"/>
                <a:stretch>
                  <a:fillRect/>
                </a:stretch>
              </p:blipFill>
              <p:spPr>
                <a:xfrm>
                  <a:off x="6045878" y="943768"/>
                  <a:ext cx="37764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5" name="墨迹 84">
                  <a:extLst>
                    <a:ext uri="{FF2B5EF4-FFF2-40B4-BE49-F238E27FC236}">
                      <a16:creationId xmlns:a16="http://schemas.microsoft.com/office/drawing/2014/main" id="{85ADCD7F-E813-1227-4895-F7EB2A35FB6D}"/>
                    </a:ext>
                  </a:extLst>
                </p14:cNvPr>
                <p14:cNvContentPartPr/>
                <p14:nvPr/>
              </p14:nvContentPartPr>
              <p14:xfrm>
                <a:off x="6039758" y="806608"/>
                <a:ext cx="257400" cy="662760"/>
              </p14:xfrm>
            </p:contentPart>
          </mc:Choice>
          <mc:Fallback xmlns="">
            <p:pic>
              <p:nvPicPr>
                <p:cNvPr id="85" name="墨迹 84">
                  <a:extLst>
                    <a:ext uri="{FF2B5EF4-FFF2-40B4-BE49-F238E27FC236}">
                      <a16:creationId xmlns:a16="http://schemas.microsoft.com/office/drawing/2014/main" id="{85ADCD7F-E813-1227-4895-F7EB2A35FB6D}"/>
                    </a:ext>
                  </a:extLst>
                </p:cNvPr>
                <p:cNvPicPr/>
                <p:nvPr/>
              </p:nvPicPr>
              <p:blipFill>
                <a:blip r:embed="rId125"/>
                <a:stretch>
                  <a:fillRect/>
                </a:stretch>
              </p:blipFill>
              <p:spPr>
                <a:xfrm>
                  <a:off x="6022118" y="788968"/>
                  <a:ext cx="293040" cy="698400"/>
                </a:xfrm>
                <a:prstGeom prst="rect">
                  <a:avLst/>
                </a:prstGeom>
              </p:spPr>
            </p:pic>
          </mc:Fallback>
        </mc:AlternateContent>
      </p:grpSp>
      <p:grpSp>
        <p:nvGrpSpPr>
          <p:cNvPr id="97" name="组合 96">
            <a:extLst>
              <a:ext uri="{FF2B5EF4-FFF2-40B4-BE49-F238E27FC236}">
                <a16:creationId xmlns:a16="http://schemas.microsoft.com/office/drawing/2014/main" id="{20E93A3F-58B0-3ED7-FBF7-3D10D21D97F7}"/>
              </a:ext>
            </a:extLst>
          </p:cNvPr>
          <p:cNvGrpSpPr/>
          <p:nvPr/>
        </p:nvGrpSpPr>
        <p:grpSpPr>
          <a:xfrm>
            <a:off x="8132798" y="854128"/>
            <a:ext cx="520920" cy="691920"/>
            <a:chOff x="8132798" y="854128"/>
            <a:chExt cx="520920" cy="691920"/>
          </a:xfrm>
        </p:grpSpPr>
        <mc:AlternateContent xmlns:mc="http://schemas.openxmlformats.org/markup-compatibility/2006" xmlns:p14="http://schemas.microsoft.com/office/powerpoint/2010/main">
          <mc:Choice Requires="p14">
            <p:contentPart p14:bwMode="auto" r:id="rId126">
              <p14:nvContentPartPr>
                <p14:cNvPr id="88" name="墨迹 87">
                  <a:extLst>
                    <a:ext uri="{FF2B5EF4-FFF2-40B4-BE49-F238E27FC236}">
                      <a16:creationId xmlns:a16="http://schemas.microsoft.com/office/drawing/2014/main" id="{77D5AE5A-9289-8A07-0C0D-B95F54EA7462}"/>
                    </a:ext>
                  </a:extLst>
                </p14:cNvPr>
                <p14:cNvContentPartPr/>
                <p14:nvPr/>
              </p14:nvContentPartPr>
              <p14:xfrm>
                <a:off x="8169158" y="998128"/>
                <a:ext cx="274320" cy="222120"/>
              </p14:xfrm>
            </p:contentPart>
          </mc:Choice>
          <mc:Fallback xmlns="">
            <p:pic>
              <p:nvPicPr>
                <p:cNvPr id="88" name="墨迹 87">
                  <a:extLst>
                    <a:ext uri="{FF2B5EF4-FFF2-40B4-BE49-F238E27FC236}">
                      <a16:creationId xmlns:a16="http://schemas.microsoft.com/office/drawing/2014/main" id="{77D5AE5A-9289-8A07-0C0D-B95F54EA7462}"/>
                    </a:ext>
                  </a:extLst>
                </p:cNvPr>
                <p:cNvPicPr/>
                <p:nvPr/>
              </p:nvPicPr>
              <p:blipFill>
                <a:blip r:embed="rId127"/>
                <a:stretch>
                  <a:fillRect/>
                </a:stretch>
              </p:blipFill>
              <p:spPr>
                <a:xfrm>
                  <a:off x="8151518" y="980488"/>
                  <a:ext cx="30996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9" name="墨迹 88">
                  <a:extLst>
                    <a:ext uri="{FF2B5EF4-FFF2-40B4-BE49-F238E27FC236}">
                      <a16:creationId xmlns:a16="http://schemas.microsoft.com/office/drawing/2014/main" id="{68B2C55D-68BD-2151-4F54-7061EBC3B72A}"/>
                    </a:ext>
                  </a:extLst>
                </p14:cNvPr>
                <p14:cNvContentPartPr/>
                <p14:nvPr/>
              </p14:nvContentPartPr>
              <p14:xfrm>
                <a:off x="8326478" y="1058968"/>
                <a:ext cx="47880" cy="185400"/>
              </p14:xfrm>
            </p:contentPart>
          </mc:Choice>
          <mc:Fallback xmlns="">
            <p:pic>
              <p:nvPicPr>
                <p:cNvPr id="89" name="墨迹 88">
                  <a:extLst>
                    <a:ext uri="{FF2B5EF4-FFF2-40B4-BE49-F238E27FC236}">
                      <a16:creationId xmlns:a16="http://schemas.microsoft.com/office/drawing/2014/main" id="{68B2C55D-68BD-2151-4F54-7061EBC3B72A}"/>
                    </a:ext>
                  </a:extLst>
                </p:cNvPr>
                <p:cNvPicPr/>
                <p:nvPr/>
              </p:nvPicPr>
              <p:blipFill>
                <a:blip r:embed="rId129"/>
                <a:stretch>
                  <a:fillRect/>
                </a:stretch>
              </p:blipFill>
              <p:spPr>
                <a:xfrm>
                  <a:off x="8308478" y="1040968"/>
                  <a:ext cx="8352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0" name="墨迹 89">
                  <a:extLst>
                    <a:ext uri="{FF2B5EF4-FFF2-40B4-BE49-F238E27FC236}">
                      <a16:creationId xmlns:a16="http://schemas.microsoft.com/office/drawing/2014/main" id="{13C3AAF3-A814-15E9-5770-C3AD48307DF2}"/>
                    </a:ext>
                  </a:extLst>
                </p14:cNvPr>
                <p14:cNvContentPartPr/>
                <p14:nvPr/>
              </p14:nvContentPartPr>
              <p14:xfrm>
                <a:off x="8289038" y="1091008"/>
                <a:ext cx="255960" cy="343080"/>
              </p14:xfrm>
            </p:contentPart>
          </mc:Choice>
          <mc:Fallback xmlns="">
            <p:pic>
              <p:nvPicPr>
                <p:cNvPr id="90" name="墨迹 89">
                  <a:extLst>
                    <a:ext uri="{FF2B5EF4-FFF2-40B4-BE49-F238E27FC236}">
                      <a16:creationId xmlns:a16="http://schemas.microsoft.com/office/drawing/2014/main" id="{13C3AAF3-A814-15E9-5770-C3AD48307DF2}"/>
                    </a:ext>
                  </a:extLst>
                </p:cNvPr>
                <p:cNvPicPr/>
                <p:nvPr/>
              </p:nvPicPr>
              <p:blipFill>
                <a:blip r:embed="rId131"/>
                <a:stretch>
                  <a:fillRect/>
                </a:stretch>
              </p:blipFill>
              <p:spPr>
                <a:xfrm>
                  <a:off x="8271398" y="1073008"/>
                  <a:ext cx="29160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1" name="墨迹 90">
                  <a:extLst>
                    <a:ext uri="{FF2B5EF4-FFF2-40B4-BE49-F238E27FC236}">
                      <a16:creationId xmlns:a16="http://schemas.microsoft.com/office/drawing/2014/main" id="{0BCFC4E0-9E8F-85B4-0AB5-C1CD8BE81022}"/>
                    </a:ext>
                  </a:extLst>
                </p14:cNvPr>
                <p14:cNvContentPartPr/>
                <p14:nvPr/>
              </p14:nvContentPartPr>
              <p14:xfrm>
                <a:off x="8132798" y="865648"/>
                <a:ext cx="351360" cy="680400"/>
              </p14:xfrm>
            </p:contentPart>
          </mc:Choice>
          <mc:Fallback xmlns="">
            <p:pic>
              <p:nvPicPr>
                <p:cNvPr id="91" name="墨迹 90">
                  <a:extLst>
                    <a:ext uri="{FF2B5EF4-FFF2-40B4-BE49-F238E27FC236}">
                      <a16:creationId xmlns:a16="http://schemas.microsoft.com/office/drawing/2014/main" id="{0BCFC4E0-9E8F-85B4-0AB5-C1CD8BE81022}"/>
                    </a:ext>
                  </a:extLst>
                </p:cNvPr>
                <p:cNvPicPr/>
                <p:nvPr/>
              </p:nvPicPr>
              <p:blipFill>
                <a:blip r:embed="rId133"/>
                <a:stretch>
                  <a:fillRect/>
                </a:stretch>
              </p:blipFill>
              <p:spPr>
                <a:xfrm>
                  <a:off x="8114798" y="848008"/>
                  <a:ext cx="387000" cy="716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2" name="墨迹 91">
                  <a:extLst>
                    <a:ext uri="{FF2B5EF4-FFF2-40B4-BE49-F238E27FC236}">
                      <a16:creationId xmlns:a16="http://schemas.microsoft.com/office/drawing/2014/main" id="{751241E7-FAC3-4410-C782-FBDE0E856E39}"/>
                    </a:ext>
                  </a:extLst>
                </p14:cNvPr>
                <p14:cNvContentPartPr/>
                <p14:nvPr/>
              </p14:nvContentPartPr>
              <p14:xfrm>
                <a:off x="8434118" y="854128"/>
                <a:ext cx="219600" cy="405360"/>
              </p14:xfrm>
            </p:contentPart>
          </mc:Choice>
          <mc:Fallback xmlns="">
            <p:pic>
              <p:nvPicPr>
                <p:cNvPr id="92" name="墨迹 91">
                  <a:extLst>
                    <a:ext uri="{FF2B5EF4-FFF2-40B4-BE49-F238E27FC236}">
                      <a16:creationId xmlns:a16="http://schemas.microsoft.com/office/drawing/2014/main" id="{751241E7-FAC3-4410-C782-FBDE0E856E39}"/>
                    </a:ext>
                  </a:extLst>
                </p:cNvPr>
                <p:cNvPicPr/>
                <p:nvPr/>
              </p:nvPicPr>
              <p:blipFill>
                <a:blip r:embed="rId135"/>
                <a:stretch>
                  <a:fillRect/>
                </a:stretch>
              </p:blipFill>
              <p:spPr>
                <a:xfrm>
                  <a:off x="8416118" y="836488"/>
                  <a:ext cx="255240" cy="441000"/>
                </a:xfrm>
                <a:prstGeom prst="rect">
                  <a:avLst/>
                </a:prstGeom>
              </p:spPr>
            </p:pic>
          </mc:Fallback>
        </mc:AlternateContent>
      </p:grpSp>
      <p:grpSp>
        <p:nvGrpSpPr>
          <p:cNvPr id="96" name="组合 95">
            <a:extLst>
              <a:ext uri="{FF2B5EF4-FFF2-40B4-BE49-F238E27FC236}">
                <a16:creationId xmlns:a16="http://schemas.microsoft.com/office/drawing/2014/main" id="{B2AB56C0-A8C8-D24E-33E4-ED45D77E607F}"/>
              </a:ext>
            </a:extLst>
          </p:cNvPr>
          <p:cNvGrpSpPr/>
          <p:nvPr/>
        </p:nvGrpSpPr>
        <p:grpSpPr>
          <a:xfrm>
            <a:off x="10116398" y="889408"/>
            <a:ext cx="664920" cy="847080"/>
            <a:chOff x="10116398" y="889408"/>
            <a:chExt cx="664920" cy="847080"/>
          </a:xfrm>
        </p:grpSpPr>
        <mc:AlternateContent xmlns:mc="http://schemas.openxmlformats.org/markup-compatibility/2006" xmlns:p14="http://schemas.microsoft.com/office/powerpoint/2010/main">
          <mc:Choice Requires="p14">
            <p:contentPart p14:bwMode="auto" r:id="rId136">
              <p14:nvContentPartPr>
                <p14:cNvPr id="93" name="墨迹 92">
                  <a:extLst>
                    <a:ext uri="{FF2B5EF4-FFF2-40B4-BE49-F238E27FC236}">
                      <a16:creationId xmlns:a16="http://schemas.microsoft.com/office/drawing/2014/main" id="{D5C1F51C-13E9-9DFB-06CB-BD6E56D4A9C6}"/>
                    </a:ext>
                  </a:extLst>
                </p14:cNvPr>
                <p14:cNvContentPartPr/>
                <p14:nvPr/>
              </p14:nvContentPartPr>
              <p14:xfrm>
                <a:off x="10395038" y="962848"/>
                <a:ext cx="109800" cy="627840"/>
              </p14:xfrm>
            </p:contentPart>
          </mc:Choice>
          <mc:Fallback xmlns="">
            <p:pic>
              <p:nvPicPr>
                <p:cNvPr id="93" name="墨迹 92">
                  <a:extLst>
                    <a:ext uri="{FF2B5EF4-FFF2-40B4-BE49-F238E27FC236}">
                      <a16:creationId xmlns:a16="http://schemas.microsoft.com/office/drawing/2014/main" id="{D5C1F51C-13E9-9DFB-06CB-BD6E56D4A9C6}"/>
                    </a:ext>
                  </a:extLst>
                </p:cNvPr>
                <p:cNvPicPr/>
                <p:nvPr/>
              </p:nvPicPr>
              <p:blipFill>
                <a:blip r:embed="rId137"/>
                <a:stretch>
                  <a:fillRect/>
                </a:stretch>
              </p:blipFill>
              <p:spPr>
                <a:xfrm>
                  <a:off x="10377398" y="944848"/>
                  <a:ext cx="145440" cy="6634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4" name="墨迹 93">
                  <a:extLst>
                    <a:ext uri="{FF2B5EF4-FFF2-40B4-BE49-F238E27FC236}">
                      <a16:creationId xmlns:a16="http://schemas.microsoft.com/office/drawing/2014/main" id="{B4F4A39A-268D-00E0-7ED2-5CADDF549A03}"/>
                    </a:ext>
                  </a:extLst>
                </p14:cNvPr>
                <p14:cNvContentPartPr/>
                <p14:nvPr/>
              </p14:nvContentPartPr>
              <p14:xfrm>
                <a:off x="10359038" y="1163728"/>
                <a:ext cx="121680" cy="135720"/>
              </p14:xfrm>
            </p:contentPart>
          </mc:Choice>
          <mc:Fallback xmlns="">
            <p:pic>
              <p:nvPicPr>
                <p:cNvPr id="94" name="墨迹 93">
                  <a:extLst>
                    <a:ext uri="{FF2B5EF4-FFF2-40B4-BE49-F238E27FC236}">
                      <a16:creationId xmlns:a16="http://schemas.microsoft.com/office/drawing/2014/main" id="{B4F4A39A-268D-00E0-7ED2-5CADDF549A03}"/>
                    </a:ext>
                  </a:extLst>
                </p:cNvPr>
                <p:cNvPicPr/>
                <p:nvPr/>
              </p:nvPicPr>
              <p:blipFill>
                <a:blip r:embed="rId139"/>
                <a:stretch>
                  <a:fillRect/>
                </a:stretch>
              </p:blipFill>
              <p:spPr>
                <a:xfrm>
                  <a:off x="10341038" y="1145728"/>
                  <a:ext cx="15732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5" name="墨迹 94">
                  <a:extLst>
                    <a:ext uri="{FF2B5EF4-FFF2-40B4-BE49-F238E27FC236}">
                      <a16:creationId xmlns:a16="http://schemas.microsoft.com/office/drawing/2014/main" id="{DE5E9A8E-E19D-B2F6-C2AB-B9B80F808165}"/>
                    </a:ext>
                  </a:extLst>
                </p14:cNvPr>
                <p14:cNvContentPartPr/>
                <p14:nvPr/>
              </p14:nvContentPartPr>
              <p14:xfrm>
                <a:off x="10116398" y="889408"/>
                <a:ext cx="664920" cy="847080"/>
              </p14:xfrm>
            </p:contentPart>
          </mc:Choice>
          <mc:Fallback xmlns="">
            <p:pic>
              <p:nvPicPr>
                <p:cNvPr id="95" name="墨迹 94">
                  <a:extLst>
                    <a:ext uri="{FF2B5EF4-FFF2-40B4-BE49-F238E27FC236}">
                      <a16:creationId xmlns:a16="http://schemas.microsoft.com/office/drawing/2014/main" id="{DE5E9A8E-E19D-B2F6-C2AB-B9B80F808165}"/>
                    </a:ext>
                  </a:extLst>
                </p:cNvPr>
                <p:cNvPicPr/>
                <p:nvPr/>
              </p:nvPicPr>
              <p:blipFill>
                <a:blip r:embed="rId141"/>
                <a:stretch>
                  <a:fillRect/>
                </a:stretch>
              </p:blipFill>
              <p:spPr>
                <a:xfrm>
                  <a:off x="10098398" y="871768"/>
                  <a:ext cx="700560" cy="882720"/>
                </a:xfrm>
                <a:prstGeom prst="rect">
                  <a:avLst/>
                </a:prstGeom>
              </p:spPr>
            </p:pic>
          </mc:Fallback>
        </mc:AlternateContent>
      </p:grpSp>
      <p:grpSp>
        <p:nvGrpSpPr>
          <p:cNvPr id="130" name="组合 129">
            <a:extLst>
              <a:ext uri="{FF2B5EF4-FFF2-40B4-BE49-F238E27FC236}">
                <a16:creationId xmlns:a16="http://schemas.microsoft.com/office/drawing/2014/main" id="{027FC62A-AE9E-0452-68A4-7930F1F8A55D}"/>
              </a:ext>
            </a:extLst>
          </p:cNvPr>
          <p:cNvGrpSpPr/>
          <p:nvPr/>
        </p:nvGrpSpPr>
        <p:grpSpPr>
          <a:xfrm>
            <a:off x="324398" y="5606488"/>
            <a:ext cx="684360" cy="1267560"/>
            <a:chOff x="324398" y="5606488"/>
            <a:chExt cx="684360" cy="1267560"/>
          </a:xfrm>
        </p:grpSpPr>
        <mc:AlternateContent xmlns:mc="http://schemas.openxmlformats.org/markup-compatibility/2006" xmlns:p14="http://schemas.microsoft.com/office/powerpoint/2010/main">
          <mc:Choice Requires="p14">
            <p:contentPart p14:bwMode="auto" r:id="rId142">
              <p14:nvContentPartPr>
                <p14:cNvPr id="98" name="墨迹 97">
                  <a:extLst>
                    <a:ext uri="{FF2B5EF4-FFF2-40B4-BE49-F238E27FC236}">
                      <a16:creationId xmlns:a16="http://schemas.microsoft.com/office/drawing/2014/main" id="{3EFA5837-4416-B50B-EC68-DDDB8C3B8115}"/>
                    </a:ext>
                  </a:extLst>
                </p14:cNvPr>
                <p14:cNvContentPartPr/>
                <p14:nvPr/>
              </p14:nvContentPartPr>
              <p14:xfrm>
                <a:off x="661358" y="5606488"/>
                <a:ext cx="57240" cy="138600"/>
              </p14:xfrm>
            </p:contentPart>
          </mc:Choice>
          <mc:Fallback xmlns="">
            <p:pic>
              <p:nvPicPr>
                <p:cNvPr id="98" name="墨迹 97">
                  <a:extLst>
                    <a:ext uri="{FF2B5EF4-FFF2-40B4-BE49-F238E27FC236}">
                      <a16:creationId xmlns:a16="http://schemas.microsoft.com/office/drawing/2014/main" id="{3EFA5837-4416-B50B-EC68-DDDB8C3B8115}"/>
                    </a:ext>
                  </a:extLst>
                </p:cNvPr>
                <p:cNvPicPr/>
                <p:nvPr/>
              </p:nvPicPr>
              <p:blipFill>
                <a:blip r:embed="rId143"/>
                <a:stretch>
                  <a:fillRect/>
                </a:stretch>
              </p:blipFill>
              <p:spPr>
                <a:xfrm>
                  <a:off x="643358" y="5588488"/>
                  <a:ext cx="928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9" name="墨迹 98">
                  <a:extLst>
                    <a:ext uri="{FF2B5EF4-FFF2-40B4-BE49-F238E27FC236}">
                      <a16:creationId xmlns:a16="http://schemas.microsoft.com/office/drawing/2014/main" id="{4C8577F8-9122-367B-6A79-11DA7763A4A2}"/>
                    </a:ext>
                  </a:extLst>
                </p14:cNvPr>
                <p14:cNvContentPartPr/>
                <p14:nvPr/>
              </p14:nvContentPartPr>
              <p14:xfrm>
                <a:off x="324398" y="5847688"/>
                <a:ext cx="669600" cy="60120"/>
              </p14:xfrm>
            </p:contentPart>
          </mc:Choice>
          <mc:Fallback xmlns="">
            <p:pic>
              <p:nvPicPr>
                <p:cNvPr id="99" name="墨迹 98">
                  <a:extLst>
                    <a:ext uri="{FF2B5EF4-FFF2-40B4-BE49-F238E27FC236}">
                      <a16:creationId xmlns:a16="http://schemas.microsoft.com/office/drawing/2014/main" id="{4C8577F8-9122-367B-6A79-11DA7763A4A2}"/>
                    </a:ext>
                  </a:extLst>
                </p:cNvPr>
                <p:cNvPicPr/>
                <p:nvPr/>
              </p:nvPicPr>
              <p:blipFill>
                <a:blip r:embed="rId145"/>
                <a:stretch>
                  <a:fillRect/>
                </a:stretch>
              </p:blipFill>
              <p:spPr>
                <a:xfrm>
                  <a:off x="306398" y="5830048"/>
                  <a:ext cx="70524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0" name="墨迹 99">
                  <a:extLst>
                    <a:ext uri="{FF2B5EF4-FFF2-40B4-BE49-F238E27FC236}">
                      <a16:creationId xmlns:a16="http://schemas.microsoft.com/office/drawing/2014/main" id="{D5E771CF-58E9-20EE-44EB-3A7490C71F45}"/>
                    </a:ext>
                  </a:extLst>
                </p14:cNvPr>
                <p14:cNvContentPartPr/>
                <p14:nvPr/>
              </p14:nvContentPartPr>
              <p14:xfrm>
                <a:off x="704918" y="6099688"/>
                <a:ext cx="5400" cy="119160"/>
              </p14:xfrm>
            </p:contentPart>
          </mc:Choice>
          <mc:Fallback xmlns="">
            <p:pic>
              <p:nvPicPr>
                <p:cNvPr id="100" name="墨迹 99">
                  <a:extLst>
                    <a:ext uri="{FF2B5EF4-FFF2-40B4-BE49-F238E27FC236}">
                      <a16:creationId xmlns:a16="http://schemas.microsoft.com/office/drawing/2014/main" id="{D5E771CF-58E9-20EE-44EB-3A7490C71F45}"/>
                    </a:ext>
                  </a:extLst>
                </p:cNvPr>
                <p:cNvPicPr/>
                <p:nvPr/>
              </p:nvPicPr>
              <p:blipFill>
                <a:blip r:embed="rId147"/>
                <a:stretch>
                  <a:fillRect/>
                </a:stretch>
              </p:blipFill>
              <p:spPr>
                <a:xfrm>
                  <a:off x="686918" y="6081688"/>
                  <a:ext cx="410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1" name="墨迹 100">
                  <a:extLst>
                    <a:ext uri="{FF2B5EF4-FFF2-40B4-BE49-F238E27FC236}">
                      <a16:creationId xmlns:a16="http://schemas.microsoft.com/office/drawing/2014/main" id="{570692A5-C2CC-58C8-E270-8796AAC10985}"/>
                    </a:ext>
                  </a:extLst>
                </p14:cNvPr>
                <p14:cNvContentPartPr/>
                <p14:nvPr/>
              </p14:nvContentPartPr>
              <p14:xfrm>
                <a:off x="685838" y="6017248"/>
                <a:ext cx="207000" cy="277560"/>
              </p14:xfrm>
            </p:contentPart>
          </mc:Choice>
          <mc:Fallback xmlns="">
            <p:pic>
              <p:nvPicPr>
                <p:cNvPr id="101" name="墨迹 100">
                  <a:extLst>
                    <a:ext uri="{FF2B5EF4-FFF2-40B4-BE49-F238E27FC236}">
                      <a16:creationId xmlns:a16="http://schemas.microsoft.com/office/drawing/2014/main" id="{570692A5-C2CC-58C8-E270-8796AAC10985}"/>
                    </a:ext>
                  </a:extLst>
                </p:cNvPr>
                <p:cNvPicPr/>
                <p:nvPr/>
              </p:nvPicPr>
              <p:blipFill>
                <a:blip r:embed="rId149"/>
                <a:stretch>
                  <a:fillRect/>
                </a:stretch>
              </p:blipFill>
              <p:spPr>
                <a:xfrm>
                  <a:off x="667838" y="5999608"/>
                  <a:ext cx="24264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3" name="墨迹 102">
                  <a:extLst>
                    <a:ext uri="{FF2B5EF4-FFF2-40B4-BE49-F238E27FC236}">
                      <a16:creationId xmlns:a16="http://schemas.microsoft.com/office/drawing/2014/main" id="{88D5013E-BB40-47B7-51DF-5EC6D917746C}"/>
                    </a:ext>
                  </a:extLst>
                </p14:cNvPr>
                <p14:cNvContentPartPr/>
                <p14:nvPr/>
              </p14:nvContentPartPr>
              <p14:xfrm>
                <a:off x="528878" y="6328288"/>
                <a:ext cx="18000" cy="302400"/>
              </p14:xfrm>
            </p:contentPart>
          </mc:Choice>
          <mc:Fallback xmlns="">
            <p:pic>
              <p:nvPicPr>
                <p:cNvPr id="103" name="墨迹 102">
                  <a:extLst>
                    <a:ext uri="{FF2B5EF4-FFF2-40B4-BE49-F238E27FC236}">
                      <a16:creationId xmlns:a16="http://schemas.microsoft.com/office/drawing/2014/main" id="{88D5013E-BB40-47B7-51DF-5EC6D917746C}"/>
                    </a:ext>
                  </a:extLst>
                </p:cNvPr>
                <p:cNvPicPr/>
                <p:nvPr/>
              </p:nvPicPr>
              <p:blipFill>
                <a:blip r:embed="rId151"/>
                <a:stretch>
                  <a:fillRect/>
                </a:stretch>
              </p:blipFill>
              <p:spPr>
                <a:xfrm>
                  <a:off x="511238" y="6310288"/>
                  <a:ext cx="5364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4" name="墨迹 103">
                  <a:extLst>
                    <a:ext uri="{FF2B5EF4-FFF2-40B4-BE49-F238E27FC236}">
                      <a16:creationId xmlns:a16="http://schemas.microsoft.com/office/drawing/2014/main" id="{1768422D-532A-CAC4-A324-6F7297DB0875}"/>
                    </a:ext>
                  </a:extLst>
                </p14:cNvPr>
                <p14:cNvContentPartPr/>
                <p14:nvPr/>
              </p14:nvContentPartPr>
              <p14:xfrm>
                <a:off x="637598" y="6279688"/>
                <a:ext cx="371160" cy="594360"/>
              </p14:xfrm>
            </p:contentPart>
          </mc:Choice>
          <mc:Fallback xmlns="">
            <p:pic>
              <p:nvPicPr>
                <p:cNvPr id="104" name="墨迹 103">
                  <a:extLst>
                    <a:ext uri="{FF2B5EF4-FFF2-40B4-BE49-F238E27FC236}">
                      <a16:creationId xmlns:a16="http://schemas.microsoft.com/office/drawing/2014/main" id="{1768422D-532A-CAC4-A324-6F7297DB0875}"/>
                    </a:ext>
                  </a:extLst>
                </p:cNvPr>
                <p:cNvPicPr/>
                <p:nvPr/>
              </p:nvPicPr>
              <p:blipFill>
                <a:blip r:embed="rId153"/>
                <a:stretch>
                  <a:fillRect/>
                </a:stretch>
              </p:blipFill>
              <p:spPr>
                <a:xfrm>
                  <a:off x="619598" y="6261688"/>
                  <a:ext cx="406800" cy="630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5" name="墨迹 104">
                  <a:extLst>
                    <a:ext uri="{FF2B5EF4-FFF2-40B4-BE49-F238E27FC236}">
                      <a16:creationId xmlns:a16="http://schemas.microsoft.com/office/drawing/2014/main" id="{3CC207D1-1859-C367-F6C4-D463FD375FDF}"/>
                    </a:ext>
                  </a:extLst>
                </p14:cNvPr>
                <p14:cNvContentPartPr/>
                <p14:nvPr/>
              </p14:nvContentPartPr>
              <p14:xfrm>
                <a:off x="736958" y="6349888"/>
                <a:ext cx="234360" cy="308880"/>
              </p14:xfrm>
            </p:contentPart>
          </mc:Choice>
          <mc:Fallback xmlns="">
            <p:pic>
              <p:nvPicPr>
                <p:cNvPr id="105" name="墨迹 104">
                  <a:extLst>
                    <a:ext uri="{FF2B5EF4-FFF2-40B4-BE49-F238E27FC236}">
                      <a16:creationId xmlns:a16="http://schemas.microsoft.com/office/drawing/2014/main" id="{3CC207D1-1859-C367-F6C4-D463FD375FDF}"/>
                    </a:ext>
                  </a:extLst>
                </p:cNvPr>
                <p:cNvPicPr/>
                <p:nvPr/>
              </p:nvPicPr>
              <p:blipFill>
                <a:blip r:embed="rId155"/>
                <a:stretch>
                  <a:fillRect/>
                </a:stretch>
              </p:blipFill>
              <p:spPr>
                <a:xfrm>
                  <a:off x="719318" y="6331888"/>
                  <a:ext cx="270000" cy="344520"/>
                </a:xfrm>
                <a:prstGeom prst="rect">
                  <a:avLst/>
                </a:prstGeom>
              </p:spPr>
            </p:pic>
          </mc:Fallback>
        </mc:AlternateContent>
      </p:grpSp>
      <p:grpSp>
        <p:nvGrpSpPr>
          <p:cNvPr id="129" name="组合 128">
            <a:extLst>
              <a:ext uri="{FF2B5EF4-FFF2-40B4-BE49-F238E27FC236}">
                <a16:creationId xmlns:a16="http://schemas.microsoft.com/office/drawing/2014/main" id="{29006E91-DC2F-4016-272E-86E1D5AD6A23}"/>
              </a:ext>
            </a:extLst>
          </p:cNvPr>
          <p:cNvGrpSpPr/>
          <p:nvPr/>
        </p:nvGrpSpPr>
        <p:grpSpPr>
          <a:xfrm>
            <a:off x="1238798" y="5907448"/>
            <a:ext cx="1223640" cy="774360"/>
            <a:chOff x="1238798" y="5907448"/>
            <a:chExt cx="1223640" cy="774360"/>
          </a:xfrm>
        </p:grpSpPr>
        <mc:AlternateContent xmlns:mc="http://schemas.openxmlformats.org/markup-compatibility/2006" xmlns:p14="http://schemas.microsoft.com/office/powerpoint/2010/main">
          <mc:Choice Requires="p14">
            <p:contentPart p14:bwMode="auto" r:id="rId156">
              <p14:nvContentPartPr>
                <p14:cNvPr id="106" name="墨迹 105">
                  <a:extLst>
                    <a:ext uri="{FF2B5EF4-FFF2-40B4-BE49-F238E27FC236}">
                      <a16:creationId xmlns:a16="http://schemas.microsoft.com/office/drawing/2014/main" id="{2B9E6995-9B4C-F781-73A5-93DF1FA63EB2}"/>
                    </a:ext>
                  </a:extLst>
                </p14:cNvPr>
                <p14:cNvContentPartPr/>
                <p14:nvPr/>
              </p14:nvContentPartPr>
              <p14:xfrm>
                <a:off x="1238798" y="6003568"/>
                <a:ext cx="156960" cy="241560"/>
              </p14:xfrm>
            </p:contentPart>
          </mc:Choice>
          <mc:Fallback xmlns="">
            <p:pic>
              <p:nvPicPr>
                <p:cNvPr id="106" name="墨迹 105">
                  <a:extLst>
                    <a:ext uri="{FF2B5EF4-FFF2-40B4-BE49-F238E27FC236}">
                      <a16:creationId xmlns:a16="http://schemas.microsoft.com/office/drawing/2014/main" id="{2B9E6995-9B4C-F781-73A5-93DF1FA63EB2}"/>
                    </a:ext>
                  </a:extLst>
                </p:cNvPr>
                <p:cNvPicPr/>
                <p:nvPr/>
              </p:nvPicPr>
              <p:blipFill>
                <a:blip r:embed="rId157"/>
                <a:stretch>
                  <a:fillRect/>
                </a:stretch>
              </p:blipFill>
              <p:spPr>
                <a:xfrm>
                  <a:off x="1220798" y="5985568"/>
                  <a:ext cx="19260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7" name="墨迹 106">
                  <a:extLst>
                    <a:ext uri="{FF2B5EF4-FFF2-40B4-BE49-F238E27FC236}">
                      <a16:creationId xmlns:a16="http://schemas.microsoft.com/office/drawing/2014/main" id="{740AA629-5B27-22EC-2C1F-7136CE86F3D5}"/>
                    </a:ext>
                  </a:extLst>
                </p14:cNvPr>
                <p14:cNvContentPartPr/>
                <p14:nvPr/>
              </p14:nvContentPartPr>
              <p14:xfrm>
                <a:off x="1383518" y="6304168"/>
                <a:ext cx="65880" cy="374400"/>
              </p14:xfrm>
            </p:contentPart>
          </mc:Choice>
          <mc:Fallback xmlns="">
            <p:pic>
              <p:nvPicPr>
                <p:cNvPr id="107" name="墨迹 106">
                  <a:extLst>
                    <a:ext uri="{FF2B5EF4-FFF2-40B4-BE49-F238E27FC236}">
                      <a16:creationId xmlns:a16="http://schemas.microsoft.com/office/drawing/2014/main" id="{740AA629-5B27-22EC-2C1F-7136CE86F3D5}"/>
                    </a:ext>
                  </a:extLst>
                </p:cNvPr>
                <p:cNvPicPr/>
                <p:nvPr/>
              </p:nvPicPr>
              <p:blipFill>
                <a:blip r:embed="rId159"/>
                <a:stretch>
                  <a:fillRect/>
                </a:stretch>
              </p:blipFill>
              <p:spPr>
                <a:xfrm>
                  <a:off x="1365878" y="6286528"/>
                  <a:ext cx="10152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8" name="墨迹 107">
                  <a:extLst>
                    <a:ext uri="{FF2B5EF4-FFF2-40B4-BE49-F238E27FC236}">
                      <a16:creationId xmlns:a16="http://schemas.microsoft.com/office/drawing/2014/main" id="{AB25B3C0-3D8D-9AB3-0AAB-DA4A7E59ED13}"/>
                    </a:ext>
                  </a:extLst>
                </p14:cNvPr>
                <p14:cNvContentPartPr/>
                <p14:nvPr/>
              </p14:nvContentPartPr>
              <p14:xfrm>
                <a:off x="1527518" y="5907448"/>
                <a:ext cx="50760" cy="230760"/>
              </p14:xfrm>
            </p:contentPart>
          </mc:Choice>
          <mc:Fallback xmlns="">
            <p:pic>
              <p:nvPicPr>
                <p:cNvPr id="108" name="墨迹 107">
                  <a:extLst>
                    <a:ext uri="{FF2B5EF4-FFF2-40B4-BE49-F238E27FC236}">
                      <a16:creationId xmlns:a16="http://schemas.microsoft.com/office/drawing/2014/main" id="{AB25B3C0-3D8D-9AB3-0AAB-DA4A7E59ED13}"/>
                    </a:ext>
                  </a:extLst>
                </p:cNvPr>
                <p:cNvPicPr/>
                <p:nvPr/>
              </p:nvPicPr>
              <p:blipFill>
                <a:blip r:embed="rId161"/>
                <a:stretch>
                  <a:fillRect/>
                </a:stretch>
              </p:blipFill>
              <p:spPr>
                <a:xfrm>
                  <a:off x="1509878" y="5889448"/>
                  <a:ext cx="864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9" name="墨迹 108">
                  <a:extLst>
                    <a:ext uri="{FF2B5EF4-FFF2-40B4-BE49-F238E27FC236}">
                      <a16:creationId xmlns:a16="http://schemas.microsoft.com/office/drawing/2014/main" id="{BBE731C6-88DF-69E5-6D4F-A0763B529C46}"/>
                    </a:ext>
                  </a:extLst>
                </p14:cNvPr>
                <p14:cNvContentPartPr/>
                <p14:nvPr/>
              </p14:nvContentPartPr>
              <p14:xfrm>
                <a:off x="1551998" y="6149008"/>
                <a:ext cx="126360" cy="10800"/>
              </p14:xfrm>
            </p:contentPart>
          </mc:Choice>
          <mc:Fallback xmlns="">
            <p:pic>
              <p:nvPicPr>
                <p:cNvPr id="109" name="墨迹 108">
                  <a:extLst>
                    <a:ext uri="{FF2B5EF4-FFF2-40B4-BE49-F238E27FC236}">
                      <a16:creationId xmlns:a16="http://schemas.microsoft.com/office/drawing/2014/main" id="{BBE731C6-88DF-69E5-6D4F-A0763B529C46}"/>
                    </a:ext>
                  </a:extLst>
                </p:cNvPr>
                <p:cNvPicPr/>
                <p:nvPr/>
              </p:nvPicPr>
              <p:blipFill>
                <a:blip r:embed="rId163"/>
                <a:stretch>
                  <a:fillRect/>
                </a:stretch>
              </p:blipFill>
              <p:spPr>
                <a:xfrm>
                  <a:off x="1534358" y="6131368"/>
                  <a:ext cx="1620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0" name="墨迹 109">
                  <a:extLst>
                    <a:ext uri="{FF2B5EF4-FFF2-40B4-BE49-F238E27FC236}">
                      <a16:creationId xmlns:a16="http://schemas.microsoft.com/office/drawing/2014/main" id="{EEFFE970-5933-65EE-353D-2F3C5D9B92E7}"/>
                    </a:ext>
                  </a:extLst>
                </p14:cNvPr>
                <p14:cNvContentPartPr/>
                <p14:nvPr/>
              </p14:nvContentPartPr>
              <p14:xfrm>
                <a:off x="1539758" y="6316408"/>
                <a:ext cx="47520" cy="170640"/>
              </p14:xfrm>
            </p:contentPart>
          </mc:Choice>
          <mc:Fallback xmlns="">
            <p:pic>
              <p:nvPicPr>
                <p:cNvPr id="110" name="墨迹 109">
                  <a:extLst>
                    <a:ext uri="{FF2B5EF4-FFF2-40B4-BE49-F238E27FC236}">
                      <a16:creationId xmlns:a16="http://schemas.microsoft.com/office/drawing/2014/main" id="{EEFFE970-5933-65EE-353D-2F3C5D9B92E7}"/>
                    </a:ext>
                  </a:extLst>
                </p:cNvPr>
                <p:cNvPicPr/>
                <p:nvPr/>
              </p:nvPicPr>
              <p:blipFill>
                <a:blip r:embed="rId165"/>
                <a:stretch>
                  <a:fillRect/>
                </a:stretch>
              </p:blipFill>
              <p:spPr>
                <a:xfrm>
                  <a:off x="1522118" y="6298768"/>
                  <a:ext cx="831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1" name="墨迹 110">
                  <a:extLst>
                    <a:ext uri="{FF2B5EF4-FFF2-40B4-BE49-F238E27FC236}">
                      <a16:creationId xmlns:a16="http://schemas.microsoft.com/office/drawing/2014/main" id="{B1E15CCB-80C4-8EA3-188C-3E00915F3C3B}"/>
                    </a:ext>
                  </a:extLst>
                </p14:cNvPr>
                <p14:cNvContentPartPr/>
                <p14:nvPr/>
              </p14:nvContentPartPr>
              <p14:xfrm>
                <a:off x="1415198" y="6364288"/>
                <a:ext cx="334440" cy="317520"/>
              </p14:xfrm>
            </p:contentPart>
          </mc:Choice>
          <mc:Fallback xmlns="">
            <p:pic>
              <p:nvPicPr>
                <p:cNvPr id="111" name="墨迹 110">
                  <a:extLst>
                    <a:ext uri="{FF2B5EF4-FFF2-40B4-BE49-F238E27FC236}">
                      <a16:creationId xmlns:a16="http://schemas.microsoft.com/office/drawing/2014/main" id="{B1E15CCB-80C4-8EA3-188C-3E00915F3C3B}"/>
                    </a:ext>
                  </a:extLst>
                </p:cNvPr>
                <p:cNvPicPr/>
                <p:nvPr/>
              </p:nvPicPr>
              <p:blipFill>
                <a:blip r:embed="rId167"/>
                <a:stretch>
                  <a:fillRect/>
                </a:stretch>
              </p:blipFill>
              <p:spPr>
                <a:xfrm>
                  <a:off x="1397198" y="6346648"/>
                  <a:ext cx="3700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2" name="墨迹 111">
                  <a:extLst>
                    <a:ext uri="{FF2B5EF4-FFF2-40B4-BE49-F238E27FC236}">
                      <a16:creationId xmlns:a16="http://schemas.microsoft.com/office/drawing/2014/main" id="{4E9FCC5F-9CF3-5FAB-7F07-1A29C166238A}"/>
                    </a:ext>
                  </a:extLst>
                </p14:cNvPr>
                <p14:cNvContentPartPr/>
                <p14:nvPr/>
              </p14:nvContentPartPr>
              <p14:xfrm>
                <a:off x="1879238" y="6051808"/>
                <a:ext cx="141840" cy="359640"/>
              </p14:xfrm>
            </p:contentPart>
          </mc:Choice>
          <mc:Fallback xmlns="">
            <p:pic>
              <p:nvPicPr>
                <p:cNvPr id="112" name="墨迹 111">
                  <a:extLst>
                    <a:ext uri="{FF2B5EF4-FFF2-40B4-BE49-F238E27FC236}">
                      <a16:creationId xmlns:a16="http://schemas.microsoft.com/office/drawing/2014/main" id="{4E9FCC5F-9CF3-5FAB-7F07-1A29C166238A}"/>
                    </a:ext>
                  </a:extLst>
                </p:cNvPr>
                <p:cNvPicPr/>
                <p:nvPr/>
              </p:nvPicPr>
              <p:blipFill>
                <a:blip r:embed="rId169"/>
                <a:stretch>
                  <a:fillRect/>
                </a:stretch>
              </p:blipFill>
              <p:spPr>
                <a:xfrm>
                  <a:off x="1861238" y="6034168"/>
                  <a:ext cx="1774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3" name="墨迹 112">
                  <a:extLst>
                    <a:ext uri="{FF2B5EF4-FFF2-40B4-BE49-F238E27FC236}">
                      <a16:creationId xmlns:a16="http://schemas.microsoft.com/office/drawing/2014/main" id="{1879DE6F-37D8-707E-0334-0C3C6DA1DBAE}"/>
                    </a:ext>
                  </a:extLst>
                </p14:cNvPr>
                <p14:cNvContentPartPr/>
                <p14:nvPr/>
              </p14:nvContentPartPr>
              <p14:xfrm>
                <a:off x="1958798" y="6305608"/>
                <a:ext cx="316800" cy="367560"/>
              </p14:xfrm>
            </p:contentPart>
          </mc:Choice>
          <mc:Fallback xmlns="">
            <p:pic>
              <p:nvPicPr>
                <p:cNvPr id="113" name="墨迹 112">
                  <a:extLst>
                    <a:ext uri="{FF2B5EF4-FFF2-40B4-BE49-F238E27FC236}">
                      <a16:creationId xmlns:a16="http://schemas.microsoft.com/office/drawing/2014/main" id="{1879DE6F-37D8-707E-0334-0C3C6DA1DBAE}"/>
                    </a:ext>
                  </a:extLst>
                </p:cNvPr>
                <p:cNvPicPr/>
                <p:nvPr/>
              </p:nvPicPr>
              <p:blipFill>
                <a:blip r:embed="rId171"/>
                <a:stretch>
                  <a:fillRect/>
                </a:stretch>
              </p:blipFill>
              <p:spPr>
                <a:xfrm>
                  <a:off x="1940798" y="6287608"/>
                  <a:ext cx="35244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4" name="墨迹 113">
                  <a:extLst>
                    <a:ext uri="{FF2B5EF4-FFF2-40B4-BE49-F238E27FC236}">
                      <a16:creationId xmlns:a16="http://schemas.microsoft.com/office/drawing/2014/main" id="{8CCE1D69-0098-7733-9C5E-F5E05FE7ADBE}"/>
                    </a:ext>
                  </a:extLst>
                </p14:cNvPr>
                <p14:cNvContentPartPr/>
                <p14:nvPr/>
              </p14:nvContentPartPr>
              <p14:xfrm>
                <a:off x="2146718" y="5992048"/>
                <a:ext cx="199800" cy="301320"/>
              </p14:xfrm>
            </p:contentPart>
          </mc:Choice>
          <mc:Fallback xmlns="">
            <p:pic>
              <p:nvPicPr>
                <p:cNvPr id="114" name="墨迹 113">
                  <a:extLst>
                    <a:ext uri="{FF2B5EF4-FFF2-40B4-BE49-F238E27FC236}">
                      <a16:creationId xmlns:a16="http://schemas.microsoft.com/office/drawing/2014/main" id="{8CCE1D69-0098-7733-9C5E-F5E05FE7ADBE}"/>
                    </a:ext>
                  </a:extLst>
                </p:cNvPr>
                <p:cNvPicPr/>
                <p:nvPr/>
              </p:nvPicPr>
              <p:blipFill>
                <a:blip r:embed="rId173"/>
                <a:stretch>
                  <a:fillRect/>
                </a:stretch>
              </p:blipFill>
              <p:spPr>
                <a:xfrm>
                  <a:off x="2129078" y="5974048"/>
                  <a:ext cx="23544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5" name="墨迹 114">
                  <a:extLst>
                    <a:ext uri="{FF2B5EF4-FFF2-40B4-BE49-F238E27FC236}">
                      <a16:creationId xmlns:a16="http://schemas.microsoft.com/office/drawing/2014/main" id="{F95BAC36-F418-46D8-7878-FC03A5E3639A}"/>
                    </a:ext>
                  </a:extLst>
                </p14:cNvPr>
                <p14:cNvContentPartPr/>
                <p14:nvPr/>
              </p14:nvContentPartPr>
              <p14:xfrm>
                <a:off x="2261558" y="6231808"/>
                <a:ext cx="200880" cy="63360"/>
              </p14:xfrm>
            </p:contentPart>
          </mc:Choice>
          <mc:Fallback xmlns="">
            <p:pic>
              <p:nvPicPr>
                <p:cNvPr id="115" name="墨迹 114">
                  <a:extLst>
                    <a:ext uri="{FF2B5EF4-FFF2-40B4-BE49-F238E27FC236}">
                      <a16:creationId xmlns:a16="http://schemas.microsoft.com/office/drawing/2014/main" id="{F95BAC36-F418-46D8-7878-FC03A5E3639A}"/>
                    </a:ext>
                  </a:extLst>
                </p:cNvPr>
                <p:cNvPicPr/>
                <p:nvPr/>
              </p:nvPicPr>
              <p:blipFill>
                <a:blip r:embed="rId175"/>
                <a:stretch>
                  <a:fillRect/>
                </a:stretch>
              </p:blipFill>
              <p:spPr>
                <a:xfrm>
                  <a:off x="2243918" y="6214168"/>
                  <a:ext cx="2365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6" name="墨迹 115">
                  <a:extLst>
                    <a:ext uri="{FF2B5EF4-FFF2-40B4-BE49-F238E27FC236}">
                      <a16:creationId xmlns:a16="http://schemas.microsoft.com/office/drawing/2014/main" id="{D3FB79D6-1DD8-C1A4-5C9E-658D54012658}"/>
                    </a:ext>
                  </a:extLst>
                </p14:cNvPr>
                <p14:cNvContentPartPr/>
                <p14:nvPr/>
              </p14:nvContentPartPr>
              <p14:xfrm>
                <a:off x="2273798" y="6326128"/>
                <a:ext cx="182160" cy="14760"/>
              </p14:xfrm>
            </p:contentPart>
          </mc:Choice>
          <mc:Fallback xmlns="">
            <p:pic>
              <p:nvPicPr>
                <p:cNvPr id="116" name="墨迹 115">
                  <a:extLst>
                    <a:ext uri="{FF2B5EF4-FFF2-40B4-BE49-F238E27FC236}">
                      <a16:creationId xmlns:a16="http://schemas.microsoft.com/office/drawing/2014/main" id="{D3FB79D6-1DD8-C1A4-5C9E-658D54012658}"/>
                    </a:ext>
                  </a:extLst>
                </p:cNvPr>
                <p:cNvPicPr/>
                <p:nvPr/>
              </p:nvPicPr>
              <p:blipFill>
                <a:blip r:embed="rId177"/>
                <a:stretch>
                  <a:fillRect/>
                </a:stretch>
              </p:blipFill>
              <p:spPr>
                <a:xfrm>
                  <a:off x="2256158" y="6308488"/>
                  <a:ext cx="21780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7" name="墨迹 116">
                  <a:extLst>
                    <a:ext uri="{FF2B5EF4-FFF2-40B4-BE49-F238E27FC236}">
                      <a16:creationId xmlns:a16="http://schemas.microsoft.com/office/drawing/2014/main" id="{B5F5290F-62C0-E932-970C-C0721BAF0F0C}"/>
                    </a:ext>
                  </a:extLst>
                </p14:cNvPr>
                <p14:cNvContentPartPr/>
                <p14:nvPr/>
              </p14:nvContentPartPr>
              <p14:xfrm>
                <a:off x="2239958" y="6301288"/>
                <a:ext cx="215280" cy="327240"/>
              </p14:xfrm>
            </p:contentPart>
          </mc:Choice>
          <mc:Fallback xmlns="">
            <p:pic>
              <p:nvPicPr>
                <p:cNvPr id="117" name="墨迹 116">
                  <a:extLst>
                    <a:ext uri="{FF2B5EF4-FFF2-40B4-BE49-F238E27FC236}">
                      <a16:creationId xmlns:a16="http://schemas.microsoft.com/office/drawing/2014/main" id="{B5F5290F-62C0-E932-970C-C0721BAF0F0C}"/>
                    </a:ext>
                  </a:extLst>
                </p:cNvPr>
                <p:cNvPicPr/>
                <p:nvPr/>
              </p:nvPicPr>
              <p:blipFill>
                <a:blip r:embed="rId179"/>
                <a:stretch>
                  <a:fillRect/>
                </a:stretch>
              </p:blipFill>
              <p:spPr>
                <a:xfrm>
                  <a:off x="2222318" y="6283288"/>
                  <a:ext cx="250920" cy="362880"/>
                </a:xfrm>
                <a:prstGeom prst="rect">
                  <a:avLst/>
                </a:prstGeom>
              </p:spPr>
            </p:pic>
          </mc:Fallback>
        </mc:AlternateContent>
      </p:grpSp>
      <p:grpSp>
        <p:nvGrpSpPr>
          <p:cNvPr id="128" name="组合 127">
            <a:extLst>
              <a:ext uri="{FF2B5EF4-FFF2-40B4-BE49-F238E27FC236}">
                <a16:creationId xmlns:a16="http://schemas.microsoft.com/office/drawing/2014/main" id="{C7E8B80A-9F09-C2B6-16B2-EF423AB7D170}"/>
              </a:ext>
            </a:extLst>
          </p:cNvPr>
          <p:cNvGrpSpPr/>
          <p:nvPr/>
        </p:nvGrpSpPr>
        <p:grpSpPr>
          <a:xfrm>
            <a:off x="2803718" y="5762728"/>
            <a:ext cx="958680" cy="845640"/>
            <a:chOff x="2803718" y="5762728"/>
            <a:chExt cx="958680" cy="845640"/>
          </a:xfrm>
        </p:grpSpPr>
        <mc:AlternateContent xmlns:mc="http://schemas.openxmlformats.org/markup-compatibility/2006" xmlns:p14="http://schemas.microsoft.com/office/powerpoint/2010/main">
          <mc:Choice Requires="p14">
            <p:contentPart p14:bwMode="auto" r:id="rId180">
              <p14:nvContentPartPr>
                <p14:cNvPr id="118" name="墨迹 117">
                  <a:extLst>
                    <a:ext uri="{FF2B5EF4-FFF2-40B4-BE49-F238E27FC236}">
                      <a16:creationId xmlns:a16="http://schemas.microsoft.com/office/drawing/2014/main" id="{FF71200B-48EE-A69F-ED9C-8239AD5638B9}"/>
                    </a:ext>
                  </a:extLst>
                </p14:cNvPr>
                <p14:cNvContentPartPr/>
                <p14:nvPr/>
              </p14:nvContentPartPr>
              <p14:xfrm>
                <a:off x="2911718" y="5894848"/>
                <a:ext cx="12600" cy="271080"/>
              </p14:xfrm>
            </p:contentPart>
          </mc:Choice>
          <mc:Fallback xmlns="">
            <p:pic>
              <p:nvPicPr>
                <p:cNvPr id="118" name="墨迹 117">
                  <a:extLst>
                    <a:ext uri="{FF2B5EF4-FFF2-40B4-BE49-F238E27FC236}">
                      <a16:creationId xmlns:a16="http://schemas.microsoft.com/office/drawing/2014/main" id="{FF71200B-48EE-A69F-ED9C-8239AD5638B9}"/>
                    </a:ext>
                  </a:extLst>
                </p:cNvPr>
                <p:cNvPicPr/>
                <p:nvPr/>
              </p:nvPicPr>
              <p:blipFill>
                <a:blip r:embed="rId181"/>
                <a:stretch>
                  <a:fillRect/>
                </a:stretch>
              </p:blipFill>
              <p:spPr>
                <a:xfrm>
                  <a:off x="2893718" y="5877208"/>
                  <a:ext cx="4824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9" name="墨迹 118">
                  <a:extLst>
                    <a:ext uri="{FF2B5EF4-FFF2-40B4-BE49-F238E27FC236}">
                      <a16:creationId xmlns:a16="http://schemas.microsoft.com/office/drawing/2014/main" id="{6DDA316D-89E2-3AC1-9569-EC07ADC2D45A}"/>
                    </a:ext>
                  </a:extLst>
                </p14:cNvPr>
                <p14:cNvContentPartPr/>
                <p14:nvPr/>
              </p14:nvContentPartPr>
              <p14:xfrm>
                <a:off x="2923238" y="6068728"/>
                <a:ext cx="186480" cy="67320"/>
              </p14:xfrm>
            </p:contentPart>
          </mc:Choice>
          <mc:Fallback xmlns="">
            <p:pic>
              <p:nvPicPr>
                <p:cNvPr id="119" name="墨迹 118">
                  <a:extLst>
                    <a:ext uri="{FF2B5EF4-FFF2-40B4-BE49-F238E27FC236}">
                      <a16:creationId xmlns:a16="http://schemas.microsoft.com/office/drawing/2014/main" id="{6DDA316D-89E2-3AC1-9569-EC07ADC2D45A}"/>
                    </a:ext>
                  </a:extLst>
                </p:cNvPr>
                <p:cNvPicPr/>
                <p:nvPr/>
              </p:nvPicPr>
              <p:blipFill>
                <a:blip r:embed="rId183"/>
                <a:stretch>
                  <a:fillRect/>
                </a:stretch>
              </p:blipFill>
              <p:spPr>
                <a:xfrm>
                  <a:off x="2905238" y="6051088"/>
                  <a:ext cx="2221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0" name="墨迹 119">
                  <a:extLst>
                    <a:ext uri="{FF2B5EF4-FFF2-40B4-BE49-F238E27FC236}">
                      <a16:creationId xmlns:a16="http://schemas.microsoft.com/office/drawing/2014/main" id="{BCF99830-CACD-DC99-D02E-2CC511D44E4A}"/>
                    </a:ext>
                  </a:extLst>
                </p14:cNvPr>
                <p14:cNvContentPartPr/>
                <p14:nvPr/>
              </p14:nvContentPartPr>
              <p14:xfrm>
                <a:off x="2839358" y="6195808"/>
                <a:ext cx="13320" cy="241920"/>
              </p14:xfrm>
            </p:contentPart>
          </mc:Choice>
          <mc:Fallback xmlns="">
            <p:pic>
              <p:nvPicPr>
                <p:cNvPr id="120" name="墨迹 119">
                  <a:extLst>
                    <a:ext uri="{FF2B5EF4-FFF2-40B4-BE49-F238E27FC236}">
                      <a16:creationId xmlns:a16="http://schemas.microsoft.com/office/drawing/2014/main" id="{BCF99830-CACD-DC99-D02E-2CC511D44E4A}"/>
                    </a:ext>
                  </a:extLst>
                </p:cNvPr>
                <p:cNvPicPr/>
                <p:nvPr/>
              </p:nvPicPr>
              <p:blipFill>
                <a:blip r:embed="rId185"/>
                <a:stretch>
                  <a:fillRect/>
                </a:stretch>
              </p:blipFill>
              <p:spPr>
                <a:xfrm>
                  <a:off x="2821358" y="6178168"/>
                  <a:ext cx="489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1" name="墨迹 120">
                  <a:extLst>
                    <a:ext uri="{FF2B5EF4-FFF2-40B4-BE49-F238E27FC236}">
                      <a16:creationId xmlns:a16="http://schemas.microsoft.com/office/drawing/2014/main" id="{F17CECCA-36B4-B29C-5286-9E3E6A0B78F2}"/>
                    </a:ext>
                  </a:extLst>
                </p14:cNvPr>
                <p14:cNvContentPartPr/>
                <p14:nvPr/>
              </p14:nvContentPartPr>
              <p14:xfrm>
                <a:off x="2803718" y="6280048"/>
                <a:ext cx="322560" cy="293040"/>
              </p14:xfrm>
            </p:contentPart>
          </mc:Choice>
          <mc:Fallback xmlns="">
            <p:pic>
              <p:nvPicPr>
                <p:cNvPr id="121" name="墨迹 120">
                  <a:extLst>
                    <a:ext uri="{FF2B5EF4-FFF2-40B4-BE49-F238E27FC236}">
                      <a16:creationId xmlns:a16="http://schemas.microsoft.com/office/drawing/2014/main" id="{F17CECCA-36B4-B29C-5286-9E3E6A0B78F2}"/>
                    </a:ext>
                  </a:extLst>
                </p:cNvPr>
                <p:cNvPicPr/>
                <p:nvPr/>
              </p:nvPicPr>
              <p:blipFill>
                <a:blip r:embed="rId187"/>
                <a:stretch>
                  <a:fillRect/>
                </a:stretch>
              </p:blipFill>
              <p:spPr>
                <a:xfrm>
                  <a:off x="2785718" y="6262408"/>
                  <a:ext cx="35820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2" name="墨迹 121">
                  <a:extLst>
                    <a:ext uri="{FF2B5EF4-FFF2-40B4-BE49-F238E27FC236}">
                      <a16:creationId xmlns:a16="http://schemas.microsoft.com/office/drawing/2014/main" id="{54CBB8C7-7506-3266-3F80-484C45AA77BF}"/>
                    </a:ext>
                  </a:extLst>
                </p14:cNvPr>
                <p14:cNvContentPartPr/>
                <p14:nvPr/>
              </p14:nvContentPartPr>
              <p14:xfrm>
                <a:off x="3236438" y="5967208"/>
                <a:ext cx="24480" cy="282240"/>
              </p14:xfrm>
            </p:contentPart>
          </mc:Choice>
          <mc:Fallback xmlns="">
            <p:pic>
              <p:nvPicPr>
                <p:cNvPr id="122" name="墨迹 121">
                  <a:extLst>
                    <a:ext uri="{FF2B5EF4-FFF2-40B4-BE49-F238E27FC236}">
                      <a16:creationId xmlns:a16="http://schemas.microsoft.com/office/drawing/2014/main" id="{54CBB8C7-7506-3266-3F80-484C45AA77BF}"/>
                    </a:ext>
                  </a:extLst>
                </p:cNvPr>
                <p:cNvPicPr/>
                <p:nvPr/>
              </p:nvPicPr>
              <p:blipFill>
                <a:blip r:embed="rId189"/>
                <a:stretch>
                  <a:fillRect/>
                </a:stretch>
              </p:blipFill>
              <p:spPr>
                <a:xfrm>
                  <a:off x="3218438" y="5949568"/>
                  <a:ext cx="601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3" name="墨迹 122">
                  <a:extLst>
                    <a:ext uri="{FF2B5EF4-FFF2-40B4-BE49-F238E27FC236}">
                      <a16:creationId xmlns:a16="http://schemas.microsoft.com/office/drawing/2014/main" id="{89C17BFC-FFD0-5915-E72E-E5D742FD9333}"/>
                    </a:ext>
                  </a:extLst>
                </p14:cNvPr>
                <p14:cNvContentPartPr/>
                <p14:nvPr/>
              </p14:nvContentPartPr>
              <p14:xfrm>
                <a:off x="3224198" y="6045328"/>
                <a:ext cx="311400" cy="90720"/>
              </p14:xfrm>
            </p:contentPart>
          </mc:Choice>
          <mc:Fallback xmlns="">
            <p:pic>
              <p:nvPicPr>
                <p:cNvPr id="123" name="墨迹 122">
                  <a:extLst>
                    <a:ext uri="{FF2B5EF4-FFF2-40B4-BE49-F238E27FC236}">
                      <a16:creationId xmlns:a16="http://schemas.microsoft.com/office/drawing/2014/main" id="{89C17BFC-FFD0-5915-E72E-E5D742FD9333}"/>
                    </a:ext>
                  </a:extLst>
                </p:cNvPr>
                <p:cNvPicPr/>
                <p:nvPr/>
              </p:nvPicPr>
              <p:blipFill>
                <a:blip r:embed="rId191"/>
                <a:stretch>
                  <a:fillRect/>
                </a:stretch>
              </p:blipFill>
              <p:spPr>
                <a:xfrm>
                  <a:off x="3206198" y="6027328"/>
                  <a:ext cx="3470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4" name="墨迹 123">
                  <a:extLst>
                    <a:ext uri="{FF2B5EF4-FFF2-40B4-BE49-F238E27FC236}">
                      <a16:creationId xmlns:a16="http://schemas.microsoft.com/office/drawing/2014/main" id="{54B320D5-0264-617C-ECB5-0ED8C7B978B2}"/>
                    </a:ext>
                  </a:extLst>
                </p14:cNvPr>
                <p14:cNvContentPartPr/>
                <p14:nvPr/>
              </p14:nvContentPartPr>
              <p14:xfrm>
                <a:off x="3392678" y="5762728"/>
                <a:ext cx="12600" cy="656640"/>
              </p14:xfrm>
            </p:contentPart>
          </mc:Choice>
          <mc:Fallback xmlns="">
            <p:pic>
              <p:nvPicPr>
                <p:cNvPr id="124" name="墨迹 123">
                  <a:extLst>
                    <a:ext uri="{FF2B5EF4-FFF2-40B4-BE49-F238E27FC236}">
                      <a16:creationId xmlns:a16="http://schemas.microsoft.com/office/drawing/2014/main" id="{54B320D5-0264-617C-ECB5-0ED8C7B978B2}"/>
                    </a:ext>
                  </a:extLst>
                </p:cNvPr>
                <p:cNvPicPr/>
                <p:nvPr/>
              </p:nvPicPr>
              <p:blipFill>
                <a:blip r:embed="rId193"/>
                <a:stretch>
                  <a:fillRect/>
                </a:stretch>
              </p:blipFill>
              <p:spPr>
                <a:xfrm>
                  <a:off x="3375038" y="5744728"/>
                  <a:ext cx="48240" cy="6922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5" name="墨迹 124">
                  <a:extLst>
                    <a:ext uri="{FF2B5EF4-FFF2-40B4-BE49-F238E27FC236}">
                      <a16:creationId xmlns:a16="http://schemas.microsoft.com/office/drawing/2014/main" id="{B8180689-8E4C-2F36-A6A9-C2E691D9BCDC}"/>
                    </a:ext>
                  </a:extLst>
                </p14:cNvPr>
                <p14:cNvContentPartPr/>
                <p14:nvPr/>
              </p14:nvContentPartPr>
              <p14:xfrm>
                <a:off x="3308438" y="6300928"/>
                <a:ext cx="256680" cy="52200"/>
              </p14:xfrm>
            </p:contentPart>
          </mc:Choice>
          <mc:Fallback xmlns="">
            <p:pic>
              <p:nvPicPr>
                <p:cNvPr id="125" name="墨迹 124">
                  <a:extLst>
                    <a:ext uri="{FF2B5EF4-FFF2-40B4-BE49-F238E27FC236}">
                      <a16:creationId xmlns:a16="http://schemas.microsoft.com/office/drawing/2014/main" id="{B8180689-8E4C-2F36-A6A9-C2E691D9BCDC}"/>
                    </a:ext>
                  </a:extLst>
                </p:cNvPr>
                <p:cNvPicPr/>
                <p:nvPr/>
              </p:nvPicPr>
              <p:blipFill>
                <a:blip r:embed="rId195"/>
                <a:stretch>
                  <a:fillRect/>
                </a:stretch>
              </p:blipFill>
              <p:spPr>
                <a:xfrm>
                  <a:off x="3290798" y="6283288"/>
                  <a:ext cx="29232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6" name="墨迹 125">
                  <a:extLst>
                    <a:ext uri="{FF2B5EF4-FFF2-40B4-BE49-F238E27FC236}">
                      <a16:creationId xmlns:a16="http://schemas.microsoft.com/office/drawing/2014/main" id="{1BBEE368-2506-2B66-4FA3-62CA0994312A}"/>
                    </a:ext>
                  </a:extLst>
                </p14:cNvPr>
                <p14:cNvContentPartPr/>
                <p14:nvPr/>
              </p14:nvContentPartPr>
              <p14:xfrm>
                <a:off x="3287918" y="6400288"/>
                <a:ext cx="57240" cy="208080"/>
              </p14:xfrm>
            </p:contentPart>
          </mc:Choice>
          <mc:Fallback xmlns="">
            <p:pic>
              <p:nvPicPr>
                <p:cNvPr id="126" name="墨迹 125">
                  <a:extLst>
                    <a:ext uri="{FF2B5EF4-FFF2-40B4-BE49-F238E27FC236}">
                      <a16:creationId xmlns:a16="http://schemas.microsoft.com/office/drawing/2014/main" id="{1BBEE368-2506-2B66-4FA3-62CA0994312A}"/>
                    </a:ext>
                  </a:extLst>
                </p:cNvPr>
                <p:cNvPicPr/>
                <p:nvPr/>
              </p:nvPicPr>
              <p:blipFill>
                <a:blip r:embed="rId197"/>
                <a:stretch>
                  <a:fillRect/>
                </a:stretch>
              </p:blipFill>
              <p:spPr>
                <a:xfrm>
                  <a:off x="3269918" y="6382648"/>
                  <a:ext cx="9288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7" name="墨迹 126">
                  <a:extLst>
                    <a:ext uri="{FF2B5EF4-FFF2-40B4-BE49-F238E27FC236}">
                      <a16:creationId xmlns:a16="http://schemas.microsoft.com/office/drawing/2014/main" id="{BCED3AA8-F310-EC54-1930-94CA0387DFE1}"/>
                    </a:ext>
                  </a:extLst>
                </p14:cNvPr>
                <p14:cNvContentPartPr/>
                <p14:nvPr/>
              </p14:nvContentPartPr>
              <p14:xfrm>
                <a:off x="3453158" y="6352768"/>
                <a:ext cx="309240" cy="211680"/>
              </p14:xfrm>
            </p:contentPart>
          </mc:Choice>
          <mc:Fallback xmlns="">
            <p:pic>
              <p:nvPicPr>
                <p:cNvPr id="127" name="墨迹 126">
                  <a:extLst>
                    <a:ext uri="{FF2B5EF4-FFF2-40B4-BE49-F238E27FC236}">
                      <a16:creationId xmlns:a16="http://schemas.microsoft.com/office/drawing/2014/main" id="{BCED3AA8-F310-EC54-1930-94CA0387DFE1}"/>
                    </a:ext>
                  </a:extLst>
                </p:cNvPr>
                <p:cNvPicPr/>
                <p:nvPr/>
              </p:nvPicPr>
              <p:blipFill>
                <a:blip r:embed="rId199"/>
                <a:stretch>
                  <a:fillRect/>
                </a:stretch>
              </p:blipFill>
              <p:spPr>
                <a:xfrm>
                  <a:off x="3435518" y="6334768"/>
                  <a:ext cx="344880" cy="247320"/>
                </a:xfrm>
                <a:prstGeom prst="rect">
                  <a:avLst/>
                </a:prstGeom>
              </p:spPr>
            </p:pic>
          </mc:Fallback>
        </mc:AlternateContent>
      </p:grpSp>
      <p:grpSp>
        <p:nvGrpSpPr>
          <p:cNvPr id="155" name="组合 154">
            <a:extLst>
              <a:ext uri="{FF2B5EF4-FFF2-40B4-BE49-F238E27FC236}">
                <a16:creationId xmlns:a16="http://schemas.microsoft.com/office/drawing/2014/main" id="{29E9115E-6BE4-F134-6A56-23203C7FF469}"/>
              </a:ext>
            </a:extLst>
          </p:cNvPr>
          <p:cNvGrpSpPr/>
          <p:nvPr/>
        </p:nvGrpSpPr>
        <p:grpSpPr>
          <a:xfrm>
            <a:off x="3982358" y="5943448"/>
            <a:ext cx="2614680" cy="915120"/>
            <a:chOff x="3982358" y="5943448"/>
            <a:chExt cx="2614680" cy="915120"/>
          </a:xfrm>
        </p:grpSpPr>
        <mc:AlternateContent xmlns:mc="http://schemas.openxmlformats.org/markup-compatibility/2006" xmlns:p14="http://schemas.microsoft.com/office/powerpoint/2010/main">
          <mc:Choice Requires="p14">
            <p:contentPart p14:bwMode="auto" r:id="rId200">
              <p14:nvContentPartPr>
                <p14:cNvPr id="131" name="墨迹 130">
                  <a:extLst>
                    <a:ext uri="{FF2B5EF4-FFF2-40B4-BE49-F238E27FC236}">
                      <a16:creationId xmlns:a16="http://schemas.microsoft.com/office/drawing/2014/main" id="{98D074C9-BD33-6276-187C-C0332FB503E3}"/>
                    </a:ext>
                  </a:extLst>
                </p14:cNvPr>
                <p14:cNvContentPartPr/>
                <p14:nvPr/>
              </p14:nvContentPartPr>
              <p14:xfrm>
                <a:off x="4030238" y="6388768"/>
                <a:ext cx="84240" cy="209520"/>
              </p14:xfrm>
            </p:contentPart>
          </mc:Choice>
          <mc:Fallback xmlns="">
            <p:pic>
              <p:nvPicPr>
                <p:cNvPr id="131" name="墨迹 130">
                  <a:extLst>
                    <a:ext uri="{FF2B5EF4-FFF2-40B4-BE49-F238E27FC236}">
                      <a16:creationId xmlns:a16="http://schemas.microsoft.com/office/drawing/2014/main" id="{98D074C9-BD33-6276-187C-C0332FB503E3}"/>
                    </a:ext>
                  </a:extLst>
                </p:cNvPr>
                <p:cNvPicPr/>
                <p:nvPr/>
              </p:nvPicPr>
              <p:blipFill>
                <a:blip r:embed="rId201"/>
                <a:stretch>
                  <a:fillRect/>
                </a:stretch>
              </p:blipFill>
              <p:spPr>
                <a:xfrm>
                  <a:off x="4012598" y="6371128"/>
                  <a:ext cx="1198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2" name="墨迹 131">
                  <a:extLst>
                    <a:ext uri="{FF2B5EF4-FFF2-40B4-BE49-F238E27FC236}">
                      <a16:creationId xmlns:a16="http://schemas.microsoft.com/office/drawing/2014/main" id="{5ACC91ED-D972-91D4-B517-E08D6081A9E9}"/>
                    </a:ext>
                  </a:extLst>
                </p14:cNvPr>
                <p14:cNvContentPartPr/>
                <p14:nvPr/>
              </p14:nvContentPartPr>
              <p14:xfrm>
                <a:off x="3982358" y="5943448"/>
                <a:ext cx="469800" cy="232560"/>
              </p14:xfrm>
            </p:contentPart>
          </mc:Choice>
          <mc:Fallback xmlns="">
            <p:pic>
              <p:nvPicPr>
                <p:cNvPr id="132" name="墨迹 131">
                  <a:extLst>
                    <a:ext uri="{FF2B5EF4-FFF2-40B4-BE49-F238E27FC236}">
                      <a16:creationId xmlns:a16="http://schemas.microsoft.com/office/drawing/2014/main" id="{5ACC91ED-D972-91D4-B517-E08D6081A9E9}"/>
                    </a:ext>
                  </a:extLst>
                </p:cNvPr>
                <p:cNvPicPr/>
                <p:nvPr/>
              </p:nvPicPr>
              <p:blipFill>
                <a:blip r:embed="rId203"/>
                <a:stretch>
                  <a:fillRect/>
                </a:stretch>
              </p:blipFill>
              <p:spPr>
                <a:xfrm>
                  <a:off x="3964718" y="5925448"/>
                  <a:ext cx="50544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3" name="墨迹 132">
                  <a:extLst>
                    <a:ext uri="{FF2B5EF4-FFF2-40B4-BE49-F238E27FC236}">
                      <a16:creationId xmlns:a16="http://schemas.microsoft.com/office/drawing/2014/main" id="{BEF2F6EC-6311-8473-DFB3-B4BEFFD1B5E3}"/>
                    </a:ext>
                  </a:extLst>
                </p14:cNvPr>
                <p14:cNvContentPartPr/>
                <p14:nvPr/>
              </p14:nvContentPartPr>
              <p14:xfrm>
                <a:off x="4138598" y="6159808"/>
                <a:ext cx="72720" cy="280800"/>
              </p14:xfrm>
            </p:contentPart>
          </mc:Choice>
          <mc:Fallback xmlns="">
            <p:pic>
              <p:nvPicPr>
                <p:cNvPr id="133" name="墨迹 132">
                  <a:extLst>
                    <a:ext uri="{FF2B5EF4-FFF2-40B4-BE49-F238E27FC236}">
                      <a16:creationId xmlns:a16="http://schemas.microsoft.com/office/drawing/2014/main" id="{BEF2F6EC-6311-8473-DFB3-B4BEFFD1B5E3}"/>
                    </a:ext>
                  </a:extLst>
                </p:cNvPr>
                <p:cNvPicPr/>
                <p:nvPr/>
              </p:nvPicPr>
              <p:blipFill>
                <a:blip r:embed="rId205"/>
                <a:stretch>
                  <a:fillRect/>
                </a:stretch>
              </p:blipFill>
              <p:spPr>
                <a:xfrm>
                  <a:off x="4120958" y="6141808"/>
                  <a:ext cx="10836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4" name="墨迹 133">
                  <a:extLst>
                    <a:ext uri="{FF2B5EF4-FFF2-40B4-BE49-F238E27FC236}">
                      <a16:creationId xmlns:a16="http://schemas.microsoft.com/office/drawing/2014/main" id="{54212895-411A-B07C-06FC-E1172061D530}"/>
                    </a:ext>
                  </a:extLst>
                </p14:cNvPr>
                <p14:cNvContentPartPr/>
                <p14:nvPr/>
              </p14:nvContentPartPr>
              <p14:xfrm>
                <a:off x="4483838" y="6039568"/>
                <a:ext cx="317160" cy="528480"/>
              </p14:xfrm>
            </p:contentPart>
          </mc:Choice>
          <mc:Fallback xmlns="">
            <p:pic>
              <p:nvPicPr>
                <p:cNvPr id="134" name="墨迹 133">
                  <a:extLst>
                    <a:ext uri="{FF2B5EF4-FFF2-40B4-BE49-F238E27FC236}">
                      <a16:creationId xmlns:a16="http://schemas.microsoft.com/office/drawing/2014/main" id="{54212895-411A-B07C-06FC-E1172061D530}"/>
                    </a:ext>
                  </a:extLst>
                </p:cNvPr>
                <p:cNvPicPr/>
                <p:nvPr/>
              </p:nvPicPr>
              <p:blipFill>
                <a:blip r:embed="rId207"/>
                <a:stretch>
                  <a:fillRect/>
                </a:stretch>
              </p:blipFill>
              <p:spPr>
                <a:xfrm>
                  <a:off x="4466198" y="6021928"/>
                  <a:ext cx="352800"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5" name="墨迹 134">
                  <a:extLst>
                    <a:ext uri="{FF2B5EF4-FFF2-40B4-BE49-F238E27FC236}">
                      <a16:creationId xmlns:a16="http://schemas.microsoft.com/office/drawing/2014/main" id="{463F1459-EE4B-9693-7639-83239475999E}"/>
                    </a:ext>
                  </a:extLst>
                </p14:cNvPr>
                <p14:cNvContentPartPr/>
                <p14:nvPr/>
              </p14:nvContentPartPr>
              <p14:xfrm>
                <a:off x="4740518" y="6195808"/>
                <a:ext cx="167760" cy="360000"/>
              </p14:xfrm>
            </p:contentPart>
          </mc:Choice>
          <mc:Fallback xmlns="">
            <p:pic>
              <p:nvPicPr>
                <p:cNvPr id="135" name="墨迹 134">
                  <a:extLst>
                    <a:ext uri="{FF2B5EF4-FFF2-40B4-BE49-F238E27FC236}">
                      <a16:creationId xmlns:a16="http://schemas.microsoft.com/office/drawing/2014/main" id="{463F1459-EE4B-9693-7639-83239475999E}"/>
                    </a:ext>
                  </a:extLst>
                </p:cNvPr>
                <p:cNvPicPr/>
                <p:nvPr/>
              </p:nvPicPr>
              <p:blipFill>
                <a:blip r:embed="rId209"/>
                <a:stretch>
                  <a:fillRect/>
                </a:stretch>
              </p:blipFill>
              <p:spPr>
                <a:xfrm>
                  <a:off x="4722518" y="6178168"/>
                  <a:ext cx="20340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6" name="墨迹 135">
                  <a:extLst>
                    <a:ext uri="{FF2B5EF4-FFF2-40B4-BE49-F238E27FC236}">
                      <a16:creationId xmlns:a16="http://schemas.microsoft.com/office/drawing/2014/main" id="{2A98A40D-D5FE-7408-683E-42F4EA1E5BA9}"/>
                    </a:ext>
                  </a:extLst>
                </p14:cNvPr>
                <p14:cNvContentPartPr/>
                <p14:nvPr/>
              </p14:nvContentPartPr>
              <p14:xfrm>
                <a:off x="4716398" y="6545008"/>
                <a:ext cx="32400" cy="44640"/>
              </p14:xfrm>
            </p:contentPart>
          </mc:Choice>
          <mc:Fallback xmlns="">
            <p:pic>
              <p:nvPicPr>
                <p:cNvPr id="136" name="墨迹 135">
                  <a:extLst>
                    <a:ext uri="{FF2B5EF4-FFF2-40B4-BE49-F238E27FC236}">
                      <a16:creationId xmlns:a16="http://schemas.microsoft.com/office/drawing/2014/main" id="{2A98A40D-D5FE-7408-683E-42F4EA1E5BA9}"/>
                    </a:ext>
                  </a:extLst>
                </p:cNvPr>
                <p:cNvPicPr/>
                <p:nvPr/>
              </p:nvPicPr>
              <p:blipFill>
                <a:blip r:embed="rId211"/>
                <a:stretch>
                  <a:fillRect/>
                </a:stretch>
              </p:blipFill>
              <p:spPr>
                <a:xfrm>
                  <a:off x="4698758" y="6527368"/>
                  <a:ext cx="68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7" name="墨迹 136">
                  <a:extLst>
                    <a:ext uri="{FF2B5EF4-FFF2-40B4-BE49-F238E27FC236}">
                      <a16:creationId xmlns:a16="http://schemas.microsoft.com/office/drawing/2014/main" id="{3E23692B-BD66-7C7A-432D-8E4872B22F91}"/>
                    </a:ext>
                  </a:extLst>
                </p14:cNvPr>
                <p14:cNvContentPartPr/>
                <p14:nvPr/>
              </p14:nvContentPartPr>
              <p14:xfrm>
                <a:off x="5096558" y="6063328"/>
                <a:ext cx="233280" cy="178200"/>
              </p14:xfrm>
            </p:contentPart>
          </mc:Choice>
          <mc:Fallback xmlns="">
            <p:pic>
              <p:nvPicPr>
                <p:cNvPr id="137" name="墨迹 136">
                  <a:extLst>
                    <a:ext uri="{FF2B5EF4-FFF2-40B4-BE49-F238E27FC236}">
                      <a16:creationId xmlns:a16="http://schemas.microsoft.com/office/drawing/2014/main" id="{3E23692B-BD66-7C7A-432D-8E4872B22F91}"/>
                    </a:ext>
                  </a:extLst>
                </p:cNvPr>
                <p:cNvPicPr/>
                <p:nvPr/>
              </p:nvPicPr>
              <p:blipFill>
                <a:blip r:embed="rId213"/>
                <a:stretch>
                  <a:fillRect/>
                </a:stretch>
              </p:blipFill>
              <p:spPr>
                <a:xfrm>
                  <a:off x="5078918" y="6045688"/>
                  <a:ext cx="2689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8" name="墨迹 137">
                  <a:extLst>
                    <a:ext uri="{FF2B5EF4-FFF2-40B4-BE49-F238E27FC236}">
                      <a16:creationId xmlns:a16="http://schemas.microsoft.com/office/drawing/2014/main" id="{5D38E49D-257A-5BC7-C2FB-18B5920CFF23}"/>
                    </a:ext>
                  </a:extLst>
                </p14:cNvPr>
                <p14:cNvContentPartPr/>
                <p14:nvPr/>
              </p14:nvContentPartPr>
              <p14:xfrm>
                <a:off x="5289158" y="6172048"/>
                <a:ext cx="53640" cy="668880"/>
              </p14:xfrm>
            </p:contentPart>
          </mc:Choice>
          <mc:Fallback xmlns="">
            <p:pic>
              <p:nvPicPr>
                <p:cNvPr id="138" name="墨迹 137">
                  <a:extLst>
                    <a:ext uri="{FF2B5EF4-FFF2-40B4-BE49-F238E27FC236}">
                      <a16:creationId xmlns:a16="http://schemas.microsoft.com/office/drawing/2014/main" id="{5D38E49D-257A-5BC7-C2FB-18B5920CFF23}"/>
                    </a:ext>
                  </a:extLst>
                </p:cNvPr>
                <p:cNvPicPr/>
                <p:nvPr/>
              </p:nvPicPr>
              <p:blipFill>
                <a:blip r:embed="rId215"/>
                <a:stretch>
                  <a:fillRect/>
                </a:stretch>
              </p:blipFill>
              <p:spPr>
                <a:xfrm>
                  <a:off x="5271158" y="6154048"/>
                  <a:ext cx="89280" cy="7045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9" name="墨迹 138">
                  <a:extLst>
                    <a:ext uri="{FF2B5EF4-FFF2-40B4-BE49-F238E27FC236}">
                      <a16:creationId xmlns:a16="http://schemas.microsoft.com/office/drawing/2014/main" id="{72267E95-6EA7-1307-7EF7-02D1ECF00D72}"/>
                    </a:ext>
                  </a:extLst>
                </p14:cNvPr>
                <p14:cNvContentPartPr/>
                <p14:nvPr/>
              </p14:nvContentPartPr>
              <p14:xfrm>
                <a:off x="5425958" y="6003568"/>
                <a:ext cx="37440" cy="274320"/>
              </p14:xfrm>
            </p:contentPart>
          </mc:Choice>
          <mc:Fallback xmlns="">
            <p:pic>
              <p:nvPicPr>
                <p:cNvPr id="139" name="墨迹 138">
                  <a:extLst>
                    <a:ext uri="{FF2B5EF4-FFF2-40B4-BE49-F238E27FC236}">
                      <a16:creationId xmlns:a16="http://schemas.microsoft.com/office/drawing/2014/main" id="{72267E95-6EA7-1307-7EF7-02D1ECF00D72}"/>
                    </a:ext>
                  </a:extLst>
                </p:cNvPr>
                <p:cNvPicPr/>
                <p:nvPr/>
              </p:nvPicPr>
              <p:blipFill>
                <a:blip r:embed="rId217"/>
                <a:stretch>
                  <a:fillRect/>
                </a:stretch>
              </p:blipFill>
              <p:spPr>
                <a:xfrm>
                  <a:off x="5407958" y="5985568"/>
                  <a:ext cx="7308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0" name="墨迹 139">
                  <a:extLst>
                    <a:ext uri="{FF2B5EF4-FFF2-40B4-BE49-F238E27FC236}">
                      <a16:creationId xmlns:a16="http://schemas.microsoft.com/office/drawing/2014/main" id="{ED1A3989-C79A-D8FE-CB12-F237C9C66419}"/>
                    </a:ext>
                  </a:extLst>
                </p14:cNvPr>
                <p14:cNvContentPartPr/>
                <p14:nvPr/>
              </p14:nvContentPartPr>
              <p14:xfrm>
                <a:off x="5414438" y="6253048"/>
                <a:ext cx="252360" cy="36720"/>
              </p14:xfrm>
            </p:contentPart>
          </mc:Choice>
          <mc:Fallback xmlns="">
            <p:pic>
              <p:nvPicPr>
                <p:cNvPr id="140" name="墨迹 139">
                  <a:extLst>
                    <a:ext uri="{FF2B5EF4-FFF2-40B4-BE49-F238E27FC236}">
                      <a16:creationId xmlns:a16="http://schemas.microsoft.com/office/drawing/2014/main" id="{ED1A3989-C79A-D8FE-CB12-F237C9C66419}"/>
                    </a:ext>
                  </a:extLst>
                </p:cNvPr>
                <p:cNvPicPr/>
                <p:nvPr/>
              </p:nvPicPr>
              <p:blipFill>
                <a:blip r:embed="rId219"/>
                <a:stretch>
                  <a:fillRect/>
                </a:stretch>
              </p:blipFill>
              <p:spPr>
                <a:xfrm>
                  <a:off x="5396438" y="6235408"/>
                  <a:ext cx="2880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1" name="墨迹 140">
                  <a:extLst>
                    <a:ext uri="{FF2B5EF4-FFF2-40B4-BE49-F238E27FC236}">
                      <a16:creationId xmlns:a16="http://schemas.microsoft.com/office/drawing/2014/main" id="{FAC1870D-CFBC-2F52-983D-51B8477A6F84}"/>
                    </a:ext>
                  </a:extLst>
                </p14:cNvPr>
                <p14:cNvContentPartPr/>
                <p14:nvPr/>
              </p14:nvContentPartPr>
              <p14:xfrm>
                <a:off x="5522078" y="6425128"/>
                <a:ext cx="61920" cy="144000"/>
              </p14:xfrm>
            </p:contentPart>
          </mc:Choice>
          <mc:Fallback xmlns="">
            <p:pic>
              <p:nvPicPr>
                <p:cNvPr id="141" name="墨迹 140">
                  <a:extLst>
                    <a:ext uri="{FF2B5EF4-FFF2-40B4-BE49-F238E27FC236}">
                      <a16:creationId xmlns:a16="http://schemas.microsoft.com/office/drawing/2014/main" id="{FAC1870D-CFBC-2F52-983D-51B8477A6F84}"/>
                    </a:ext>
                  </a:extLst>
                </p:cNvPr>
                <p:cNvPicPr/>
                <p:nvPr/>
              </p:nvPicPr>
              <p:blipFill>
                <a:blip r:embed="rId221"/>
                <a:stretch>
                  <a:fillRect/>
                </a:stretch>
              </p:blipFill>
              <p:spPr>
                <a:xfrm>
                  <a:off x="5504078" y="6407128"/>
                  <a:ext cx="9756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2" name="墨迹 141">
                  <a:extLst>
                    <a:ext uri="{FF2B5EF4-FFF2-40B4-BE49-F238E27FC236}">
                      <a16:creationId xmlns:a16="http://schemas.microsoft.com/office/drawing/2014/main" id="{5D895F73-51C9-7C65-E2F5-D10E642F336F}"/>
                    </a:ext>
                  </a:extLst>
                </p14:cNvPr>
                <p14:cNvContentPartPr/>
                <p14:nvPr/>
              </p14:nvContentPartPr>
              <p14:xfrm>
                <a:off x="5480318" y="6376528"/>
                <a:ext cx="249480" cy="306000"/>
              </p14:xfrm>
            </p:contentPart>
          </mc:Choice>
          <mc:Fallback xmlns="">
            <p:pic>
              <p:nvPicPr>
                <p:cNvPr id="142" name="墨迹 141">
                  <a:extLst>
                    <a:ext uri="{FF2B5EF4-FFF2-40B4-BE49-F238E27FC236}">
                      <a16:creationId xmlns:a16="http://schemas.microsoft.com/office/drawing/2014/main" id="{5D895F73-51C9-7C65-E2F5-D10E642F336F}"/>
                    </a:ext>
                  </a:extLst>
                </p:cNvPr>
                <p:cNvPicPr/>
                <p:nvPr/>
              </p:nvPicPr>
              <p:blipFill>
                <a:blip r:embed="rId223"/>
                <a:stretch>
                  <a:fillRect/>
                </a:stretch>
              </p:blipFill>
              <p:spPr>
                <a:xfrm>
                  <a:off x="5462318" y="6358888"/>
                  <a:ext cx="28512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3" name="墨迹 142">
                  <a:extLst>
                    <a:ext uri="{FF2B5EF4-FFF2-40B4-BE49-F238E27FC236}">
                      <a16:creationId xmlns:a16="http://schemas.microsoft.com/office/drawing/2014/main" id="{B7BE162D-0AE7-7A9C-0FD9-B7DCC600BB6F}"/>
                    </a:ext>
                  </a:extLst>
                </p14:cNvPr>
                <p14:cNvContentPartPr/>
                <p14:nvPr/>
              </p14:nvContentPartPr>
              <p14:xfrm>
                <a:off x="5919518" y="6231808"/>
                <a:ext cx="84600" cy="180360"/>
              </p14:xfrm>
            </p:contentPart>
          </mc:Choice>
          <mc:Fallback xmlns="">
            <p:pic>
              <p:nvPicPr>
                <p:cNvPr id="143" name="墨迹 142">
                  <a:extLst>
                    <a:ext uri="{FF2B5EF4-FFF2-40B4-BE49-F238E27FC236}">
                      <a16:creationId xmlns:a16="http://schemas.microsoft.com/office/drawing/2014/main" id="{B7BE162D-0AE7-7A9C-0FD9-B7DCC600BB6F}"/>
                    </a:ext>
                  </a:extLst>
                </p:cNvPr>
                <p:cNvPicPr/>
                <p:nvPr/>
              </p:nvPicPr>
              <p:blipFill>
                <a:blip r:embed="rId225"/>
                <a:stretch>
                  <a:fillRect/>
                </a:stretch>
              </p:blipFill>
              <p:spPr>
                <a:xfrm>
                  <a:off x="5901518" y="6214168"/>
                  <a:ext cx="1202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4" name="墨迹 143">
                  <a:extLst>
                    <a:ext uri="{FF2B5EF4-FFF2-40B4-BE49-F238E27FC236}">
                      <a16:creationId xmlns:a16="http://schemas.microsoft.com/office/drawing/2014/main" id="{62F6E277-85CA-2C77-50D2-A93626614F0D}"/>
                    </a:ext>
                  </a:extLst>
                </p14:cNvPr>
                <p14:cNvContentPartPr/>
                <p14:nvPr/>
              </p14:nvContentPartPr>
              <p14:xfrm>
                <a:off x="5932478" y="6388768"/>
                <a:ext cx="107640" cy="271080"/>
              </p14:xfrm>
            </p:contentPart>
          </mc:Choice>
          <mc:Fallback xmlns="">
            <p:pic>
              <p:nvPicPr>
                <p:cNvPr id="144" name="墨迹 143">
                  <a:extLst>
                    <a:ext uri="{FF2B5EF4-FFF2-40B4-BE49-F238E27FC236}">
                      <a16:creationId xmlns:a16="http://schemas.microsoft.com/office/drawing/2014/main" id="{62F6E277-85CA-2C77-50D2-A93626614F0D}"/>
                    </a:ext>
                  </a:extLst>
                </p:cNvPr>
                <p:cNvPicPr/>
                <p:nvPr/>
              </p:nvPicPr>
              <p:blipFill>
                <a:blip r:embed="rId227"/>
                <a:stretch>
                  <a:fillRect/>
                </a:stretch>
              </p:blipFill>
              <p:spPr>
                <a:xfrm>
                  <a:off x="5914838" y="6371128"/>
                  <a:ext cx="14328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5" name="墨迹 144">
                  <a:extLst>
                    <a:ext uri="{FF2B5EF4-FFF2-40B4-BE49-F238E27FC236}">
                      <a16:creationId xmlns:a16="http://schemas.microsoft.com/office/drawing/2014/main" id="{554A6E22-3863-376C-1190-0EBECC180B67}"/>
                    </a:ext>
                  </a:extLst>
                </p14:cNvPr>
                <p14:cNvContentPartPr/>
                <p14:nvPr/>
              </p14:nvContentPartPr>
              <p14:xfrm>
                <a:off x="5883518" y="6640048"/>
                <a:ext cx="274320" cy="218520"/>
              </p14:xfrm>
            </p:contentPart>
          </mc:Choice>
          <mc:Fallback xmlns="">
            <p:pic>
              <p:nvPicPr>
                <p:cNvPr id="145" name="墨迹 144">
                  <a:extLst>
                    <a:ext uri="{FF2B5EF4-FFF2-40B4-BE49-F238E27FC236}">
                      <a16:creationId xmlns:a16="http://schemas.microsoft.com/office/drawing/2014/main" id="{554A6E22-3863-376C-1190-0EBECC180B67}"/>
                    </a:ext>
                  </a:extLst>
                </p:cNvPr>
                <p:cNvPicPr/>
                <p:nvPr/>
              </p:nvPicPr>
              <p:blipFill>
                <a:blip r:embed="rId229"/>
                <a:stretch>
                  <a:fillRect/>
                </a:stretch>
              </p:blipFill>
              <p:spPr>
                <a:xfrm>
                  <a:off x="5865878" y="6622408"/>
                  <a:ext cx="30996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6" name="墨迹 145">
                  <a:extLst>
                    <a:ext uri="{FF2B5EF4-FFF2-40B4-BE49-F238E27FC236}">
                      <a16:creationId xmlns:a16="http://schemas.microsoft.com/office/drawing/2014/main" id="{94C4C7C2-2DEA-A12C-E3E2-524AF02F0199}"/>
                    </a:ext>
                  </a:extLst>
                </p14:cNvPr>
                <p14:cNvContentPartPr/>
                <p14:nvPr/>
              </p14:nvContentPartPr>
              <p14:xfrm>
                <a:off x="6090518" y="6195808"/>
                <a:ext cx="201960" cy="260280"/>
              </p14:xfrm>
            </p:contentPart>
          </mc:Choice>
          <mc:Fallback xmlns="">
            <p:pic>
              <p:nvPicPr>
                <p:cNvPr id="146" name="墨迹 145">
                  <a:extLst>
                    <a:ext uri="{FF2B5EF4-FFF2-40B4-BE49-F238E27FC236}">
                      <a16:creationId xmlns:a16="http://schemas.microsoft.com/office/drawing/2014/main" id="{94C4C7C2-2DEA-A12C-E3E2-524AF02F0199}"/>
                    </a:ext>
                  </a:extLst>
                </p:cNvPr>
                <p:cNvPicPr/>
                <p:nvPr/>
              </p:nvPicPr>
              <p:blipFill>
                <a:blip r:embed="rId231"/>
                <a:stretch>
                  <a:fillRect/>
                </a:stretch>
              </p:blipFill>
              <p:spPr>
                <a:xfrm>
                  <a:off x="6072878" y="6178168"/>
                  <a:ext cx="23760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7" name="墨迹 146">
                  <a:extLst>
                    <a:ext uri="{FF2B5EF4-FFF2-40B4-BE49-F238E27FC236}">
                      <a16:creationId xmlns:a16="http://schemas.microsoft.com/office/drawing/2014/main" id="{26177837-A99B-9FD9-6195-B1D4E6A109A8}"/>
                    </a:ext>
                  </a:extLst>
                </p14:cNvPr>
                <p14:cNvContentPartPr/>
                <p14:nvPr/>
              </p14:nvContentPartPr>
              <p14:xfrm>
                <a:off x="6280598" y="6231808"/>
                <a:ext cx="243720" cy="105120"/>
              </p14:xfrm>
            </p:contentPart>
          </mc:Choice>
          <mc:Fallback xmlns="">
            <p:pic>
              <p:nvPicPr>
                <p:cNvPr id="147" name="墨迹 146">
                  <a:extLst>
                    <a:ext uri="{FF2B5EF4-FFF2-40B4-BE49-F238E27FC236}">
                      <a16:creationId xmlns:a16="http://schemas.microsoft.com/office/drawing/2014/main" id="{26177837-A99B-9FD9-6195-B1D4E6A109A8}"/>
                    </a:ext>
                  </a:extLst>
                </p:cNvPr>
                <p:cNvPicPr/>
                <p:nvPr/>
              </p:nvPicPr>
              <p:blipFill>
                <a:blip r:embed="rId233"/>
                <a:stretch>
                  <a:fillRect/>
                </a:stretch>
              </p:blipFill>
              <p:spPr>
                <a:xfrm>
                  <a:off x="6262598" y="6214168"/>
                  <a:ext cx="2793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8" name="墨迹 147">
                  <a:extLst>
                    <a:ext uri="{FF2B5EF4-FFF2-40B4-BE49-F238E27FC236}">
                      <a16:creationId xmlns:a16="http://schemas.microsoft.com/office/drawing/2014/main" id="{3DF6E9DB-C90B-C501-2077-02112E48A195}"/>
                    </a:ext>
                  </a:extLst>
                </p14:cNvPr>
                <p14:cNvContentPartPr/>
                <p14:nvPr/>
              </p14:nvContentPartPr>
              <p14:xfrm>
                <a:off x="6244598" y="6436648"/>
                <a:ext cx="221760" cy="37080"/>
              </p14:xfrm>
            </p:contentPart>
          </mc:Choice>
          <mc:Fallback xmlns="">
            <p:pic>
              <p:nvPicPr>
                <p:cNvPr id="148" name="墨迹 147">
                  <a:extLst>
                    <a:ext uri="{FF2B5EF4-FFF2-40B4-BE49-F238E27FC236}">
                      <a16:creationId xmlns:a16="http://schemas.microsoft.com/office/drawing/2014/main" id="{3DF6E9DB-C90B-C501-2077-02112E48A195}"/>
                    </a:ext>
                  </a:extLst>
                </p:cNvPr>
                <p:cNvPicPr/>
                <p:nvPr/>
              </p:nvPicPr>
              <p:blipFill>
                <a:blip r:embed="rId235"/>
                <a:stretch>
                  <a:fillRect/>
                </a:stretch>
              </p:blipFill>
              <p:spPr>
                <a:xfrm>
                  <a:off x="6226598" y="6418648"/>
                  <a:ext cx="2574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9" name="墨迹 148">
                  <a:extLst>
                    <a:ext uri="{FF2B5EF4-FFF2-40B4-BE49-F238E27FC236}">
                      <a16:creationId xmlns:a16="http://schemas.microsoft.com/office/drawing/2014/main" id="{30DAA2F6-715A-8F16-5871-1A7305277402}"/>
                    </a:ext>
                  </a:extLst>
                </p14:cNvPr>
                <p14:cNvContentPartPr/>
                <p14:nvPr/>
              </p14:nvContentPartPr>
              <p14:xfrm>
                <a:off x="6364478" y="6568768"/>
                <a:ext cx="232560" cy="197640"/>
              </p14:xfrm>
            </p:contentPart>
          </mc:Choice>
          <mc:Fallback xmlns="">
            <p:pic>
              <p:nvPicPr>
                <p:cNvPr id="149" name="墨迹 148">
                  <a:extLst>
                    <a:ext uri="{FF2B5EF4-FFF2-40B4-BE49-F238E27FC236}">
                      <a16:creationId xmlns:a16="http://schemas.microsoft.com/office/drawing/2014/main" id="{30DAA2F6-715A-8F16-5871-1A7305277402}"/>
                    </a:ext>
                  </a:extLst>
                </p:cNvPr>
                <p:cNvPicPr/>
                <p:nvPr/>
              </p:nvPicPr>
              <p:blipFill>
                <a:blip r:embed="rId237"/>
                <a:stretch>
                  <a:fillRect/>
                </a:stretch>
              </p:blipFill>
              <p:spPr>
                <a:xfrm>
                  <a:off x="6346838" y="6551128"/>
                  <a:ext cx="268200" cy="233280"/>
                </a:xfrm>
                <a:prstGeom prst="rect">
                  <a:avLst/>
                </a:prstGeom>
              </p:spPr>
            </p:pic>
          </mc:Fallback>
        </mc:AlternateContent>
      </p:grpSp>
      <p:grpSp>
        <p:nvGrpSpPr>
          <p:cNvPr id="154" name="组合 153">
            <a:extLst>
              <a:ext uri="{FF2B5EF4-FFF2-40B4-BE49-F238E27FC236}">
                <a16:creationId xmlns:a16="http://schemas.microsoft.com/office/drawing/2014/main" id="{6D6D92B2-535D-5881-6EDC-47B28EEBE18E}"/>
              </a:ext>
            </a:extLst>
          </p:cNvPr>
          <p:cNvGrpSpPr/>
          <p:nvPr/>
        </p:nvGrpSpPr>
        <p:grpSpPr>
          <a:xfrm>
            <a:off x="6818798" y="6244408"/>
            <a:ext cx="725040" cy="533520"/>
            <a:chOff x="6818798" y="6244408"/>
            <a:chExt cx="725040" cy="533520"/>
          </a:xfrm>
        </p:grpSpPr>
        <mc:AlternateContent xmlns:mc="http://schemas.openxmlformats.org/markup-compatibility/2006" xmlns:p14="http://schemas.microsoft.com/office/powerpoint/2010/main">
          <mc:Choice Requires="p14">
            <p:contentPart p14:bwMode="auto" r:id="rId238">
              <p14:nvContentPartPr>
                <p14:cNvPr id="150" name="墨迹 149">
                  <a:extLst>
                    <a:ext uri="{FF2B5EF4-FFF2-40B4-BE49-F238E27FC236}">
                      <a16:creationId xmlns:a16="http://schemas.microsoft.com/office/drawing/2014/main" id="{431E6DB0-628E-DD89-47E0-1982B0160750}"/>
                    </a:ext>
                  </a:extLst>
                </p14:cNvPr>
                <p14:cNvContentPartPr/>
                <p14:nvPr/>
              </p14:nvContentPartPr>
              <p14:xfrm>
                <a:off x="6818798" y="6364288"/>
                <a:ext cx="171360" cy="398520"/>
              </p14:xfrm>
            </p:contentPart>
          </mc:Choice>
          <mc:Fallback xmlns="">
            <p:pic>
              <p:nvPicPr>
                <p:cNvPr id="150" name="墨迹 149">
                  <a:extLst>
                    <a:ext uri="{FF2B5EF4-FFF2-40B4-BE49-F238E27FC236}">
                      <a16:creationId xmlns:a16="http://schemas.microsoft.com/office/drawing/2014/main" id="{431E6DB0-628E-DD89-47E0-1982B0160750}"/>
                    </a:ext>
                  </a:extLst>
                </p:cNvPr>
                <p:cNvPicPr/>
                <p:nvPr/>
              </p:nvPicPr>
              <p:blipFill>
                <a:blip r:embed="rId239"/>
                <a:stretch>
                  <a:fillRect/>
                </a:stretch>
              </p:blipFill>
              <p:spPr>
                <a:xfrm>
                  <a:off x="6801158" y="6346648"/>
                  <a:ext cx="20700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1" name="墨迹 150">
                  <a:extLst>
                    <a:ext uri="{FF2B5EF4-FFF2-40B4-BE49-F238E27FC236}">
                      <a16:creationId xmlns:a16="http://schemas.microsoft.com/office/drawing/2014/main" id="{B537956F-1636-D9BC-9497-9E998EE8C8C3}"/>
                    </a:ext>
                  </a:extLst>
                </p14:cNvPr>
                <p14:cNvContentPartPr/>
                <p14:nvPr/>
              </p14:nvContentPartPr>
              <p14:xfrm>
                <a:off x="7038398" y="6494968"/>
                <a:ext cx="278640" cy="224280"/>
              </p14:xfrm>
            </p:contentPart>
          </mc:Choice>
          <mc:Fallback xmlns="">
            <p:pic>
              <p:nvPicPr>
                <p:cNvPr id="151" name="墨迹 150">
                  <a:extLst>
                    <a:ext uri="{FF2B5EF4-FFF2-40B4-BE49-F238E27FC236}">
                      <a16:creationId xmlns:a16="http://schemas.microsoft.com/office/drawing/2014/main" id="{B537956F-1636-D9BC-9497-9E998EE8C8C3}"/>
                    </a:ext>
                  </a:extLst>
                </p:cNvPr>
                <p:cNvPicPr/>
                <p:nvPr/>
              </p:nvPicPr>
              <p:blipFill>
                <a:blip r:embed="rId241"/>
                <a:stretch>
                  <a:fillRect/>
                </a:stretch>
              </p:blipFill>
              <p:spPr>
                <a:xfrm>
                  <a:off x="7020758" y="6476968"/>
                  <a:ext cx="31428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2" name="墨迹 151">
                  <a:extLst>
                    <a:ext uri="{FF2B5EF4-FFF2-40B4-BE49-F238E27FC236}">
                      <a16:creationId xmlns:a16="http://schemas.microsoft.com/office/drawing/2014/main" id="{F50C5DF9-AA05-6E53-CC8C-276B8EB77D24}"/>
                    </a:ext>
                  </a:extLst>
                </p14:cNvPr>
                <p14:cNvContentPartPr/>
                <p14:nvPr/>
              </p14:nvContentPartPr>
              <p14:xfrm>
                <a:off x="7363118" y="6244408"/>
                <a:ext cx="37440" cy="390240"/>
              </p14:xfrm>
            </p:contentPart>
          </mc:Choice>
          <mc:Fallback xmlns="">
            <p:pic>
              <p:nvPicPr>
                <p:cNvPr id="152" name="墨迹 151">
                  <a:extLst>
                    <a:ext uri="{FF2B5EF4-FFF2-40B4-BE49-F238E27FC236}">
                      <a16:creationId xmlns:a16="http://schemas.microsoft.com/office/drawing/2014/main" id="{F50C5DF9-AA05-6E53-CC8C-276B8EB77D24}"/>
                    </a:ext>
                  </a:extLst>
                </p:cNvPr>
                <p:cNvPicPr/>
                <p:nvPr/>
              </p:nvPicPr>
              <p:blipFill>
                <a:blip r:embed="rId243"/>
                <a:stretch>
                  <a:fillRect/>
                </a:stretch>
              </p:blipFill>
              <p:spPr>
                <a:xfrm>
                  <a:off x="7345118" y="6226408"/>
                  <a:ext cx="7308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3" name="墨迹 152">
                  <a:extLst>
                    <a:ext uri="{FF2B5EF4-FFF2-40B4-BE49-F238E27FC236}">
                      <a16:creationId xmlns:a16="http://schemas.microsoft.com/office/drawing/2014/main" id="{F9DA5A0A-E03F-2E70-EBB0-500917464D21}"/>
                    </a:ext>
                  </a:extLst>
                </p14:cNvPr>
                <p14:cNvContentPartPr/>
                <p14:nvPr/>
              </p14:nvContentPartPr>
              <p14:xfrm>
                <a:off x="7284998" y="6377968"/>
                <a:ext cx="258840" cy="399960"/>
              </p14:xfrm>
            </p:contentPart>
          </mc:Choice>
          <mc:Fallback xmlns="">
            <p:pic>
              <p:nvPicPr>
                <p:cNvPr id="153" name="墨迹 152">
                  <a:extLst>
                    <a:ext uri="{FF2B5EF4-FFF2-40B4-BE49-F238E27FC236}">
                      <a16:creationId xmlns:a16="http://schemas.microsoft.com/office/drawing/2014/main" id="{F9DA5A0A-E03F-2E70-EBB0-500917464D21}"/>
                    </a:ext>
                  </a:extLst>
                </p:cNvPr>
                <p:cNvPicPr/>
                <p:nvPr/>
              </p:nvPicPr>
              <p:blipFill>
                <a:blip r:embed="rId245"/>
                <a:stretch>
                  <a:fillRect/>
                </a:stretch>
              </p:blipFill>
              <p:spPr>
                <a:xfrm>
                  <a:off x="7266998" y="6360328"/>
                  <a:ext cx="294480" cy="435600"/>
                </a:xfrm>
                <a:prstGeom prst="rect">
                  <a:avLst/>
                </a:prstGeom>
              </p:spPr>
            </p:pic>
          </mc:Fallback>
        </mc:AlternateContent>
      </p:grpSp>
      <p:sp>
        <p:nvSpPr>
          <p:cNvPr id="156" name="文本框 155">
            <a:extLst>
              <a:ext uri="{FF2B5EF4-FFF2-40B4-BE49-F238E27FC236}">
                <a16:creationId xmlns:a16="http://schemas.microsoft.com/office/drawing/2014/main" id="{6AD0B7F5-5726-52BB-A293-3375AA136228}"/>
              </a:ext>
            </a:extLst>
          </p:cNvPr>
          <p:cNvSpPr txBox="1"/>
          <p:nvPr/>
        </p:nvSpPr>
        <p:spPr>
          <a:xfrm>
            <a:off x="204537" y="216569"/>
            <a:ext cx="8161209" cy="369332"/>
          </a:xfrm>
          <a:prstGeom prst="rect">
            <a:avLst/>
          </a:prstGeom>
          <a:noFill/>
        </p:spPr>
        <p:txBody>
          <a:bodyPr wrap="none" rtlCol="0">
            <a:spAutoFit/>
          </a:bodyPr>
          <a:lstStyle/>
          <a:p>
            <a:r>
              <a:rPr lang="zh-CN" altLang="en-US" dirty="0">
                <a:solidFill>
                  <a:schemeClr val="bg1"/>
                </a:solidFill>
              </a:rPr>
              <a:t>在 </a:t>
            </a:r>
            <a:r>
              <a:rPr lang="en-US" altLang="zh-CN" dirty="0">
                <a:solidFill>
                  <a:schemeClr val="bg1"/>
                </a:solidFill>
              </a:rPr>
              <a:t>STM32 </a:t>
            </a:r>
            <a:r>
              <a:rPr lang="zh-CN" altLang="en-US" dirty="0">
                <a:solidFill>
                  <a:schemeClr val="bg1"/>
                </a:solidFill>
              </a:rPr>
              <a:t>中，算出来的数字越小，优先级越高。也就是 </a:t>
            </a:r>
            <a:r>
              <a:rPr lang="en-US" altLang="zh-CN" dirty="0">
                <a:solidFill>
                  <a:schemeClr val="bg1"/>
                </a:solidFill>
              </a:rPr>
              <a:t>0 </a:t>
            </a:r>
            <a:r>
              <a:rPr lang="zh-CN" altLang="en-US" dirty="0">
                <a:solidFill>
                  <a:schemeClr val="bg1"/>
                </a:solidFill>
              </a:rPr>
              <a:t>最高，</a:t>
            </a:r>
            <a:r>
              <a:rPr lang="en-US" altLang="zh-CN" dirty="0">
                <a:solidFill>
                  <a:schemeClr val="bg1"/>
                </a:solidFill>
              </a:rPr>
              <a:t>15 </a:t>
            </a:r>
            <a:r>
              <a:rPr lang="zh-CN" altLang="en-US" dirty="0">
                <a:solidFill>
                  <a:schemeClr val="bg1"/>
                </a:solidFill>
              </a:rPr>
              <a:t>最低。</a:t>
            </a:r>
            <a:r>
              <a:rPr lang="en-US" altLang="zh-CN" dirty="0">
                <a:solidFill>
                  <a:schemeClr val="bg1"/>
                </a:solidFill>
              </a:rPr>
              <a:t>)</a:t>
            </a:r>
            <a:endParaRPr lang="zh-CN" altLang="en-US" dirty="0">
              <a:solidFill>
                <a:schemeClr val="bg1"/>
              </a:solidFill>
            </a:endParaRPr>
          </a:p>
        </p:txBody>
      </p:sp>
    </p:spTree>
    <p:extLst>
      <p:ext uri="{BB962C8B-B14F-4D97-AF65-F5344CB8AC3E}">
        <p14:creationId xmlns:p14="http://schemas.microsoft.com/office/powerpoint/2010/main" val="556632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3225" y="1211149"/>
            <a:ext cx="10972800" cy="4457246"/>
          </a:xfrm>
          <a:prstGeom prst="rect">
            <a:avLst/>
          </a:prstGeom>
        </p:spPr>
        <p:txBody>
          <a:bodyPr wrap="square">
            <a:spAutoFit/>
          </a:bodyPr>
          <a:lstStyle/>
          <a:p>
            <a:pPr>
              <a:lnSpc>
                <a:spcPct val="150000"/>
              </a:lnSpc>
            </a:pPr>
            <a:r>
              <a:rPr lang="zh-CN" altLang="en-US" sz="2400" b="1" dirty="0">
                <a:solidFill>
                  <a:srgbClr val="7030A0"/>
                </a:solidFill>
              </a:rPr>
              <a:t>例：</a:t>
            </a:r>
            <a:r>
              <a:rPr lang="zh-CN" altLang="en-US" sz="2400" dirty="0"/>
              <a:t>     </a:t>
            </a:r>
            <a:endParaRPr lang="en-US" altLang="zh-CN" sz="2400" dirty="0"/>
          </a:p>
          <a:p>
            <a:pPr>
              <a:lnSpc>
                <a:spcPct val="150000"/>
              </a:lnSpc>
            </a:pPr>
            <a:r>
              <a:rPr lang="zh-CN" altLang="en-US" sz="2400" dirty="0"/>
              <a:t>      如果在你的系统中使用了 </a:t>
            </a:r>
            <a:r>
              <a:rPr lang="en-US" altLang="zh-CN" sz="2400" dirty="0"/>
              <a:t>TIME2</a:t>
            </a:r>
            <a:r>
              <a:rPr lang="zh-CN" altLang="en-US" sz="2400" dirty="0"/>
              <a:t>（中断通道 </a:t>
            </a:r>
            <a:r>
              <a:rPr lang="en-US" altLang="zh-CN" sz="2400" dirty="0"/>
              <a:t>28</a:t>
            </a:r>
            <a:r>
              <a:rPr lang="zh-CN" altLang="en-US" sz="2400" dirty="0"/>
              <a:t>）和 </a:t>
            </a:r>
            <a:r>
              <a:rPr lang="en-US" altLang="zh-CN" sz="2400" dirty="0"/>
              <a:t>EXTI0</a:t>
            </a:r>
            <a:r>
              <a:rPr lang="zh-CN" altLang="en-US" sz="2400" dirty="0"/>
              <a:t>（中断通道 </a:t>
            </a:r>
            <a:r>
              <a:rPr lang="en-US" altLang="zh-CN" sz="2400" dirty="0"/>
              <a:t>6</a:t>
            </a:r>
            <a:r>
              <a:rPr lang="zh-CN" altLang="en-US" sz="2400" dirty="0"/>
              <a:t>）两个中断，而</a:t>
            </a:r>
            <a:r>
              <a:rPr lang="en-US" altLang="zh-CN" sz="2400" dirty="0"/>
              <a:t>TIME2 </a:t>
            </a:r>
            <a:r>
              <a:rPr lang="zh-CN" altLang="en-US" sz="2400" dirty="0"/>
              <a:t>中断必须优先响应，而且当系统在执行 </a:t>
            </a:r>
            <a:r>
              <a:rPr lang="en-US" altLang="zh-CN" sz="2400" dirty="0"/>
              <a:t>EXIT0 </a:t>
            </a:r>
            <a:r>
              <a:rPr lang="zh-CN" altLang="en-US" sz="2400" dirty="0"/>
              <a:t>中断服务时也必须打断（抢占、嵌套） ，就必须设置 </a:t>
            </a:r>
            <a:r>
              <a:rPr lang="en-US" altLang="zh-CN" sz="2400" dirty="0"/>
              <a:t>TIME2 </a:t>
            </a:r>
            <a:r>
              <a:rPr lang="zh-CN" altLang="en-US" sz="2400" dirty="0"/>
              <a:t>的抢占优先级比 </a:t>
            </a:r>
            <a:r>
              <a:rPr lang="en-US" altLang="zh-CN" sz="2400" dirty="0"/>
              <a:t>EXTI0 </a:t>
            </a:r>
            <a:r>
              <a:rPr lang="zh-CN" altLang="en-US" sz="2400" dirty="0"/>
              <a:t>的抢占优先级要高（数目小） 。假定 </a:t>
            </a:r>
            <a:r>
              <a:rPr lang="en-US" altLang="zh-CN" sz="2400" dirty="0"/>
              <a:t>EXTI0 </a:t>
            </a:r>
            <a:r>
              <a:rPr lang="zh-CN" altLang="en-US" sz="2400" dirty="0"/>
              <a:t>为 </a:t>
            </a:r>
            <a:r>
              <a:rPr lang="en-US" altLang="zh-CN" sz="2400" dirty="0"/>
              <a:t>2 </a:t>
            </a:r>
            <a:r>
              <a:rPr lang="zh-CN" altLang="en-US" sz="2400" dirty="0"/>
              <a:t>号抢占优先级，那么 </a:t>
            </a:r>
            <a:r>
              <a:rPr lang="en-US" altLang="zh-CN" sz="2400" dirty="0"/>
              <a:t>TIME2 </a:t>
            </a:r>
            <a:r>
              <a:rPr lang="zh-CN" altLang="en-US" sz="2400" dirty="0"/>
              <a:t>就必须设置成 </a:t>
            </a:r>
            <a:r>
              <a:rPr lang="en-US" altLang="zh-CN" sz="2400" dirty="0"/>
              <a:t>0 </a:t>
            </a:r>
            <a:r>
              <a:rPr lang="zh-CN" altLang="en-US" sz="2400" dirty="0"/>
              <a:t>或 </a:t>
            </a:r>
            <a:r>
              <a:rPr lang="en-US" altLang="zh-CN" sz="2400" dirty="0"/>
              <a:t>1 </a:t>
            </a:r>
            <a:r>
              <a:rPr lang="zh-CN" altLang="en-US" sz="2400" dirty="0"/>
              <a:t>号抢占优先级。这些工作需要在 </a:t>
            </a:r>
            <a:r>
              <a:rPr lang="en-US" altLang="zh-CN" sz="2400" dirty="0"/>
              <a:t>AIRC </a:t>
            </a:r>
            <a:r>
              <a:rPr lang="zh-CN" altLang="en-US" sz="2400" dirty="0"/>
              <a:t>中的</a:t>
            </a:r>
            <a:r>
              <a:rPr lang="en-US" altLang="zh-CN" sz="2400" dirty="0"/>
              <a:t>PRIGROUP </a:t>
            </a:r>
            <a:r>
              <a:rPr lang="zh-CN" altLang="en-US" sz="2400" dirty="0"/>
              <a:t>设置完成，确定了整个系统所具有的</a:t>
            </a:r>
            <a:r>
              <a:rPr lang="zh-CN" altLang="en-US" sz="2400" dirty="0">
                <a:highlight>
                  <a:srgbClr val="FFFF00"/>
                </a:highlight>
              </a:rPr>
              <a:t>优先级个数后，再分别对每个中断通道（设备）进行设置。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15716" y="94044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6.3.4 NVIC</a:t>
            </a:r>
            <a:r>
              <a:rPr lang="zh-CN" altLang="en-US" sz="2800" b="1" dirty="0">
                <a:solidFill>
                  <a:srgbClr val="14529E"/>
                </a:solidFill>
              </a:rPr>
              <a:t>寄存器</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9" name="矩形 8"/>
          <p:cNvSpPr/>
          <p:nvPr/>
        </p:nvSpPr>
        <p:spPr>
          <a:xfrm>
            <a:off x="612710" y="1004731"/>
            <a:ext cx="10779967" cy="5443541"/>
          </a:xfrm>
          <a:prstGeom prst="rect">
            <a:avLst/>
          </a:prstGeom>
        </p:spPr>
        <p:txBody>
          <a:bodyPr wrap="square">
            <a:spAutoFit/>
          </a:bodyPr>
          <a:lstStyle/>
          <a:p>
            <a:pPr>
              <a:lnSpc>
                <a:spcPct val="150000"/>
              </a:lnSpc>
              <a:buClr>
                <a:srgbClr val="C00000"/>
              </a:buClr>
              <a:buFont typeface="Wingdings" pitchFamily="2" charset="2"/>
              <a:buChar char="u"/>
            </a:pPr>
            <a:r>
              <a:rPr lang="en-US" b="1" dirty="0">
                <a:solidFill>
                  <a:srgbClr val="7030A0"/>
                </a:solidFill>
              </a:rPr>
              <a:t>ISER[8]（Interrupt Set-Enable Registers）：</a:t>
            </a:r>
            <a:r>
              <a:rPr lang="zh-CN" altLang="en-US" b="1" dirty="0">
                <a:highlight>
                  <a:srgbClr val="FFFF00"/>
                </a:highlight>
              </a:rPr>
              <a:t>中断使能寄存器。其中只使用到了</a:t>
            </a:r>
            <a:r>
              <a:rPr lang="en-US" b="1" dirty="0">
                <a:highlight>
                  <a:srgbClr val="FFFF00"/>
                </a:highlight>
              </a:rPr>
              <a:t>ISER[0]</a:t>
            </a:r>
            <a:r>
              <a:rPr lang="zh-CN" altLang="en-US" b="1" dirty="0">
                <a:highlight>
                  <a:srgbClr val="FFFF00"/>
                </a:highlight>
              </a:rPr>
              <a:t>和</a:t>
            </a:r>
            <a:r>
              <a:rPr lang="en-US" b="1" dirty="0">
                <a:highlight>
                  <a:srgbClr val="FFFF00"/>
                </a:highlight>
              </a:rPr>
              <a:t>ISER[1]，ISER[0]</a:t>
            </a:r>
            <a:r>
              <a:rPr lang="zh-CN" altLang="en-US" b="1" dirty="0">
                <a:highlight>
                  <a:srgbClr val="FFFF00"/>
                </a:highlight>
              </a:rPr>
              <a:t>的</a:t>
            </a:r>
            <a:r>
              <a:rPr lang="en-US" b="1" dirty="0">
                <a:highlight>
                  <a:srgbClr val="FFFF00"/>
                </a:highlight>
              </a:rPr>
              <a:t>bit0~bit31</a:t>
            </a:r>
            <a:r>
              <a:rPr lang="zh-CN" altLang="en-US" b="1" dirty="0">
                <a:highlight>
                  <a:srgbClr val="FFFF00"/>
                </a:highlight>
              </a:rPr>
              <a:t>分别对应中断</a:t>
            </a:r>
            <a:r>
              <a:rPr lang="en-US" altLang="zh-CN" b="1" dirty="0">
                <a:highlight>
                  <a:srgbClr val="FFFF00"/>
                </a:highlight>
              </a:rPr>
              <a:t>0~31</a:t>
            </a:r>
            <a:r>
              <a:rPr lang="zh-CN" altLang="en-US" b="1" dirty="0">
                <a:highlight>
                  <a:srgbClr val="FFFF00"/>
                </a:highlight>
              </a:rPr>
              <a:t>。</a:t>
            </a:r>
            <a:r>
              <a:rPr lang="en-US" b="1" dirty="0">
                <a:highlight>
                  <a:srgbClr val="FFFF00"/>
                </a:highlight>
              </a:rPr>
              <a:t>ISER[1]</a:t>
            </a:r>
            <a:r>
              <a:rPr lang="zh-CN" altLang="en-US" b="1" dirty="0">
                <a:highlight>
                  <a:srgbClr val="FFFF00"/>
                </a:highlight>
              </a:rPr>
              <a:t>的</a:t>
            </a:r>
            <a:r>
              <a:rPr lang="en-US" b="1" dirty="0">
                <a:highlight>
                  <a:srgbClr val="FFFF00"/>
                </a:highlight>
              </a:rPr>
              <a:t>bit0~27</a:t>
            </a:r>
            <a:r>
              <a:rPr lang="zh-CN" altLang="en-US" b="1" dirty="0">
                <a:highlight>
                  <a:srgbClr val="FFFF00"/>
                </a:highlight>
              </a:rPr>
              <a:t>对应中断</a:t>
            </a:r>
            <a:r>
              <a:rPr lang="en-US" altLang="zh-CN" b="1" dirty="0">
                <a:highlight>
                  <a:srgbClr val="FFFF00"/>
                </a:highlight>
              </a:rPr>
              <a:t>32~59</a:t>
            </a:r>
            <a:r>
              <a:rPr lang="zh-CN" altLang="en-US" b="1" dirty="0">
                <a:highlight>
                  <a:srgbClr val="FFFF00"/>
                </a:highlight>
              </a:rPr>
              <a:t>。要使能某个中断，就必须设置相应的</a:t>
            </a:r>
            <a:r>
              <a:rPr lang="en-US" b="1" dirty="0">
                <a:highlight>
                  <a:srgbClr val="FFFF00"/>
                </a:highlight>
              </a:rPr>
              <a:t>ISER</a:t>
            </a:r>
            <a:r>
              <a:rPr lang="zh-CN" altLang="en-US" b="1" dirty="0">
                <a:highlight>
                  <a:srgbClr val="FFFF00"/>
                </a:highlight>
              </a:rPr>
              <a:t>位为</a:t>
            </a:r>
            <a:r>
              <a:rPr lang="en-US" altLang="zh-CN" b="1" dirty="0">
                <a:highlight>
                  <a:srgbClr val="FFFF00"/>
                </a:highlight>
              </a:rPr>
              <a:t>1</a:t>
            </a:r>
            <a:r>
              <a:rPr lang="zh-CN" altLang="en-US" b="1" dirty="0"/>
              <a:t>，</a:t>
            </a:r>
            <a:r>
              <a:rPr lang="zh-CN" altLang="en-US" dirty="0"/>
              <a:t>使该中断被使能（这仅仅是使能，还要配合中断分组、屏蔽、</a:t>
            </a:r>
            <a:r>
              <a:rPr lang="en-US" dirty="0"/>
              <a:t>I/O</a:t>
            </a:r>
            <a:r>
              <a:rPr lang="zh-CN" altLang="en-US" dirty="0"/>
              <a:t>口映射等设置才算完整）。具体每一位对应哪个中断参考</a:t>
            </a:r>
            <a:r>
              <a:rPr lang="en-US" dirty="0"/>
              <a:t>stm32f103x.h</a:t>
            </a:r>
            <a:r>
              <a:rPr lang="zh-CN" altLang="en-US" dirty="0"/>
              <a:t>里面第</a:t>
            </a:r>
            <a:r>
              <a:rPr lang="en-US" altLang="zh-CN" dirty="0"/>
              <a:t>140</a:t>
            </a:r>
            <a:r>
              <a:rPr lang="zh-CN" altLang="en-US" dirty="0"/>
              <a:t>行。</a:t>
            </a:r>
          </a:p>
          <a:p>
            <a:pPr>
              <a:lnSpc>
                <a:spcPct val="150000"/>
              </a:lnSpc>
              <a:buClr>
                <a:srgbClr val="C00000"/>
              </a:buClr>
              <a:buFont typeface="Wingdings" pitchFamily="2" charset="2"/>
              <a:buChar char="u"/>
            </a:pPr>
            <a:r>
              <a:rPr lang="en-US" b="1" dirty="0">
                <a:solidFill>
                  <a:srgbClr val="7030A0"/>
                </a:solidFill>
              </a:rPr>
              <a:t>ICER[8]（Interrupt Clear-Enable Registers）：</a:t>
            </a:r>
            <a:r>
              <a:rPr lang="zh-CN" altLang="en-US" b="1" dirty="0"/>
              <a:t>中断移除寄存器。</a:t>
            </a:r>
            <a:r>
              <a:rPr lang="zh-CN" altLang="en-US" dirty="0"/>
              <a:t>该寄存器的作用于</a:t>
            </a:r>
            <a:r>
              <a:rPr lang="en-US" dirty="0"/>
              <a:t>ISER</a:t>
            </a:r>
            <a:r>
              <a:rPr lang="zh-CN" altLang="en-US" dirty="0"/>
              <a:t>相反。这里专门设置一个</a:t>
            </a:r>
            <a:r>
              <a:rPr lang="en-US" dirty="0"/>
              <a:t>ICER</a:t>
            </a:r>
            <a:r>
              <a:rPr lang="zh-CN" altLang="en-US" dirty="0"/>
              <a:t>来清除中断位，而不是向</a:t>
            </a:r>
            <a:r>
              <a:rPr lang="en-US" dirty="0"/>
              <a:t>ISER</a:t>
            </a:r>
            <a:r>
              <a:rPr lang="zh-CN" altLang="en-US" dirty="0"/>
              <a:t>位写</a:t>
            </a:r>
            <a:r>
              <a:rPr lang="en-US" altLang="zh-CN" dirty="0"/>
              <a:t>0</a:t>
            </a:r>
            <a:r>
              <a:rPr lang="zh-CN" altLang="en-US" dirty="0"/>
              <a:t>，是因为</a:t>
            </a:r>
            <a:r>
              <a:rPr lang="en-US" b="1" dirty="0">
                <a:highlight>
                  <a:srgbClr val="FFFF00"/>
                </a:highlight>
              </a:rPr>
              <a:t>NVIC</a:t>
            </a:r>
            <a:r>
              <a:rPr lang="zh-CN" altLang="en-US" b="1" dirty="0">
                <a:highlight>
                  <a:srgbClr val="FFFF00"/>
                </a:highlight>
              </a:rPr>
              <a:t>的寄存器写</a:t>
            </a:r>
            <a:r>
              <a:rPr lang="en-US" altLang="zh-CN" b="1" dirty="0">
                <a:highlight>
                  <a:srgbClr val="FFFF00"/>
                </a:highlight>
              </a:rPr>
              <a:t>1</a:t>
            </a:r>
            <a:r>
              <a:rPr lang="zh-CN" altLang="en-US" b="1" dirty="0">
                <a:highlight>
                  <a:srgbClr val="FFFF00"/>
                </a:highlight>
              </a:rPr>
              <a:t>有效，写</a:t>
            </a:r>
            <a:r>
              <a:rPr lang="en-US" altLang="zh-CN" b="1" dirty="0">
                <a:highlight>
                  <a:srgbClr val="FFFF00"/>
                </a:highlight>
              </a:rPr>
              <a:t>0</a:t>
            </a:r>
            <a:r>
              <a:rPr lang="zh-CN" altLang="en-US" b="1" dirty="0">
                <a:highlight>
                  <a:srgbClr val="FFFF00"/>
                </a:highlight>
              </a:rPr>
              <a:t>无效</a:t>
            </a:r>
            <a:r>
              <a:rPr lang="zh-CN" altLang="en-US" b="1" dirty="0"/>
              <a:t>。</a:t>
            </a:r>
            <a:endParaRPr lang="zh-CN" altLang="en-US" dirty="0"/>
          </a:p>
          <a:p>
            <a:pPr>
              <a:lnSpc>
                <a:spcPct val="150000"/>
              </a:lnSpc>
              <a:buClr>
                <a:srgbClr val="C00000"/>
              </a:buClr>
              <a:buFont typeface="Wingdings" pitchFamily="2" charset="2"/>
              <a:buChar char="u"/>
            </a:pPr>
            <a:r>
              <a:rPr lang="en-US" b="1" dirty="0">
                <a:solidFill>
                  <a:srgbClr val="7030A0"/>
                </a:solidFill>
              </a:rPr>
              <a:t>ISPR[8]（Interrupt Set-Pending Registers）：</a:t>
            </a:r>
            <a:r>
              <a:rPr lang="zh-CN" altLang="en-US" dirty="0"/>
              <a:t>中断挂起控制寄存器。通过置</a:t>
            </a:r>
            <a:r>
              <a:rPr lang="en-US" altLang="zh-CN" dirty="0"/>
              <a:t>1</a:t>
            </a:r>
            <a:r>
              <a:rPr lang="zh-CN" altLang="en-US" dirty="0"/>
              <a:t>可以将正在进行的中断挂起，执行同级或者更高级别的中断。写</a:t>
            </a:r>
            <a:r>
              <a:rPr lang="en-US" altLang="zh-CN" dirty="0"/>
              <a:t>0</a:t>
            </a:r>
            <a:r>
              <a:rPr lang="zh-CN" altLang="en-US" dirty="0"/>
              <a:t>无效。</a:t>
            </a:r>
          </a:p>
          <a:p>
            <a:pPr>
              <a:lnSpc>
                <a:spcPct val="150000"/>
              </a:lnSpc>
              <a:buClr>
                <a:srgbClr val="C00000"/>
              </a:buClr>
              <a:buFont typeface="Wingdings" pitchFamily="2" charset="2"/>
              <a:buChar char="u"/>
            </a:pPr>
            <a:r>
              <a:rPr lang="en-US" b="1" dirty="0">
                <a:solidFill>
                  <a:srgbClr val="7030A0"/>
                </a:solidFill>
              </a:rPr>
              <a:t>ICPR[8]（Interrupt Clear-Pending Registers）：</a:t>
            </a:r>
            <a:r>
              <a:rPr lang="zh-CN" altLang="en-US" dirty="0"/>
              <a:t>中断解挂控制寄存器。通过置</a:t>
            </a:r>
            <a:r>
              <a:rPr lang="en-US" altLang="zh-CN" dirty="0"/>
              <a:t>1</a:t>
            </a:r>
            <a:r>
              <a:rPr lang="zh-CN" altLang="en-US" dirty="0"/>
              <a:t>可以将正在挂起的中断解挂。写</a:t>
            </a:r>
            <a:r>
              <a:rPr lang="en-US" altLang="zh-CN" dirty="0"/>
              <a:t>0</a:t>
            </a:r>
            <a:r>
              <a:rPr lang="zh-CN" altLang="en-US" dirty="0"/>
              <a:t>无效。</a:t>
            </a:r>
          </a:p>
          <a:p>
            <a:pPr>
              <a:lnSpc>
                <a:spcPct val="150000"/>
              </a:lnSpc>
              <a:buClr>
                <a:srgbClr val="C00000"/>
              </a:buClr>
              <a:buFont typeface="Wingdings" pitchFamily="2" charset="2"/>
              <a:buChar char="u"/>
            </a:pPr>
            <a:r>
              <a:rPr lang="en-US" dirty="0">
                <a:solidFill>
                  <a:srgbClr val="7030A0"/>
                </a:solidFill>
              </a:rPr>
              <a:t>IABR[8]（Interrupt Active-Bit Registers）：</a:t>
            </a:r>
            <a:r>
              <a:rPr lang="zh-CN" altLang="en-US" b="1" dirty="0"/>
              <a:t>中断激活标志位寄存器。</a:t>
            </a:r>
            <a:r>
              <a:rPr lang="zh-CN" altLang="en-US" dirty="0"/>
              <a:t>这是一个只读寄存器，可以知道当前在执行的中断是哪一个（为</a:t>
            </a:r>
            <a:r>
              <a:rPr lang="en-US" altLang="zh-CN" dirty="0"/>
              <a:t>1</a:t>
            </a:r>
            <a:r>
              <a:rPr lang="zh-CN" altLang="en-US" dirty="0"/>
              <a:t>），在中断执行完后硬件自动清零。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15716" y="94044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6.3.5 NVIC</a:t>
            </a:r>
            <a:r>
              <a:rPr lang="zh-CN" altLang="en-US" sz="2800" b="1" dirty="0">
                <a:solidFill>
                  <a:srgbClr val="14529E"/>
                </a:solidFill>
              </a:rPr>
              <a:t>库结构</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9" name="矩形 8"/>
          <p:cNvSpPr/>
          <p:nvPr/>
        </p:nvSpPr>
        <p:spPr>
          <a:xfrm>
            <a:off x="612710" y="1004731"/>
            <a:ext cx="10779967" cy="6186309"/>
          </a:xfrm>
          <a:prstGeom prst="rect">
            <a:avLst/>
          </a:prstGeom>
        </p:spPr>
        <p:txBody>
          <a:bodyPr wrap="square">
            <a:spAutoFit/>
          </a:bodyPr>
          <a:lstStyle/>
          <a:p>
            <a:pPr>
              <a:lnSpc>
                <a:spcPct val="150000"/>
              </a:lnSpc>
            </a:pPr>
            <a:r>
              <a:rPr lang="en-US" altLang="en-US" dirty="0" err="1"/>
              <a:t>typedef</a:t>
            </a:r>
            <a:r>
              <a:rPr lang="en-US" altLang="en-US" dirty="0"/>
              <a:t> </a:t>
            </a:r>
            <a:r>
              <a:rPr lang="en-US" altLang="en-US" dirty="0" err="1"/>
              <a:t>struct</a:t>
            </a:r>
            <a:endParaRPr lang="en-US" altLang="en-US" dirty="0"/>
          </a:p>
          <a:p>
            <a:pPr>
              <a:lnSpc>
                <a:spcPct val="150000"/>
              </a:lnSpc>
            </a:pPr>
            <a:r>
              <a:rPr lang="en-US" altLang="en-US" dirty="0"/>
              <a:t>{</a:t>
            </a:r>
          </a:p>
          <a:p>
            <a:pPr>
              <a:lnSpc>
                <a:spcPct val="150000"/>
              </a:lnSpc>
            </a:pPr>
            <a:r>
              <a:rPr lang="en-US" altLang="en-US" dirty="0"/>
              <a:t>uint8_t </a:t>
            </a:r>
            <a:r>
              <a:rPr lang="en-US" altLang="en-US" dirty="0" err="1"/>
              <a:t>NVIC_IRQChannel</a:t>
            </a:r>
            <a:r>
              <a:rPr lang="en-US" altLang="en-US" dirty="0"/>
              <a:t>; //</a:t>
            </a:r>
            <a:r>
              <a:rPr lang="zh-CN" altLang="en-US" dirty="0"/>
              <a:t>指定中断编号</a:t>
            </a:r>
          </a:p>
          <a:p>
            <a:pPr>
              <a:lnSpc>
                <a:spcPct val="150000"/>
              </a:lnSpc>
            </a:pPr>
            <a:r>
              <a:rPr lang="en-US" altLang="en-US" dirty="0"/>
              <a:t>uint8_t </a:t>
            </a:r>
            <a:r>
              <a:rPr lang="en-US" altLang="en-US" dirty="0" err="1"/>
              <a:t>NVIC_IRQChannelPreemptionPriority</a:t>
            </a:r>
            <a:r>
              <a:rPr lang="en-US" altLang="en-US" dirty="0"/>
              <a:t>; //</a:t>
            </a:r>
            <a:r>
              <a:rPr lang="zh-CN" altLang="en-US" dirty="0"/>
              <a:t>指定中断主优先级的值</a:t>
            </a:r>
          </a:p>
          <a:p>
            <a:pPr>
              <a:lnSpc>
                <a:spcPct val="150000"/>
              </a:lnSpc>
            </a:pPr>
            <a:r>
              <a:rPr lang="en-US" altLang="en-US" dirty="0"/>
              <a:t>uint8_t </a:t>
            </a:r>
            <a:r>
              <a:rPr lang="en-US" altLang="en-US" dirty="0" err="1"/>
              <a:t>NVIC_IRQChannelSubPriority</a:t>
            </a:r>
            <a:r>
              <a:rPr lang="en-US" altLang="en-US" dirty="0"/>
              <a:t>; //</a:t>
            </a:r>
            <a:r>
              <a:rPr lang="zh-CN" altLang="en-US" dirty="0"/>
              <a:t>指定中断次优先级的值</a:t>
            </a:r>
          </a:p>
          <a:p>
            <a:pPr>
              <a:lnSpc>
                <a:spcPct val="150000"/>
              </a:lnSpc>
            </a:pPr>
            <a:r>
              <a:rPr lang="en-US" altLang="en-US" dirty="0" err="1"/>
              <a:t>FunctionalState</a:t>
            </a:r>
            <a:r>
              <a:rPr lang="en-US" altLang="en-US" dirty="0"/>
              <a:t> </a:t>
            </a:r>
            <a:r>
              <a:rPr lang="en-US" altLang="en-US" dirty="0" err="1"/>
              <a:t>NVIC_IRQChannelCmd</a:t>
            </a:r>
            <a:r>
              <a:rPr lang="en-US" altLang="en-US" dirty="0"/>
              <a:t>; //</a:t>
            </a:r>
            <a:r>
              <a:rPr lang="zh-CN" altLang="en-US" dirty="0"/>
              <a:t>是否使能中断</a:t>
            </a:r>
            <a:r>
              <a:rPr lang="en-US" altLang="en-US" dirty="0"/>
              <a:t>ENABLE</a:t>
            </a:r>
            <a:r>
              <a:rPr lang="zh-CN" altLang="en-US" dirty="0"/>
              <a:t>或</a:t>
            </a:r>
            <a:r>
              <a:rPr lang="en-US" altLang="en-US" dirty="0"/>
              <a:t>DISABLE</a:t>
            </a:r>
          </a:p>
          <a:p>
            <a:pPr>
              <a:lnSpc>
                <a:spcPct val="150000"/>
              </a:lnSpc>
            </a:pPr>
            <a:r>
              <a:rPr lang="en-US" altLang="en-US" dirty="0"/>
              <a:t>} </a:t>
            </a:r>
            <a:r>
              <a:rPr lang="en-US" altLang="en-US" dirty="0" err="1"/>
              <a:t>NVIC_InitTypeDef</a:t>
            </a:r>
            <a:r>
              <a:rPr lang="en-US" altLang="en-US" dirty="0"/>
              <a:t>;</a:t>
            </a:r>
          </a:p>
          <a:p>
            <a:pPr>
              <a:lnSpc>
                <a:spcPct val="150000"/>
              </a:lnSpc>
            </a:pPr>
            <a:r>
              <a:rPr lang="zh-CN" altLang="en-US" dirty="0"/>
              <a:t>调用示例：</a:t>
            </a:r>
            <a:endParaRPr lang="en-US" altLang="en-US" dirty="0"/>
          </a:p>
          <a:p>
            <a:pPr>
              <a:lnSpc>
                <a:spcPct val="150000"/>
              </a:lnSpc>
            </a:pPr>
            <a:r>
              <a:rPr lang="en-US" altLang="en-US" dirty="0" err="1"/>
              <a:t>NVIC_InitTypeDef</a:t>
            </a:r>
            <a:r>
              <a:rPr lang="en-US" altLang="en-US" dirty="0"/>
              <a:t> </a:t>
            </a:r>
            <a:r>
              <a:rPr lang="en-US" altLang="en-US" dirty="0" err="1"/>
              <a:t>NVIC_InitStructure</a:t>
            </a:r>
            <a:r>
              <a:rPr lang="en-US" altLang="en-US" dirty="0"/>
              <a:t>; //</a:t>
            </a:r>
            <a:r>
              <a:rPr lang="zh-CN" altLang="en-US" dirty="0"/>
              <a:t>开辟结构体空间</a:t>
            </a:r>
          </a:p>
          <a:p>
            <a:pPr>
              <a:lnSpc>
                <a:spcPct val="150000"/>
              </a:lnSpc>
            </a:pPr>
            <a:r>
              <a:rPr lang="en-US" altLang="en-US" dirty="0" err="1"/>
              <a:t>NVIC_InitStructure.NVIC_IRQChannel</a:t>
            </a:r>
            <a:r>
              <a:rPr lang="en-US" altLang="en-US" dirty="0"/>
              <a:t> = EXTI0_IRQn; //</a:t>
            </a:r>
            <a:r>
              <a:rPr lang="zh-CN" altLang="en-US" dirty="0"/>
              <a:t>中断编号</a:t>
            </a:r>
          </a:p>
          <a:p>
            <a:pPr>
              <a:lnSpc>
                <a:spcPct val="150000"/>
              </a:lnSpc>
            </a:pPr>
            <a:r>
              <a:rPr lang="en-US" altLang="en-US" dirty="0" err="1"/>
              <a:t>NVIC_InitStructure.NVIC_IRQChannelPreemptionPriority</a:t>
            </a:r>
            <a:r>
              <a:rPr lang="en-US" altLang="en-US" dirty="0"/>
              <a:t> = 1; //</a:t>
            </a:r>
            <a:r>
              <a:rPr lang="zh-CN" altLang="en-US" dirty="0"/>
              <a:t>主优先级，配合前缀别越界</a:t>
            </a:r>
          </a:p>
          <a:p>
            <a:pPr>
              <a:lnSpc>
                <a:spcPct val="150000"/>
              </a:lnSpc>
            </a:pPr>
            <a:r>
              <a:rPr lang="en-US" altLang="en-US" dirty="0" err="1"/>
              <a:t>NVIC_InitStructure.NVIC_IRQChannelSubPriority</a:t>
            </a:r>
            <a:r>
              <a:rPr lang="en-US" altLang="en-US" dirty="0"/>
              <a:t> = 1; //</a:t>
            </a:r>
            <a:r>
              <a:rPr lang="zh-CN" altLang="en-US" dirty="0"/>
              <a:t>次优先级</a:t>
            </a:r>
          </a:p>
          <a:p>
            <a:pPr>
              <a:lnSpc>
                <a:spcPct val="150000"/>
              </a:lnSpc>
            </a:pPr>
            <a:r>
              <a:rPr lang="en-US" altLang="en-US" dirty="0" err="1"/>
              <a:t>NVIC_InitStructure.NVIC_IRQChannelCmd</a:t>
            </a:r>
            <a:r>
              <a:rPr lang="en-US" altLang="en-US" dirty="0"/>
              <a:t> = ENABLE; //</a:t>
            </a:r>
            <a:r>
              <a:rPr lang="zh-CN" altLang="en-US" dirty="0"/>
              <a:t>使能</a:t>
            </a:r>
          </a:p>
          <a:p>
            <a:pPr>
              <a:lnSpc>
                <a:spcPct val="150000"/>
              </a:lnSpc>
            </a:pPr>
            <a:endParaRPr lang="en-US" altLang="en-US" dirty="0"/>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494419" y="125768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6.4 EXTI</a:t>
            </a:r>
            <a:r>
              <a:rPr lang="zh-CN" altLang="en-US" sz="2800" b="1" dirty="0">
                <a:solidFill>
                  <a:srgbClr val="14529E"/>
                </a:solidFill>
              </a:rPr>
              <a:t>硬件结构及软件配置</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6.4.1 EXTI</a:t>
            </a:r>
            <a:r>
              <a:rPr lang="zh-CN" altLang="en-US" sz="2800" b="1" dirty="0">
                <a:solidFill>
                  <a:srgbClr val="14529E"/>
                </a:solidFill>
              </a:rPr>
              <a:t>硬件结构</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8" name="TextBox 7"/>
          <p:cNvSpPr txBox="1"/>
          <p:nvPr/>
        </p:nvSpPr>
        <p:spPr>
          <a:xfrm>
            <a:off x="457199" y="1110331"/>
            <a:ext cx="11140752" cy="5632311"/>
          </a:xfrm>
          <a:prstGeom prst="rect">
            <a:avLst/>
          </a:prstGeom>
          <a:noFill/>
        </p:spPr>
        <p:txBody>
          <a:bodyPr wrap="square" rtlCol="0">
            <a:spAutoFit/>
          </a:bodyPr>
          <a:lstStyle/>
          <a:p>
            <a:pPr>
              <a:lnSpc>
                <a:spcPct val="150000"/>
              </a:lnSpc>
              <a:buClr>
                <a:srgbClr val="C00000"/>
              </a:buClr>
              <a:buFont typeface="Wingdings" pitchFamily="2" charset="2"/>
              <a:buChar char="u"/>
            </a:pPr>
            <a:r>
              <a:rPr lang="en-US" altLang="en-US" sz="2400" dirty="0"/>
              <a:t>EXTI：External Interrupt</a:t>
            </a:r>
            <a:r>
              <a:rPr lang="zh-CN" altLang="en-US" sz="2400" dirty="0"/>
              <a:t>，外部中断，通过</a:t>
            </a:r>
            <a:r>
              <a:rPr lang="en-US" altLang="zh-CN" sz="2400" dirty="0"/>
              <a:t>GPIO</a:t>
            </a:r>
            <a:r>
              <a:rPr lang="zh-CN" altLang="en-US" sz="2400" dirty="0"/>
              <a:t>检查输入脉冲，引起中断事件，打断原来的代码执行流程，进入到中断服务函数中进行处理，处理完后再返回中断之前的代码中执行。</a:t>
            </a:r>
            <a:endParaRPr lang="en-US" altLang="zh-CN" sz="2400" dirty="0"/>
          </a:p>
          <a:p>
            <a:pPr>
              <a:lnSpc>
                <a:spcPct val="150000"/>
              </a:lnSpc>
              <a:buClr>
                <a:srgbClr val="C00000"/>
              </a:buClr>
              <a:buFont typeface="Wingdings" pitchFamily="2" charset="2"/>
              <a:buChar char="u"/>
            </a:pPr>
            <a:r>
              <a:rPr lang="zh-CN" altLang="en-US" sz="2400" dirty="0"/>
              <a:t>外部中断</a:t>
            </a:r>
            <a:r>
              <a:rPr lang="en-US" altLang="zh-CN" sz="2400" dirty="0"/>
              <a:t>/</a:t>
            </a:r>
            <a:r>
              <a:rPr lang="zh-CN" altLang="en-US" sz="2400" dirty="0"/>
              <a:t>事件控制器由</a:t>
            </a:r>
            <a:r>
              <a:rPr lang="en-US" altLang="zh-CN" sz="2400" dirty="0"/>
              <a:t>19</a:t>
            </a:r>
            <a:r>
              <a:rPr lang="zh-CN" altLang="en-US" sz="2400" dirty="0"/>
              <a:t>个产生事件</a:t>
            </a:r>
            <a:r>
              <a:rPr lang="en-US" altLang="zh-CN" sz="2400" dirty="0"/>
              <a:t>/</a:t>
            </a:r>
            <a:r>
              <a:rPr lang="zh-CN" altLang="en-US" sz="2400" dirty="0"/>
              <a:t>中断要求的边沿检测器组成。每个输入线可以独立地配置输入类型</a:t>
            </a:r>
            <a:r>
              <a:rPr lang="en-US" altLang="zh-CN" sz="2400" dirty="0"/>
              <a:t>(</a:t>
            </a:r>
            <a:r>
              <a:rPr lang="zh-CN" altLang="en-US" sz="2400" dirty="0"/>
              <a:t>脉冲或挂起</a:t>
            </a:r>
            <a:r>
              <a:rPr lang="en-US" altLang="zh-CN" sz="2400" dirty="0"/>
              <a:t>)</a:t>
            </a:r>
            <a:r>
              <a:rPr lang="zh-CN" altLang="en-US" sz="2400" dirty="0"/>
              <a:t>和对应的触发事件</a:t>
            </a:r>
            <a:r>
              <a:rPr lang="en-US" altLang="zh-CN" sz="2400" dirty="0"/>
              <a:t>(</a:t>
            </a:r>
            <a:r>
              <a:rPr lang="zh-CN" altLang="en-US" sz="2400" dirty="0"/>
              <a:t>上升沿或下降沿或者双边沿都触发</a:t>
            </a:r>
            <a:r>
              <a:rPr lang="en-US" altLang="zh-CN" sz="2400" dirty="0"/>
              <a:t>)</a:t>
            </a:r>
            <a:r>
              <a:rPr lang="zh-CN" altLang="en-US" sz="2400" dirty="0"/>
              <a:t>。每个输入线都可以被独立的屏蔽。挂起寄存器保持着状态线的中断要求。</a:t>
            </a:r>
            <a:endParaRPr lang="en-US" altLang="zh-CN" sz="2400" dirty="0"/>
          </a:p>
          <a:p>
            <a:pPr>
              <a:lnSpc>
                <a:spcPct val="150000"/>
              </a:lnSpc>
              <a:buClr>
                <a:srgbClr val="C00000"/>
              </a:buClr>
              <a:buFont typeface="Wingdings" pitchFamily="2" charset="2"/>
              <a:buChar char="u"/>
            </a:pPr>
            <a:r>
              <a:rPr lang="zh-CN" altLang="en-US" sz="2400" dirty="0"/>
              <a:t> </a:t>
            </a:r>
            <a:r>
              <a:rPr lang="en-US" altLang="zh-CN" sz="2400" dirty="0"/>
              <a:t>STM32</a:t>
            </a:r>
            <a:r>
              <a:rPr lang="zh-CN" altLang="en-US" sz="2400" dirty="0"/>
              <a:t>的</a:t>
            </a:r>
            <a:r>
              <a:rPr lang="en-US" altLang="zh-CN" sz="2400" dirty="0"/>
              <a:t>EXTI</a:t>
            </a:r>
            <a:r>
              <a:rPr lang="zh-CN" altLang="en-US" sz="2400" dirty="0"/>
              <a:t>对应</a:t>
            </a:r>
            <a:r>
              <a:rPr lang="en-US" altLang="zh-CN" sz="2400" dirty="0"/>
              <a:t>19</a:t>
            </a:r>
            <a:r>
              <a:rPr lang="zh-CN" altLang="en-US" sz="2400" dirty="0"/>
              <a:t>个中断通道，其中</a:t>
            </a:r>
            <a:r>
              <a:rPr lang="en-US" altLang="zh-CN" sz="2400" dirty="0"/>
              <a:t>16</a:t>
            </a:r>
            <a:r>
              <a:rPr lang="zh-CN" altLang="en-US" sz="2400" dirty="0"/>
              <a:t>个中断通道</a:t>
            </a:r>
            <a:r>
              <a:rPr lang="en-US" altLang="zh-CN" sz="2400" dirty="0"/>
              <a:t>EXTI0~EXTI5</a:t>
            </a:r>
            <a:r>
              <a:rPr lang="zh-CN" altLang="en-US" sz="2400" dirty="0"/>
              <a:t>对应</a:t>
            </a:r>
            <a:r>
              <a:rPr lang="en-US" altLang="zh-CN" sz="2400" dirty="0"/>
              <a:t>GPIOx_Pin0~ GPIOx_Pin15,</a:t>
            </a:r>
            <a:r>
              <a:rPr lang="zh-CN" altLang="en-US" sz="2400" dirty="0"/>
              <a:t>另外三个是</a:t>
            </a:r>
            <a:r>
              <a:rPr lang="en-US" altLang="zh-CN" sz="2400" dirty="0"/>
              <a:t>EXTI16</a:t>
            </a:r>
            <a:r>
              <a:rPr lang="zh-CN" altLang="en-US" sz="2400" dirty="0"/>
              <a:t>连接</a:t>
            </a:r>
            <a:r>
              <a:rPr lang="en-US" altLang="zh-CN" sz="2400" dirty="0"/>
              <a:t>PVD</a:t>
            </a:r>
            <a:r>
              <a:rPr lang="zh-CN" altLang="en-US" sz="2400" dirty="0"/>
              <a:t>输出，</a:t>
            </a:r>
            <a:r>
              <a:rPr lang="en-US" altLang="zh-CN" sz="2400" dirty="0"/>
              <a:t>EXTI17</a:t>
            </a:r>
            <a:r>
              <a:rPr lang="zh-CN" altLang="en-US" sz="2400" dirty="0"/>
              <a:t>连接到</a:t>
            </a:r>
            <a:r>
              <a:rPr lang="en-US" altLang="zh-CN" sz="2400" dirty="0"/>
              <a:t>RTC</a:t>
            </a:r>
            <a:r>
              <a:rPr lang="zh-CN" altLang="en-US" sz="2400" dirty="0"/>
              <a:t>闹钟事件，</a:t>
            </a:r>
            <a:r>
              <a:rPr lang="en-US" altLang="zh-CN" sz="2400" dirty="0"/>
              <a:t>EXTI18</a:t>
            </a:r>
            <a:r>
              <a:rPr lang="zh-CN" altLang="en-US" sz="2400" dirty="0"/>
              <a:t>连接到</a:t>
            </a:r>
            <a:r>
              <a:rPr lang="en-US" altLang="zh-CN" sz="2400" dirty="0"/>
              <a:t>USB</a:t>
            </a:r>
            <a:r>
              <a:rPr lang="zh-CN" altLang="en-US" sz="2400" dirty="0"/>
              <a:t>唤醒事件。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870301" y="608149"/>
            <a:ext cx="2886269" cy="4662815"/>
          </a:xfrm>
          <a:prstGeom prst="rect">
            <a:avLst/>
          </a:prstGeom>
        </p:spPr>
        <p:txBody>
          <a:bodyPr wrap="square">
            <a:spAutoFit/>
          </a:bodyPr>
          <a:lstStyle/>
          <a:p>
            <a:pPr>
              <a:lnSpc>
                <a:spcPct val="150000"/>
              </a:lnSpc>
            </a:pPr>
            <a:r>
              <a:rPr lang="zh-CN" altLang="en-US" dirty="0"/>
              <a:t>注：</a:t>
            </a:r>
            <a:endParaRPr lang="en-US" altLang="zh-CN" dirty="0"/>
          </a:p>
          <a:p>
            <a:pPr>
              <a:lnSpc>
                <a:spcPct val="150000"/>
              </a:lnSpc>
              <a:buClr>
                <a:srgbClr val="C00000"/>
              </a:buClr>
              <a:buFont typeface="Wingdings" pitchFamily="2" charset="2"/>
              <a:buChar char="u"/>
            </a:pPr>
            <a:r>
              <a:rPr lang="en-US" dirty="0"/>
              <a:t>EXTI</a:t>
            </a:r>
            <a:r>
              <a:rPr lang="zh-CN" altLang="en-US" dirty="0"/>
              <a:t>实际上主要就是为</a:t>
            </a:r>
            <a:r>
              <a:rPr lang="en-US" dirty="0"/>
              <a:t>GPIO（PX0~PX15（X = A B C D E F G）</a:t>
            </a:r>
            <a:r>
              <a:rPr lang="zh-CN" altLang="en-US" dirty="0"/>
              <a:t>服务的，除此之外还有</a:t>
            </a:r>
            <a:r>
              <a:rPr lang="en-US" dirty="0"/>
              <a:t>PVD</a:t>
            </a:r>
            <a:r>
              <a:rPr lang="zh-CN" altLang="en-US" dirty="0"/>
              <a:t>输出、</a:t>
            </a:r>
            <a:r>
              <a:rPr lang="en-US" dirty="0"/>
              <a:t>RTC</a:t>
            </a:r>
            <a:r>
              <a:rPr lang="zh-CN" altLang="en-US" dirty="0"/>
              <a:t>闹钟事件、</a:t>
            </a:r>
            <a:r>
              <a:rPr lang="en-US" dirty="0"/>
              <a:t>USB</a:t>
            </a:r>
            <a:r>
              <a:rPr lang="zh-CN" altLang="en-US" dirty="0"/>
              <a:t>唤醒事件</a:t>
            </a:r>
            <a:r>
              <a:rPr lang="en-US" altLang="zh-CN" dirty="0"/>
              <a:t>.</a:t>
            </a:r>
          </a:p>
          <a:p>
            <a:pPr>
              <a:lnSpc>
                <a:spcPct val="150000"/>
              </a:lnSpc>
              <a:buClr>
                <a:srgbClr val="C00000"/>
              </a:buClr>
              <a:buFont typeface="Wingdings" pitchFamily="2" charset="2"/>
              <a:buChar char="u"/>
            </a:pPr>
            <a:r>
              <a:rPr lang="en-US" altLang="zh-CN" dirty="0"/>
              <a:t>19</a:t>
            </a:r>
            <a:r>
              <a:rPr lang="zh-CN" altLang="en-US" dirty="0"/>
              <a:t>个信号线路与</a:t>
            </a:r>
            <a:r>
              <a:rPr lang="en-US" altLang="zh-CN" dirty="0"/>
              <a:t>EXTI</a:t>
            </a:r>
            <a:r>
              <a:rPr lang="zh-CN" altLang="en-US" dirty="0"/>
              <a:t>的</a:t>
            </a:r>
            <a:r>
              <a:rPr lang="en-US" altLang="zh-CN" dirty="0"/>
              <a:t>19</a:t>
            </a:r>
            <a:r>
              <a:rPr lang="zh-CN" altLang="en-US" dirty="0"/>
              <a:t>个中断</a:t>
            </a:r>
            <a:r>
              <a:rPr lang="en-US" altLang="zh-CN" dirty="0"/>
              <a:t>/</a:t>
            </a:r>
            <a:r>
              <a:rPr lang="zh-CN" altLang="en-US" dirty="0"/>
              <a:t>事件线是对应的。</a:t>
            </a:r>
            <a:endParaRPr lang="en-US" altLang="zh-CN" dirty="0"/>
          </a:p>
          <a:p>
            <a:pPr>
              <a:lnSpc>
                <a:spcPct val="150000"/>
              </a:lnSpc>
              <a:buClr>
                <a:srgbClr val="C00000"/>
              </a:buClr>
              <a:buFont typeface="Wingdings" pitchFamily="2" charset="2"/>
              <a:buChar char="u"/>
            </a:pPr>
            <a:r>
              <a:rPr lang="en-US" altLang="zh-CN" dirty="0"/>
              <a:t>EXTI</a:t>
            </a:r>
            <a:r>
              <a:rPr lang="zh-CN" altLang="en-US" dirty="0"/>
              <a:t>两大功能：</a:t>
            </a:r>
            <a:r>
              <a:rPr lang="en-US" altLang="zh-CN" dirty="0"/>
              <a:t>(1)</a:t>
            </a:r>
            <a:r>
              <a:rPr lang="zh-CN" altLang="en-US" dirty="0"/>
              <a:t>产生中断</a:t>
            </a:r>
            <a:r>
              <a:rPr lang="en-US" altLang="zh-CN" dirty="0"/>
              <a:t>(2)</a:t>
            </a:r>
            <a:r>
              <a:rPr lang="zh-CN" altLang="en-US" dirty="0"/>
              <a:t>产生事件</a:t>
            </a:r>
          </a:p>
        </p:txBody>
      </p:sp>
      <p:pic>
        <p:nvPicPr>
          <p:cNvPr id="1027" name="Picture 3"/>
          <p:cNvPicPr>
            <a:picLocks noChangeAspect="1" noChangeArrowheads="1"/>
          </p:cNvPicPr>
          <p:nvPr/>
        </p:nvPicPr>
        <p:blipFill>
          <a:blip r:embed="rId2"/>
          <a:srcRect/>
          <a:stretch>
            <a:fillRect/>
          </a:stretch>
        </p:blipFill>
        <p:spPr bwMode="auto">
          <a:xfrm>
            <a:off x="518044" y="852196"/>
            <a:ext cx="8058150" cy="47244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925" y="957484"/>
            <a:ext cx="11327363" cy="5003614"/>
          </a:xfrm>
          <a:prstGeom prst="rect">
            <a:avLst/>
          </a:prstGeom>
        </p:spPr>
        <p:txBody>
          <a:bodyPr wrap="square">
            <a:spAutoFit/>
          </a:bodyPr>
          <a:lstStyle/>
          <a:p>
            <a:pPr>
              <a:lnSpc>
                <a:spcPct val="150000"/>
              </a:lnSpc>
            </a:pPr>
            <a:r>
              <a:rPr lang="zh-CN" altLang="en-US" sz="2400" dirty="0"/>
              <a:t>这张图是一条外部中断线或外部事件线的示意图</a:t>
            </a:r>
            <a:r>
              <a:rPr lang="en-US" altLang="zh-CN" sz="2400" dirty="0"/>
              <a:t>,</a:t>
            </a:r>
            <a:r>
              <a:rPr lang="zh-CN" altLang="en-US" sz="2400" dirty="0"/>
              <a:t>图中信号线上划有一条斜线</a:t>
            </a:r>
            <a:r>
              <a:rPr lang="en-US" altLang="zh-CN" sz="2400" dirty="0"/>
              <a:t>,</a:t>
            </a:r>
            <a:r>
              <a:rPr lang="zh-CN" altLang="en-US" sz="2400" b="1" dirty="0">
                <a:solidFill>
                  <a:srgbClr val="7030A0"/>
                </a:solidFill>
              </a:rPr>
              <a:t>旁边标志</a:t>
            </a:r>
            <a:r>
              <a:rPr lang="en-US" altLang="zh-CN" sz="2400" b="1" dirty="0">
                <a:solidFill>
                  <a:srgbClr val="7030A0"/>
                </a:solidFill>
              </a:rPr>
              <a:t>19</a:t>
            </a:r>
            <a:r>
              <a:rPr lang="zh-CN" altLang="en-US" sz="2400" b="1" dirty="0">
                <a:solidFill>
                  <a:srgbClr val="7030A0"/>
                </a:solidFill>
              </a:rPr>
              <a:t>字样的注释</a:t>
            </a:r>
            <a:r>
              <a:rPr lang="en-US" altLang="zh-CN" sz="2400" b="1" dirty="0">
                <a:solidFill>
                  <a:srgbClr val="7030A0"/>
                </a:solidFill>
              </a:rPr>
              <a:t>,</a:t>
            </a:r>
            <a:r>
              <a:rPr lang="zh-CN" altLang="en-US" sz="2400" b="1" dirty="0">
                <a:solidFill>
                  <a:srgbClr val="7030A0"/>
                </a:solidFill>
              </a:rPr>
              <a:t>表示这样的线路共有</a:t>
            </a:r>
            <a:r>
              <a:rPr lang="en-US" altLang="zh-CN" sz="2400" b="1" dirty="0">
                <a:solidFill>
                  <a:srgbClr val="7030A0"/>
                </a:solidFill>
              </a:rPr>
              <a:t>19</a:t>
            </a:r>
            <a:r>
              <a:rPr lang="zh-CN" altLang="en-US" sz="2400" b="1" dirty="0">
                <a:solidFill>
                  <a:srgbClr val="7030A0"/>
                </a:solidFill>
              </a:rPr>
              <a:t>套</a:t>
            </a:r>
            <a:r>
              <a:rPr lang="en-US" altLang="zh-CN" sz="2400" dirty="0"/>
              <a:t>.</a:t>
            </a:r>
            <a:r>
              <a:rPr lang="zh-CN" altLang="en-US" sz="2400" dirty="0"/>
              <a:t>图中的蓝色虚线箭头</a:t>
            </a:r>
            <a:r>
              <a:rPr lang="en-US" altLang="zh-CN" sz="2400" dirty="0"/>
              <a:t>,</a:t>
            </a:r>
            <a:r>
              <a:rPr lang="zh-CN" altLang="en-US" sz="2400" dirty="0"/>
              <a:t>标出了外部中断信号的传输路径</a:t>
            </a:r>
            <a:r>
              <a:rPr lang="en-US" altLang="zh-CN" sz="2400" dirty="0"/>
              <a:t>,</a:t>
            </a:r>
            <a:r>
              <a:rPr lang="zh-CN" altLang="en-US" sz="2400" b="1" dirty="0">
                <a:solidFill>
                  <a:srgbClr val="7030A0"/>
                </a:solidFill>
              </a:rPr>
              <a:t>首先外部信号从编号</a:t>
            </a:r>
            <a:r>
              <a:rPr lang="en-US" altLang="zh-CN" sz="2400" b="1" dirty="0">
                <a:solidFill>
                  <a:srgbClr val="7030A0"/>
                </a:solidFill>
              </a:rPr>
              <a:t>1</a:t>
            </a:r>
            <a:r>
              <a:rPr lang="zh-CN" altLang="en-US" sz="2400" b="1" dirty="0">
                <a:solidFill>
                  <a:srgbClr val="7030A0"/>
                </a:solidFill>
              </a:rPr>
              <a:t>的芯片管脚进入</a:t>
            </a:r>
            <a:r>
              <a:rPr lang="en-US" altLang="zh-CN" sz="2400" b="1" dirty="0">
                <a:solidFill>
                  <a:srgbClr val="7030A0"/>
                </a:solidFill>
              </a:rPr>
              <a:t>,</a:t>
            </a:r>
            <a:r>
              <a:rPr lang="zh-CN" altLang="en-US" sz="2400" b="1" dirty="0">
                <a:solidFill>
                  <a:srgbClr val="7030A0"/>
                </a:solidFill>
              </a:rPr>
              <a:t>经过编号</a:t>
            </a:r>
            <a:r>
              <a:rPr lang="en-US" altLang="zh-CN" sz="2400" b="1" dirty="0">
                <a:solidFill>
                  <a:srgbClr val="7030A0"/>
                </a:solidFill>
              </a:rPr>
              <a:t>2</a:t>
            </a:r>
            <a:r>
              <a:rPr lang="zh-CN" altLang="en-US" sz="2400" b="1" dirty="0">
                <a:solidFill>
                  <a:srgbClr val="7030A0"/>
                </a:solidFill>
              </a:rPr>
              <a:t>的边沿检测电路</a:t>
            </a:r>
            <a:r>
              <a:rPr lang="en-US" altLang="zh-CN" sz="2400" b="1" dirty="0">
                <a:solidFill>
                  <a:srgbClr val="7030A0"/>
                </a:solidFill>
              </a:rPr>
              <a:t>,</a:t>
            </a:r>
            <a:r>
              <a:rPr lang="zh-CN" altLang="en-US" sz="2400" b="1" dirty="0">
                <a:solidFill>
                  <a:srgbClr val="7030A0"/>
                </a:solidFill>
              </a:rPr>
              <a:t>通过编号</a:t>
            </a:r>
            <a:r>
              <a:rPr lang="en-US" altLang="zh-CN" sz="2400" b="1" dirty="0">
                <a:solidFill>
                  <a:srgbClr val="7030A0"/>
                </a:solidFill>
              </a:rPr>
              <a:t>3</a:t>
            </a:r>
            <a:r>
              <a:rPr lang="zh-CN" altLang="en-US" sz="2400" b="1" dirty="0">
                <a:solidFill>
                  <a:srgbClr val="7030A0"/>
                </a:solidFill>
              </a:rPr>
              <a:t>的或门进入中断挂起请求寄存器</a:t>
            </a:r>
            <a:r>
              <a:rPr lang="en-US" altLang="zh-CN" sz="2400" b="1" dirty="0">
                <a:solidFill>
                  <a:srgbClr val="7030A0"/>
                </a:solidFill>
              </a:rPr>
              <a:t>,</a:t>
            </a:r>
            <a:r>
              <a:rPr lang="zh-CN" altLang="en-US" sz="2400" b="1" dirty="0">
                <a:solidFill>
                  <a:srgbClr val="7030A0"/>
                </a:solidFill>
              </a:rPr>
              <a:t>最后经过编号</a:t>
            </a:r>
            <a:r>
              <a:rPr lang="en-US" altLang="zh-CN" sz="2400" b="1" dirty="0">
                <a:solidFill>
                  <a:srgbClr val="7030A0"/>
                </a:solidFill>
              </a:rPr>
              <a:t>4</a:t>
            </a:r>
            <a:r>
              <a:rPr lang="zh-CN" altLang="en-US" sz="2400" b="1" dirty="0">
                <a:solidFill>
                  <a:srgbClr val="7030A0"/>
                </a:solidFill>
              </a:rPr>
              <a:t>的与门输出到</a:t>
            </a:r>
            <a:r>
              <a:rPr lang="en-US" altLang="zh-CN" sz="2400" b="1" dirty="0">
                <a:solidFill>
                  <a:srgbClr val="7030A0"/>
                </a:solidFill>
              </a:rPr>
              <a:t>NVIC</a:t>
            </a:r>
            <a:r>
              <a:rPr lang="zh-CN" altLang="en-US" sz="2400" b="1" dirty="0">
                <a:solidFill>
                  <a:srgbClr val="7030A0"/>
                </a:solidFill>
              </a:rPr>
              <a:t>中断检测电路</a:t>
            </a:r>
            <a:r>
              <a:rPr lang="en-US" altLang="zh-CN" sz="2400" dirty="0"/>
              <a:t>,</a:t>
            </a:r>
            <a:r>
              <a:rPr lang="zh-CN" altLang="en-US" sz="2400" dirty="0"/>
              <a:t>这个边沿检测电路受上升沿或下降沿选择寄存器控制</a:t>
            </a:r>
            <a:r>
              <a:rPr lang="en-US" altLang="zh-CN" sz="2400" dirty="0"/>
              <a:t>,</a:t>
            </a:r>
            <a:r>
              <a:rPr lang="zh-CN" altLang="en-US" sz="2400" dirty="0"/>
              <a:t>用户可以使用这两个寄存器控制需要哪一个边沿产生中断</a:t>
            </a:r>
            <a:r>
              <a:rPr lang="en-US" altLang="zh-CN" sz="2400" dirty="0"/>
              <a:t>,</a:t>
            </a:r>
            <a:r>
              <a:rPr lang="zh-CN" altLang="en-US" sz="2400" dirty="0"/>
              <a:t>因为选择上升沿或下降沿是分别受</a:t>
            </a:r>
            <a:r>
              <a:rPr lang="en-US" altLang="zh-CN" sz="2400" dirty="0"/>
              <a:t>2</a:t>
            </a:r>
            <a:r>
              <a:rPr lang="zh-CN" altLang="en-US" sz="2400" dirty="0"/>
              <a:t>个平行的寄存器控制</a:t>
            </a:r>
            <a:r>
              <a:rPr lang="en-US" altLang="zh-CN" sz="2400" dirty="0"/>
              <a:t>,</a:t>
            </a:r>
            <a:r>
              <a:rPr lang="zh-CN" altLang="en-US" sz="2400" dirty="0"/>
              <a:t>所以用户可以同时选择上升沿或下降沿</a:t>
            </a:r>
            <a:r>
              <a:rPr lang="en-US" altLang="zh-CN" sz="2400" dirty="0"/>
              <a:t>,</a:t>
            </a:r>
            <a:r>
              <a:rPr lang="zh-CN" altLang="en-US" sz="2400" dirty="0"/>
              <a:t>而如果只有一个寄存器控制</a:t>
            </a:r>
            <a:r>
              <a:rPr lang="en-US" altLang="zh-CN" sz="2400" dirty="0"/>
              <a:t>,</a:t>
            </a:r>
            <a:r>
              <a:rPr lang="zh-CN" altLang="en-US" sz="2400" dirty="0"/>
              <a:t>那么只能选择一个边沿了</a:t>
            </a:r>
            <a:r>
              <a:rPr lang="en-US" altLang="zh-CN" sz="2400" dirty="0"/>
              <a:t>.</a:t>
            </a:r>
          </a:p>
          <a:p>
            <a:pPr>
              <a:lnSpc>
                <a:spcPct val="150000"/>
              </a:lnSpc>
            </a:pPr>
            <a:endParaRPr lang="zh-CN"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a:t>接下来是编号</a:t>
            </a:r>
            <a:r>
              <a:rPr lang="en-US" altLang="zh-CN" sz="2400" dirty="0"/>
              <a:t>3</a:t>
            </a:r>
            <a:r>
              <a:rPr lang="zh-CN" altLang="en-US" sz="2400" dirty="0"/>
              <a:t>的或门</a:t>
            </a:r>
            <a:r>
              <a:rPr lang="en-US" altLang="zh-CN" sz="2400" dirty="0"/>
              <a:t>,</a:t>
            </a:r>
            <a:r>
              <a:rPr lang="zh-CN" altLang="en-US" sz="2400" dirty="0"/>
              <a:t>这个或门的另一个输入是软件中断</a:t>
            </a:r>
            <a:r>
              <a:rPr lang="en-US" altLang="zh-CN" sz="2400" dirty="0"/>
              <a:t>/</a:t>
            </a:r>
            <a:r>
              <a:rPr lang="zh-CN" altLang="en-US" sz="2400" dirty="0"/>
              <a:t>事件寄存器</a:t>
            </a:r>
            <a:r>
              <a:rPr lang="en-US" altLang="zh-CN" sz="2400" dirty="0"/>
              <a:t>,</a:t>
            </a:r>
            <a:r>
              <a:rPr lang="zh-CN" altLang="en-US" sz="2400" dirty="0"/>
              <a:t>从这里可以看出</a:t>
            </a:r>
            <a:r>
              <a:rPr lang="en-US" altLang="zh-CN" sz="2400" dirty="0"/>
              <a:t>,</a:t>
            </a:r>
            <a:r>
              <a:rPr lang="zh-CN" altLang="en-US" sz="2400" b="1" dirty="0">
                <a:solidFill>
                  <a:srgbClr val="7030A0"/>
                </a:solidFill>
              </a:rPr>
              <a:t>软件可以优先于外部信号请求一个中断或事件</a:t>
            </a:r>
            <a:r>
              <a:rPr lang="en-US" altLang="zh-CN" sz="2400" dirty="0"/>
              <a:t>,</a:t>
            </a:r>
            <a:r>
              <a:rPr lang="zh-CN" altLang="en-US" sz="2400" dirty="0"/>
              <a:t>即当软件中断</a:t>
            </a:r>
            <a:r>
              <a:rPr lang="en-US" altLang="zh-CN" sz="2400" dirty="0"/>
              <a:t>/</a:t>
            </a:r>
            <a:r>
              <a:rPr lang="zh-CN" altLang="en-US" sz="2400" dirty="0"/>
              <a:t>事件寄存器的对应位为</a:t>
            </a:r>
            <a:r>
              <a:rPr lang="en-US" altLang="zh-CN" sz="2400" dirty="0"/>
              <a:t>"1"</a:t>
            </a:r>
            <a:r>
              <a:rPr lang="zh-CN" altLang="en-US" sz="2400" dirty="0"/>
              <a:t>时</a:t>
            </a:r>
            <a:r>
              <a:rPr lang="en-US" altLang="zh-CN" sz="2400" dirty="0"/>
              <a:t>,</a:t>
            </a:r>
            <a:r>
              <a:rPr lang="zh-CN" altLang="en-US" sz="2400" dirty="0"/>
              <a:t>不管外部信号如何</a:t>
            </a:r>
            <a:r>
              <a:rPr lang="en-US" altLang="zh-CN" sz="2400" dirty="0"/>
              <a:t>,</a:t>
            </a:r>
            <a:r>
              <a:rPr lang="zh-CN" altLang="en-US" sz="2400" dirty="0"/>
              <a:t>编号</a:t>
            </a:r>
            <a:r>
              <a:rPr lang="en-US" altLang="zh-CN" sz="2400" dirty="0"/>
              <a:t>3</a:t>
            </a:r>
            <a:r>
              <a:rPr lang="zh-CN" altLang="en-US" sz="2400" dirty="0"/>
              <a:t>的或门都会输出有效信号</a:t>
            </a:r>
            <a:r>
              <a:rPr lang="en-US" altLang="zh-CN" sz="2400" dirty="0"/>
              <a:t>.</a:t>
            </a:r>
          </a:p>
          <a:p>
            <a:pPr>
              <a:lnSpc>
                <a:spcPct val="150000"/>
              </a:lnSpc>
            </a:pPr>
            <a:r>
              <a:rPr lang="zh-CN" altLang="en-US" sz="2400" dirty="0"/>
              <a:t>一个中断或事件请求信号经过编号</a:t>
            </a:r>
            <a:r>
              <a:rPr lang="en-US" altLang="zh-CN" sz="2400" dirty="0"/>
              <a:t>3</a:t>
            </a:r>
            <a:r>
              <a:rPr lang="zh-CN" altLang="en-US" sz="2400" dirty="0"/>
              <a:t>的或门后</a:t>
            </a:r>
            <a:r>
              <a:rPr lang="en-US" altLang="zh-CN" sz="2400" dirty="0"/>
              <a:t>,</a:t>
            </a:r>
            <a:r>
              <a:rPr lang="zh-CN" altLang="en-US" sz="2400" dirty="0"/>
              <a:t>进入挂起请求寄存器</a:t>
            </a:r>
            <a:r>
              <a:rPr lang="en-US" altLang="zh-CN" sz="2400" dirty="0"/>
              <a:t>,</a:t>
            </a:r>
            <a:r>
              <a:rPr lang="zh-CN" altLang="en-US" sz="2400" dirty="0"/>
              <a:t>到此之前</a:t>
            </a:r>
            <a:r>
              <a:rPr lang="en-US" altLang="zh-CN" sz="2400" dirty="0"/>
              <a:t>,</a:t>
            </a:r>
            <a:r>
              <a:rPr lang="zh-CN" altLang="en-US" sz="2400" dirty="0"/>
              <a:t>中断和事件的信号传输通路都是一致的</a:t>
            </a:r>
            <a:r>
              <a:rPr lang="en-US" altLang="zh-CN" sz="2400" dirty="0"/>
              <a:t>,</a:t>
            </a:r>
            <a:r>
              <a:rPr lang="zh-CN" altLang="en-US" sz="2400" dirty="0"/>
              <a:t>也就是说</a:t>
            </a:r>
            <a:r>
              <a:rPr lang="en-US" altLang="zh-CN" sz="2400" dirty="0"/>
              <a:t>,</a:t>
            </a:r>
            <a:r>
              <a:rPr lang="zh-CN" altLang="en-US" sz="2400" dirty="0"/>
              <a:t>挂起请求寄存器中记录了外部信号的电平变化</a:t>
            </a:r>
            <a:r>
              <a:rPr lang="en-US" altLang="zh-CN" sz="2400" dirty="0"/>
              <a:t>.</a:t>
            </a:r>
          </a:p>
          <a:p>
            <a:pPr>
              <a:lnSpc>
                <a:spcPct val="150000"/>
              </a:lnSpc>
            </a:pPr>
            <a:r>
              <a:rPr lang="zh-CN" altLang="en-US" sz="2400" dirty="0"/>
              <a:t>外部请求信号最后经过编号</a:t>
            </a:r>
            <a:r>
              <a:rPr lang="en-US" altLang="zh-CN" sz="2400" dirty="0"/>
              <a:t>4</a:t>
            </a:r>
            <a:r>
              <a:rPr lang="zh-CN" altLang="en-US" sz="2400" dirty="0"/>
              <a:t>的与门</a:t>
            </a:r>
            <a:r>
              <a:rPr lang="en-US" altLang="zh-CN" sz="2400" dirty="0"/>
              <a:t>,</a:t>
            </a:r>
            <a:r>
              <a:rPr lang="zh-CN" altLang="en-US" sz="2400" dirty="0"/>
              <a:t>向</a:t>
            </a:r>
            <a:r>
              <a:rPr lang="en-US" altLang="zh-CN" sz="2400" dirty="0"/>
              <a:t>NVIC</a:t>
            </a:r>
            <a:r>
              <a:rPr lang="zh-CN" altLang="en-US" sz="2400" dirty="0"/>
              <a:t>中断控制器发出一个中断请求</a:t>
            </a:r>
            <a:r>
              <a:rPr lang="en-US" altLang="zh-CN" sz="2400" dirty="0"/>
              <a:t>,</a:t>
            </a:r>
            <a:r>
              <a:rPr lang="zh-CN" altLang="en-US" sz="2400" dirty="0"/>
              <a:t>如果中断屏蔽寄存器的对应位为</a:t>
            </a:r>
            <a:r>
              <a:rPr lang="en-US" altLang="zh-CN" sz="2400" dirty="0"/>
              <a:t>"0",</a:t>
            </a:r>
            <a:r>
              <a:rPr lang="zh-CN" altLang="en-US" sz="2400" dirty="0"/>
              <a:t>则该请求信号不能传输到与门的另一端</a:t>
            </a:r>
            <a:r>
              <a:rPr lang="en-US" altLang="zh-CN" sz="2400" dirty="0"/>
              <a:t>,</a:t>
            </a:r>
            <a:r>
              <a:rPr lang="zh-CN" altLang="en-US" sz="2400" dirty="0"/>
              <a:t>实现了中断的屏蔽</a:t>
            </a:r>
            <a:r>
              <a:rPr lang="en-US" altLang="zh-CN" sz="2400" dirty="0"/>
              <a:t>.</a:t>
            </a:r>
          </a:p>
          <a:p>
            <a:pPr>
              <a:lnSpc>
                <a:spcPct val="150000"/>
              </a:lnSpc>
            </a:pP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a:t>接下来是编号</a:t>
            </a:r>
            <a:r>
              <a:rPr lang="en-US" altLang="zh-CN" sz="2400" dirty="0"/>
              <a:t>3</a:t>
            </a:r>
            <a:r>
              <a:rPr lang="zh-CN" altLang="en-US" sz="2400" dirty="0"/>
              <a:t>的或门</a:t>
            </a:r>
            <a:r>
              <a:rPr lang="en-US" altLang="zh-CN" sz="2400" dirty="0"/>
              <a:t>,</a:t>
            </a:r>
            <a:r>
              <a:rPr lang="zh-CN" altLang="en-US" sz="2400" dirty="0"/>
              <a:t>这个或门的另一个输入是软件中断</a:t>
            </a:r>
            <a:r>
              <a:rPr lang="en-US" altLang="zh-CN" sz="2400" dirty="0"/>
              <a:t>/</a:t>
            </a:r>
            <a:r>
              <a:rPr lang="zh-CN" altLang="en-US" sz="2400" dirty="0"/>
              <a:t>事件寄存器</a:t>
            </a:r>
            <a:r>
              <a:rPr lang="en-US" altLang="zh-CN" sz="2400" dirty="0"/>
              <a:t>,</a:t>
            </a:r>
            <a:r>
              <a:rPr lang="zh-CN" altLang="en-US" sz="2400" dirty="0"/>
              <a:t>从这里可以看出</a:t>
            </a:r>
            <a:r>
              <a:rPr lang="en-US" altLang="zh-CN" sz="2400" dirty="0"/>
              <a:t>,</a:t>
            </a:r>
            <a:r>
              <a:rPr lang="zh-CN" altLang="en-US" sz="2400" b="1" dirty="0">
                <a:solidFill>
                  <a:srgbClr val="7030A0"/>
                </a:solidFill>
              </a:rPr>
              <a:t>软件可以优先于外部信号请求一个中断或事件</a:t>
            </a:r>
            <a:r>
              <a:rPr lang="en-US" altLang="zh-CN" sz="2400" dirty="0"/>
              <a:t>,</a:t>
            </a:r>
            <a:r>
              <a:rPr lang="zh-CN" altLang="en-US" sz="2400" dirty="0"/>
              <a:t>即当软件中断</a:t>
            </a:r>
            <a:r>
              <a:rPr lang="en-US" altLang="zh-CN" sz="2400" dirty="0"/>
              <a:t>/</a:t>
            </a:r>
            <a:r>
              <a:rPr lang="zh-CN" altLang="en-US" sz="2400" dirty="0"/>
              <a:t>事件寄存器的对应位为</a:t>
            </a:r>
            <a:r>
              <a:rPr lang="en-US" altLang="zh-CN" sz="2400" dirty="0"/>
              <a:t>"1"</a:t>
            </a:r>
            <a:r>
              <a:rPr lang="zh-CN" altLang="en-US" sz="2400" dirty="0"/>
              <a:t>时</a:t>
            </a:r>
            <a:r>
              <a:rPr lang="en-US" altLang="zh-CN" sz="2400" dirty="0"/>
              <a:t>,</a:t>
            </a:r>
            <a:r>
              <a:rPr lang="zh-CN" altLang="en-US" sz="2400" dirty="0"/>
              <a:t>不管外部信号如何</a:t>
            </a:r>
            <a:r>
              <a:rPr lang="en-US" altLang="zh-CN" sz="2400" dirty="0"/>
              <a:t>,</a:t>
            </a:r>
            <a:r>
              <a:rPr lang="zh-CN" altLang="en-US" sz="2400" dirty="0"/>
              <a:t>编号</a:t>
            </a:r>
            <a:r>
              <a:rPr lang="en-US" altLang="zh-CN" sz="2400" dirty="0"/>
              <a:t>3</a:t>
            </a:r>
            <a:r>
              <a:rPr lang="zh-CN" altLang="en-US" sz="2400" dirty="0"/>
              <a:t>的或门都会输出有效信号</a:t>
            </a:r>
            <a:r>
              <a:rPr lang="en-US" altLang="zh-CN" sz="2400" dirty="0"/>
              <a:t>.</a:t>
            </a:r>
          </a:p>
          <a:p>
            <a:pPr>
              <a:lnSpc>
                <a:spcPct val="150000"/>
              </a:lnSpc>
            </a:pPr>
            <a:r>
              <a:rPr lang="zh-CN" altLang="en-US" sz="2400" dirty="0"/>
              <a:t>一个中断或事件请求信号经过编号</a:t>
            </a:r>
            <a:r>
              <a:rPr lang="en-US" altLang="zh-CN" sz="2400" dirty="0"/>
              <a:t>3</a:t>
            </a:r>
            <a:r>
              <a:rPr lang="zh-CN" altLang="en-US" sz="2400" dirty="0"/>
              <a:t>的或门后</a:t>
            </a:r>
            <a:r>
              <a:rPr lang="en-US" altLang="zh-CN" sz="2400" dirty="0"/>
              <a:t>,</a:t>
            </a:r>
            <a:r>
              <a:rPr lang="zh-CN" altLang="en-US" sz="2400" dirty="0"/>
              <a:t>进入挂起请求寄存器</a:t>
            </a:r>
            <a:r>
              <a:rPr lang="en-US" altLang="zh-CN" sz="2400" dirty="0"/>
              <a:t>,</a:t>
            </a:r>
            <a:r>
              <a:rPr lang="zh-CN" altLang="en-US" sz="2400" dirty="0"/>
              <a:t>到此之前</a:t>
            </a:r>
            <a:r>
              <a:rPr lang="en-US" altLang="zh-CN" sz="2400" dirty="0"/>
              <a:t>,</a:t>
            </a:r>
            <a:r>
              <a:rPr lang="zh-CN" altLang="en-US" sz="2400" dirty="0"/>
              <a:t>中断和事件的信号传输通路都是一致的</a:t>
            </a:r>
            <a:r>
              <a:rPr lang="en-US" altLang="zh-CN" sz="2400" dirty="0"/>
              <a:t>,</a:t>
            </a:r>
            <a:r>
              <a:rPr lang="zh-CN" altLang="en-US" sz="2400" dirty="0"/>
              <a:t>也就是说</a:t>
            </a:r>
            <a:r>
              <a:rPr lang="en-US" altLang="zh-CN" sz="2400" dirty="0"/>
              <a:t>,</a:t>
            </a:r>
            <a:r>
              <a:rPr lang="zh-CN" altLang="en-US" sz="2400" dirty="0"/>
              <a:t>挂起请求寄存器中记录了外部信号的电平变化</a:t>
            </a:r>
            <a:r>
              <a:rPr lang="en-US" altLang="zh-CN" sz="2400" dirty="0"/>
              <a:t>.</a:t>
            </a:r>
          </a:p>
          <a:p>
            <a:pPr>
              <a:lnSpc>
                <a:spcPct val="150000"/>
              </a:lnSpc>
            </a:pPr>
            <a:r>
              <a:rPr lang="zh-CN" altLang="en-US" sz="2400" dirty="0"/>
              <a:t>外部请求信号最后经过编号</a:t>
            </a:r>
            <a:r>
              <a:rPr lang="en-US" altLang="zh-CN" sz="2400" dirty="0"/>
              <a:t>4</a:t>
            </a:r>
            <a:r>
              <a:rPr lang="zh-CN" altLang="en-US" sz="2400" dirty="0"/>
              <a:t>的与门</a:t>
            </a:r>
            <a:r>
              <a:rPr lang="en-US" altLang="zh-CN" sz="2400" dirty="0"/>
              <a:t>,</a:t>
            </a:r>
            <a:r>
              <a:rPr lang="zh-CN" altLang="en-US" sz="2400" dirty="0"/>
              <a:t>向</a:t>
            </a:r>
            <a:r>
              <a:rPr lang="en-US" altLang="zh-CN" sz="2400" dirty="0"/>
              <a:t>NVIC</a:t>
            </a:r>
            <a:r>
              <a:rPr lang="zh-CN" altLang="en-US" sz="2400" dirty="0"/>
              <a:t>中断控制器发出一个中断请求</a:t>
            </a:r>
            <a:r>
              <a:rPr lang="en-US" altLang="zh-CN" sz="2400" dirty="0"/>
              <a:t>,</a:t>
            </a:r>
            <a:r>
              <a:rPr lang="zh-CN" altLang="en-US" sz="2400" dirty="0"/>
              <a:t>如果中断屏蔽寄存器的对应位为</a:t>
            </a:r>
            <a:r>
              <a:rPr lang="en-US" altLang="zh-CN" sz="2400" dirty="0"/>
              <a:t>"0",</a:t>
            </a:r>
            <a:r>
              <a:rPr lang="zh-CN" altLang="en-US" sz="2400" dirty="0"/>
              <a:t>则该请求信号不能传输到与门的另一端</a:t>
            </a:r>
            <a:r>
              <a:rPr lang="en-US" altLang="zh-CN" sz="2400" dirty="0"/>
              <a:t>,</a:t>
            </a:r>
            <a:r>
              <a:rPr lang="zh-CN" altLang="en-US" sz="2400" dirty="0"/>
              <a:t>实现了中断的屏蔽</a:t>
            </a:r>
            <a:r>
              <a:rPr lang="en-US" altLang="zh-CN" sz="2400" dirty="0"/>
              <a:t>.</a:t>
            </a:r>
          </a:p>
          <a:p>
            <a:pPr>
              <a:lnSpc>
                <a:spcPct val="150000"/>
              </a:lnSpc>
            </a:pPr>
            <a:endParaRPr lang="zh-CN"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a:t>图中红色虚线箭头</a:t>
            </a:r>
            <a:r>
              <a:rPr lang="en-US" altLang="zh-CN" sz="2400" dirty="0"/>
              <a:t>,</a:t>
            </a:r>
            <a:r>
              <a:rPr lang="zh-CN" altLang="en-US" sz="2400" dirty="0"/>
              <a:t>标出了外部事件信号的传输路径</a:t>
            </a:r>
            <a:r>
              <a:rPr lang="en-US" altLang="zh-CN" sz="2400" dirty="0"/>
              <a:t>,</a:t>
            </a:r>
            <a:r>
              <a:rPr lang="zh-CN" altLang="en-US" sz="2400" dirty="0"/>
              <a:t>外部请求信号经过编号</a:t>
            </a:r>
            <a:r>
              <a:rPr lang="en-US" altLang="zh-CN" sz="2400" dirty="0"/>
              <a:t>3</a:t>
            </a:r>
            <a:r>
              <a:rPr lang="zh-CN" altLang="en-US" sz="2400" dirty="0"/>
              <a:t>的或门后</a:t>
            </a:r>
            <a:r>
              <a:rPr lang="en-US" altLang="zh-CN" sz="2400" dirty="0"/>
              <a:t>,</a:t>
            </a:r>
            <a:r>
              <a:rPr lang="zh-CN" altLang="en-US" sz="2400" dirty="0"/>
              <a:t>进入编号</a:t>
            </a:r>
            <a:r>
              <a:rPr lang="en-US" altLang="zh-CN" sz="2400" dirty="0"/>
              <a:t>5</a:t>
            </a:r>
            <a:r>
              <a:rPr lang="zh-CN" altLang="en-US" sz="2400" dirty="0"/>
              <a:t>的与门</a:t>
            </a:r>
            <a:r>
              <a:rPr lang="en-US" altLang="zh-CN" sz="2400" dirty="0"/>
              <a:t>,</a:t>
            </a:r>
            <a:r>
              <a:rPr lang="zh-CN" altLang="en-US" sz="2400" dirty="0"/>
              <a:t>这个与门的作用与编号</a:t>
            </a:r>
            <a:r>
              <a:rPr lang="en-US" altLang="zh-CN" sz="2400" dirty="0"/>
              <a:t>4</a:t>
            </a:r>
            <a:r>
              <a:rPr lang="zh-CN" altLang="en-US" sz="2400" dirty="0"/>
              <a:t>的与门类似</a:t>
            </a:r>
            <a:r>
              <a:rPr lang="en-US" altLang="zh-CN" sz="2400" dirty="0"/>
              <a:t>,</a:t>
            </a:r>
            <a:r>
              <a:rPr lang="zh-CN" altLang="en-US" sz="2400" dirty="0"/>
              <a:t>用于引入事件屏蔽寄存器的控制</a:t>
            </a:r>
            <a:r>
              <a:rPr lang="en-US" altLang="zh-CN" sz="2400" dirty="0"/>
              <a:t>;</a:t>
            </a:r>
            <a:r>
              <a:rPr lang="zh-CN" altLang="en-US" sz="2400" b="1" dirty="0">
                <a:solidFill>
                  <a:srgbClr val="7030A0"/>
                </a:solidFill>
              </a:rPr>
              <a:t>最后脉冲发生器的一个跳变的信号转变为一个单脉冲</a:t>
            </a:r>
            <a:r>
              <a:rPr lang="en-US" altLang="zh-CN" sz="2400" b="1" dirty="0">
                <a:solidFill>
                  <a:srgbClr val="7030A0"/>
                </a:solidFill>
              </a:rPr>
              <a:t>,</a:t>
            </a:r>
            <a:r>
              <a:rPr lang="zh-CN" altLang="en-US" sz="2400" b="1" dirty="0">
                <a:solidFill>
                  <a:srgbClr val="7030A0"/>
                </a:solidFill>
              </a:rPr>
              <a:t>输出到芯片中的其它功能模块</a:t>
            </a:r>
            <a:r>
              <a:rPr lang="en-US" altLang="zh-CN" sz="2400" b="1" dirty="0">
                <a:solidFill>
                  <a:srgbClr val="7030A0"/>
                </a:solidFill>
              </a:rPr>
              <a:t>.</a:t>
            </a:r>
          </a:p>
          <a:p>
            <a:pPr>
              <a:lnSpc>
                <a:spcPct val="150000"/>
              </a:lnSpc>
            </a:pPr>
            <a:r>
              <a:rPr lang="zh-CN" altLang="en-US" sz="2400" dirty="0"/>
              <a:t>从这张图上我们也可以知道</a:t>
            </a:r>
            <a:r>
              <a:rPr lang="en-US" altLang="zh-CN" sz="2400" dirty="0"/>
              <a:t>,</a:t>
            </a:r>
            <a:r>
              <a:rPr lang="zh-CN" altLang="en-US" sz="2400" dirty="0"/>
              <a:t>从外部激励信号来看</a:t>
            </a:r>
            <a:r>
              <a:rPr lang="en-US" altLang="zh-CN" sz="2400" dirty="0"/>
              <a:t>,</a:t>
            </a:r>
            <a:r>
              <a:rPr lang="zh-CN" altLang="en-US" sz="2400" dirty="0"/>
              <a:t>中断和事件的产生源都可以是一样的</a:t>
            </a:r>
            <a:r>
              <a:rPr lang="en-US" altLang="zh-CN" sz="2400" dirty="0"/>
              <a:t>.</a:t>
            </a:r>
            <a:r>
              <a:rPr lang="zh-CN" altLang="en-US" sz="2400" dirty="0"/>
              <a:t>之所以分成</a:t>
            </a:r>
            <a:r>
              <a:rPr lang="en-US" altLang="zh-CN" sz="2400" dirty="0"/>
              <a:t>2</a:t>
            </a:r>
            <a:r>
              <a:rPr lang="zh-CN" altLang="en-US" sz="2400" dirty="0"/>
              <a:t>个部分</a:t>
            </a:r>
            <a:r>
              <a:rPr lang="en-US" altLang="zh-CN" sz="2400" dirty="0"/>
              <a:t>,</a:t>
            </a:r>
            <a:r>
              <a:rPr lang="zh-CN" altLang="en-US" sz="2400" b="1" dirty="0">
                <a:solidFill>
                  <a:srgbClr val="7030A0"/>
                </a:solidFill>
              </a:rPr>
              <a:t>由于中断是需要</a:t>
            </a:r>
            <a:r>
              <a:rPr lang="en-US" altLang="zh-CN" sz="2400" b="1" dirty="0">
                <a:solidFill>
                  <a:srgbClr val="7030A0"/>
                </a:solidFill>
              </a:rPr>
              <a:t>CPU</a:t>
            </a:r>
            <a:r>
              <a:rPr lang="zh-CN" altLang="en-US" sz="2400" b="1" dirty="0">
                <a:solidFill>
                  <a:srgbClr val="7030A0"/>
                </a:solidFill>
              </a:rPr>
              <a:t>参与的</a:t>
            </a:r>
            <a:r>
              <a:rPr lang="en-US" altLang="zh-CN" sz="2400" b="1" dirty="0">
                <a:solidFill>
                  <a:srgbClr val="7030A0"/>
                </a:solidFill>
              </a:rPr>
              <a:t>,</a:t>
            </a:r>
            <a:r>
              <a:rPr lang="zh-CN" altLang="en-US" sz="2400" b="1" dirty="0">
                <a:solidFill>
                  <a:srgbClr val="7030A0"/>
                </a:solidFill>
              </a:rPr>
              <a:t>需要软件的中断服务函数才能完成中断后产生的结果</a:t>
            </a:r>
            <a:r>
              <a:rPr lang="en-US" altLang="zh-CN" sz="2400" b="1" dirty="0">
                <a:solidFill>
                  <a:srgbClr val="7030A0"/>
                </a:solidFill>
              </a:rPr>
              <a:t>;</a:t>
            </a:r>
            <a:r>
              <a:rPr lang="zh-CN" altLang="en-US" sz="2400" b="1" dirty="0">
                <a:solidFill>
                  <a:srgbClr val="7030A0"/>
                </a:solidFill>
              </a:rPr>
              <a:t>但是事件</a:t>
            </a:r>
            <a:r>
              <a:rPr lang="en-US" altLang="zh-CN" sz="2400" b="1" dirty="0">
                <a:solidFill>
                  <a:srgbClr val="7030A0"/>
                </a:solidFill>
              </a:rPr>
              <a:t>,</a:t>
            </a:r>
            <a:r>
              <a:rPr lang="zh-CN" altLang="en-US" sz="2400" b="1" dirty="0">
                <a:solidFill>
                  <a:srgbClr val="7030A0"/>
                </a:solidFill>
              </a:rPr>
              <a:t>是靠脉冲发生器产生一个脉冲</a:t>
            </a:r>
            <a:r>
              <a:rPr lang="en-US" altLang="zh-CN" sz="2400" b="1" dirty="0">
                <a:solidFill>
                  <a:srgbClr val="7030A0"/>
                </a:solidFill>
              </a:rPr>
              <a:t>,</a:t>
            </a:r>
            <a:r>
              <a:rPr lang="zh-CN" altLang="en-US" sz="2400" b="1" dirty="0">
                <a:solidFill>
                  <a:srgbClr val="7030A0"/>
                </a:solidFill>
              </a:rPr>
              <a:t>进而由硬件自动完成这个事件产生的结果</a:t>
            </a:r>
            <a:r>
              <a:rPr lang="en-US" altLang="zh-CN" sz="2400" b="1" dirty="0">
                <a:solidFill>
                  <a:srgbClr val="7030A0"/>
                </a:solidFill>
              </a:rPr>
              <a:t>,</a:t>
            </a:r>
            <a:r>
              <a:rPr lang="zh-CN" altLang="en-US" sz="2400" b="1" dirty="0">
                <a:solidFill>
                  <a:srgbClr val="7030A0"/>
                </a:solidFill>
              </a:rPr>
              <a:t>当然相应的联动部件需要先设置好</a:t>
            </a:r>
            <a:r>
              <a:rPr lang="en-US" altLang="zh-CN" sz="2400" b="1" dirty="0">
                <a:solidFill>
                  <a:srgbClr val="7030A0"/>
                </a:solidFill>
              </a:rPr>
              <a:t>,</a:t>
            </a:r>
            <a:r>
              <a:rPr lang="zh-CN" altLang="en-US" sz="2400" dirty="0"/>
              <a:t>比如引起</a:t>
            </a:r>
            <a:r>
              <a:rPr lang="en-US" altLang="zh-CN" sz="2400" dirty="0"/>
              <a:t>DMA</a:t>
            </a:r>
            <a:r>
              <a:rPr lang="zh-CN" altLang="en-US" sz="2400" dirty="0"/>
              <a:t>操作</a:t>
            </a:r>
            <a:r>
              <a:rPr lang="en-US" altLang="zh-CN" sz="2400" dirty="0"/>
              <a:t>,AD</a:t>
            </a:r>
            <a:r>
              <a:rPr lang="zh-CN" altLang="en-US" sz="2400" dirty="0"/>
              <a:t>转换等</a:t>
            </a:r>
            <a:r>
              <a:rPr lang="en-US" altLang="zh-CN" sz="2400" dirty="0"/>
              <a:t>;</a:t>
            </a:r>
            <a:br>
              <a:rPr lang="en-US" altLang="zh-CN" sz="2400" dirty="0"/>
            </a:br>
            <a:endParaRPr lang="zh-CN"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a:t>图中红色虚线箭头</a:t>
            </a:r>
            <a:r>
              <a:rPr lang="en-US" altLang="zh-CN" sz="2400" dirty="0"/>
              <a:t>,</a:t>
            </a:r>
            <a:r>
              <a:rPr lang="zh-CN" altLang="en-US" sz="2400" dirty="0"/>
              <a:t>标出了外部事件信号的传输路径</a:t>
            </a:r>
            <a:r>
              <a:rPr lang="en-US" altLang="zh-CN" sz="2400" dirty="0"/>
              <a:t>,</a:t>
            </a:r>
            <a:r>
              <a:rPr lang="zh-CN" altLang="en-US" sz="2400" dirty="0"/>
              <a:t>外部请求信号经过编号</a:t>
            </a:r>
            <a:r>
              <a:rPr lang="en-US" altLang="zh-CN" sz="2400" dirty="0"/>
              <a:t>3</a:t>
            </a:r>
            <a:r>
              <a:rPr lang="zh-CN" altLang="en-US" sz="2400" dirty="0"/>
              <a:t>的或门后</a:t>
            </a:r>
            <a:r>
              <a:rPr lang="en-US" altLang="zh-CN" sz="2400" dirty="0"/>
              <a:t>,</a:t>
            </a:r>
            <a:r>
              <a:rPr lang="zh-CN" altLang="en-US" sz="2400" dirty="0"/>
              <a:t>进入编号</a:t>
            </a:r>
            <a:r>
              <a:rPr lang="en-US" altLang="zh-CN" sz="2400" dirty="0"/>
              <a:t>5</a:t>
            </a:r>
            <a:r>
              <a:rPr lang="zh-CN" altLang="en-US" sz="2400" dirty="0"/>
              <a:t>的与门</a:t>
            </a:r>
            <a:r>
              <a:rPr lang="en-US" altLang="zh-CN" sz="2400" dirty="0"/>
              <a:t>,</a:t>
            </a:r>
            <a:r>
              <a:rPr lang="zh-CN" altLang="en-US" sz="2400" dirty="0"/>
              <a:t>这个与门的作用与编号</a:t>
            </a:r>
            <a:r>
              <a:rPr lang="en-US" altLang="zh-CN" sz="2400" dirty="0"/>
              <a:t>4</a:t>
            </a:r>
            <a:r>
              <a:rPr lang="zh-CN" altLang="en-US" sz="2400" dirty="0"/>
              <a:t>的与门类似</a:t>
            </a:r>
            <a:r>
              <a:rPr lang="en-US" altLang="zh-CN" sz="2400" dirty="0"/>
              <a:t>,</a:t>
            </a:r>
            <a:r>
              <a:rPr lang="zh-CN" altLang="en-US" sz="2400" dirty="0"/>
              <a:t>用于引入事件屏蔽寄存器的控制</a:t>
            </a:r>
            <a:r>
              <a:rPr lang="en-US" altLang="zh-CN" sz="2400" dirty="0"/>
              <a:t>;</a:t>
            </a:r>
            <a:r>
              <a:rPr lang="zh-CN" altLang="en-US" sz="2400" b="1" dirty="0">
                <a:solidFill>
                  <a:srgbClr val="7030A0"/>
                </a:solidFill>
              </a:rPr>
              <a:t>最后脉冲发生器的一个跳变的信号转变为一个单脉冲</a:t>
            </a:r>
            <a:r>
              <a:rPr lang="en-US" altLang="zh-CN" sz="2400" b="1" dirty="0">
                <a:solidFill>
                  <a:srgbClr val="7030A0"/>
                </a:solidFill>
              </a:rPr>
              <a:t>,</a:t>
            </a:r>
            <a:r>
              <a:rPr lang="zh-CN" altLang="en-US" sz="2400" b="1" dirty="0">
                <a:solidFill>
                  <a:srgbClr val="7030A0"/>
                </a:solidFill>
              </a:rPr>
              <a:t>输出到芯片中的其它功能模块</a:t>
            </a:r>
            <a:r>
              <a:rPr lang="en-US" altLang="zh-CN" sz="2400" b="1" dirty="0">
                <a:solidFill>
                  <a:srgbClr val="7030A0"/>
                </a:solidFill>
              </a:rPr>
              <a:t>.</a:t>
            </a:r>
          </a:p>
          <a:p>
            <a:pPr>
              <a:lnSpc>
                <a:spcPct val="150000"/>
              </a:lnSpc>
            </a:pPr>
            <a:r>
              <a:rPr lang="zh-CN" altLang="en-US" sz="2400" dirty="0"/>
              <a:t>从这张图上我们也可以知道</a:t>
            </a:r>
            <a:r>
              <a:rPr lang="en-US" altLang="zh-CN" sz="2400" dirty="0"/>
              <a:t>,</a:t>
            </a:r>
            <a:r>
              <a:rPr lang="zh-CN" altLang="en-US" sz="2400" dirty="0"/>
              <a:t>从外部激励信号来看</a:t>
            </a:r>
            <a:r>
              <a:rPr lang="en-US" altLang="zh-CN" sz="2400" dirty="0"/>
              <a:t>,</a:t>
            </a:r>
            <a:r>
              <a:rPr lang="zh-CN" altLang="en-US" sz="2400" dirty="0"/>
              <a:t>中断和事件的产生源都可以是一样的</a:t>
            </a:r>
            <a:r>
              <a:rPr lang="en-US" altLang="zh-CN" sz="2400" dirty="0"/>
              <a:t>.</a:t>
            </a:r>
            <a:r>
              <a:rPr lang="zh-CN" altLang="en-US" sz="2400" dirty="0"/>
              <a:t>之所以分成</a:t>
            </a:r>
            <a:r>
              <a:rPr lang="en-US" altLang="zh-CN" sz="2400" dirty="0"/>
              <a:t>2</a:t>
            </a:r>
            <a:r>
              <a:rPr lang="zh-CN" altLang="en-US" sz="2400" dirty="0"/>
              <a:t>个部分</a:t>
            </a:r>
            <a:r>
              <a:rPr lang="en-US" altLang="zh-CN" sz="2400" dirty="0"/>
              <a:t>,</a:t>
            </a:r>
            <a:r>
              <a:rPr lang="zh-CN" altLang="en-US" sz="2400" b="1" dirty="0">
                <a:solidFill>
                  <a:srgbClr val="7030A0"/>
                </a:solidFill>
              </a:rPr>
              <a:t>由于中断是需要</a:t>
            </a:r>
            <a:r>
              <a:rPr lang="en-US" altLang="zh-CN" sz="2400" b="1" dirty="0">
                <a:solidFill>
                  <a:srgbClr val="7030A0"/>
                </a:solidFill>
              </a:rPr>
              <a:t>CPU</a:t>
            </a:r>
            <a:r>
              <a:rPr lang="zh-CN" altLang="en-US" sz="2400" b="1" dirty="0">
                <a:solidFill>
                  <a:srgbClr val="7030A0"/>
                </a:solidFill>
              </a:rPr>
              <a:t>参与的</a:t>
            </a:r>
            <a:r>
              <a:rPr lang="en-US" altLang="zh-CN" sz="2400" b="1" dirty="0">
                <a:solidFill>
                  <a:srgbClr val="7030A0"/>
                </a:solidFill>
              </a:rPr>
              <a:t>,</a:t>
            </a:r>
            <a:r>
              <a:rPr lang="zh-CN" altLang="en-US" sz="2400" b="1" dirty="0">
                <a:solidFill>
                  <a:srgbClr val="7030A0"/>
                </a:solidFill>
              </a:rPr>
              <a:t>需要软件的中断服务函数才能完成中断后产生的结果</a:t>
            </a:r>
            <a:r>
              <a:rPr lang="en-US" altLang="zh-CN" sz="2400" b="1" dirty="0">
                <a:solidFill>
                  <a:srgbClr val="7030A0"/>
                </a:solidFill>
              </a:rPr>
              <a:t>;</a:t>
            </a:r>
            <a:r>
              <a:rPr lang="zh-CN" altLang="en-US" sz="2400" b="1" dirty="0">
                <a:solidFill>
                  <a:srgbClr val="7030A0"/>
                </a:solidFill>
              </a:rPr>
              <a:t>但是事件</a:t>
            </a:r>
            <a:r>
              <a:rPr lang="en-US" altLang="zh-CN" sz="2400" b="1" dirty="0">
                <a:solidFill>
                  <a:srgbClr val="7030A0"/>
                </a:solidFill>
              </a:rPr>
              <a:t>,</a:t>
            </a:r>
            <a:r>
              <a:rPr lang="zh-CN" altLang="en-US" sz="2400" b="1" dirty="0">
                <a:solidFill>
                  <a:srgbClr val="7030A0"/>
                </a:solidFill>
              </a:rPr>
              <a:t>是靠脉冲发生器产生一个脉冲</a:t>
            </a:r>
            <a:r>
              <a:rPr lang="en-US" altLang="zh-CN" sz="2400" b="1" dirty="0">
                <a:solidFill>
                  <a:srgbClr val="7030A0"/>
                </a:solidFill>
              </a:rPr>
              <a:t>,</a:t>
            </a:r>
            <a:r>
              <a:rPr lang="zh-CN" altLang="en-US" sz="2400" b="1" dirty="0">
                <a:solidFill>
                  <a:srgbClr val="7030A0"/>
                </a:solidFill>
              </a:rPr>
              <a:t>进而由硬件自动完成这个事件产生的结果</a:t>
            </a:r>
            <a:r>
              <a:rPr lang="en-US" altLang="zh-CN" sz="2400" b="1" dirty="0">
                <a:solidFill>
                  <a:srgbClr val="7030A0"/>
                </a:solidFill>
              </a:rPr>
              <a:t>,</a:t>
            </a:r>
            <a:r>
              <a:rPr lang="zh-CN" altLang="en-US" sz="2400" b="1" dirty="0">
                <a:solidFill>
                  <a:srgbClr val="7030A0"/>
                </a:solidFill>
              </a:rPr>
              <a:t>当然相应的联动部件需要先设置好</a:t>
            </a:r>
            <a:r>
              <a:rPr lang="en-US" altLang="zh-CN" sz="2400" b="1" dirty="0">
                <a:solidFill>
                  <a:srgbClr val="7030A0"/>
                </a:solidFill>
              </a:rPr>
              <a:t>,</a:t>
            </a:r>
            <a:r>
              <a:rPr lang="zh-CN" altLang="en-US" sz="2400" dirty="0"/>
              <a:t>比如引起</a:t>
            </a:r>
            <a:r>
              <a:rPr lang="en-US" altLang="zh-CN" sz="2400" dirty="0"/>
              <a:t>DMA</a:t>
            </a:r>
            <a:r>
              <a:rPr lang="zh-CN" altLang="en-US" sz="2400" dirty="0"/>
              <a:t>操作</a:t>
            </a:r>
            <a:r>
              <a:rPr lang="en-US" altLang="zh-CN" sz="2400" dirty="0"/>
              <a:t>,AD</a:t>
            </a:r>
            <a:r>
              <a:rPr lang="zh-CN" altLang="en-US" sz="2400" dirty="0"/>
              <a:t>转换等</a:t>
            </a:r>
            <a:r>
              <a:rPr lang="en-US" altLang="zh-CN" sz="2400" dirty="0"/>
              <a:t>;</a:t>
            </a:r>
            <a:br>
              <a:rPr lang="en-US" altLang="zh-CN" sz="2400" dirty="0"/>
            </a:br>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a:t>图中红色虚线箭头</a:t>
            </a:r>
            <a:r>
              <a:rPr lang="en-US" altLang="zh-CN" sz="2400" dirty="0"/>
              <a:t>,</a:t>
            </a:r>
            <a:r>
              <a:rPr lang="zh-CN" altLang="en-US" sz="2400" dirty="0"/>
              <a:t>标出了外部事件信号的传输路径</a:t>
            </a:r>
            <a:r>
              <a:rPr lang="en-US" altLang="zh-CN" sz="2400" dirty="0"/>
              <a:t>,</a:t>
            </a:r>
            <a:r>
              <a:rPr lang="zh-CN" altLang="en-US" sz="2400" dirty="0"/>
              <a:t>外部请求信号经过编号</a:t>
            </a:r>
            <a:r>
              <a:rPr lang="en-US" altLang="zh-CN" sz="2400" dirty="0"/>
              <a:t>3</a:t>
            </a:r>
            <a:r>
              <a:rPr lang="zh-CN" altLang="en-US" sz="2400" dirty="0"/>
              <a:t>的或门后</a:t>
            </a:r>
            <a:r>
              <a:rPr lang="en-US" altLang="zh-CN" sz="2400" dirty="0"/>
              <a:t>,</a:t>
            </a:r>
            <a:r>
              <a:rPr lang="zh-CN" altLang="en-US" sz="2400" dirty="0"/>
              <a:t>进入编号</a:t>
            </a:r>
            <a:r>
              <a:rPr lang="en-US" altLang="zh-CN" sz="2400" dirty="0"/>
              <a:t>5</a:t>
            </a:r>
            <a:r>
              <a:rPr lang="zh-CN" altLang="en-US" sz="2400" dirty="0"/>
              <a:t>的与门</a:t>
            </a:r>
            <a:r>
              <a:rPr lang="en-US" altLang="zh-CN" sz="2400" dirty="0"/>
              <a:t>,</a:t>
            </a:r>
            <a:r>
              <a:rPr lang="zh-CN" altLang="en-US" sz="2400" dirty="0"/>
              <a:t>这个与门的作用与编号</a:t>
            </a:r>
            <a:r>
              <a:rPr lang="en-US" altLang="zh-CN" sz="2400" dirty="0"/>
              <a:t>4</a:t>
            </a:r>
            <a:r>
              <a:rPr lang="zh-CN" altLang="en-US" sz="2400" dirty="0"/>
              <a:t>的与门类似</a:t>
            </a:r>
            <a:r>
              <a:rPr lang="en-US" altLang="zh-CN" sz="2400" dirty="0"/>
              <a:t>,</a:t>
            </a:r>
            <a:r>
              <a:rPr lang="zh-CN" altLang="en-US" sz="2400" dirty="0"/>
              <a:t>用于引入事件屏蔽寄存器的控制</a:t>
            </a:r>
            <a:r>
              <a:rPr lang="en-US" altLang="zh-CN" sz="2400" dirty="0"/>
              <a:t>;</a:t>
            </a:r>
            <a:r>
              <a:rPr lang="zh-CN" altLang="en-US" sz="2400" b="1" dirty="0">
                <a:solidFill>
                  <a:srgbClr val="7030A0"/>
                </a:solidFill>
              </a:rPr>
              <a:t>最后脉冲发生器的一个跳变的信号转变为一个单脉冲</a:t>
            </a:r>
            <a:r>
              <a:rPr lang="en-US" altLang="zh-CN" sz="2400" b="1" dirty="0">
                <a:solidFill>
                  <a:srgbClr val="7030A0"/>
                </a:solidFill>
              </a:rPr>
              <a:t>,</a:t>
            </a:r>
            <a:r>
              <a:rPr lang="zh-CN" altLang="en-US" sz="2400" b="1" dirty="0">
                <a:solidFill>
                  <a:srgbClr val="7030A0"/>
                </a:solidFill>
              </a:rPr>
              <a:t>输出到芯片中的其它功能模块</a:t>
            </a:r>
            <a:r>
              <a:rPr lang="en-US" altLang="zh-CN" sz="2400" b="1" dirty="0">
                <a:solidFill>
                  <a:srgbClr val="7030A0"/>
                </a:solidFill>
              </a:rPr>
              <a:t>.</a:t>
            </a:r>
          </a:p>
          <a:p>
            <a:pPr>
              <a:lnSpc>
                <a:spcPct val="150000"/>
              </a:lnSpc>
            </a:pPr>
            <a:r>
              <a:rPr lang="zh-CN" altLang="en-US" sz="2400" dirty="0"/>
              <a:t>从这张图上我们也可以知道</a:t>
            </a:r>
            <a:r>
              <a:rPr lang="en-US" altLang="zh-CN" sz="2400" dirty="0"/>
              <a:t>,</a:t>
            </a:r>
            <a:r>
              <a:rPr lang="zh-CN" altLang="en-US" sz="2400" dirty="0"/>
              <a:t>从外部激励信号来看</a:t>
            </a:r>
            <a:r>
              <a:rPr lang="en-US" altLang="zh-CN" sz="2400" dirty="0"/>
              <a:t>,</a:t>
            </a:r>
            <a:r>
              <a:rPr lang="zh-CN" altLang="en-US" sz="2400" dirty="0"/>
              <a:t>中断和事件的产生源都可以是一样的</a:t>
            </a:r>
            <a:r>
              <a:rPr lang="en-US" altLang="zh-CN" sz="2400" dirty="0"/>
              <a:t>.</a:t>
            </a:r>
            <a:r>
              <a:rPr lang="zh-CN" altLang="en-US" sz="2400" dirty="0"/>
              <a:t>之所以分成</a:t>
            </a:r>
            <a:r>
              <a:rPr lang="en-US" altLang="zh-CN" sz="2400" dirty="0"/>
              <a:t>2</a:t>
            </a:r>
            <a:r>
              <a:rPr lang="zh-CN" altLang="en-US" sz="2400" dirty="0"/>
              <a:t>个部分</a:t>
            </a:r>
            <a:r>
              <a:rPr lang="en-US" altLang="zh-CN" sz="2400" dirty="0"/>
              <a:t>,</a:t>
            </a:r>
            <a:r>
              <a:rPr lang="zh-CN" altLang="en-US" sz="2400" b="1" dirty="0">
                <a:solidFill>
                  <a:srgbClr val="7030A0"/>
                </a:solidFill>
              </a:rPr>
              <a:t>由于中断是需要</a:t>
            </a:r>
            <a:r>
              <a:rPr lang="en-US" altLang="zh-CN" sz="2400" b="1" dirty="0">
                <a:solidFill>
                  <a:srgbClr val="7030A0"/>
                </a:solidFill>
              </a:rPr>
              <a:t>CPU</a:t>
            </a:r>
            <a:r>
              <a:rPr lang="zh-CN" altLang="en-US" sz="2400" b="1" dirty="0">
                <a:solidFill>
                  <a:srgbClr val="7030A0"/>
                </a:solidFill>
              </a:rPr>
              <a:t>参与的</a:t>
            </a:r>
            <a:r>
              <a:rPr lang="en-US" altLang="zh-CN" sz="2400" b="1" dirty="0">
                <a:solidFill>
                  <a:srgbClr val="7030A0"/>
                </a:solidFill>
              </a:rPr>
              <a:t>,</a:t>
            </a:r>
            <a:r>
              <a:rPr lang="zh-CN" altLang="en-US" sz="2400" b="1" dirty="0">
                <a:solidFill>
                  <a:srgbClr val="7030A0"/>
                </a:solidFill>
              </a:rPr>
              <a:t>需要软件的中断服务函数才能完成中断后产生的结果</a:t>
            </a:r>
            <a:r>
              <a:rPr lang="en-US" altLang="zh-CN" sz="2400" b="1" dirty="0">
                <a:solidFill>
                  <a:srgbClr val="7030A0"/>
                </a:solidFill>
              </a:rPr>
              <a:t>;</a:t>
            </a:r>
            <a:r>
              <a:rPr lang="zh-CN" altLang="en-US" sz="2400" b="1" dirty="0">
                <a:solidFill>
                  <a:srgbClr val="7030A0"/>
                </a:solidFill>
              </a:rPr>
              <a:t>但是事件</a:t>
            </a:r>
            <a:r>
              <a:rPr lang="en-US" altLang="zh-CN" sz="2400" b="1" dirty="0">
                <a:solidFill>
                  <a:srgbClr val="7030A0"/>
                </a:solidFill>
              </a:rPr>
              <a:t>,</a:t>
            </a:r>
            <a:r>
              <a:rPr lang="zh-CN" altLang="en-US" sz="2400" b="1" dirty="0">
                <a:solidFill>
                  <a:srgbClr val="7030A0"/>
                </a:solidFill>
              </a:rPr>
              <a:t>是靠脉冲发生器产生一个脉冲</a:t>
            </a:r>
            <a:r>
              <a:rPr lang="en-US" altLang="zh-CN" sz="2400" b="1" dirty="0">
                <a:solidFill>
                  <a:srgbClr val="7030A0"/>
                </a:solidFill>
              </a:rPr>
              <a:t>,</a:t>
            </a:r>
            <a:r>
              <a:rPr lang="zh-CN" altLang="en-US" sz="2400" b="1" dirty="0">
                <a:solidFill>
                  <a:srgbClr val="7030A0"/>
                </a:solidFill>
              </a:rPr>
              <a:t>进而由硬件自动完成这个事件产生的结果</a:t>
            </a:r>
            <a:r>
              <a:rPr lang="en-US" altLang="zh-CN" sz="2400" b="1" dirty="0">
                <a:solidFill>
                  <a:srgbClr val="7030A0"/>
                </a:solidFill>
              </a:rPr>
              <a:t>,</a:t>
            </a:r>
            <a:r>
              <a:rPr lang="zh-CN" altLang="en-US" sz="2400" b="1" dirty="0">
                <a:solidFill>
                  <a:srgbClr val="7030A0"/>
                </a:solidFill>
              </a:rPr>
              <a:t>当然相应的联动部件需要先设置好</a:t>
            </a:r>
            <a:r>
              <a:rPr lang="en-US" altLang="zh-CN" sz="2400" b="1" dirty="0">
                <a:solidFill>
                  <a:srgbClr val="7030A0"/>
                </a:solidFill>
              </a:rPr>
              <a:t>,</a:t>
            </a:r>
            <a:r>
              <a:rPr lang="zh-CN" altLang="en-US" sz="2400" dirty="0"/>
              <a:t>比如引起</a:t>
            </a:r>
            <a:r>
              <a:rPr lang="en-US" altLang="zh-CN" sz="2400" dirty="0"/>
              <a:t>DMA</a:t>
            </a:r>
            <a:r>
              <a:rPr lang="zh-CN" altLang="en-US" sz="2400" dirty="0"/>
              <a:t>操作</a:t>
            </a:r>
            <a:r>
              <a:rPr lang="en-US" altLang="zh-CN" sz="2400" dirty="0"/>
              <a:t>,AD</a:t>
            </a:r>
            <a:r>
              <a:rPr lang="zh-CN" altLang="en-US" sz="2400" dirty="0"/>
              <a:t>转换等</a:t>
            </a:r>
            <a:r>
              <a:rPr lang="en-US" altLang="zh-CN" sz="2400" dirty="0"/>
              <a:t>;</a:t>
            </a:r>
            <a:br>
              <a:rPr lang="en-US" altLang="zh-CN" sz="2400" dirty="0"/>
            </a:br>
            <a:endParaRPr lang="zh-CN"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4524315"/>
          </a:xfrm>
          <a:prstGeom prst="rect">
            <a:avLst/>
          </a:prstGeom>
        </p:spPr>
        <p:txBody>
          <a:bodyPr wrap="square">
            <a:spAutoFit/>
          </a:bodyPr>
          <a:lstStyle/>
          <a:p>
            <a:pPr>
              <a:lnSpc>
                <a:spcPct val="150000"/>
              </a:lnSpc>
            </a:pPr>
            <a:r>
              <a:rPr lang="zh-CN" altLang="en-US" sz="2400" b="1" dirty="0">
                <a:solidFill>
                  <a:srgbClr val="7030A0"/>
                </a:solidFill>
              </a:rPr>
              <a:t>中断事件是一种可以导致中断发生的事件</a:t>
            </a:r>
            <a:r>
              <a:rPr lang="zh-CN" altLang="en-US" sz="2400" dirty="0">
                <a:solidFill>
                  <a:srgbClr val="7030A0"/>
                </a:solidFill>
              </a:rPr>
              <a:t>，</a:t>
            </a:r>
            <a:r>
              <a:rPr lang="zh-CN" altLang="en-US" sz="2400" b="1" dirty="0">
                <a:solidFill>
                  <a:srgbClr val="7030A0"/>
                </a:solidFill>
              </a:rPr>
              <a:t>中断则是因为中断事件的发生而导致的后续行为过程</a:t>
            </a:r>
            <a:r>
              <a:rPr lang="zh-CN" altLang="en-US" sz="2400" dirty="0">
                <a:solidFill>
                  <a:srgbClr val="7030A0"/>
                </a:solidFill>
              </a:rPr>
              <a:t>。</a:t>
            </a:r>
            <a:r>
              <a:rPr lang="zh-CN" altLang="en-US" sz="2400" b="1" dirty="0">
                <a:solidFill>
                  <a:srgbClr val="7030A0"/>
                </a:solidFill>
              </a:rPr>
              <a:t>事件与中断事件是包含关系</a:t>
            </a:r>
            <a:r>
              <a:rPr lang="zh-CN" altLang="en-US" sz="2400" dirty="0">
                <a:solidFill>
                  <a:srgbClr val="7030A0"/>
                </a:solidFill>
              </a:rPr>
              <a:t>，即</a:t>
            </a:r>
            <a:r>
              <a:rPr lang="zh-CN" altLang="en-US" sz="2400" b="1" dirty="0">
                <a:solidFill>
                  <a:srgbClr val="7030A0"/>
                </a:solidFill>
              </a:rPr>
              <a:t>事件可分为中断事件或非中断事件</a:t>
            </a:r>
            <a:r>
              <a:rPr lang="zh-CN" altLang="en-US" sz="2400" dirty="0"/>
              <a:t>。而中断事件与中断之间属于前后关联的因果关系，虽有关联，但二者在时序上、行为上并不一样。 </a:t>
            </a:r>
            <a:endParaRPr lang="en-US" altLang="zh-CN" sz="2400" dirty="0"/>
          </a:p>
          <a:p>
            <a:pPr>
              <a:lnSpc>
                <a:spcPct val="150000"/>
              </a:lnSpc>
            </a:pPr>
            <a:r>
              <a:rPr lang="zh-CN" altLang="en-US" sz="2400" b="1" dirty="0">
                <a:solidFill>
                  <a:srgbClr val="7030A0"/>
                </a:solidFill>
              </a:rPr>
              <a:t>可以这样简单的认为</a:t>
            </a:r>
            <a:r>
              <a:rPr lang="en-US" altLang="zh-CN" sz="2400" b="1" dirty="0">
                <a:solidFill>
                  <a:srgbClr val="7030A0"/>
                </a:solidFill>
              </a:rPr>
              <a:t>,</a:t>
            </a:r>
            <a:r>
              <a:rPr lang="zh-CN" altLang="en-US" sz="2400" dirty="0"/>
              <a:t>事件机制提供了一个完全有硬件自动完成的触发到产生结果的通道</a:t>
            </a:r>
            <a:r>
              <a:rPr lang="en-US" altLang="zh-CN" sz="2400" dirty="0"/>
              <a:t>,</a:t>
            </a:r>
            <a:r>
              <a:rPr lang="zh-CN" altLang="en-US" sz="2400" dirty="0"/>
              <a:t>不要软件的参与</a:t>
            </a:r>
            <a:r>
              <a:rPr lang="en-US" altLang="zh-CN" sz="2400" dirty="0"/>
              <a:t>,</a:t>
            </a:r>
            <a:r>
              <a:rPr lang="zh-CN" altLang="en-US" sz="2400" dirty="0"/>
              <a:t>降低了</a:t>
            </a:r>
            <a:r>
              <a:rPr lang="en-US" altLang="zh-CN" sz="2400" dirty="0"/>
              <a:t>CPU</a:t>
            </a:r>
            <a:r>
              <a:rPr lang="zh-CN" altLang="en-US" sz="2400" dirty="0"/>
              <a:t>的负荷</a:t>
            </a:r>
            <a:r>
              <a:rPr lang="en-US" altLang="zh-CN" sz="2400" dirty="0"/>
              <a:t>,</a:t>
            </a:r>
            <a:r>
              <a:rPr lang="zh-CN" altLang="en-US" sz="2400" dirty="0"/>
              <a:t>节省了中断资源，提高了响应速度</a:t>
            </a:r>
            <a:r>
              <a:rPr lang="en-US" altLang="zh-CN" sz="2400" dirty="0"/>
              <a:t>(</a:t>
            </a:r>
            <a:r>
              <a:rPr lang="zh-CN" altLang="en-US" sz="2400" dirty="0"/>
              <a:t>硬件总快于软件</a:t>
            </a:r>
            <a:r>
              <a:rPr lang="en-US" altLang="zh-CN" sz="2400" dirty="0"/>
              <a:t>)</a:t>
            </a:r>
            <a:r>
              <a:rPr lang="zh-CN" altLang="en-US" sz="2400" dirty="0"/>
              <a:t>，是利用硬件来提升</a:t>
            </a:r>
            <a:r>
              <a:rPr lang="en-US" altLang="zh-CN" sz="2400" dirty="0"/>
              <a:t>CPU</a:t>
            </a:r>
            <a:r>
              <a:rPr lang="zh-CN" altLang="en-US" sz="2400" dirty="0"/>
              <a:t>芯片处理事件能力的一个有效方法</a:t>
            </a:r>
            <a:r>
              <a:rPr lang="en-US" altLang="zh-CN" sz="2400" dirty="0"/>
              <a:t>;</a:t>
            </a:r>
          </a:p>
          <a:p>
            <a:pPr>
              <a:lnSpc>
                <a:spcPct val="150000"/>
              </a:lnSpc>
            </a:pPr>
            <a:endParaRPr lang="zh-CN"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3349250"/>
          </a:xfrm>
          <a:prstGeom prst="rect">
            <a:avLst/>
          </a:prstGeom>
        </p:spPr>
        <p:txBody>
          <a:bodyPr wrap="square">
            <a:spAutoFit/>
          </a:bodyPr>
          <a:lstStyle/>
          <a:p>
            <a:pPr>
              <a:lnSpc>
                <a:spcPct val="150000"/>
              </a:lnSpc>
            </a:pPr>
            <a:r>
              <a:rPr lang="zh-CN" altLang="en-US" sz="2400" b="1" dirty="0">
                <a:solidFill>
                  <a:srgbClr val="7030A0"/>
                </a:solidFill>
              </a:rPr>
              <a:t>简单举例：</a:t>
            </a:r>
            <a:r>
              <a:rPr lang="zh-CN" altLang="en-US" sz="2400" dirty="0"/>
              <a:t>外部</a:t>
            </a:r>
            <a:r>
              <a:rPr lang="en-US" altLang="zh-CN" sz="2400" dirty="0"/>
              <a:t>I/O</a:t>
            </a:r>
            <a:r>
              <a:rPr lang="zh-CN" altLang="en-US" sz="2400" dirty="0"/>
              <a:t>触发</a:t>
            </a:r>
            <a:r>
              <a:rPr lang="en-US" altLang="zh-CN" sz="2400" dirty="0"/>
              <a:t>AD</a:t>
            </a:r>
            <a:r>
              <a:rPr lang="zh-CN" altLang="en-US" sz="2400" dirty="0"/>
              <a:t>转换</a:t>
            </a:r>
            <a:r>
              <a:rPr lang="en-US" altLang="zh-CN" sz="2400" dirty="0"/>
              <a:t>,</a:t>
            </a:r>
            <a:r>
              <a:rPr lang="zh-CN" altLang="en-US" sz="2400" dirty="0"/>
              <a:t>来测量外部物品的重量</a:t>
            </a:r>
            <a:r>
              <a:rPr lang="en-US" altLang="zh-CN" sz="2400" dirty="0"/>
              <a:t>;</a:t>
            </a:r>
            <a:r>
              <a:rPr lang="zh-CN" altLang="en-US" sz="2400" dirty="0"/>
              <a:t>如果使用传统的中断通道</a:t>
            </a:r>
            <a:r>
              <a:rPr lang="en-US" altLang="zh-CN" sz="2400" dirty="0"/>
              <a:t>,</a:t>
            </a:r>
            <a:r>
              <a:rPr lang="zh-CN" altLang="en-US" sz="2400" dirty="0"/>
              <a:t>需要</a:t>
            </a:r>
            <a:r>
              <a:rPr lang="en-US" altLang="zh-CN" sz="2400" dirty="0"/>
              <a:t>I/O</a:t>
            </a:r>
            <a:r>
              <a:rPr lang="zh-CN" altLang="en-US" sz="2400" dirty="0"/>
              <a:t>触发产生外部中断</a:t>
            </a:r>
            <a:r>
              <a:rPr lang="en-US" altLang="zh-CN" sz="2400" dirty="0"/>
              <a:t>,</a:t>
            </a:r>
            <a:r>
              <a:rPr lang="zh-CN" altLang="en-US" sz="2400" dirty="0"/>
              <a:t>外部中断服务程序启动</a:t>
            </a:r>
            <a:r>
              <a:rPr lang="en-US" altLang="zh-CN" sz="2400" dirty="0"/>
              <a:t>AD</a:t>
            </a:r>
            <a:r>
              <a:rPr lang="zh-CN" altLang="en-US" sz="2400" dirty="0"/>
              <a:t>转换</a:t>
            </a:r>
            <a:r>
              <a:rPr lang="en-US" altLang="zh-CN" sz="2400" dirty="0"/>
              <a:t>,AD</a:t>
            </a:r>
            <a:r>
              <a:rPr lang="zh-CN" altLang="en-US" sz="2400" dirty="0"/>
              <a:t>转换完成中断服务程序提交最后结果</a:t>
            </a:r>
            <a:r>
              <a:rPr lang="en-US" altLang="zh-CN" sz="2400" dirty="0"/>
              <a:t>;</a:t>
            </a:r>
            <a:r>
              <a:rPr lang="zh-CN" altLang="en-US" sz="2400" dirty="0"/>
              <a:t>要是使用事件通道</a:t>
            </a:r>
            <a:r>
              <a:rPr lang="en-US" altLang="zh-CN" sz="2400" dirty="0"/>
              <a:t>,I/O</a:t>
            </a:r>
            <a:r>
              <a:rPr lang="zh-CN" altLang="en-US" sz="2400" dirty="0"/>
              <a:t>触发产生事件</a:t>
            </a:r>
            <a:r>
              <a:rPr lang="en-US" altLang="zh-CN" sz="2400" dirty="0"/>
              <a:t>,</a:t>
            </a:r>
            <a:r>
              <a:rPr lang="zh-CN" altLang="en-US" sz="2400" dirty="0"/>
              <a:t>然后联动触发</a:t>
            </a:r>
            <a:r>
              <a:rPr lang="en-US" altLang="zh-CN" sz="2400" dirty="0"/>
              <a:t>AD</a:t>
            </a:r>
            <a:r>
              <a:rPr lang="zh-CN" altLang="en-US" sz="2400" dirty="0"/>
              <a:t>转换</a:t>
            </a:r>
            <a:r>
              <a:rPr lang="en-US" altLang="zh-CN" sz="2400" dirty="0"/>
              <a:t>,AD</a:t>
            </a:r>
            <a:r>
              <a:rPr lang="zh-CN" altLang="en-US" sz="2400" dirty="0"/>
              <a:t>转换完成中断服务程序提交最后结果</a:t>
            </a:r>
            <a:r>
              <a:rPr lang="en-US" altLang="zh-CN" sz="2400" dirty="0"/>
              <a:t>;</a:t>
            </a:r>
            <a:r>
              <a:rPr lang="zh-CN" altLang="en-US" sz="2400" dirty="0"/>
              <a:t>相比之下</a:t>
            </a:r>
            <a:r>
              <a:rPr lang="en-US" altLang="zh-CN" sz="2400" dirty="0"/>
              <a:t>,</a:t>
            </a:r>
            <a:r>
              <a:rPr lang="zh-CN" altLang="en-US" sz="2400" dirty="0"/>
              <a:t>后者不要软件参与</a:t>
            </a:r>
            <a:r>
              <a:rPr lang="en-US" altLang="zh-CN" sz="2400" dirty="0"/>
              <a:t>AD</a:t>
            </a:r>
            <a:r>
              <a:rPr lang="zh-CN" altLang="en-US" sz="2400" dirty="0"/>
              <a:t>触发</a:t>
            </a:r>
            <a:r>
              <a:rPr lang="en-US" altLang="zh-CN" sz="2400" dirty="0"/>
              <a:t>,</a:t>
            </a:r>
            <a:r>
              <a:rPr lang="zh-CN" altLang="en-US" sz="2400" dirty="0"/>
              <a:t>并且响应速度也更块</a:t>
            </a:r>
            <a:r>
              <a:rPr lang="en-US" altLang="zh-CN" sz="2400" dirty="0"/>
              <a:t>;</a:t>
            </a:r>
            <a:r>
              <a:rPr lang="zh-CN" altLang="en-US" sz="2400" dirty="0"/>
              <a:t>要是使用事件触发</a:t>
            </a:r>
            <a:r>
              <a:rPr lang="en-US" altLang="zh-CN" sz="2400" dirty="0"/>
              <a:t>DMA</a:t>
            </a:r>
            <a:r>
              <a:rPr lang="zh-CN" altLang="en-US" sz="2400" dirty="0"/>
              <a:t>操作</a:t>
            </a:r>
            <a:r>
              <a:rPr lang="en-US" altLang="zh-CN" sz="2400" dirty="0"/>
              <a:t>,</a:t>
            </a:r>
            <a:r>
              <a:rPr lang="zh-CN" altLang="en-US" sz="2400" dirty="0"/>
              <a:t>就完全不用软件参与就可以完成某些联动任务了。</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13080" y="96843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81460" y="398576"/>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6.4.3 EXTI</a:t>
            </a:r>
            <a:r>
              <a:rPr lang="zh-CN" altLang="en-US" sz="2800" b="1" dirty="0">
                <a:solidFill>
                  <a:srgbClr val="14529E"/>
                </a:solidFill>
              </a:rPr>
              <a:t>中断通道和中断源</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8" name="TextBox 7"/>
          <p:cNvSpPr txBox="1"/>
          <p:nvPr/>
        </p:nvSpPr>
        <p:spPr>
          <a:xfrm>
            <a:off x="494521" y="1020417"/>
            <a:ext cx="11140752" cy="5632311"/>
          </a:xfrm>
          <a:prstGeom prst="rect">
            <a:avLst/>
          </a:prstGeom>
          <a:noFill/>
        </p:spPr>
        <p:txBody>
          <a:bodyPr wrap="square" rtlCol="0">
            <a:spAutoFit/>
          </a:bodyPr>
          <a:lstStyle/>
          <a:p>
            <a:pPr>
              <a:lnSpc>
                <a:spcPct val="150000"/>
              </a:lnSpc>
              <a:buClr>
                <a:srgbClr val="C00000"/>
              </a:buClr>
              <a:buFont typeface="Wingdings" pitchFamily="2" charset="2"/>
              <a:buChar char="u"/>
            </a:pPr>
            <a:r>
              <a:rPr lang="en-US" altLang="en-US" sz="2400" dirty="0"/>
              <a:t>EXTI：External Interrupt</a:t>
            </a:r>
            <a:r>
              <a:rPr lang="zh-CN" altLang="en-US" sz="2400" dirty="0"/>
              <a:t>，外部中断，通过</a:t>
            </a:r>
            <a:r>
              <a:rPr lang="en-US" altLang="zh-CN" sz="2400" dirty="0"/>
              <a:t>GPIO</a:t>
            </a:r>
            <a:r>
              <a:rPr lang="zh-CN" altLang="en-US" sz="2400" dirty="0"/>
              <a:t>检查输入脉冲，引起中断时间，打断原来的代码执行流程，进入到中断服务函数中进行处理，处理完后再返回中断之前的代码中执行。</a:t>
            </a:r>
            <a:endParaRPr lang="en-US" altLang="zh-CN" sz="2400" dirty="0"/>
          </a:p>
          <a:p>
            <a:pPr>
              <a:lnSpc>
                <a:spcPct val="150000"/>
              </a:lnSpc>
              <a:buClr>
                <a:srgbClr val="C00000"/>
              </a:buClr>
              <a:buFont typeface="Wingdings" pitchFamily="2" charset="2"/>
              <a:buChar char="u"/>
            </a:pPr>
            <a:r>
              <a:rPr lang="zh-CN" altLang="en-US" sz="2400" dirty="0"/>
              <a:t>外部中断</a:t>
            </a:r>
            <a:r>
              <a:rPr lang="en-US" altLang="zh-CN" sz="2400" dirty="0"/>
              <a:t>/</a:t>
            </a:r>
            <a:r>
              <a:rPr lang="zh-CN" altLang="en-US" sz="2400" dirty="0"/>
              <a:t>事件控制器由</a:t>
            </a:r>
            <a:r>
              <a:rPr lang="en-US" altLang="zh-CN" sz="2400" dirty="0"/>
              <a:t>19</a:t>
            </a:r>
            <a:r>
              <a:rPr lang="zh-CN" altLang="en-US" sz="2400" dirty="0"/>
              <a:t>个产生事件</a:t>
            </a:r>
            <a:r>
              <a:rPr lang="en-US" altLang="zh-CN" sz="2400" dirty="0"/>
              <a:t>/</a:t>
            </a:r>
            <a:r>
              <a:rPr lang="zh-CN" altLang="en-US" sz="2400" dirty="0"/>
              <a:t>中断要求的边沿检测器组成。每个输入线可以独立地配置输入类型</a:t>
            </a:r>
            <a:r>
              <a:rPr lang="en-US" altLang="zh-CN" sz="2400" dirty="0"/>
              <a:t>(</a:t>
            </a:r>
            <a:r>
              <a:rPr lang="zh-CN" altLang="en-US" sz="2400" dirty="0"/>
              <a:t>脉冲或挂起</a:t>
            </a:r>
            <a:r>
              <a:rPr lang="en-US" altLang="zh-CN" sz="2400" dirty="0"/>
              <a:t>)</a:t>
            </a:r>
            <a:r>
              <a:rPr lang="zh-CN" altLang="en-US" sz="2400" dirty="0"/>
              <a:t>和对应的触发事件</a:t>
            </a:r>
            <a:r>
              <a:rPr lang="en-US" altLang="zh-CN" sz="2400" dirty="0"/>
              <a:t>(</a:t>
            </a:r>
            <a:r>
              <a:rPr lang="zh-CN" altLang="en-US" sz="2400" dirty="0"/>
              <a:t>上升沿或下降沿或者双边沿都触发</a:t>
            </a:r>
            <a:r>
              <a:rPr lang="en-US" altLang="zh-CN" sz="2400" dirty="0"/>
              <a:t>)</a:t>
            </a:r>
            <a:r>
              <a:rPr lang="zh-CN" altLang="en-US" sz="2400" dirty="0"/>
              <a:t>。每个输入线都可以被独立的屏蔽。挂起寄存器保持着状态线的中断要求。</a:t>
            </a:r>
            <a:endParaRPr lang="en-US" altLang="zh-CN" sz="2400" dirty="0"/>
          </a:p>
          <a:p>
            <a:pPr>
              <a:lnSpc>
                <a:spcPct val="150000"/>
              </a:lnSpc>
              <a:buClr>
                <a:srgbClr val="C00000"/>
              </a:buClr>
              <a:buFont typeface="Wingdings" pitchFamily="2" charset="2"/>
              <a:buChar char="u"/>
            </a:pPr>
            <a:r>
              <a:rPr lang="zh-CN" altLang="en-US" sz="2400" dirty="0"/>
              <a:t> </a:t>
            </a:r>
            <a:r>
              <a:rPr lang="en-US" altLang="zh-CN" sz="2400" dirty="0"/>
              <a:t>STM32</a:t>
            </a:r>
            <a:r>
              <a:rPr lang="zh-CN" altLang="en-US" sz="2400" dirty="0"/>
              <a:t>的</a:t>
            </a:r>
            <a:r>
              <a:rPr lang="en-US" altLang="zh-CN" sz="2400" dirty="0"/>
              <a:t>EXTI</a:t>
            </a:r>
            <a:r>
              <a:rPr lang="zh-CN" altLang="en-US" sz="2400" dirty="0"/>
              <a:t>对应</a:t>
            </a:r>
            <a:r>
              <a:rPr lang="en-US" altLang="zh-CN" sz="2400" dirty="0"/>
              <a:t>19</a:t>
            </a:r>
            <a:r>
              <a:rPr lang="zh-CN" altLang="en-US" sz="2400" dirty="0"/>
              <a:t>个中断通道，其中</a:t>
            </a:r>
            <a:r>
              <a:rPr lang="en-US" altLang="zh-CN" sz="2400" dirty="0"/>
              <a:t>16</a:t>
            </a:r>
            <a:r>
              <a:rPr lang="zh-CN" altLang="en-US" sz="2400" dirty="0"/>
              <a:t>个中断通道</a:t>
            </a:r>
            <a:r>
              <a:rPr lang="en-US" altLang="zh-CN" sz="2400" dirty="0"/>
              <a:t>EXTI0~EXTI5</a:t>
            </a:r>
            <a:r>
              <a:rPr lang="zh-CN" altLang="en-US" sz="2400" dirty="0"/>
              <a:t>对应</a:t>
            </a:r>
            <a:r>
              <a:rPr lang="en-US" altLang="zh-CN" sz="2400" dirty="0"/>
              <a:t>GPIOx_Pin0~ GPIOx_Pin15,</a:t>
            </a:r>
            <a:r>
              <a:rPr lang="zh-CN" altLang="en-US" sz="2400" dirty="0"/>
              <a:t>另外三个是</a:t>
            </a:r>
            <a:r>
              <a:rPr lang="en-US" altLang="zh-CN" sz="2400" dirty="0"/>
              <a:t>EXTI16</a:t>
            </a:r>
            <a:r>
              <a:rPr lang="zh-CN" altLang="en-US" sz="2400" dirty="0"/>
              <a:t>连接</a:t>
            </a:r>
            <a:r>
              <a:rPr lang="en-US" altLang="zh-CN" sz="2400" dirty="0"/>
              <a:t>PVD</a:t>
            </a:r>
            <a:r>
              <a:rPr lang="zh-CN" altLang="en-US" sz="2400" dirty="0"/>
              <a:t>输出，</a:t>
            </a:r>
            <a:r>
              <a:rPr lang="en-US" altLang="zh-CN" sz="2400" dirty="0"/>
              <a:t>EXTI17</a:t>
            </a:r>
            <a:r>
              <a:rPr lang="zh-CN" altLang="en-US" sz="2400" dirty="0"/>
              <a:t>连接到</a:t>
            </a:r>
            <a:r>
              <a:rPr lang="en-US" altLang="zh-CN" sz="2400" dirty="0"/>
              <a:t>RTC</a:t>
            </a:r>
            <a:r>
              <a:rPr lang="zh-CN" altLang="en-US" sz="2400" dirty="0"/>
              <a:t>闹钟事件，</a:t>
            </a:r>
            <a:r>
              <a:rPr lang="en-US" altLang="zh-CN" sz="2400" dirty="0"/>
              <a:t>EXTI18</a:t>
            </a:r>
            <a:r>
              <a:rPr lang="zh-CN" altLang="en-US" sz="2400" dirty="0"/>
              <a:t>连接到</a:t>
            </a:r>
            <a:r>
              <a:rPr lang="en-US" altLang="zh-CN" sz="2400" dirty="0"/>
              <a:t>USB</a:t>
            </a:r>
            <a:r>
              <a:rPr lang="zh-CN" altLang="en-US" sz="2400" dirty="0"/>
              <a:t>唤醒事件。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198776" y="1865752"/>
            <a:ext cx="6932645" cy="2950551"/>
          </a:xfrm>
          <a:prstGeom prst="rect">
            <a:avLst/>
          </a:prstGeom>
        </p:spPr>
        <p:txBody>
          <a:bodyPr wrap="square">
            <a:spAutoFit/>
          </a:bodyPr>
          <a:lstStyle/>
          <a:p>
            <a:pPr>
              <a:lnSpc>
                <a:spcPct val="150000"/>
              </a:lnSpc>
            </a:pPr>
            <a:r>
              <a:rPr lang="zh-CN" altLang="en-US" dirty="0"/>
              <a:t>     有上图可知</a:t>
            </a:r>
            <a:r>
              <a:rPr lang="en-US" altLang="zh-CN" dirty="0"/>
              <a:t>EXTI0</a:t>
            </a:r>
            <a:r>
              <a:rPr lang="zh-CN" altLang="en-US" dirty="0"/>
              <a:t>连接的引脚为</a:t>
            </a:r>
            <a:r>
              <a:rPr lang="en-US" altLang="zh-CN" dirty="0"/>
              <a:t>PA0</a:t>
            </a:r>
            <a:r>
              <a:rPr lang="zh-CN" altLang="en-US" dirty="0"/>
              <a:t>、</a:t>
            </a:r>
            <a:r>
              <a:rPr lang="en-US" altLang="zh-CN" dirty="0"/>
              <a:t>PB0</a:t>
            </a:r>
            <a:r>
              <a:rPr lang="zh-CN" altLang="en-US" dirty="0"/>
              <a:t>、</a:t>
            </a:r>
            <a:r>
              <a:rPr lang="en-US" altLang="zh-CN" dirty="0"/>
              <a:t>PC0</a:t>
            </a:r>
            <a:r>
              <a:rPr lang="zh-CN" altLang="en-US" dirty="0"/>
              <a:t>、</a:t>
            </a:r>
            <a:r>
              <a:rPr lang="en-US" altLang="zh-CN" dirty="0"/>
              <a:t>PD0</a:t>
            </a:r>
            <a:r>
              <a:rPr lang="zh-CN" altLang="en-US" dirty="0"/>
              <a:t>、</a:t>
            </a:r>
            <a:r>
              <a:rPr lang="en-US" altLang="zh-CN" dirty="0"/>
              <a:t>PE0</a:t>
            </a:r>
            <a:r>
              <a:rPr lang="zh-CN" altLang="en-US" dirty="0"/>
              <a:t>、</a:t>
            </a:r>
            <a:r>
              <a:rPr lang="en-US" altLang="zh-CN" dirty="0"/>
              <a:t>PF0</a:t>
            </a:r>
            <a:r>
              <a:rPr lang="zh-CN" altLang="en-US" dirty="0"/>
              <a:t>、</a:t>
            </a:r>
            <a:r>
              <a:rPr lang="en-US" altLang="zh-CN" dirty="0"/>
              <a:t>PG0</a:t>
            </a:r>
            <a:r>
              <a:rPr lang="zh-CN" altLang="en-US" dirty="0"/>
              <a:t>，其他外部中断</a:t>
            </a:r>
            <a:r>
              <a:rPr lang="en-US" altLang="zh-CN" dirty="0"/>
              <a:t>EXTI1——EXTI15</a:t>
            </a:r>
            <a:r>
              <a:rPr lang="zh-CN" altLang="en-US" dirty="0"/>
              <a:t>类似。在使用时尽量将需要的外部中断配置在不同的</a:t>
            </a:r>
            <a:r>
              <a:rPr lang="en-US" altLang="zh-CN" dirty="0" err="1"/>
              <a:t>EXTIx</a:t>
            </a:r>
            <a:r>
              <a:rPr lang="zh-CN" altLang="en-US" dirty="0"/>
              <a:t>上。</a:t>
            </a:r>
          </a:p>
          <a:p>
            <a:pPr>
              <a:lnSpc>
                <a:spcPct val="150000"/>
              </a:lnSpc>
            </a:pPr>
            <a:r>
              <a:rPr lang="zh-CN" altLang="en-US" dirty="0"/>
              <a:t>     例如需要</a:t>
            </a:r>
            <a:r>
              <a:rPr lang="en-US" altLang="zh-CN" dirty="0"/>
              <a:t>3</a:t>
            </a:r>
            <a:r>
              <a:rPr lang="zh-CN" altLang="en-US" dirty="0"/>
              <a:t>个外部中断，我们可以配置到</a:t>
            </a:r>
            <a:r>
              <a:rPr lang="en-US" altLang="zh-CN" dirty="0"/>
              <a:t>PA0</a:t>
            </a:r>
            <a:r>
              <a:rPr lang="zh-CN" altLang="en-US" dirty="0"/>
              <a:t>、</a:t>
            </a:r>
            <a:r>
              <a:rPr lang="en-US" altLang="zh-CN" dirty="0"/>
              <a:t>PB4</a:t>
            </a:r>
            <a:r>
              <a:rPr lang="zh-CN" altLang="en-US" dirty="0"/>
              <a:t>、</a:t>
            </a:r>
            <a:r>
              <a:rPr lang="en-US" altLang="zh-CN" dirty="0"/>
              <a:t>PG3</a:t>
            </a:r>
            <a:r>
              <a:rPr lang="zh-CN" altLang="en-US" dirty="0"/>
              <a:t>上，此时每个中断都有自己的中断处理程 序段。如果配置到</a:t>
            </a:r>
            <a:r>
              <a:rPr lang="en-US" altLang="zh-CN" dirty="0"/>
              <a:t>PA0</a:t>
            </a:r>
            <a:r>
              <a:rPr lang="zh-CN" altLang="en-US" dirty="0"/>
              <a:t>、</a:t>
            </a:r>
            <a:r>
              <a:rPr lang="en-US" altLang="zh-CN" dirty="0"/>
              <a:t>PB0</a:t>
            </a:r>
            <a:r>
              <a:rPr lang="zh-CN" altLang="en-US" dirty="0"/>
              <a:t>、</a:t>
            </a:r>
            <a:r>
              <a:rPr lang="en-US" altLang="zh-CN" dirty="0"/>
              <a:t>PC1</a:t>
            </a:r>
            <a:r>
              <a:rPr lang="zh-CN" altLang="en-US" dirty="0"/>
              <a:t>，则</a:t>
            </a:r>
            <a:r>
              <a:rPr lang="en-US" altLang="zh-CN" dirty="0"/>
              <a:t>PA0</a:t>
            </a:r>
            <a:r>
              <a:rPr lang="zh-CN" altLang="en-US" dirty="0"/>
              <a:t>和</a:t>
            </a:r>
            <a:r>
              <a:rPr lang="en-US" altLang="zh-CN" dirty="0"/>
              <a:t>PB0</a:t>
            </a:r>
            <a:r>
              <a:rPr lang="zh-CN" altLang="en-US" dirty="0"/>
              <a:t>将公用一个中断程序段。当然如果特殊需要，也可以这样设计。</a:t>
            </a:r>
          </a:p>
        </p:txBody>
      </p:sp>
      <p:pic>
        <p:nvPicPr>
          <p:cNvPr id="2050" name="Picture 2"/>
          <p:cNvPicPr>
            <a:picLocks noChangeAspect="1" noChangeArrowheads="1"/>
          </p:cNvPicPr>
          <p:nvPr/>
        </p:nvPicPr>
        <p:blipFill>
          <a:blip r:embed="rId2"/>
          <a:srcRect/>
          <a:stretch>
            <a:fillRect/>
          </a:stretch>
        </p:blipFill>
        <p:spPr bwMode="auto">
          <a:xfrm>
            <a:off x="905264" y="897392"/>
            <a:ext cx="3028950" cy="4410075"/>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1959" y="903811"/>
            <a:ext cx="9968204" cy="663732"/>
          </a:xfrm>
          <a:prstGeom prst="rect">
            <a:avLst/>
          </a:prstGeom>
        </p:spPr>
        <p:txBody>
          <a:bodyPr wrap="square">
            <a:spAutoFit/>
          </a:bodyPr>
          <a:lstStyle/>
          <a:p>
            <a:r>
              <a:rPr lang="zh-CN" altLang="en-US" b="1" dirty="0"/>
              <a:t>在中断向量表中，</a:t>
            </a:r>
            <a:r>
              <a:rPr lang="en-US" altLang="zh-CN" b="1" dirty="0"/>
              <a:t>IO</a:t>
            </a:r>
            <a:r>
              <a:rPr lang="zh-CN" altLang="en-US" b="1" dirty="0"/>
              <a:t>口外部中断在中断向量表中只分配了</a:t>
            </a:r>
            <a:r>
              <a:rPr lang="en-US" altLang="zh-CN" b="1" dirty="0"/>
              <a:t>7</a:t>
            </a:r>
            <a:r>
              <a:rPr lang="zh-CN" altLang="en-US" b="1" dirty="0"/>
              <a:t>个中断向量，也就是只能使用</a:t>
            </a:r>
            <a:r>
              <a:rPr lang="en-US" altLang="zh-CN" b="1" dirty="0"/>
              <a:t>7</a:t>
            </a:r>
            <a:r>
              <a:rPr lang="zh-CN" altLang="en-US" b="1" dirty="0"/>
              <a:t>个中断服务函数。</a:t>
            </a:r>
            <a:endParaRPr lang="zh-CN" altLang="en-US" dirty="0"/>
          </a:p>
        </p:txBody>
      </p:sp>
      <p:pic>
        <p:nvPicPr>
          <p:cNvPr id="3074" name="Picture 2"/>
          <p:cNvPicPr>
            <a:picLocks noChangeAspect="1" noChangeArrowheads="1"/>
          </p:cNvPicPr>
          <p:nvPr/>
        </p:nvPicPr>
        <p:blipFill>
          <a:blip r:embed="rId2"/>
          <a:srcRect/>
          <a:stretch>
            <a:fillRect/>
          </a:stretch>
        </p:blipFill>
        <p:spPr bwMode="auto">
          <a:xfrm>
            <a:off x="2014343" y="1640924"/>
            <a:ext cx="7267575" cy="1952625"/>
          </a:xfrm>
          <a:prstGeom prst="rect">
            <a:avLst/>
          </a:prstGeom>
          <a:noFill/>
          <a:ln w="9525">
            <a:noFill/>
            <a:miter lim="800000"/>
            <a:headEnd/>
            <a:tailEnd/>
          </a:ln>
          <a:effectLst/>
        </p:spPr>
      </p:pic>
      <p:sp>
        <p:nvSpPr>
          <p:cNvPr id="6" name="矩形 5"/>
          <p:cNvSpPr/>
          <p:nvPr/>
        </p:nvSpPr>
        <p:spPr>
          <a:xfrm>
            <a:off x="463420" y="3707373"/>
            <a:ext cx="6096000" cy="2119555"/>
          </a:xfrm>
          <a:prstGeom prst="rect">
            <a:avLst/>
          </a:prstGeom>
        </p:spPr>
        <p:txBody>
          <a:bodyPr>
            <a:spAutoFit/>
          </a:bodyPr>
          <a:lstStyle/>
          <a:p>
            <a:pPr>
              <a:lnSpc>
                <a:spcPct val="150000"/>
              </a:lnSpc>
            </a:pPr>
            <a:r>
              <a:rPr lang="zh-CN" altLang="en-US" dirty="0"/>
              <a:t>从上图中可以看出，</a:t>
            </a:r>
            <a:r>
              <a:rPr lang="zh-CN" altLang="en-US" b="1" dirty="0"/>
              <a:t>外部中断线</a:t>
            </a:r>
            <a:r>
              <a:rPr lang="en-US" altLang="zh-CN" b="1" dirty="0"/>
              <a:t>5~9</a:t>
            </a:r>
            <a:r>
              <a:rPr lang="zh-CN" altLang="en-US" b="1" dirty="0"/>
              <a:t>分配一个中断向量，共用一个服务函数；外部中断线</a:t>
            </a:r>
            <a:r>
              <a:rPr lang="en-US" altLang="zh-CN" b="1" dirty="0"/>
              <a:t>10~15</a:t>
            </a:r>
            <a:r>
              <a:rPr lang="zh-CN" altLang="en-US" b="1" dirty="0"/>
              <a:t>分配一个中断向量，共用一个中断服务函数；而中断向量线</a:t>
            </a:r>
            <a:r>
              <a:rPr lang="en-US" altLang="zh-CN" b="1" dirty="0"/>
              <a:t>0-4</a:t>
            </a:r>
            <a:r>
              <a:rPr lang="zh-CN" altLang="en-US" b="1" dirty="0"/>
              <a:t>则单独使用一个中断服务函数。也就是说，</a:t>
            </a:r>
            <a:r>
              <a:rPr lang="en-US" altLang="zh-CN" b="1" dirty="0"/>
              <a:t>IO</a:t>
            </a:r>
            <a:r>
              <a:rPr lang="zh-CN" altLang="en-US" b="1" dirty="0"/>
              <a:t>口的外部中断最多只能使用</a:t>
            </a:r>
            <a:r>
              <a:rPr lang="en-US" altLang="zh-CN" b="1" dirty="0"/>
              <a:t>7</a:t>
            </a:r>
            <a:r>
              <a:rPr lang="zh-CN" altLang="en-US" b="1" dirty="0"/>
              <a:t>个。</a:t>
            </a:r>
            <a:endParaRPr lang="zh-CN" altLang="en-US" dirty="0"/>
          </a:p>
        </p:txBody>
      </p:sp>
      <p:sp>
        <p:nvSpPr>
          <p:cNvPr id="3075" name="Rectangle 3"/>
          <p:cNvSpPr>
            <a:spLocks noChangeArrowheads="1"/>
          </p:cNvSpPr>
          <p:nvPr/>
        </p:nvSpPr>
        <p:spPr bwMode="auto">
          <a:xfrm>
            <a:off x="6807772" y="3652638"/>
            <a:ext cx="3963725" cy="2462213"/>
          </a:xfrm>
          <a:prstGeom prst="rect">
            <a:avLst/>
          </a:prstGeom>
          <a:solidFill>
            <a:srgbClr val="F3F4F5"/>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rgbClr val="4D4D4D"/>
                </a:solidFill>
                <a:effectLst/>
                <a:latin typeface="Arial" pitchFamily="34" charset="0"/>
                <a:ea typeface="-apple-system"/>
                <a:cs typeface="宋体" pitchFamily="2" charset="-122"/>
              </a:rPr>
              <a:t>下面列举了中断服务函数的名称（</a:t>
            </a:r>
            <a:r>
              <a:rPr kumimoji="0" lang="zh-CN" sz="1600" b="1" i="0" u="none" strike="noStrike" cap="none" normalizeH="0" baseline="0" dirty="0">
                <a:ln>
                  <a:noFill/>
                </a:ln>
                <a:solidFill>
                  <a:srgbClr val="4D4D4D"/>
                </a:solidFill>
                <a:effectLst/>
                <a:latin typeface="Arial" pitchFamily="34" charset="0"/>
                <a:ea typeface="-apple-system"/>
                <a:cs typeface="宋体" pitchFamily="2" charset="-122"/>
              </a:rPr>
              <a:t>在启动文件</a:t>
            </a:r>
            <a:r>
              <a:rPr kumimoji="0" lang="zh-CN" altLang="zh-CN" sz="1600" b="1" i="0" u="none" strike="noStrike" cap="none" normalizeH="0" baseline="0" dirty="0">
                <a:ln>
                  <a:noFill/>
                </a:ln>
                <a:solidFill>
                  <a:srgbClr val="4D4D4D"/>
                </a:solidFill>
                <a:effectLst/>
                <a:latin typeface="Arial" pitchFamily="34" charset="0"/>
                <a:ea typeface="-apple-system"/>
                <a:cs typeface="宋体" pitchFamily="2" charset="-122"/>
              </a:rPr>
              <a:t>startup_stm32f10x_hd.s</a:t>
            </a:r>
            <a:r>
              <a:rPr kumimoji="0" lang="zh-CN" sz="1600" b="1" i="0" u="none" strike="noStrike" cap="none" normalizeH="0" baseline="0" dirty="0">
                <a:ln>
                  <a:noFill/>
                </a:ln>
                <a:solidFill>
                  <a:srgbClr val="4D4D4D"/>
                </a:solidFill>
                <a:effectLst/>
                <a:latin typeface="Arial" pitchFamily="34" charset="0"/>
                <a:ea typeface="-apple-system"/>
                <a:cs typeface="宋体" pitchFamily="2" charset="-122"/>
              </a:rPr>
              <a:t>上</a:t>
            </a:r>
            <a:r>
              <a:rPr kumimoji="0" lang="zh-CN" sz="1600" b="0" i="0" u="none" strike="noStrike" cap="none" normalizeH="0" baseline="0" dirty="0">
                <a:ln>
                  <a:noFill/>
                </a:ln>
                <a:solidFill>
                  <a:srgbClr val="4D4D4D"/>
                </a:solidFill>
                <a:effectLst/>
                <a:latin typeface="Arial" pitchFamily="34" charset="0"/>
                <a:ea typeface="-apple-system"/>
                <a:cs typeface="宋体" pitchFamily="2" charset="-122"/>
              </a:rPr>
              <a:t>）：</a:t>
            </a:r>
            <a:endParaRPr kumimoji="0" lang="zh-CN" sz="1600" b="0" i="0" u="none" strike="noStrike" cap="none" normalizeH="0" baseline="0" dirty="0">
              <a:ln>
                <a:noFill/>
              </a:ln>
              <a:solidFill>
                <a:srgbClr val="333333"/>
              </a:solidFill>
              <a:effectLst/>
              <a:latin typeface="Arial Unicode MS" pitchFamily="34" charset="-122"/>
              <a:ea typeface="Source Code Pro"/>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600" b="0" i="0" u="none" strike="noStrike" cap="none" normalizeH="0" baseline="0" dirty="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a:ln>
                  <a:noFill/>
                </a:ln>
                <a:solidFill>
                  <a:srgbClr val="333333"/>
                </a:solidFill>
                <a:effectLst/>
                <a:latin typeface="Arial Unicode MS" pitchFamily="34" charset="-122"/>
                <a:ea typeface="Source Code Pro"/>
                <a:cs typeface="宋体" pitchFamily="2" charset="-122"/>
              </a:rPr>
              <a:t> EXTI0_IRQHandler()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sz="1600" b="0" i="0" u="none" strike="noStrike" cap="none" normalizeH="0" baseline="0" dirty="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a:ln>
                  <a:noFill/>
                </a:ln>
                <a:solidFill>
                  <a:srgbClr val="333333"/>
                </a:solidFill>
                <a:effectLst/>
                <a:latin typeface="Arial Unicode MS" pitchFamily="34" charset="-122"/>
                <a:ea typeface="Source Code Pro"/>
                <a:cs typeface="宋体" pitchFamily="2" charset="-122"/>
              </a:rPr>
              <a:t> EXTI1_IRQHandler()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zh-CN" altLang="zh-CN" sz="1600" b="0" i="0" u="none" strike="noStrike" cap="none" normalizeH="0" baseline="0" dirty="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a:ln>
                  <a:noFill/>
                </a:ln>
                <a:solidFill>
                  <a:srgbClr val="333333"/>
                </a:solidFill>
                <a:effectLst/>
                <a:latin typeface="Arial Unicode MS" pitchFamily="34" charset="-122"/>
                <a:ea typeface="Source Code Pro"/>
                <a:cs typeface="宋体" pitchFamily="2" charset="-122"/>
              </a:rPr>
              <a:t> EXTI2_IRQHandler()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zh-CN" altLang="zh-CN" sz="1600" b="0" i="0" u="none" strike="noStrike" cap="none" normalizeH="0" baseline="0" dirty="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a:ln>
                  <a:noFill/>
                </a:ln>
                <a:solidFill>
                  <a:srgbClr val="333333"/>
                </a:solidFill>
                <a:effectLst/>
                <a:latin typeface="Arial Unicode MS" pitchFamily="34" charset="-122"/>
                <a:ea typeface="Source Code Pro"/>
                <a:cs typeface="宋体" pitchFamily="2" charset="-122"/>
              </a:rPr>
              <a:t> EXTI3_IRQHandler()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zh-CN" altLang="zh-CN" sz="1600" b="0" i="0" u="none" strike="noStrike" cap="none" normalizeH="0" baseline="0" dirty="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a:ln>
                  <a:noFill/>
                </a:ln>
                <a:solidFill>
                  <a:srgbClr val="333333"/>
                </a:solidFill>
                <a:effectLst/>
                <a:latin typeface="Arial Unicode MS" pitchFamily="34" charset="-122"/>
                <a:ea typeface="Source Code Pro"/>
                <a:cs typeface="宋体" pitchFamily="2" charset="-122"/>
              </a:rPr>
              <a:t> EXTI4_IRQHandler()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zh-CN" altLang="zh-CN" sz="1600" b="0" i="0" u="none" strike="noStrike" cap="none" normalizeH="0" baseline="0" dirty="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a:ln>
                  <a:noFill/>
                </a:ln>
                <a:solidFill>
                  <a:srgbClr val="333333"/>
                </a:solidFill>
                <a:effectLst/>
                <a:latin typeface="Arial Unicode MS" pitchFamily="34" charset="-122"/>
                <a:ea typeface="Source Code Pro"/>
                <a:cs typeface="宋体" pitchFamily="2" charset="-122"/>
              </a:rPr>
              <a:t> EXTI9_5_IRQHandler()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zh-CN" altLang="zh-CN" sz="1600" b="0" i="0" u="none" strike="noStrike" cap="none" normalizeH="0" baseline="0" dirty="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a:ln>
                  <a:noFill/>
                </a:ln>
                <a:solidFill>
                  <a:srgbClr val="333333"/>
                </a:solidFill>
                <a:effectLst/>
                <a:latin typeface="Arial Unicode MS" pitchFamily="34" charset="-122"/>
                <a:ea typeface="Source Code Pro"/>
                <a:cs typeface="宋体" pitchFamily="2" charset="-122"/>
              </a:rPr>
              <a:t> EXTI15_10_IRQHandler()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91412" y="457144"/>
            <a:ext cx="11059886" cy="6186309"/>
          </a:xfrm>
          <a:prstGeom prst="rect">
            <a:avLst/>
          </a:prstGeom>
        </p:spPr>
        <p:txBody>
          <a:bodyPr wrap="square">
            <a:spAutoFit/>
          </a:bodyPr>
          <a:lstStyle/>
          <a:p>
            <a:r>
              <a:rPr lang="en-US" altLang="zh-CN" dirty="0"/>
              <a:t>16</a:t>
            </a:r>
            <a:r>
              <a:rPr lang="zh-CN" altLang="en-US" dirty="0"/>
              <a:t>个，</a:t>
            </a:r>
            <a:r>
              <a:rPr lang="en-US" altLang="zh-CN" dirty="0"/>
              <a:t>0~4</a:t>
            </a:r>
            <a:r>
              <a:rPr lang="zh-CN" altLang="en-US" dirty="0"/>
              <a:t>独立，</a:t>
            </a:r>
            <a:r>
              <a:rPr lang="en-US" altLang="zh-CN" dirty="0"/>
              <a:t>9~5</a:t>
            </a:r>
            <a:r>
              <a:rPr lang="zh-CN" altLang="en-US" dirty="0"/>
              <a:t>共用中断源，</a:t>
            </a:r>
            <a:r>
              <a:rPr lang="en-US" altLang="zh-CN" dirty="0"/>
              <a:t>15~10</a:t>
            </a:r>
            <a:r>
              <a:rPr lang="zh-CN" altLang="en-US" dirty="0"/>
              <a:t>共用中断源，</a:t>
            </a:r>
            <a:r>
              <a:rPr lang="en-US" altLang="zh-CN" dirty="0"/>
              <a:t>9~5</a:t>
            </a:r>
            <a:r>
              <a:rPr lang="zh-CN" altLang="en-US" dirty="0"/>
              <a:t>和</a:t>
            </a:r>
            <a:r>
              <a:rPr lang="en-US" altLang="zh-CN" dirty="0"/>
              <a:t>15~10</a:t>
            </a:r>
            <a:r>
              <a:rPr lang="zh-CN" altLang="en-US" dirty="0"/>
              <a:t>的中断需要在中断函数中判断是哪个中断引脚</a:t>
            </a:r>
            <a:endParaRPr lang="en-US" altLang="zh-CN" dirty="0"/>
          </a:p>
          <a:p>
            <a:r>
              <a:rPr lang="en-US" dirty="0"/>
              <a:t>void EXTI9_5_IRQHandler(void)</a:t>
            </a:r>
            <a:br>
              <a:rPr lang="en-US" dirty="0"/>
            </a:br>
            <a:r>
              <a:rPr lang="en-US" dirty="0"/>
              <a:t>{</a:t>
            </a:r>
          </a:p>
          <a:p>
            <a:r>
              <a:rPr lang="en-US" dirty="0"/>
              <a:t>  u32 Temp = 0x00; </a:t>
            </a:r>
          </a:p>
          <a:p>
            <a:r>
              <a:rPr lang="en-US" dirty="0"/>
              <a:t>  Temp = EXTI-&gt;PR;       //</a:t>
            </a:r>
            <a:r>
              <a:rPr lang="zh-CN" altLang="en-US" dirty="0"/>
              <a:t>取读是那个引脚的中断</a:t>
            </a:r>
            <a:br>
              <a:rPr lang="zh-CN" altLang="en-US" dirty="0"/>
            </a:br>
            <a:r>
              <a:rPr lang="zh-CN" altLang="en-US" dirty="0"/>
              <a:t>  </a:t>
            </a:r>
            <a:r>
              <a:rPr lang="en-US" dirty="0"/>
              <a:t>switch(Temp)</a:t>
            </a:r>
            <a:br>
              <a:rPr lang="en-US" dirty="0"/>
            </a:br>
            <a:r>
              <a:rPr lang="en-US" dirty="0"/>
              <a:t>  {</a:t>
            </a:r>
            <a:br>
              <a:rPr lang="en-US" dirty="0"/>
            </a:br>
            <a:r>
              <a:rPr lang="en-US" dirty="0"/>
              <a:t>    case Exti_From_Pin8:</a:t>
            </a:r>
            <a:br>
              <a:rPr lang="en-US" dirty="0"/>
            </a:br>
            <a:r>
              <a:rPr lang="en-US" dirty="0"/>
              <a:t>      </a:t>
            </a:r>
            <a:r>
              <a:rPr lang="en-US" dirty="0" err="1"/>
              <a:t>EXTI_ClearITPendingBit</a:t>
            </a:r>
            <a:r>
              <a:rPr lang="en-US" dirty="0"/>
              <a:t>(EXTI_Line8);</a:t>
            </a:r>
            <a:br>
              <a:rPr lang="en-US" dirty="0"/>
            </a:br>
            <a:r>
              <a:rPr lang="en-US" dirty="0"/>
              <a:t>      break;</a:t>
            </a:r>
            <a:br>
              <a:rPr lang="en-US" dirty="0"/>
            </a:br>
            <a:r>
              <a:rPr lang="en-US" dirty="0"/>
              <a:t>    case Exti_From_Pin9:</a:t>
            </a:r>
            <a:br>
              <a:rPr lang="en-US" dirty="0"/>
            </a:br>
            <a:r>
              <a:rPr lang="en-US" dirty="0"/>
              <a:t>      if(</a:t>
            </a:r>
            <a:r>
              <a:rPr lang="en-US" dirty="0" err="1"/>
              <a:t>Sys_Status</a:t>
            </a:r>
            <a:r>
              <a:rPr lang="en-US" dirty="0"/>
              <a:t> &lt; MAX_STATUS)</a:t>
            </a:r>
            <a:br>
              <a:rPr lang="en-US" dirty="0"/>
            </a:br>
            <a:r>
              <a:rPr lang="en-US" dirty="0"/>
              <a:t>      {</a:t>
            </a:r>
            <a:br>
              <a:rPr lang="en-US" dirty="0"/>
            </a:br>
            <a:r>
              <a:rPr lang="en-US" dirty="0"/>
              <a:t>        </a:t>
            </a:r>
            <a:r>
              <a:rPr lang="en-US" dirty="0" err="1"/>
              <a:t>Sys_Status</a:t>
            </a:r>
            <a:r>
              <a:rPr lang="en-US" dirty="0"/>
              <a:t> ++;</a:t>
            </a:r>
            <a:br>
              <a:rPr lang="en-US" dirty="0"/>
            </a:br>
            <a:r>
              <a:rPr lang="en-US" dirty="0"/>
              <a:t>      }</a:t>
            </a:r>
            <a:br>
              <a:rPr lang="en-US" dirty="0"/>
            </a:br>
            <a:r>
              <a:rPr lang="en-US" dirty="0"/>
              <a:t>      </a:t>
            </a:r>
            <a:r>
              <a:rPr lang="en-US" dirty="0" err="1"/>
              <a:t>EXTI_ClearITPendingBit</a:t>
            </a:r>
            <a:r>
              <a:rPr lang="en-US" dirty="0"/>
              <a:t>(EXTI_Line9);</a:t>
            </a:r>
            <a:br>
              <a:rPr lang="en-US" dirty="0"/>
            </a:br>
            <a:r>
              <a:rPr lang="en-US" dirty="0"/>
              <a:t>      break;</a:t>
            </a:r>
            <a:br>
              <a:rPr lang="en-US" dirty="0"/>
            </a:br>
            <a:r>
              <a:rPr lang="en-US" dirty="0"/>
              <a:t>    </a:t>
            </a:r>
            <a:r>
              <a:rPr lang="en-US" dirty="0" err="1"/>
              <a:t>default:break</a:t>
            </a:r>
            <a:r>
              <a:rPr lang="en-US" dirty="0"/>
              <a:t>;</a:t>
            </a:r>
            <a:br>
              <a:rPr lang="en-US" dirty="0"/>
            </a:br>
            <a:r>
              <a:rPr lang="en-US" dirty="0"/>
              <a:t>  }</a:t>
            </a:r>
            <a:br>
              <a:rPr lang="en-US" dirty="0"/>
            </a:br>
            <a:r>
              <a:rPr lang="en-US" dirty="0"/>
              <a:t>}</a:t>
            </a:r>
          </a:p>
          <a:p>
            <a:endParaRPr lang="zh-CN" altLang="en-US" dirty="0"/>
          </a:p>
        </p:txBody>
      </p:sp>
      <p:sp>
        <p:nvSpPr>
          <p:cNvPr id="10" name="TextBox 9"/>
          <p:cNvSpPr txBox="1"/>
          <p:nvPr/>
        </p:nvSpPr>
        <p:spPr>
          <a:xfrm>
            <a:off x="6288832" y="2304661"/>
            <a:ext cx="5523723" cy="2446824"/>
          </a:xfrm>
          <a:prstGeom prst="rect">
            <a:avLst/>
          </a:prstGeom>
          <a:noFill/>
        </p:spPr>
        <p:txBody>
          <a:bodyPr wrap="square" rtlCol="0">
            <a:spAutoFit/>
          </a:bodyPr>
          <a:lstStyle/>
          <a:p>
            <a:pPr>
              <a:lnSpc>
                <a:spcPct val="150000"/>
              </a:lnSpc>
            </a:pPr>
            <a:r>
              <a:rPr lang="zh-CN" altLang="en-US" b="1" dirty="0">
                <a:solidFill>
                  <a:srgbClr val="7030A0"/>
                </a:solidFill>
              </a:rPr>
              <a:t>中断处理程序说明，由于外部中断</a:t>
            </a:r>
            <a:r>
              <a:rPr lang="en-US" altLang="zh-CN" b="1" dirty="0">
                <a:solidFill>
                  <a:srgbClr val="7030A0"/>
                </a:solidFill>
              </a:rPr>
              <a:t>EXTI5——EXTI9</a:t>
            </a:r>
            <a:r>
              <a:rPr lang="zh-CN" altLang="en-US" b="1" dirty="0">
                <a:solidFill>
                  <a:srgbClr val="7030A0"/>
                </a:solidFill>
              </a:rPr>
              <a:t>公用了一个中断（</a:t>
            </a:r>
            <a:r>
              <a:rPr lang="en-US" altLang="zh-CN" b="1" dirty="0">
                <a:solidFill>
                  <a:srgbClr val="7030A0"/>
                </a:solidFill>
              </a:rPr>
              <a:t>EXTI10——EXTI15</a:t>
            </a:r>
            <a:r>
              <a:rPr lang="zh-CN" altLang="en-US" b="1" dirty="0">
                <a:solidFill>
                  <a:srgbClr val="7030A0"/>
                </a:solidFill>
              </a:rPr>
              <a:t>类似）所以要区分不同的中断源需要进行相应的判断。如上</a:t>
            </a:r>
            <a:r>
              <a:rPr lang="en-US" altLang="zh-CN" b="1" dirty="0">
                <a:solidFill>
                  <a:srgbClr val="7030A0"/>
                </a:solidFill>
              </a:rPr>
              <a:t>EXTI9_5_IRQHandler</a:t>
            </a:r>
            <a:r>
              <a:rPr lang="zh-CN" altLang="en-US" b="1" dirty="0">
                <a:solidFill>
                  <a:srgbClr val="7030A0"/>
                </a:solidFill>
              </a:rPr>
              <a:t>中，通过取读</a:t>
            </a:r>
            <a:r>
              <a:rPr lang="en-US" altLang="zh-CN" b="1" dirty="0">
                <a:solidFill>
                  <a:srgbClr val="7030A0"/>
                </a:solidFill>
              </a:rPr>
              <a:t>EXTI-&gt;PR</a:t>
            </a:r>
            <a:r>
              <a:rPr lang="zh-CN" altLang="en-US" b="1" dirty="0">
                <a:solidFill>
                  <a:srgbClr val="7030A0"/>
                </a:solidFill>
              </a:rPr>
              <a:t>寄存器来判断中断的来源。</a:t>
            </a:r>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13080" y="96843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81460" y="398576"/>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6.4.4 EXTI</a:t>
            </a:r>
            <a:r>
              <a:rPr lang="zh-CN" altLang="en-US" sz="2800" b="1" dirty="0">
                <a:solidFill>
                  <a:srgbClr val="14529E"/>
                </a:solidFill>
              </a:rPr>
              <a:t>寄存器</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pic>
        <p:nvPicPr>
          <p:cNvPr id="87043" name="Picture 3"/>
          <p:cNvPicPr>
            <a:picLocks noChangeAspect="1" noChangeArrowheads="1"/>
          </p:cNvPicPr>
          <p:nvPr/>
        </p:nvPicPr>
        <p:blipFill>
          <a:blip r:embed="rId3"/>
          <a:srcRect/>
          <a:stretch>
            <a:fillRect/>
          </a:stretch>
        </p:blipFill>
        <p:spPr bwMode="auto">
          <a:xfrm>
            <a:off x="772108" y="1125408"/>
            <a:ext cx="9780814" cy="1076861"/>
          </a:xfrm>
          <a:prstGeom prst="rect">
            <a:avLst/>
          </a:prstGeom>
          <a:noFill/>
          <a:ln w="9525">
            <a:noFill/>
            <a:miter lim="800000"/>
            <a:headEnd/>
            <a:tailEnd/>
          </a:ln>
          <a:effectLst/>
        </p:spPr>
      </p:pic>
      <p:pic>
        <p:nvPicPr>
          <p:cNvPr id="87044" name="Picture 4"/>
          <p:cNvPicPr>
            <a:picLocks noChangeAspect="1" noChangeArrowheads="1"/>
          </p:cNvPicPr>
          <p:nvPr/>
        </p:nvPicPr>
        <p:blipFill>
          <a:blip r:embed="rId4"/>
          <a:srcRect/>
          <a:stretch>
            <a:fillRect/>
          </a:stretch>
        </p:blipFill>
        <p:spPr bwMode="auto">
          <a:xfrm>
            <a:off x="786203" y="2201344"/>
            <a:ext cx="9794744" cy="1614875"/>
          </a:xfrm>
          <a:prstGeom prst="rect">
            <a:avLst/>
          </a:prstGeom>
          <a:noFill/>
          <a:ln w="9525">
            <a:noFill/>
            <a:miter lim="800000"/>
            <a:headEnd/>
            <a:tailEnd/>
          </a:ln>
          <a:effectLst/>
        </p:spPr>
      </p:pic>
      <p:sp>
        <p:nvSpPr>
          <p:cNvPr id="6" name="矩形 5"/>
          <p:cNvSpPr/>
          <p:nvPr/>
        </p:nvSpPr>
        <p:spPr>
          <a:xfrm>
            <a:off x="444759" y="3861616"/>
            <a:ext cx="10761306" cy="369332"/>
          </a:xfrm>
          <a:prstGeom prst="rect">
            <a:avLst/>
          </a:prstGeom>
        </p:spPr>
        <p:txBody>
          <a:bodyPr wrap="square">
            <a:spAutoFit/>
          </a:bodyPr>
          <a:lstStyle/>
          <a:p>
            <a:r>
              <a:rPr lang="zh-CN" altLang="en-US" dirty="0"/>
              <a:t>作用：每一位对应着一条中断线。清零表示屏蔽该线路上的中断请求；置</a:t>
            </a:r>
            <a:r>
              <a:rPr lang="en-US" altLang="zh-CN" dirty="0"/>
              <a:t>1</a:t>
            </a:r>
            <a:r>
              <a:rPr lang="zh-CN" altLang="en-US" dirty="0"/>
              <a:t>表示打开该线路上的中断请求。</a:t>
            </a:r>
          </a:p>
        </p:txBody>
      </p:sp>
      <p:sp>
        <p:nvSpPr>
          <p:cNvPr id="8" name="矩形 7"/>
          <p:cNvSpPr/>
          <p:nvPr/>
        </p:nvSpPr>
        <p:spPr>
          <a:xfrm>
            <a:off x="444753" y="4253499"/>
            <a:ext cx="10695997" cy="369332"/>
          </a:xfrm>
          <a:prstGeom prst="rect">
            <a:avLst/>
          </a:prstGeom>
        </p:spPr>
        <p:txBody>
          <a:bodyPr wrap="square">
            <a:spAutoFit/>
          </a:bodyPr>
          <a:lstStyle/>
          <a:p>
            <a:r>
              <a:rPr lang="zh-CN" altLang="en-US" dirty="0"/>
              <a:t>作用：每一位对应着一条中断线。清零表示屏蔽该线路上的事件请求；置</a:t>
            </a:r>
            <a:r>
              <a:rPr lang="en-US" altLang="zh-CN" dirty="0"/>
              <a:t>1</a:t>
            </a:r>
            <a:r>
              <a:rPr lang="zh-CN" altLang="en-US" dirty="0"/>
              <a:t>表示打开该线路上的事件请求。</a:t>
            </a:r>
          </a:p>
        </p:txBody>
      </p:sp>
      <p:sp>
        <p:nvSpPr>
          <p:cNvPr id="9" name="矩形 8"/>
          <p:cNvSpPr/>
          <p:nvPr/>
        </p:nvSpPr>
        <p:spPr>
          <a:xfrm>
            <a:off x="426093" y="4636053"/>
            <a:ext cx="11321148" cy="369332"/>
          </a:xfrm>
          <a:prstGeom prst="rect">
            <a:avLst/>
          </a:prstGeom>
        </p:spPr>
        <p:txBody>
          <a:bodyPr wrap="square">
            <a:spAutoFit/>
          </a:bodyPr>
          <a:lstStyle/>
          <a:p>
            <a:r>
              <a:rPr lang="zh-CN" altLang="en-US" dirty="0"/>
              <a:t>作用：每一位对应着一条中断线。清零表示关闭上升沿触发中断或事件；置</a:t>
            </a:r>
            <a:r>
              <a:rPr lang="en-US" altLang="zh-CN" dirty="0"/>
              <a:t>1</a:t>
            </a:r>
            <a:r>
              <a:rPr lang="zh-CN" altLang="en-US" dirty="0"/>
              <a:t>表示打开上升沿触发中断或事件。</a:t>
            </a:r>
          </a:p>
        </p:txBody>
      </p:sp>
      <p:sp>
        <p:nvSpPr>
          <p:cNvPr id="10" name="矩形 9"/>
          <p:cNvSpPr/>
          <p:nvPr/>
        </p:nvSpPr>
        <p:spPr>
          <a:xfrm>
            <a:off x="426095" y="5027942"/>
            <a:ext cx="11321145" cy="369332"/>
          </a:xfrm>
          <a:prstGeom prst="rect">
            <a:avLst/>
          </a:prstGeom>
        </p:spPr>
        <p:txBody>
          <a:bodyPr wrap="square">
            <a:spAutoFit/>
          </a:bodyPr>
          <a:lstStyle/>
          <a:p>
            <a:r>
              <a:rPr lang="zh-CN" altLang="en-US" dirty="0"/>
              <a:t>作用：每一位对应着一条中断线。清零表示关闭下降沿触发中断或事件；置</a:t>
            </a:r>
            <a:r>
              <a:rPr lang="en-US" altLang="zh-CN" dirty="0"/>
              <a:t>1</a:t>
            </a:r>
            <a:r>
              <a:rPr lang="zh-CN" altLang="en-US" dirty="0"/>
              <a:t>表示打开下降沿触发中断或事件。</a:t>
            </a:r>
          </a:p>
        </p:txBody>
      </p:sp>
      <p:sp>
        <p:nvSpPr>
          <p:cNvPr id="11" name="矩形 10"/>
          <p:cNvSpPr/>
          <p:nvPr/>
        </p:nvSpPr>
        <p:spPr>
          <a:xfrm>
            <a:off x="426095" y="5382501"/>
            <a:ext cx="11078549" cy="369332"/>
          </a:xfrm>
          <a:prstGeom prst="rect">
            <a:avLst/>
          </a:prstGeom>
        </p:spPr>
        <p:txBody>
          <a:bodyPr wrap="square">
            <a:spAutoFit/>
          </a:bodyPr>
          <a:lstStyle/>
          <a:p>
            <a:r>
              <a:rPr lang="zh-CN" altLang="en-US" dirty="0"/>
              <a:t>作用：每一位对应着一条中断线。当</a:t>
            </a:r>
            <a:r>
              <a:rPr lang="en-US" altLang="zh-CN" dirty="0" err="1"/>
              <a:t>EXTIx</a:t>
            </a:r>
            <a:r>
              <a:rPr lang="zh-CN" altLang="en-US" dirty="0"/>
              <a:t>中断有效且</a:t>
            </a:r>
            <a:r>
              <a:rPr lang="en-US" altLang="zh-CN" dirty="0"/>
              <a:t>SWIER=0</a:t>
            </a:r>
            <a:r>
              <a:rPr lang="zh-CN" altLang="en-US" dirty="0"/>
              <a:t>时，向</a:t>
            </a:r>
            <a:r>
              <a:rPr lang="en-US" altLang="zh-CN" dirty="0"/>
              <a:t>SWIER</a:t>
            </a:r>
            <a:r>
              <a:rPr lang="zh-CN" altLang="en-US" dirty="0"/>
              <a:t>写</a:t>
            </a:r>
            <a:r>
              <a:rPr lang="en-US" altLang="zh-CN" dirty="0"/>
              <a:t>1</a:t>
            </a:r>
            <a:r>
              <a:rPr lang="zh-CN" altLang="en-US" dirty="0"/>
              <a:t>将触发中断请求。</a:t>
            </a:r>
          </a:p>
        </p:txBody>
      </p:sp>
      <p:sp>
        <p:nvSpPr>
          <p:cNvPr id="12" name="矩形 11"/>
          <p:cNvSpPr/>
          <p:nvPr/>
        </p:nvSpPr>
        <p:spPr>
          <a:xfrm>
            <a:off x="416764" y="5710536"/>
            <a:ext cx="11134531" cy="646331"/>
          </a:xfrm>
          <a:prstGeom prst="rect">
            <a:avLst/>
          </a:prstGeom>
        </p:spPr>
        <p:txBody>
          <a:bodyPr wrap="square">
            <a:spAutoFit/>
          </a:bodyPr>
          <a:lstStyle/>
          <a:p>
            <a:r>
              <a:rPr lang="zh-CN" altLang="en-US" dirty="0"/>
              <a:t>作用：每一位对应着一条中断线。如果第</a:t>
            </a:r>
            <a:r>
              <a:rPr lang="en-US" altLang="zh-CN" dirty="0" err="1"/>
              <a:t>i</a:t>
            </a:r>
            <a:r>
              <a:rPr lang="zh-CN" altLang="en-US" dirty="0"/>
              <a:t>个中断触发了，则</a:t>
            </a:r>
            <a:r>
              <a:rPr lang="en-US" altLang="zh-CN" dirty="0"/>
              <a:t>PR</a:t>
            </a:r>
            <a:r>
              <a:rPr lang="zh-CN" altLang="en-US" dirty="0"/>
              <a:t>位对应位自动置</a:t>
            </a:r>
            <a:r>
              <a:rPr lang="en-US" altLang="zh-CN" dirty="0"/>
              <a:t>1</a:t>
            </a:r>
            <a:r>
              <a:rPr lang="zh-CN" altLang="en-US" dirty="0"/>
              <a:t>；向</a:t>
            </a:r>
            <a:r>
              <a:rPr lang="en-US" altLang="zh-CN" dirty="0"/>
              <a:t>PR</a:t>
            </a:r>
            <a:r>
              <a:rPr lang="zh-CN" altLang="en-US" dirty="0"/>
              <a:t>位写入</a:t>
            </a:r>
            <a:r>
              <a:rPr lang="en-US" altLang="zh-CN" dirty="0"/>
              <a:t>1</a:t>
            </a:r>
            <a:r>
              <a:rPr lang="zh-CN" altLang="en-US" dirty="0"/>
              <a:t>清零该位，同时清除</a:t>
            </a:r>
            <a:r>
              <a:rPr lang="en-US" altLang="zh-CN" dirty="0"/>
              <a:t>SWIER</a:t>
            </a:r>
            <a:r>
              <a:rPr lang="zh-CN" altLang="en-US" dirty="0"/>
              <a:t>位。</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en-US" altLang="zh-CN" sz="2800" b="1" dirty="0">
                <a:solidFill>
                  <a:srgbClr val="0070C0"/>
                </a:solidFill>
              </a:rPr>
              <a:t>6.5 </a:t>
            </a:r>
            <a:r>
              <a:rPr lang="zh-CN" altLang="en-US" sz="2800" b="1" dirty="0">
                <a:solidFill>
                  <a:srgbClr val="0070C0"/>
                </a:solidFill>
              </a:rPr>
              <a:t>应用实例</a:t>
            </a:r>
          </a:p>
        </p:txBody>
      </p:sp>
      <p:sp>
        <p:nvSpPr>
          <p:cNvPr id="6" name="矩形 5"/>
          <p:cNvSpPr/>
          <p:nvPr/>
        </p:nvSpPr>
        <p:spPr>
          <a:xfrm>
            <a:off x="668693" y="1072076"/>
            <a:ext cx="9996195" cy="4247317"/>
          </a:xfrm>
          <a:prstGeom prst="rect">
            <a:avLst/>
          </a:prstGeom>
        </p:spPr>
        <p:txBody>
          <a:bodyPr wrap="square">
            <a:spAutoFit/>
          </a:bodyPr>
          <a:lstStyle/>
          <a:p>
            <a:pPr>
              <a:lnSpc>
                <a:spcPct val="150000"/>
              </a:lnSpc>
            </a:pPr>
            <a:r>
              <a:rPr lang="zh-CN" altLang="en-US" sz="2000" b="1" dirty="0">
                <a:solidFill>
                  <a:srgbClr val="C00000"/>
                </a:solidFill>
              </a:rPr>
              <a:t>外部中断一般步骤</a:t>
            </a:r>
          </a:p>
          <a:p>
            <a:pPr>
              <a:lnSpc>
                <a:spcPct val="150000"/>
              </a:lnSpc>
            </a:pPr>
            <a:r>
              <a:rPr lang="en-US" altLang="zh-CN" sz="2000" b="1" dirty="0"/>
              <a:t>1.</a:t>
            </a:r>
            <a:r>
              <a:rPr lang="zh-CN" altLang="en-US" sz="2000" b="1" dirty="0"/>
              <a:t>开启</a:t>
            </a:r>
            <a:r>
              <a:rPr lang="en-US" altLang="zh-CN" sz="2000" b="1" dirty="0"/>
              <a:t>IO</a:t>
            </a:r>
            <a:r>
              <a:rPr lang="zh-CN" altLang="en-US" sz="2000" b="1" dirty="0"/>
              <a:t>口时钟，初始化</a:t>
            </a:r>
            <a:r>
              <a:rPr lang="en-US" altLang="zh-CN" sz="2000" b="1" dirty="0"/>
              <a:t>IO</a:t>
            </a:r>
            <a:r>
              <a:rPr lang="zh-CN" altLang="en-US" sz="2000" b="1" dirty="0"/>
              <a:t>口为输入。调用函数：</a:t>
            </a:r>
            <a:r>
              <a:rPr lang="en-US" altLang="zh-CN" sz="2000" b="1" dirty="0" err="1"/>
              <a:t>GPIO_Init</a:t>
            </a:r>
            <a:r>
              <a:rPr lang="en-US" altLang="zh-CN" sz="2000" b="1" dirty="0"/>
              <a:t>()</a:t>
            </a:r>
            <a:r>
              <a:rPr lang="zh-CN" altLang="en-US" sz="2000" b="1" dirty="0"/>
              <a:t>；</a:t>
            </a:r>
            <a:endParaRPr lang="zh-CN" altLang="en-US" sz="2000" dirty="0"/>
          </a:p>
          <a:p>
            <a:pPr>
              <a:lnSpc>
                <a:spcPct val="150000"/>
              </a:lnSpc>
            </a:pPr>
            <a:r>
              <a:rPr lang="en-US" altLang="zh-CN" sz="2000" b="1" dirty="0"/>
              <a:t>2.</a:t>
            </a:r>
            <a:r>
              <a:rPr lang="zh-CN" altLang="en-US" sz="2000" b="1" dirty="0"/>
              <a:t>开启</a:t>
            </a:r>
            <a:r>
              <a:rPr lang="en-US" altLang="zh-CN" sz="2000" b="1" dirty="0"/>
              <a:t>IO</a:t>
            </a:r>
            <a:r>
              <a:rPr lang="zh-CN" altLang="en-US" sz="2000" b="1" dirty="0"/>
              <a:t>口复用时钟。调用函数：</a:t>
            </a:r>
            <a:r>
              <a:rPr lang="en-US" altLang="zh-CN" sz="2000" b="1" dirty="0"/>
              <a:t>RCC_APB2PeriphClockCmd(RCC_APB2Periph_AFIO,ENABLE)</a:t>
            </a:r>
            <a:r>
              <a:rPr lang="zh-CN" altLang="en-US" sz="2000" b="1" dirty="0"/>
              <a:t>；</a:t>
            </a:r>
            <a:endParaRPr lang="zh-CN" altLang="en-US" sz="2000" dirty="0"/>
          </a:p>
          <a:p>
            <a:pPr>
              <a:lnSpc>
                <a:spcPct val="150000"/>
              </a:lnSpc>
            </a:pPr>
            <a:r>
              <a:rPr lang="en-US" altLang="zh-CN" sz="2000" b="1" dirty="0"/>
              <a:t>3.</a:t>
            </a:r>
            <a:r>
              <a:rPr lang="zh-CN" altLang="en-US" sz="2000" b="1" dirty="0"/>
              <a:t>设置</a:t>
            </a:r>
            <a:r>
              <a:rPr lang="en-US" altLang="zh-CN" sz="2000" b="1" dirty="0"/>
              <a:t>IO</a:t>
            </a:r>
            <a:r>
              <a:rPr lang="zh-CN" altLang="en-US" sz="2000" b="1" dirty="0"/>
              <a:t>口与中断线的映射关系。调用函数：</a:t>
            </a:r>
            <a:r>
              <a:rPr lang="en-US" altLang="zh-CN" sz="2000" b="1" dirty="0" err="1"/>
              <a:t>GPIO_EXTILineConfig</a:t>
            </a:r>
            <a:r>
              <a:rPr lang="en-US" altLang="zh-CN" sz="2000" b="1" dirty="0"/>
              <a:t>()</a:t>
            </a:r>
            <a:r>
              <a:rPr lang="zh-CN" altLang="en-US" sz="2000" b="1" dirty="0"/>
              <a:t>；</a:t>
            </a:r>
            <a:endParaRPr lang="zh-CN" altLang="en-US" sz="2000" dirty="0"/>
          </a:p>
          <a:p>
            <a:pPr>
              <a:lnSpc>
                <a:spcPct val="150000"/>
              </a:lnSpc>
            </a:pPr>
            <a:r>
              <a:rPr lang="en-US" altLang="zh-CN" sz="2000" b="1" dirty="0"/>
              <a:t>4.</a:t>
            </a:r>
            <a:r>
              <a:rPr lang="zh-CN" altLang="en-US" sz="2000" b="1" dirty="0"/>
              <a:t>初始化线上中断，设置触发条件等。调用函数：</a:t>
            </a:r>
            <a:r>
              <a:rPr lang="en-US" altLang="zh-CN" sz="2000" b="1" dirty="0" err="1"/>
              <a:t>EXTI_Init</a:t>
            </a:r>
            <a:r>
              <a:rPr lang="en-US" altLang="zh-CN" sz="2000" b="1" dirty="0"/>
              <a:t>()</a:t>
            </a:r>
            <a:r>
              <a:rPr lang="zh-CN" altLang="en-US" sz="2000" b="1" dirty="0"/>
              <a:t>；</a:t>
            </a:r>
            <a:endParaRPr lang="zh-CN" altLang="en-US" sz="2000" dirty="0"/>
          </a:p>
          <a:p>
            <a:pPr>
              <a:lnSpc>
                <a:spcPct val="150000"/>
              </a:lnSpc>
            </a:pPr>
            <a:r>
              <a:rPr lang="en-US" altLang="zh-CN" sz="2000" b="1" dirty="0"/>
              <a:t>5.</a:t>
            </a:r>
            <a:r>
              <a:rPr lang="zh-CN" altLang="en-US" sz="2000" b="1" dirty="0"/>
              <a:t>配置中断分组（</a:t>
            </a:r>
            <a:r>
              <a:rPr lang="en-US" altLang="zh-CN" sz="2000" b="1" dirty="0"/>
              <a:t>NVIC</a:t>
            </a:r>
            <a:r>
              <a:rPr lang="zh-CN" altLang="en-US" sz="2000" b="1" dirty="0"/>
              <a:t>），并使能中断。调用函数：</a:t>
            </a:r>
            <a:r>
              <a:rPr lang="en-US" altLang="zh-CN" sz="2000" b="1" dirty="0" err="1"/>
              <a:t>NVIC_Init</a:t>
            </a:r>
            <a:r>
              <a:rPr lang="en-US" altLang="zh-CN" sz="2000" b="1" dirty="0"/>
              <a:t>()</a:t>
            </a:r>
            <a:r>
              <a:rPr lang="zh-CN" altLang="en-US" sz="2000" b="1" dirty="0"/>
              <a:t>；</a:t>
            </a:r>
            <a:endParaRPr lang="zh-CN" altLang="en-US" sz="2000" dirty="0"/>
          </a:p>
          <a:p>
            <a:pPr>
              <a:lnSpc>
                <a:spcPct val="150000"/>
              </a:lnSpc>
            </a:pPr>
            <a:r>
              <a:rPr lang="en-US" altLang="zh-CN" sz="2000" b="1" dirty="0"/>
              <a:t>6.</a:t>
            </a:r>
            <a:r>
              <a:rPr lang="zh-CN" altLang="en-US" sz="2000" b="1" dirty="0"/>
              <a:t>编写中断服务函数。调用函数：</a:t>
            </a:r>
            <a:r>
              <a:rPr lang="en-US" altLang="zh-CN" sz="2000" b="1" dirty="0" err="1"/>
              <a:t>EXTIx_IRQHandler</a:t>
            </a:r>
            <a:r>
              <a:rPr lang="en-US" altLang="zh-CN" sz="2000" b="1" dirty="0"/>
              <a:t>()</a:t>
            </a:r>
            <a:r>
              <a:rPr lang="zh-CN" altLang="en-US" sz="2000" b="1" dirty="0"/>
              <a:t>；</a:t>
            </a:r>
            <a:endParaRPr lang="zh-CN" altLang="en-US" sz="2000" dirty="0"/>
          </a:p>
          <a:p>
            <a:pPr>
              <a:lnSpc>
                <a:spcPct val="150000"/>
              </a:lnSpc>
            </a:pPr>
            <a:r>
              <a:rPr lang="en-US" altLang="zh-CN" sz="2000" b="1" dirty="0"/>
              <a:t>7.</a:t>
            </a:r>
            <a:r>
              <a:rPr lang="zh-CN" altLang="en-US" sz="2000" b="1" dirty="0"/>
              <a:t>清除中断标志位。调用函数：</a:t>
            </a:r>
            <a:r>
              <a:rPr lang="en-US" altLang="zh-CN" sz="2000" b="1" dirty="0" err="1"/>
              <a:t>EXTI_ClearITPendingBit</a:t>
            </a:r>
            <a:r>
              <a:rPr lang="en-US" altLang="zh-CN" sz="2000" b="1" dirty="0"/>
              <a:t>()</a:t>
            </a:r>
            <a:r>
              <a:rPr lang="zh-CN" altLang="en-US" sz="2000" b="1" dirty="0"/>
              <a:t>。</a:t>
            </a:r>
            <a:endParaRPr lang="zh-CN" alt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1"/>
          <p:cNvPicPr>
            <a:picLocks noChangeAspect="1" noChangeArrowheads="1"/>
          </p:cNvPicPr>
          <p:nvPr/>
        </p:nvPicPr>
        <p:blipFill>
          <a:blip r:embed="rId2"/>
          <a:srcRect/>
          <a:stretch>
            <a:fillRect/>
          </a:stretch>
        </p:blipFill>
        <p:spPr bwMode="auto">
          <a:xfrm>
            <a:off x="569620" y="523810"/>
            <a:ext cx="10216567" cy="596035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5" name="Picture 1"/>
          <p:cNvPicPr>
            <a:picLocks noChangeAspect="1" noChangeArrowheads="1"/>
          </p:cNvPicPr>
          <p:nvPr/>
        </p:nvPicPr>
        <p:blipFill>
          <a:blip r:embed="rId2"/>
          <a:srcRect/>
          <a:stretch>
            <a:fillRect/>
          </a:stretch>
        </p:blipFill>
        <p:spPr bwMode="auto">
          <a:xfrm>
            <a:off x="395288" y="490538"/>
            <a:ext cx="11401425" cy="5876925"/>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7475" y="117693"/>
            <a:ext cx="11924525" cy="6740307"/>
          </a:xfrm>
          <a:prstGeom prst="rect">
            <a:avLst/>
          </a:prstGeom>
        </p:spPr>
        <p:txBody>
          <a:bodyPr wrap="square">
            <a:spAutoFit/>
          </a:bodyPr>
          <a:lstStyle/>
          <a:p>
            <a:pPr>
              <a:lnSpc>
                <a:spcPct val="150000"/>
              </a:lnSpc>
            </a:pPr>
            <a:r>
              <a:rPr lang="en-US" sz="2800" b="1" dirty="0">
                <a:solidFill>
                  <a:srgbClr val="C00000"/>
                </a:solidFill>
              </a:rPr>
              <a:t>STM32 AFIO</a:t>
            </a:r>
            <a:r>
              <a:rPr lang="zh-CN" altLang="en-US" sz="2800" b="1" dirty="0">
                <a:solidFill>
                  <a:srgbClr val="C00000"/>
                </a:solidFill>
              </a:rPr>
              <a:t>复用功能寄存器</a:t>
            </a:r>
            <a:endParaRPr lang="zh-CN" altLang="en-US" sz="2800" dirty="0">
              <a:solidFill>
                <a:srgbClr val="C00000"/>
              </a:solidFill>
            </a:endParaRPr>
          </a:p>
          <a:p>
            <a:pPr>
              <a:lnSpc>
                <a:spcPct val="150000"/>
              </a:lnSpc>
            </a:pPr>
            <a:r>
              <a:rPr lang="en-US" sz="2000" b="1" dirty="0"/>
              <a:t>AFIO_EVCR</a:t>
            </a:r>
            <a:r>
              <a:rPr lang="en-US" sz="2000" dirty="0"/>
              <a:t>：</a:t>
            </a:r>
            <a:r>
              <a:rPr lang="zh-CN" altLang="en-US" sz="2000" dirty="0"/>
              <a:t>复用事件控制寄存器</a:t>
            </a:r>
          </a:p>
          <a:p>
            <a:pPr>
              <a:lnSpc>
                <a:spcPct val="150000"/>
              </a:lnSpc>
            </a:pPr>
            <a:r>
              <a:rPr lang="en-US" sz="2000" b="1" dirty="0"/>
              <a:t>AFIO_MAPR</a:t>
            </a:r>
            <a:r>
              <a:rPr lang="en-US" sz="2000" dirty="0"/>
              <a:t>：</a:t>
            </a:r>
            <a:r>
              <a:rPr lang="zh-CN" altLang="en-US" sz="2000" dirty="0"/>
              <a:t>复用功能重映射和调试</a:t>
            </a:r>
            <a:r>
              <a:rPr lang="en-US" sz="2000" dirty="0"/>
              <a:t>I/O</a:t>
            </a:r>
            <a:r>
              <a:rPr lang="zh-CN" altLang="en-US" sz="2000" dirty="0"/>
              <a:t>配置寄存器，配置某些引脚第三功能。</a:t>
            </a:r>
          </a:p>
          <a:p>
            <a:pPr>
              <a:lnSpc>
                <a:spcPct val="150000"/>
              </a:lnSpc>
            </a:pPr>
            <a:r>
              <a:rPr lang="en-US" sz="2000" b="1" dirty="0"/>
              <a:t>AFIO_EXTICR1</a:t>
            </a:r>
            <a:r>
              <a:rPr lang="en-US" sz="2000" dirty="0"/>
              <a:t>：</a:t>
            </a:r>
            <a:r>
              <a:rPr lang="zh-CN" altLang="en-US" sz="2000" dirty="0"/>
              <a:t>外部中断配置寄存器</a:t>
            </a:r>
            <a:r>
              <a:rPr lang="en-US" altLang="zh-CN" sz="2000" dirty="0"/>
              <a:t>1</a:t>
            </a:r>
            <a:r>
              <a:rPr lang="zh-CN" altLang="en-US" sz="2000" dirty="0"/>
              <a:t>，配置外部中断</a:t>
            </a:r>
            <a:r>
              <a:rPr lang="en-US" sz="2000" dirty="0"/>
              <a:t>EXTI0,1,2,3</a:t>
            </a:r>
            <a:r>
              <a:rPr lang="zh-CN" altLang="en-US" sz="2000" dirty="0"/>
              <a:t>给</a:t>
            </a:r>
            <a:r>
              <a:rPr lang="en-US" sz="2000" dirty="0"/>
              <a:t>Px0,Px1,Px2,Px3</a:t>
            </a:r>
            <a:r>
              <a:rPr lang="zh-CN" altLang="en-US" sz="2000" dirty="0"/>
              <a:t>引脚。</a:t>
            </a:r>
            <a:r>
              <a:rPr lang="en-US" altLang="zh-CN" sz="2000" dirty="0"/>
              <a:t>(</a:t>
            </a:r>
            <a:r>
              <a:rPr lang="en-US" sz="2000" dirty="0"/>
              <a:t>x=A,B,C,D,E…)</a:t>
            </a:r>
          </a:p>
          <a:p>
            <a:pPr>
              <a:lnSpc>
                <a:spcPct val="150000"/>
              </a:lnSpc>
            </a:pPr>
            <a:r>
              <a:rPr lang="en-US" sz="2000" b="1" dirty="0"/>
              <a:t>AFIO_EXTICR2</a:t>
            </a:r>
            <a:r>
              <a:rPr lang="en-US" sz="2000" dirty="0"/>
              <a:t>：</a:t>
            </a:r>
            <a:r>
              <a:rPr lang="zh-CN" altLang="en-US" sz="2000" dirty="0"/>
              <a:t>外部中断配置寄存器</a:t>
            </a:r>
            <a:r>
              <a:rPr lang="en-US" altLang="zh-CN" sz="2000" dirty="0"/>
              <a:t>2</a:t>
            </a:r>
            <a:r>
              <a:rPr lang="zh-CN" altLang="en-US" sz="2000" dirty="0"/>
              <a:t>，配置外部中断</a:t>
            </a:r>
            <a:r>
              <a:rPr lang="en-US" sz="2000" dirty="0"/>
              <a:t>EXTI4,5,6,7</a:t>
            </a:r>
            <a:r>
              <a:rPr lang="zh-CN" altLang="en-US" sz="2000" dirty="0"/>
              <a:t>给</a:t>
            </a:r>
            <a:r>
              <a:rPr lang="en-US" sz="2000" dirty="0"/>
              <a:t>Px4,Px5,Px6,Px7</a:t>
            </a:r>
            <a:r>
              <a:rPr lang="zh-CN" altLang="en-US" sz="2000" dirty="0"/>
              <a:t>引脚。</a:t>
            </a:r>
            <a:r>
              <a:rPr lang="en-US" altLang="zh-CN" sz="2000" dirty="0"/>
              <a:t>(</a:t>
            </a:r>
            <a:r>
              <a:rPr lang="en-US" sz="2000" dirty="0"/>
              <a:t>x=A,B,C,D,E…)</a:t>
            </a:r>
          </a:p>
          <a:p>
            <a:pPr>
              <a:lnSpc>
                <a:spcPct val="150000"/>
              </a:lnSpc>
            </a:pPr>
            <a:r>
              <a:rPr lang="en-US" sz="2000" b="1" dirty="0"/>
              <a:t>AFIO_EXTICR3</a:t>
            </a:r>
            <a:r>
              <a:rPr lang="en-US" sz="2000" dirty="0"/>
              <a:t>：</a:t>
            </a:r>
            <a:r>
              <a:rPr lang="zh-CN" altLang="en-US" sz="2000" dirty="0"/>
              <a:t>外部中断配置寄存器</a:t>
            </a:r>
            <a:r>
              <a:rPr lang="en-US" altLang="zh-CN" sz="2000" dirty="0"/>
              <a:t>3</a:t>
            </a:r>
            <a:r>
              <a:rPr lang="zh-CN" altLang="en-US" sz="2000" dirty="0"/>
              <a:t>，配置外部中断</a:t>
            </a:r>
            <a:r>
              <a:rPr lang="en-US" sz="2000" dirty="0"/>
              <a:t>EXTI8,9,10,11</a:t>
            </a:r>
            <a:r>
              <a:rPr lang="zh-CN" altLang="en-US" sz="2000" dirty="0"/>
              <a:t>给</a:t>
            </a:r>
            <a:r>
              <a:rPr lang="en-US" sz="2000" dirty="0"/>
              <a:t>Px8,Px9,Px10,Px11</a:t>
            </a:r>
            <a:r>
              <a:rPr lang="zh-CN" altLang="en-US" sz="2000" dirty="0"/>
              <a:t>引脚。</a:t>
            </a:r>
            <a:r>
              <a:rPr lang="en-US" altLang="zh-CN" sz="2000" dirty="0"/>
              <a:t>(</a:t>
            </a:r>
            <a:r>
              <a:rPr lang="en-US" sz="2000" dirty="0"/>
              <a:t>x=A, B,C,D,E…)</a:t>
            </a:r>
          </a:p>
          <a:p>
            <a:pPr>
              <a:lnSpc>
                <a:spcPct val="150000"/>
              </a:lnSpc>
            </a:pPr>
            <a:r>
              <a:rPr lang="en-US" sz="2000" b="1" dirty="0"/>
              <a:t>AFIO_EXTICR4</a:t>
            </a:r>
            <a:r>
              <a:rPr lang="en-US" sz="2000" dirty="0"/>
              <a:t>：</a:t>
            </a:r>
            <a:r>
              <a:rPr lang="zh-CN" altLang="en-US" sz="2000" dirty="0"/>
              <a:t>外部中断配置寄存器</a:t>
            </a:r>
            <a:r>
              <a:rPr lang="en-US" altLang="zh-CN" sz="2000" dirty="0"/>
              <a:t>4</a:t>
            </a:r>
            <a:r>
              <a:rPr lang="zh-CN" altLang="en-US" sz="2000" dirty="0"/>
              <a:t>，配置外部中断</a:t>
            </a:r>
            <a:r>
              <a:rPr lang="en-US" sz="2000" dirty="0"/>
              <a:t>EXTI12,13,14,15</a:t>
            </a:r>
            <a:r>
              <a:rPr lang="zh-CN" altLang="en-US" sz="2000" dirty="0"/>
              <a:t>给</a:t>
            </a:r>
            <a:r>
              <a:rPr lang="en-US" sz="2000" dirty="0"/>
              <a:t>Px12,Px13,Px14,Px15</a:t>
            </a:r>
            <a:r>
              <a:rPr lang="zh-CN" altLang="en-US" sz="2000" dirty="0"/>
              <a:t>引脚。</a:t>
            </a:r>
            <a:r>
              <a:rPr lang="en-US" altLang="zh-CN" sz="2000" dirty="0"/>
              <a:t>(</a:t>
            </a:r>
            <a:r>
              <a:rPr lang="en-US" sz="2000" dirty="0"/>
              <a:t>x=A,B,C,D,E…)</a:t>
            </a:r>
          </a:p>
          <a:p>
            <a:pPr>
              <a:lnSpc>
                <a:spcPct val="150000"/>
              </a:lnSpc>
              <a:buClr>
                <a:srgbClr val="FFC000"/>
              </a:buClr>
              <a:buFont typeface="Wingdings" pitchFamily="2" charset="2"/>
              <a:buChar char="u"/>
            </a:pPr>
            <a:r>
              <a:rPr lang="zh-CN" altLang="en-US" sz="2000" dirty="0"/>
              <a:t>因为在配置外部中断时，要对 </a:t>
            </a:r>
            <a:r>
              <a:rPr lang="en-US" altLang="zh-CN" sz="2000" b="1" dirty="0"/>
              <a:t>AFIO_EXTICRX</a:t>
            </a:r>
            <a:r>
              <a:rPr lang="zh-CN" altLang="en-US" sz="2000" b="1" dirty="0"/>
              <a:t>进行读写操作，所以</a:t>
            </a:r>
            <a:r>
              <a:rPr lang="zh-CN" altLang="en-US" sz="2000" dirty="0"/>
              <a:t>要打开</a:t>
            </a:r>
            <a:r>
              <a:rPr lang="en-US" altLang="zh-CN" dirty="0"/>
              <a:t>RCC_APB2Periph_AFIO</a:t>
            </a:r>
            <a:r>
              <a:rPr lang="zh-CN" altLang="en-US" sz="2000" dirty="0"/>
              <a:t>时钟。</a:t>
            </a:r>
            <a:endParaRPr lang="en-US" sz="2000" dirty="0"/>
          </a:p>
          <a:p>
            <a:pPr>
              <a:lnSpc>
                <a:spcPct val="150000"/>
              </a:lnSpc>
            </a:pP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1"/>
          <p:cNvPicPr>
            <a:picLocks noChangeAspect="1" noChangeArrowheads="1"/>
          </p:cNvPicPr>
          <p:nvPr/>
        </p:nvPicPr>
        <p:blipFill>
          <a:blip r:embed="rId2"/>
          <a:srcRect/>
          <a:stretch>
            <a:fillRect/>
          </a:stretch>
        </p:blipFill>
        <p:spPr bwMode="auto">
          <a:xfrm>
            <a:off x="781050" y="642938"/>
            <a:ext cx="10629900" cy="557212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Picture 1"/>
          <p:cNvPicPr>
            <a:picLocks noChangeAspect="1" noChangeArrowheads="1"/>
          </p:cNvPicPr>
          <p:nvPr/>
        </p:nvPicPr>
        <p:blipFill>
          <a:blip r:embed="rId2"/>
          <a:srcRect/>
          <a:stretch>
            <a:fillRect/>
          </a:stretch>
        </p:blipFill>
        <p:spPr bwMode="auto">
          <a:xfrm>
            <a:off x="276225" y="1195388"/>
            <a:ext cx="11639550" cy="446722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3" name="Picture 1"/>
          <p:cNvPicPr>
            <a:picLocks noChangeAspect="1" noChangeArrowheads="1"/>
          </p:cNvPicPr>
          <p:nvPr/>
        </p:nvPicPr>
        <p:blipFill>
          <a:blip r:embed="rId2"/>
          <a:srcRect/>
          <a:stretch>
            <a:fillRect/>
          </a:stretch>
        </p:blipFill>
        <p:spPr bwMode="auto">
          <a:xfrm>
            <a:off x="308011" y="447674"/>
            <a:ext cx="11551199" cy="596265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1"/>
          <p:cNvPicPr>
            <a:picLocks noChangeAspect="1" noChangeArrowheads="1"/>
          </p:cNvPicPr>
          <p:nvPr/>
        </p:nvPicPr>
        <p:blipFill>
          <a:blip r:embed="rId2"/>
          <a:srcRect/>
          <a:stretch>
            <a:fillRect/>
          </a:stretch>
        </p:blipFill>
        <p:spPr bwMode="auto">
          <a:xfrm>
            <a:off x="271464" y="331136"/>
            <a:ext cx="11649075" cy="3209925"/>
          </a:xfrm>
          <a:prstGeom prst="rect">
            <a:avLst/>
          </a:prstGeom>
          <a:noFill/>
          <a:ln w="9525">
            <a:noFill/>
            <a:miter lim="800000"/>
            <a:headEnd/>
            <a:tailEnd/>
          </a:ln>
          <a:effectLst/>
        </p:spPr>
      </p:pic>
      <p:pic>
        <p:nvPicPr>
          <p:cNvPr id="53250" name="Picture 2"/>
          <p:cNvPicPr>
            <a:picLocks noChangeAspect="1" noChangeArrowheads="1"/>
          </p:cNvPicPr>
          <p:nvPr/>
        </p:nvPicPr>
        <p:blipFill>
          <a:blip r:embed="rId3"/>
          <a:srcRect/>
          <a:stretch>
            <a:fillRect/>
          </a:stretch>
        </p:blipFill>
        <p:spPr bwMode="auto">
          <a:xfrm>
            <a:off x="263299" y="3811750"/>
            <a:ext cx="11534775" cy="27241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1"/>
          <p:cNvPicPr>
            <a:picLocks noChangeAspect="1" noChangeArrowheads="1"/>
          </p:cNvPicPr>
          <p:nvPr/>
        </p:nvPicPr>
        <p:blipFill>
          <a:blip r:embed="rId2"/>
          <a:srcRect/>
          <a:stretch>
            <a:fillRect/>
          </a:stretch>
        </p:blipFill>
        <p:spPr bwMode="auto">
          <a:xfrm>
            <a:off x="546424" y="1474918"/>
            <a:ext cx="10763250" cy="359092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1"/>
          <p:cNvPicPr>
            <a:picLocks noChangeAspect="1" noChangeArrowheads="1"/>
          </p:cNvPicPr>
          <p:nvPr/>
        </p:nvPicPr>
        <p:blipFill>
          <a:blip r:embed="rId2"/>
          <a:srcRect/>
          <a:stretch>
            <a:fillRect/>
          </a:stretch>
        </p:blipFill>
        <p:spPr bwMode="auto">
          <a:xfrm>
            <a:off x="280990" y="28575"/>
            <a:ext cx="11630025" cy="682942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7475" y="316870"/>
            <a:ext cx="11237169" cy="6684266"/>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a:t>第一步：使用</a:t>
            </a:r>
            <a:r>
              <a:rPr lang="en-US" dirty="0"/>
              <a:t>void </a:t>
            </a:r>
            <a:r>
              <a:rPr lang="en-US" dirty="0" err="1"/>
              <a:t>NVIC_PriorityGroupConfig</a:t>
            </a:r>
            <a:r>
              <a:rPr lang="en-US" dirty="0"/>
              <a:t>(uint32_t </a:t>
            </a:r>
            <a:r>
              <a:rPr lang="en-US" dirty="0" err="1"/>
              <a:t>NVIC_PriorityGroup</a:t>
            </a:r>
            <a:r>
              <a:rPr lang="en-US" dirty="0"/>
              <a:t>)</a:t>
            </a:r>
            <a:r>
              <a:rPr lang="zh-CN" altLang="en-US" dirty="0"/>
              <a:t>函数对优先级分组配置。</a:t>
            </a:r>
            <a:endParaRPr lang="en-US" altLang="zh-CN" dirty="0"/>
          </a:p>
          <a:p>
            <a:pPr>
              <a:lnSpc>
                <a:spcPct val="150000"/>
              </a:lnSpc>
            </a:pPr>
            <a:r>
              <a:rPr lang="en-US" dirty="0" err="1"/>
              <a:t>NVIC_PriorityGroup</a:t>
            </a:r>
            <a:r>
              <a:rPr lang="zh-CN" altLang="en-US" dirty="0"/>
              <a:t>可以配置为</a:t>
            </a:r>
          </a:p>
          <a:p>
            <a:pPr>
              <a:lnSpc>
                <a:spcPct val="150000"/>
              </a:lnSpc>
            </a:pPr>
            <a:r>
              <a:rPr lang="en-US" dirty="0"/>
              <a:t>NVIC_PriorityGroup_0 =&gt; </a:t>
            </a:r>
            <a:r>
              <a:rPr lang="zh-CN" altLang="en-US" dirty="0"/>
              <a:t>选择第</a:t>
            </a:r>
            <a:r>
              <a:rPr lang="en-US" altLang="zh-CN" dirty="0"/>
              <a:t>0</a:t>
            </a:r>
            <a:r>
              <a:rPr lang="zh-CN" altLang="en-US" dirty="0"/>
              <a:t>组</a:t>
            </a:r>
            <a:br>
              <a:rPr lang="zh-CN" altLang="en-US" dirty="0"/>
            </a:br>
            <a:r>
              <a:rPr lang="en-US" dirty="0"/>
              <a:t>NVIC_PriorityGroup_1 =&gt; </a:t>
            </a:r>
            <a:r>
              <a:rPr lang="zh-CN" altLang="en-US" dirty="0"/>
              <a:t>选择第</a:t>
            </a:r>
            <a:r>
              <a:rPr lang="en-US" altLang="zh-CN" dirty="0"/>
              <a:t>1</a:t>
            </a:r>
            <a:r>
              <a:rPr lang="zh-CN" altLang="en-US" dirty="0"/>
              <a:t>组</a:t>
            </a:r>
            <a:br>
              <a:rPr lang="zh-CN" altLang="en-US" dirty="0"/>
            </a:br>
            <a:r>
              <a:rPr lang="en-US" dirty="0"/>
              <a:t>NVIC_PriorityGroup_2 =&gt; </a:t>
            </a:r>
            <a:r>
              <a:rPr lang="zh-CN" altLang="en-US" dirty="0"/>
              <a:t>选择第</a:t>
            </a:r>
            <a:r>
              <a:rPr lang="en-US" altLang="zh-CN" dirty="0"/>
              <a:t>2</a:t>
            </a:r>
            <a:r>
              <a:rPr lang="zh-CN" altLang="en-US" dirty="0"/>
              <a:t>组</a:t>
            </a:r>
            <a:br>
              <a:rPr lang="zh-CN" altLang="en-US" dirty="0"/>
            </a:br>
            <a:r>
              <a:rPr lang="en-US" dirty="0"/>
              <a:t>NVIC_PriorityGroup_3 =&gt; </a:t>
            </a:r>
            <a:r>
              <a:rPr lang="zh-CN" altLang="en-US" dirty="0"/>
              <a:t>选择第</a:t>
            </a:r>
            <a:r>
              <a:rPr lang="en-US" altLang="zh-CN" dirty="0"/>
              <a:t>3</a:t>
            </a:r>
            <a:r>
              <a:rPr lang="zh-CN" altLang="en-US" dirty="0"/>
              <a:t>组</a:t>
            </a:r>
            <a:br>
              <a:rPr lang="zh-CN" altLang="en-US" dirty="0"/>
            </a:br>
            <a:r>
              <a:rPr lang="en-US" dirty="0"/>
              <a:t>NVIC_PriorityGroup_4 =&gt; </a:t>
            </a:r>
            <a:r>
              <a:rPr lang="zh-CN" altLang="en-US" dirty="0"/>
              <a:t>选择第</a:t>
            </a:r>
            <a:r>
              <a:rPr lang="en-US" altLang="zh-CN" dirty="0"/>
              <a:t>4</a:t>
            </a:r>
            <a:r>
              <a:rPr lang="zh-CN" altLang="en-US" dirty="0"/>
              <a:t>组</a:t>
            </a:r>
            <a:endParaRPr lang="en-US" altLang="zh-CN" dirty="0"/>
          </a:p>
          <a:p>
            <a:pPr>
              <a:lnSpc>
                <a:spcPct val="150000"/>
              </a:lnSpc>
              <a:buClr>
                <a:srgbClr val="C00000"/>
              </a:buClr>
              <a:buFont typeface="Wingdings" pitchFamily="2" charset="2"/>
              <a:buChar char="u"/>
            </a:pPr>
            <a:r>
              <a:rPr lang="zh-CN" altLang="en-US" dirty="0"/>
              <a:t>第二步：中断初始化结构体配置，结构体类型定义如下：</a:t>
            </a:r>
          </a:p>
          <a:p>
            <a:pPr>
              <a:lnSpc>
                <a:spcPct val="150000"/>
              </a:lnSpc>
            </a:pPr>
            <a:r>
              <a:rPr lang="en-US" dirty="0" err="1"/>
              <a:t>typedef</a:t>
            </a:r>
            <a:r>
              <a:rPr lang="en-US" dirty="0"/>
              <a:t> </a:t>
            </a:r>
            <a:r>
              <a:rPr lang="en-US" dirty="0" err="1"/>
              <a:t>struct</a:t>
            </a:r>
            <a:endParaRPr lang="en-US" dirty="0"/>
          </a:p>
          <a:p>
            <a:pPr>
              <a:lnSpc>
                <a:spcPct val="150000"/>
              </a:lnSpc>
            </a:pPr>
            <a:r>
              <a:rPr lang="en-US" dirty="0"/>
              <a:t>{</a:t>
            </a:r>
          </a:p>
          <a:p>
            <a:pPr>
              <a:lnSpc>
                <a:spcPct val="150000"/>
              </a:lnSpc>
            </a:pPr>
            <a:r>
              <a:rPr lang="en-US" dirty="0"/>
              <a:t>  uint8_t </a:t>
            </a:r>
            <a:r>
              <a:rPr lang="en-US" dirty="0" err="1"/>
              <a:t>NVIC_IRQChannel</a:t>
            </a:r>
            <a:r>
              <a:rPr lang="en-US" dirty="0"/>
              <a:t>;                 </a:t>
            </a:r>
          </a:p>
          <a:p>
            <a:pPr>
              <a:lnSpc>
                <a:spcPct val="150000"/>
              </a:lnSpc>
            </a:pPr>
            <a:r>
              <a:rPr lang="en-US" dirty="0"/>
              <a:t>  uint8_t </a:t>
            </a:r>
            <a:r>
              <a:rPr lang="en-US" dirty="0" err="1"/>
              <a:t>NVIC_IRQChannelPreemptionPriority</a:t>
            </a:r>
            <a:r>
              <a:rPr lang="en-US" dirty="0"/>
              <a:t>;  //</a:t>
            </a:r>
            <a:r>
              <a:rPr lang="zh-CN" altLang="en-US" dirty="0"/>
              <a:t>抢断优先级</a:t>
            </a:r>
          </a:p>
          <a:p>
            <a:pPr>
              <a:lnSpc>
                <a:spcPct val="150000"/>
              </a:lnSpc>
            </a:pPr>
            <a:r>
              <a:rPr lang="zh-CN" altLang="en-US" dirty="0"/>
              <a:t>  </a:t>
            </a:r>
            <a:r>
              <a:rPr lang="en-US" dirty="0"/>
              <a:t>uint8_t </a:t>
            </a:r>
            <a:r>
              <a:rPr lang="en-US" dirty="0" err="1"/>
              <a:t>NVIC_IRQChannelSubPriority</a:t>
            </a:r>
            <a:r>
              <a:rPr lang="en-US" dirty="0"/>
              <a:t>;  //</a:t>
            </a:r>
            <a:r>
              <a:rPr lang="zh-CN" altLang="en-US" dirty="0"/>
              <a:t>响应优先级      </a:t>
            </a:r>
          </a:p>
          <a:p>
            <a:pPr>
              <a:lnSpc>
                <a:spcPct val="150000"/>
              </a:lnSpc>
            </a:pPr>
            <a:r>
              <a:rPr lang="zh-CN" altLang="en-US" dirty="0"/>
              <a:t>  </a:t>
            </a:r>
            <a:r>
              <a:rPr lang="en-US" dirty="0" err="1"/>
              <a:t>FunctionalState</a:t>
            </a:r>
            <a:r>
              <a:rPr lang="en-US" dirty="0"/>
              <a:t> </a:t>
            </a:r>
            <a:r>
              <a:rPr lang="en-US" dirty="0" err="1"/>
              <a:t>NVIC_IRQChannelCmd</a:t>
            </a:r>
            <a:r>
              <a:rPr lang="en-US" dirty="0"/>
              <a:t>;      </a:t>
            </a:r>
          </a:p>
          <a:p>
            <a:pPr>
              <a:lnSpc>
                <a:spcPct val="150000"/>
              </a:lnSpc>
            </a:pPr>
            <a:r>
              <a:rPr lang="en-US" dirty="0"/>
              <a:t>} </a:t>
            </a:r>
            <a:r>
              <a:rPr lang="en-US" dirty="0" err="1"/>
              <a:t>NVIC_InitTypeDef</a:t>
            </a:r>
            <a:r>
              <a:rPr lang="en-US" dirty="0"/>
              <a:t>;</a:t>
            </a:r>
          </a:p>
          <a:p>
            <a:pPr>
              <a:lnSpc>
                <a:spcPct val="150000"/>
              </a:lnSpc>
            </a:pPr>
            <a:endParaRPr lang="zh-CN" altLang="en-US" dirty="0"/>
          </a:p>
        </p:txBody>
      </p:sp>
      <p:sp>
        <p:nvSpPr>
          <p:cNvPr id="4" name="矩形 3"/>
          <p:cNvSpPr/>
          <p:nvPr/>
        </p:nvSpPr>
        <p:spPr>
          <a:xfrm>
            <a:off x="5268686" y="1221052"/>
            <a:ext cx="6096000" cy="1754326"/>
          </a:xfrm>
          <a:prstGeom prst="rect">
            <a:avLst/>
          </a:prstGeom>
        </p:spPr>
        <p:txBody>
          <a:bodyPr>
            <a:spAutoFit/>
          </a:bodyPr>
          <a:lstStyle/>
          <a:p>
            <a:pPr>
              <a:lnSpc>
                <a:spcPct val="150000"/>
              </a:lnSpc>
              <a:buClr>
                <a:srgbClr val="C00000"/>
              </a:buClr>
              <a:buFont typeface="Wingdings" pitchFamily="2" charset="2"/>
              <a:buChar char="u"/>
            </a:pPr>
            <a:r>
              <a:rPr lang="zh-CN" altLang="en-US" dirty="0"/>
              <a:t>第三步：中断初始化结构体初始化操作如下</a:t>
            </a:r>
          </a:p>
          <a:p>
            <a:pPr>
              <a:lnSpc>
                <a:spcPct val="150000"/>
              </a:lnSpc>
            </a:pPr>
            <a:r>
              <a:rPr lang="zh-CN" altLang="en-US" dirty="0"/>
              <a:t>         </a:t>
            </a:r>
            <a:r>
              <a:rPr lang="en-US" dirty="0" err="1"/>
              <a:t>NVIC_Init</a:t>
            </a:r>
            <a:r>
              <a:rPr lang="en-US" dirty="0"/>
              <a:t>(&amp;</a:t>
            </a:r>
            <a:r>
              <a:rPr lang="en-US" dirty="0" err="1"/>
              <a:t>EXTI_NVIC_InitStructure</a:t>
            </a:r>
            <a:r>
              <a:rPr lang="en-US" dirty="0"/>
              <a:t>);</a:t>
            </a:r>
          </a:p>
          <a:p>
            <a:pPr>
              <a:lnSpc>
                <a:spcPct val="150000"/>
              </a:lnSpc>
              <a:buClr>
                <a:srgbClr val="C00000"/>
              </a:buClr>
              <a:buFont typeface="Wingdings" pitchFamily="2" charset="2"/>
              <a:buChar char="u"/>
            </a:pPr>
            <a:r>
              <a:rPr lang="zh-CN" altLang="en-US" dirty="0"/>
              <a:t>第四步：开关总中断操作。</a:t>
            </a:r>
            <a:endParaRPr lang="en-US" altLang="zh-CN" dirty="0"/>
          </a:p>
          <a:p>
            <a:pPr>
              <a:lnSpc>
                <a:spcPct val="150000"/>
              </a:lnSpc>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80662" y="783400"/>
            <a:ext cx="6096000" cy="3831818"/>
          </a:xfrm>
          <a:prstGeom prst="rect">
            <a:avLst/>
          </a:prstGeom>
        </p:spPr>
        <p:txBody>
          <a:bodyPr>
            <a:spAutoFit/>
          </a:bodyPr>
          <a:lstStyle/>
          <a:p>
            <a:pPr>
              <a:lnSpc>
                <a:spcPct val="150000"/>
              </a:lnSpc>
              <a:buClr>
                <a:srgbClr val="C00000"/>
              </a:buClr>
              <a:buFont typeface="Wingdings" pitchFamily="2" charset="2"/>
              <a:buChar char="Ø"/>
            </a:pPr>
            <a:r>
              <a:rPr lang="zh-CN" altLang="en-US" dirty="0"/>
              <a:t>（</a:t>
            </a:r>
            <a:r>
              <a:rPr lang="en-US" altLang="zh-CN" dirty="0"/>
              <a:t>1</a:t>
            </a:r>
            <a:r>
              <a:rPr lang="zh-CN" altLang="en-US" dirty="0"/>
              <a:t>）   下面两个函数等效关闭总中断</a:t>
            </a:r>
          </a:p>
          <a:p>
            <a:pPr>
              <a:lnSpc>
                <a:spcPct val="150000"/>
              </a:lnSpc>
            </a:pPr>
            <a:r>
              <a:rPr lang="en-US" dirty="0"/>
              <a:t>void NVIC_SETPRIMASK(void)； </a:t>
            </a:r>
            <a:br>
              <a:rPr lang="en-US" dirty="0"/>
            </a:br>
            <a:r>
              <a:rPr lang="en-US" dirty="0"/>
              <a:t>void NVIC_SETFAULTMASK(void)；</a:t>
            </a:r>
          </a:p>
          <a:p>
            <a:pPr>
              <a:lnSpc>
                <a:spcPct val="150000"/>
              </a:lnSpc>
              <a:buClr>
                <a:srgbClr val="C00000"/>
              </a:buClr>
              <a:buFont typeface="Wingdings" pitchFamily="2" charset="2"/>
              <a:buChar char="Ø"/>
            </a:pPr>
            <a:r>
              <a:rPr lang="en-US" dirty="0"/>
              <a:t>（2）   </a:t>
            </a:r>
            <a:r>
              <a:rPr lang="zh-CN" altLang="en-US" dirty="0"/>
              <a:t>下面两个函数等效开放总中断</a:t>
            </a:r>
          </a:p>
          <a:p>
            <a:pPr>
              <a:lnSpc>
                <a:spcPct val="150000"/>
              </a:lnSpc>
            </a:pPr>
            <a:r>
              <a:rPr lang="en-US" dirty="0"/>
              <a:t>void NVIC_RESETPRIMASK(void)； </a:t>
            </a:r>
            <a:br>
              <a:rPr lang="en-US" dirty="0"/>
            </a:br>
            <a:r>
              <a:rPr lang="en-US" dirty="0"/>
              <a:t>void NVIC_RESETFAULTMASK(void)；</a:t>
            </a:r>
          </a:p>
          <a:p>
            <a:pPr>
              <a:lnSpc>
                <a:spcPct val="150000"/>
              </a:lnSpc>
              <a:buClr>
                <a:srgbClr val="C00000"/>
              </a:buClr>
              <a:buFont typeface="Wingdings" pitchFamily="2" charset="2"/>
              <a:buChar char="Ø"/>
            </a:pPr>
            <a:r>
              <a:rPr lang="en-US" dirty="0"/>
              <a:t>（3）   </a:t>
            </a:r>
            <a:r>
              <a:rPr lang="zh-CN" altLang="en-US" dirty="0"/>
              <a:t>常用操作是先关后开中断</a:t>
            </a:r>
          </a:p>
          <a:p>
            <a:pPr>
              <a:lnSpc>
                <a:spcPct val="150000"/>
              </a:lnSpc>
            </a:pPr>
            <a:r>
              <a:rPr lang="en-US" dirty="0"/>
              <a:t>NVIC_SETPRIMASK();     // Disable Interrupts </a:t>
            </a:r>
            <a:br>
              <a:rPr lang="en-US" dirty="0"/>
            </a:br>
            <a:r>
              <a:rPr lang="en-US" dirty="0"/>
              <a:t>NVIC_RESETPRIMASK(); // Enable Interrupts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1"/>
          <p:cNvPicPr>
            <a:picLocks noChangeAspect="1" noChangeArrowheads="1"/>
          </p:cNvPicPr>
          <p:nvPr/>
        </p:nvPicPr>
        <p:blipFill>
          <a:blip r:embed="rId2"/>
          <a:srcRect/>
          <a:stretch>
            <a:fillRect/>
          </a:stretch>
        </p:blipFill>
        <p:spPr bwMode="auto">
          <a:xfrm>
            <a:off x="258342" y="340397"/>
            <a:ext cx="8960304" cy="6005683"/>
          </a:xfrm>
          <a:prstGeom prst="rect">
            <a:avLst/>
          </a:prstGeom>
          <a:noFill/>
          <a:ln w="9525">
            <a:noFill/>
            <a:miter lim="800000"/>
            <a:headEnd/>
            <a:tailEnd/>
          </a:ln>
          <a:effectLst/>
        </p:spPr>
      </p:pic>
      <p:sp>
        <p:nvSpPr>
          <p:cNvPr id="4" name="TextBox 3"/>
          <p:cNvSpPr txBox="1"/>
          <p:nvPr/>
        </p:nvSpPr>
        <p:spPr>
          <a:xfrm>
            <a:off x="7464490" y="5990252"/>
            <a:ext cx="905070" cy="646331"/>
          </a:xfrm>
          <a:prstGeom prst="rect">
            <a:avLst/>
          </a:prstGeom>
          <a:noFill/>
        </p:spPr>
        <p:txBody>
          <a:bodyPr wrap="square" rtlCol="0">
            <a:spAutoFit/>
          </a:bodyPr>
          <a:lstStyle/>
          <a:p>
            <a:r>
              <a:rPr lang="en-US" altLang="zh-CN" dirty="0"/>
              <a:t>}</a:t>
            </a:r>
          </a:p>
          <a:p>
            <a:r>
              <a:rPr lang="en-US" altLang="zh-CN" dirty="0"/>
              <a:t>}</a:t>
            </a:r>
            <a:endParaRPr lang="zh-CN" altLang="en-US" dirty="0"/>
          </a:p>
        </p:txBody>
      </p:sp>
      <p:pic>
        <p:nvPicPr>
          <p:cNvPr id="49155" name="Picture 3"/>
          <p:cNvPicPr>
            <a:picLocks noChangeAspect="1" noChangeArrowheads="1"/>
          </p:cNvPicPr>
          <p:nvPr/>
        </p:nvPicPr>
        <p:blipFill>
          <a:blip r:embed="rId3"/>
          <a:srcRect/>
          <a:stretch>
            <a:fillRect/>
          </a:stretch>
        </p:blipFill>
        <p:spPr bwMode="auto">
          <a:xfrm>
            <a:off x="8252149" y="6088885"/>
            <a:ext cx="3140529" cy="367509"/>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410547" y="1017038"/>
            <a:ext cx="11017696" cy="4654095"/>
          </a:xfrm>
          <a:prstGeom prst="rect">
            <a:avLst/>
          </a:prstGeom>
          <a:solidFill>
            <a:srgbClr val="BCD3E5"/>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zh-CN" sz="2000" b="1"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EXTI</a:t>
            </a:r>
            <a:r>
              <a:rPr kumimoji="0" lang="zh-CN" sz="2000" b="1"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配置例程：</a:t>
            </a:r>
            <a:endPar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1"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EXTI</a:t>
            </a:r>
            <a:r>
              <a:rPr kumimoji="0" lang="zh-CN" sz="2000" b="1"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初始化设置：</a:t>
            </a:r>
            <a:endPar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void EXTI_PB9_Init(void)</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4F4F4F"/>
                </a:solidFill>
                <a:effectLst/>
                <a:latin typeface="Arial"/>
                <a:ea typeface="微软雅黑" pitchFamily="34" charset="-122"/>
                <a:cs typeface="宋体" pitchFamily="2" charset="-122"/>
              </a:rPr>
              <a:t> </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GPIO_InitTypeDef GPIO_InitStructure;</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NVIC_InitTypeDef NVIC_InitStructure;</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EXTI_InitTypeDef EXTI_InitStructure;</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464646"/>
                </a:solidFill>
                <a:effectLst/>
                <a:latin typeface="Arial"/>
                <a:ea typeface="微软雅黑" pitchFamily="34" charset="-122"/>
                <a:cs typeface="宋体" pitchFamily="2" charset="-122"/>
              </a:rPr>
              <a:t>     </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使能</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GPIO</a:t>
            </a: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和</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AFIO</a:t>
            </a: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时钟</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值得注意的是，当使用外部中断的时候必须使能</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AFIO</a:t>
            </a: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时钟。</a:t>
            </a:r>
            <a:endPar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RCC_APB2PeriphClockCmd(RCC_APB2Periph_GPIOB|RCC_APB2Periph_AFIO,ENABLE);</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03379" y="543150"/>
            <a:ext cx="10835951" cy="4612545"/>
          </a:xfrm>
          <a:prstGeom prst="rect">
            <a:avLst/>
          </a:prstGeom>
        </p:spPr>
        <p:txBody>
          <a:bodyPr wrap="square">
            <a:spAutoFit/>
          </a:bodyPr>
          <a:lstStyle/>
          <a:p>
            <a:pPr>
              <a:lnSpc>
                <a:spcPct val="150000"/>
              </a:lnSpc>
            </a:pPr>
            <a:r>
              <a:rPr lang="en-US" dirty="0"/>
              <a:t>GPIO_InitStructure.GPIO_Pin = GPIO_Pin_9;</a:t>
            </a:r>
          </a:p>
          <a:p>
            <a:pPr>
              <a:lnSpc>
                <a:spcPct val="150000"/>
              </a:lnSpc>
            </a:pPr>
            <a:r>
              <a:rPr lang="en-US" dirty="0"/>
              <a:t>　　</a:t>
            </a:r>
            <a:r>
              <a:rPr lang="en-US" dirty="0" err="1"/>
              <a:t>GPIO_InitStructure.GPIO_Mode</a:t>
            </a:r>
            <a:r>
              <a:rPr lang="en-US" dirty="0"/>
              <a:t> = </a:t>
            </a:r>
            <a:r>
              <a:rPr lang="en-US" dirty="0" err="1"/>
              <a:t>GPIO_Mode_IN_FLOATING</a:t>
            </a:r>
            <a:r>
              <a:rPr lang="en-US" dirty="0"/>
              <a:t>;　　//</a:t>
            </a:r>
            <a:r>
              <a:rPr lang="zh-CN" altLang="en-US" dirty="0"/>
              <a:t>浮空输入</a:t>
            </a:r>
          </a:p>
          <a:p>
            <a:pPr>
              <a:lnSpc>
                <a:spcPct val="150000"/>
              </a:lnSpc>
            </a:pPr>
            <a:r>
              <a:rPr lang="zh-CN" altLang="en-US" dirty="0"/>
              <a:t>　　</a:t>
            </a:r>
            <a:r>
              <a:rPr lang="en-US" dirty="0" err="1"/>
              <a:t>GPIO_InitStructure.GPIO_Speed</a:t>
            </a:r>
            <a:r>
              <a:rPr lang="en-US" dirty="0"/>
              <a:t> = GPIO_Speed_50MHz;　　//IO</a:t>
            </a:r>
            <a:r>
              <a:rPr lang="zh-CN" altLang="en-US" dirty="0"/>
              <a:t>速度为</a:t>
            </a:r>
            <a:r>
              <a:rPr lang="en-US" altLang="zh-CN" dirty="0"/>
              <a:t>50</a:t>
            </a:r>
            <a:r>
              <a:rPr lang="en-US" dirty="0"/>
              <a:t>MHz</a:t>
            </a:r>
          </a:p>
          <a:p>
            <a:pPr>
              <a:lnSpc>
                <a:spcPct val="150000"/>
              </a:lnSpc>
            </a:pPr>
            <a:r>
              <a:rPr lang="en-US" dirty="0"/>
              <a:t>　　</a:t>
            </a:r>
            <a:r>
              <a:rPr lang="en-US" dirty="0" err="1"/>
              <a:t>GPIO_Init</a:t>
            </a:r>
            <a:r>
              <a:rPr lang="en-US" dirty="0"/>
              <a:t>(</a:t>
            </a:r>
            <a:r>
              <a:rPr lang="en-US" dirty="0" err="1"/>
              <a:t>GPIOB,&amp;GPIO_InitStructure</a:t>
            </a:r>
            <a:r>
              <a:rPr lang="en-US" dirty="0"/>
              <a:t>);　　</a:t>
            </a:r>
          </a:p>
          <a:p>
            <a:pPr>
              <a:lnSpc>
                <a:spcPct val="150000"/>
              </a:lnSpc>
            </a:pPr>
            <a:r>
              <a:rPr lang="en-US" dirty="0"/>
              <a:t>　　</a:t>
            </a:r>
          </a:p>
          <a:p>
            <a:pPr>
              <a:lnSpc>
                <a:spcPct val="150000"/>
              </a:lnSpc>
            </a:pPr>
            <a:r>
              <a:rPr lang="en-US" dirty="0" err="1"/>
              <a:t>GPIO_EXTILineConfig</a:t>
            </a:r>
            <a:r>
              <a:rPr lang="en-US" dirty="0"/>
              <a:t>(GPIO_PortSourceGPIOB,GPIO_PinSource9);//</a:t>
            </a:r>
            <a:r>
              <a:rPr lang="zh-CN" altLang="en-US" dirty="0"/>
              <a:t>将</a:t>
            </a:r>
            <a:r>
              <a:rPr lang="en-US" dirty="0"/>
              <a:t>EXIT</a:t>
            </a:r>
            <a:r>
              <a:rPr lang="zh-CN" altLang="en-US" dirty="0"/>
              <a:t>线</a:t>
            </a:r>
            <a:r>
              <a:rPr lang="en-US" altLang="zh-CN" dirty="0"/>
              <a:t>9</a:t>
            </a:r>
            <a:r>
              <a:rPr lang="zh-CN" altLang="en-US" dirty="0"/>
              <a:t>连接到</a:t>
            </a:r>
            <a:r>
              <a:rPr lang="en-US" dirty="0"/>
              <a:t>PB9</a:t>
            </a:r>
          </a:p>
          <a:p>
            <a:pPr>
              <a:lnSpc>
                <a:spcPct val="150000"/>
              </a:lnSpc>
            </a:pPr>
            <a:r>
              <a:rPr lang="en-US" dirty="0"/>
              <a:t>　　</a:t>
            </a:r>
            <a:r>
              <a:rPr lang="en-US" dirty="0" err="1"/>
              <a:t>EXTI_InitStructure.EXTI_Line</a:t>
            </a:r>
            <a:r>
              <a:rPr lang="en-US" dirty="0"/>
              <a:t> = EXTI_Line9;</a:t>
            </a:r>
          </a:p>
          <a:p>
            <a:pPr>
              <a:lnSpc>
                <a:spcPct val="150000"/>
              </a:lnSpc>
            </a:pPr>
            <a:r>
              <a:rPr lang="en-US" dirty="0"/>
              <a:t>　　</a:t>
            </a:r>
            <a:r>
              <a:rPr lang="en-US" dirty="0" err="1"/>
              <a:t>EXTI_InitStructure.EXTI_Mode</a:t>
            </a:r>
            <a:r>
              <a:rPr lang="en-US" dirty="0"/>
              <a:t> = </a:t>
            </a:r>
            <a:r>
              <a:rPr lang="en-US" dirty="0" err="1"/>
              <a:t>EXTI_Mode_Interrupt</a:t>
            </a:r>
            <a:r>
              <a:rPr lang="en-US" dirty="0"/>
              <a:t>;</a:t>
            </a:r>
          </a:p>
          <a:p>
            <a:pPr>
              <a:lnSpc>
                <a:spcPct val="150000"/>
              </a:lnSpc>
            </a:pPr>
            <a:r>
              <a:rPr lang="en-US" dirty="0"/>
              <a:t>　　</a:t>
            </a:r>
            <a:r>
              <a:rPr lang="en-US" dirty="0" err="1"/>
              <a:t>EXTI_InitStructure.EXTI_Trigger</a:t>
            </a:r>
            <a:r>
              <a:rPr lang="en-US" dirty="0"/>
              <a:t> = </a:t>
            </a:r>
            <a:r>
              <a:rPr lang="en-US" dirty="0" err="1"/>
              <a:t>EXTI_Trigger_Rising_Falling</a:t>
            </a:r>
            <a:r>
              <a:rPr lang="en-US" dirty="0"/>
              <a:t>;　　//</a:t>
            </a:r>
            <a:r>
              <a:rPr lang="zh-CN" altLang="en-US" dirty="0"/>
              <a:t>上升下降沿触发</a:t>
            </a:r>
          </a:p>
          <a:p>
            <a:pPr>
              <a:lnSpc>
                <a:spcPct val="150000"/>
              </a:lnSpc>
            </a:pPr>
            <a:r>
              <a:rPr lang="zh-CN" altLang="en-US" dirty="0"/>
              <a:t>　　</a:t>
            </a:r>
            <a:r>
              <a:rPr lang="en-US" dirty="0" err="1"/>
              <a:t>EXTI_InitStructure.EXTI_LineCmd</a:t>
            </a:r>
            <a:r>
              <a:rPr lang="en-US" dirty="0"/>
              <a:t> = ENABLE;//</a:t>
            </a:r>
            <a:r>
              <a:rPr lang="zh-CN" altLang="en-US" dirty="0"/>
              <a:t>使能中断线</a:t>
            </a:r>
          </a:p>
          <a:p>
            <a:pPr>
              <a:lnSpc>
                <a:spcPct val="150000"/>
              </a:lnSpc>
            </a:pPr>
            <a:r>
              <a:rPr lang="zh-CN" altLang="en-US" dirty="0"/>
              <a:t>　　</a:t>
            </a:r>
            <a:r>
              <a:rPr lang="en-US" dirty="0" err="1"/>
              <a:t>EXTI_Init</a:t>
            </a:r>
            <a:r>
              <a:rPr lang="en-US" dirty="0"/>
              <a:t>(&amp;</a:t>
            </a:r>
            <a:r>
              <a:rPr lang="en-US" dirty="0" err="1"/>
              <a:t>EXTI_InitStructure</a:t>
            </a:r>
            <a:r>
              <a:rPr lang="en-US" dirty="0"/>
              <a:t>);//</a:t>
            </a:r>
            <a:r>
              <a:rPr lang="zh-CN" altLang="en-US" dirty="0"/>
              <a:t>初始化中断</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1"/>
          <p:cNvSpPr>
            <a:spLocks noChangeArrowheads="1"/>
          </p:cNvSpPr>
          <p:nvPr/>
        </p:nvSpPr>
        <p:spPr bwMode="auto">
          <a:xfrm>
            <a:off x="261256" y="326565"/>
            <a:ext cx="10636897" cy="632480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NVIC_InitStructure.NVIC_IRQChannel = EXTI9_5_IRQn;</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NVIC_InitStructure.NVIC_IRQChannelPreemptionPriority = 0;</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NVIC_InitStructure.NVIC_IRQChannelSubPriority = 3;</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NVIC_InitStructure.NVIC_IRQChannelCmd = ENABLE;</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NVIC_Init(&amp;NVIC_InitStructure);</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1" i="0" u="none" strike="noStrike" cap="none" normalizeH="0" baseline="0" dirty="0">
                <a:ln>
                  <a:noFill/>
                </a:ln>
                <a:solidFill>
                  <a:srgbClr val="4F4F4F"/>
                </a:solidFill>
                <a:effectLst/>
                <a:latin typeface="微软雅黑" pitchFamily="34" charset="-122"/>
                <a:ea typeface="微软雅黑" pitchFamily="34" charset="-122"/>
                <a:cs typeface="宋体" pitchFamily="2" charset="-122"/>
              </a:rPr>
              <a:t>配置中断服务函数：</a:t>
            </a:r>
            <a:r>
              <a:rPr kumimoji="0" lang="zh-CN" b="0" i="0" u="none" strike="noStrike" cap="none" normalizeH="0" baseline="0" dirty="0">
                <a:ln>
                  <a:noFill/>
                </a:ln>
                <a:solidFill>
                  <a:srgbClr val="4F4F4F"/>
                </a:solidFill>
                <a:effectLst/>
                <a:latin typeface="Arial"/>
                <a:ea typeface="微软雅黑" pitchFamily="34" charset="-122"/>
                <a:cs typeface="宋体" pitchFamily="2" charset="-122"/>
              </a:rPr>
              <a:t> </a:t>
            </a:r>
            <a:endParaRPr kumimoji="0" 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void EXTI9_5_IRQHandler(void)</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if(EXTI_GetITStatus(EXTI_Line9) != RESET)</a:t>
            </a: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//EXTI9</a:t>
            </a: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产生了中断</a:t>
            </a:r>
            <a:endParaRPr kumimoji="0" 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Arial"/>
                <a:ea typeface="微软雅黑" pitchFamily="34" charset="-122"/>
                <a:cs typeface="宋体" pitchFamily="2" charset="-122"/>
              </a:rPr>
              <a:t>……………………………………………………</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中断处理程序</a:t>
            </a:r>
            <a:endParaRPr kumimoji="0" 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EXTI_ClearITPendingBit(EXTI_Line9);//</a:t>
            </a:r>
            <a:r>
              <a:rPr kumimoji="0" 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清除中断</a:t>
            </a:r>
            <a:endParaRPr kumimoji="0" 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6.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7.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8.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9.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0.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4885</TotalTime>
  <Words>5404</Words>
  <Application>Microsoft Office PowerPoint</Application>
  <PresentationFormat>宽屏</PresentationFormat>
  <Paragraphs>211</Paragraphs>
  <Slides>43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43</vt:i4>
      </vt:variant>
    </vt:vector>
  </HeadingPairs>
  <TitlesOfParts>
    <vt:vector size="52" baseType="lpstr">
      <vt:lpstr>Arial Unicode MS</vt:lpstr>
      <vt:lpstr>等线</vt:lpstr>
      <vt:lpstr>微软雅黑</vt:lpstr>
      <vt:lpstr>Arial</vt:lpstr>
      <vt:lpstr>Century Gothic</vt:lpstr>
      <vt:lpstr>Verdana</vt:lpstr>
      <vt:lpstr>Wingdings</vt:lpstr>
      <vt:lpstr>Office 主题</vt:lpstr>
      <vt:lpstr>mjwangyu</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宇佩 马</cp:lastModifiedBy>
  <cp:revision>494</cp:revision>
  <dcterms:created xsi:type="dcterms:W3CDTF">2017-06-03T01:25:00Z</dcterms:created>
  <dcterms:modified xsi:type="dcterms:W3CDTF">2026-06-21T07:34:47Z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